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4"/>
  </p:notesMasterIdLst>
  <p:sldIdLst>
    <p:sldId id="256" r:id="rId14"/>
    <p:sldId id="257" r:id="rId15"/>
    <p:sldId id="258" r:id="rId16"/>
    <p:sldId id="272" r:id="rId17"/>
    <p:sldId id="305" r:id="rId18"/>
    <p:sldId id="319" r:id="rId19"/>
    <p:sldId id="318" r:id="rId20"/>
    <p:sldId id="320" r:id="rId21"/>
    <p:sldId id="310" r:id="rId22"/>
    <p:sldId id="321" r:id="rId23"/>
    <p:sldId id="322" r:id="rId24"/>
    <p:sldId id="311" r:id="rId25"/>
    <p:sldId id="306" r:id="rId26"/>
    <p:sldId id="314" r:id="rId27"/>
    <p:sldId id="307" r:id="rId28"/>
    <p:sldId id="323" r:id="rId29"/>
    <p:sldId id="325" r:id="rId30"/>
    <p:sldId id="312" r:id="rId31"/>
    <p:sldId id="326" r:id="rId32"/>
    <p:sldId id="308" r:id="rId33"/>
    <p:sldId id="309" r:id="rId34"/>
    <p:sldId id="327" r:id="rId35"/>
    <p:sldId id="328" r:id="rId36"/>
    <p:sldId id="329" r:id="rId37"/>
    <p:sldId id="316" r:id="rId38"/>
    <p:sldId id="315" r:id="rId39"/>
    <p:sldId id="317" r:id="rId40"/>
    <p:sldId id="313" r:id="rId41"/>
    <p:sldId id="330" r:id="rId42"/>
    <p:sldId id="331" r:id="rId43"/>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AA3D42-6A37-4E7D-B7DF-F93D9A4F3E5A}" v="30" dt="2024-09-10T14:55:23.810"/>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45" autoAdjust="0"/>
    <p:restoredTop sz="84669" autoAdjust="0"/>
  </p:normalViewPr>
  <p:slideViewPr>
    <p:cSldViewPr>
      <p:cViewPr varScale="1">
        <p:scale>
          <a:sx n="158" d="100"/>
          <a:sy n="158" d="100"/>
        </p:scale>
        <p:origin x="2394" y="132"/>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theme" Target="theme/theme1.xml"/><Relationship Id="rId8" Type="http://schemas.openxmlformats.org/officeDocument/2006/relationships/slideMaster" Target="slideMasters/slideMaster5.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presProps" Target="presProps.xml"/><Relationship Id="rId20" Type="http://schemas.openxmlformats.org/officeDocument/2006/relationships/slide" Target="slides/slide7.xml"/><Relationship Id="rId41" Type="http://schemas.openxmlformats.org/officeDocument/2006/relationships/slide" Target="slides/slide28.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6CAA3D42-6A37-4E7D-B7DF-F93D9A4F3E5A}"/>
    <pc:docChg chg="modSld">
      <pc:chgData name="Paul Winser" userId="c3146a91-e6bd-4264-bd86-e164e04bc32d" providerId="ADAL" clId="{6CAA3D42-6A37-4E7D-B7DF-F93D9A4F3E5A}" dt="2024-09-10T14:55:23.810" v="31"/>
      <pc:docMkLst>
        <pc:docMk/>
      </pc:docMkLst>
      <pc:sldChg chg="addSp modSp mod">
        <pc:chgData name="Paul Winser" userId="c3146a91-e6bd-4264-bd86-e164e04bc32d" providerId="ADAL" clId="{6CAA3D42-6A37-4E7D-B7DF-F93D9A4F3E5A}" dt="2024-09-10T14:54:44.996" v="2" actId="20577"/>
        <pc:sldMkLst>
          <pc:docMk/>
          <pc:sldMk cId="0" sldId="256"/>
        </pc:sldMkLst>
        <pc:spChg chg="add mod">
          <ac:chgData name="Paul Winser" userId="c3146a91-e6bd-4264-bd86-e164e04bc32d" providerId="ADAL" clId="{6CAA3D42-6A37-4E7D-B7DF-F93D9A4F3E5A}" dt="2024-09-10T14:54:44.996" v="2" actId="20577"/>
          <ac:spMkLst>
            <pc:docMk/>
            <pc:sldMk cId="0" sldId="256"/>
            <ac:spMk id="2" creationId="{F795B936-C16A-D90C-258F-69BD74339031}"/>
          </ac:spMkLst>
        </pc:spChg>
      </pc:sldChg>
      <pc:sldChg chg="addSp modSp">
        <pc:chgData name="Paul Winser" userId="c3146a91-e6bd-4264-bd86-e164e04bc32d" providerId="ADAL" clId="{6CAA3D42-6A37-4E7D-B7DF-F93D9A4F3E5A}" dt="2024-09-10T14:54:49.016" v="3"/>
        <pc:sldMkLst>
          <pc:docMk/>
          <pc:sldMk cId="0" sldId="257"/>
        </pc:sldMkLst>
        <pc:spChg chg="add mod">
          <ac:chgData name="Paul Winser" userId="c3146a91-e6bd-4264-bd86-e164e04bc32d" providerId="ADAL" clId="{6CAA3D42-6A37-4E7D-B7DF-F93D9A4F3E5A}" dt="2024-09-10T14:54:49.016" v="3"/>
          <ac:spMkLst>
            <pc:docMk/>
            <pc:sldMk cId="0" sldId="257"/>
            <ac:spMk id="2" creationId="{B23947C1-0648-F2D7-6FB8-C0021FA9D479}"/>
          </ac:spMkLst>
        </pc:spChg>
      </pc:sldChg>
      <pc:sldChg chg="addSp modSp">
        <pc:chgData name="Paul Winser" userId="c3146a91-e6bd-4264-bd86-e164e04bc32d" providerId="ADAL" clId="{6CAA3D42-6A37-4E7D-B7DF-F93D9A4F3E5A}" dt="2024-09-10T14:54:49.851" v="4"/>
        <pc:sldMkLst>
          <pc:docMk/>
          <pc:sldMk cId="0" sldId="258"/>
        </pc:sldMkLst>
        <pc:spChg chg="add mod">
          <ac:chgData name="Paul Winser" userId="c3146a91-e6bd-4264-bd86-e164e04bc32d" providerId="ADAL" clId="{6CAA3D42-6A37-4E7D-B7DF-F93D9A4F3E5A}" dt="2024-09-10T14:54:49.851" v="4"/>
          <ac:spMkLst>
            <pc:docMk/>
            <pc:sldMk cId="0" sldId="258"/>
            <ac:spMk id="2" creationId="{1D4DEFBE-3138-6A0D-9200-AC4BE6DDF963}"/>
          </ac:spMkLst>
        </pc:spChg>
      </pc:sldChg>
      <pc:sldChg chg="addSp modSp">
        <pc:chgData name="Paul Winser" userId="c3146a91-e6bd-4264-bd86-e164e04bc32d" providerId="ADAL" clId="{6CAA3D42-6A37-4E7D-B7DF-F93D9A4F3E5A}" dt="2024-09-10T14:54:50.842" v="5"/>
        <pc:sldMkLst>
          <pc:docMk/>
          <pc:sldMk cId="0" sldId="272"/>
        </pc:sldMkLst>
        <pc:spChg chg="add mod">
          <ac:chgData name="Paul Winser" userId="c3146a91-e6bd-4264-bd86-e164e04bc32d" providerId="ADAL" clId="{6CAA3D42-6A37-4E7D-B7DF-F93D9A4F3E5A}" dt="2024-09-10T14:54:50.842" v="5"/>
          <ac:spMkLst>
            <pc:docMk/>
            <pc:sldMk cId="0" sldId="272"/>
            <ac:spMk id="2" creationId="{5592B149-1ACA-C48C-AF49-73B4CABD1C88}"/>
          </ac:spMkLst>
        </pc:spChg>
      </pc:sldChg>
      <pc:sldChg chg="addSp modSp">
        <pc:chgData name="Paul Winser" userId="c3146a91-e6bd-4264-bd86-e164e04bc32d" providerId="ADAL" clId="{6CAA3D42-6A37-4E7D-B7DF-F93D9A4F3E5A}" dt="2024-09-10T14:54:51.864" v="6"/>
        <pc:sldMkLst>
          <pc:docMk/>
          <pc:sldMk cId="884549766" sldId="305"/>
        </pc:sldMkLst>
        <pc:spChg chg="add mod">
          <ac:chgData name="Paul Winser" userId="c3146a91-e6bd-4264-bd86-e164e04bc32d" providerId="ADAL" clId="{6CAA3D42-6A37-4E7D-B7DF-F93D9A4F3E5A}" dt="2024-09-10T14:54:51.864" v="6"/>
          <ac:spMkLst>
            <pc:docMk/>
            <pc:sldMk cId="884549766" sldId="305"/>
            <ac:spMk id="3" creationId="{2ECED62D-45AE-4F93-BA3F-8550AC0212E9}"/>
          </ac:spMkLst>
        </pc:spChg>
      </pc:sldChg>
      <pc:sldChg chg="addSp modSp">
        <pc:chgData name="Paul Winser" userId="c3146a91-e6bd-4264-bd86-e164e04bc32d" providerId="ADAL" clId="{6CAA3D42-6A37-4E7D-B7DF-F93D9A4F3E5A}" dt="2024-09-10T14:55:02.060" v="14"/>
        <pc:sldMkLst>
          <pc:docMk/>
          <pc:sldMk cId="588007661" sldId="306"/>
        </pc:sldMkLst>
        <pc:spChg chg="add mod">
          <ac:chgData name="Paul Winser" userId="c3146a91-e6bd-4264-bd86-e164e04bc32d" providerId="ADAL" clId="{6CAA3D42-6A37-4E7D-B7DF-F93D9A4F3E5A}" dt="2024-09-10T14:55:02.060" v="14"/>
          <ac:spMkLst>
            <pc:docMk/>
            <pc:sldMk cId="588007661" sldId="306"/>
            <ac:spMk id="2" creationId="{959761A5-B82A-6C37-D8D1-D8660BE1F736}"/>
          </ac:spMkLst>
        </pc:spChg>
      </pc:sldChg>
      <pc:sldChg chg="addSp modSp">
        <pc:chgData name="Paul Winser" userId="c3146a91-e6bd-4264-bd86-e164e04bc32d" providerId="ADAL" clId="{6CAA3D42-6A37-4E7D-B7DF-F93D9A4F3E5A}" dt="2024-09-10T14:55:04.540" v="16"/>
        <pc:sldMkLst>
          <pc:docMk/>
          <pc:sldMk cId="3621417310" sldId="307"/>
        </pc:sldMkLst>
        <pc:spChg chg="add mod">
          <ac:chgData name="Paul Winser" userId="c3146a91-e6bd-4264-bd86-e164e04bc32d" providerId="ADAL" clId="{6CAA3D42-6A37-4E7D-B7DF-F93D9A4F3E5A}" dt="2024-09-10T14:55:04.540" v="16"/>
          <ac:spMkLst>
            <pc:docMk/>
            <pc:sldMk cId="3621417310" sldId="307"/>
            <ac:spMk id="2" creationId="{2A3ED253-98B3-3253-8091-895648EEEDDE}"/>
          </ac:spMkLst>
        </pc:spChg>
      </pc:sldChg>
      <pc:sldChg chg="addSp modSp">
        <pc:chgData name="Paul Winser" userId="c3146a91-e6bd-4264-bd86-e164e04bc32d" providerId="ADAL" clId="{6CAA3D42-6A37-4E7D-B7DF-F93D9A4F3E5A}" dt="2024-09-10T14:55:09.751" v="21"/>
        <pc:sldMkLst>
          <pc:docMk/>
          <pc:sldMk cId="2005355495" sldId="308"/>
        </pc:sldMkLst>
        <pc:spChg chg="add mod">
          <ac:chgData name="Paul Winser" userId="c3146a91-e6bd-4264-bd86-e164e04bc32d" providerId="ADAL" clId="{6CAA3D42-6A37-4E7D-B7DF-F93D9A4F3E5A}" dt="2024-09-10T14:55:09.751" v="21"/>
          <ac:spMkLst>
            <pc:docMk/>
            <pc:sldMk cId="2005355495" sldId="308"/>
            <ac:spMk id="2" creationId="{71536622-62B9-6BDA-1476-BA6792E79433}"/>
          </ac:spMkLst>
        </pc:spChg>
      </pc:sldChg>
      <pc:sldChg chg="addSp modSp">
        <pc:chgData name="Paul Winser" userId="c3146a91-e6bd-4264-bd86-e164e04bc32d" providerId="ADAL" clId="{6CAA3D42-6A37-4E7D-B7DF-F93D9A4F3E5A}" dt="2024-09-10T14:55:10.849" v="22"/>
        <pc:sldMkLst>
          <pc:docMk/>
          <pc:sldMk cId="47175209" sldId="309"/>
        </pc:sldMkLst>
        <pc:spChg chg="add mod">
          <ac:chgData name="Paul Winser" userId="c3146a91-e6bd-4264-bd86-e164e04bc32d" providerId="ADAL" clId="{6CAA3D42-6A37-4E7D-B7DF-F93D9A4F3E5A}" dt="2024-09-10T14:55:10.849" v="22"/>
          <ac:spMkLst>
            <pc:docMk/>
            <pc:sldMk cId="47175209" sldId="309"/>
            <ac:spMk id="2" creationId="{C6A0FAB4-6E81-BCCE-1100-B567526FA25A}"/>
          </ac:spMkLst>
        </pc:spChg>
      </pc:sldChg>
      <pc:sldChg chg="addSp modSp">
        <pc:chgData name="Paul Winser" userId="c3146a91-e6bd-4264-bd86-e164e04bc32d" providerId="ADAL" clId="{6CAA3D42-6A37-4E7D-B7DF-F93D9A4F3E5A}" dt="2024-09-10T14:54:57.043" v="10"/>
        <pc:sldMkLst>
          <pc:docMk/>
          <pc:sldMk cId="3282266377" sldId="310"/>
        </pc:sldMkLst>
        <pc:spChg chg="add mod">
          <ac:chgData name="Paul Winser" userId="c3146a91-e6bd-4264-bd86-e164e04bc32d" providerId="ADAL" clId="{6CAA3D42-6A37-4E7D-B7DF-F93D9A4F3E5A}" dt="2024-09-10T14:54:57.043" v="10"/>
          <ac:spMkLst>
            <pc:docMk/>
            <pc:sldMk cId="3282266377" sldId="310"/>
            <ac:spMk id="3" creationId="{014FF4B6-7902-203A-2BB3-C593675209C3}"/>
          </ac:spMkLst>
        </pc:spChg>
      </pc:sldChg>
      <pc:sldChg chg="addSp modSp">
        <pc:chgData name="Paul Winser" userId="c3146a91-e6bd-4264-bd86-e164e04bc32d" providerId="ADAL" clId="{6CAA3D42-6A37-4E7D-B7DF-F93D9A4F3E5A}" dt="2024-09-10T14:55:01.052" v="13"/>
        <pc:sldMkLst>
          <pc:docMk/>
          <pc:sldMk cId="1329059980" sldId="311"/>
        </pc:sldMkLst>
        <pc:spChg chg="add mod">
          <ac:chgData name="Paul Winser" userId="c3146a91-e6bd-4264-bd86-e164e04bc32d" providerId="ADAL" clId="{6CAA3D42-6A37-4E7D-B7DF-F93D9A4F3E5A}" dt="2024-09-10T14:55:01.052" v="13"/>
          <ac:spMkLst>
            <pc:docMk/>
            <pc:sldMk cId="1329059980" sldId="311"/>
            <ac:spMk id="2" creationId="{A81E913E-27C0-65A5-A2C6-2694C1EB0880}"/>
          </ac:spMkLst>
        </pc:spChg>
      </pc:sldChg>
      <pc:sldChg chg="addSp modSp">
        <pc:chgData name="Paul Winser" userId="c3146a91-e6bd-4264-bd86-e164e04bc32d" providerId="ADAL" clId="{6CAA3D42-6A37-4E7D-B7DF-F93D9A4F3E5A}" dt="2024-09-10T14:55:07.645" v="19"/>
        <pc:sldMkLst>
          <pc:docMk/>
          <pc:sldMk cId="2382960027" sldId="312"/>
        </pc:sldMkLst>
        <pc:spChg chg="add mod">
          <ac:chgData name="Paul Winser" userId="c3146a91-e6bd-4264-bd86-e164e04bc32d" providerId="ADAL" clId="{6CAA3D42-6A37-4E7D-B7DF-F93D9A4F3E5A}" dt="2024-09-10T14:55:07.645" v="19"/>
          <ac:spMkLst>
            <pc:docMk/>
            <pc:sldMk cId="2382960027" sldId="312"/>
            <ac:spMk id="2" creationId="{4C51B68B-F41A-F480-B77C-CF56EFDC36DE}"/>
          </ac:spMkLst>
        </pc:spChg>
      </pc:sldChg>
      <pc:sldChg chg="addSp modSp">
        <pc:chgData name="Paul Winser" userId="c3146a91-e6bd-4264-bd86-e164e04bc32d" providerId="ADAL" clId="{6CAA3D42-6A37-4E7D-B7DF-F93D9A4F3E5A}" dt="2024-09-10T14:55:21.348" v="29"/>
        <pc:sldMkLst>
          <pc:docMk/>
          <pc:sldMk cId="4194137695" sldId="313"/>
        </pc:sldMkLst>
        <pc:spChg chg="add mod">
          <ac:chgData name="Paul Winser" userId="c3146a91-e6bd-4264-bd86-e164e04bc32d" providerId="ADAL" clId="{6CAA3D42-6A37-4E7D-B7DF-F93D9A4F3E5A}" dt="2024-09-10T14:55:21.348" v="29"/>
          <ac:spMkLst>
            <pc:docMk/>
            <pc:sldMk cId="4194137695" sldId="313"/>
            <ac:spMk id="2" creationId="{89C7B21B-28C8-9A83-CCE0-2CA0B1031C85}"/>
          </ac:spMkLst>
        </pc:spChg>
      </pc:sldChg>
      <pc:sldChg chg="addSp modSp">
        <pc:chgData name="Paul Winser" userId="c3146a91-e6bd-4264-bd86-e164e04bc32d" providerId="ADAL" clId="{6CAA3D42-6A37-4E7D-B7DF-F93D9A4F3E5A}" dt="2024-09-10T14:55:03.350" v="15"/>
        <pc:sldMkLst>
          <pc:docMk/>
          <pc:sldMk cId="150737381" sldId="314"/>
        </pc:sldMkLst>
        <pc:spChg chg="add mod">
          <ac:chgData name="Paul Winser" userId="c3146a91-e6bd-4264-bd86-e164e04bc32d" providerId="ADAL" clId="{6CAA3D42-6A37-4E7D-B7DF-F93D9A4F3E5A}" dt="2024-09-10T14:55:03.350" v="15"/>
          <ac:spMkLst>
            <pc:docMk/>
            <pc:sldMk cId="150737381" sldId="314"/>
            <ac:spMk id="2" creationId="{A2071257-2D40-3CC0-C7AE-308CCBBADBB1}"/>
          </ac:spMkLst>
        </pc:spChg>
      </pc:sldChg>
      <pc:sldChg chg="addSp modSp">
        <pc:chgData name="Paul Winser" userId="c3146a91-e6bd-4264-bd86-e164e04bc32d" providerId="ADAL" clId="{6CAA3D42-6A37-4E7D-B7DF-F93D9A4F3E5A}" dt="2024-09-10T14:55:18.565" v="27"/>
        <pc:sldMkLst>
          <pc:docMk/>
          <pc:sldMk cId="4242189640" sldId="315"/>
        </pc:sldMkLst>
        <pc:spChg chg="add mod">
          <ac:chgData name="Paul Winser" userId="c3146a91-e6bd-4264-bd86-e164e04bc32d" providerId="ADAL" clId="{6CAA3D42-6A37-4E7D-B7DF-F93D9A4F3E5A}" dt="2024-09-10T14:55:18.565" v="27"/>
          <ac:spMkLst>
            <pc:docMk/>
            <pc:sldMk cId="4242189640" sldId="315"/>
            <ac:spMk id="2" creationId="{9BEFE0EB-BC10-21BF-CC6D-EF3486DE9A53}"/>
          </ac:spMkLst>
        </pc:spChg>
      </pc:sldChg>
      <pc:sldChg chg="addSp modSp">
        <pc:chgData name="Paul Winser" userId="c3146a91-e6bd-4264-bd86-e164e04bc32d" providerId="ADAL" clId="{6CAA3D42-6A37-4E7D-B7DF-F93D9A4F3E5A}" dt="2024-09-10T14:55:16.382" v="26"/>
        <pc:sldMkLst>
          <pc:docMk/>
          <pc:sldMk cId="4084716573" sldId="316"/>
        </pc:sldMkLst>
        <pc:spChg chg="add mod">
          <ac:chgData name="Paul Winser" userId="c3146a91-e6bd-4264-bd86-e164e04bc32d" providerId="ADAL" clId="{6CAA3D42-6A37-4E7D-B7DF-F93D9A4F3E5A}" dt="2024-09-10T14:55:16.382" v="26"/>
          <ac:spMkLst>
            <pc:docMk/>
            <pc:sldMk cId="4084716573" sldId="316"/>
            <ac:spMk id="3" creationId="{F89FFC79-790D-0897-3B0B-22FE083A7D5D}"/>
          </ac:spMkLst>
        </pc:spChg>
      </pc:sldChg>
      <pc:sldChg chg="addSp modSp">
        <pc:chgData name="Paul Winser" userId="c3146a91-e6bd-4264-bd86-e164e04bc32d" providerId="ADAL" clId="{6CAA3D42-6A37-4E7D-B7DF-F93D9A4F3E5A}" dt="2024-09-10T14:55:19.853" v="28"/>
        <pc:sldMkLst>
          <pc:docMk/>
          <pc:sldMk cId="3559799057" sldId="317"/>
        </pc:sldMkLst>
        <pc:spChg chg="add mod">
          <ac:chgData name="Paul Winser" userId="c3146a91-e6bd-4264-bd86-e164e04bc32d" providerId="ADAL" clId="{6CAA3D42-6A37-4E7D-B7DF-F93D9A4F3E5A}" dt="2024-09-10T14:55:19.853" v="28"/>
          <ac:spMkLst>
            <pc:docMk/>
            <pc:sldMk cId="3559799057" sldId="317"/>
            <ac:spMk id="2" creationId="{AEEB0349-95D7-8706-7FA9-8056BCD21DC3}"/>
          </ac:spMkLst>
        </pc:spChg>
      </pc:sldChg>
      <pc:sldChg chg="addSp modSp">
        <pc:chgData name="Paul Winser" userId="c3146a91-e6bd-4264-bd86-e164e04bc32d" providerId="ADAL" clId="{6CAA3D42-6A37-4E7D-B7DF-F93D9A4F3E5A}" dt="2024-09-10T14:54:54.144" v="8"/>
        <pc:sldMkLst>
          <pc:docMk/>
          <pc:sldMk cId="2538407088" sldId="318"/>
        </pc:sldMkLst>
        <pc:spChg chg="add mod">
          <ac:chgData name="Paul Winser" userId="c3146a91-e6bd-4264-bd86-e164e04bc32d" providerId="ADAL" clId="{6CAA3D42-6A37-4E7D-B7DF-F93D9A4F3E5A}" dt="2024-09-10T14:54:54.144" v="8"/>
          <ac:spMkLst>
            <pc:docMk/>
            <pc:sldMk cId="2538407088" sldId="318"/>
            <ac:spMk id="2" creationId="{EAAFDE94-505F-89D6-0BB9-361525677C61}"/>
          </ac:spMkLst>
        </pc:spChg>
      </pc:sldChg>
      <pc:sldChg chg="addSp modSp">
        <pc:chgData name="Paul Winser" userId="c3146a91-e6bd-4264-bd86-e164e04bc32d" providerId="ADAL" clId="{6CAA3D42-6A37-4E7D-B7DF-F93D9A4F3E5A}" dt="2024-09-10T14:54:52.923" v="7"/>
        <pc:sldMkLst>
          <pc:docMk/>
          <pc:sldMk cId="131694626" sldId="319"/>
        </pc:sldMkLst>
        <pc:spChg chg="add mod">
          <ac:chgData name="Paul Winser" userId="c3146a91-e6bd-4264-bd86-e164e04bc32d" providerId="ADAL" clId="{6CAA3D42-6A37-4E7D-B7DF-F93D9A4F3E5A}" dt="2024-09-10T14:54:52.923" v="7"/>
          <ac:spMkLst>
            <pc:docMk/>
            <pc:sldMk cId="131694626" sldId="319"/>
            <ac:spMk id="2" creationId="{1124DE43-BD80-B397-1FB4-58FA01D0B835}"/>
          </ac:spMkLst>
        </pc:spChg>
      </pc:sldChg>
      <pc:sldChg chg="addSp modSp">
        <pc:chgData name="Paul Winser" userId="c3146a91-e6bd-4264-bd86-e164e04bc32d" providerId="ADAL" clId="{6CAA3D42-6A37-4E7D-B7DF-F93D9A4F3E5A}" dt="2024-09-10T14:54:55.354" v="9"/>
        <pc:sldMkLst>
          <pc:docMk/>
          <pc:sldMk cId="2982217934" sldId="320"/>
        </pc:sldMkLst>
        <pc:spChg chg="add mod">
          <ac:chgData name="Paul Winser" userId="c3146a91-e6bd-4264-bd86-e164e04bc32d" providerId="ADAL" clId="{6CAA3D42-6A37-4E7D-B7DF-F93D9A4F3E5A}" dt="2024-09-10T14:54:55.354" v="9"/>
          <ac:spMkLst>
            <pc:docMk/>
            <pc:sldMk cId="2982217934" sldId="320"/>
            <ac:spMk id="2" creationId="{8A21FE3B-8229-7561-9F79-7CAC990A3D7F}"/>
          </ac:spMkLst>
        </pc:spChg>
      </pc:sldChg>
      <pc:sldChg chg="addSp modSp">
        <pc:chgData name="Paul Winser" userId="c3146a91-e6bd-4264-bd86-e164e04bc32d" providerId="ADAL" clId="{6CAA3D42-6A37-4E7D-B7DF-F93D9A4F3E5A}" dt="2024-09-10T14:54:58.230" v="11"/>
        <pc:sldMkLst>
          <pc:docMk/>
          <pc:sldMk cId="2040820561" sldId="321"/>
        </pc:sldMkLst>
        <pc:spChg chg="add mod">
          <ac:chgData name="Paul Winser" userId="c3146a91-e6bd-4264-bd86-e164e04bc32d" providerId="ADAL" clId="{6CAA3D42-6A37-4E7D-B7DF-F93D9A4F3E5A}" dt="2024-09-10T14:54:58.230" v="11"/>
          <ac:spMkLst>
            <pc:docMk/>
            <pc:sldMk cId="2040820561" sldId="321"/>
            <ac:spMk id="3" creationId="{AFDB141B-5065-8E4B-C064-1D1BF684CB6C}"/>
          </ac:spMkLst>
        </pc:spChg>
      </pc:sldChg>
      <pc:sldChg chg="addSp modSp">
        <pc:chgData name="Paul Winser" userId="c3146a91-e6bd-4264-bd86-e164e04bc32d" providerId="ADAL" clId="{6CAA3D42-6A37-4E7D-B7DF-F93D9A4F3E5A}" dt="2024-09-10T14:54:59.557" v="12"/>
        <pc:sldMkLst>
          <pc:docMk/>
          <pc:sldMk cId="468135128" sldId="322"/>
        </pc:sldMkLst>
        <pc:spChg chg="add mod">
          <ac:chgData name="Paul Winser" userId="c3146a91-e6bd-4264-bd86-e164e04bc32d" providerId="ADAL" clId="{6CAA3D42-6A37-4E7D-B7DF-F93D9A4F3E5A}" dt="2024-09-10T14:54:59.557" v="12"/>
          <ac:spMkLst>
            <pc:docMk/>
            <pc:sldMk cId="468135128" sldId="322"/>
            <ac:spMk id="3" creationId="{DB951E28-F35E-1DA0-5BCE-88BE2623A5E1}"/>
          </ac:spMkLst>
        </pc:spChg>
      </pc:sldChg>
      <pc:sldChg chg="addSp modSp">
        <pc:chgData name="Paul Winser" userId="c3146a91-e6bd-4264-bd86-e164e04bc32d" providerId="ADAL" clId="{6CAA3D42-6A37-4E7D-B7DF-F93D9A4F3E5A}" dt="2024-09-10T14:55:05.568" v="17"/>
        <pc:sldMkLst>
          <pc:docMk/>
          <pc:sldMk cId="888547961" sldId="323"/>
        </pc:sldMkLst>
        <pc:spChg chg="add mod">
          <ac:chgData name="Paul Winser" userId="c3146a91-e6bd-4264-bd86-e164e04bc32d" providerId="ADAL" clId="{6CAA3D42-6A37-4E7D-B7DF-F93D9A4F3E5A}" dt="2024-09-10T14:55:05.568" v="17"/>
          <ac:spMkLst>
            <pc:docMk/>
            <pc:sldMk cId="888547961" sldId="323"/>
            <ac:spMk id="3" creationId="{943C386F-8D31-3FB3-5B16-73AFFC837FF3}"/>
          </ac:spMkLst>
        </pc:spChg>
      </pc:sldChg>
      <pc:sldChg chg="addSp modSp">
        <pc:chgData name="Paul Winser" userId="c3146a91-e6bd-4264-bd86-e164e04bc32d" providerId="ADAL" clId="{6CAA3D42-6A37-4E7D-B7DF-F93D9A4F3E5A}" dt="2024-09-10T14:55:06.654" v="18"/>
        <pc:sldMkLst>
          <pc:docMk/>
          <pc:sldMk cId="3847894277" sldId="325"/>
        </pc:sldMkLst>
        <pc:spChg chg="add mod">
          <ac:chgData name="Paul Winser" userId="c3146a91-e6bd-4264-bd86-e164e04bc32d" providerId="ADAL" clId="{6CAA3D42-6A37-4E7D-B7DF-F93D9A4F3E5A}" dt="2024-09-10T14:55:06.654" v="18"/>
          <ac:spMkLst>
            <pc:docMk/>
            <pc:sldMk cId="3847894277" sldId="325"/>
            <ac:spMk id="2" creationId="{A6745274-7989-5C41-2496-606B305C6FEC}"/>
          </ac:spMkLst>
        </pc:spChg>
      </pc:sldChg>
      <pc:sldChg chg="addSp modSp">
        <pc:chgData name="Paul Winser" userId="c3146a91-e6bd-4264-bd86-e164e04bc32d" providerId="ADAL" clId="{6CAA3D42-6A37-4E7D-B7DF-F93D9A4F3E5A}" dt="2024-09-10T14:55:08.668" v="20"/>
        <pc:sldMkLst>
          <pc:docMk/>
          <pc:sldMk cId="1281978548" sldId="326"/>
        </pc:sldMkLst>
        <pc:spChg chg="add mod">
          <ac:chgData name="Paul Winser" userId="c3146a91-e6bd-4264-bd86-e164e04bc32d" providerId="ADAL" clId="{6CAA3D42-6A37-4E7D-B7DF-F93D9A4F3E5A}" dt="2024-09-10T14:55:08.668" v="20"/>
          <ac:spMkLst>
            <pc:docMk/>
            <pc:sldMk cId="1281978548" sldId="326"/>
            <ac:spMk id="2" creationId="{3106A627-9057-0AD6-C163-3D8A7F67F372}"/>
          </ac:spMkLst>
        </pc:spChg>
      </pc:sldChg>
      <pc:sldChg chg="addSp modSp">
        <pc:chgData name="Paul Winser" userId="c3146a91-e6bd-4264-bd86-e164e04bc32d" providerId="ADAL" clId="{6CAA3D42-6A37-4E7D-B7DF-F93D9A4F3E5A}" dt="2024-09-10T14:55:12.171" v="23"/>
        <pc:sldMkLst>
          <pc:docMk/>
          <pc:sldMk cId="2928623457" sldId="327"/>
        </pc:sldMkLst>
        <pc:spChg chg="add mod">
          <ac:chgData name="Paul Winser" userId="c3146a91-e6bd-4264-bd86-e164e04bc32d" providerId="ADAL" clId="{6CAA3D42-6A37-4E7D-B7DF-F93D9A4F3E5A}" dt="2024-09-10T14:55:12.171" v="23"/>
          <ac:spMkLst>
            <pc:docMk/>
            <pc:sldMk cId="2928623457" sldId="327"/>
            <ac:spMk id="3" creationId="{3BA3EDA1-DA16-D60D-76A0-0E4DF67BDFC3}"/>
          </ac:spMkLst>
        </pc:spChg>
      </pc:sldChg>
      <pc:sldChg chg="addSp modSp">
        <pc:chgData name="Paul Winser" userId="c3146a91-e6bd-4264-bd86-e164e04bc32d" providerId="ADAL" clId="{6CAA3D42-6A37-4E7D-B7DF-F93D9A4F3E5A}" dt="2024-09-10T14:55:13.506" v="24"/>
        <pc:sldMkLst>
          <pc:docMk/>
          <pc:sldMk cId="4138826217" sldId="328"/>
        </pc:sldMkLst>
        <pc:spChg chg="add mod">
          <ac:chgData name="Paul Winser" userId="c3146a91-e6bd-4264-bd86-e164e04bc32d" providerId="ADAL" clId="{6CAA3D42-6A37-4E7D-B7DF-F93D9A4F3E5A}" dt="2024-09-10T14:55:13.506" v="24"/>
          <ac:spMkLst>
            <pc:docMk/>
            <pc:sldMk cId="4138826217" sldId="328"/>
            <ac:spMk id="3" creationId="{010E8DB4-6EEA-A16E-CCB7-1117DFE1CF32}"/>
          </ac:spMkLst>
        </pc:spChg>
      </pc:sldChg>
      <pc:sldChg chg="addSp modSp">
        <pc:chgData name="Paul Winser" userId="c3146a91-e6bd-4264-bd86-e164e04bc32d" providerId="ADAL" clId="{6CAA3D42-6A37-4E7D-B7DF-F93D9A4F3E5A}" dt="2024-09-10T14:55:15.062" v="25"/>
        <pc:sldMkLst>
          <pc:docMk/>
          <pc:sldMk cId="3297963513" sldId="329"/>
        </pc:sldMkLst>
        <pc:spChg chg="add mod">
          <ac:chgData name="Paul Winser" userId="c3146a91-e6bd-4264-bd86-e164e04bc32d" providerId="ADAL" clId="{6CAA3D42-6A37-4E7D-B7DF-F93D9A4F3E5A}" dt="2024-09-10T14:55:15.062" v="25"/>
          <ac:spMkLst>
            <pc:docMk/>
            <pc:sldMk cId="3297963513" sldId="329"/>
            <ac:spMk id="3" creationId="{B430DE2A-4B70-4D11-07C4-7C30D3B724B8}"/>
          </ac:spMkLst>
        </pc:spChg>
      </pc:sldChg>
      <pc:sldChg chg="addSp modSp">
        <pc:chgData name="Paul Winser" userId="c3146a91-e6bd-4264-bd86-e164e04bc32d" providerId="ADAL" clId="{6CAA3D42-6A37-4E7D-B7DF-F93D9A4F3E5A}" dt="2024-09-10T14:55:22.689" v="30"/>
        <pc:sldMkLst>
          <pc:docMk/>
          <pc:sldMk cId="2569476068" sldId="330"/>
        </pc:sldMkLst>
        <pc:spChg chg="add mod">
          <ac:chgData name="Paul Winser" userId="c3146a91-e6bd-4264-bd86-e164e04bc32d" providerId="ADAL" clId="{6CAA3D42-6A37-4E7D-B7DF-F93D9A4F3E5A}" dt="2024-09-10T14:55:22.689" v="30"/>
          <ac:spMkLst>
            <pc:docMk/>
            <pc:sldMk cId="2569476068" sldId="330"/>
            <ac:spMk id="3" creationId="{02C9FF43-83F5-5338-DFC2-3DA33D47FB71}"/>
          </ac:spMkLst>
        </pc:spChg>
      </pc:sldChg>
      <pc:sldChg chg="addSp modSp">
        <pc:chgData name="Paul Winser" userId="c3146a91-e6bd-4264-bd86-e164e04bc32d" providerId="ADAL" clId="{6CAA3D42-6A37-4E7D-B7DF-F93D9A4F3E5A}" dt="2024-09-10T14:55:23.810" v="31"/>
        <pc:sldMkLst>
          <pc:docMk/>
          <pc:sldMk cId="0" sldId="331"/>
        </pc:sldMkLst>
        <pc:spChg chg="add mod">
          <ac:chgData name="Paul Winser" userId="c3146a91-e6bd-4264-bd86-e164e04bc32d" providerId="ADAL" clId="{6CAA3D42-6A37-4E7D-B7DF-F93D9A4F3E5A}" dt="2024-09-10T14:55:23.810" v="31"/>
          <ac:spMkLst>
            <pc:docMk/>
            <pc:sldMk cId="0" sldId="331"/>
            <ac:spMk id="2" creationId="{6BC2B990-7FF4-1A48-F509-3933F939E8DB}"/>
          </ac:spMkLst>
        </pc:spChg>
      </pc:sldChg>
    </pc:docChg>
  </pc:docChgLst>
  <pc:docChgLst>
    <pc:chgData name="Matthew Gregory" userId="S::matthew.gregory2@pearson.com::8c337df5-6986-499e-b190-07598673e62f" providerId="AD" clId="Web-{3C1D466B-5881-75CA-A242-0EDEF7B19C46}"/>
    <pc:docChg chg="modSld">
      <pc:chgData name="Matthew Gregory" userId="S::matthew.gregory2@pearson.com::8c337df5-6986-499e-b190-07598673e62f" providerId="AD" clId="Web-{3C1D466B-5881-75CA-A242-0EDEF7B19C46}" dt="2024-07-09T13:48:07.783" v="23"/>
      <pc:docMkLst>
        <pc:docMk/>
      </pc:docMkLst>
      <pc:sldChg chg="addSp modSp">
        <pc:chgData name="Matthew Gregory" userId="S::matthew.gregory2@pearson.com::8c337df5-6986-499e-b190-07598673e62f" providerId="AD" clId="Web-{3C1D466B-5881-75CA-A242-0EDEF7B19C46}" dt="2024-07-09T13:47:28.205" v="2" actId="20577"/>
        <pc:sldMkLst>
          <pc:docMk/>
          <pc:sldMk cId="0" sldId="256"/>
        </pc:sldMkLst>
        <pc:spChg chg="add mod">
          <ac:chgData name="Matthew Gregory" userId="S::matthew.gregory2@pearson.com::8c337df5-6986-499e-b190-07598673e62f" providerId="AD" clId="Web-{3C1D466B-5881-75CA-A242-0EDEF7B19C46}" dt="2024-07-09T13:47:28.205" v="2" actId="20577"/>
          <ac:spMkLst>
            <pc:docMk/>
            <pc:sldMk cId="0" sldId="256"/>
            <ac:spMk id="2" creationId="{072E5EF8-DF57-507D-388A-A517C8A3EF83}"/>
          </ac:spMkLst>
        </pc:spChg>
      </pc:sldChg>
      <pc:sldChg chg="addSp">
        <pc:chgData name="Matthew Gregory" userId="S::matthew.gregory2@pearson.com::8c337df5-6986-499e-b190-07598673e62f" providerId="AD" clId="Web-{3C1D466B-5881-75CA-A242-0EDEF7B19C46}" dt="2024-07-09T13:47:30.720" v="3"/>
        <pc:sldMkLst>
          <pc:docMk/>
          <pc:sldMk cId="0" sldId="257"/>
        </pc:sldMkLst>
        <pc:spChg chg="add">
          <ac:chgData name="Matthew Gregory" userId="S::matthew.gregory2@pearson.com::8c337df5-6986-499e-b190-07598673e62f" providerId="AD" clId="Web-{3C1D466B-5881-75CA-A242-0EDEF7B19C46}" dt="2024-07-09T13:47:30.720" v="3"/>
          <ac:spMkLst>
            <pc:docMk/>
            <pc:sldMk cId="0" sldId="257"/>
            <ac:spMk id="4" creationId="{D16E6C4D-59BF-72BA-16DB-DA661C50C3CA}"/>
          </ac:spMkLst>
        </pc:spChg>
      </pc:sldChg>
      <pc:sldChg chg="addSp">
        <pc:chgData name="Matthew Gregory" userId="S::matthew.gregory2@pearson.com::8c337df5-6986-499e-b190-07598673e62f" providerId="AD" clId="Web-{3C1D466B-5881-75CA-A242-0EDEF7B19C46}" dt="2024-07-09T13:47:34.767" v="4"/>
        <pc:sldMkLst>
          <pc:docMk/>
          <pc:sldMk cId="0" sldId="258"/>
        </pc:sldMkLst>
        <pc:spChg chg="add">
          <ac:chgData name="Matthew Gregory" userId="S::matthew.gregory2@pearson.com::8c337df5-6986-499e-b190-07598673e62f" providerId="AD" clId="Web-{3C1D466B-5881-75CA-A242-0EDEF7B19C46}" dt="2024-07-09T13:47:34.767" v="4"/>
          <ac:spMkLst>
            <pc:docMk/>
            <pc:sldMk cId="0" sldId="258"/>
            <ac:spMk id="4" creationId="{32FD8BFA-F785-F32C-EDC6-E7AAD2CCA955}"/>
          </ac:spMkLst>
        </pc:spChg>
      </pc:sldChg>
      <pc:sldChg chg="addSp">
        <pc:chgData name="Matthew Gregory" userId="S::matthew.gregory2@pearson.com::8c337df5-6986-499e-b190-07598673e62f" providerId="AD" clId="Web-{3C1D466B-5881-75CA-A242-0EDEF7B19C46}" dt="2024-07-09T13:47:37.189" v="5"/>
        <pc:sldMkLst>
          <pc:docMk/>
          <pc:sldMk cId="0" sldId="272"/>
        </pc:sldMkLst>
        <pc:spChg chg="add">
          <ac:chgData name="Matthew Gregory" userId="S::matthew.gregory2@pearson.com::8c337df5-6986-499e-b190-07598673e62f" providerId="AD" clId="Web-{3C1D466B-5881-75CA-A242-0EDEF7B19C46}" dt="2024-07-09T13:47:37.189" v="5"/>
          <ac:spMkLst>
            <pc:docMk/>
            <pc:sldMk cId="0" sldId="272"/>
            <ac:spMk id="4" creationId="{86056BBB-A3C3-7B5B-B50A-D9A709F1C292}"/>
          </ac:spMkLst>
        </pc:spChg>
      </pc:sldChg>
      <pc:sldChg chg="addSp">
        <pc:chgData name="Matthew Gregory" userId="S::matthew.gregory2@pearson.com::8c337df5-6986-499e-b190-07598673e62f" providerId="AD" clId="Web-{3C1D466B-5881-75CA-A242-0EDEF7B19C46}" dt="2024-07-09T13:47:49.048" v="12"/>
        <pc:sldMkLst>
          <pc:docMk/>
          <pc:sldMk cId="588007661" sldId="306"/>
        </pc:sldMkLst>
        <pc:spChg chg="add">
          <ac:chgData name="Matthew Gregory" userId="S::matthew.gregory2@pearson.com::8c337df5-6986-499e-b190-07598673e62f" providerId="AD" clId="Web-{3C1D466B-5881-75CA-A242-0EDEF7B19C46}" dt="2024-07-09T13:47:49.048" v="12"/>
          <ac:spMkLst>
            <pc:docMk/>
            <pc:sldMk cId="588007661" sldId="306"/>
            <ac:spMk id="4" creationId="{100A493F-D64D-5A35-7E9C-9423DDF63067}"/>
          </ac:spMkLst>
        </pc:spChg>
      </pc:sldChg>
      <pc:sldChg chg="addSp">
        <pc:chgData name="Matthew Gregory" userId="S::matthew.gregory2@pearson.com::8c337df5-6986-499e-b190-07598673e62f" providerId="AD" clId="Web-{3C1D466B-5881-75CA-A242-0EDEF7B19C46}" dt="2024-07-09T13:47:51.627" v="14"/>
        <pc:sldMkLst>
          <pc:docMk/>
          <pc:sldMk cId="3621417310" sldId="307"/>
        </pc:sldMkLst>
        <pc:spChg chg="add">
          <ac:chgData name="Matthew Gregory" userId="S::matthew.gregory2@pearson.com::8c337df5-6986-499e-b190-07598673e62f" providerId="AD" clId="Web-{3C1D466B-5881-75CA-A242-0EDEF7B19C46}" dt="2024-07-09T13:47:51.627" v="14"/>
          <ac:spMkLst>
            <pc:docMk/>
            <pc:sldMk cId="3621417310" sldId="307"/>
            <ac:spMk id="4" creationId="{77285733-A9E9-44B1-3E73-3C60633769F4}"/>
          </ac:spMkLst>
        </pc:spChg>
      </pc:sldChg>
      <pc:sldChg chg="addSp">
        <pc:chgData name="Matthew Gregory" userId="S::matthew.gregory2@pearson.com::8c337df5-6986-499e-b190-07598673e62f" providerId="AD" clId="Web-{3C1D466B-5881-75CA-A242-0EDEF7B19C46}" dt="2024-07-09T13:48:00.767" v="19"/>
        <pc:sldMkLst>
          <pc:docMk/>
          <pc:sldMk cId="2005355495" sldId="308"/>
        </pc:sldMkLst>
        <pc:spChg chg="add">
          <ac:chgData name="Matthew Gregory" userId="S::matthew.gregory2@pearson.com::8c337df5-6986-499e-b190-07598673e62f" providerId="AD" clId="Web-{3C1D466B-5881-75CA-A242-0EDEF7B19C46}" dt="2024-07-09T13:48:00.767" v="19"/>
          <ac:spMkLst>
            <pc:docMk/>
            <pc:sldMk cId="2005355495" sldId="308"/>
            <ac:spMk id="4" creationId="{E534750B-80E1-AD6F-8C22-6FC397969469}"/>
          </ac:spMkLst>
        </pc:spChg>
      </pc:sldChg>
      <pc:sldChg chg="addSp">
        <pc:chgData name="Matthew Gregory" userId="S::matthew.gregory2@pearson.com::8c337df5-6986-499e-b190-07598673e62f" providerId="AD" clId="Web-{3C1D466B-5881-75CA-A242-0EDEF7B19C46}" dt="2024-07-09T13:48:03.002" v="20"/>
        <pc:sldMkLst>
          <pc:docMk/>
          <pc:sldMk cId="47175209" sldId="309"/>
        </pc:sldMkLst>
        <pc:spChg chg="add">
          <ac:chgData name="Matthew Gregory" userId="S::matthew.gregory2@pearson.com::8c337df5-6986-499e-b190-07598673e62f" providerId="AD" clId="Web-{3C1D466B-5881-75CA-A242-0EDEF7B19C46}" dt="2024-07-09T13:48:03.002" v="20"/>
          <ac:spMkLst>
            <pc:docMk/>
            <pc:sldMk cId="47175209" sldId="309"/>
            <ac:spMk id="3" creationId="{33ED2970-A1BA-87D4-959B-A58026CF013B}"/>
          </ac:spMkLst>
        </pc:spChg>
      </pc:sldChg>
      <pc:sldChg chg="addSp">
        <pc:chgData name="Matthew Gregory" userId="S::matthew.gregory2@pearson.com::8c337df5-6986-499e-b190-07598673e62f" providerId="AD" clId="Web-{3C1D466B-5881-75CA-A242-0EDEF7B19C46}" dt="2024-07-09T13:47:47.892" v="11"/>
        <pc:sldMkLst>
          <pc:docMk/>
          <pc:sldMk cId="1329059980" sldId="311"/>
        </pc:sldMkLst>
        <pc:spChg chg="add">
          <ac:chgData name="Matthew Gregory" userId="S::matthew.gregory2@pearson.com::8c337df5-6986-499e-b190-07598673e62f" providerId="AD" clId="Web-{3C1D466B-5881-75CA-A242-0EDEF7B19C46}" dt="2024-07-09T13:47:47.892" v="11"/>
          <ac:spMkLst>
            <pc:docMk/>
            <pc:sldMk cId="1329059980" sldId="311"/>
            <ac:spMk id="4" creationId="{13FF68CC-54BC-7956-8FB4-EAEC1D0F40D2}"/>
          </ac:spMkLst>
        </pc:spChg>
      </pc:sldChg>
      <pc:sldChg chg="addSp">
        <pc:chgData name="Matthew Gregory" userId="S::matthew.gregory2@pearson.com::8c337df5-6986-499e-b190-07598673e62f" providerId="AD" clId="Web-{3C1D466B-5881-75CA-A242-0EDEF7B19C46}" dt="2024-07-09T13:47:57.439" v="17"/>
        <pc:sldMkLst>
          <pc:docMk/>
          <pc:sldMk cId="2382960027" sldId="312"/>
        </pc:sldMkLst>
        <pc:spChg chg="add">
          <ac:chgData name="Matthew Gregory" userId="S::matthew.gregory2@pearson.com::8c337df5-6986-499e-b190-07598673e62f" providerId="AD" clId="Web-{3C1D466B-5881-75CA-A242-0EDEF7B19C46}" dt="2024-07-09T13:47:57.439" v="17"/>
          <ac:spMkLst>
            <pc:docMk/>
            <pc:sldMk cId="2382960027" sldId="312"/>
            <ac:spMk id="4" creationId="{4162D92A-7E56-61A4-AD4C-F801654929B7}"/>
          </ac:spMkLst>
        </pc:spChg>
      </pc:sldChg>
      <pc:sldChg chg="addSp">
        <pc:chgData name="Matthew Gregory" userId="S::matthew.gregory2@pearson.com::8c337df5-6986-499e-b190-07598673e62f" providerId="AD" clId="Web-{3C1D466B-5881-75CA-A242-0EDEF7B19C46}" dt="2024-07-09T13:47:50.205" v="13"/>
        <pc:sldMkLst>
          <pc:docMk/>
          <pc:sldMk cId="150737381" sldId="314"/>
        </pc:sldMkLst>
        <pc:spChg chg="add">
          <ac:chgData name="Matthew Gregory" userId="S::matthew.gregory2@pearson.com::8c337df5-6986-499e-b190-07598673e62f" providerId="AD" clId="Web-{3C1D466B-5881-75CA-A242-0EDEF7B19C46}" dt="2024-07-09T13:47:50.205" v="13"/>
          <ac:spMkLst>
            <pc:docMk/>
            <pc:sldMk cId="150737381" sldId="314"/>
            <ac:spMk id="6" creationId="{BA5CCB55-3A60-7740-8C4A-FE131471324A}"/>
          </ac:spMkLst>
        </pc:spChg>
      </pc:sldChg>
      <pc:sldChg chg="addSp">
        <pc:chgData name="Matthew Gregory" userId="S::matthew.gregory2@pearson.com::8c337df5-6986-499e-b190-07598673e62f" providerId="AD" clId="Web-{3C1D466B-5881-75CA-A242-0EDEF7B19C46}" dt="2024-07-09T13:47:41.064" v="7"/>
        <pc:sldMkLst>
          <pc:docMk/>
          <pc:sldMk cId="2538407088" sldId="318"/>
        </pc:sldMkLst>
        <pc:spChg chg="add">
          <ac:chgData name="Matthew Gregory" userId="S::matthew.gregory2@pearson.com::8c337df5-6986-499e-b190-07598673e62f" providerId="AD" clId="Web-{3C1D466B-5881-75CA-A242-0EDEF7B19C46}" dt="2024-07-09T13:47:41.064" v="7"/>
          <ac:spMkLst>
            <pc:docMk/>
            <pc:sldMk cId="2538407088" sldId="318"/>
            <ac:spMk id="4" creationId="{E4F8528F-60AE-BA6E-0382-16E8108FBC6E}"/>
          </ac:spMkLst>
        </pc:spChg>
      </pc:sldChg>
      <pc:sldChg chg="addSp">
        <pc:chgData name="Matthew Gregory" userId="S::matthew.gregory2@pearson.com::8c337df5-6986-499e-b190-07598673e62f" providerId="AD" clId="Web-{3C1D466B-5881-75CA-A242-0EDEF7B19C46}" dt="2024-07-09T13:47:40.673" v="6"/>
        <pc:sldMkLst>
          <pc:docMk/>
          <pc:sldMk cId="131694626" sldId="319"/>
        </pc:sldMkLst>
        <pc:spChg chg="add">
          <ac:chgData name="Matthew Gregory" userId="S::matthew.gregory2@pearson.com::8c337df5-6986-499e-b190-07598673e62f" providerId="AD" clId="Web-{3C1D466B-5881-75CA-A242-0EDEF7B19C46}" dt="2024-07-09T13:47:40.673" v="6"/>
          <ac:spMkLst>
            <pc:docMk/>
            <pc:sldMk cId="131694626" sldId="319"/>
            <ac:spMk id="5" creationId="{BA575728-30EA-4AFF-F943-FE119F5A5185}"/>
          </ac:spMkLst>
        </pc:spChg>
      </pc:sldChg>
      <pc:sldChg chg="addSp">
        <pc:chgData name="Matthew Gregory" userId="S::matthew.gregory2@pearson.com::8c337df5-6986-499e-b190-07598673e62f" providerId="AD" clId="Web-{3C1D466B-5881-75CA-A242-0EDEF7B19C46}" dt="2024-07-09T13:47:42.673" v="8"/>
        <pc:sldMkLst>
          <pc:docMk/>
          <pc:sldMk cId="2982217934" sldId="320"/>
        </pc:sldMkLst>
        <pc:spChg chg="add">
          <ac:chgData name="Matthew Gregory" userId="S::matthew.gregory2@pearson.com::8c337df5-6986-499e-b190-07598673e62f" providerId="AD" clId="Web-{3C1D466B-5881-75CA-A242-0EDEF7B19C46}" dt="2024-07-09T13:47:42.673" v="8"/>
          <ac:spMkLst>
            <pc:docMk/>
            <pc:sldMk cId="2982217934" sldId="320"/>
            <ac:spMk id="4" creationId="{688B4DCD-DA09-9ED0-299D-FF86A3E12AB2}"/>
          </ac:spMkLst>
        </pc:spChg>
      </pc:sldChg>
      <pc:sldChg chg="addSp">
        <pc:chgData name="Matthew Gregory" userId="S::matthew.gregory2@pearson.com::8c337df5-6986-499e-b190-07598673e62f" providerId="AD" clId="Web-{3C1D466B-5881-75CA-A242-0EDEF7B19C46}" dt="2024-07-09T13:47:45.517" v="9"/>
        <pc:sldMkLst>
          <pc:docMk/>
          <pc:sldMk cId="2040820561" sldId="321"/>
        </pc:sldMkLst>
        <pc:spChg chg="add">
          <ac:chgData name="Matthew Gregory" userId="S::matthew.gregory2@pearson.com::8c337df5-6986-499e-b190-07598673e62f" providerId="AD" clId="Web-{3C1D466B-5881-75CA-A242-0EDEF7B19C46}" dt="2024-07-09T13:47:45.517" v="9"/>
          <ac:spMkLst>
            <pc:docMk/>
            <pc:sldMk cId="2040820561" sldId="321"/>
            <ac:spMk id="5" creationId="{30F6D21A-C060-1CB9-BD29-0B40C0E72FE3}"/>
          </ac:spMkLst>
        </pc:spChg>
      </pc:sldChg>
      <pc:sldChg chg="addSp">
        <pc:chgData name="Matthew Gregory" userId="S::matthew.gregory2@pearson.com::8c337df5-6986-499e-b190-07598673e62f" providerId="AD" clId="Web-{3C1D466B-5881-75CA-A242-0EDEF7B19C46}" dt="2024-07-09T13:47:47.767" v="10"/>
        <pc:sldMkLst>
          <pc:docMk/>
          <pc:sldMk cId="468135128" sldId="322"/>
        </pc:sldMkLst>
        <pc:spChg chg="add">
          <ac:chgData name="Matthew Gregory" userId="S::matthew.gregory2@pearson.com::8c337df5-6986-499e-b190-07598673e62f" providerId="AD" clId="Web-{3C1D466B-5881-75CA-A242-0EDEF7B19C46}" dt="2024-07-09T13:47:47.767" v="10"/>
          <ac:spMkLst>
            <pc:docMk/>
            <pc:sldMk cId="468135128" sldId="322"/>
            <ac:spMk id="5" creationId="{F46347C3-636F-6B98-8CEE-D94F70044823}"/>
          </ac:spMkLst>
        </pc:spChg>
      </pc:sldChg>
      <pc:sldChg chg="addSp">
        <pc:chgData name="Matthew Gregory" userId="S::matthew.gregory2@pearson.com::8c337df5-6986-499e-b190-07598673e62f" providerId="AD" clId="Web-{3C1D466B-5881-75CA-A242-0EDEF7B19C46}" dt="2024-07-09T13:47:54.892" v="15"/>
        <pc:sldMkLst>
          <pc:docMk/>
          <pc:sldMk cId="888547961" sldId="323"/>
        </pc:sldMkLst>
        <pc:spChg chg="add">
          <ac:chgData name="Matthew Gregory" userId="S::matthew.gregory2@pearson.com::8c337df5-6986-499e-b190-07598673e62f" providerId="AD" clId="Web-{3C1D466B-5881-75CA-A242-0EDEF7B19C46}" dt="2024-07-09T13:47:54.892" v="15"/>
          <ac:spMkLst>
            <pc:docMk/>
            <pc:sldMk cId="888547961" sldId="323"/>
            <ac:spMk id="5" creationId="{802E9249-7A4A-BC5F-BBDB-1C049E697F3B}"/>
          </ac:spMkLst>
        </pc:spChg>
      </pc:sldChg>
      <pc:sldChg chg="addSp">
        <pc:chgData name="Matthew Gregory" userId="S::matthew.gregory2@pearson.com::8c337df5-6986-499e-b190-07598673e62f" providerId="AD" clId="Web-{3C1D466B-5881-75CA-A242-0EDEF7B19C46}" dt="2024-07-09T13:47:55.923" v="16"/>
        <pc:sldMkLst>
          <pc:docMk/>
          <pc:sldMk cId="3847894277" sldId="325"/>
        </pc:sldMkLst>
        <pc:spChg chg="add">
          <ac:chgData name="Matthew Gregory" userId="S::matthew.gregory2@pearson.com::8c337df5-6986-499e-b190-07598673e62f" providerId="AD" clId="Web-{3C1D466B-5881-75CA-A242-0EDEF7B19C46}" dt="2024-07-09T13:47:55.923" v="16"/>
          <ac:spMkLst>
            <pc:docMk/>
            <pc:sldMk cId="3847894277" sldId="325"/>
            <ac:spMk id="4" creationId="{0B9DA692-E0B2-BDA6-AF68-222FBF1078DC}"/>
          </ac:spMkLst>
        </pc:spChg>
      </pc:sldChg>
      <pc:sldChg chg="addSp">
        <pc:chgData name="Matthew Gregory" userId="S::matthew.gregory2@pearson.com::8c337df5-6986-499e-b190-07598673e62f" providerId="AD" clId="Web-{3C1D466B-5881-75CA-A242-0EDEF7B19C46}" dt="2024-07-09T13:47:59.486" v="18"/>
        <pc:sldMkLst>
          <pc:docMk/>
          <pc:sldMk cId="1281978548" sldId="326"/>
        </pc:sldMkLst>
        <pc:spChg chg="add">
          <ac:chgData name="Matthew Gregory" userId="S::matthew.gregory2@pearson.com::8c337df5-6986-499e-b190-07598673e62f" providerId="AD" clId="Web-{3C1D466B-5881-75CA-A242-0EDEF7B19C46}" dt="2024-07-09T13:47:59.486" v="18"/>
          <ac:spMkLst>
            <pc:docMk/>
            <pc:sldMk cId="1281978548" sldId="326"/>
            <ac:spMk id="4" creationId="{F375ED51-1A28-E128-FA72-F422EC612691}"/>
          </ac:spMkLst>
        </pc:spChg>
      </pc:sldChg>
      <pc:sldChg chg="addSp">
        <pc:chgData name="Matthew Gregory" userId="S::matthew.gregory2@pearson.com::8c337df5-6986-499e-b190-07598673e62f" providerId="AD" clId="Web-{3C1D466B-5881-75CA-A242-0EDEF7B19C46}" dt="2024-07-09T13:48:04.861" v="21"/>
        <pc:sldMkLst>
          <pc:docMk/>
          <pc:sldMk cId="2928623457" sldId="327"/>
        </pc:sldMkLst>
        <pc:spChg chg="add">
          <ac:chgData name="Matthew Gregory" userId="S::matthew.gregory2@pearson.com::8c337df5-6986-499e-b190-07598673e62f" providerId="AD" clId="Web-{3C1D466B-5881-75CA-A242-0EDEF7B19C46}" dt="2024-07-09T13:48:04.861" v="21"/>
          <ac:spMkLst>
            <pc:docMk/>
            <pc:sldMk cId="2928623457" sldId="327"/>
            <ac:spMk id="5" creationId="{02C0C5EE-D405-B219-8499-7BAFDE30DF54}"/>
          </ac:spMkLst>
        </pc:spChg>
      </pc:sldChg>
      <pc:sldChg chg="addSp">
        <pc:chgData name="Matthew Gregory" userId="S::matthew.gregory2@pearson.com::8c337df5-6986-499e-b190-07598673e62f" providerId="AD" clId="Web-{3C1D466B-5881-75CA-A242-0EDEF7B19C46}" dt="2024-07-09T13:48:06.533" v="22"/>
        <pc:sldMkLst>
          <pc:docMk/>
          <pc:sldMk cId="4138826217" sldId="328"/>
        </pc:sldMkLst>
        <pc:spChg chg="add">
          <ac:chgData name="Matthew Gregory" userId="S::matthew.gregory2@pearson.com::8c337df5-6986-499e-b190-07598673e62f" providerId="AD" clId="Web-{3C1D466B-5881-75CA-A242-0EDEF7B19C46}" dt="2024-07-09T13:48:06.533" v="22"/>
          <ac:spMkLst>
            <pc:docMk/>
            <pc:sldMk cId="4138826217" sldId="328"/>
            <ac:spMk id="5" creationId="{4CBD6177-3FE5-6D49-8207-8C10BAA74967}"/>
          </ac:spMkLst>
        </pc:spChg>
      </pc:sldChg>
      <pc:sldChg chg="addSp">
        <pc:chgData name="Matthew Gregory" userId="S::matthew.gregory2@pearson.com::8c337df5-6986-499e-b190-07598673e62f" providerId="AD" clId="Web-{3C1D466B-5881-75CA-A242-0EDEF7B19C46}" dt="2024-07-09T13:48:07.783" v="23"/>
        <pc:sldMkLst>
          <pc:docMk/>
          <pc:sldMk cId="3297963513" sldId="329"/>
        </pc:sldMkLst>
        <pc:spChg chg="add">
          <ac:chgData name="Matthew Gregory" userId="S::matthew.gregory2@pearson.com::8c337df5-6986-499e-b190-07598673e62f" providerId="AD" clId="Web-{3C1D466B-5881-75CA-A242-0EDEF7B19C46}" dt="2024-07-09T13:48:07.783" v="23"/>
          <ac:spMkLst>
            <pc:docMk/>
            <pc:sldMk cId="3297963513" sldId="329"/>
            <ac:spMk id="5" creationId="{1A9A7CEA-B75C-8925-4F9C-DDBBCE85AA74}"/>
          </ac:spMkLst>
        </pc:spChg>
      </pc:sldChg>
    </pc:docChg>
  </pc:docChgLst>
  <pc:docChgLst>
    <pc:chgData name="Paul Winser" userId="c3146a91-e6bd-4264-bd86-e164e04bc32d" providerId="ADAL" clId="{3E7E5295-0A8E-4279-A937-5F05EE5D1BC3}"/>
    <pc:docChg chg="undo custSel modSld">
      <pc:chgData name="Paul Winser" userId="c3146a91-e6bd-4264-bd86-e164e04bc32d" providerId="ADAL" clId="{3E7E5295-0A8E-4279-A937-5F05EE5D1BC3}" dt="2024-08-19T09:31:53.129" v="92" actId="1076"/>
      <pc:docMkLst>
        <pc:docMk/>
      </pc:docMkLst>
      <pc:sldChg chg="delSp mod">
        <pc:chgData name="Paul Winser" userId="c3146a91-e6bd-4264-bd86-e164e04bc32d" providerId="ADAL" clId="{3E7E5295-0A8E-4279-A937-5F05EE5D1BC3}" dt="2024-08-19T09:25:31.469" v="0" actId="478"/>
        <pc:sldMkLst>
          <pc:docMk/>
          <pc:sldMk cId="0" sldId="256"/>
        </pc:sldMkLst>
        <pc:spChg chg="del">
          <ac:chgData name="Paul Winser" userId="c3146a91-e6bd-4264-bd86-e164e04bc32d" providerId="ADAL" clId="{3E7E5295-0A8E-4279-A937-5F05EE5D1BC3}" dt="2024-08-19T09:25:31.469" v="0" actId="478"/>
          <ac:spMkLst>
            <pc:docMk/>
            <pc:sldMk cId="0" sldId="256"/>
            <ac:spMk id="2" creationId="{072E5EF8-DF57-507D-388A-A517C8A3EF83}"/>
          </ac:spMkLst>
        </pc:spChg>
      </pc:sldChg>
      <pc:sldChg chg="delSp modSp mod">
        <pc:chgData name="Paul Winser" userId="c3146a91-e6bd-4264-bd86-e164e04bc32d" providerId="ADAL" clId="{3E7E5295-0A8E-4279-A937-5F05EE5D1BC3}" dt="2024-08-19T09:29:49.268" v="57" actId="14100"/>
        <pc:sldMkLst>
          <pc:docMk/>
          <pc:sldMk cId="0" sldId="257"/>
        </pc:sldMkLst>
        <pc:spChg chg="del">
          <ac:chgData name="Paul Winser" userId="c3146a91-e6bd-4264-bd86-e164e04bc32d" providerId="ADAL" clId="{3E7E5295-0A8E-4279-A937-5F05EE5D1BC3}" dt="2024-08-19T09:25:39.808" v="2" actId="478"/>
          <ac:spMkLst>
            <pc:docMk/>
            <pc:sldMk cId="0" sldId="257"/>
            <ac:spMk id="2" creationId="{0DEA04E2-1746-7396-E57C-18E84BC9397F}"/>
          </ac:spMkLst>
        </pc:spChg>
        <pc:spChg chg="del">
          <ac:chgData name="Paul Winser" userId="c3146a91-e6bd-4264-bd86-e164e04bc32d" providerId="ADAL" clId="{3E7E5295-0A8E-4279-A937-5F05EE5D1BC3}" dt="2024-08-19T09:25:35.920" v="1" actId="478"/>
          <ac:spMkLst>
            <pc:docMk/>
            <pc:sldMk cId="0" sldId="257"/>
            <ac:spMk id="4" creationId="{D16E6C4D-59BF-72BA-16DB-DA661C50C3CA}"/>
          </ac:spMkLst>
        </pc:spChg>
        <pc:spChg chg="mod">
          <ac:chgData name="Paul Winser" userId="c3146a91-e6bd-4264-bd86-e164e04bc32d" providerId="ADAL" clId="{3E7E5295-0A8E-4279-A937-5F05EE5D1BC3}" dt="2024-08-19T09:25:51.396" v="3" actId="1076"/>
          <ac:spMkLst>
            <pc:docMk/>
            <pc:sldMk cId="0" sldId="257"/>
            <ac:spMk id="30722" creationId="{FC4F7FC9-2CE9-41A9-0CEE-4C8BD93B5782}"/>
          </ac:spMkLst>
        </pc:spChg>
        <pc:spChg chg="mod">
          <ac:chgData name="Paul Winser" userId="c3146a91-e6bd-4264-bd86-e164e04bc32d" providerId="ADAL" clId="{3E7E5295-0A8E-4279-A937-5F05EE5D1BC3}" dt="2024-08-19T09:29:49.268" v="57" actId="14100"/>
          <ac:spMkLst>
            <pc:docMk/>
            <pc:sldMk cId="0" sldId="257"/>
            <ac:spMk id="30723" creationId="{3C79F714-332C-AB63-03D9-E6D0CAE0623F}"/>
          </ac:spMkLst>
        </pc:spChg>
      </pc:sldChg>
      <pc:sldChg chg="delSp mod">
        <pc:chgData name="Paul Winser" userId="c3146a91-e6bd-4264-bd86-e164e04bc32d" providerId="ADAL" clId="{3E7E5295-0A8E-4279-A937-5F05EE5D1BC3}" dt="2024-08-19T09:25:58.339" v="5" actId="478"/>
        <pc:sldMkLst>
          <pc:docMk/>
          <pc:sldMk cId="0" sldId="258"/>
        </pc:sldMkLst>
        <pc:spChg chg="del">
          <ac:chgData name="Paul Winser" userId="c3146a91-e6bd-4264-bd86-e164e04bc32d" providerId="ADAL" clId="{3E7E5295-0A8E-4279-A937-5F05EE5D1BC3}" dt="2024-08-19T09:25:56.876" v="4" actId="478"/>
          <ac:spMkLst>
            <pc:docMk/>
            <pc:sldMk cId="0" sldId="258"/>
            <ac:spMk id="2" creationId="{68CE1366-B4A1-933C-59C2-1F22BB5BD477}"/>
          </ac:spMkLst>
        </pc:spChg>
        <pc:spChg chg="del">
          <ac:chgData name="Paul Winser" userId="c3146a91-e6bd-4264-bd86-e164e04bc32d" providerId="ADAL" clId="{3E7E5295-0A8E-4279-A937-5F05EE5D1BC3}" dt="2024-08-19T09:25:58.339" v="5" actId="478"/>
          <ac:spMkLst>
            <pc:docMk/>
            <pc:sldMk cId="0" sldId="258"/>
            <ac:spMk id="4" creationId="{32FD8BFA-F785-F32C-EDC6-E7AAD2CCA955}"/>
          </ac:spMkLst>
        </pc:spChg>
      </pc:sldChg>
      <pc:sldChg chg="delSp mod">
        <pc:chgData name="Paul Winser" userId="c3146a91-e6bd-4264-bd86-e164e04bc32d" providerId="ADAL" clId="{3E7E5295-0A8E-4279-A937-5F05EE5D1BC3}" dt="2024-08-19T09:26:01.836" v="7" actId="478"/>
        <pc:sldMkLst>
          <pc:docMk/>
          <pc:sldMk cId="0" sldId="272"/>
        </pc:sldMkLst>
        <pc:spChg chg="del">
          <ac:chgData name="Paul Winser" userId="c3146a91-e6bd-4264-bd86-e164e04bc32d" providerId="ADAL" clId="{3E7E5295-0A8E-4279-A937-5F05EE5D1BC3}" dt="2024-08-19T09:26:00.502" v="6" actId="478"/>
          <ac:spMkLst>
            <pc:docMk/>
            <pc:sldMk cId="0" sldId="272"/>
            <ac:spMk id="2" creationId="{9663589C-5D12-1443-09FB-5CC40D1E9852}"/>
          </ac:spMkLst>
        </pc:spChg>
        <pc:spChg chg="del">
          <ac:chgData name="Paul Winser" userId="c3146a91-e6bd-4264-bd86-e164e04bc32d" providerId="ADAL" clId="{3E7E5295-0A8E-4279-A937-5F05EE5D1BC3}" dt="2024-08-19T09:26:01.836" v="7" actId="478"/>
          <ac:spMkLst>
            <pc:docMk/>
            <pc:sldMk cId="0" sldId="272"/>
            <ac:spMk id="4" creationId="{86056BBB-A3C3-7B5B-B50A-D9A709F1C292}"/>
          </ac:spMkLst>
        </pc:spChg>
      </pc:sldChg>
      <pc:sldChg chg="delSp mod">
        <pc:chgData name="Paul Winser" userId="c3146a91-e6bd-4264-bd86-e164e04bc32d" providerId="ADAL" clId="{3E7E5295-0A8E-4279-A937-5F05EE5D1BC3}" dt="2024-08-19T09:26:35.527" v="21" actId="478"/>
        <pc:sldMkLst>
          <pc:docMk/>
          <pc:sldMk cId="588007661" sldId="306"/>
        </pc:sldMkLst>
        <pc:spChg chg="del">
          <ac:chgData name="Paul Winser" userId="c3146a91-e6bd-4264-bd86-e164e04bc32d" providerId="ADAL" clId="{3E7E5295-0A8E-4279-A937-5F05EE5D1BC3}" dt="2024-08-19T09:26:34.344" v="20" actId="478"/>
          <ac:spMkLst>
            <pc:docMk/>
            <pc:sldMk cId="588007661" sldId="306"/>
            <ac:spMk id="2" creationId="{27EF02C3-EE57-68E1-23DE-A9C8DC5EB731}"/>
          </ac:spMkLst>
        </pc:spChg>
        <pc:spChg chg="del">
          <ac:chgData name="Paul Winser" userId="c3146a91-e6bd-4264-bd86-e164e04bc32d" providerId="ADAL" clId="{3E7E5295-0A8E-4279-A937-5F05EE5D1BC3}" dt="2024-08-19T09:26:35.527" v="21" actId="478"/>
          <ac:spMkLst>
            <pc:docMk/>
            <pc:sldMk cId="588007661" sldId="306"/>
            <ac:spMk id="4" creationId="{100A493F-D64D-5A35-7E9C-9423DDF63067}"/>
          </ac:spMkLst>
        </pc:spChg>
      </pc:sldChg>
      <pc:sldChg chg="delSp mod">
        <pc:chgData name="Paul Winser" userId="c3146a91-e6bd-4264-bd86-e164e04bc32d" providerId="ADAL" clId="{3E7E5295-0A8E-4279-A937-5F05EE5D1BC3}" dt="2024-08-19T09:26:44.606" v="25" actId="478"/>
        <pc:sldMkLst>
          <pc:docMk/>
          <pc:sldMk cId="3621417310" sldId="307"/>
        </pc:sldMkLst>
        <pc:spChg chg="del">
          <ac:chgData name="Paul Winser" userId="c3146a91-e6bd-4264-bd86-e164e04bc32d" providerId="ADAL" clId="{3E7E5295-0A8E-4279-A937-5F05EE5D1BC3}" dt="2024-08-19T09:26:43.350" v="24" actId="478"/>
          <ac:spMkLst>
            <pc:docMk/>
            <pc:sldMk cId="3621417310" sldId="307"/>
            <ac:spMk id="2" creationId="{FB43678B-C3ED-EFA8-25DB-CD3D6003B30A}"/>
          </ac:spMkLst>
        </pc:spChg>
        <pc:spChg chg="del">
          <ac:chgData name="Paul Winser" userId="c3146a91-e6bd-4264-bd86-e164e04bc32d" providerId="ADAL" clId="{3E7E5295-0A8E-4279-A937-5F05EE5D1BC3}" dt="2024-08-19T09:26:44.606" v="25" actId="478"/>
          <ac:spMkLst>
            <pc:docMk/>
            <pc:sldMk cId="3621417310" sldId="307"/>
            <ac:spMk id="4" creationId="{77285733-A9E9-44B1-3E73-3C60633769F4}"/>
          </ac:spMkLst>
        </pc:spChg>
      </pc:sldChg>
      <pc:sldChg chg="delSp mod">
        <pc:chgData name="Paul Winser" userId="c3146a91-e6bd-4264-bd86-e164e04bc32d" providerId="ADAL" clId="{3E7E5295-0A8E-4279-A937-5F05EE5D1BC3}" dt="2024-08-19T09:27:05.785" v="35" actId="478"/>
        <pc:sldMkLst>
          <pc:docMk/>
          <pc:sldMk cId="2005355495" sldId="308"/>
        </pc:sldMkLst>
        <pc:spChg chg="del">
          <ac:chgData name="Paul Winser" userId="c3146a91-e6bd-4264-bd86-e164e04bc32d" providerId="ADAL" clId="{3E7E5295-0A8E-4279-A937-5F05EE5D1BC3}" dt="2024-08-19T09:27:04.717" v="34" actId="478"/>
          <ac:spMkLst>
            <pc:docMk/>
            <pc:sldMk cId="2005355495" sldId="308"/>
            <ac:spMk id="2" creationId="{5BF6A2D3-83C6-9528-88C8-0B690432EC7D}"/>
          </ac:spMkLst>
        </pc:spChg>
        <pc:spChg chg="del">
          <ac:chgData name="Paul Winser" userId="c3146a91-e6bd-4264-bd86-e164e04bc32d" providerId="ADAL" clId="{3E7E5295-0A8E-4279-A937-5F05EE5D1BC3}" dt="2024-08-19T09:27:05.785" v="35" actId="478"/>
          <ac:spMkLst>
            <pc:docMk/>
            <pc:sldMk cId="2005355495" sldId="308"/>
            <ac:spMk id="4" creationId="{E534750B-80E1-AD6F-8C22-6FC397969469}"/>
          </ac:spMkLst>
        </pc:spChg>
      </pc:sldChg>
      <pc:sldChg chg="delSp mod">
        <pc:chgData name="Paul Winser" userId="c3146a91-e6bd-4264-bd86-e164e04bc32d" providerId="ADAL" clId="{3E7E5295-0A8E-4279-A937-5F05EE5D1BC3}" dt="2024-08-19T09:27:10.407" v="37" actId="478"/>
        <pc:sldMkLst>
          <pc:docMk/>
          <pc:sldMk cId="47175209" sldId="309"/>
        </pc:sldMkLst>
        <pc:spChg chg="del">
          <ac:chgData name="Paul Winser" userId="c3146a91-e6bd-4264-bd86-e164e04bc32d" providerId="ADAL" clId="{3E7E5295-0A8E-4279-A937-5F05EE5D1BC3}" dt="2024-08-19T09:27:10.407" v="37" actId="478"/>
          <ac:spMkLst>
            <pc:docMk/>
            <pc:sldMk cId="47175209" sldId="309"/>
            <ac:spMk id="3" creationId="{33ED2970-A1BA-87D4-959B-A58026CF013B}"/>
          </ac:spMkLst>
        </pc:spChg>
        <pc:spChg chg="del">
          <ac:chgData name="Paul Winser" userId="c3146a91-e6bd-4264-bd86-e164e04bc32d" providerId="ADAL" clId="{3E7E5295-0A8E-4279-A937-5F05EE5D1BC3}" dt="2024-08-19T09:27:09.230" v="36" actId="478"/>
          <ac:spMkLst>
            <pc:docMk/>
            <pc:sldMk cId="47175209" sldId="309"/>
            <ac:spMk id="6" creationId="{1AEDD64C-7293-E103-2545-EEC2CB78EC19}"/>
          </ac:spMkLst>
        </pc:spChg>
      </pc:sldChg>
      <pc:sldChg chg="delSp mod">
        <pc:chgData name="Paul Winser" userId="c3146a91-e6bd-4264-bd86-e164e04bc32d" providerId="ADAL" clId="{3E7E5295-0A8E-4279-A937-5F05EE5D1BC3}" dt="2024-08-19T09:26:19.479" v="14" actId="478"/>
        <pc:sldMkLst>
          <pc:docMk/>
          <pc:sldMk cId="3282266377" sldId="310"/>
        </pc:sldMkLst>
        <pc:spChg chg="del">
          <ac:chgData name="Paul Winser" userId="c3146a91-e6bd-4264-bd86-e164e04bc32d" providerId="ADAL" clId="{3E7E5295-0A8E-4279-A937-5F05EE5D1BC3}" dt="2024-08-19T09:26:19.479" v="14" actId="478"/>
          <ac:spMkLst>
            <pc:docMk/>
            <pc:sldMk cId="3282266377" sldId="310"/>
            <ac:spMk id="3" creationId="{A9D76AB8-48BC-5DDC-DE49-4868E108A316}"/>
          </ac:spMkLst>
        </pc:spChg>
      </pc:sldChg>
      <pc:sldChg chg="delSp mod">
        <pc:chgData name="Paul Winser" userId="c3146a91-e6bd-4264-bd86-e164e04bc32d" providerId="ADAL" clId="{3E7E5295-0A8E-4279-A937-5F05EE5D1BC3}" dt="2024-08-19T09:26:32.292" v="19" actId="478"/>
        <pc:sldMkLst>
          <pc:docMk/>
          <pc:sldMk cId="1329059980" sldId="311"/>
        </pc:sldMkLst>
        <pc:spChg chg="del">
          <ac:chgData name="Paul Winser" userId="c3146a91-e6bd-4264-bd86-e164e04bc32d" providerId="ADAL" clId="{3E7E5295-0A8E-4279-A937-5F05EE5D1BC3}" dt="2024-08-19T09:26:31.025" v="18" actId="478"/>
          <ac:spMkLst>
            <pc:docMk/>
            <pc:sldMk cId="1329059980" sldId="311"/>
            <ac:spMk id="2" creationId="{9736C371-9093-9BD2-C94F-8553238FE5CB}"/>
          </ac:spMkLst>
        </pc:spChg>
        <pc:spChg chg="del">
          <ac:chgData name="Paul Winser" userId="c3146a91-e6bd-4264-bd86-e164e04bc32d" providerId="ADAL" clId="{3E7E5295-0A8E-4279-A937-5F05EE5D1BC3}" dt="2024-08-19T09:26:32.292" v="19" actId="478"/>
          <ac:spMkLst>
            <pc:docMk/>
            <pc:sldMk cId="1329059980" sldId="311"/>
            <ac:spMk id="4" creationId="{13FF68CC-54BC-7956-8FB4-EAEC1D0F40D2}"/>
          </ac:spMkLst>
        </pc:spChg>
      </pc:sldChg>
      <pc:sldChg chg="delSp mod">
        <pc:chgData name="Paul Winser" userId="c3146a91-e6bd-4264-bd86-e164e04bc32d" providerId="ADAL" clId="{3E7E5295-0A8E-4279-A937-5F05EE5D1BC3}" dt="2024-08-19T09:26:57.642" v="31" actId="478"/>
        <pc:sldMkLst>
          <pc:docMk/>
          <pc:sldMk cId="2382960027" sldId="312"/>
        </pc:sldMkLst>
        <pc:spChg chg="del">
          <ac:chgData name="Paul Winser" userId="c3146a91-e6bd-4264-bd86-e164e04bc32d" providerId="ADAL" clId="{3E7E5295-0A8E-4279-A937-5F05EE5D1BC3}" dt="2024-08-19T09:26:56.356" v="30" actId="478"/>
          <ac:spMkLst>
            <pc:docMk/>
            <pc:sldMk cId="2382960027" sldId="312"/>
            <ac:spMk id="2" creationId="{8A93B5F9-ACA8-CDF1-4162-C96BF1AD3046}"/>
          </ac:spMkLst>
        </pc:spChg>
        <pc:spChg chg="del">
          <ac:chgData name="Paul Winser" userId="c3146a91-e6bd-4264-bd86-e164e04bc32d" providerId="ADAL" clId="{3E7E5295-0A8E-4279-A937-5F05EE5D1BC3}" dt="2024-08-19T09:26:57.642" v="31" actId="478"/>
          <ac:spMkLst>
            <pc:docMk/>
            <pc:sldMk cId="2382960027" sldId="312"/>
            <ac:spMk id="4" creationId="{4162D92A-7E56-61A4-AD4C-F801654929B7}"/>
          </ac:spMkLst>
        </pc:spChg>
      </pc:sldChg>
      <pc:sldChg chg="delSp modSp mod">
        <pc:chgData name="Paul Winser" userId="c3146a91-e6bd-4264-bd86-e164e04bc32d" providerId="ADAL" clId="{3E7E5295-0A8E-4279-A937-5F05EE5D1BC3}" dt="2024-08-19T09:31:09.260" v="85" actId="1076"/>
        <pc:sldMkLst>
          <pc:docMk/>
          <pc:sldMk cId="150737381" sldId="314"/>
        </pc:sldMkLst>
        <pc:spChg chg="del">
          <ac:chgData name="Paul Winser" userId="c3146a91-e6bd-4264-bd86-e164e04bc32d" providerId="ADAL" clId="{3E7E5295-0A8E-4279-A937-5F05EE5D1BC3}" dt="2024-08-19T09:26:38.510" v="22" actId="478"/>
          <ac:spMkLst>
            <pc:docMk/>
            <pc:sldMk cId="150737381" sldId="314"/>
            <ac:spMk id="6" creationId="{BA5CCB55-3A60-7740-8C4A-FE131471324A}"/>
          </ac:spMkLst>
        </pc:spChg>
        <pc:spChg chg="del">
          <ac:chgData name="Paul Winser" userId="c3146a91-e6bd-4264-bd86-e164e04bc32d" providerId="ADAL" clId="{3E7E5295-0A8E-4279-A937-5F05EE5D1BC3}" dt="2024-08-19T09:26:40.015" v="23" actId="478"/>
          <ac:spMkLst>
            <pc:docMk/>
            <pc:sldMk cId="150737381" sldId="314"/>
            <ac:spMk id="7" creationId="{CF6130EC-FD5A-CBB7-BA95-EF4E4DC0940A}"/>
          </ac:spMkLst>
        </pc:spChg>
        <pc:picChg chg="mod">
          <ac:chgData name="Paul Winser" userId="c3146a91-e6bd-4264-bd86-e164e04bc32d" providerId="ADAL" clId="{3E7E5295-0A8E-4279-A937-5F05EE5D1BC3}" dt="2024-08-19T09:31:09.260" v="85" actId="1076"/>
          <ac:picMkLst>
            <pc:docMk/>
            <pc:sldMk cId="150737381" sldId="314"/>
            <ac:picMk id="3" creationId="{030F2AA4-071D-A0CC-B224-B1ED2C7D9FF6}"/>
          </ac:picMkLst>
        </pc:picChg>
      </pc:sldChg>
      <pc:sldChg chg="delSp mod">
        <pc:chgData name="Paul Winser" userId="c3146a91-e6bd-4264-bd86-e164e04bc32d" providerId="ADAL" clId="{3E7E5295-0A8E-4279-A937-5F05EE5D1BC3}" dt="2024-08-19T09:27:26.739" v="44" actId="478"/>
        <pc:sldMkLst>
          <pc:docMk/>
          <pc:sldMk cId="4242189640" sldId="315"/>
        </pc:sldMkLst>
        <pc:spChg chg="del">
          <ac:chgData name="Paul Winser" userId="c3146a91-e6bd-4264-bd86-e164e04bc32d" providerId="ADAL" clId="{3E7E5295-0A8E-4279-A937-5F05EE5D1BC3}" dt="2024-08-19T09:27:26.739" v="44" actId="478"/>
          <ac:spMkLst>
            <pc:docMk/>
            <pc:sldMk cId="4242189640" sldId="315"/>
            <ac:spMk id="2" creationId="{87FC845A-074C-23B4-073A-A04F4491A2F5}"/>
          </ac:spMkLst>
        </pc:spChg>
      </pc:sldChg>
      <pc:sldChg chg="modSp">
        <pc:chgData name="Paul Winser" userId="c3146a91-e6bd-4264-bd86-e164e04bc32d" providerId="ADAL" clId="{3E7E5295-0A8E-4279-A937-5F05EE5D1BC3}" dt="2024-08-19T09:31:53.129" v="92" actId="1076"/>
        <pc:sldMkLst>
          <pc:docMk/>
          <pc:sldMk cId="4084716573" sldId="316"/>
        </pc:sldMkLst>
        <pc:spChg chg="mod">
          <ac:chgData name="Paul Winser" userId="c3146a91-e6bd-4264-bd86-e164e04bc32d" providerId="ADAL" clId="{3E7E5295-0A8E-4279-A937-5F05EE5D1BC3}" dt="2024-08-19T09:31:51.011" v="91" actId="14100"/>
          <ac:spMkLst>
            <pc:docMk/>
            <pc:sldMk cId="4084716573" sldId="316"/>
            <ac:spMk id="34819" creationId="{453C7683-8588-7ABC-32E0-8A4E68218620}"/>
          </ac:spMkLst>
        </pc:spChg>
        <pc:spChg chg="mod">
          <ac:chgData name="Paul Winser" userId="c3146a91-e6bd-4264-bd86-e164e04bc32d" providerId="ADAL" clId="{3E7E5295-0A8E-4279-A937-5F05EE5D1BC3}" dt="2024-08-19T09:31:53.129" v="92" actId="1076"/>
          <ac:spMkLst>
            <pc:docMk/>
            <pc:sldMk cId="4084716573" sldId="316"/>
            <ac:spMk id="34820" creationId="{8DCD7CE1-603D-4D59-3DBB-C13C0B6505F0}"/>
          </ac:spMkLst>
        </pc:spChg>
      </pc:sldChg>
      <pc:sldChg chg="delSp mod">
        <pc:chgData name="Paul Winser" userId="c3146a91-e6bd-4264-bd86-e164e04bc32d" providerId="ADAL" clId="{3E7E5295-0A8E-4279-A937-5F05EE5D1BC3}" dt="2024-08-19T09:26:12.022" v="11" actId="478"/>
        <pc:sldMkLst>
          <pc:docMk/>
          <pc:sldMk cId="2538407088" sldId="318"/>
        </pc:sldMkLst>
        <pc:spChg chg="del">
          <ac:chgData name="Paul Winser" userId="c3146a91-e6bd-4264-bd86-e164e04bc32d" providerId="ADAL" clId="{3E7E5295-0A8E-4279-A937-5F05EE5D1BC3}" dt="2024-08-19T09:26:10.239" v="10" actId="478"/>
          <ac:spMkLst>
            <pc:docMk/>
            <pc:sldMk cId="2538407088" sldId="318"/>
            <ac:spMk id="2" creationId="{42DB1B24-39C6-676E-514E-DF7DFAAA0EB2}"/>
          </ac:spMkLst>
        </pc:spChg>
        <pc:spChg chg="del">
          <ac:chgData name="Paul Winser" userId="c3146a91-e6bd-4264-bd86-e164e04bc32d" providerId="ADAL" clId="{3E7E5295-0A8E-4279-A937-5F05EE5D1BC3}" dt="2024-08-19T09:26:12.022" v="11" actId="478"/>
          <ac:spMkLst>
            <pc:docMk/>
            <pc:sldMk cId="2538407088" sldId="318"/>
            <ac:spMk id="4" creationId="{E4F8528F-60AE-BA6E-0382-16E8108FBC6E}"/>
          </ac:spMkLst>
        </pc:spChg>
      </pc:sldChg>
      <pc:sldChg chg="delSp mod">
        <pc:chgData name="Paul Winser" userId="c3146a91-e6bd-4264-bd86-e164e04bc32d" providerId="ADAL" clId="{3E7E5295-0A8E-4279-A937-5F05EE5D1BC3}" dt="2024-08-19T09:26:06.950" v="9" actId="478"/>
        <pc:sldMkLst>
          <pc:docMk/>
          <pc:sldMk cId="131694626" sldId="319"/>
        </pc:sldMkLst>
        <pc:spChg chg="del">
          <ac:chgData name="Paul Winser" userId="c3146a91-e6bd-4264-bd86-e164e04bc32d" providerId="ADAL" clId="{3E7E5295-0A8E-4279-A937-5F05EE5D1BC3}" dt="2024-08-19T09:26:05.807" v="8" actId="478"/>
          <ac:spMkLst>
            <pc:docMk/>
            <pc:sldMk cId="131694626" sldId="319"/>
            <ac:spMk id="2" creationId="{E817F56E-1FC1-6DDB-4D58-4694D3D5871E}"/>
          </ac:spMkLst>
        </pc:spChg>
        <pc:spChg chg="del">
          <ac:chgData name="Paul Winser" userId="c3146a91-e6bd-4264-bd86-e164e04bc32d" providerId="ADAL" clId="{3E7E5295-0A8E-4279-A937-5F05EE5D1BC3}" dt="2024-08-19T09:26:06.950" v="9" actId="478"/>
          <ac:spMkLst>
            <pc:docMk/>
            <pc:sldMk cId="131694626" sldId="319"/>
            <ac:spMk id="5" creationId="{BA575728-30EA-4AFF-F943-FE119F5A5185}"/>
          </ac:spMkLst>
        </pc:spChg>
      </pc:sldChg>
      <pc:sldChg chg="delSp modSp mod">
        <pc:chgData name="Paul Winser" userId="c3146a91-e6bd-4264-bd86-e164e04bc32d" providerId="ADAL" clId="{3E7E5295-0A8E-4279-A937-5F05EE5D1BC3}" dt="2024-08-19T09:30:22" v="59" actId="1076"/>
        <pc:sldMkLst>
          <pc:docMk/>
          <pc:sldMk cId="2982217934" sldId="320"/>
        </pc:sldMkLst>
        <pc:spChg chg="del">
          <ac:chgData name="Paul Winser" userId="c3146a91-e6bd-4264-bd86-e164e04bc32d" providerId="ADAL" clId="{3E7E5295-0A8E-4279-A937-5F05EE5D1BC3}" dt="2024-08-19T09:26:14.650" v="12" actId="478"/>
          <ac:spMkLst>
            <pc:docMk/>
            <pc:sldMk cId="2982217934" sldId="320"/>
            <ac:spMk id="2" creationId="{C2382625-3FBC-BD44-6390-8C1562B00695}"/>
          </ac:spMkLst>
        </pc:spChg>
        <pc:spChg chg="del">
          <ac:chgData name="Paul Winser" userId="c3146a91-e6bd-4264-bd86-e164e04bc32d" providerId="ADAL" clId="{3E7E5295-0A8E-4279-A937-5F05EE5D1BC3}" dt="2024-08-19T09:26:16.178" v="13" actId="478"/>
          <ac:spMkLst>
            <pc:docMk/>
            <pc:sldMk cId="2982217934" sldId="320"/>
            <ac:spMk id="4" creationId="{688B4DCD-DA09-9ED0-299D-FF86A3E12AB2}"/>
          </ac:spMkLst>
        </pc:spChg>
        <pc:spChg chg="mod">
          <ac:chgData name="Paul Winser" userId="c3146a91-e6bd-4264-bd86-e164e04bc32d" providerId="ADAL" clId="{3E7E5295-0A8E-4279-A937-5F05EE5D1BC3}" dt="2024-08-19T09:30:22" v="59" actId="1076"/>
          <ac:spMkLst>
            <pc:docMk/>
            <pc:sldMk cId="2982217934" sldId="320"/>
            <ac:spMk id="34819" creationId="{453C7683-8588-7ABC-32E0-8A4E68218620}"/>
          </ac:spMkLst>
        </pc:spChg>
      </pc:sldChg>
      <pc:sldChg chg="delSp modSp mod">
        <pc:chgData name="Paul Winser" userId="c3146a91-e6bd-4264-bd86-e164e04bc32d" providerId="ADAL" clId="{3E7E5295-0A8E-4279-A937-5F05EE5D1BC3}" dt="2024-08-19T09:30:34.317" v="62" actId="1076"/>
        <pc:sldMkLst>
          <pc:docMk/>
          <pc:sldMk cId="2040820561" sldId="321"/>
        </pc:sldMkLst>
        <pc:spChg chg="del">
          <ac:chgData name="Paul Winser" userId="c3146a91-e6bd-4264-bd86-e164e04bc32d" providerId="ADAL" clId="{3E7E5295-0A8E-4279-A937-5F05EE5D1BC3}" dt="2024-08-19T09:26:22.110" v="15" actId="478"/>
          <ac:spMkLst>
            <pc:docMk/>
            <pc:sldMk cId="2040820561" sldId="321"/>
            <ac:spMk id="3" creationId="{A28D081B-138E-2D82-D397-E3142616AAAB}"/>
          </ac:spMkLst>
        </pc:spChg>
        <pc:spChg chg="del">
          <ac:chgData name="Paul Winser" userId="c3146a91-e6bd-4264-bd86-e164e04bc32d" providerId="ADAL" clId="{3E7E5295-0A8E-4279-A937-5F05EE5D1BC3}" dt="2024-08-19T09:26:23.449" v="16" actId="478"/>
          <ac:spMkLst>
            <pc:docMk/>
            <pc:sldMk cId="2040820561" sldId="321"/>
            <ac:spMk id="5" creationId="{30F6D21A-C060-1CB9-BD29-0B40C0E72FE3}"/>
          </ac:spMkLst>
        </pc:spChg>
        <pc:spChg chg="mod">
          <ac:chgData name="Paul Winser" userId="c3146a91-e6bd-4264-bd86-e164e04bc32d" providerId="ADAL" clId="{3E7E5295-0A8E-4279-A937-5F05EE5D1BC3}" dt="2024-08-19T09:30:30.038" v="60" actId="1076"/>
          <ac:spMkLst>
            <pc:docMk/>
            <pc:sldMk cId="2040820561" sldId="321"/>
            <ac:spMk id="6" creationId="{5D57DCA5-BD9B-C5E8-FA91-986ED41A8695}"/>
          </ac:spMkLst>
        </pc:spChg>
        <pc:spChg chg="mod">
          <ac:chgData name="Paul Winser" userId="c3146a91-e6bd-4264-bd86-e164e04bc32d" providerId="ADAL" clId="{3E7E5295-0A8E-4279-A937-5F05EE5D1BC3}" dt="2024-08-19T09:30:34.317" v="62" actId="1076"/>
          <ac:spMkLst>
            <pc:docMk/>
            <pc:sldMk cId="2040820561" sldId="321"/>
            <ac:spMk id="34820" creationId="{8DCD7CE1-603D-4D59-3DBB-C13C0B6505F0}"/>
          </ac:spMkLst>
        </pc:spChg>
        <pc:picChg chg="mod">
          <ac:chgData name="Paul Winser" userId="c3146a91-e6bd-4264-bd86-e164e04bc32d" providerId="ADAL" clId="{3E7E5295-0A8E-4279-A937-5F05EE5D1BC3}" dt="2024-08-19T09:30:31.122" v="61" actId="1076"/>
          <ac:picMkLst>
            <pc:docMk/>
            <pc:sldMk cId="2040820561" sldId="321"/>
            <ac:picMk id="7" creationId="{B7CFB861-F60B-B276-EB5A-02E07C6C1EC8}"/>
          </ac:picMkLst>
        </pc:picChg>
      </pc:sldChg>
      <pc:sldChg chg="delSp modSp mod">
        <pc:chgData name="Paul Winser" userId="c3146a91-e6bd-4264-bd86-e164e04bc32d" providerId="ADAL" clId="{3E7E5295-0A8E-4279-A937-5F05EE5D1BC3}" dt="2024-08-19T09:31:01.369" v="84" actId="1076"/>
        <pc:sldMkLst>
          <pc:docMk/>
          <pc:sldMk cId="468135128" sldId="322"/>
        </pc:sldMkLst>
        <pc:spChg chg="mod">
          <ac:chgData name="Paul Winser" userId="c3146a91-e6bd-4264-bd86-e164e04bc32d" providerId="ADAL" clId="{3E7E5295-0A8E-4279-A937-5F05EE5D1BC3}" dt="2024-08-19T09:30:38.504" v="63" actId="1076"/>
          <ac:spMkLst>
            <pc:docMk/>
            <pc:sldMk cId="468135128" sldId="322"/>
            <ac:spMk id="2" creationId="{155C1C6A-9DFB-86A2-613A-BF6DE84167EC}"/>
          </ac:spMkLst>
        </pc:spChg>
        <pc:spChg chg="del">
          <ac:chgData name="Paul Winser" userId="c3146a91-e6bd-4264-bd86-e164e04bc32d" providerId="ADAL" clId="{3E7E5295-0A8E-4279-A937-5F05EE5D1BC3}" dt="2024-08-19T09:26:27.374" v="17" actId="478"/>
          <ac:spMkLst>
            <pc:docMk/>
            <pc:sldMk cId="468135128" sldId="322"/>
            <ac:spMk id="5" creationId="{F46347C3-636F-6B98-8CEE-D94F70044823}"/>
          </ac:spMkLst>
        </pc:spChg>
        <pc:spChg chg="mod">
          <ac:chgData name="Paul Winser" userId="c3146a91-e6bd-4264-bd86-e164e04bc32d" providerId="ADAL" clId="{3E7E5295-0A8E-4279-A937-5F05EE5D1BC3}" dt="2024-08-19T09:30:54.075" v="82" actId="1038"/>
          <ac:spMkLst>
            <pc:docMk/>
            <pc:sldMk cId="468135128" sldId="322"/>
            <ac:spMk id="6" creationId="{5D57DCA5-BD9B-C5E8-FA91-986ED41A8695}"/>
          </ac:spMkLst>
        </pc:spChg>
        <pc:spChg chg="mod">
          <ac:chgData name="Paul Winser" userId="c3146a91-e6bd-4264-bd86-e164e04bc32d" providerId="ADAL" clId="{3E7E5295-0A8E-4279-A937-5F05EE5D1BC3}" dt="2024-08-19T09:30:58.682" v="83" actId="1076"/>
          <ac:spMkLst>
            <pc:docMk/>
            <pc:sldMk cId="468135128" sldId="322"/>
            <ac:spMk id="7" creationId="{5848148E-D4A2-58EB-C8E2-B315DC066A43}"/>
          </ac:spMkLst>
        </pc:spChg>
        <pc:spChg chg="mod">
          <ac:chgData name="Paul Winser" userId="c3146a91-e6bd-4264-bd86-e164e04bc32d" providerId="ADAL" clId="{3E7E5295-0A8E-4279-A937-5F05EE5D1BC3}" dt="2024-08-19T09:30:54.075" v="82" actId="1038"/>
          <ac:spMkLst>
            <pc:docMk/>
            <pc:sldMk cId="468135128" sldId="322"/>
            <ac:spMk id="9" creationId="{6AE4F3B7-1095-A891-43C7-3B50153BF2F5}"/>
          </ac:spMkLst>
        </pc:spChg>
        <pc:spChg chg="mod">
          <ac:chgData name="Paul Winser" userId="c3146a91-e6bd-4264-bd86-e164e04bc32d" providerId="ADAL" clId="{3E7E5295-0A8E-4279-A937-5F05EE5D1BC3}" dt="2024-08-19T09:31:01.369" v="84" actId="1076"/>
          <ac:spMkLst>
            <pc:docMk/>
            <pc:sldMk cId="468135128" sldId="322"/>
            <ac:spMk id="34820" creationId="{8DCD7CE1-603D-4D59-3DBB-C13C0B6505F0}"/>
          </ac:spMkLst>
        </pc:spChg>
        <pc:picChg chg="mod">
          <ac:chgData name="Paul Winser" userId="c3146a91-e6bd-4264-bd86-e164e04bc32d" providerId="ADAL" clId="{3E7E5295-0A8E-4279-A937-5F05EE5D1BC3}" dt="2024-08-19T09:30:54.075" v="82" actId="1038"/>
          <ac:picMkLst>
            <pc:docMk/>
            <pc:sldMk cId="468135128" sldId="322"/>
            <ac:picMk id="4" creationId="{61B3B3DC-E83F-1AD6-DEEA-AD242F4CE913}"/>
          </ac:picMkLst>
        </pc:picChg>
        <pc:picChg chg="mod">
          <ac:chgData name="Paul Winser" userId="c3146a91-e6bd-4264-bd86-e164e04bc32d" providerId="ADAL" clId="{3E7E5295-0A8E-4279-A937-5F05EE5D1BC3}" dt="2024-08-19T09:30:54.075" v="82" actId="1038"/>
          <ac:picMkLst>
            <pc:docMk/>
            <pc:sldMk cId="468135128" sldId="322"/>
            <ac:picMk id="11" creationId="{0418D08F-7DC2-E45A-6AFA-28D05C48E495}"/>
          </ac:picMkLst>
        </pc:picChg>
      </pc:sldChg>
      <pc:sldChg chg="delSp modSp mod">
        <pc:chgData name="Paul Winser" userId="c3146a91-e6bd-4264-bd86-e164e04bc32d" providerId="ADAL" clId="{3E7E5295-0A8E-4279-A937-5F05EE5D1BC3}" dt="2024-08-19T09:31:16.616" v="86" actId="14100"/>
        <pc:sldMkLst>
          <pc:docMk/>
          <pc:sldMk cId="888547961" sldId="323"/>
        </pc:sldMkLst>
        <pc:spChg chg="mod">
          <ac:chgData name="Paul Winser" userId="c3146a91-e6bd-4264-bd86-e164e04bc32d" providerId="ADAL" clId="{3E7E5295-0A8E-4279-A937-5F05EE5D1BC3}" dt="2024-08-19T09:31:16.616" v="86" actId="14100"/>
          <ac:spMkLst>
            <pc:docMk/>
            <pc:sldMk cId="888547961" sldId="323"/>
            <ac:spMk id="2" creationId="{D472C176-E42F-0837-0221-2BC701847FBA}"/>
          </ac:spMkLst>
        </pc:spChg>
        <pc:spChg chg="del">
          <ac:chgData name="Paul Winser" userId="c3146a91-e6bd-4264-bd86-e164e04bc32d" providerId="ADAL" clId="{3E7E5295-0A8E-4279-A937-5F05EE5D1BC3}" dt="2024-08-19T09:26:47.129" v="26" actId="478"/>
          <ac:spMkLst>
            <pc:docMk/>
            <pc:sldMk cId="888547961" sldId="323"/>
            <ac:spMk id="3" creationId="{2E3D778E-DB82-5893-D036-CF9BF4A3600B}"/>
          </ac:spMkLst>
        </pc:spChg>
        <pc:spChg chg="del">
          <ac:chgData name="Paul Winser" userId="c3146a91-e6bd-4264-bd86-e164e04bc32d" providerId="ADAL" clId="{3E7E5295-0A8E-4279-A937-5F05EE5D1BC3}" dt="2024-08-19T09:26:49.206" v="27" actId="478"/>
          <ac:spMkLst>
            <pc:docMk/>
            <pc:sldMk cId="888547961" sldId="323"/>
            <ac:spMk id="5" creationId="{802E9249-7A4A-BC5F-BBDB-1C049E697F3B}"/>
          </ac:spMkLst>
        </pc:spChg>
      </pc:sldChg>
      <pc:sldChg chg="delSp modSp mod">
        <pc:chgData name="Paul Winser" userId="c3146a91-e6bd-4264-bd86-e164e04bc32d" providerId="ADAL" clId="{3E7E5295-0A8E-4279-A937-5F05EE5D1BC3}" dt="2024-08-19T09:31:22.511" v="87" actId="1076"/>
        <pc:sldMkLst>
          <pc:docMk/>
          <pc:sldMk cId="3847894277" sldId="325"/>
        </pc:sldMkLst>
        <pc:spChg chg="del">
          <ac:chgData name="Paul Winser" userId="c3146a91-e6bd-4264-bd86-e164e04bc32d" providerId="ADAL" clId="{3E7E5295-0A8E-4279-A937-5F05EE5D1BC3}" dt="2024-08-19T09:26:51.968" v="28" actId="478"/>
          <ac:spMkLst>
            <pc:docMk/>
            <pc:sldMk cId="3847894277" sldId="325"/>
            <ac:spMk id="2" creationId="{79B640D7-B25E-0A0A-2EE1-1F81D85B8174}"/>
          </ac:spMkLst>
        </pc:spChg>
        <pc:spChg chg="del">
          <ac:chgData name="Paul Winser" userId="c3146a91-e6bd-4264-bd86-e164e04bc32d" providerId="ADAL" clId="{3E7E5295-0A8E-4279-A937-5F05EE5D1BC3}" dt="2024-08-19T09:26:53.301" v="29" actId="478"/>
          <ac:spMkLst>
            <pc:docMk/>
            <pc:sldMk cId="3847894277" sldId="325"/>
            <ac:spMk id="4" creationId="{0B9DA692-E0B2-BDA6-AF68-222FBF1078DC}"/>
          </ac:spMkLst>
        </pc:spChg>
        <pc:spChg chg="mod">
          <ac:chgData name="Paul Winser" userId="c3146a91-e6bd-4264-bd86-e164e04bc32d" providerId="ADAL" clId="{3E7E5295-0A8E-4279-A937-5F05EE5D1BC3}" dt="2024-08-19T09:31:22.511" v="87" actId="1076"/>
          <ac:spMkLst>
            <pc:docMk/>
            <pc:sldMk cId="3847894277" sldId="325"/>
            <ac:spMk id="34819" creationId="{453C7683-8588-7ABC-32E0-8A4E68218620}"/>
          </ac:spMkLst>
        </pc:spChg>
      </pc:sldChg>
      <pc:sldChg chg="delSp mod">
        <pc:chgData name="Paul Winser" userId="c3146a91-e6bd-4264-bd86-e164e04bc32d" providerId="ADAL" clId="{3E7E5295-0A8E-4279-A937-5F05EE5D1BC3}" dt="2024-08-19T09:27:01.821" v="33" actId="478"/>
        <pc:sldMkLst>
          <pc:docMk/>
          <pc:sldMk cId="1281978548" sldId="326"/>
        </pc:sldMkLst>
        <pc:spChg chg="del">
          <ac:chgData name="Paul Winser" userId="c3146a91-e6bd-4264-bd86-e164e04bc32d" providerId="ADAL" clId="{3E7E5295-0A8E-4279-A937-5F05EE5D1BC3}" dt="2024-08-19T09:27:00.500" v="32" actId="478"/>
          <ac:spMkLst>
            <pc:docMk/>
            <pc:sldMk cId="1281978548" sldId="326"/>
            <ac:spMk id="2" creationId="{2CB072F9-C42D-04E3-99F0-40E0A29C2FD3}"/>
          </ac:spMkLst>
        </pc:spChg>
        <pc:spChg chg="del">
          <ac:chgData name="Paul Winser" userId="c3146a91-e6bd-4264-bd86-e164e04bc32d" providerId="ADAL" clId="{3E7E5295-0A8E-4279-A937-5F05EE5D1BC3}" dt="2024-08-19T09:27:01.821" v="33" actId="478"/>
          <ac:spMkLst>
            <pc:docMk/>
            <pc:sldMk cId="1281978548" sldId="326"/>
            <ac:spMk id="4" creationId="{F375ED51-1A28-E128-FA72-F422EC612691}"/>
          </ac:spMkLst>
        </pc:spChg>
      </pc:sldChg>
      <pc:sldChg chg="delSp modSp mod">
        <pc:chgData name="Paul Winser" userId="c3146a91-e6bd-4264-bd86-e164e04bc32d" providerId="ADAL" clId="{3E7E5295-0A8E-4279-A937-5F05EE5D1BC3}" dt="2024-08-19T09:31:37.782" v="88" actId="1076"/>
        <pc:sldMkLst>
          <pc:docMk/>
          <pc:sldMk cId="2928623457" sldId="327"/>
        </pc:sldMkLst>
        <pc:spChg chg="del">
          <ac:chgData name="Paul Winser" userId="c3146a91-e6bd-4264-bd86-e164e04bc32d" providerId="ADAL" clId="{3E7E5295-0A8E-4279-A937-5F05EE5D1BC3}" dt="2024-08-19T09:27:12.560" v="38" actId="478"/>
          <ac:spMkLst>
            <pc:docMk/>
            <pc:sldMk cId="2928623457" sldId="327"/>
            <ac:spMk id="3" creationId="{0FFD81C7-0EEA-5593-A503-6A45B8B75140}"/>
          </ac:spMkLst>
        </pc:spChg>
        <pc:spChg chg="del">
          <ac:chgData name="Paul Winser" userId="c3146a91-e6bd-4264-bd86-e164e04bc32d" providerId="ADAL" clId="{3E7E5295-0A8E-4279-A937-5F05EE5D1BC3}" dt="2024-08-19T09:27:13.785" v="39" actId="478"/>
          <ac:spMkLst>
            <pc:docMk/>
            <pc:sldMk cId="2928623457" sldId="327"/>
            <ac:spMk id="5" creationId="{02C0C5EE-D405-B219-8499-7BAFDE30DF54}"/>
          </ac:spMkLst>
        </pc:spChg>
        <pc:spChg chg="mod">
          <ac:chgData name="Paul Winser" userId="c3146a91-e6bd-4264-bd86-e164e04bc32d" providerId="ADAL" clId="{3E7E5295-0A8E-4279-A937-5F05EE5D1BC3}" dt="2024-08-19T09:31:37.782" v="88" actId="1076"/>
          <ac:spMkLst>
            <pc:docMk/>
            <pc:sldMk cId="2928623457" sldId="327"/>
            <ac:spMk id="34820" creationId="{8DCD7CE1-603D-4D59-3DBB-C13C0B6505F0}"/>
          </ac:spMkLst>
        </pc:spChg>
      </pc:sldChg>
      <pc:sldChg chg="delSp modSp mod">
        <pc:chgData name="Paul Winser" userId="c3146a91-e6bd-4264-bd86-e164e04bc32d" providerId="ADAL" clId="{3E7E5295-0A8E-4279-A937-5F05EE5D1BC3}" dt="2024-08-19T09:31:42.328" v="89" actId="1076"/>
        <pc:sldMkLst>
          <pc:docMk/>
          <pc:sldMk cId="4138826217" sldId="328"/>
        </pc:sldMkLst>
        <pc:spChg chg="del">
          <ac:chgData name="Paul Winser" userId="c3146a91-e6bd-4264-bd86-e164e04bc32d" providerId="ADAL" clId="{3E7E5295-0A8E-4279-A937-5F05EE5D1BC3}" dt="2024-08-19T09:27:16.630" v="40" actId="478"/>
          <ac:spMkLst>
            <pc:docMk/>
            <pc:sldMk cId="4138826217" sldId="328"/>
            <ac:spMk id="3" creationId="{469038F4-BC32-ABB0-6359-E214CEE505A6}"/>
          </ac:spMkLst>
        </pc:spChg>
        <pc:spChg chg="del">
          <ac:chgData name="Paul Winser" userId="c3146a91-e6bd-4264-bd86-e164e04bc32d" providerId="ADAL" clId="{3E7E5295-0A8E-4279-A937-5F05EE5D1BC3}" dt="2024-08-19T09:27:18.107" v="41" actId="478"/>
          <ac:spMkLst>
            <pc:docMk/>
            <pc:sldMk cId="4138826217" sldId="328"/>
            <ac:spMk id="5" creationId="{4CBD6177-3FE5-6D49-8207-8C10BAA74967}"/>
          </ac:spMkLst>
        </pc:spChg>
        <pc:spChg chg="mod">
          <ac:chgData name="Paul Winser" userId="c3146a91-e6bd-4264-bd86-e164e04bc32d" providerId="ADAL" clId="{3E7E5295-0A8E-4279-A937-5F05EE5D1BC3}" dt="2024-08-19T09:31:42.328" v="89" actId="1076"/>
          <ac:spMkLst>
            <pc:docMk/>
            <pc:sldMk cId="4138826217" sldId="328"/>
            <ac:spMk id="34820" creationId="{8DCD7CE1-603D-4D59-3DBB-C13C0B6505F0}"/>
          </ac:spMkLst>
        </pc:spChg>
      </pc:sldChg>
      <pc:sldChg chg="delSp mod">
        <pc:chgData name="Paul Winser" userId="c3146a91-e6bd-4264-bd86-e164e04bc32d" providerId="ADAL" clId="{3E7E5295-0A8E-4279-A937-5F05EE5D1BC3}" dt="2024-08-19T09:27:22.842" v="43" actId="478"/>
        <pc:sldMkLst>
          <pc:docMk/>
          <pc:sldMk cId="3297963513" sldId="329"/>
        </pc:sldMkLst>
        <pc:spChg chg="del">
          <ac:chgData name="Paul Winser" userId="c3146a91-e6bd-4264-bd86-e164e04bc32d" providerId="ADAL" clId="{3E7E5295-0A8E-4279-A937-5F05EE5D1BC3}" dt="2024-08-19T09:27:21.473" v="42" actId="478"/>
          <ac:spMkLst>
            <pc:docMk/>
            <pc:sldMk cId="3297963513" sldId="329"/>
            <ac:spMk id="3" creationId="{182D4176-6CCD-AC62-561F-CE03C2CD0B55}"/>
          </ac:spMkLst>
        </pc:spChg>
        <pc:spChg chg="del">
          <ac:chgData name="Paul Winser" userId="c3146a91-e6bd-4264-bd86-e164e04bc32d" providerId="ADAL" clId="{3E7E5295-0A8E-4279-A937-5F05EE5D1BC3}" dt="2024-08-19T09:27:22.842" v="43" actId="478"/>
          <ac:spMkLst>
            <pc:docMk/>
            <pc:sldMk cId="3297963513" sldId="329"/>
            <ac:spMk id="5" creationId="{1A9A7CEA-B75C-8925-4F9C-DDBBCE85AA74}"/>
          </ac:spMkLst>
        </pc:spChg>
      </pc:sldChg>
      <pc:sldChg chg="addSp delSp modSp mod">
        <pc:chgData name="Paul Winser" userId="c3146a91-e6bd-4264-bd86-e164e04bc32d" providerId="ADAL" clId="{3E7E5295-0A8E-4279-A937-5F05EE5D1BC3}" dt="2024-08-19T09:29:15.192" v="50" actId="22"/>
        <pc:sldMkLst>
          <pc:docMk/>
          <pc:sldMk cId="2569476068" sldId="330"/>
        </pc:sldMkLst>
        <pc:spChg chg="del">
          <ac:chgData name="Paul Winser" userId="c3146a91-e6bd-4264-bd86-e164e04bc32d" providerId="ADAL" clId="{3E7E5295-0A8E-4279-A937-5F05EE5D1BC3}" dt="2024-08-19T09:27:34.004" v="45" actId="478"/>
          <ac:spMkLst>
            <pc:docMk/>
            <pc:sldMk cId="2569476068" sldId="330"/>
            <ac:spMk id="3" creationId="{BDE467CA-02F9-F2C4-B058-08AAE172D74E}"/>
          </ac:spMkLst>
        </pc:spChg>
        <pc:spChg chg="add del">
          <ac:chgData name="Paul Winser" userId="c3146a91-e6bd-4264-bd86-e164e04bc32d" providerId="ADAL" clId="{3E7E5295-0A8E-4279-A937-5F05EE5D1BC3}" dt="2024-08-19T09:29:15.192" v="50" actId="22"/>
          <ac:spMkLst>
            <pc:docMk/>
            <pc:sldMk cId="2569476068" sldId="330"/>
            <ac:spMk id="5" creationId="{C80BEC87-0052-C2CB-099E-2B48A3667056}"/>
          </ac:spMkLst>
        </pc:spChg>
        <pc:spChg chg="mod">
          <ac:chgData name="Paul Winser" userId="c3146a91-e6bd-4264-bd86-e164e04bc32d" providerId="ADAL" clId="{3E7E5295-0A8E-4279-A937-5F05EE5D1BC3}" dt="2024-08-19T09:28:50.828" v="48" actId="20577"/>
          <ac:spMkLst>
            <pc:docMk/>
            <pc:sldMk cId="2569476068" sldId="330"/>
            <ac:spMk id="34819" creationId="{453C7683-8588-7ABC-32E0-8A4E68218620}"/>
          </ac:spMkLst>
        </pc:spChg>
      </pc:sldChg>
      <pc:sldChg chg="modSp mod">
        <pc:chgData name="Paul Winser" userId="c3146a91-e6bd-4264-bd86-e164e04bc32d" providerId="ADAL" clId="{3E7E5295-0A8E-4279-A937-5F05EE5D1BC3}" dt="2024-08-19T09:29:37.329" v="55" actId="5793"/>
        <pc:sldMkLst>
          <pc:docMk/>
          <pc:sldMk cId="0" sldId="331"/>
        </pc:sldMkLst>
        <pc:spChg chg="mod">
          <ac:chgData name="Paul Winser" userId="c3146a91-e6bd-4264-bd86-e164e04bc32d" providerId="ADAL" clId="{3E7E5295-0A8E-4279-A937-5F05EE5D1BC3}" dt="2024-08-19T09:29:37.329" v="55" actId="5793"/>
          <ac:spMkLst>
            <pc:docMk/>
            <pc:sldMk cId="0" sldId="331"/>
            <ac:spMk id="5" creationId="{9FA6E9AD-5E58-B78C-95E8-0BA1B8E3BEA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8369C5-2FBE-8447-BF19-65C1B8FA3757}" type="doc">
      <dgm:prSet loTypeId="urn:microsoft.com/office/officeart/2005/8/layout/cycle8" loCatId="" qsTypeId="urn:microsoft.com/office/officeart/2005/8/quickstyle/simple1" qsCatId="simple" csTypeId="urn:microsoft.com/office/officeart/2005/8/colors/accent1_2" csCatId="accent1" phldr="1"/>
      <dgm:spPr/>
    </dgm:pt>
    <dgm:pt modelId="{E34DA374-369D-FE4E-A365-93C6CFADE8C8}">
      <dgm:prSet phldrT="[Text]" custT="1"/>
      <dgm:spPr/>
      <dgm:t>
        <a:bodyPr rtlCol="1"/>
        <a:lstStyle/>
        <a:p>
          <a:pPr rtl="1"/>
          <a:r>
            <a:rPr lang="ar" sz="1300" dirty="0">
              <a:latin typeface="Sakkal Majalla" panose="02000000000000000000" pitchFamily="2" charset="-78"/>
              <a:cs typeface="Sakkal Majalla" panose="02000000000000000000" pitchFamily="2" charset="-78"/>
            </a:rPr>
            <a:t>الموارد البشرية</a:t>
          </a:r>
        </a:p>
      </dgm:t>
    </dgm:pt>
    <dgm:pt modelId="{F9D35ABB-7698-484A-9569-FC275D872E84}" type="parTrans" cxnId="{E01CF851-4EE0-EC47-A37B-7B414418BF58}">
      <dgm:prSet/>
      <dgm:spPr/>
      <dgm:t>
        <a:bodyPr rtlCol="1"/>
        <a:lstStyle/>
        <a:p>
          <a:pPr rtl="1"/>
          <a:endParaRPr lang="en-GB"/>
        </a:p>
      </dgm:t>
    </dgm:pt>
    <dgm:pt modelId="{8B7BF294-8026-5741-8914-70AA27A854EF}" type="sibTrans" cxnId="{E01CF851-4EE0-EC47-A37B-7B414418BF58}">
      <dgm:prSet/>
      <dgm:spPr/>
      <dgm:t>
        <a:bodyPr rtlCol="1"/>
        <a:lstStyle/>
        <a:p>
          <a:pPr rtl="1"/>
          <a:endParaRPr lang="en-GB"/>
        </a:p>
      </dgm:t>
    </dgm:pt>
    <dgm:pt modelId="{E90507C0-D8C6-984D-97BA-3A0E88EEA27C}">
      <dgm:prSet phldrT="[Text]" custT="1"/>
      <dgm:spPr/>
      <dgm:t>
        <a:bodyPr rtlCol="1"/>
        <a:lstStyle/>
        <a:p>
          <a:pPr rtl="1"/>
          <a:r>
            <a:rPr lang="ar" sz="1300" dirty="0">
              <a:latin typeface="Sakkal Majalla" panose="02000000000000000000" pitchFamily="2" charset="-78"/>
              <a:cs typeface="Sakkal Majalla" panose="02000000000000000000" pitchFamily="2" charset="-78"/>
            </a:rPr>
            <a:t>الشؤون المالية</a:t>
          </a:r>
        </a:p>
      </dgm:t>
    </dgm:pt>
    <dgm:pt modelId="{C708ED76-6EF7-AC43-87F2-232487C9F432}" type="parTrans" cxnId="{2DA2AB77-7973-BF47-AA65-F9A8C2599F58}">
      <dgm:prSet/>
      <dgm:spPr/>
      <dgm:t>
        <a:bodyPr rtlCol="1"/>
        <a:lstStyle/>
        <a:p>
          <a:pPr rtl="1"/>
          <a:endParaRPr lang="en-GB"/>
        </a:p>
      </dgm:t>
    </dgm:pt>
    <dgm:pt modelId="{34900738-01C2-E54E-B884-748683D5D1F8}" type="sibTrans" cxnId="{2DA2AB77-7973-BF47-AA65-F9A8C2599F58}">
      <dgm:prSet/>
      <dgm:spPr/>
      <dgm:t>
        <a:bodyPr rtlCol="1"/>
        <a:lstStyle/>
        <a:p>
          <a:pPr rtl="1"/>
          <a:endParaRPr lang="en-GB"/>
        </a:p>
      </dgm:t>
    </dgm:pt>
    <dgm:pt modelId="{9DB387CF-6865-2A44-A024-C1E525993EBE}">
      <dgm:prSet phldrT="[Text]" custT="1"/>
      <dgm:spPr/>
      <dgm:t>
        <a:bodyPr rtlCol="1"/>
        <a:lstStyle/>
        <a:p>
          <a:pPr rtl="1"/>
          <a:r>
            <a:rPr lang="ar" sz="1300" dirty="0">
              <a:latin typeface="Sakkal Majalla" panose="02000000000000000000" pitchFamily="2" charset="-78"/>
              <a:cs typeface="Sakkal Majalla" panose="02000000000000000000" pitchFamily="2" charset="-78"/>
            </a:rPr>
            <a:t>المبيعات</a:t>
          </a:r>
        </a:p>
      </dgm:t>
    </dgm:pt>
    <dgm:pt modelId="{92FB4969-90FF-BA4A-AE61-3D05B7CBA6AE}" type="parTrans" cxnId="{37DEA403-3B15-CE46-99C6-D83DD11BB9B0}">
      <dgm:prSet/>
      <dgm:spPr/>
      <dgm:t>
        <a:bodyPr rtlCol="1"/>
        <a:lstStyle/>
        <a:p>
          <a:pPr rtl="1"/>
          <a:endParaRPr lang="en-GB"/>
        </a:p>
      </dgm:t>
    </dgm:pt>
    <dgm:pt modelId="{11616DD8-8154-D34A-813F-2841B380B726}" type="sibTrans" cxnId="{37DEA403-3B15-CE46-99C6-D83DD11BB9B0}">
      <dgm:prSet/>
      <dgm:spPr/>
      <dgm:t>
        <a:bodyPr rtlCol="1"/>
        <a:lstStyle/>
        <a:p>
          <a:pPr rtl="1"/>
          <a:endParaRPr lang="en-GB"/>
        </a:p>
      </dgm:t>
    </dgm:pt>
    <dgm:pt modelId="{77F101F9-2912-FA44-A0A7-62C04CDB615E}">
      <dgm:prSet custT="1"/>
      <dgm:spPr/>
      <dgm:t>
        <a:bodyPr rtlCol="1"/>
        <a:lstStyle/>
        <a:p>
          <a:pPr rtl="1"/>
          <a:r>
            <a:rPr lang="ar" sz="1300" dirty="0">
              <a:latin typeface="Sakkal Majalla" panose="02000000000000000000" pitchFamily="2" charset="-78"/>
              <a:cs typeface="Sakkal Majalla" panose="02000000000000000000" pitchFamily="2" charset="-78"/>
            </a:rPr>
            <a:t>التسويق</a:t>
          </a:r>
        </a:p>
      </dgm:t>
    </dgm:pt>
    <dgm:pt modelId="{1D158481-B131-9A45-88CC-465255656085}" type="parTrans" cxnId="{180015B2-6C01-6443-A19E-47EA2593924E}">
      <dgm:prSet/>
      <dgm:spPr/>
      <dgm:t>
        <a:bodyPr rtlCol="1"/>
        <a:lstStyle/>
        <a:p>
          <a:pPr rtl="1"/>
          <a:endParaRPr lang="en-GB"/>
        </a:p>
      </dgm:t>
    </dgm:pt>
    <dgm:pt modelId="{2C63BEAD-B508-0D45-9ECB-EDF7581D66D6}" type="sibTrans" cxnId="{180015B2-6C01-6443-A19E-47EA2593924E}">
      <dgm:prSet/>
      <dgm:spPr/>
      <dgm:t>
        <a:bodyPr rtlCol="1"/>
        <a:lstStyle/>
        <a:p>
          <a:pPr rtl="1"/>
          <a:endParaRPr lang="en-GB"/>
        </a:p>
      </dgm:t>
    </dgm:pt>
    <dgm:pt modelId="{A3AD4584-C6BA-5247-BA88-5D6B9DE6ED80}">
      <dgm:prSet custT="1"/>
      <dgm:spPr/>
      <dgm:t>
        <a:bodyPr rtlCol="1"/>
        <a:lstStyle/>
        <a:p>
          <a:pPr rtl="1"/>
          <a:r>
            <a:rPr lang="ar" sz="1300" dirty="0">
              <a:latin typeface="Sakkal Majalla" panose="02000000000000000000" pitchFamily="2" charset="-78"/>
              <a:cs typeface="Sakkal Majalla" panose="02000000000000000000" pitchFamily="2" charset="-78"/>
            </a:rPr>
            <a:t>العمليات التشغيلية</a:t>
          </a:r>
        </a:p>
      </dgm:t>
    </dgm:pt>
    <dgm:pt modelId="{1C9E757C-C5C2-DA47-816C-A4F74FD5EB5B}" type="parTrans" cxnId="{D99A543E-E59B-B148-A629-711B28B9C82F}">
      <dgm:prSet/>
      <dgm:spPr/>
      <dgm:t>
        <a:bodyPr rtlCol="1"/>
        <a:lstStyle/>
        <a:p>
          <a:pPr rtl="1"/>
          <a:endParaRPr lang="en-GB"/>
        </a:p>
      </dgm:t>
    </dgm:pt>
    <dgm:pt modelId="{64FD8C73-0B53-D34B-9A78-B2D9D234CBA1}" type="sibTrans" cxnId="{D99A543E-E59B-B148-A629-711B28B9C82F}">
      <dgm:prSet/>
      <dgm:spPr/>
      <dgm:t>
        <a:bodyPr rtlCol="1"/>
        <a:lstStyle/>
        <a:p>
          <a:pPr rtl="1"/>
          <a:endParaRPr lang="en-GB"/>
        </a:p>
      </dgm:t>
    </dgm:pt>
    <dgm:pt modelId="{8D98BDB4-54A0-E44F-AD48-5623232C058A}">
      <dgm:prSet custT="1"/>
      <dgm:spPr/>
      <dgm:t>
        <a:bodyPr rtlCol="1"/>
        <a:lstStyle/>
        <a:p>
          <a:pPr rtl="1"/>
          <a:r>
            <a:rPr lang="ar" sz="1300" dirty="0">
              <a:latin typeface="Sakkal Majalla" panose="02000000000000000000" pitchFamily="2" charset="-78"/>
              <a:cs typeface="Sakkal Majalla" panose="02000000000000000000" pitchFamily="2" charset="-78"/>
            </a:rPr>
            <a:t>البحث والتطوير</a:t>
          </a:r>
        </a:p>
      </dgm:t>
    </dgm:pt>
    <dgm:pt modelId="{8089BFEB-E8B5-A640-9804-6F30790EA17A}" type="parTrans" cxnId="{076DB0D0-F89B-8E49-A2A7-61C681ADBC87}">
      <dgm:prSet/>
      <dgm:spPr/>
      <dgm:t>
        <a:bodyPr rtlCol="1"/>
        <a:lstStyle/>
        <a:p>
          <a:pPr rtl="1"/>
          <a:endParaRPr lang="en-GB"/>
        </a:p>
      </dgm:t>
    </dgm:pt>
    <dgm:pt modelId="{ED829011-49FA-6744-ADC8-9FCADD644D08}" type="sibTrans" cxnId="{076DB0D0-F89B-8E49-A2A7-61C681ADBC87}">
      <dgm:prSet/>
      <dgm:spPr/>
      <dgm:t>
        <a:bodyPr rtlCol="1"/>
        <a:lstStyle/>
        <a:p>
          <a:pPr rtl="1"/>
          <a:endParaRPr lang="en-GB"/>
        </a:p>
      </dgm:t>
    </dgm:pt>
    <dgm:pt modelId="{9C43F498-8F66-3F47-87D3-C9365CF18C09}">
      <dgm:prSet custT="1"/>
      <dgm:spPr/>
      <dgm:t>
        <a:bodyPr rtlCol="1"/>
        <a:lstStyle/>
        <a:p>
          <a:pPr rtl="1"/>
          <a:r>
            <a:rPr lang="ar" sz="1300" dirty="0">
              <a:latin typeface="Sakkal Majalla" panose="02000000000000000000" pitchFamily="2" charset="-78"/>
              <a:cs typeface="Sakkal Majalla" panose="02000000000000000000" pitchFamily="2" charset="-78"/>
            </a:rPr>
            <a:t>المشتريات</a:t>
          </a:r>
        </a:p>
      </dgm:t>
    </dgm:pt>
    <dgm:pt modelId="{FCD4CCC5-42CA-7343-8FF6-54C6F239553B}" type="parTrans" cxnId="{5616960E-2495-F546-8C39-C99CB8692B99}">
      <dgm:prSet/>
      <dgm:spPr/>
      <dgm:t>
        <a:bodyPr rtlCol="1"/>
        <a:lstStyle/>
        <a:p>
          <a:pPr rtl="1"/>
          <a:endParaRPr lang="en-GB"/>
        </a:p>
      </dgm:t>
    </dgm:pt>
    <dgm:pt modelId="{85304E0C-98AE-9649-A4C3-0D4DD387641C}" type="sibTrans" cxnId="{5616960E-2495-F546-8C39-C99CB8692B99}">
      <dgm:prSet/>
      <dgm:spPr/>
      <dgm:t>
        <a:bodyPr rtlCol="1"/>
        <a:lstStyle/>
        <a:p>
          <a:pPr rtl="1"/>
          <a:endParaRPr lang="en-GB"/>
        </a:p>
      </dgm:t>
    </dgm:pt>
    <dgm:pt modelId="{6049C12E-7A81-9E47-AF4F-8F99E1BA9DFD}" type="pres">
      <dgm:prSet presAssocID="{CD8369C5-2FBE-8447-BF19-65C1B8FA3757}" presName="compositeShape" presStyleCnt="0">
        <dgm:presLayoutVars>
          <dgm:chMax val="7"/>
          <dgm:dir val="rev"/>
          <dgm:resizeHandles val="exact"/>
        </dgm:presLayoutVars>
      </dgm:prSet>
      <dgm:spPr/>
    </dgm:pt>
    <dgm:pt modelId="{A53D42C5-9D50-8C45-99AE-ACC0BAF33E99}" type="pres">
      <dgm:prSet presAssocID="{CD8369C5-2FBE-8447-BF19-65C1B8FA3757}" presName="wedge1" presStyleLbl="node1" presStyleIdx="0" presStyleCnt="7"/>
      <dgm:spPr/>
    </dgm:pt>
    <dgm:pt modelId="{3DACD6E6-AB87-F149-9CCE-EE3A4D9CECCC}" type="pres">
      <dgm:prSet presAssocID="{CD8369C5-2FBE-8447-BF19-65C1B8FA3757}" presName="dummy1a" presStyleCnt="0"/>
      <dgm:spPr/>
    </dgm:pt>
    <dgm:pt modelId="{A50CB8DB-1CC0-0D47-B98B-4AB59948CD00}" type="pres">
      <dgm:prSet presAssocID="{CD8369C5-2FBE-8447-BF19-65C1B8FA3757}" presName="dummy1b" presStyleCnt="0"/>
      <dgm:spPr/>
    </dgm:pt>
    <dgm:pt modelId="{605F3A69-9D04-5240-9E81-7AEBDE2DACD1}" type="pres">
      <dgm:prSet presAssocID="{CD8369C5-2FBE-8447-BF19-65C1B8FA3757}" presName="wedge1Tx" presStyleLbl="node1" presStyleIdx="0" presStyleCnt="7">
        <dgm:presLayoutVars>
          <dgm:chMax val="0"/>
          <dgm:chPref val="0"/>
          <dgm:bulletEnabled val="1"/>
        </dgm:presLayoutVars>
      </dgm:prSet>
      <dgm:spPr/>
    </dgm:pt>
    <dgm:pt modelId="{A973721E-D208-814D-B40C-95F424BBBF50}" type="pres">
      <dgm:prSet presAssocID="{CD8369C5-2FBE-8447-BF19-65C1B8FA3757}" presName="wedge2" presStyleLbl="node1" presStyleIdx="1" presStyleCnt="7" custScaleX="104081" custScaleY="95434"/>
      <dgm:spPr/>
    </dgm:pt>
    <dgm:pt modelId="{82532654-E9B6-5D4C-8792-4D54ABEBC8ED}" type="pres">
      <dgm:prSet presAssocID="{CD8369C5-2FBE-8447-BF19-65C1B8FA3757}" presName="dummy2a" presStyleCnt="0"/>
      <dgm:spPr/>
    </dgm:pt>
    <dgm:pt modelId="{F851BE7C-DC5F-9D4B-B3ED-D2857444FE85}" type="pres">
      <dgm:prSet presAssocID="{CD8369C5-2FBE-8447-BF19-65C1B8FA3757}" presName="dummy2b" presStyleCnt="0"/>
      <dgm:spPr/>
    </dgm:pt>
    <dgm:pt modelId="{252ED3DD-9C83-4249-BF98-2D88B74069F3}" type="pres">
      <dgm:prSet presAssocID="{CD8369C5-2FBE-8447-BF19-65C1B8FA3757}" presName="wedge2Tx" presStyleLbl="node1" presStyleIdx="1" presStyleCnt="7">
        <dgm:presLayoutVars>
          <dgm:chMax val="0"/>
          <dgm:chPref val="0"/>
          <dgm:bulletEnabled val="1"/>
        </dgm:presLayoutVars>
      </dgm:prSet>
      <dgm:spPr/>
    </dgm:pt>
    <dgm:pt modelId="{94EEF2A4-ACC3-E248-80A3-C069D04129D3}" type="pres">
      <dgm:prSet presAssocID="{CD8369C5-2FBE-8447-BF19-65C1B8FA3757}" presName="wedge3" presStyleLbl="node1" presStyleIdx="2" presStyleCnt="7"/>
      <dgm:spPr/>
    </dgm:pt>
    <dgm:pt modelId="{9ABDB168-A583-4144-8EA7-DB63C77FFDD4}" type="pres">
      <dgm:prSet presAssocID="{CD8369C5-2FBE-8447-BF19-65C1B8FA3757}" presName="dummy3a" presStyleCnt="0"/>
      <dgm:spPr/>
    </dgm:pt>
    <dgm:pt modelId="{79C4C431-3F77-2845-8DE5-60C71BCE030F}" type="pres">
      <dgm:prSet presAssocID="{CD8369C5-2FBE-8447-BF19-65C1B8FA3757}" presName="dummy3b" presStyleCnt="0"/>
      <dgm:spPr/>
    </dgm:pt>
    <dgm:pt modelId="{9EECA2C5-813D-0942-A026-6E98334FEE79}" type="pres">
      <dgm:prSet presAssocID="{CD8369C5-2FBE-8447-BF19-65C1B8FA3757}" presName="wedge3Tx" presStyleLbl="node1" presStyleIdx="2" presStyleCnt="7">
        <dgm:presLayoutVars>
          <dgm:chMax val="0"/>
          <dgm:chPref val="0"/>
          <dgm:bulletEnabled val="1"/>
        </dgm:presLayoutVars>
      </dgm:prSet>
      <dgm:spPr/>
    </dgm:pt>
    <dgm:pt modelId="{B214D09C-F981-E74F-9277-99269D00AD40}" type="pres">
      <dgm:prSet presAssocID="{CD8369C5-2FBE-8447-BF19-65C1B8FA3757}" presName="wedge4" presStyleLbl="node1" presStyleIdx="3" presStyleCnt="7"/>
      <dgm:spPr/>
    </dgm:pt>
    <dgm:pt modelId="{321A0464-0999-9C4B-8D9F-F4E1FBCBEFD6}" type="pres">
      <dgm:prSet presAssocID="{CD8369C5-2FBE-8447-BF19-65C1B8FA3757}" presName="dummy4a" presStyleCnt="0"/>
      <dgm:spPr/>
    </dgm:pt>
    <dgm:pt modelId="{CF46DC3F-1640-E84D-95CA-56599B03875C}" type="pres">
      <dgm:prSet presAssocID="{CD8369C5-2FBE-8447-BF19-65C1B8FA3757}" presName="dummy4b" presStyleCnt="0"/>
      <dgm:spPr/>
    </dgm:pt>
    <dgm:pt modelId="{91E8E6DA-728C-DE43-A5D8-95D7693A16FE}" type="pres">
      <dgm:prSet presAssocID="{CD8369C5-2FBE-8447-BF19-65C1B8FA3757}" presName="wedge4Tx" presStyleLbl="node1" presStyleIdx="3" presStyleCnt="7">
        <dgm:presLayoutVars>
          <dgm:chMax val="0"/>
          <dgm:chPref val="0"/>
          <dgm:bulletEnabled val="1"/>
        </dgm:presLayoutVars>
      </dgm:prSet>
      <dgm:spPr/>
    </dgm:pt>
    <dgm:pt modelId="{0AC67A27-72AD-C449-8906-04C8FC3EA3A9}" type="pres">
      <dgm:prSet presAssocID="{CD8369C5-2FBE-8447-BF19-65C1B8FA3757}" presName="wedge5" presStyleLbl="node1" presStyleIdx="4" presStyleCnt="7"/>
      <dgm:spPr/>
    </dgm:pt>
    <dgm:pt modelId="{9B0819CA-3E7B-D943-A55C-EC86AC6F738F}" type="pres">
      <dgm:prSet presAssocID="{CD8369C5-2FBE-8447-BF19-65C1B8FA3757}" presName="dummy5a" presStyleCnt="0"/>
      <dgm:spPr/>
    </dgm:pt>
    <dgm:pt modelId="{5F7E977F-3299-C24D-ABA8-C693EB921B60}" type="pres">
      <dgm:prSet presAssocID="{CD8369C5-2FBE-8447-BF19-65C1B8FA3757}" presName="dummy5b" presStyleCnt="0"/>
      <dgm:spPr/>
    </dgm:pt>
    <dgm:pt modelId="{390F2F2F-6C35-0B40-9364-3048AC296CB1}" type="pres">
      <dgm:prSet presAssocID="{CD8369C5-2FBE-8447-BF19-65C1B8FA3757}" presName="wedge5Tx" presStyleLbl="node1" presStyleIdx="4" presStyleCnt="7">
        <dgm:presLayoutVars>
          <dgm:chMax val="0"/>
          <dgm:chPref val="0"/>
          <dgm:bulletEnabled val="1"/>
        </dgm:presLayoutVars>
      </dgm:prSet>
      <dgm:spPr/>
    </dgm:pt>
    <dgm:pt modelId="{3A2B80E9-68A3-454D-912C-729506E3F8C6}" type="pres">
      <dgm:prSet presAssocID="{CD8369C5-2FBE-8447-BF19-65C1B8FA3757}" presName="wedge6" presStyleLbl="node1" presStyleIdx="5" presStyleCnt="7"/>
      <dgm:spPr/>
    </dgm:pt>
    <dgm:pt modelId="{9EE1A288-7228-1A49-A32D-C48AF7A4C6D5}" type="pres">
      <dgm:prSet presAssocID="{CD8369C5-2FBE-8447-BF19-65C1B8FA3757}" presName="dummy6a" presStyleCnt="0"/>
      <dgm:spPr/>
    </dgm:pt>
    <dgm:pt modelId="{5B1E3589-849D-0248-9C9A-E50304573B76}" type="pres">
      <dgm:prSet presAssocID="{CD8369C5-2FBE-8447-BF19-65C1B8FA3757}" presName="dummy6b" presStyleCnt="0"/>
      <dgm:spPr/>
    </dgm:pt>
    <dgm:pt modelId="{C4DC12E5-FB23-674A-8990-7F8ADE5A2AFB}" type="pres">
      <dgm:prSet presAssocID="{CD8369C5-2FBE-8447-BF19-65C1B8FA3757}" presName="wedge6Tx" presStyleLbl="node1" presStyleIdx="5" presStyleCnt="7">
        <dgm:presLayoutVars>
          <dgm:chMax val="0"/>
          <dgm:chPref val="0"/>
          <dgm:bulletEnabled val="1"/>
        </dgm:presLayoutVars>
      </dgm:prSet>
      <dgm:spPr/>
    </dgm:pt>
    <dgm:pt modelId="{DDE9F09B-FBF4-3A45-851A-06FFD1F8A854}" type="pres">
      <dgm:prSet presAssocID="{CD8369C5-2FBE-8447-BF19-65C1B8FA3757}" presName="wedge7" presStyleLbl="node1" presStyleIdx="6" presStyleCnt="7"/>
      <dgm:spPr/>
    </dgm:pt>
    <dgm:pt modelId="{91D406C3-7DE8-2042-A8EC-B77643A7A63B}" type="pres">
      <dgm:prSet presAssocID="{CD8369C5-2FBE-8447-BF19-65C1B8FA3757}" presName="dummy7a" presStyleCnt="0"/>
      <dgm:spPr/>
    </dgm:pt>
    <dgm:pt modelId="{95E1FF44-2007-7040-814B-8905CAB683D7}" type="pres">
      <dgm:prSet presAssocID="{CD8369C5-2FBE-8447-BF19-65C1B8FA3757}" presName="dummy7b" presStyleCnt="0"/>
      <dgm:spPr/>
    </dgm:pt>
    <dgm:pt modelId="{A4033D1F-26E6-B24A-ADBB-F0103A08DE87}" type="pres">
      <dgm:prSet presAssocID="{CD8369C5-2FBE-8447-BF19-65C1B8FA3757}" presName="wedge7Tx" presStyleLbl="node1" presStyleIdx="6" presStyleCnt="7">
        <dgm:presLayoutVars>
          <dgm:chMax val="0"/>
          <dgm:chPref val="0"/>
          <dgm:bulletEnabled val="1"/>
        </dgm:presLayoutVars>
      </dgm:prSet>
      <dgm:spPr/>
    </dgm:pt>
    <dgm:pt modelId="{1064D80E-15AF-394D-B9AA-E4EBE6144417}" type="pres">
      <dgm:prSet presAssocID="{8B7BF294-8026-5741-8914-70AA27A854EF}" presName="arrowWedge1" presStyleLbl="fgSibTrans2D1" presStyleIdx="0" presStyleCnt="7"/>
      <dgm:spPr/>
    </dgm:pt>
    <dgm:pt modelId="{C8100AE5-1C1E-7A41-98E7-3F4D13D6D5FA}" type="pres">
      <dgm:prSet presAssocID="{34900738-01C2-E54E-B884-748683D5D1F8}" presName="arrowWedge2" presStyleLbl="fgSibTrans2D1" presStyleIdx="1" presStyleCnt="7"/>
      <dgm:spPr/>
    </dgm:pt>
    <dgm:pt modelId="{8FC5F092-065C-824B-94BB-9453B33B9A42}" type="pres">
      <dgm:prSet presAssocID="{11616DD8-8154-D34A-813F-2841B380B726}" presName="arrowWedge3" presStyleLbl="fgSibTrans2D1" presStyleIdx="2" presStyleCnt="7"/>
      <dgm:spPr/>
    </dgm:pt>
    <dgm:pt modelId="{2B7A0BBA-7E6A-6D46-985D-97F46E6E2F86}" type="pres">
      <dgm:prSet presAssocID="{2C63BEAD-B508-0D45-9ECB-EDF7581D66D6}" presName="arrowWedge4" presStyleLbl="fgSibTrans2D1" presStyleIdx="3" presStyleCnt="7"/>
      <dgm:spPr/>
    </dgm:pt>
    <dgm:pt modelId="{13795B54-530F-1C41-8A8D-D37E2F1A6C3B}" type="pres">
      <dgm:prSet presAssocID="{64FD8C73-0B53-D34B-9A78-B2D9D234CBA1}" presName="arrowWedge5" presStyleLbl="fgSibTrans2D1" presStyleIdx="4" presStyleCnt="7"/>
      <dgm:spPr/>
    </dgm:pt>
    <dgm:pt modelId="{7DE6562A-7A62-244D-ADE9-662AB30E9757}" type="pres">
      <dgm:prSet presAssocID="{ED829011-49FA-6744-ADC8-9FCADD644D08}" presName="arrowWedge6" presStyleLbl="fgSibTrans2D1" presStyleIdx="5" presStyleCnt="7"/>
      <dgm:spPr/>
    </dgm:pt>
    <dgm:pt modelId="{5B4205DB-3B7F-EE4A-B6CC-608CA3CF1F0D}" type="pres">
      <dgm:prSet presAssocID="{85304E0C-98AE-9649-A4C3-0D4DD387641C}" presName="arrowWedge7" presStyleLbl="fgSibTrans2D1" presStyleIdx="6" presStyleCnt="7"/>
      <dgm:spPr/>
    </dgm:pt>
  </dgm:ptLst>
  <dgm:cxnLst>
    <dgm:cxn modelId="{37DEA403-3B15-CE46-99C6-D83DD11BB9B0}" srcId="{CD8369C5-2FBE-8447-BF19-65C1B8FA3757}" destId="{9DB387CF-6865-2A44-A024-C1E525993EBE}" srcOrd="2" destOrd="0" parTransId="{92FB4969-90FF-BA4A-AE61-3D05B7CBA6AE}" sibTransId="{11616DD8-8154-D34A-813F-2841B380B726}"/>
    <dgm:cxn modelId="{5616960E-2495-F546-8C39-C99CB8692B99}" srcId="{CD8369C5-2FBE-8447-BF19-65C1B8FA3757}" destId="{9C43F498-8F66-3F47-87D3-C9365CF18C09}" srcOrd="6" destOrd="0" parTransId="{FCD4CCC5-42CA-7343-8FF6-54C6F239553B}" sibTransId="{85304E0C-98AE-9649-A4C3-0D4DD387641C}"/>
    <dgm:cxn modelId="{BBD02814-2278-4882-81E5-45C4455BE000}" type="presOf" srcId="{9DB387CF-6865-2A44-A024-C1E525993EBE}" destId="{390F2F2F-6C35-0B40-9364-3048AC296CB1}" srcOrd="1" destOrd="0" presId="urn:microsoft.com/office/officeart/2005/8/layout/cycle8"/>
    <dgm:cxn modelId="{9718A319-8837-4ECE-9700-2C072200F0B5}" type="presOf" srcId="{E34DA374-369D-FE4E-A365-93C6CFADE8C8}" destId="{DDE9F09B-FBF4-3A45-851A-06FFD1F8A854}" srcOrd="0" destOrd="0" presId="urn:microsoft.com/office/officeart/2005/8/layout/cycle8"/>
    <dgm:cxn modelId="{89E3BA1D-397C-485C-BC60-654EB58B5460}" type="presOf" srcId="{9C43F498-8F66-3F47-87D3-C9365CF18C09}" destId="{605F3A69-9D04-5240-9E81-7AEBDE2DACD1}" srcOrd="1" destOrd="0" presId="urn:microsoft.com/office/officeart/2005/8/layout/cycle8"/>
    <dgm:cxn modelId="{622CE921-C7D7-47A2-B0CB-C3FD192D6172}" type="presOf" srcId="{E90507C0-D8C6-984D-97BA-3A0E88EEA27C}" destId="{C4DC12E5-FB23-674A-8990-7F8ADE5A2AFB}" srcOrd="1" destOrd="0" presId="urn:microsoft.com/office/officeart/2005/8/layout/cycle8"/>
    <dgm:cxn modelId="{D99A543E-E59B-B148-A629-711B28B9C82F}" srcId="{CD8369C5-2FBE-8447-BF19-65C1B8FA3757}" destId="{A3AD4584-C6BA-5247-BA88-5D6B9DE6ED80}" srcOrd="4" destOrd="0" parTransId="{1C9E757C-C5C2-DA47-816C-A4F74FD5EB5B}" sibTransId="{64FD8C73-0B53-D34B-9A78-B2D9D234CBA1}"/>
    <dgm:cxn modelId="{E47CA541-913A-45AD-8D31-19D0FCADF0EC}" type="presOf" srcId="{8D98BDB4-54A0-E44F-AD48-5623232C058A}" destId="{A973721E-D208-814D-B40C-95F424BBBF50}" srcOrd="0" destOrd="0" presId="urn:microsoft.com/office/officeart/2005/8/layout/cycle8"/>
    <dgm:cxn modelId="{BAE85F45-8E6E-443C-BF38-6E445525B546}" type="presOf" srcId="{9DB387CF-6865-2A44-A024-C1E525993EBE}" destId="{0AC67A27-72AD-C449-8906-04C8FC3EA3A9}" srcOrd="0" destOrd="0" presId="urn:microsoft.com/office/officeart/2005/8/layout/cycle8"/>
    <dgm:cxn modelId="{4553364E-79CE-4064-8C96-A556C2FA12CB}" type="presOf" srcId="{9C43F498-8F66-3F47-87D3-C9365CF18C09}" destId="{A53D42C5-9D50-8C45-99AE-ACC0BAF33E99}" srcOrd="0" destOrd="0" presId="urn:microsoft.com/office/officeart/2005/8/layout/cycle8"/>
    <dgm:cxn modelId="{E01CF851-4EE0-EC47-A37B-7B414418BF58}" srcId="{CD8369C5-2FBE-8447-BF19-65C1B8FA3757}" destId="{E34DA374-369D-FE4E-A365-93C6CFADE8C8}" srcOrd="0" destOrd="0" parTransId="{F9D35ABB-7698-484A-9569-FC275D872E84}" sibTransId="{8B7BF294-8026-5741-8914-70AA27A854EF}"/>
    <dgm:cxn modelId="{65E94755-0749-7B40-8831-2FCDBF129FFB}" type="presOf" srcId="{77F101F9-2912-FA44-A0A7-62C04CDB615E}" destId="{B214D09C-F981-E74F-9277-99269D00AD40}" srcOrd="0" destOrd="0" presId="urn:microsoft.com/office/officeart/2005/8/layout/cycle8"/>
    <dgm:cxn modelId="{2DA2AB77-7973-BF47-AA65-F9A8C2599F58}" srcId="{CD8369C5-2FBE-8447-BF19-65C1B8FA3757}" destId="{E90507C0-D8C6-984D-97BA-3A0E88EEA27C}" srcOrd="1" destOrd="0" parTransId="{C708ED76-6EF7-AC43-87F2-232487C9F432}" sibTransId="{34900738-01C2-E54E-B884-748683D5D1F8}"/>
    <dgm:cxn modelId="{ED2EC993-B5A9-4734-85A6-6FEB53424F41}" type="presOf" srcId="{8D98BDB4-54A0-E44F-AD48-5623232C058A}" destId="{252ED3DD-9C83-4249-BF98-2D88B74069F3}" srcOrd="1" destOrd="0" presId="urn:microsoft.com/office/officeart/2005/8/layout/cycle8"/>
    <dgm:cxn modelId="{180015B2-6C01-6443-A19E-47EA2593924E}" srcId="{CD8369C5-2FBE-8447-BF19-65C1B8FA3757}" destId="{77F101F9-2912-FA44-A0A7-62C04CDB615E}" srcOrd="3" destOrd="0" parTransId="{1D158481-B131-9A45-88CC-465255656085}" sibTransId="{2C63BEAD-B508-0D45-9ECB-EDF7581D66D6}"/>
    <dgm:cxn modelId="{C7D540B9-42E0-4250-A256-7B1A12C2989D}" type="presOf" srcId="{E34DA374-369D-FE4E-A365-93C6CFADE8C8}" destId="{A4033D1F-26E6-B24A-ADBB-F0103A08DE87}" srcOrd="1" destOrd="0" presId="urn:microsoft.com/office/officeart/2005/8/layout/cycle8"/>
    <dgm:cxn modelId="{431374BA-59CD-4E9D-BB92-3F34697C2E12}" type="presOf" srcId="{E90507C0-D8C6-984D-97BA-3A0E88EEA27C}" destId="{3A2B80E9-68A3-454D-912C-729506E3F8C6}" srcOrd="0" destOrd="0" presId="urn:microsoft.com/office/officeart/2005/8/layout/cycle8"/>
    <dgm:cxn modelId="{D48F64C7-2840-B24F-A851-EA0B944D1FE3}" type="presOf" srcId="{CD8369C5-2FBE-8447-BF19-65C1B8FA3757}" destId="{6049C12E-7A81-9E47-AF4F-8F99E1BA9DFD}" srcOrd="0" destOrd="0" presId="urn:microsoft.com/office/officeart/2005/8/layout/cycle8"/>
    <dgm:cxn modelId="{076DB0D0-F89B-8E49-A2A7-61C681ADBC87}" srcId="{CD8369C5-2FBE-8447-BF19-65C1B8FA3757}" destId="{8D98BDB4-54A0-E44F-AD48-5623232C058A}" srcOrd="5" destOrd="0" parTransId="{8089BFEB-E8B5-A640-9804-6F30790EA17A}" sibTransId="{ED829011-49FA-6744-ADC8-9FCADD644D08}"/>
    <dgm:cxn modelId="{613E31E4-A294-4619-B9D1-31AADC0737E5}" type="presOf" srcId="{A3AD4584-C6BA-5247-BA88-5D6B9DE6ED80}" destId="{94EEF2A4-ACC3-E248-80A3-C069D04129D3}" srcOrd="0" destOrd="0" presId="urn:microsoft.com/office/officeart/2005/8/layout/cycle8"/>
    <dgm:cxn modelId="{DBDFAEEE-3FF4-41FD-AC81-09A16665684A}" type="presOf" srcId="{A3AD4584-C6BA-5247-BA88-5D6B9DE6ED80}" destId="{9EECA2C5-813D-0942-A026-6E98334FEE79}" srcOrd="1" destOrd="0" presId="urn:microsoft.com/office/officeart/2005/8/layout/cycle8"/>
    <dgm:cxn modelId="{97BB41F5-67FE-1844-94E8-C47AA5D2C737}" type="presOf" srcId="{77F101F9-2912-FA44-A0A7-62C04CDB615E}" destId="{91E8E6DA-728C-DE43-A5D8-95D7693A16FE}" srcOrd="1" destOrd="0" presId="urn:microsoft.com/office/officeart/2005/8/layout/cycle8"/>
    <dgm:cxn modelId="{728FA891-0940-144A-8286-83C6450F0CE4}" type="presParOf" srcId="{6049C12E-7A81-9E47-AF4F-8F99E1BA9DFD}" destId="{A53D42C5-9D50-8C45-99AE-ACC0BAF33E99}" srcOrd="0" destOrd="0" presId="urn:microsoft.com/office/officeart/2005/8/layout/cycle8"/>
    <dgm:cxn modelId="{8A59C9AC-AB58-6846-86EC-A4F952C9AC4E}" type="presParOf" srcId="{6049C12E-7A81-9E47-AF4F-8F99E1BA9DFD}" destId="{3DACD6E6-AB87-F149-9CCE-EE3A4D9CECCC}" srcOrd="1" destOrd="0" presId="urn:microsoft.com/office/officeart/2005/8/layout/cycle8"/>
    <dgm:cxn modelId="{1FF2827F-7707-4946-B6D0-8507FA8EC6D2}" type="presParOf" srcId="{6049C12E-7A81-9E47-AF4F-8F99E1BA9DFD}" destId="{A50CB8DB-1CC0-0D47-B98B-4AB59948CD00}" srcOrd="2" destOrd="0" presId="urn:microsoft.com/office/officeart/2005/8/layout/cycle8"/>
    <dgm:cxn modelId="{E5D17C93-168C-4245-A34E-D6E7F58E6EE3}" type="presParOf" srcId="{6049C12E-7A81-9E47-AF4F-8F99E1BA9DFD}" destId="{605F3A69-9D04-5240-9E81-7AEBDE2DACD1}" srcOrd="3" destOrd="0" presId="urn:microsoft.com/office/officeart/2005/8/layout/cycle8"/>
    <dgm:cxn modelId="{26104877-C482-1B47-85D6-180089BE69FE}" type="presParOf" srcId="{6049C12E-7A81-9E47-AF4F-8F99E1BA9DFD}" destId="{A973721E-D208-814D-B40C-95F424BBBF50}" srcOrd="4" destOrd="0" presId="urn:microsoft.com/office/officeart/2005/8/layout/cycle8"/>
    <dgm:cxn modelId="{F03F8723-C7FA-204C-87BA-DF9F5564AFC1}" type="presParOf" srcId="{6049C12E-7A81-9E47-AF4F-8F99E1BA9DFD}" destId="{82532654-E9B6-5D4C-8792-4D54ABEBC8ED}" srcOrd="5" destOrd="0" presId="urn:microsoft.com/office/officeart/2005/8/layout/cycle8"/>
    <dgm:cxn modelId="{FF465EA2-6123-9E46-80C7-A46547611FA6}" type="presParOf" srcId="{6049C12E-7A81-9E47-AF4F-8F99E1BA9DFD}" destId="{F851BE7C-DC5F-9D4B-B3ED-D2857444FE85}" srcOrd="6" destOrd="0" presId="urn:microsoft.com/office/officeart/2005/8/layout/cycle8"/>
    <dgm:cxn modelId="{B57585D5-E5FF-DC43-9359-D5F7BCB95F1A}" type="presParOf" srcId="{6049C12E-7A81-9E47-AF4F-8F99E1BA9DFD}" destId="{252ED3DD-9C83-4249-BF98-2D88B74069F3}" srcOrd="7" destOrd="0" presId="urn:microsoft.com/office/officeart/2005/8/layout/cycle8"/>
    <dgm:cxn modelId="{839ED2CE-FC74-DC41-B97C-75124E22BA06}" type="presParOf" srcId="{6049C12E-7A81-9E47-AF4F-8F99E1BA9DFD}" destId="{94EEF2A4-ACC3-E248-80A3-C069D04129D3}" srcOrd="8" destOrd="0" presId="urn:microsoft.com/office/officeart/2005/8/layout/cycle8"/>
    <dgm:cxn modelId="{F3A81E65-D666-DF48-AFF5-902A15A64687}" type="presParOf" srcId="{6049C12E-7A81-9E47-AF4F-8F99E1BA9DFD}" destId="{9ABDB168-A583-4144-8EA7-DB63C77FFDD4}" srcOrd="9" destOrd="0" presId="urn:microsoft.com/office/officeart/2005/8/layout/cycle8"/>
    <dgm:cxn modelId="{5F4821C0-E28D-1149-AF83-6212EEEF14BA}" type="presParOf" srcId="{6049C12E-7A81-9E47-AF4F-8F99E1BA9DFD}" destId="{79C4C431-3F77-2845-8DE5-60C71BCE030F}" srcOrd="10" destOrd="0" presId="urn:microsoft.com/office/officeart/2005/8/layout/cycle8"/>
    <dgm:cxn modelId="{B8474604-3FD1-2A46-A774-9D0296B261CE}" type="presParOf" srcId="{6049C12E-7A81-9E47-AF4F-8F99E1BA9DFD}" destId="{9EECA2C5-813D-0942-A026-6E98334FEE79}" srcOrd="11" destOrd="0" presId="urn:microsoft.com/office/officeart/2005/8/layout/cycle8"/>
    <dgm:cxn modelId="{D4D84F5F-8454-F844-834D-58F161097A42}" type="presParOf" srcId="{6049C12E-7A81-9E47-AF4F-8F99E1BA9DFD}" destId="{B214D09C-F981-E74F-9277-99269D00AD40}" srcOrd="12" destOrd="0" presId="urn:microsoft.com/office/officeart/2005/8/layout/cycle8"/>
    <dgm:cxn modelId="{A109E358-4BEA-C04F-95C6-FA4A7C325C79}" type="presParOf" srcId="{6049C12E-7A81-9E47-AF4F-8F99E1BA9DFD}" destId="{321A0464-0999-9C4B-8D9F-F4E1FBCBEFD6}" srcOrd="13" destOrd="0" presId="urn:microsoft.com/office/officeart/2005/8/layout/cycle8"/>
    <dgm:cxn modelId="{B55438A3-4678-6A41-BD0A-6090CC78AE95}" type="presParOf" srcId="{6049C12E-7A81-9E47-AF4F-8F99E1BA9DFD}" destId="{CF46DC3F-1640-E84D-95CA-56599B03875C}" srcOrd="14" destOrd="0" presId="urn:microsoft.com/office/officeart/2005/8/layout/cycle8"/>
    <dgm:cxn modelId="{2A30C63D-F8DC-D84E-9184-C160A727E4A7}" type="presParOf" srcId="{6049C12E-7A81-9E47-AF4F-8F99E1BA9DFD}" destId="{91E8E6DA-728C-DE43-A5D8-95D7693A16FE}" srcOrd="15" destOrd="0" presId="urn:microsoft.com/office/officeart/2005/8/layout/cycle8"/>
    <dgm:cxn modelId="{F326C457-592B-D04B-9B27-FEE35461577D}" type="presParOf" srcId="{6049C12E-7A81-9E47-AF4F-8F99E1BA9DFD}" destId="{0AC67A27-72AD-C449-8906-04C8FC3EA3A9}" srcOrd="16" destOrd="0" presId="urn:microsoft.com/office/officeart/2005/8/layout/cycle8"/>
    <dgm:cxn modelId="{FE2F9438-BD49-F746-954C-E7B056BFA4A1}" type="presParOf" srcId="{6049C12E-7A81-9E47-AF4F-8F99E1BA9DFD}" destId="{9B0819CA-3E7B-D943-A55C-EC86AC6F738F}" srcOrd="17" destOrd="0" presId="urn:microsoft.com/office/officeart/2005/8/layout/cycle8"/>
    <dgm:cxn modelId="{06C25164-8B36-E04C-AA37-A87577E2EA40}" type="presParOf" srcId="{6049C12E-7A81-9E47-AF4F-8F99E1BA9DFD}" destId="{5F7E977F-3299-C24D-ABA8-C693EB921B60}" srcOrd="18" destOrd="0" presId="urn:microsoft.com/office/officeart/2005/8/layout/cycle8"/>
    <dgm:cxn modelId="{18C0A70D-DA01-4B4A-8677-46A6B9694547}" type="presParOf" srcId="{6049C12E-7A81-9E47-AF4F-8F99E1BA9DFD}" destId="{390F2F2F-6C35-0B40-9364-3048AC296CB1}" srcOrd="19" destOrd="0" presId="urn:microsoft.com/office/officeart/2005/8/layout/cycle8"/>
    <dgm:cxn modelId="{274E6D40-AA97-984E-B9AB-59E9AD55BB96}" type="presParOf" srcId="{6049C12E-7A81-9E47-AF4F-8F99E1BA9DFD}" destId="{3A2B80E9-68A3-454D-912C-729506E3F8C6}" srcOrd="20" destOrd="0" presId="urn:microsoft.com/office/officeart/2005/8/layout/cycle8"/>
    <dgm:cxn modelId="{EC396F21-F6D4-8E48-A967-F087FFB7624D}" type="presParOf" srcId="{6049C12E-7A81-9E47-AF4F-8F99E1BA9DFD}" destId="{9EE1A288-7228-1A49-A32D-C48AF7A4C6D5}" srcOrd="21" destOrd="0" presId="urn:microsoft.com/office/officeart/2005/8/layout/cycle8"/>
    <dgm:cxn modelId="{0D2D80E6-2816-364F-8B89-2886DB16517F}" type="presParOf" srcId="{6049C12E-7A81-9E47-AF4F-8F99E1BA9DFD}" destId="{5B1E3589-849D-0248-9C9A-E50304573B76}" srcOrd="22" destOrd="0" presId="urn:microsoft.com/office/officeart/2005/8/layout/cycle8"/>
    <dgm:cxn modelId="{E8C1DCF4-F97E-E945-8D42-774F2B3BF0BA}" type="presParOf" srcId="{6049C12E-7A81-9E47-AF4F-8F99E1BA9DFD}" destId="{C4DC12E5-FB23-674A-8990-7F8ADE5A2AFB}" srcOrd="23" destOrd="0" presId="urn:microsoft.com/office/officeart/2005/8/layout/cycle8"/>
    <dgm:cxn modelId="{AF67B042-8528-6A4E-9D35-B184CF803D91}" type="presParOf" srcId="{6049C12E-7A81-9E47-AF4F-8F99E1BA9DFD}" destId="{DDE9F09B-FBF4-3A45-851A-06FFD1F8A854}" srcOrd="24" destOrd="0" presId="urn:microsoft.com/office/officeart/2005/8/layout/cycle8"/>
    <dgm:cxn modelId="{60BF3333-1702-CD40-A673-F50EE23B9646}" type="presParOf" srcId="{6049C12E-7A81-9E47-AF4F-8F99E1BA9DFD}" destId="{91D406C3-7DE8-2042-A8EC-B77643A7A63B}" srcOrd="25" destOrd="0" presId="urn:microsoft.com/office/officeart/2005/8/layout/cycle8"/>
    <dgm:cxn modelId="{016BE528-D0A4-9D48-93A5-BDBACEBD95E7}" type="presParOf" srcId="{6049C12E-7A81-9E47-AF4F-8F99E1BA9DFD}" destId="{95E1FF44-2007-7040-814B-8905CAB683D7}" srcOrd="26" destOrd="0" presId="urn:microsoft.com/office/officeart/2005/8/layout/cycle8"/>
    <dgm:cxn modelId="{09731E9C-A9D1-2D49-9745-C8E8CAA1434D}" type="presParOf" srcId="{6049C12E-7A81-9E47-AF4F-8F99E1BA9DFD}" destId="{A4033D1F-26E6-B24A-ADBB-F0103A08DE87}" srcOrd="27" destOrd="0" presId="urn:microsoft.com/office/officeart/2005/8/layout/cycle8"/>
    <dgm:cxn modelId="{420073D4-4F76-FF43-B5A0-A31BA0BA7B28}" type="presParOf" srcId="{6049C12E-7A81-9E47-AF4F-8F99E1BA9DFD}" destId="{1064D80E-15AF-394D-B9AA-E4EBE6144417}" srcOrd="28" destOrd="0" presId="urn:microsoft.com/office/officeart/2005/8/layout/cycle8"/>
    <dgm:cxn modelId="{496CF064-588D-F944-AF57-9CBC8A3BB29E}" type="presParOf" srcId="{6049C12E-7A81-9E47-AF4F-8F99E1BA9DFD}" destId="{C8100AE5-1C1E-7A41-98E7-3F4D13D6D5FA}" srcOrd="29" destOrd="0" presId="urn:microsoft.com/office/officeart/2005/8/layout/cycle8"/>
    <dgm:cxn modelId="{1447F181-9B80-894D-A45B-A72C2862A50C}" type="presParOf" srcId="{6049C12E-7A81-9E47-AF4F-8F99E1BA9DFD}" destId="{8FC5F092-065C-824B-94BB-9453B33B9A42}" srcOrd="30" destOrd="0" presId="urn:microsoft.com/office/officeart/2005/8/layout/cycle8"/>
    <dgm:cxn modelId="{37786C06-F9D0-EE43-9476-07F390DEBBF1}" type="presParOf" srcId="{6049C12E-7A81-9E47-AF4F-8F99E1BA9DFD}" destId="{2B7A0BBA-7E6A-6D46-985D-97F46E6E2F86}" srcOrd="31" destOrd="0" presId="urn:microsoft.com/office/officeart/2005/8/layout/cycle8"/>
    <dgm:cxn modelId="{8D86E18F-7D67-424E-9345-1C793EC4922B}" type="presParOf" srcId="{6049C12E-7A81-9E47-AF4F-8F99E1BA9DFD}" destId="{13795B54-530F-1C41-8A8D-D37E2F1A6C3B}" srcOrd="32" destOrd="0" presId="urn:microsoft.com/office/officeart/2005/8/layout/cycle8"/>
    <dgm:cxn modelId="{D711311A-7A42-3A4F-B285-A95C762DEE91}" type="presParOf" srcId="{6049C12E-7A81-9E47-AF4F-8F99E1BA9DFD}" destId="{7DE6562A-7A62-244D-ADE9-662AB30E9757}" srcOrd="33" destOrd="0" presId="urn:microsoft.com/office/officeart/2005/8/layout/cycle8"/>
    <dgm:cxn modelId="{B2504246-99BB-7348-B021-2EE515390705}" type="presParOf" srcId="{6049C12E-7A81-9E47-AF4F-8F99E1BA9DFD}" destId="{5B4205DB-3B7F-EE4A-B6CC-608CA3CF1F0D}" srcOrd="3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D42C5-9D50-8C45-99AE-ACC0BAF33E99}">
      <dsp:nvSpPr>
        <dsp:cNvPr id="0" name=""/>
        <dsp:cNvSpPr/>
      </dsp:nvSpPr>
      <dsp:spPr>
        <a:xfrm>
          <a:off x="1467197" y="262841"/>
          <a:ext cx="3619452" cy="3619452"/>
        </a:xfrm>
        <a:prstGeom prst="pie">
          <a:avLst>
            <a:gd name="adj1" fmla="val 16200000"/>
            <a:gd name="adj2" fmla="val 1928571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المشتريات</a:t>
          </a:r>
        </a:p>
      </dsp:txBody>
      <dsp:txXfrm>
        <a:off x="3368702" y="598933"/>
        <a:ext cx="861774" cy="689419"/>
      </dsp:txXfrm>
    </dsp:sp>
    <dsp:sp modelId="{A973721E-D208-814D-B40C-95F424BBBF50}">
      <dsp:nvSpPr>
        <dsp:cNvPr id="0" name=""/>
        <dsp:cNvSpPr/>
      </dsp:nvSpPr>
      <dsp:spPr>
        <a:xfrm>
          <a:off x="1439878" y="403643"/>
          <a:ext cx="3767162" cy="3454188"/>
        </a:xfrm>
        <a:prstGeom prst="pie">
          <a:avLst>
            <a:gd name="adj1" fmla="val 19285716"/>
            <a:gd name="adj2" fmla="val 77142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البحث والتطوير</a:t>
          </a:r>
        </a:p>
      </dsp:txBody>
      <dsp:txXfrm>
        <a:off x="3998409" y="1655786"/>
        <a:ext cx="1031484" cy="575698"/>
      </dsp:txXfrm>
    </dsp:sp>
    <dsp:sp modelId="{94EEF2A4-ACC3-E248-80A3-C069D04129D3}">
      <dsp:nvSpPr>
        <dsp:cNvPr id="0" name=""/>
        <dsp:cNvSpPr/>
      </dsp:nvSpPr>
      <dsp:spPr>
        <a:xfrm>
          <a:off x="1496928" y="394261"/>
          <a:ext cx="3619452" cy="3619452"/>
        </a:xfrm>
        <a:prstGeom prst="pie">
          <a:avLst>
            <a:gd name="adj1" fmla="val 771428"/>
            <a:gd name="adj2" fmla="val 3857143"/>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العمليات التشغيلية</a:t>
          </a:r>
        </a:p>
      </dsp:txBody>
      <dsp:txXfrm>
        <a:off x="3821134" y="2537925"/>
        <a:ext cx="861774" cy="667875"/>
      </dsp:txXfrm>
    </dsp:sp>
    <dsp:sp modelId="{B214D09C-F981-E74F-9277-99269D00AD40}">
      <dsp:nvSpPr>
        <dsp:cNvPr id="0" name=""/>
        <dsp:cNvSpPr/>
      </dsp:nvSpPr>
      <dsp:spPr>
        <a:xfrm>
          <a:off x="1429710" y="426578"/>
          <a:ext cx="3619452" cy="3619452"/>
        </a:xfrm>
        <a:prstGeom prst="pie">
          <a:avLst>
            <a:gd name="adj1" fmla="val 3857226"/>
            <a:gd name="adj2" fmla="val 694285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التسويق</a:t>
          </a:r>
        </a:p>
      </dsp:txBody>
      <dsp:txXfrm>
        <a:off x="2819321" y="3270433"/>
        <a:ext cx="840230" cy="603242"/>
      </dsp:txXfrm>
    </dsp:sp>
    <dsp:sp modelId="{0AC67A27-72AD-C449-8906-04C8FC3EA3A9}">
      <dsp:nvSpPr>
        <dsp:cNvPr id="0" name=""/>
        <dsp:cNvSpPr/>
      </dsp:nvSpPr>
      <dsp:spPr>
        <a:xfrm>
          <a:off x="1362491" y="394261"/>
          <a:ext cx="3619452" cy="3619452"/>
        </a:xfrm>
        <a:prstGeom prst="pie">
          <a:avLst>
            <a:gd name="adj1" fmla="val 6942858"/>
            <a:gd name="adj2" fmla="val 10028574"/>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المبيعات</a:t>
          </a:r>
        </a:p>
      </dsp:txBody>
      <dsp:txXfrm>
        <a:off x="1795964" y="2537925"/>
        <a:ext cx="861774" cy="667875"/>
      </dsp:txXfrm>
    </dsp:sp>
    <dsp:sp modelId="{3A2B80E9-68A3-454D-912C-729506E3F8C6}">
      <dsp:nvSpPr>
        <dsp:cNvPr id="0" name=""/>
        <dsp:cNvSpPr/>
      </dsp:nvSpPr>
      <dsp:spPr>
        <a:xfrm>
          <a:off x="1345687" y="321010"/>
          <a:ext cx="3619452" cy="3619452"/>
        </a:xfrm>
        <a:prstGeom prst="pie">
          <a:avLst>
            <a:gd name="adj1" fmla="val 10028574"/>
            <a:gd name="adj2" fmla="val 13114284"/>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الشؤون المالية</a:t>
          </a:r>
        </a:p>
      </dsp:txBody>
      <dsp:txXfrm>
        <a:off x="1515887" y="1633062"/>
        <a:ext cx="991040" cy="603242"/>
      </dsp:txXfrm>
    </dsp:sp>
    <dsp:sp modelId="{DDE9F09B-FBF4-3A45-851A-06FFD1F8A854}">
      <dsp:nvSpPr>
        <dsp:cNvPr id="0" name=""/>
        <dsp:cNvSpPr/>
      </dsp:nvSpPr>
      <dsp:spPr>
        <a:xfrm>
          <a:off x="1392223" y="262841"/>
          <a:ext cx="3619452" cy="3619452"/>
        </a:xfrm>
        <a:prstGeom prst="pie">
          <a:avLst>
            <a:gd name="adj1" fmla="val 13114284"/>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الموارد البشرية</a:t>
          </a:r>
        </a:p>
      </dsp:txBody>
      <dsp:txXfrm>
        <a:off x="2248395" y="598933"/>
        <a:ext cx="861774" cy="689419"/>
      </dsp:txXfrm>
    </dsp:sp>
    <dsp:sp modelId="{1064D80E-15AF-394D-B9AA-E4EBE6144417}">
      <dsp:nvSpPr>
        <dsp:cNvPr id="0" name=""/>
        <dsp:cNvSpPr/>
      </dsp:nvSpPr>
      <dsp:spPr>
        <a:xfrm>
          <a:off x="1242955" y="38779"/>
          <a:ext cx="4067575" cy="4067575"/>
        </a:xfrm>
        <a:prstGeom prst="leftCircularArrow">
          <a:avLst>
            <a:gd name="adj1" fmla="val 5085"/>
            <a:gd name="adj2" fmla="val 327528"/>
            <a:gd name="adj3" fmla="val 16527871"/>
            <a:gd name="adj4" fmla="val 19285355"/>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100AE5-1C1E-7A41-98E7-3F4D13D6D5FA}">
      <dsp:nvSpPr>
        <dsp:cNvPr id="0" name=""/>
        <dsp:cNvSpPr/>
      </dsp:nvSpPr>
      <dsp:spPr>
        <a:xfrm>
          <a:off x="1289049" y="98029"/>
          <a:ext cx="4067575" cy="4067575"/>
        </a:xfrm>
        <a:prstGeom prst="leftCircularArrow">
          <a:avLst>
            <a:gd name="adj1" fmla="val 5085"/>
            <a:gd name="adj2" fmla="val 327528"/>
            <a:gd name="adj3" fmla="val 19613305"/>
            <a:gd name="adj4" fmla="val 771273"/>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C5F092-065C-824B-94BB-9453B33B9A42}">
      <dsp:nvSpPr>
        <dsp:cNvPr id="0" name=""/>
        <dsp:cNvSpPr/>
      </dsp:nvSpPr>
      <dsp:spPr>
        <a:xfrm>
          <a:off x="1272920" y="170288"/>
          <a:ext cx="4067575" cy="4067575"/>
        </a:xfrm>
        <a:prstGeom prst="leftCircularArrow">
          <a:avLst>
            <a:gd name="adj1" fmla="val 5085"/>
            <a:gd name="adj2" fmla="val 327528"/>
            <a:gd name="adj3" fmla="val 1098293"/>
            <a:gd name="adj4" fmla="val 3856629"/>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7A0BBA-7E6A-6D46-985D-97F46E6E2F86}">
      <dsp:nvSpPr>
        <dsp:cNvPr id="0" name=""/>
        <dsp:cNvSpPr/>
      </dsp:nvSpPr>
      <dsp:spPr>
        <a:xfrm>
          <a:off x="1205648" y="202422"/>
          <a:ext cx="4067575" cy="4067575"/>
        </a:xfrm>
        <a:prstGeom prst="leftCircularArrow">
          <a:avLst>
            <a:gd name="adj1" fmla="val 5085"/>
            <a:gd name="adj2" fmla="val 327528"/>
            <a:gd name="adj3" fmla="val 4184954"/>
            <a:gd name="adj4" fmla="val 6942574"/>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3795B54-530F-1C41-8A8D-D37E2F1A6C3B}">
      <dsp:nvSpPr>
        <dsp:cNvPr id="0" name=""/>
        <dsp:cNvSpPr/>
      </dsp:nvSpPr>
      <dsp:spPr>
        <a:xfrm>
          <a:off x="1138377" y="170288"/>
          <a:ext cx="4067575" cy="4067575"/>
        </a:xfrm>
        <a:prstGeom prst="leftCircularArrow">
          <a:avLst>
            <a:gd name="adj1" fmla="val 5085"/>
            <a:gd name="adj2" fmla="val 327528"/>
            <a:gd name="adj3" fmla="val 7270900"/>
            <a:gd name="adj4" fmla="val 10029236"/>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DE6562A-7A62-244D-ADE9-662AB30E9757}">
      <dsp:nvSpPr>
        <dsp:cNvPr id="0" name=""/>
        <dsp:cNvSpPr/>
      </dsp:nvSpPr>
      <dsp:spPr>
        <a:xfrm>
          <a:off x="1121513" y="97207"/>
          <a:ext cx="4067575" cy="4067575"/>
        </a:xfrm>
        <a:prstGeom prst="leftCircularArrow">
          <a:avLst>
            <a:gd name="adj1" fmla="val 5085"/>
            <a:gd name="adj2" fmla="val 327528"/>
            <a:gd name="adj3" fmla="val 10356256"/>
            <a:gd name="adj4" fmla="val 13114224"/>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B4205DB-3B7F-EE4A-B6CC-608CA3CF1F0D}">
      <dsp:nvSpPr>
        <dsp:cNvPr id="0" name=""/>
        <dsp:cNvSpPr/>
      </dsp:nvSpPr>
      <dsp:spPr>
        <a:xfrm>
          <a:off x="1168342" y="38779"/>
          <a:ext cx="4067575" cy="4067575"/>
        </a:xfrm>
        <a:prstGeom prst="leftCircularArrow">
          <a:avLst>
            <a:gd name="adj1" fmla="val 5085"/>
            <a:gd name="adj2" fmla="val 327528"/>
            <a:gd name="adj3" fmla="val 13442173"/>
            <a:gd name="adj4" fmla="val 16199657"/>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A basic introduction to the unit.</a:t>
            </a:r>
          </a:p>
          <a:p>
            <a:pPr rtl="1"/>
            <a:endParaRPr lang="en-GB" altLang="en-US" b="1" dirty="0"/>
          </a:p>
          <a:p>
            <a:pPr rtl="1"/>
            <a:r>
              <a:rPr lang="ar" b="1" dirty="0"/>
              <a:t>Useful websites:</a:t>
            </a:r>
          </a:p>
          <a:p>
            <a:pPr rtl="1"/>
            <a:endParaRPr lang="en-GB" altLang="en-US" b="1" dirty="0"/>
          </a:p>
          <a:p>
            <a:pPr rtl="1"/>
            <a:r>
              <a:rPr lang="ar" b="0" dirty="0"/>
              <a:t>Country dependant.</a:t>
            </a:r>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dirty="0"/>
              <a:t>An outline of the three main learning aims in the unit.</a:t>
            </a:r>
          </a:p>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1352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40458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93104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60879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69994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05988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46357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454804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94774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63337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97904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10880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71153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1968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62686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41108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02037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141405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61465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311347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1683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934672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rotWithShape="1">
          <a:blip r:embed="rId16" cstate="print">
            <a:extLst>
              <a:ext uri="{28A0092B-C50C-407E-A947-70E740481C1C}">
                <a14:useLocalDpi xmlns:a14="http://schemas.microsoft.com/office/drawing/2010/main"/>
              </a:ext>
            </a:extLst>
          </a:blip>
          <a:srcRect r="36613"/>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
        <p:nvSpPr>
          <p:cNvPr id="2" name="Rectangle 1">
            <a:extLst>
              <a:ext uri="{FF2B5EF4-FFF2-40B4-BE49-F238E27FC236}">
                <a16:creationId xmlns:a16="http://schemas.microsoft.com/office/drawing/2014/main" id="{47F7C302-99D1-8055-FABE-2D179B10C6BE}"/>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a:t>
            </a:r>
            <a:r>
              <a:rPr lang="ar" sz="2500" b="1">
                <a:latin typeface="Sakkal Majalla" panose="02000000000000000000" pitchFamily="2" charset="-78"/>
                <a:cs typeface="Sakkal Majalla" panose="02000000000000000000" pitchFamily="2" charset="-78"/>
              </a:rPr>
              <a:t>المستوى </a:t>
            </a:r>
            <a:r>
              <a:rPr lang="ar-EG" sz="2500" b="1">
                <a:latin typeface="Sakkal Majalla" panose="02000000000000000000" pitchFamily="2" charset="-78"/>
                <a:cs typeface="Sakkal Majalla" panose="02000000000000000000" pitchFamily="2" charset="-78"/>
              </a:rPr>
              <a:t>3</a:t>
            </a:r>
            <a:endParaRPr lang="en-US" sz="2500" b="1" dirty="0">
              <a:latin typeface="Sakkal Majalla" panose="02000000000000000000" pitchFamily="2" charset="-78"/>
              <a:cs typeface="Sakkal Majalla" panose="02000000000000000000" pitchFamily="2" charset="-78"/>
            </a:endParaRPr>
          </a:p>
          <a:p>
            <a:pPr algn="l">
              <a:lnSpc>
                <a:spcPct val="110000"/>
              </a:lnSpc>
            </a:pPr>
            <a:r>
              <a:rPr lang="ar-EG" sz="2500" b="1">
                <a:latin typeface="Sakkal Majalla" panose="02000000000000000000" pitchFamily="2" charset="-78"/>
                <a:cs typeface="Sakkal Majalla" panose="02000000000000000000" pitchFamily="2" charset="-78"/>
              </a:rPr>
              <a:t>الهندسة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7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5" Type="http://schemas.openxmlformats.org/officeDocument/2006/relationships/image" Target="../media/image17.jpe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68.xml"/><Relationship Id="rId4" Type="http://schemas.openxmlformats.org/officeDocument/2006/relationships/image" Target="../media/image21.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2.jpg"/></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4 </a:t>
            </a:r>
            <a:br>
              <a:rPr lang="en-GB" altLang="en-US" sz="4600" dirty="0"/>
            </a:br>
            <a:r>
              <a:rPr lang="ar" sz="4600" dirty="0"/>
              <a:t>مبادئ التجارة والجودة التطبيقية في الهندسة</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F795B936-C16A-D90C-258F-69BD7433903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6752"/>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مبادئ التجارة والجودة التطبيقية في الهندسة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8" y="1844824"/>
            <a:ext cx="8317432"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endParaRPr lang="en-GB" altLang="en-US" sz="2200" dirty="0"/>
          </a:p>
          <a:p>
            <a:pPr rtl="1"/>
            <a:r>
              <a:rPr lang="ar" sz="2200" dirty="0"/>
              <a:t>تحتاج المؤسسات الهندسية الناجحة إلى الحفاظ على ميزة تنافسية في السوق. ولتحقيق ذلك، تعمل المؤسسات باستمرار على تقييم جودة المنتجات والبحث عن الابتكار وإدارة التكاليف.</a:t>
            </a:r>
          </a:p>
          <a:p>
            <a:pPr rtl="1"/>
            <a:r>
              <a:rPr lang="ar" sz="2200" dirty="0"/>
              <a:t>ستتعرف في هذه الوحدة أنشطة الأعمال والاتفاقيات التجارية التي تساعد على نجاح المؤسسة الهندسية.</a:t>
            </a:r>
          </a:p>
          <a:p>
            <a:pPr rtl="1"/>
            <a:r>
              <a:rPr lang="ar" sz="2200" dirty="0"/>
              <a:t>ستصبح على دراية بالتكاليف التي تتحكم فيها المؤسسات الهندسية وستطبق طريقة تقدير التكلفة على أساس النشاط من أجل الربحية.</a:t>
            </a:r>
          </a:p>
          <a:p>
            <a:pPr rtl="1"/>
            <a:r>
              <a:rPr lang="ar" sz="2200" dirty="0"/>
              <a:t>ستكتسب فهمًا لأنظمة الجودة وإدارة القيمة.</a:t>
            </a:r>
          </a:p>
        </p:txBody>
      </p:sp>
      <p:sp>
        <p:nvSpPr>
          <p:cNvPr id="2" name="Footer Placeholder 2">
            <a:extLst>
              <a:ext uri="{FF2B5EF4-FFF2-40B4-BE49-F238E27FC236}">
                <a16:creationId xmlns:a16="http://schemas.microsoft.com/office/drawing/2014/main" id="{B23947C1-0648-F2D7-6FB8-C0021FA9D47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نتاجات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t>أ	</a:t>
            </a:r>
            <a:r>
              <a:rPr lang="ar" sz="2600" dirty="0"/>
              <a:t>دراسة الوحدات الإدارية للأعمال والاتفاقيات التجارية التي تساعد المؤسسات الهندسية على الازدهار</a:t>
            </a:r>
          </a:p>
          <a:p>
            <a:pPr marL="404813" indent="-404813" defTabSz="431800" rtl="1">
              <a:spcBef>
                <a:spcPts val="1200"/>
              </a:spcBef>
              <a:buNone/>
            </a:pPr>
            <a:r>
              <a:rPr lang="ar" sz="2600" b="1" dirty="0"/>
              <a:t>ب	</a:t>
            </a:r>
            <a:r>
              <a:rPr lang="ar" sz="2600" dirty="0"/>
              <a:t>دراسة تقدير التكلفة على أساس النشاط كطريقة للتحكم في التكاليف وتحديد ما إذا كان المنتج أو الخدمة الهندسية مربحة</a:t>
            </a:r>
          </a:p>
          <a:p>
            <a:pPr marL="404813" indent="-404813" defTabSz="431800" rtl="1">
              <a:spcBef>
                <a:spcPts val="1200"/>
              </a:spcBef>
              <a:buNone/>
            </a:pPr>
            <a:r>
              <a:rPr lang="ar" sz="2600" b="1" dirty="0"/>
              <a:t>ج	</a:t>
            </a:r>
            <a:r>
              <a:rPr lang="ar" sz="2600" dirty="0"/>
              <a:t>تعرُّف كيفية استخدام المؤسسات الهندسية لأنظمة الجودة وإدارة القيمة من أجل بناء القيمة.</a:t>
            </a: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br>
              <a:rPr lang="en-GB" altLang="en-US" sz="2600" dirty="0"/>
            </a:br>
            <a:r>
              <a:rPr lang="ar" sz="2600" dirty="0"/>
              <a:t>	</a:t>
            </a:r>
          </a:p>
        </p:txBody>
      </p:sp>
      <p:sp>
        <p:nvSpPr>
          <p:cNvPr id="2" name="Footer Placeholder 2">
            <a:extLst>
              <a:ext uri="{FF2B5EF4-FFF2-40B4-BE49-F238E27FC236}">
                <a16:creationId xmlns:a16="http://schemas.microsoft.com/office/drawing/2014/main" id="{1D4DEFBE-3138-6A0D-9200-AC4BE6DDF96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8478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50938" y="3933056"/>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الوحدات الإدارية للأعمال والأنشطة الرئيسة</a:t>
            </a:r>
          </a:p>
          <a:p>
            <a:pPr marL="685800" rtl="1"/>
            <a:r>
              <a:rPr lang="ar" sz="2600" dirty="0"/>
              <a:t>الاتفاقيات التجارية</a:t>
            </a:r>
          </a:p>
          <a:p>
            <a:pPr marL="685800" rtl="1"/>
            <a:r>
              <a:rPr lang="ar" sz="2600" dirty="0"/>
              <a:t>الميزة التنافسية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276871"/>
            <a:ext cx="7991475" cy="1865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الوحدات الإدارية للأعمال والاتفاقيات التجارية التي تساعد المؤسسات الهندسية على الازدهار </a:t>
            </a:r>
          </a:p>
        </p:txBody>
      </p:sp>
      <p:sp>
        <p:nvSpPr>
          <p:cNvPr id="2" name="Footer Placeholder 2">
            <a:extLst>
              <a:ext uri="{FF2B5EF4-FFF2-40B4-BE49-F238E27FC236}">
                <a16:creationId xmlns:a16="http://schemas.microsoft.com/office/drawing/2014/main" id="{5592B149-1ACA-C48C-AF49-73B4CABD1C8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63491" y="1916832"/>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تضم المؤسسات الهندسية العديد من وظائف/الوحدات الإدارية للأعمال المختلفة لمساعدتها على الازدهار، ومنها:</a:t>
            </a:r>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260" y="1196752"/>
            <a:ext cx="925252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الوحدات الإدارية للأعمال والأنشطة الرئيسة (1)</a:t>
            </a:r>
          </a:p>
        </p:txBody>
      </p:sp>
      <p:graphicFrame>
        <p:nvGraphicFramePr>
          <p:cNvPr id="2" name="Diagram 1">
            <a:extLst>
              <a:ext uri="{FF2B5EF4-FFF2-40B4-BE49-F238E27FC236}">
                <a16:creationId xmlns:a16="http://schemas.microsoft.com/office/drawing/2014/main" id="{20D4A68D-853D-3F5C-32FE-564FAE9EE7A0}"/>
              </a:ext>
            </a:extLst>
          </p:cNvPr>
          <p:cNvGraphicFramePr/>
          <p:nvPr>
            <p:extLst>
              <p:ext uri="{D42A27DB-BD31-4B8C-83A1-F6EECF244321}">
                <p14:modId xmlns:p14="http://schemas.microsoft.com/office/powerpoint/2010/main" val="1105970269"/>
              </p:ext>
            </p:extLst>
          </p:nvPr>
        </p:nvGraphicFramePr>
        <p:xfrm>
          <a:off x="1295636" y="2636912"/>
          <a:ext cx="6552728" cy="43088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2ECED62D-45AE-4F93-BA3F-8550AC0212E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2275074"/>
            <a:ext cx="8710500" cy="17281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تدعم </a:t>
            </a:r>
            <a:r>
              <a:rPr lang="ar" sz="2200" b="1" dirty="0"/>
              <a:t>الموارد البشرية</a:t>
            </a:r>
            <a:r>
              <a:rPr lang="ar" sz="2200" dirty="0"/>
              <a:t> الموظفين داخل المؤسسة الهندسية. وتتولى توظيف الموظفين وإدارة تدريب الموظفين والأداء.  </a:t>
            </a:r>
            <a:endParaRPr lang="en-GB" altLang="en-US" sz="22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260" y="1196752"/>
            <a:ext cx="925252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الوحدات الإدارية للأعمال والأنشطة الرئيسة (2)</a:t>
            </a:r>
          </a:p>
        </p:txBody>
      </p:sp>
      <p:sp>
        <p:nvSpPr>
          <p:cNvPr id="4" name="Content Placeholder 3">
            <a:extLst>
              <a:ext uri="{FF2B5EF4-FFF2-40B4-BE49-F238E27FC236}">
                <a16:creationId xmlns:a16="http://schemas.microsoft.com/office/drawing/2014/main" id="{EBC4E3AD-C61B-4A72-71AE-03C03C69D6DD}"/>
              </a:ext>
            </a:extLst>
          </p:cNvPr>
          <p:cNvSpPr txBox="1">
            <a:spLocks noChangeArrowheads="1"/>
          </p:cNvSpPr>
          <p:nvPr/>
        </p:nvSpPr>
        <p:spPr bwMode="auto">
          <a:xfrm>
            <a:off x="4947320" y="3068960"/>
            <a:ext cx="4230724"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200" kern="0" dirty="0">
                <a:latin typeface="Sakkal Majalla" panose="02000000000000000000" pitchFamily="2" charset="-78"/>
                <a:cs typeface="Sakkal Majalla" panose="02000000000000000000" pitchFamily="2" charset="-78"/>
              </a:rPr>
              <a:t>تدير الموارد البشرية مقابلات التوظيف للموظفين الجدد المحتملين.</a:t>
            </a:r>
          </a:p>
          <a:p>
            <a:pPr marL="685800" rtl="1"/>
            <a:r>
              <a:rPr lang="ar" sz="2200" kern="0" dirty="0">
                <a:latin typeface="Sakkal Majalla" panose="02000000000000000000" pitchFamily="2" charset="-78"/>
                <a:cs typeface="Sakkal Majalla" panose="02000000000000000000" pitchFamily="2" charset="-78"/>
              </a:rPr>
              <a:t>ابحث عبر الإنترنت عن الدور الوظيفي لمدير الموارد البشرية لمعرفة المزيد حول هذه الوحدة الإدارية.  </a:t>
            </a:r>
            <a:endParaRPr lang="en-GB" altLang="en-US" sz="2200" b="1" kern="0" dirty="0">
              <a:latin typeface="Sakkal Majalla" panose="02000000000000000000" pitchFamily="2" charset="-78"/>
              <a:cs typeface="Sakkal Majalla" panose="02000000000000000000" pitchFamily="2" charset="-78"/>
            </a:endParaRPr>
          </a:p>
        </p:txBody>
      </p:sp>
      <p:pic>
        <p:nvPicPr>
          <p:cNvPr id="6" name="Picture 5" descr="A close-up of people holding a clipboard&#10;&#10;Description automatically generated">
            <a:extLst>
              <a:ext uri="{FF2B5EF4-FFF2-40B4-BE49-F238E27FC236}">
                <a16:creationId xmlns:a16="http://schemas.microsoft.com/office/drawing/2014/main" id="{536FE021-CB93-DAB6-C25F-9B9A66D44CF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213405" y="3196142"/>
            <a:ext cx="3358595" cy="2381787"/>
          </a:xfrm>
          <a:prstGeom prst="rect">
            <a:avLst/>
          </a:prstGeom>
        </p:spPr>
      </p:pic>
      <p:sp>
        <p:nvSpPr>
          <p:cNvPr id="2" name="Footer Placeholder 2">
            <a:extLst>
              <a:ext uri="{FF2B5EF4-FFF2-40B4-BE49-F238E27FC236}">
                <a16:creationId xmlns:a16="http://schemas.microsoft.com/office/drawing/2014/main" id="{1124DE43-BD80-B397-1FB4-58FA01D0B83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131694626"/>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36104" y="1909281"/>
            <a:ext cx="8207896" cy="1015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تتولى </a:t>
            </a:r>
            <a:r>
              <a:rPr lang="ar" sz="2200" b="1" dirty="0"/>
              <a:t>الشؤون المالية</a:t>
            </a:r>
            <a:r>
              <a:rPr lang="ar" sz="2200" dirty="0"/>
              <a:t> مسؤولية إدارة الشؤون المالية للمؤسسة الهندسية. إعداد البيانات المالية وتقدير أرباح الشركة وأي خسارة من الدائنين المعدومين. </a:t>
            </a:r>
            <a:endParaRPr lang="en-GB" altLang="en-US" sz="22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83626" y="1080811"/>
            <a:ext cx="925252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الوحدات الإدارية للأعمال والأنشطة الرئيسة (3)</a:t>
            </a:r>
          </a:p>
        </p:txBody>
      </p:sp>
      <p:sp>
        <p:nvSpPr>
          <p:cNvPr id="5" name="Content Placeholder 3">
            <a:extLst>
              <a:ext uri="{FF2B5EF4-FFF2-40B4-BE49-F238E27FC236}">
                <a16:creationId xmlns:a16="http://schemas.microsoft.com/office/drawing/2014/main" id="{50AD6331-3715-38BA-2279-857BE85CA45D}"/>
              </a:ext>
            </a:extLst>
          </p:cNvPr>
          <p:cNvSpPr txBox="1">
            <a:spLocks noChangeArrowheads="1"/>
          </p:cNvSpPr>
          <p:nvPr/>
        </p:nvSpPr>
        <p:spPr bwMode="auto">
          <a:xfrm>
            <a:off x="4139952" y="2348880"/>
            <a:ext cx="4968552" cy="2983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endParaRPr lang="en-GB" altLang="en-US" sz="2200" b="1" kern="0" dirty="0">
              <a:latin typeface="Sakkal Majalla" panose="02000000000000000000" pitchFamily="2" charset="-78"/>
              <a:cs typeface="Sakkal Majalla" panose="02000000000000000000" pitchFamily="2" charset="-78"/>
            </a:endParaRPr>
          </a:p>
          <a:p>
            <a:pPr marL="685800" rtl="1"/>
            <a:r>
              <a:rPr lang="ar" sz="2200" b="1" kern="0" dirty="0">
                <a:latin typeface="Sakkal Majalla" panose="02000000000000000000" pitchFamily="2" charset="-78"/>
                <a:cs typeface="Sakkal Majalla" panose="02000000000000000000" pitchFamily="2" charset="-78"/>
              </a:rPr>
              <a:t>المبيعات</a:t>
            </a:r>
            <a:r>
              <a:rPr lang="ar" sz="2200" kern="0" dirty="0">
                <a:latin typeface="Sakkal Majalla" panose="02000000000000000000" pitchFamily="2" charset="-78"/>
                <a:cs typeface="Sakkal Majalla" panose="02000000000000000000" pitchFamily="2" charset="-78"/>
              </a:rPr>
              <a:t> مسؤولة عن بيع منتجات المؤسسة الهندسية وخدماتها. وتدير العلاقات مع العملاء وتتلقى التعليقات والآراء. </a:t>
            </a:r>
            <a:endParaRPr lang="en-GB" altLang="en-US" sz="2200" b="1" kern="0" dirty="0">
              <a:latin typeface="Sakkal Majalla" panose="02000000000000000000" pitchFamily="2" charset="-78"/>
              <a:cs typeface="Sakkal Majalla" panose="02000000000000000000" pitchFamily="2" charset="-78"/>
            </a:endParaRPr>
          </a:p>
          <a:p>
            <a:pPr marL="685800" rtl="1"/>
            <a:r>
              <a:rPr lang="ar" sz="2200" kern="0" dirty="0">
                <a:latin typeface="Sakkal Majalla" panose="02000000000000000000" pitchFamily="2" charset="-78"/>
                <a:cs typeface="Sakkal Majalla" panose="02000000000000000000" pitchFamily="2" charset="-78"/>
              </a:rPr>
              <a:t>تبني </a:t>
            </a:r>
            <a:r>
              <a:rPr lang="ar" sz="2200" b="1" kern="0" dirty="0">
                <a:latin typeface="Sakkal Majalla" panose="02000000000000000000" pitchFamily="2" charset="-78"/>
                <a:cs typeface="Sakkal Majalla" panose="02000000000000000000" pitchFamily="2" charset="-78"/>
              </a:rPr>
              <a:t>التسويق</a:t>
            </a:r>
            <a:r>
              <a:rPr lang="ar" sz="2200" kern="0" dirty="0">
                <a:latin typeface="Sakkal Majalla" panose="02000000000000000000" pitchFamily="2" charset="-78"/>
                <a:cs typeface="Sakkal Majalla" panose="02000000000000000000" pitchFamily="2" charset="-78"/>
              </a:rPr>
              <a:t> الوعي بالعلامة التجارية لدفع المبيعات وبحث احتياجات السوق.</a:t>
            </a:r>
            <a:r>
              <a:rPr lang="ar" sz="2200" b="1" kern="0" dirty="0">
                <a:latin typeface="Sakkal Majalla" panose="02000000000000000000" pitchFamily="2" charset="-78"/>
                <a:cs typeface="Sakkal Majalla" panose="02000000000000000000" pitchFamily="2" charset="-78"/>
              </a:rPr>
              <a:t> </a:t>
            </a:r>
            <a:r>
              <a:rPr lang="ar" sz="2200" kern="0" dirty="0">
                <a:latin typeface="Sakkal Majalla" panose="02000000000000000000" pitchFamily="2" charset="-78"/>
                <a:cs typeface="Sakkal Majalla" panose="02000000000000000000" pitchFamily="2" charset="-78"/>
              </a:rPr>
              <a:t>ضع قائمة ببعض العلامات التجارية الهندسية التي تعرفها.</a:t>
            </a:r>
            <a:endParaRPr lang="en-GB" altLang="en-US" sz="2200" b="1" kern="0"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C36A2AAB-5097-FC54-1B68-A47BD01C5965}"/>
              </a:ext>
            </a:extLst>
          </p:cNvPr>
          <p:cNvSpPr txBox="1"/>
          <p:nvPr/>
        </p:nvSpPr>
        <p:spPr>
          <a:xfrm>
            <a:off x="684076" y="5352449"/>
            <a:ext cx="3473624" cy="769441"/>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ما النسبة المئوية النموذجية للربح المستهدفة لمؤسسة هندسية؟</a:t>
            </a:r>
          </a:p>
        </p:txBody>
      </p:sp>
      <p:pic>
        <p:nvPicPr>
          <p:cNvPr id="7" name="Picture 6" descr="A calculator and pen on a paper&#10;&#10;Description automatically generated">
            <a:extLst>
              <a:ext uri="{FF2B5EF4-FFF2-40B4-BE49-F238E27FC236}">
                <a16:creationId xmlns:a16="http://schemas.microsoft.com/office/drawing/2014/main" id="{875C4D9F-69EB-079E-2BDF-08A29741307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4076" y="2852936"/>
            <a:ext cx="3383868" cy="2255912"/>
          </a:xfrm>
          <a:prstGeom prst="rect">
            <a:avLst/>
          </a:prstGeom>
        </p:spPr>
      </p:pic>
      <p:sp>
        <p:nvSpPr>
          <p:cNvPr id="2" name="Footer Placeholder 2">
            <a:extLst>
              <a:ext uri="{FF2B5EF4-FFF2-40B4-BE49-F238E27FC236}">
                <a16:creationId xmlns:a16="http://schemas.microsoft.com/office/drawing/2014/main" id="{EAAFDE94-505F-89D6-0BB9-361525677C6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2538407088"/>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45492" y="2021396"/>
            <a:ext cx="4860032" cy="129434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تقوم </a:t>
            </a:r>
            <a:r>
              <a:rPr lang="ar" sz="2200" b="1" dirty="0"/>
              <a:t>العمليات التشغيلية</a:t>
            </a:r>
            <a:r>
              <a:rPr lang="ar" sz="2200" dirty="0"/>
              <a:t> بتصنيع المنتج أو تقديم خدمة المؤسسة الهندسية. </a:t>
            </a:r>
          </a:p>
          <a:p>
            <a:pPr marL="685800" rtl="1"/>
            <a:r>
              <a:rPr lang="ar" sz="2200" dirty="0"/>
              <a:t>يعود </a:t>
            </a:r>
            <a:r>
              <a:rPr lang="ar" sz="2200" b="1" dirty="0"/>
              <a:t>البحث والتطوير</a:t>
            </a:r>
            <a:r>
              <a:rPr lang="ar" sz="2200" dirty="0"/>
              <a:t> بابتكارات لتحسين المنتجات أو تطوير منتجات جديدة.</a:t>
            </a:r>
            <a:endParaRPr lang="en-GB" altLang="en-US" sz="2200" b="1" dirty="0"/>
          </a:p>
          <a:p>
            <a:pPr marL="685800" rtl="1"/>
            <a:r>
              <a:rPr lang="ar" sz="2200" dirty="0"/>
              <a:t>تعمل </a:t>
            </a:r>
            <a:r>
              <a:rPr lang="ar" sz="2200" b="1" dirty="0"/>
              <a:t>المشتريات</a:t>
            </a:r>
            <a:r>
              <a:rPr lang="ar" sz="2200" dirty="0"/>
              <a:t> على شراء السلع والخدمات للمؤسسة. وتدير سلسلة التوريد الخاصة بالمؤسسة الهندسية وأي موارد.</a:t>
            </a:r>
            <a:endParaRPr lang="en-GB" altLang="en-US" sz="22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260" y="1196752"/>
            <a:ext cx="925252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الوحدات الإدارية للأعمال والأنشطة الرئيسة (4)</a:t>
            </a:r>
          </a:p>
        </p:txBody>
      </p:sp>
      <p:sp>
        <p:nvSpPr>
          <p:cNvPr id="5" name="TextBox 4">
            <a:extLst>
              <a:ext uri="{FF2B5EF4-FFF2-40B4-BE49-F238E27FC236}">
                <a16:creationId xmlns:a16="http://schemas.microsoft.com/office/drawing/2014/main" id="{FB1AE05B-CA4C-8E33-6C2E-A7A1E22C480C}"/>
              </a:ext>
            </a:extLst>
          </p:cNvPr>
          <p:cNvSpPr txBox="1"/>
          <p:nvPr/>
        </p:nvSpPr>
        <p:spPr>
          <a:xfrm>
            <a:off x="72008" y="4869161"/>
            <a:ext cx="4211960" cy="769441"/>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كل وحدة إدارية في الشركة لها دور في إيصال المنتجات الهندسية إلى باب منزلك. </a:t>
            </a:r>
          </a:p>
        </p:txBody>
      </p:sp>
      <p:pic>
        <p:nvPicPr>
          <p:cNvPr id="6" name="Picture 5" descr="A cartoon characters moving a truck&#10;&#10;Description automatically generated with medium confidence">
            <a:extLst>
              <a:ext uri="{FF2B5EF4-FFF2-40B4-BE49-F238E27FC236}">
                <a16:creationId xmlns:a16="http://schemas.microsoft.com/office/drawing/2014/main" id="{0ECDE831-0ED4-7721-86C9-02874F8FB8D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58349" y="2021396"/>
            <a:ext cx="3753611" cy="2815208"/>
          </a:xfrm>
          <a:prstGeom prst="rect">
            <a:avLst/>
          </a:prstGeom>
        </p:spPr>
      </p:pic>
      <p:sp>
        <p:nvSpPr>
          <p:cNvPr id="2" name="Footer Placeholder 2">
            <a:extLst>
              <a:ext uri="{FF2B5EF4-FFF2-40B4-BE49-F238E27FC236}">
                <a16:creationId xmlns:a16="http://schemas.microsoft.com/office/drawing/2014/main" id="{8A21FE3B-8229-7561-9F79-7CAC990A3D7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2982217934"/>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085074"/>
            <a:ext cx="8903916" cy="21360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b="1" dirty="0"/>
              <a:t>المناقصات والتعاقد</a:t>
            </a:r>
            <a:r>
              <a:rPr lang="ar" sz="2200" dirty="0"/>
              <a:t> هي عملية رسمية للحصول على سعر السلعة أو الخدمة. حيث تقدم المؤسسات الخارجية عطاءات للعمل بتقديم تقدير أو عرض أسعار بناءً على المستندات المقدمة من المؤسسات الهندسية، وتشمل:</a:t>
            </a:r>
          </a:p>
          <a:p>
            <a:pPr marL="1085850" lvl="1" rtl="1"/>
            <a:r>
              <a:rPr lang="ar" sz="2200" dirty="0">
                <a:latin typeface="Sakkal Majalla" panose="02000000000000000000" pitchFamily="2" charset="-78"/>
              </a:rPr>
              <a:t>الرسوم</a:t>
            </a:r>
          </a:p>
          <a:p>
            <a:pPr marL="1085850" lvl="1" rtl="1"/>
            <a:r>
              <a:rPr lang="ar" sz="2200" dirty="0">
                <a:latin typeface="Sakkal Majalla" panose="02000000000000000000" pitchFamily="2" charset="-78"/>
              </a:rPr>
              <a:t>المواصفات </a:t>
            </a:r>
          </a:p>
          <a:p>
            <a:pPr indent="0" algn="ctr" rtl="1">
              <a:buNone/>
            </a:pPr>
            <a:endParaRPr lang="en-GB" altLang="en-US" sz="2200" dirty="0"/>
          </a:p>
          <a:p>
            <a:pPr marL="685800" rtl="1"/>
            <a:endParaRPr lang="en-GB" altLang="en-US" sz="22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الاتفاقيات التجارية (1)</a:t>
            </a:r>
          </a:p>
        </p:txBody>
      </p:sp>
      <p:sp>
        <p:nvSpPr>
          <p:cNvPr id="2" name="Content Placeholder 3">
            <a:extLst>
              <a:ext uri="{FF2B5EF4-FFF2-40B4-BE49-F238E27FC236}">
                <a16:creationId xmlns:a16="http://schemas.microsoft.com/office/drawing/2014/main" id="{155C1C6A-9DFB-86A2-613A-BF6DE84167EC}"/>
              </a:ext>
            </a:extLst>
          </p:cNvPr>
          <p:cNvSpPr txBox="1">
            <a:spLocks noChangeArrowheads="1"/>
          </p:cNvSpPr>
          <p:nvPr/>
        </p:nvSpPr>
        <p:spPr bwMode="auto">
          <a:xfrm>
            <a:off x="240084" y="3645024"/>
            <a:ext cx="8903916"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endParaRPr lang="en-GB" altLang="en-US" sz="2200" kern="0" dirty="0">
              <a:latin typeface="Sakkal Majalla" panose="02000000000000000000" pitchFamily="2" charset="-78"/>
              <a:cs typeface="Sakkal Majalla" panose="02000000000000000000" pitchFamily="2" charset="-78"/>
            </a:endParaRPr>
          </a:p>
          <a:p>
            <a:pPr marL="685800" rtl="1"/>
            <a:r>
              <a:rPr lang="ar" sz="2200" kern="0" dirty="0">
                <a:latin typeface="Sakkal Majalla" panose="02000000000000000000" pitchFamily="2" charset="-78"/>
                <a:cs typeface="Sakkal Majalla" panose="02000000000000000000" pitchFamily="2" charset="-78"/>
              </a:rPr>
              <a:t>يُبرم عقد رسمي في إطار العملية وسيشمل:</a:t>
            </a:r>
          </a:p>
          <a:p>
            <a:pPr marL="1085850" lvl="1" rtl="1"/>
            <a:r>
              <a:rPr lang="ar" sz="2200" kern="0" dirty="0">
                <a:latin typeface="Sakkal Majalla" panose="02000000000000000000" pitchFamily="2" charset="-78"/>
                <a:cs typeface="Sakkal Majalla" panose="02000000000000000000" pitchFamily="2" charset="-78"/>
              </a:rPr>
              <a:t>الشروط - الصريحة والضمنية</a:t>
            </a:r>
          </a:p>
          <a:p>
            <a:pPr marL="1085850" lvl="1" rtl="1"/>
            <a:r>
              <a:rPr lang="ar" sz="2200" kern="0" dirty="0">
                <a:latin typeface="Sakkal Majalla" panose="02000000000000000000" pitchFamily="2" charset="-78"/>
                <a:cs typeface="Sakkal Majalla" panose="02000000000000000000" pitchFamily="2" charset="-78"/>
              </a:rPr>
              <a:t>الضمانات </a:t>
            </a:r>
          </a:p>
          <a:p>
            <a:pPr marL="1085850" lvl="1" rtl="1"/>
            <a:r>
              <a:rPr lang="ar" sz="2200" kern="0" dirty="0">
                <a:latin typeface="Sakkal Majalla" panose="02000000000000000000" pitchFamily="2" charset="-78"/>
                <a:cs typeface="Sakkal Majalla" panose="02000000000000000000" pitchFamily="2" charset="-78"/>
              </a:rPr>
              <a:t>الأحكام</a:t>
            </a:r>
          </a:p>
        </p:txBody>
      </p:sp>
      <p:sp>
        <p:nvSpPr>
          <p:cNvPr id="3" name="Footer Placeholder 2">
            <a:extLst>
              <a:ext uri="{FF2B5EF4-FFF2-40B4-BE49-F238E27FC236}">
                <a16:creationId xmlns:a16="http://schemas.microsoft.com/office/drawing/2014/main" id="{014FF4B6-7902-203A-2BB3-C593675209C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3282266377"/>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29800" y="125325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الاتفاقيات التجارية (3)</a:t>
            </a:r>
          </a:p>
        </p:txBody>
      </p:sp>
      <p:sp>
        <p:nvSpPr>
          <p:cNvPr id="2" name="Content Placeholder 3">
            <a:extLst>
              <a:ext uri="{FF2B5EF4-FFF2-40B4-BE49-F238E27FC236}">
                <a16:creationId xmlns:a16="http://schemas.microsoft.com/office/drawing/2014/main" id="{155C1C6A-9DFB-86A2-613A-BF6DE84167EC}"/>
              </a:ext>
            </a:extLst>
          </p:cNvPr>
          <p:cNvSpPr txBox="1">
            <a:spLocks noChangeArrowheads="1"/>
          </p:cNvSpPr>
          <p:nvPr/>
        </p:nvSpPr>
        <p:spPr bwMode="auto">
          <a:xfrm>
            <a:off x="323529" y="1700808"/>
            <a:ext cx="8903916"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endParaRPr lang="en-GB" altLang="en-US" kern="0" dirty="0">
              <a:latin typeface="Sakkal Majalla" panose="02000000000000000000" pitchFamily="2" charset="-78"/>
              <a:cs typeface="Sakkal Majalla" panose="02000000000000000000" pitchFamily="2" charset="-78"/>
            </a:endParaRPr>
          </a:p>
          <a:p>
            <a:pPr marL="1085850" lvl="1" rtl="1"/>
            <a:endParaRPr lang="en-GB" altLang="en-US" kern="0"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5D57DCA5-BD9B-C5E8-FA91-986ED41A8695}"/>
              </a:ext>
            </a:extLst>
          </p:cNvPr>
          <p:cNvSpPr txBox="1"/>
          <p:nvPr/>
        </p:nvSpPr>
        <p:spPr>
          <a:xfrm>
            <a:off x="1043608" y="5476604"/>
            <a:ext cx="7344816" cy="430887"/>
          </a:xfrm>
          <a:prstGeom prst="rect">
            <a:avLst/>
          </a:prstGeom>
          <a:noFill/>
        </p:spPr>
        <p:txBody>
          <a:bodyPr wrap="square" rtlCol="1">
            <a:spAutoFit/>
          </a:bodyPr>
          <a:lstStyle/>
          <a:p>
            <a:pPr algn="ctr" rtl="1"/>
            <a:r>
              <a:rPr lang="ar" sz="2200" dirty="0">
                <a:latin typeface="Sakkal Majalla" panose="02000000000000000000" pitchFamily="2" charset="-78"/>
                <a:cs typeface="Sakkal Majalla" panose="02000000000000000000" pitchFamily="2" charset="-78"/>
              </a:rPr>
              <a:t>ما عواقب عدم تنفيذ العقد؟</a:t>
            </a:r>
          </a:p>
        </p:txBody>
      </p:sp>
      <p:pic>
        <p:nvPicPr>
          <p:cNvPr id="7" name="Picture 6" descr="A close-up of hands shaking&#10;&#10;Description automatically generated">
            <a:extLst>
              <a:ext uri="{FF2B5EF4-FFF2-40B4-BE49-F238E27FC236}">
                <a16:creationId xmlns:a16="http://schemas.microsoft.com/office/drawing/2014/main" id="{B7CFB861-F60B-B276-EB5A-02E07C6C1EC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657349" y="2132856"/>
            <a:ext cx="4074891" cy="2940041"/>
          </a:xfrm>
          <a:prstGeom prst="rect">
            <a:avLst/>
          </a:prstGeom>
        </p:spPr>
      </p:pic>
      <p:sp>
        <p:nvSpPr>
          <p:cNvPr id="3" name="Footer Placeholder 2">
            <a:extLst>
              <a:ext uri="{FF2B5EF4-FFF2-40B4-BE49-F238E27FC236}">
                <a16:creationId xmlns:a16="http://schemas.microsoft.com/office/drawing/2014/main" id="{AFDB141B-5065-8E4B-C064-1D1BF684CB6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2040820561"/>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79513" y="1240318"/>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الاتفاقيات التجارية (3)</a:t>
            </a:r>
          </a:p>
        </p:txBody>
      </p:sp>
      <p:sp>
        <p:nvSpPr>
          <p:cNvPr id="2" name="Content Placeholder 3">
            <a:extLst>
              <a:ext uri="{FF2B5EF4-FFF2-40B4-BE49-F238E27FC236}">
                <a16:creationId xmlns:a16="http://schemas.microsoft.com/office/drawing/2014/main" id="{155C1C6A-9DFB-86A2-613A-BF6DE84167EC}"/>
              </a:ext>
            </a:extLst>
          </p:cNvPr>
          <p:cNvSpPr txBox="1">
            <a:spLocks noChangeArrowheads="1"/>
          </p:cNvSpPr>
          <p:nvPr/>
        </p:nvSpPr>
        <p:spPr bwMode="auto">
          <a:xfrm>
            <a:off x="309354" y="1938280"/>
            <a:ext cx="8903916"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endParaRPr lang="en-GB" altLang="en-US" kern="0" dirty="0">
              <a:latin typeface="Sakkal Majalla" panose="02000000000000000000" pitchFamily="2" charset="-78"/>
              <a:cs typeface="Sakkal Majalla" panose="02000000000000000000" pitchFamily="2" charset="-78"/>
            </a:endParaRPr>
          </a:p>
          <a:p>
            <a:pPr marL="1085850" lvl="1" rtl="1"/>
            <a:endParaRPr lang="en-GB" altLang="en-US" kern="0"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5D57DCA5-BD9B-C5E8-FA91-986ED41A8695}"/>
              </a:ext>
            </a:extLst>
          </p:cNvPr>
          <p:cNvSpPr txBox="1"/>
          <p:nvPr/>
        </p:nvSpPr>
        <p:spPr>
          <a:xfrm>
            <a:off x="5067210" y="2436564"/>
            <a:ext cx="3528390" cy="1785104"/>
          </a:xfrm>
          <a:prstGeom prst="rect">
            <a:avLst/>
          </a:prstGeom>
          <a:noFill/>
        </p:spPr>
        <p:txBody>
          <a:bodyPr wrap="square" rtlCol="1">
            <a:spAutoFit/>
          </a:bodyPr>
          <a:lstStyle/>
          <a:p>
            <a:pPr rtl="1"/>
            <a:r>
              <a:rPr lang="ar" sz="2200" b="1" dirty="0">
                <a:latin typeface="Sakkal Majalla" panose="02000000000000000000" pitchFamily="2" charset="-78"/>
                <a:cs typeface="Sakkal Majalla" panose="02000000000000000000" pitchFamily="2" charset="-78"/>
              </a:rPr>
              <a:t>الملكية الفكرية</a:t>
            </a:r>
          </a:p>
          <a:p>
            <a:pPr rtl="1"/>
            <a:r>
              <a:rPr lang="ar" sz="2200" dirty="0">
                <a:latin typeface="Sakkal Majalla" panose="02000000000000000000" pitchFamily="2" charset="-78"/>
                <a:cs typeface="Sakkal Majalla" panose="02000000000000000000" pitchFamily="2" charset="-78"/>
              </a:rPr>
              <a:t>هي ما ينشأ باستخدام العقل البشري، على سبيل المثال اختراع أو رمز أو علامة تجارية أو تصميم أو عملية متخصصة. </a:t>
            </a:r>
          </a:p>
          <a:p>
            <a:pPr rtl="1"/>
            <a:endParaRPr lang="en-US" sz="2200"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5848148E-D4A2-58EB-C8E2-B315DC066A43}"/>
              </a:ext>
            </a:extLst>
          </p:cNvPr>
          <p:cNvSpPr txBox="1"/>
          <p:nvPr/>
        </p:nvSpPr>
        <p:spPr>
          <a:xfrm>
            <a:off x="391114" y="5699669"/>
            <a:ext cx="4968551"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يجب حماية الملكية الفكرية.</a:t>
            </a:r>
          </a:p>
        </p:txBody>
      </p:sp>
      <p:sp>
        <p:nvSpPr>
          <p:cNvPr id="9" name="TextBox 8">
            <a:extLst>
              <a:ext uri="{FF2B5EF4-FFF2-40B4-BE49-F238E27FC236}">
                <a16:creationId xmlns:a16="http://schemas.microsoft.com/office/drawing/2014/main" id="{6AE4F3B7-1095-A891-43C7-3B50153BF2F5}"/>
              </a:ext>
            </a:extLst>
          </p:cNvPr>
          <p:cNvSpPr txBox="1"/>
          <p:nvPr/>
        </p:nvSpPr>
        <p:spPr>
          <a:xfrm>
            <a:off x="4791714" y="4364654"/>
            <a:ext cx="3777594" cy="769441"/>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كيف تحمي مؤسسة هندسية ملكيتها الفكرية ومنتجاتها؟</a:t>
            </a:r>
          </a:p>
        </p:txBody>
      </p:sp>
      <p:pic>
        <p:nvPicPr>
          <p:cNvPr id="4" name="Picture 3" descr="A person touching a screen with icons&#10;&#10;Description automatically generated">
            <a:extLst>
              <a:ext uri="{FF2B5EF4-FFF2-40B4-BE49-F238E27FC236}">
                <a16:creationId xmlns:a16="http://schemas.microsoft.com/office/drawing/2014/main" id="{61B3B3DC-E83F-1AD6-DEEA-AD242F4CE91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75088" y="2204864"/>
            <a:ext cx="3400602" cy="2267068"/>
          </a:xfrm>
          <a:prstGeom prst="rect">
            <a:avLst/>
          </a:prstGeom>
        </p:spPr>
      </p:pic>
      <p:pic>
        <p:nvPicPr>
          <p:cNvPr id="11" name="Picture 10" descr="A group of red symbols&#10;&#10;Description automatically generated">
            <a:extLst>
              <a:ext uri="{FF2B5EF4-FFF2-40B4-BE49-F238E27FC236}">
                <a16:creationId xmlns:a16="http://schemas.microsoft.com/office/drawing/2014/main" id="{0418D08F-7DC2-E45A-6AFA-28D05C48E495}"/>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83568" y="3889838"/>
            <a:ext cx="2564506" cy="1727116"/>
          </a:xfrm>
          <a:prstGeom prst="rect">
            <a:avLst/>
          </a:prstGeom>
        </p:spPr>
      </p:pic>
      <p:sp>
        <p:nvSpPr>
          <p:cNvPr id="3" name="Footer Placeholder 2">
            <a:extLst>
              <a:ext uri="{FF2B5EF4-FFF2-40B4-BE49-F238E27FC236}">
                <a16:creationId xmlns:a16="http://schemas.microsoft.com/office/drawing/2014/main" id="{DB951E28-F35E-1DA0-5BCE-88BE2623A5E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468135128"/>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568" y="1988840"/>
            <a:ext cx="8208712"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b="1" dirty="0"/>
              <a:t>الميزة التنافسية</a:t>
            </a:r>
            <a:r>
              <a:rPr lang="ar" sz="2600" dirty="0"/>
              <a:t> هي ما تفعله المؤسسة للتفوق على منافسيها</a:t>
            </a:r>
          </a:p>
          <a:p>
            <a:pPr marL="685800" rtl="1"/>
            <a:r>
              <a:rPr lang="ar" sz="2600" dirty="0"/>
              <a:t>تقع على عاتق جميع وظائف/الوحدات الإدارية للأعمال مسؤولية الحفاظ على الميزة التنافسية للمؤسسات الهندسية من خلال الآتي:</a:t>
            </a:r>
          </a:p>
          <a:p>
            <a:pPr marL="1085850" lvl="1" rtl="1"/>
            <a:r>
              <a:rPr lang="ar" sz="2200" dirty="0">
                <a:latin typeface="Sakkal Majalla" panose="02000000000000000000" pitchFamily="2" charset="-78"/>
              </a:rPr>
              <a:t>الابتكار</a:t>
            </a:r>
          </a:p>
          <a:p>
            <a:pPr marL="1085850" lvl="1" rtl="1"/>
            <a:r>
              <a:rPr lang="ar" sz="2200" dirty="0">
                <a:latin typeface="Sakkal Majalla" panose="02000000000000000000" pitchFamily="2" charset="-78"/>
              </a:rPr>
              <a:t>استخدام التكنولوجيا الجديدة</a:t>
            </a:r>
          </a:p>
          <a:p>
            <a:pPr marL="1085850" lvl="1" rtl="1"/>
            <a:r>
              <a:rPr lang="ar" sz="2200" dirty="0">
                <a:latin typeface="Sakkal Majalla" panose="02000000000000000000" pitchFamily="2" charset="-78"/>
              </a:rPr>
              <a:t>حماية الملكية الفكرية</a:t>
            </a:r>
          </a:p>
          <a:p>
            <a:pPr marL="1085850" lvl="1" rtl="1"/>
            <a:r>
              <a:rPr lang="ar" sz="2200" dirty="0">
                <a:latin typeface="Sakkal Majalla" panose="02000000000000000000" pitchFamily="2" charset="-78"/>
              </a:rPr>
              <a:t>إدارة التكاليف</a:t>
            </a:r>
          </a:p>
          <a:p>
            <a:pPr indent="0" algn="ctr"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الميزة التنافسية</a:t>
            </a:r>
          </a:p>
        </p:txBody>
      </p:sp>
      <p:sp>
        <p:nvSpPr>
          <p:cNvPr id="2" name="Footer Placeholder 2">
            <a:extLst>
              <a:ext uri="{FF2B5EF4-FFF2-40B4-BE49-F238E27FC236}">
                <a16:creationId xmlns:a16="http://schemas.microsoft.com/office/drawing/2014/main" id="{A81E913E-27C0-65A5-A2C6-2694C1EB088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132905998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34076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3861048"/>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أسباب التحكم في التكاليف وأنواع التكاليف</a:t>
            </a:r>
          </a:p>
          <a:p>
            <a:pPr marL="685800" rtl="1"/>
            <a:r>
              <a:rPr lang="ar" sz="2600" dirty="0"/>
              <a:t>طريقة تقدير التكلفة على أساس النشاط</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1772816"/>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تقدير التكلفة على أساس النشاط كطريقة للتحكم في التكاليف وتحديد ما إذا كان المنتج أو الخدمة الهندسية مربحة</a:t>
            </a:r>
          </a:p>
        </p:txBody>
      </p:sp>
      <p:sp>
        <p:nvSpPr>
          <p:cNvPr id="2" name="Footer Placeholder 2">
            <a:extLst>
              <a:ext uri="{FF2B5EF4-FFF2-40B4-BE49-F238E27FC236}">
                <a16:creationId xmlns:a16="http://schemas.microsoft.com/office/drawing/2014/main" id="{959761A5-B82A-6C37-D8D1-D8660BE1F73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20072" y="242088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أسباب التحكم في التكاليف وأنواع التكاليف (1)</a:t>
            </a:r>
          </a:p>
        </p:txBody>
      </p:sp>
      <p:sp>
        <p:nvSpPr>
          <p:cNvPr id="4" name="TextBox 3">
            <a:extLst>
              <a:ext uri="{FF2B5EF4-FFF2-40B4-BE49-F238E27FC236}">
                <a16:creationId xmlns:a16="http://schemas.microsoft.com/office/drawing/2014/main" id="{AECBCA1B-65E5-F276-C41E-7337058B455E}"/>
              </a:ext>
            </a:extLst>
          </p:cNvPr>
          <p:cNvSpPr txBox="1"/>
          <p:nvPr/>
        </p:nvSpPr>
        <p:spPr>
          <a:xfrm>
            <a:off x="827584" y="5580486"/>
            <a:ext cx="7776864" cy="430887"/>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هل يمكنك سرد أي أسباب أخرى لأهمية التحكم في التكاليف في مؤسسة هندسية؟</a:t>
            </a:r>
          </a:p>
        </p:txBody>
      </p:sp>
      <p:sp>
        <p:nvSpPr>
          <p:cNvPr id="5" name="TextBox 4">
            <a:extLst>
              <a:ext uri="{FF2B5EF4-FFF2-40B4-BE49-F238E27FC236}">
                <a16:creationId xmlns:a16="http://schemas.microsoft.com/office/drawing/2014/main" id="{1D24FC68-DDF2-43E2-8E80-0079DE57FF5B}"/>
              </a:ext>
            </a:extLst>
          </p:cNvPr>
          <p:cNvSpPr txBox="1"/>
          <p:nvPr/>
        </p:nvSpPr>
        <p:spPr>
          <a:xfrm>
            <a:off x="470989" y="2612168"/>
            <a:ext cx="4101011" cy="1446550"/>
          </a:xfrm>
          <a:prstGeom prst="rect">
            <a:avLst/>
          </a:prstGeom>
          <a:noFill/>
        </p:spPr>
        <p:txBody>
          <a:bodyPr wrap="square" rtlCol="1">
            <a:spAutoFit/>
          </a:bodyPr>
          <a:lstStyle/>
          <a:p>
            <a:pPr marL="342900" indent="-342900" rtl="1">
              <a:buFont typeface="Wingdings" pitchFamily="2" charset="2"/>
              <a:buChar char="§"/>
            </a:pPr>
            <a:r>
              <a:rPr lang="ar" sz="2200" dirty="0">
                <a:latin typeface="Sakkal Majalla" panose="02000000000000000000" pitchFamily="2" charset="-78"/>
                <a:cs typeface="Sakkal Majalla" panose="02000000000000000000" pitchFamily="2" charset="-78"/>
              </a:rPr>
              <a:t>تنطوي عملية </a:t>
            </a:r>
            <a:r>
              <a:rPr lang="ar" sz="2200" b="1" dirty="0">
                <a:latin typeface="Sakkal Majalla" panose="02000000000000000000" pitchFamily="2" charset="-78"/>
                <a:cs typeface="Sakkal Majalla" panose="02000000000000000000" pitchFamily="2" charset="-78"/>
              </a:rPr>
              <a:t>التحكم في التكاليف</a:t>
            </a:r>
            <a:r>
              <a:rPr lang="ar" sz="2200" dirty="0">
                <a:latin typeface="Sakkal Majalla" panose="02000000000000000000" pitchFamily="2" charset="-78"/>
                <a:cs typeface="Sakkal Majalla" panose="02000000000000000000" pitchFamily="2" charset="-78"/>
              </a:rPr>
              <a:t> في المؤسسة الهندسية على تدابير لمراقبة التكاليف وإدارتها.</a:t>
            </a:r>
          </a:p>
          <a:p>
            <a:pPr marL="342900" indent="-342900" rtl="1">
              <a:buFont typeface="Wingdings" pitchFamily="2" charset="2"/>
              <a:buChar char="§"/>
            </a:pPr>
            <a:r>
              <a:rPr lang="ar" sz="2200" dirty="0">
                <a:latin typeface="Sakkal Majalla" panose="02000000000000000000" pitchFamily="2" charset="-78"/>
                <a:cs typeface="Sakkal Majalla" panose="02000000000000000000" pitchFamily="2" charset="-78"/>
              </a:rPr>
              <a:t>يساعد التحكم في التكاليف على تحسين القدرة التنافسية للشركة وتوجيه عملية صنع القرار.</a:t>
            </a:r>
          </a:p>
        </p:txBody>
      </p:sp>
      <p:pic>
        <p:nvPicPr>
          <p:cNvPr id="3" name="Picture 2" descr="A person using a calculator and a pen&#10;&#10;Description automatically generated">
            <a:extLst>
              <a:ext uri="{FF2B5EF4-FFF2-40B4-BE49-F238E27FC236}">
                <a16:creationId xmlns:a16="http://schemas.microsoft.com/office/drawing/2014/main" id="{030F2AA4-071D-A0CC-B224-B1ED2C7D9FF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57095" y="2622769"/>
            <a:ext cx="3815916" cy="2543944"/>
          </a:xfrm>
          <a:prstGeom prst="rect">
            <a:avLst/>
          </a:prstGeom>
        </p:spPr>
      </p:pic>
      <p:sp>
        <p:nvSpPr>
          <p:cNvPr id="2" name="Footer Placeholder 2">
            <a:extLst>
              <a:ext uri="{FF2B5EF4-FFF2-40B4-BE49-F238E27FC236}">
                <a16:creationId xmlns:a16="http://schemas.microsoft.com/office/drawing/2014/main" id="{A2071257-2D40-3CC0-C7AE-308CCBBADBB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150737381"/>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132856"/>
            <a:ext cx="8712967"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هناك عدة أنواع مختلفة من التكاليف التي قد تتكبدها مؤسسة هندسية.</a:t>
            </a:r>
          </a:p>
          <a:p>
            <a:pPr marL="1085850" lvl="1" rtl="1"/>
            <a:r>
              <a:rPr lang="ar" sz="2200" dirty="0">
                <a:latin typeface="Sakkal Majalla" panose="02000000000000000000" pitchFamily="2" charset="-78"/>
              </a:rPr>
              <a:t>تتعلق </a:t>
            </a:r>
            <a:r>
              <a:rPr lang="ar" sz="2200" b="1" dirty="0">
                <a:latin typeface="Sakkal Majalla" panose="02000000000000000000" pitchFamily="2" charset="-78"/>
              </a:rPr>
              <a:t>التكاليف المباشرة</a:t>
            </a:r>
            <a:r>
              <a:rPr lang="ar" sz="2200" dirty="0">
                <a:latin typeface="Sakkal Majalla" panose="02000000000000000000" pitchFamily="2" charset="-78"/>
              </a:rPr>
              <a:t> بالمواد الخام أو العمالة لمنتج أو مشروع معين.</a:t>
            </a:r>
          </a:p>
          <a:p>
            <a:pPr marL="1085850" lvl="1" rtl="1"/>
            <a:r>
              <a:rPr lang="ar" sz="2200" b="1" dirty="0">
                <a:latin typeface="Sakkal Majalla" panose="02000000000000000000" pitchFamily="2" charset="-78"/>
              </a:rPr>
              <a:t>التكاليف غير المباشرة</a:t>
            </a:r>
            <a:r>
              <a:rPr lang="ar" sz="2200" dirty="0">
                <a:latin typeface="Sakkal Majalla" panose="02000000000000000000" pitchFamily="2" charset="-78"/>
              </a:rPr>
              <a:t> يُقصد بها التكاليف المتكبدة للموارد المشتركة عبر المؤسسة الهندسية مثل التأمين أو الطاقة.</a:t>
            </a:r>
          </a:p>
          <a:p>
            <a:pPr marL="1085850" lvl="1" rtl="1"/>
            <a:r>
              <a:rPr lang="ar" sz="2200" b="1" dirty="0">
                <a:latin typeface="Sakkal Majalla" panose="02000000000000000000" pitchFamily="2" charset="-78"/>
              </a:rPr>
              <a:t>التكاليف المتغيرة</a:t>
            </a:r>
            <a:r>
              <a:rPr lang="ar" sz="2200" dirty="0">
                <a:latin typeface="Sakkal Majalla" panose="02000000000000000000" pitchFamily="2" charset="-78"/>
              </a:rPr>
              <a:t> يُقصد بها التكاليف التي يمكن أن ترتفع أو تنخفض بمرور الوقت أو مع طلب الإنتاج مثل المواد أو المستهلكات.</a:t>
            </a:r>
            <a:endParaRPr lang="en-GB" altLang="en-US" sz="2200" dirty="0"/>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1152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أسباب التحكم في التكاليف وأنواع التكاليف (2)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A3ED253-98B3-3253-8091-895648EEEDD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569" y="2083495"/>
            <a:ext cx="8712967" cy="194421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1085850" lvl="1" rtl="1"/>
            <a:r>
              <a:rPr lang="ar" sz="2600" b="1" dirty="0">
                <a:latin typeface="Sakkal Majalla" panose="02000000000000000000" pitchFamily="2" charset="-78"/>
              </a:rPr>
              <a:t>التكاليف شبه المتغيرة</a:t>
            </a:r>
            <a:r>
              <a:rPr lang="ar" sz="2600" dirty="0">
                <a:latin typeface="Sakkal Majalla" panose="02000000000000000000" pitchFamily="2" charset="-78"/>
              </a:rPr>
              <a:t> يُقصد بها التكاليف التي يمكن أن تختلف بحسب الوقت.</a:t>
            </a:r>
            <a:endParaRPr lang="en-GB" altLang="en-US" sz="2600" b="1" dirty="0">
              <a:latin typeface="Sakkal Majalla" panose="02000000000000000000" pitchFamily="2" charset="-78"/>
            </a:endParaRPr>
          </a:p>
          <a:p>
            <a:pPr marL="1085850" lvl="1" rtl="1"/>
            <a:r>
              <a:rPr lang="ar" sz="2600" b="1" dirty="0">
                <a:latin typeface="Sakkal Majalla" panose="02000000000000000000" pitchFamily="2" charset="-78"/>
              </a:rPr>
              <a:t>التكاليف الثابتة</a:t>
            </a:r>
            <a:r>
              <a:rPr lang="ar" sz="2600" dirty="0">
                <a:latin typeface="Sakkal Majalla" panose="02000000000000000000" pitchFamily="2" charset="-78"/>
              </a:rPr>
              <a:t> يُقصد بها التكاليف التي تظل ثابتة مثل الإيجار أو تكاليف الآلات.</a:t>
            </a:r>
            <a:endParaRPr lang="en-GB" altLang="en-US" sz="2600" b="1" dirty="0">
              <a:latin typeface="Sakkal Majalla" panose="02000000000000000000" pitchFamily="2" charset="-78"/>
            </a:endParaRPr>
          </a:p>
          <a:p>
            <a:pPr marL="1085850" lvl="1" rtl="1"/>
            <a:r>
              <a:rPr lang="ar" sz="2600" b="1" dirty="0">
                <a:latin typeface="Sakkal Majalla" panose="02000000000000000000" pitchFamily="2" charset="-78"/>
              </a:rPr>
              <a:t>التكاليف العامة/الإدارية</a:t>
            </a:r>
            <a:r>
              <a:rPr lang="ar" sz="2600" dirty="0">
                <a:latin typeface="Sakkal Majalla" panose="02000000000000000000" pitchFamily="2" charset="-78"/>
              </a:rPr>
              <a:t> يُقصد بها التكاليف المرتبطة بوظائف مثل الموارد البشرية أو تكنولوجيا المعلومات أو التمويل.</a:t>
            </a:r>
            <a:endParaRPr lang="en-GB" altLang="en-US" sz="2600" b="1" dirty="0">
              <a:latin typeface="Sakkal Majalla" panose="02000000000000000000" pitchFamily="2" charset="-78"/>
            </a:endParaRPr>
          </a:p>
          <a:p>
            <a:pPr indent="0" rtl="1">
              <a:buFont typeface="Wingdings" panose="05000000000000000000" pitchFamily="2" charset="2"/>
              <a:buNone/>
            </a:pPr>
            <a:r>
              <a:rPr lang="ar" dirty="0"/>
              <a:t>	</a:t>
            </a:r>
          </a:p>
          <a:p>
            <a:pPr indent="0" algn="ctr" rtl="1">
              <a:buNone/>
            </a:pPr>
            <a:endParaRPr lang="en-GB" altLang="en-US" dirty="0"/>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أسباب التحكم في التكاليف وأنواع التكاليف (2)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p:txBody>
      </p:sp>
      <p:sp>
        <p:nvSpPr>
          <p:cNvPr id="2" name="TextBox 1">
            <a:extLst>
              <a:ext uri="{FF2B5EF4-FFF2-40B4-BE49-F238E27FC236}">
                <a16:creationId xmlns:a16="http://schemas.microsoft.com/office/drawing/2014/main" id="{D472C176-E42F-0837-0221-2BC701847FBA}"/>
              </a:ext>
            </a:extLst>
          </p:cNvPr>
          <p:cNvSpPr txBox="1"/>
          <p:nvPr/>
        </p:nvSpPr>
        <p:spPr>
          <a:xfrm>
            <a:off x="467544" y="4243735"/>
            <a:ext cx="8280920" cy="769441"/>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فكِّر في التكاليف المرتبطة بإنتاج سيارة من بداية التصنيع حتى قيادتها إلى منزلك. أعِد قائمة بأنواع التكاليف التي قد يتم تكبدها ورتّبها في فئات.</a:t>
            </a:r>
          </a:p>
        </p:txBody>
      </p:sp>
      <p:sp>
        <p:nvSpPr>
          <p:cNvPr id="3" name="Footer Placeholder 2">
            <a:extLst>
              <a:ext uri="{FF2B5EF4-FFF2-40B4-BE49-F238E27FC236}">
                <a16:creationId xmlns:a16="http://schemas.microsoft.com/office/drawing/2014/main" id="{943C386F-8D31-3FB3-5B16-73AFFC837FF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888547961"/>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022384"/>
            <a:ext cx="9073008" cy="35668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في عملية تقدير التكلفة القائمة على أساس النشاط (ABC) تُخصص التكاليف لمنتج أو خدمة بناءً على الأنشطة المتضمنة في الإنتاج. </a:t>
            </a:r>
          </a:p>
          <a:p>
            <a:pPr indent="0" rtl="1">
              <a:buNone/>
            </a:pPr>
            <a:endParaRPr lang="en-GB" altLang="en-US" dirty="0"/>
          </a:p>
          <a:p>
            <a:pPr marL="685800" rtl="1"/>
            <a:r>
              <a:rPr lang="ar" sz="2200" dirty="0"/>
              <a:t>ولتنفيذ تقدير التكلفة على أساس النشاط، يجب اتباع سلسلة من الخطوات:</a:t>
            </a:r>
          </a:p>
          <a:p>
            <a:pPr marL="1085850" lvl="1" rtl="1"/>
            <a:r>
              <a:rPr lang="ar" sz="2200" dirty="0">
                <a:latin typeface="Sakkal Majalla" panose="02000000000000000000" pitchFamily="2" charset="-78"/>
              </a:rPr>
              <a:t>الخطوة الأولي – حدد جميع أنشطة العملية الهندسية المطلوبة لإنتاج مخرجات. </a:t>
            </a:r>
          </a:p>
          <a:p>
            <a:pPr marL="1085850" lvl="1" rtl="1"/>
            <a:r>
              <a:rPr lang="ar" sz="2200" dirty="0">
                <a:latin typeface="Sakkal Majalla" panose="02000000000000000000" pitchFamily="2" charset="-78"/>
              </a:rPr>
              <a:t>الخطوة الثانية – خصص التكاليف لكل نشاط، على سبيل المثال تكاليف المواد أو العمالة وحساب التكلفة الإجمالية لمجمع التكاليف.</a:t>
            </a:r>
          </a:p>
          <a:p>
            <a:pPr marL="1085850" lvl="1" rtl="1"/>
            <a:r>
              <a:rPr lang="ar" sz="2200" dirty="0">
                <a:latin typeface="Sakkal Majalla" panose="02000000000000000000" pitchFamily="2" charset="-78"/>
              </a:rPr>
              <a:t>الخطوة الثالثة – حدد دوافع النشاط التي تتسبب في تكبد التكاليف، على سبيل المثال، عدد الساعات. </a:t>
            </a:r>
          </a:p>
          <a:p>
            <a:pPr marL="1085850" lvl="1" rtl="1"/>
            <a:endParaRPr lang="en-GB" altLang="en-US" dirty="0">
              <a:latin typeface="Sakkal Majalla" panose="02000000000000000000" pitchFamily="2" charset="-78"/>
            </a:endParaRPr>
          </a:p>
          <a:p>
            <a:pPr marL="800100" lvl="1" indent="0" rtl="1">
              <a:buNone/>
            </a:pPr>
            <a:endParaRPr lang="en-GB" altLang="en-US" dirty="0">
              <a:latin typeface="Sakkal Majalla" panose="02000000000000000000" pitchFamily="2" charset="-78"/>
            </a:endParaRPr>
          </a:p>
          <a:p>
            <a:pPr marL="1085850" lvl="1" rtl="1"/>
            <a:endParaRPr lang="en-GB" altLang="en-US" dirty="0">
              <a:latin typeface="Sakkal Majalla" panose="02000000000000000000" pitchFamily="2" charset="-78"/>
            </a:endParaRPr>
          </a:p>
          <a:p>
            <a:pPr marL="800100" lvl="1" indent="0" rtl="1">
              <a:buNone/>
            </a:pPr>
            <a:endParaRPr lang="en-GB" altLang="en-US" dirty="0">
              <a:latin typeface="Sakkal Majalla" panose="02000000000000000000" pitchFamily="2" charset="-78"/>
            </a:endParaRP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05273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طرق تقدير التكلفة على أساس النشاط (1)</a:t>
            </a:r>
          </a:p>
        </p:txBody>
      </p:sp>
      <p:sp>
        <p:nvSpPr>
          <p:cNvPr id="2" name="Footer Placeholder 2">
            <a:extLst>
              <a:ext uri="{FF2B5EF4-FFF2-40B4-BE49-F238E27FC236}">
                <a16:creationId xmlns:a16="http://schemas.microsoft.com/office/drawing/2014/main" id="{A6745274-7989-5C41-2496-606B305C6FE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3847894277"/>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34161" y="1628800"/>
            <a:ext cx="885718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endParaRPr lang="en-GB" altLang="en-US" dirty="0"/>
          </a:p>
          <a:p>
            <a:pPr marL="1085850" lvl="1" rtl="1"/>
            <a:r>
              <a:rPr lang="ar" sz="2200" dirty="0">
                <a:latin typeface="Sakkal Majalla" panose="02000000000000000000" pitchFamily="2" charset="-78"/>
              </a:rPr>
              <a:t>الخطوة الرابعة - احسب معدل النشاط بقسمة التكلفة الإجمالية لكل نشاط على الكمية الإجمالية لدافع النشاط. على سبيل المثال، إذا كانت تكلفة التصميم الإجمالية لمنتج ما 120,000 جنيه إسترليني وإجمالي ساعات التصميم 8000، فإن معدل نشاط التصميم سيكون 15 جنيهًا إسترلينيًّا </a:t>
            </a:r>
            <a:br>
              <a:rPr lang="en-GB" sz="2200" dirty="0">
                <a:latin typeface="Sakkal Majalla" panose="02000000000000000000" pitchFamily="2" charset="-78"/>
              </a:rPr>
            </a:br>
            <a:r>
              <a:rPr lang="ar" sz="2200" dirty="0">
                <a:latin typeface="Sakkal Majalla" panose="02000000000000000000" pitchFamily="2" charset="-78"/>
              </a:rPr>
              <a:t>في الساعة.</a:t>
            </a:r>
          </a:p>
          <a:p>
            <a:pPr marL="1085850" lvl="1" rtl="1"/>
            <a:r>
              <a:rPr lang="ar" sz="2200" dirty="0">
                <a:latin typeface="Sakkal Majalla" panose="02000000000000000000" pitchFamily="2" charset="-78"/>
              </a:rPr>
              <a:t>الخطوة الخامسة - جمّع الأنشطة في مجمعات التكلفة، والتي تشمل جميع الأنشطة المتعلقة بجانب من جوانب العملية الهندسية مثل التصميم، وتوريد المواد، وتقطيع المواد وتشكيلها، والتجميع، والتعبئة، وما إلى ذلك.</a:t>
            </a:r>
          </a:p>
          <a:p>
            <a:pPr marL="1085850" lvl="1" rtl="1"/>
            <a:r>
              <a:rPr lang="ar" sz="2200" dirty="0">
                <a:latin typeface="Sakkal Majalla" panose="02000000000000000000" pitchFamily="2" charset="-78"/>
              </a:rPr>
              <a:t>الخطوة السادسة - اجمع جميع التكاليف لكل منتج بناءً على استخدام كل نشاط.</a:t>
            </a:r>
          </a:p>
          <a:p>
            <a:pPr marL="1085850" lvl="1" rtl="1"/>
            <a:r>
              <a:rPr lang="ar" sz="2200" dirty="0">
                <a:latin typeface="Sakkal Majalla" panose="02000000000000000000" pitchFamily="2" charset="-78"/>
              </a:rPr>
              <a:t>الخطوة السابعة - حلّل التكاليف لتحديد الربحية مقابل إيرادات المبيعات المحتملة.</a:t>
            </a:r>
          </a:p>
          <a:p>
            <a:pPr marL="1085850" lvl="1" rtl="1"/>
            <a:endParaRPr lang="en-GB" altLang="en-US" dirty="0">
              <a:latin typeface="Sakkal Majalla" panose="02000000000000000000" pitchFamily="2" charset="-78"/>
            </a:endParaRPr>
          </a:p>
          <a:p>
            <a:pPr marL="1085850" lvl="1" rtl="1"/>
            <a:endParaRPr lang="en-GB" altLang="en-US" dirty="0">
              <a:latin typeface="Sakkal Majalla" panose="02000000000000000000" pitchFamily="2" charset="-78"/>
            </a:endParaRPr>
          </a:p>
          <a:p>
            <a:pPr marL="800100" lvl="1" indent="0" rtl="1">
              <a:buNone/>
            </a:pPr>
            <a:endParaRPr lang="en-GB" altLang="en-US" dirty="0">
              <a:latin typeface="Sakkal Majalla" panose="02000000000000000000" pitchFamily="2" charset="-78"/>
            </a:endParaRP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طرق تقدير التكلفة على أساس النشاط (2)</a:t>
            </a:r>
          </a:p>
        </p:txBody>
      </p:sp>
      <p:sp>
        <p:nvSpPr>
          <p:cNvPr id="2" name="Footer Placeholder 2">
            <a:extLst>
              <a:ext uri="{FF2B5EF4-FFF2-40B4-BE49-F238E27FC236}">
                <a16:creationId xmlns:a16="http://schemas.microsoft.com/office/drawing/2014/main" id="{4C51B68B-F41A-F480-B77C-CF56EFDC36D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2382960027"/>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39952" y="1559245"/>
            <a:ext cx="5555447" cy="2520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endParaRPr lang="en-GB" altLang="en-US" dirty="0"/>
          </a:p>
          <a:p>
            <a:pPr marL="1085850" lvl="1" rtl="1"/>
            <a:r>
              <a:rPr lang="ar" sz="2600" dirty="0">
                <a:latin typeface="Sakkal Majalla" panose="02000000000000000000" pitchFamily="2" charset="-78"/>
              </a:rPr>
              <a:t>تخيل أن عليك إنتاج غسالة، ما الأنشطة التي قد ينطوي عليها تصنيع المنتج؟ كيف يمكنك تجميع هذه الأنشطة في مجمعات التكاليف؟ من خلال العمل مع معلمك، احسب بعض الأمثلة على معدلات النشاط لجوانب الإنتاج.</a:t>
            </a:r>
          </a:p>
          <a:p>
            <a:pPr marL="1085850" lvl="1" rtl="1"/>
            <a:endParaRPr lang="en-GB" altLang="en-US" dirty="0">
              <a:latin typeface="Sakkal Majalla" panose="02000000000000000000" pitchFamily="2" charset="-78"/>
            </a:endParaRPr>
          </a:p>
          <a:p>
            <a:pPr marL="1085850" lvl="1" rtl="1"/>
            <a:endParaRPr lang="en-GB" altLang="en-US" dirty="0">
              <a:latin typeface="Sakkal Majalla" panose="02000000000000000000" pitchFamily="2" charset="-78"/>
            </a:endParaRPr>
          </a:p>
          <a:p>
            <a:pPr marL="800100" lvl="1" indent="0" rtl="1">
              <a:buNone/>
            </a:pPr>
            <a:endParaRPr lang="en-GB" altLang="en-US" dirty="0">
              <a:latin typeface="Sakkal Majalla" panose="02000000000000000000" pitchFamily="2" charset="-78"/>
            </a:endParaRP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طرق تقدير التكلفة على أساس النشاط (3)</a:t>
            </a:r>
          </a:p>
        </p:txBody>
      </p:sp>
      <p:pic>
        <p:nvPicPr>
          <p:cNvPr id="5" name="Picture 4" descr="A white washing machine with a screen&#10;&#10;Description automatically generated">
            <a:extLst>
              <a:ext uri="{FF2B5EF4-FFF2-40B4-BE49-F238E27FC236}">
                <a16:creationId xmlns:a16="http://schemas.microsoft.com/office/drawing/2014/main" id="{6FB412B1-84FD-5017-0A5B-8D0E9B17E64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12304" y="1772816"/>
            <a:ext cx="3211624" cy="4149080"/>
          </a:xfrm>
          <a:prstGeom prst="rect">
            <a:avLst/>
          </a:prstGeom>
        </p:spPr>
      </p:pic>
      <p:sp>
        <p:nvSpPr>
          <p:cNvPr id="2" name="Footer Placeholder 2">
            <a:extLst>
              <a:ext uri="{FF2B5EF4-FFF2-40B4-BE49-F238E27FC236}">
                <a16:creationId xmlns:a16="http://schemas.microsoft.com/office/drawing/2014/main" id="{3106A627-9057-0AD6-C163-3D8A7F67F37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1281978548"/>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20172" y="148352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87450" y="3645024"/>
            <a:ext cx="67691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أنظمة الجودة</a:t>
            </a:r>
          </a:p>
          <a:p>
            <a:pPr marL="685800" rtl="1"/>
            <a:r>
              <a:rPr lang="ar" sz="2600" dirty="0"/>
              <a:t>مبادئ وعمليات إدارة القيمة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20172" y="1999758"/>
            <a:ext cx="7991475" cy="2221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تعرُّف كيفية استخدام المؤسسات الهندسية لأنظمة الجودة وإدارة القيمة من أجل بناء قيمة </a:t>
            </a:r>
            <a:br>
              <a:rPr lang="en-GB"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1536622-62B9-6BDA-1476-BA6792E7943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95936" y="1988468"/>
            <a:ext cx="4932548" cy="41768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ترتبط الجودة في مؤسسة هندسية بالتسليم المتسق لمنتج أو خدمة تلبي توقعات العملاء والمتطلبات التنظيمية.</a:t>
            </a:r>
          </a:p>
          <a:p>
            <a:pPr marL="685800" rtl="1"/>
            <a:r>
              <a:rPr lang="ar" sz="2200" dirty="0"/>
              <a:t>ويجب أن يكون المنتج موثوقًا وآمنًا ويعمل على النحو المتوقع وبأمان.</a:t>
            </a:r>
          </a:p>
          <a:p>
            <a:pPr marL="685800" rtl="1"/>
            <a:r>
              <a:rPr lang="ar" sz="2200" dirty="0"/>
              <a:t>يساعد الحفاظ على الجودة والتنظيم الهندسي في الحفاظ على المبيعات وسمعة العلامة التجارية الإيجابية.  </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07505" y="1053108"/>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أنظمة الجودة (1)</a:t>
            </a:r>
          </a:p>
        </p:txBody>
      </p:sp>
      <p:sp>
        <p:nvSpPr>
          <p:cNvPr id="4" name="TextBox 3">
            <a:extLst>
              <a:ext uri="{FF2B5EF4-FFF2-40B4-BE49-F238E27FC236}">
                <a16:creationId xmlns:a16="http://schemas.microsoft.com/office/drawing/2014/main" id="{233C67FA-8BCA-639F-08C6-C590310E60C4}"/>
              </a:ext>
            </a:extLst>
          </p:cNvPr>
          <p:cNvSpPr txBox="1"/>
          <p:nvPr/>
        </p:nvSpPr>
        <p:spPr>
          <a:xfrm>
            <a:off x="289520" y="4747603"/>
            <a:ext cx="3562400" cy="769441"/>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لماذا يعد الامتثال لمعايير الجودة مفيدًا لمؤسسة هندسية؟</a:t>
            </a:r>
          </a:p>
        </p:txBody>
      </p:sp>
      <p:pic>
        <p:nvPicPr>
          <p:cNvPr id="5" name="Picture 4" descr="A gold medal with ribbons&#10;&#10;Description automatically generated">
            <a:extLst>
              <a:ext uri="{FF2B5EF4-FFF2-40B4-BE49-F238E27FC236}">
                <a16:creationId xmlns:a16="http://schemas.microsoft.com/office/drawing/2014/main" id="{BE285B8A-E76F-0ABC-F9DB-A09F73B30D7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65459" y="2169007"/>
            <a:ext cx="2110397" cy="2110397"/>
          </a:xfrm>
          <a:prstGeom prst="rect">
            <a:avLst/>
          </a:prstGeom>
        </p:spPr>
      </p:pic>
      <p:sp>
        <p:nvSpPr>
          <p:cNvPr id="2" name="Footer Placeholder 2">
            <a:extLst>
              <a:ext uri="{FF2B5EF4-FFF2-40B4-BE49-F238E27FC236}">
                <a16:creationId xmlns:a16="http://schemas.microsoft.com/office/drawing/2014/main" id="{C6A0FAB4-6E81-BCCE-1100-B567526FA25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71600" y="2276500"/>
            <a:ext cx="8172400" cy="27366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يسمح الامتثال لمعايير الجودة للمؤسسة الهندسية بإظهار أن لديها نظامًا لإدارة الجودة.</a:t>
            </a:r>
          </a:p>
          <a:p>
            <a:pPr marL="685800" rtl="1"/>
            <a:r>
              <a:rPr lang="ar" sz="2200" dirty="0"/>
              <a:t>يرد في ما يأتي المعايير الرئيسة دوليًّا:</a:t>
            </a:r>
          </a:p>
          <a:p>
            <a:pPr marL="1085850" lvl="1" rtl="1"/>
            <a:r>
              <a:rPr lang="ar" sz="2200" dirty="0">
                <a:latin typeface="Sakkal Majalla" panose="02000000000000000000" pitchFamily="2" charset="-78"/>
              </a:rPr>
              <a:t>أيزو 9000 ويتناول متطلبات نظام إدارة الجودة.</a:t>
            </a:r>
          </a:p>
          <a:p>
            <a:pPr marL="1085850" lvl="1" rtl="1"/>
            <a:r>
              <a:rPr lang="ar" sz="2200" dirty="0">
                <a:latin typeface="Sakkal Majalla" panose="02000000000000000000" pitchFamily="2" charset="-78"/>
              </a:rPr>
              <a:t>أيزو 9001 وتقدم أدوات لدعم التحسين المستمر للجودة.  </a:t>
            </a:r>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07505" y="126913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أنظمة الجودة (2)</a:t>
            </a:r>
          </a:p>
        </p:txBody>
      </p:sp>
      <p:sp>
        <p:nvSpPr>
          <p:cNvPr id="2" name="Content Placeholder 3">
            <a:extLst>
              <a:ext uri="{FF2B5EF4-FFF2-40B4-BE49-F238E27FC236}">
                <a16:creationId xmlns:a16="http://schemas.microsoft.com/office/drawing/2014/main" id="{3BB196F1-974B-5DC1-71D5-14AEEC48E6AE}"/>
              </a:ext>
            </a:extLst>
          </p:cNvPr>
          <p:cNvSpPr txBox="1">
            <a:spLocks noChangeArrowheads="1"/>
          </p:cNvSpPr>
          <p:nvPr/>
        </p:nvSpPr>
        <p:spPr bwMode="auto">
          <a:xfrm>
            <a:off x="611560" y="3933056"/>
            <a:ext cx="842493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200" kern="0" dirty="0">
                <a:latin typeface="Sakkal Majalla" panose="02000000000000000000" pitchFamily="2" charset="-78"/>
                <a:cs typeface="Sakkal Majalla" panose="02000000000000000000" pitchFamily="2" charset="-78"/>
              </a:rPr>
              <a:t>ما المعايير المستخدمة في بلدك؟ هل تستخدم المؤسسة الهندسية أيزو 9001؟  قم بإجراء بعض الأبحاث عبر الإنترنت لمعرفة المزيد عن الشروط الرئيسة للمعيار. </a:t>
            </a:r>
          </a:p>
          <a:p>
            <a:pPr marL="685800" rtl="1"/>
            <a:endParaRPr lang="en-GB" altLang="en-US"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3BA3EDA1-DA16-D60D-76A0-0E4DF67BDFC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2928623457"/>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07505"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أنظمة الجودة (2)</a:t>
            </a:r>
          </a:p>
        </p:txBody>
      </p:sp>
      <p:sp>
        <p:nvSpPr>
          <p:cNvPr id="2" name="Content Placeholder 3">
            <a:extLst>
              <a:ext uri="{FF2B5EF4-FFF2-40B4-BE49-F238E27FC236}">
                <a16:creationId xmlns:a16="http://schemas.microsoft.com/office/drawing/2014/main" id="{3BB196F1-974B-5DC1-71D5-14AEEC48E6AE}"/>
              </a:ext>
            </a:extLst>
          </p:cNvPr>
          <p:cNvSpPr txBox="1">
            <a:spLocks noChangeArrowheads="1"/>
          </p:cNvSpPr>
          <p:nvPr/>
        </p:nvSpPr>
        <p:spPr bwMode="auto">
          <a:xfrm>
            <a:off x="539552" y="1989645"/>
            <a:ext cx="842493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إن الأهمية المتزايدة لعدم التأثير سلبًا في البيئة تعني أيضًا وجود معايير دولية مماثلة تتعلق بإدارة البيئة.</a:t>
            </a:r>
          </a:p>
          <a:p>
            <a:pPr marL="685800" rtl="1"/>
            <a:r>
              <a:rPr lang="ar" sz="2600" kern="0" dirty="0">
                <a:latin typeface="Sakkal Majalla" panose="02000000000000000000" pitchFamily="2" charset="-78"/>
                <a:cs typeface="Sakkal Majalla" panose="02000000000000000000" pitchFamily="2" charset="-78"/>
              </a:rPr>
              <a:t>يسمح معيار أيزو 14000 للمؤسسة الهندسية بإظهار أن لديها نظامًا للإدارة البيئية.</a:t>
            </a:r>
          </a:p>
          <a:p>
            <a:pPr marL="685800" rtl="1"/>
            <a:r>
              <a:rPr lang="ar" sz="2600" kern="0" dirty="0">
                <a:latin typeface="Sakkal Majalla" panose="02000000000000000000" pitchFamily="2" charset="-78"/>
                <a:cs typeface="Sakkal Majalla" panose="02000000000000000000" pitchFamily="2" charset="-78"/>
              </a:rPr>
              <a:t>قدم معيار أيزو 14001 تفاصيل طرق تقليل النفايات/ الهدر.</a:t>
            </a:r>
          </a:p>
          <a:p>
            <a:pPr marL="685800" rtl="1"/>
            <a:r>
              <a:rPr lang="ar" sz="2600" kern="0" dirty="0">
                <a:latin typeface="Sakkal Majalla" panose="02000000000000000000" pitchFamily="2" charset="-78"/>
                <a:cs typeface="Sakkal Majalla" panose="02000000000000000000" pitchFamily="2" charset="-78"/>
              </a:rPr>
              <a:t>يحتوي معيار أيزو 14006 على معلومات حول كيفية إدارة جودة المنتج بطريقة إيجابية بيئيًّا.</a:t>
            </a:r>
          </a:p>
          <a:p>
            <a:pPr indent="0" algn="ctr" rtl="1">
              <a:buFont typeface="Wingdings" panose="05000000000000000000" pitchFamily="2" charset="2"/>
              <a:buNone/>
            </a:pPr>
            <a:endParaRPr lang="en-GB" altLang="en-US" kern="0" dirty="0">
              <a:latin typeface="Sakkal Majalla" panose="02000000000000000000" pitchFamily="2" charset="-78"/>
              <a:cs typeface="Sakkal Majalla" panose="02000000000000000000" pitchFamily="2" charset="-78"/>
            </a:endParaRPr>
          </a:p>
          <a:p>
            <a:pPr marL="685800" rtl="1"/>
            <a:endParaRPr lang="en-GB" altLang="en-US"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010E8DB4-6EEA-A16E-CCB7-1117DFE1CF3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4138826217"/>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dirty="0">
                <a:solidFill>
                  <a:schemeClr val="tx2"/>
                </a:solidFill>
                <a:latin typeface="Sakkal Majalla" panose="02000000000000000000" pitchFamily="2" charset="-78"/>
                <a:cs typeface="Sakkal Majalla" panose="02000000000000000000" pitchFamily="2" charset="-78"/>
              </a:rPr>
              <a:t>أنظمة الجودة (3)</a:t>
            </a:r>
          </a:p>
        </p:txBody>
      </p:sp>
      <p:sp>
        <p:nvSpPr>
          <p:cNvPr id="2" name="Content Placeholder 3">
            <a:extLst>
              <a:ext uri="{FF2B5EF4-FFF2-40B4-BE49-F238E27FC236}">
                <a16:creationId xmlns:a16="http://schemas.microsoft.com/office/drawing/2014/main" id="{3BB196F1-974B-5DC1-71D5-14AEEC48E6AE}"/>
              </a:ext>
            </a:extLst>
          </p:cNvPr>
          <p:cNvSpPr txBox="1">
            <a:spLocks noChangeArrowheads="1"/>
          </p:cNvSpPr>
          <p:nvPr/>
        </p:nvSpPr>
        <p:spPr bwMode="auto">
          <a:xfrm>
            <a:off x="4675748" y="2996952"/>
            <a:ext cx="4027487" cy="202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200" kern="0" dirty="0">
                <a:latin typeface="Sakkal Majalla" panose="02000000000000000000" pitchFamily="2" charset="-78"/>
                <a:cs typeface="Sakkal Majalla" panose="02000000000000000000" pitchFamily="2" charset="-78"/>
              </a:rPr>
              <a:t>ما المعايير المستخدمة في بلدك لإدارة البيئة؟</a:t>
            </a:r>
          </a:p>
          <a:p>
            <a:pPr rtl="1"/>
            <a:r>
              <a:rPr lang="ar" sz="2200" kern="0" dirty="0">
                <a:latin typeface="Sakkal Majalla" panose="02000000000000000000" pitchFamily="2" charset="-78"/>
                <a:cs typeface="Sakkal Majalla" panose="02000000000000000000" pitchFamily="2" charset="-78"/>
              </a:rPr>
              <a:t>هل استخدمت المؤسسات الهندسية أيزو 14000؟  </a:t>
            </a:r>
          </a:p>
          <a:p>
            <a:pPr rtl="1"/>
            <a:endParaRPr lang="en-US" altLang="en-US" sz="2200" kern="0" dirty="0">
              <a:latin typeface="Sakkal Majalla" panose="02000000000000000000" pitchFamily="2" charset="-78"/>
              <a:cs typeface="Sakkal Majalla" panose="02000000000000000000" pitchFamily="2" charset="-78"/>
            </a:endParaRPr>
          </a:p>
        </p:txBody>
      </p:sp>
      <p:pic>
        <p:nvPicPr>
          <p:cNvPr id="6" name="Picture 5" descr="A hand holding a green tree made of gears&#10;&#10;Description automatically generated">
            <a:extLst>
              <a:ext uri="{FF2B5EF4-FFF2-40B4-BE49-F238E27FC236}">
                <a16:creationId xmlns:a16="http://schemas.microsoft.com/office/drawing/2014/main" id="{3ADDFB18-FCF1-CFE8-8B29-6DF450AD2E8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8312" y="2345339"/>
            <a:ext cx="4027488" cy="3725423"/>
          </a:xfrm>
          <a:prstGeom prst="rect">
            <a:avLst/>
          </a:prstGeom>
          <a:noFill/>
        </p:spPr>
      </p:pic>
      <p:sp>
        <p:nvSpPr>
          <p:cNvPr id="3" name="Footer Placeholder 2">
            <a:extLst>
              <a:ext uri="{FF2B5EF4-FFF2-40B4-BE49-F238E27FC236}">
                <a16:creationId xmlns:a16="http://schemas.microsoft.com/office/drawing/2014/main" id="{B430DE2A-4B70-4D11-07C4-7C30D3B724B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3297963513"/>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57485" y="2088641"/>
            <a:ext cx="5095060" cy="40328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ضمان الجودة نظام من الأنشطة المخطط لها التي وضعتها مؤسسة هندسية لمراقبة جودة المنتج أو الخدمة بشكل فعال.</a:t>
            </a:r>
          </a:p>
          <a:p>
            <a:pPr marL="685800" rtl="1"/>
            <a:r>
              <a:rPr lang="ar" sz="2200" dirty="0"/>
              <a:t>ضمان الجودة سيكون على مستوى المؤسسة</a:t>
            </a:r>
          </a:p>
          <a:p>
            <a:pPr marL="685800" rtl="1"/>
            <a:r>
              <a:rPr lang="ar" sz="2200" dirty="0"/>
              <a:t>تتمثل المنهجية في تعزيز التحسين المستمر في الجودة</a:t>
            </a:r>
          </a:p>
          <a:p>
            <a:pPr marL="685800" rtl="1"/>
            <a:r>
              <a:rPr lang="ar" sz="2200" dirty="0"/>
              <a:t>ستُصمم الأنظمة وفق منهجية "التخطيط، التنفيذ، التحقق، التصرف" في إطار إدارة الجودة الشاملة</a:t>
            </a:r>
          </a:p>
          <a:p>
            <a:pPr marL="685800" rtl="1"/>
            <a:endParaRPr lang="en-GB" altLang="en-US" dirty="0"/>
          </a:p>
          <a:p>
            <a:pPr indent="0" algn="ctr"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24084" y="1255591"/>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أنظمة الجودة (4)</a:t>
            </a:r>
          </a:p>
        </p:txBody>
      </p:sp>
      <p:sp>
        <p:nvSpPr>
          <p:cNvPr id="4" name="TextBox 3">
            <a:extLst>
              <a:ext uri="{FF2B5EF4-FFF2-40B4-BE49-F238E27FC236}">
                <a16:creationId xmlns:a16="http://schemas.microsoft.com/office/drawing/2014/main" id="{9D774D71-D581-892B-5641-B4FB92002549}"/>
              </a:ext>
            </a:extLst>
          </p:cNvPr>
          <p:cNvSpPr txBox="1"/>
          <p:nvPr/>
        </p:nvSpPr>
        <p:spPr>
          <a:xfrm>
            <a:off x="196735" y="5038130"/>
            <a:ext cx="3562400" cy="430887"/>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ما الغرض من تطبيق نظام الجودة؟</a:t>
            </a:r>
          </a:p>
        </p:txBody>
      </p:sp>
      <p:grpSp>
        <p:nvGrpSpPr>
          <p:cNvPr id="2" name="Group 1">
            <a:extLst>
              <a:ext uri="{FF2B5EF4-FFF2-40B4-BE49-F238E27FC236}">
                <a16:creationId xmlns:a16="http://schemas.microsoft.com/office/drawing/2014/main" id="{8DC52BFA-2123-6F1F-3DC2-D49602BEF50B}"/>
              </a:ext>
            </a:extLst>
          </p:cNvPr>
          <p:cNvGrpSpPr/>
          <p:nvPr/>
        </p:nvGrpSpPr>
        <p:grpSpPr>
          <a:xfrm>
            <a:off x="224084" y="2088641"/>
            <a:ext cx="3562400" cy="2561283"/>
            <a:chOff x="0" y="0"/>
            <a:chExt cx="3864086" cy="2838614"/>
          </a:xfrm>
        </p:grpSpPr>
        <p:sp>
          <p:nvSpPr>
            <p:cNvPr id="5" name="Flowchart: Connector 4">
              <a:extLst>
                <a:ext uri="{FF2B5EF4-FFF2-40B4-BE49-F238E27FC236}">
                  <a16:creationId xmlns:a16="http://schemas.microsoft.com/office/drawing/2014/main" id="{AAC48641-EE2A-9D5A-505E-85A17510E797}"/>
                </a:ext>
              </a:extLst>
            </p:cNvPr>
            <p:cNvSpPr/>
            <p:nvPr/>
          </p:nvSpPr>
          <p:spPr>
            <a:xfrm>
              <a:off x="707666" y="0"/>
              <a:ext cx="2154804" cy="1773140"/>
            </a:xfrm>
            <a:prstGeom prst="flowChartConnector">
              <a:avLst/>
            </a:prstGeom>
            <a:solidFill>
              <a:schemeClr val="accent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1" fromWordArt="0" anchor="ctr" anchorCtr="0" forceAA="0" compatLnSpc="1">
              <a:prstTxWarp prst="textNoShape">
                <a:avLst/>
              </a:prstTxWarp>
              <a:noAutofit/>
            </a:bodyPr>
            <a:lstStyle/>
            <a:p>
              <a:pPr algn="ctr" rtl="1">
                <a:lnSpc>
                  <a:spcPct val="107000"/>
                </a:lnSpc>
                <a:spcAft>
                  <a:spcPts val="800"/>
                </a:spcAft>
              </a:pPr>
              <a:r>
                <a:rPr lang="ar" sz="1700" kern="100" dirty="0">
                  <a:solidFill>
                    <a:schemeClr val="bg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ضمان الجودة</a:t>
              </a:r>
            </a:p>
          </p:txBody>
        </p:sp>
        <p:sp>
          <p:nvSpPr>
            <p:cNvPr id="6" name="Flowchart: Connector 5">
              <a:extLst>
                <a:ext uri="{FF2B5EF4-FFF2-40B4-BE49-F238E27FC236}">
                  <a16:creationId xmlns:a16="http://schemas.microsoft.com/office/drawing/2014/main" id="{4953A61B-4BA1-BA49-25B4-3E662A939846}"/>
                </a:ext>
              </a:extLst>
            </p:cNvPr>
            <p:cNvSpPr/>
            <p:nvPr/>
          </p:nvSpPr>
          <p:spPr>
            <a:xfrm>
              <a:off x="0" y="1065474"/>
              <a:ext cx="2154804" cy="1773140"/>
            </a:xfrm>
            <a:prstGeom prst="flowChartConnector">
              <a:avLst/>
            </a:prstGeom>
            <a:solidFill>
              <a:schemeClr val="accent2">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1" fromWordArt="0" anchor="ctr" anchorCtr="0" forceAA="0" compatLnSpc="1">
              <a:prstTxWarp prst="textNoShape">
                <a:avLst/>
              </a:prstTxWarp>
              <a:noAutofit/>
            </a:bodyPr>
            <a:lstStyle/>
            <a:p>
              <a:pPr algn="ctr" rtl="1">
                <a:lnSpc>
                  <a:spcPct val="107000"/>
                </a:lnSpc>
                <a:spcAft>
                  <a:spcPts val="800"/>
                </a:spcAft>
              </a:pPr>
              <a:r>
                <a:rPr lang="ar" sz="1700" kern="100" dirty="0">
                  <a:effectLst/>
                  <a:latin typeface="Sakkal Majalla" panose="02000000000000000000" pitchFamily="2" charset="-78"/>
                  <a:ea typeface="Calibri" panose="020F0502020204030204" pitchFamily="34" charset="0"/>
                  <a:cs typeface="Sakkal Majalla" panose="02000000000000000000" pitchFamily="2" charset="-78"/>
                </a:rPr>
                <a:t>الشكاوى / الإحالات</a:t>
              </a:r>
            </a:p>
          </p:txBody>
        </p:sp>
        <p:sp>
          <p:nvSpPr>
            <p:cNvPr id="7" name="Flowchart: Connector 6">
              <a:extLst>
                <a:ext uri="{FF2B5EF4-FFF2-40B4-BE49-F238E27FC236}">
                  <a16:creationId xmlns:a16="http://schemas.microsoft.com/office/drawing/2014/main" id="{19A90E67-BCC8-25A9-7CA6-5527E1794B3C}"/>
                </a:ext>
              </a:extLst>
            </p:cNvPr>
            <p:cNvSpPr/>
            <p:nvPr/>
          </p:nvSpPr>
          <p:spPr>
            <a:xfrm>
              <a:off x="1709531" y="1065474"/>
              <a:ext cx="2154555" cy="1772920"/>
            </a:xfrm>
            <a:prstGeom prst="flowChartConnector">
              <a:avLst/>
            </a:prstGeom>
            <a:solidFill>
              <a:schemeClr val="accent6">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1" fromWordArt="0" anchor="ctr" anchorCtr="0" forceAA="0" compatLnSpc="1">
              <a:prstTxWarp prst="textNoShape">
                <a:avLst/>
              </a:prstTxWarp>
              <a:noAutofit/>
            </a:bodyPr>
            <a:lstStyle/>
            <a:p>
              <a:pPr algn="ctr" rtl="1">
                <a:lnSpc>
                  <a:spcPct val="107000"/>
                </a:lnSpc>
                <a:spcAft>
                  <a:spcPts val="800"/>
                </a:spcAft>
              </a:pPr>
              <a:r>
                <a:rPr lang="ar" sz="1700" kern="100" dirty="0">
                  <a:effectLst/>
                  <a:latin typeface="Sakkal Majalla" panose="02000000000000000000" pitchFamily="2" charset="-78"/>
                  <a:ea typeface="Calibri" panose="020F0502020204030204" pitchFamily="34" charset="0"/>
                  <a:cs typeface="Sakkal Majalla" panose="02000000000000000000" pitchFamily="2" charset="-78"/>
                </a:rPr>
                <a:t>التحسين المستمر</a:t>
              </a:r>
            </a:p>
          </p:txBody>
        </p:sp>
        <p:sp>
          <p:nvSpPr>
            <p:cNvPr id="8" name="Text Box 2">
              <a:extLst>
                <a:ext uri="{FF2B5EF4-FFF2-40B4-BE49-F238E27FC236}">
                  <a16:creationId xmlns:a16="http://schemas.microsoft.com/office/drawing/2014/main" id="{8F5A14AF-14E1-AFCC-5717-A9CDA911A37A}"/>
                </a:ext>
              </a:extLst>
            </p:cNvPr>
            <p:cNvSpPr txBox="1">
              <a:spLocks noChangeArrowheads="1"/>
            </p:cNvSpPr>
            <p:nvPr/>
          </p:nvSpPr>
          <p:spPr bwMode="auto">
            <a:xfrm>
              <a:off x="185972" y="1065474"/>
              <a:ext cx="2456815" cy="484505"/>
            </a:xfrm>
            <a:prstGeom prst="rect">
              <a:avLst/>
            </a:prstGeom>
            <a:noFill/>
            <a:ln w="9525">
              <a:noFill/>
              <a:miter lim="800000"/>
              <a:headEnd/>
              <a:tailEnd/>
            </a:ln>
          </p:spPr>
          <p:txBody>
            <a:bodyPr rot="0" vert="horz" wrap="square" lIns="91440" tIns="45720" rIns="91440" bIns="45720" rtlCol="1" anchor="t" anchorCtr="0">
              <a:noAutofit/>
            </a:bodyPr>
            <a:lstStyle/>
            <a:p>
              <a:pPr rtl="1">
                <a:lnSpc>
                  <a:spcPct val="107000"/>
                </a:lnSpc>
                <a:spcAft>
                  <a:spcPts val="800"/>
                </a:spcAft>
              </a:pPr>
              <a:r>
                <a:rPr lang="ar" sz="2600" b="1" kern="100" dirty="0">
                  <a:solidFill>
                    <a:schemeClr val="accent6">
                      <a:lumMod val="20000"/>
                      <a:lumOff val="80000"/>
                    </a:schemeClr>
                  </a:solidFill>
                  <a:effectLst/>
                  <a:latin typeface="Sakkal Majalla" panose="02000000000000000000" pitchFamily="2" charset="-78"/>
                  <a:ea typeface="Calibri" panose="020F0502020204030204" pitchFamily="34" charset="0"/>
                  <a:cs typeface="Sakkal Majalla" panose="02000000000000000000" pitchFamily="2" charset="-78"/>
                </a:rPr>
                <a:t>إستراتيجية الجودة</a:t>
              </a:r>
              <a:endParaRPr lang="en-GB" sz="2600" kern="100" dirty="0">
                <a:solidFill>
                  <a:schemeClr val="accent6">
                    <a:lumMod val="20000"/>
                    <a:lumOff val="8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p:txBody>
        </p:sp>
      </p:grpSp>
      <p:sp>
        <p:nvSpPr>
          <p:cNvPr id="3" name="Footer Placeholder 2">
            <a:extLst>
              <a:ext uri="{FF2B5EF4-FFF2-40B4-BE49-F238E27FC236}">
                <a16:creationId xmlns:a16="http://schemas.microsoft.com/office/drawing/2014/main" id="{F89FFC79-790D-0897-3B0B-22FE083A7D5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4084716573"/>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568" y="1988840"/>
            <a:ext cx="8064896" cy="22322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يشمل الغرض من تطبيق خطة الجودة في مؤسسة هندسية ما يأتي:</a:t>
            </a:r>
          </a:p>
          <a:p>
            <a:pPr marL="685800" rtl="1"/>
            <a:r>
              <a:rPr lang="ar" sz="2200" dirty="0"/>
              <a:t>اكتساب ميزة تنافسية</a:t>
            </a:r>
          </a:p>
          <a:p>
            <a:pPr marL="685800" rtl="1"/>
            <a:r>
              <a:rPr lang="ar" sz="2200" dirty="0"/>
              <a:t>تقليل النفايات غير الضرورية</a:t>
            </a:r>
          </a:p>
          <a:p>
            <a:pPr marL="685800" rtl="1"/>
            <a:r>
              <a:rPr lang="ar" sz="2200" dirty="0"/>
              <a:t>تحقيق رضا العملاء</a:t>
            </a:r>
          </a:p>
          <a:p>
            <a:pPr marL="685800" rtl="1"/>
            <a:r>
              <a:rPr lang="ar" sz="2200" dirty="0"/>
              <a:t>ضمان توافق المنتج أو الخدمة مع المعايير</a:t>
            </a:r>
          </a:p>
          <a:p>
            <a:pPr indent="0" rtl="1">
              <a:buNone/>
            </a:pPr>
            <a:endParaRPr lang="en-GB" altLang="en-US" dirty="0"/>
          </a:p>
          <a:p>
            <a:pPr indent="0" rtl="1">
              <a:buNone/>
            </a:pPr>
            <a:r>
              <a:rPr lang="ar" sz="2200" dirty="0"/>
              <a:t>هل يمكنك التفكير في أي فائدة أخرى لتطبيق نظام الجودة؟ </a:t>
            </a:r>
          </a:p>
          <a:p>
            <a:pPr marL="685800" rtl="1"/>
            <a:endParaRPr lang="en-GB" altLang="en-US" dirty="0"/>
          </a:p>
          <a:p>
            <a:pPr marL="685800" rtl="1"/>
            <a:endParaRPr lang="en-GB" altLang="en-US" dirty="0"/>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أنظمة الجودة (5)</a:t>
            </a:r>
          </a:p>
        </p:txBody>
      </p:sp>
      <p:sp>
        <p:nvSpPr>
          <p:cNvPr id="2" name="Footer Placeholder 2">
            <a:extLst>
              <a:ext uri="{FF2B5EF4-FFF2-40B4-BE49-F238E27FC236}">
                <a16:creationId xmlns:a16="http://schemas.microsoft.com/office/drawing/2014/main" id="{9BEFE0EB-BC10-21BF-CC6D-EF3486DE9A5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4242189640"/>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84721" y="2348508"/>
            <a:ext cx="4678758" cy="33127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t>مراقبة الجودة - اختبارات وأنشطة تُنفذ للتحقق من فعالية أنظمة ضمان الجودة لمنتج أو خدمة.</a:t>
            </a:r>
          </a:p>
          <a:p>
            <a:pPr marL="685800" rtl="1"/>
            <a:r>
              <a:rPr lang="ar" sz="2200" dirty="0"/>
              <a:t>قد تشمل عمليات التحقق الاختبار أو أخذ العينات أو فحص المنتج.</a:t>
            </a:r>
          </a:p>
          <a:p>
            <a:pPr marL="685800" rtl="1"/>
            <a:r>
              <a:rPr lang="ar" sz="2200" dirty="0"/>
              <a:t>إذا كنت تنتج سيارة، فهل يمكنك التفكير في أي أنشطة لمراقبة الجودة قد تضعها؟ </a:t>
            </a:r>
          </a:p>
          <a:p>
            <a:pPr marL="685800" rtl="1"/>
            <a:endParaRPr lang="en-GB" altLang="en-US" dirty="0"/>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أنظمة الجودة (6)</a:t>
            </a:r>
          </a:p>
        </p:txBody>
      </p:sp>
      <p:sp>
        <p:nvSpPr>
          <p:cNvPr id="4" name="TextBox 3">
            <a:extLst>
              <a:ext uri="{FF2B5EF4-FFF2-40B4-BE49-F238E27FC236}">
                <a16:creationId xmlns:a16="http://schemas.microsoft.com/office/drawing/2014/main" id="{E11FD76C-A69F-C37E-5FC9-BEDFB6D81A05}"/>
              </a:ext>
            </a:extLst>
          </p:cNvPr>
          <p:cNvSpPr txBox="1"/>
          <p:nvPr/>
        </p:nvSpPr>
        <p:spPr>
          <a:xfrm>
            <a:off x="559297" y="5157192"/>
            <a:ext cx="4048708" cy="769441"/>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ما سبب أهمية فلسفة "الصواب من أول مرة" للمؤسسة الهندسية؟</a:t>
            </a:r>
          </a:p>
        </p:txBody>
      </p:sp>
      <p:pic>
        <p:nvPicPr>
          <p:cNvPr id="5" name="Picture 4" descr="A conveyor belt with black boxes and red check marks&#10;&#10;Description automatically generated">
            <a:extLst>
              <a:ext uri="{FF2B5EF4-FFF2-40B4-BE49-F238E27FC236}">
                <a16:creationId xmlns:a16="http://schemas.microsoft.com/office/drawing/2014/main" id="{B28F4048-3A1E-A7FD-4857-F4A28781603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41827" y="2163616"/>
            <a:ext cx="3497472" cy="2489520"/>
          </a:xfrm>
          <a:prstGeom prst="rect">
            <a:avLst/>
          </a:prstGeom>
        </p:spPr>
      </p:pic>
      <p:sp>
        <p:nvSpPr>
          <p:cNvPr id="2" name="Footer Placeholder 2">
            <a:extLst>
              <a:ext uri="{FF2B5EF4-FFF2-40B4-BE49-F238E27FC236}">
                <a16:creationId xmlns:a16="http://schemas.microsoft.com/office/drawing/2014/main" id="{AEEB0349-95D7-8706-7FA9-8056BCD21DC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3559799057"/>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2132856"/>
            <a:ext cx="8208712" cy="37444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إدارة القيمة عملية رسمية لخفض التكلفة، مع الحفاظ على وظائف وقيمة المنتج أو الخدمة أو تحسينها.</a:t>
            </a:r>
          </a:p>
          <a:p>
            <a:pPr marL="685800" rtl="1"/>
            <a:r>
              <a:rPr lang="ar" sz="2600" dirty="0"/>
              <a:t>غالبًا ما تُدار القيمة بوصفها عملية رسمية وتتكون من مراحل:</a:t>
            </a:r>
          </a:p>
          <a:p>
            <a:pPr marL="1085850" lvl="1" rtl="1"/>
            <a:r>
              <a:rPr lang="ar" sz="2200" dirty="0">
                <a:latin typeface="Sakkal Majalla" panose="02000000000000000000" pitchFamily="2" charset="-78"/>
              </a:rPr>
              <a:t>المرحلة 1- تحديد ما يجلب القيمة المضافة للمنتج ونظرة عامة على التكلفة.</a:t>
            </a:r>
          </a:p>
          <a:p>
            <a:pPr marL="1085850" lvl="1" rtl="1"/>
            <a:r>
              <a:rPr lang="ar" sz="2200" dirty="0">
                <a:latin typeface="Sakkal Majalla" panose="02000000000000000000" pitchFamily="2" charset="-78"/>
              </a:rPr>
              <a:t>المرحلة 2 - مرحلة التحليل لفهم العوامل المحققة للقيمة في المنتج أو الخدمات.  على سبيل المثال، هل يحتوي المنتج على أي سمات غير ضرورية.</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مبادئ وعمليات إدارة القيمة (1)</a:t>
            </a:r>
          </a:p>
        </p:txBody>
      </p:sp>
      <p:sp>
        <p:nvSpPr>
          <p:cNvPr id="2" name="Footer Placeholder 2">
            <a:extLst>
              <a:ext uri="{FF2B5EF4-FFF2-40B4-BE49-F238E27FC236}">
                <a16:creationId xmlns:a16="http://schemas.microsoft.com/office/drawing/2014/main" id="{89C7B21B-28C8-9A83-CCE0-2CA0B1031C8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4194137695"/>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2060848"/>
            <a:ext cx="8208712" cy="20882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1085850" lvl="1" rtl="1"/>
            <a:r>
              <a:rPr lang="ar" sz="2600" dirty="0">
                <a:latin typeface="Sakkal Majalla" panose="02000000000000000000" pitchFamily="2" charset="-78"/>
              </a:rPr>
              <a:t>المرحلة 3 - العمل الإبداعي لتوليد أفكار لطرق بديلة لجلب قيمة للمنتج</a:t>
            </a:r>
          </a:p>
          <a:p>
            <a:pPr marL="1085850" lvl="1" rtl="1"/>
            <a:r>
              <a:rPr lang="ar" sz="2600" dirty="0">
                <a:latin typeface="Sakkal Majalla" panose="02000000000000000000" pitchFamily="2" charset="-78"/>
              </a:rPr>
              <a:t>المرحلة 4 - مرحلة التقييم لتقييم الأفكار وتحديد أولوياتها</a:t>
            </a:r>
          </a:p>
          <a:p>
            <a:pPr marL="1085850" lvl="1" rtl="1"/>
            <a:r>
              <a:rPr lang="ar" sz="2600" dirty="0">
                <a:latin typeface="Sakkal Majalla" panose="02000000000000000000" pitchFamily="2" charset="-78"/>
              </a:rPr>
              <a:t>المرحلة 5 - التنفيذ</a:t>
            </a:r>
          </a:p>
          <a:p>
            <a:pPr marL="800100" lvl="1" indent="0" rtl="1">
              <a:buNone/>
            </a:pPr>
            <a:endParaRPr lang="en-GB" altLang="en-US" dirty="0">
              <a:latin typeface="Sakkal Majalla" panose="02000000000000000000" pitchFamily="2" charset="-78"/>
            </a:endParaRPr>
          </a:p>
          <a:p>
            <a:pPr marL="800100" lvl="1" indent="0" rtl="1">
              <a:buNone/>
            </a:pPr>
            <a:endParaRPr lang="en-GB" altLang="en-US" dirty="0">
              <a:latin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مبادئ وعمليات إدارة القيمة (1)</a:t>
            </a:r>
          </a:p>
        </p:txBody>
      </p:sp>
      <p:sp>
        <p:nvSpPr>
          <p:cNvPr id="2" name="Content Placeholder 3">
            <a:extLst>
              <a:ext uri="{FF2B5EF4-FFF2-40B4-BE49-F238E27FC236}">
                <a16:creationId xmlns:a16="http://schemas.microsoft.com/office/drawing/2014/main" id="{31D783D2-7262-75AD-5265-5473F8682A98}"/>
              </a:ext>
            </a:extLst>
          </p:cNvPr>
          <p:cNvSpPr txBox="1">
            <a:spLocks noChangeArrowheads="1"/>
          </p:cNvSpPr>
          <p:nvPr/>
        </p:nvSpPr>
        <p:spPr bwMode="auto">
          <a:xfrm>
            <a:off x="770440" y="3717032"/>
            <a:ext cx="8388424" cy="153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800100" lvl="1" indent="0" rtl="1">
              <a:buFont typeface="Wingdings" panose="05000000000000000000" pitchFamily="2" charset="2"/>
              <a:buNone/>
            </a:pPr>
            <a:r>
              <a:rPr lang="ar" sz="2200" kern="0" dirty="0">
                <a:latin typeface="Sakkal Majalla" panose="02000000000000000000" pitchFamily="2" charset="-78"/>
                <a:cs typeface="Sakkal Majalla" panose="02000000000000000000" pitchFamily="2" charset="-78"/>
              </a:rPr>
              <a:t>حدد منتجًا هندسيًّا لديك دراية جيدة عنه، كيف يمكنك تحسينه دون إنفاق أي أموال إضافية؟</a:t>
            </a:r>
          </a:p>
        </p:txBody>
      </p:sp>
      <p:sp>
        <p:nvSpPr>
          <p:cNvPr id="3" name="Footer Placeholder 2">
            <a:extLst>
              <a:ext uri="{FF2B5EF4-FFF2-40B4-BE49-F238E27FC236}">
                <a16:creationId xmlns:a16="http://schemas.microsoft.com/office/drawing/2014/main" id="{02C9FF43-83F5-5338-DFC2-3DA33D47FB7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extLst>
      <p:ext uri="{BB962C8B-B14F-4D97-AF65-F5344CB8AC3E}">
        <p14:creationId xmlns:p14="http://schemas.microsoft.com/office/powerpoint/2010/main" val="2569476068"/>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endParaRPr lang="en-GB" altLang="en-US" sz="4600" kern="0" dirty="0">
              <a:latin typeface="Sakkal Majalla" panose="02000000000000000000" pitchFamily="2" charset="-78"/>
              <a:cs typeface="Sakkal Majalla" panose="02000000000000000000" pitchFamily="2" charset="-78"/>
            </a:endParaRP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9"/>
            <a:ext cx="7991475" cy="280831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(دليل الاختصارات: l-يسار، r-يمين، c-وسط، t-أعلى، b-أسفل)</a:t>
            </a:r>
          </a:p>
          <a:p>
            <a:pPr marL="0" indent="0" rtl="1">
              <a:lnSpc>
                <a:spcPct val="107000"/>
              </a:lnSpc>
              <a:spcAft>
                <a:spcPts val="800"/>
              </a:spcAft>
              <a:buNone/>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123آر اف:</a:t>
            </a:r>
            <a:r>
              <a:rPr lang="ar" sz="2000" dirty="0">
                <a:solidFill>
                  <a:srgbClr val="24242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جوزيف بولك (شريحة 10)؛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فيكي إدموندسون</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(شريحة 5)؛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شترستوك: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PeopleImages.com - يوري أ (شريحة 6)،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رينيو برودكشنز (شريحة 7)، جونكوركس (شريحة 8)، ميكو ليمولا (شريحة 11 بالأعلى)، سوبردوم (شريحة 11 بالأسفل)، 89 ستوكر (شريحة 14)، أورانج فيكتور (شريحة 19)، ان واي ستوديو (شريحة 21)، دوسيت (شريحة 24)، خينج قوان توه (شريحة 25) سكوت ريتشاردسون (شريحة 27).</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BC2B990-7FF4-1A48-F509-3933F939E8D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A103000399207</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AdditionalInfo xmlns="f63d1639-2e8e-4dfe-b2d4-ff2deac9240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700610-39F3-4A35-AAF4-C1E1359C0930}">
  <ds:schemaRefs>
    <ds:schemaRef ds:uri="http://purl.org/dc/dcmitype/"/>
    <ds:schemaRef ds:uri="6125ffc9-2c56-435e-8267-1393444907b2"/>
    <ds:schemaRef ds:uri="http://purl.org/dc/elements/1.1/"/>
    <ds:schemaRef ds:uri="http://schemas.microsoft.com/office/2006/metadata/properties"/>
    <ds:schemaRef ds:uri="7c1bd8dc-4e40-424f-a15f-9ffcd522197f"/>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F12A546-EA37-4929-8D42-2C5612C418E1}"/>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10670</TotalTime>
  <Words>1791</Words>
  <Application>Microsoft Office PowerPoint</Application>
  <PresentationFormat>On-screen Show (4:3)</PresentationFormat>
  <Paragraphs>237</Paragraphs>
  <Slides>30</Slides>
  <Notes>30</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30</vt:i4>
      </vt:variant>
    </vt:vector>
  </HeadingPairs>
  <TitlesOfParts>
    <vt:vector size="45"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4  مبادئ التجارة والجودة التطبيقية في الهندسة  </vt:lpstr>
      <vt:lpstr>مبادئ التجارة والجودة التطبيقية في الهندسة</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175</cp:revision>
  <dcterms:created xsi:type="dcterms:W3CDTF">2020-07-15T07:14:47Z</dcterms:created>
  <dcterms:modified xsi:type="dcterms:W3CDTF">2024-09-10T14:55:27Z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