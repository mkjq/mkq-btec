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3"/>
  </p:notesMasterIdLst>
  <p:sldIdLst>
    <p:sldId id="256" r:id="rId14"/>
    <p:sldId id="257" r:id="rId15"/>
    <p:sldId id="258" r:id="rId16"/>
    <p:sldId id="272" r:id="rId17"/>
    <p:sldId id="305" r:id="rId18"/>
    <p:sldId id="337" r:id="rId19"/>
    <p:sldId id="336" r:id="rId20"/>
    <p:sldId id="339" r:id="rId21"/>
    <p:sldId id="311" r:id="rId22"/>
    <p:sldId id="360" r:id="rId23"/>
    <p:sldId id="361" r:id="rId24"/>
    <p:sldId id="313" r:id="rId25"/>
    <p:sldId id="346" r:id="rId26"/>
    <p:sldId id="340" r:id="rId27"/>
    <p:sldId id="341" r:id="rId28"/>
    <p:sldId id="342" r:id="rId29"/>
    <p:sldId id="343" r:id="rId30"/>
    <p:sldId id="344" r:id="rId31"/>
    <p:sldId id="347" r:id="rId32"/>
    <p:sldId id="306" r:id="rId33"/>
    <p:sldId id="320" r:id="rId34"/>
    <p:sldId id="363" r:id="rId35"/>
    <p:sldId id="322" r:id="rId36"/>
    <p:sldId id="353" r:id="rId37"/>
    <p:sldId id="359" r:id="rId38"/>
    <p:sldId id="362" r:id="rId39"/>
    <p:sldId id="323" r:id="rId40"/>
    <p:sldId id="365" r:id="rId41"/>
    <p:sldId id="308" r:id="rId42"/>
    <p:sldId id="309" r:id="rId43"/>
    <p:sldId id="351" r:id="rId44"/>
    <p:sldId id="352" r:id="rId45"/>
    <p:sldId id="350" r:id="rId46"/>
    <p:sldId id="366" r:id="rId47"/>
    <p:sldId id="349" r:id="rId48"/>
    <p:sldId id="327" r:id="rId49"/>
    <p:sldId id="328" r:id="rId50"/>
    <p:sldId id="332" r:id="rId51"/>
    <p:sldId id="367" r:id="rId52"/>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CFEB90-9D66-8A0A-B491-5A1B86E8BE4E}" name="Sam Prince" initials="SP" userId="S::sam.prince1@pearson.com::b8c1c271-dd5b-4079-a09a-81f4ce8be86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76B896-FC32-49CC-A464-7B1463BD19C6}" v="40" dt="2023-11-21T12:00:43.367"/>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5" autoAdjust="0"/>
    <p:restoredTop sz="96242" autoAdjust="0"/>
  </p:normalViewPr>
  <p:slideViewPr>
    <p:cSldViewPr snapToGrid="0">
      <p:cViewPr varScale="1">
        <p:scale>
          <a:sx n="162" d="100"/>
          <a:sy n="162" d="100"/>
        </p:scale>
        <p:origin x="2520" y="144"/>
      </p:cViewPr>
      <p:guideLst>
        <p:guide orient="horz" pos="1933"/>
        <p:guide pos="2880"/>
        <p:guide pos="1791"/>
        <p:guide orient="horz" pos="3657"/>
        <p:guide pos="10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Prince" userId="b8c1c271-dd5b-4079-a09a-81f4ce8be867" providerId="ADAL" clId="{A6BF3831-C961-4660-A40A-730983A8E38C}"/>
    <pc:docChg chg="custSel addSld modSld">
      <pc:chgData name="Sam Prince" userId="b8c1c271-dd5b-4079-a09a-81f4ce8be867" providerId="ADAL" clId="{A6BF3831-C961-4660-A40A-730983A8E38C}" dt="2023-10-12T17:04:38.076" v="281" actId="1076"/>
      <pc:docMkLst>
        <pc:docMk/>
      </pc:docMkLst>
      <pc:sldChg chg="modSp mod">
        <pc:chgData name="Sam Prince" userId="b8c1c271-dd5b-4079-a09a-81f4ce8be867" providerId="ADAL" clId="{A6BF3831-C961-4660-A40A-730983A8E38C}" dt="2023-10-12T16:54:46.137" v="83" actId="20577"/>
        <pc:sldMkLst>
          <pc:docMk/>
          <pc:sldMk cId="0" sldId="258"/>
        </pc:sldMkLst>
        <pc:spChg chg="mod">
          <ac:chgData name="Sam Prince" userId="b8c1c271-dd5b-4079-a09a-81f4ce8be867" providerId="ADAL" clId="{A6BF3831-C961-4660-A40A-730983A8E38C}" dt="2023-10-12T16:54:46.137" v="83" actId="20577"/>
          <ac:spMkLst>
            <pc:docMk/>
            <pc:sldMk cId="0" sldId="258"/>
            <ac:spMk id="32770" creationId="{CD9316BF-B3CE-8341-5A0A-249747D6C6E1}"/>
          </ac:spMkLst>
        </pc:spChg>
      </pc:sldChg>
      <pc:sldChg chg="modSp mod">
        <pc:chgData name="Sam Prince" userId="b8c1c271-dd5b-4079-a09a-81f4ce8be867" providerId="ADAL" clId="{A6BF3831-C961-4660-A40A-730983A8E38C}" dt="2023-10-12T16:54:59.390" v="91" actId="20577"/>
        <pc:sldMkLst>
          <pc:docMk/>
          <pc:sldMk cId="884549766" sldId="305"/>
        </pc:sldMkLst>
        <pc:spChg chg="mod">
          <ac:chgData name="Sam Prince" userId="b8c1c271-dd5b-4079-a09a-81f4ce8be867" providerId="ADAL" clId="{A6BF3831-C961-4660-A40A-730983A8E38C}" dt="2023-10-12T16:54:59.390" v="91" actId="20577"/>
          <ac:spMkLst>
            <pc:docMk/>
            <pc:sldMk cId="884549766" sldId="305"/>
            <ac:spMk id="34820" creationId="{8DCD7CE1-603D-4D59-3DBB-C13C0B6505F0}"/>
          </ac:spMkLst>
        </pc:spChg>
      </pc:sldChg>
      <pc:sldChg chg="modSp mod">
        <pc:chgData name="Sam Prince" userId="b8c1c271-dd5b-4079-a09a-81f4ce8be867" providerId="ADAL" clId="{A6BF3831-C961-4660-A40A-730983A8E38C}" dt="2023-10-12T17:01:16.214" v="216" actId="20577"/>
        <pc:sldMkLst>
          <pc:docMk/>
          <pc:sldMk cId="47175209" sldId="309"/>
        </pc:sldMkLst>
        <pc:spChg chg="mod">
          <ac:chgData name="Sam Prince" userId="b8c1c271-dd5b-4079-a09a-81f4ce8be867" providerId="ADAL" clId="{A6BF3831-C961-4660-A40A-730983A8E38C}" dt="2023-10-12T17:01:16.214" v="216" actId="20577"/>
          <ac:spMkLst>
            <pc:docMk/>
            <pc:sldMk cId="47175209" sldId="309"/>
            <ac:spMk id="34820" creationId="{8DCD7CE1-603D-4D59-3DBB-C13C0B6505F0}"/>
          </ac:spMkLst>
        </pc:spChg>
      </pc:sldChg>
      <pc:sldChg chg="modSp mod">
        <pc:chgData name="Sam Prince" userId="b8c1c271-dd5b-4079-a09a-81f4ce8be867" providerId="ADAL" clId="{A6BF3831-C961-4660-A40A-730983A8E38C}" dt="2023-10-12T16:55:48.558" v="117" actId="20577"/>
        <pc:sldMkLst>
          <pc:docMk/>
          <pc:sldMk cId="971764975" sldId="311"/>
        </pc:sldMkLst>
        <pc:spChg chg="mod">
          <ac:chgData name="Sam Prince" userId="b8c1c271-dd5b-4079-a09a-81f4ce8be867" providerId="ADAL" clId="{A6BF3831-C961-4660-A40A-730983A8E38C}" dt="2023-10-12T16:55:48.558" v="117" actId="20577"/>
          <ac:spMkLst>
            <pc:docMk/>
            <pc:sldMk cId="971764975" sldId="311"/>
            <ac:spMk id="34820" creationId="{8DCD7CE1-603D-4D59-3DBB-C13C0B6505F0}"/>
          </ac:spMkLst>
        </pc:spChg>
      </pc:sldChg>
      <pc:sldChg chg="modSp mod">
        <pc:chgData name="Sam Prince" userId="b8c1c271-dd5b-4079-a09a-81f4ce8be867" providerId="ADAL" clId="{A6BF3831-C961-4660-A40A-730983A8E38C}" dt="2023-10-12T16:56:58.977" v="139" actId="20577"/>
        <pc:sldMkLst>
          <pc:docMk/>
          <pc:sldMk cId="2207294844" sldId="313"/>
        </pc:sldMkLst>
        <pc:spChg chg="mod">
          <ac:chgData name="Sam Prince" userId="b8c1c271-dd5b-4079-a09a-81f4ce8be867" providerId="ADAL" clId="{A6BF3831-C961-4660-A40A-730983A8E38C}" dt="2023-10-12T16:56:36.941" v="129" actId="179"/>
          <ac:spMkLst>
            <pc:docMk/>
            <pc:sldMk cId="2207294844" sldId="313"/>
            <ac:spMk id="34819" creationId="{453C7683-8588-7ABC-32E0-8A4E68218620}"/>
          </ac:spMkLst>
        </pc:spChg>
        <pc:spChg chg="mod">
          <ac:chgData name="Sam Prince" userId="b8c1c271-dd5b-4079-a09a-81f4ce8be867" providerId="ADAL" clId="{A6BF3831-C961-4660-A40A-730983A8E38C}" dt="2023-10-12T16:56:58.977" v="139" actId="20577"/>
          <ac:spMkLst>
            <pc:docMk/>
            <pc:sldMk cId="2207294844" sldId="313"/>
            <ac:spMk id="34820" creationId="{8DCD7CE1-603D-4D59-3DBB-C13C0B6505F0}"/>
          </ac:spMkLst>
        </pc:spChg>
      </pc:sldChg>
      <pc:sldChg chg="modSp mod">
        <pc:chgData name="Sam Prince" userId="b8c1c271-dd5b-4079-a09a-81f4ce8be867" providerId="ADAL" clId="{A6BF3831-C961-4660-A40A-730983A8E38C}" dt="2023-10-12T16:59:21.508" v="183" actId="113"/>
        <pc:sldMkLst>
          <pc:docMk/>
          <pc:sldMk cId="1266123759" sldId="320"/>
        </pc:sldMkLst>
        <pc:spChg chg="mod">
          <ac:chgData name="Sam Prince" userId="b8c1c271-dd5b-4079-a09a-81f4ce8be867" providerId="ADAL" clId="{A6BF3831-C961-4660-A40A-730983A8E38C}" dt="2023-10-12T16:59:21.508" v="183" actId="113"/>
          <ac:spMkLst>
            <pc:docMk/>
            <pc:sldMk cId="1266123759" sldId="320"/>
            <ac:spMk id="34819" creationId="{453C7683-8588-7ABC-32E0-8A4E68218620}"/>
          </ac:spMkLst>
        </pc:spChg>
        <pc:spChg chg="mod">
          <ac:chgData name="Sam Prince" userId="b8c1c271-dd5b-4079-a09a-81f4ce8be867" providerId="ADAL" clId="{A6BF3831-C961-4660-A40A-730983A8E38C}" dt="2023-10-12T16:58:52.686" v="177" actId="20577"/>
          <ac:spMkLst>
            <pc:docMk/>
            <pc:sldMk cId="1266123759" sldId="320"/>
            <ac:spMk id="34820" creationId="{8DCD7CE1-603D-4D59-3DBB-C13C0B6505F0}"/>
          </ac:spMkLst>
        </pc:spChg>
      </pc:sldChg>
      <pc:sldChg chg="modSp mod">
        <pc:chgData name="Sam Prince" userId="b8c1c271-dd5b-4079-a09a-81f4ce8be867" providerId="ADAL" clId="{A6BF3831-C961-4660-A40A-730983A8E38C}" dt="2023-10-12T17:00:03.702" v="193" actId="404"/>
        <pc:sldMkLst>
          <pc:docMk/>
          <pc:sldMk cId="2875205953" sldId="322"/>
        </pc:sldMkLst>
        <pc:spChg chg="mod">
          <ac:chgData name="Sam Prince" userId="b8c1c271-dd5b-4079-a09a-81f4ce8be867" providerId="ADAL" clId="{A6BF3831-C961-4660-A40A-730983A8E38C}" dt="2023-10-12T17:00:03.702" v="193" actId="404"/>
          <ac:spMkLst>
            <pc:docMk/>
            <pc:sldMk cId="2875205953" sldId="322"/>
            <ac:spMk id="34819" creationId="{453C7683-8588-7ABC-32E0-8A4E68218620}"/>
          </ac:spMkLst>
        </pc:spChg>
        <pc:spChg chg="mod">
          <ac:chgData name="Sam Prince" userId="b8c1c271-dd5b-4079-a09a-81f4ce8be867" providerId="ADAL" clId="{A6BF3831-C961-4660-A40A-730983A8E38C}" dt="2023-10-12T16:59:33.606" v="186" actId="20577"/>
          <ac:spMkLst>
            <pc:docMk/>
            <pc:sldMk cId="2875205953" sldId="322"/>
            <ac:spMk id="34820" creationId="{8DCD7CE1-603D-4D59-3DBB-C13C0B6505F0}"/>
          </ac:spMkLst>
        </pc:spChg>
      </pc:sldChg>
      <pc:sldChg chg="modSp mod">
        <pc:chgData name="Sam Prince" userId="b8c1c271-dd5b-4079-a09a-81f4ce8be867" providerId="ADAL" clId="{A6BF3831-C961-4660-A40A-730983A8E38C}" dt="2023-10-12T17:00:48.334" v="205" actId="20577"/>
        <pc:sldMkLst>
          <pc:docMk/>
          <pc:sldMk cId="1325451029" sldId="323"/>
        </pc:sldMkLst>
        <pc:spChg chg="mod">
          <ac:chgData name="Sam Prince" userId="b8c1c271-dd5b-4079-a09a-81f4ce8be867" providerId="ADAL" clId="{A6BF3831-C961-4660-A40A-730983A8E38C}" dt="2023-10-12T17:00:48.334" v="205" actId="20577"/>
          <ac:spMkLst>
            <pc:docMk/>
            <pc:sldMk cId="1325451029" sldId="323"/>
            <ac:spMk id="34820" creationId="{8DCD7CE1-603D-4D59-3DBB-C13C0B6505F0}"/>
          </ac:spMkLst>
        </pc:spChg>
      </pc:sldChg>
      <pc:sldChg chg="modSp mod">
        <pc:chgData name="Sam Prince" userId="b8c1c271-dd5b-4079-a09a-81f4ce8be867" providerId="ADAL" clId="{A6BF3831-C961-4660-A40A-730983A8E38C}" dt="2023-10-12T17:03:00.082" v="246" actId="6549"/>
        <pc:sldMkLst>
          <pc:docMk/>
          <pc:sldMk cId="1265444074" sldId="327"/>
        </pc:sldMkLst>
        <pc:spChg chg="mod">
          <ac:chgData name="Sam Prince" userId="b8c1c271-dd5b-4079-a09a-81f4ce8be867" providerId="ADAL" clId="{A6BF3831-C961-4660-A40A-730983A8E38C}" dt="2023-10-12T17:03:00.082" v="246" actId="6549"/>
          <ac:spMkLst>
            <pc:docMk/>
            <pc:sldMk cId="1265444074" sldId="327"/>
            <ac:spMk id="34819" creationId="{453C7683-8588-7ABC-32E0-8A4E68218620}"/>
          </ac:spMkLst>
        </pc:spChg>
        <pc:spChg chg="mod">
          <ac:chgData name="Sam Prince" userId="b8c1c271-dd5b-4079-a09a-81f4ce8be867" providerId="ADAL" clId="{A6BF3831-C961-4660-A40A-730983A8E38C}" dt="2023-10-12T17:02:52.644" v="245" actId="20577"/>
          <ac:spMkLst>
            <pc:docMk/>
            <pc:sldMk cId="1265444074" sldId="327"/>
            <ac:spMk id="34820" creationId="{8DCD7CE1-603D-4D59-3DBB-C13C0B6505F0}"/>
          </ac:spMkLst>
        </pc:spChg>
      </pc:sldChg>
      <pc:sldChg chg="modSp mod">
        <pc:chgData name="Sam Prince" userId="b8c1c271-dd5b-4079-a09a-81f4ce8be867" providerId="ADAL" clId="{A6BF3831-C961-4660-A40A-730983A8E38C}" dt="2023-10-12T17:03:10.721" v="249" actId="20577"/>
        <pc:sldMkLst>
          <pc:docMk/>
          <pc:sldMk cId="1227727046" sldId="328"/>
        </pc:sldMkLst>
        <pc:spChg chg="mod">
          <ac:chgData name="Sam Prince" userId="b8c1c271-dd5b-4079-a09a-81f4ce8be867" providerId="ADAL" clId="{A6BF3831-C961-4660-A40A-730983A8E38C}" dt="2023-10-12T17:03:10.721" v="249" actId="20577"/>
          <ac:spMkLst>
            <pc:docMk/>
            <pc:sldMk cId="1227727046" sldId="328"/>
            <ac:spMk id="34820" creationId="{8DCD7CE1-603D-4D59-3DBB-C13C0B6505F0}"/>
          </ac:spMkLst>
        </pc:spChg>
      </pc:sldChg>
      <pc:sldChg chg="modSp mod delCm">
        <pc:chgData name="Sam Prince" userId="b8c1c271-dd5b-4079-a09a-81f4ce8be867" providerId="ADAL" clId="{A6BF3831-C961-4660-A40A-730983A8E38C}" dt="2023-10-12T17:04:38.076" v="281" actId="1076"/>
        <pc:sldMkLst>
          <pc:docMk/>
          <pc:sldMk cId="2494258624" sldId="332"/>
        </pc:sldMkLst>
        <pc:spChg chg="mod">
          <ac:chgData name="Sam Prince" userId="b8c1c271-dd5b-4079-a09a-81f4ce8be867" providerId="ADAL" clId="{A6BF3831-C961-4660-A40A-730983A8E38C}" dt="2023-10-12T17:04:38.076" v="281" actId="1076"/>
          <ac:spMkLst>
            <pc:docMk/>
            <pc:sldMk cId="2494258624" sldId="332"/>
            <ac:spMk id="34819" creationId="{453C7683-8588-7ABC-32E0-8A4E68218620}"/>
          </ac:spMkLst>
        </pc:spChg>
        <pc:spChg chg="mod">
          <ac:chgData name="Sam Prince" userId="b8c1c271-dd5b-4079-a09a-81f4ce8be867" providerId="ADAL" clId="{A6BF3831-C961-4660-A40A-730983A8E38C}" dt="2023-10-12T17:03:24.237" v="253" actId="20577"/>
          <ac:spMkLst>
            <pc:docMk/>
            <pc:sldMk cId="2494258624" sldId="332"/>
            <ac:spMk id="34820" creationId="{8DCD7CE1-603D-4D59-3DBB-C13C0B6505F0}"/>
          </ac:spMkLst>
        </pc:spChg>
      </pc:sldChg>
      <pc:sldChg chg="modSp mod">
        <pc:chgData name="Sam Prince" userId="b8c1c271-dd5b-4079-a09a-81f4ce8be867" providerId="ADAL" clId="{A6BF3831-C961-4660-A40A-730983A8E38C}" dt="2023-10-12T16:55:25.905" v="105" actId="20577"/>
        <pc:sldMkLst>
          <pc:docMk/>
          <pc:sldMk cId="1465949659" sldId="336"/>
        </pc:sldMkLst>
        <pc:spChg chg="mod">
          <ac:chgData name="Sam Prince" userId="b8c1c271-dd5b-4079-a09a-81f4ce8be867" providerId="ADAL" clId="{A6BF3831-C961-4660-A40A-730983A8E38C}" dt="2023-10-12T16:55:25.905" v="105" actId="20577"/>
          <ac:spMkLst>
            <pc:docMk/>
            <pc:sldMk cId="1465949659" sldId="336"/>
            <ac:spMk id="34820" creationId="{8DCD7CE1-603D-4D59-3DBB-C13C0B6505F0}"/>
          </ac:spMkLst>
        </pc:spChg>
      </pc:sldChg>
      <pc:sldChg chg="modSp mod">
        <pc:chgData name="Sam Prince" userId="b8c1c271-dd5b-4079-a09a-81f4ce8be867" providerId="ADAL" clId="{A6BF3831-C961-4660-A40A-730983A8E38C}" dt="2023-10-12T16:55:12.945" v="98" actId="6549"/>
        <pc:sldMkLst>
          <pc:docMk/>
          <pc:sldMk cId="130799044" sldId="337"/>
        </pc:sldMkLst>
        <pc:spChg chg="mod">
          <ac:chgData name="Sam Prince" userId="b8c1c271-dd5b-4079-a09a-81f4ce8be867" providerId="ADAL" clId="{A6BF3831-C961-4660-A40A-730983A8E38C}" dt="2023-10-12T16:55:12.945" v="98" actId="6549"/>
          <ac:spMkLst>
            <pc:docMk/>
            <pc:sldMk cId="130799044" sldId="337"/>
            <ac:spMk id="34819" creationId="{453C7683-8588-7ABC-32E0-8A4E68218620}"/>
          </ac:spMkLst>
        </pc:spChg>
        <pc:spChg chg="mod">
          <ac:chgData name="Sam Prince" userId="b8c1c271-dd5b-4079-a09a-81f4ce8be867" providerId="ADAL" clId="{A6BF3831-C961-4660-A40A-730983A8E38C}" dt="2023-10-12T16:55:07.921" v="97" actId="20577"/>
          <ac:spMkLst>
            <pc:docMk/>
            <pc:sldMk cId="130799044" sldId="337"/>
            <ac:spMk id="34820" creationId="{8DCD7CE1-603D-4D59-3DBB-C13C0B6505F0}"/>
          </ac:spMkLst>
        </pc:spChg>
      </pc:sldChg>
      <pc:sldChg chg="addSp delSp modSp mod">
        <pc:chgData name="Sam Prince" userId="b8c1c271-dd5b-4079-a09a-81f4ce8be867" providerId="ADAL" clId="{A6BF3831-C961-4660-A40A-730983A8E38C}" dt="2023-10-12T16:55:37.229" v="111" actId="404"/>
        <pc:sldMkLst>
          <pc:docMk/>
          <pc:sldMk cId="3871522263" sldId="339"/>
        </pc:sldMkLst>
        <pc:spChg chg="mod">
          <ac:chgData name="Sam Prince" userId="b8c1c271-dd5b-4079-a09a-81f4ce8be867" providerId="ADAL" clId="{A6BF3831-C961-4660-A40A-730983A8E38C}" dt="2023-10-12T16:55:37.229" v="111" actId="404"/>
          <ac:spMkLst>
            <pc:docMk/>
            <pc:sldMk cId="3871522263" sldId="339"/>
            <ac:spMk id="2" creationId="{EFFD42DB-0D4F-6E38-3DF8-92F5455100F2}"/>
          </ac:spMkLst>
        </pc:spChg>
        <pc:picChg chg="del">
          <ac:chgData name="Sam Prince" userId="b8c1c271-dd5b-4079-a09a-81f4ce8be867" providerId="ADAL" clId="{A6BF3831-C961-4660-A40A-730983A8E38C}" dt="2023-10-12T13:10:28.296" v="57" actId="478"/>
          <ac:picMkLst>
            <pc:docMk/>
            <pc:sldMk cId="3871522263" sldId="339"/>
            <ac:picMk id="4" creationId="{7897DDD9-6353-73E7-E440-E573CEEB5DAA}"/>
          </ac:picMkLst>
        </pc:picChg>
        <pc:picChg chg="add mod">
          <ac:chgData name="Sam Prince" userId="b8c1c271-dd5b-4079-a09a-81f4ce8be867" providerId="ADAL" clId="{A6BF3831-C961-4660-A40A-730983A8E38C}" dt="2023-10-12T13:10:39.282" v="60" actId="1076"/>
          <ac:picMkLst>
            <pc:docMk/>
            <pc:sldMk cId="3871522263" sldId="339"/>
            <ac:picMk id="6" creationId="{D7D0B271-76AF-A98E-9362-E67F2D25BB70}"/>
          </ac:picMkLst>
        </pc:picChg>
      </pc:sldChg>
      <pc:sldChg chg="modSp mod">
        <pc:chgData name="Sam Prince" userId="b8c1c271-dd5b-4079-a09a-81f4ce8be867" providerId="ADAL" clId="{A6BF3831-C961-4660-A40A-730983A8E38C}" dt="2023-10-12T16:57:54.526" v="160" actId="20577"/>
        <pc:sldMkLst>
          <pc:docMk/>
          <pc:sldMk cId="2943830474" sldId="340"/>
        </pc:sldMkLst>
        <pc:spChg chg="mod">
          <ac:chgData name="Sam Prince" userId="b8c1c271-dd5b-4079-a09a-81f4ce8be867" providerId="ADAL" clId="{A6BF3831-C961-4660-A40A-730983A8E38C}" dt="2023-10-12T16:57:54.526" v="160" actId="20577"/>
          <ac:spMkLst>
            <pc:docMk/>
            <pc:sldMk cId="2943830474" sldId="340"/>
            <ac:spMk id="34819" creationId="{453C7683-8588-7ABC-32E0-8A4E68218620}"/>
          </ac:spMkLst>
        </pc:spChg>
        <pc:spChg chg="mod">
          <ac:chgData name="Sam Prince" userId="b8c1c271-dd5b-4079-a09a-81f4ce8be867" providerId="ADAL" clId="{A6BF3831-C961-4660-A40A-730983A8E38C}" dt="2023-10-12T16:57:10.070" v="142" actId="20577"/>
          <ac:spMkLst>
            <pc:docMk/>
            <pc:sldMk cId="2943830474" sldId="340"/>
            <ac:spMk id="34820" creationId="{8DCD7CE1-603D-4D59-3DBB-C13C0B6505F0}"/>
          </ac:spMkLst>
        </pc:spChg>
      </pc:sldChg>
      <pc:sldChg chg="modSp mod">
        <pc:chgData name="Sam Prince" userId="b8c1c271-dd5b-4079-a09a-81f4ce8be867" providerId="ADAL" clId="{A6BF3831-C961-4660-A40A-730983A8E38C}" dt="2023-10-12T16:57:28.049" v="148" actId="20577"/>
        <pc:sldMkLst>
          <pc:docMk/>
          <pc:sldMk cId="1768360391" sldId="341"/>
        </pc:sldMkLst>
        <pc:spChg chg="mod">
          <ac:chgData name="Sam Prince" userId="b8c1c271-dd5b-4079-a09a-81f4ce8be867" providerId="ADAL" clId="{A6BF3831-C961-4660-A40A-730983A8E38C}" dt="2023-10-12T16:57:28.049" v="148" actId="20577"/>
          <ac:spMkLst>
            <pc:docMk/>
            <pc:sldMk cId="1768360391" sldId="341"/>
            <ac:spMk id="34820" creationId="{8DCD7CE1-603D-4D59-3DBB-C13C0B6505F0}"/>
          </ac:spMkLst>
        </pc:spChg>
      </pc:sldChg>
      <pc:sldChg chg="modSp mod">
        <pc:chgData name="Sam Prince" userId="b8c1c271-dd5b-4079-a09a-81f4ce8be867" providerId="ADAL" clId="{A6BF3831-C961-4660-A40A-730983A8E38C}" dt="2023-10-12T16:57:50.567" v="159" actId="20577"/>
        <pc:sldMkLst>
          <pc:docMk/>
          <pc:sldMk cId="794229419" sldId="342"/>
        </pc:sldMkLst>
        <pc:spChg chg="mod">
          <ac:chgData name="Sam Prince" userId="b8c1c271-dd5b-4079-a09a-81f4ce8be867" providerId="ADAL" clId="{A6BF3831-C961-4660-A40A-730983A8E38C}" dt="2023-10-12T16:57:50.567" v="159" actId="20577"/>
          <ac:spMkLst>
            <pc:docMk/>
            <pc:sldMk cId="794229419" sldId="342"/>
            <ac:spMk id="34819" creationId="{453C7683-8588-7ABC-32E0-8A4E68218620}"/>
          </ac:spMkLst>
        </pc:spChg>
        <pc:spChg chg="mod">
          <ac:chgData name="Sam Prince" userId="b8c1c271-dd5b-4079-a09a-81f4ce8be867" providerId="ADAL" clId="{A6BF3831-C961-4660-A40A-730983A8E38C}" dt="2023-10-12T16:57:39.282" v="157" actId="20577"/>
          <ac:spMkLst>
            <pc:docMk/>
            <pc:sldMk cId="794229419" sldId="342"/>
            <ac:spMk id="34820" creationId="{8DCD7CE1-603D-4D59-3DBB-C13C0B6505F0}"/>
          </ac:spMkLst>
        </pc:spChg>
      </pc:sldChg>
      <pc:sldChg chg="modSp mod">
        <pc:chgData name="Sam Prince" userId="b8c1c271-dd5b-4079-a09a-81f4ce8be867" providerId="ADAL" clId="{A6BF3831-C961-4660-A40A-730983A8E38C}" dt="2023-10-12T16:58:14.033" v="163" actId="20577"/>
        <pc:sldMkLst>
          <pc:docMk/>
          <pc:sldMk cId="3767013512" sldId="343"/>
        </pc:sldMkLst>
        <pc:spChg chg="mod">
          <ac:chgData name="Sam Prince" userId="b8c1c271-dd5b-4079-a09a-81f4ce8be867" providerId="ADAL" clId="{A6BF3831-C961-4660-A40A-730983A8E38C}" dt="2023-10-12T16:58:14.033" v="163" actId="20577"/>
          <ac:spMkLst>
            <pc:docMk/>
            <pc:sldMk cId="3767013512" sldId="343"/>
            <ac:spMk id="34820" creationId="{8DCD7CE1-603D-4D59-3DBB-C13C0B6505F0}"/>
          </ac:spMkLst>
        </pc:spChg>
      </pc:sldChg>
      <pc:sldChg chg="modSp mod">
        <pc:chgData name="Sam Prince" userId="b8c1c271-dd5b-4079-a09a-81f4ce8be867" providerId="ADAL" clId="{A6BF3831-C961-4660-A40A-730983A8E38C}" dt="2023-10-12T16:58:22.405" v="166" actId="20577"/>
        <pc:sldMkLst>
          <pc:docMk/>
          <pc:sldMk cId="1802908864" sldId="344"/>
        </pc:sldMkLst>
        <pc:spChg chg="mod">
          <ac:chgData name="Sam Prince" userId="b8c1c271-dd5b-4079-a09a-81f4ce8be867" providerId="ADAL" clId="{A6BF3831-C961-4660-A40A-730983A8E38C}" dt="2023-10-12T16:58:22.405" v="166" actId="20577"/>
          <ac:spMkLst>
            <pc:docMk/>
            <pc:sldMk cId="1802908864" sldId="344"/>
            <ac:spMk id="34820" creationId="{8DCD7CE1-603D-4D59-3DBB-C13C0B6505F0}"/>
          </ac:spMkLst>
        </pc:spChg>
      </pc:sldChg>
      <pc:sldChg chg="modSp mod">
        <pc:chgData name="Sam Prince" userId="b8c1c271-dd5b-4079-a09a-81f4ce8be867" providerId="ADAL" clId="{A6BF3831-C961-4660-A40A-730983A8E38C}" dt="2023-10-12T16:58:34.817" v="169" actId="20577"/>
        <pc:sldMkLst>
          <pc:docMk/>
          <pc:sldMk cId="2077953601" sldId="347"/>
        </pc:sldMkLst>
        <pc:spChg chg="mod">
          <ac:chgData name="Sam Prince" userId="b8c1c271-dd5b-4079-a09a-81f4ce8be867" providerId="ADAL" clId="{A6BF3831-C961-4660-A40A-730983A8E38C}" dt="2023-10-12T16:58:34.817" v="169" actId="20577"/>
          <ac:spMkLst>
            <pc:docMk/>
            <pc:sldMk cId="2077953601" sldId="347"/>
            <ac:spMk id="34820" creationId="{8DCD7CE1-603D-4D59-3DBB-C13C0B6505F0}"/>
          </ac:spMkLst>
        </pc:spChg>
      </pc:sldChg>
      <pc:sldChg chg="addSp delSp modSp mod">
        <pc:chgData name="Sam Prince" userId="b8c1c271-dd5b-4079-a09a-81f4ce8be867" providerId="ADAL" clId="{A6BF3831-C961-4660-A40A-730983A8E38C}" dt="2023-10-12T17:02:35.978" v="237" actId="403"/>
        <pc:sldMkLst>
          <pc:docMk/>
          <pc:sldMk cId="583981243" sldId="349"/>
        </pc:sldMkLst>
        <pc:spChg chg="mod">
          <ac:chgData name="Sam Prince" userId="b8c1c271-dd5b-4079-a09a-81f4ce8be867" providerId="ADAL" clId="{A6BF3831-C961-4660-A40A-730983A8E38C}" dt="2023-10-12T17:02:29.638" v="234" actId="1076"/>
          <ac:spMkLst>
            <pc:docMk/>
            <pc:sldMk cId="583981243" sldId="349"/>
            <ac:spMk id="34819" creationId="{453C7683-8588-7ABC-32E0-8A4E68218620}"/>
          </ac:spMkLst>
        </pc:spChg>
        <pc:spChg chg="mod">
          <ac:chgData name="Sam Prince" userId="b8c1c271-dd5b-4079-a09a-81f4ce8be867" providerId="ADAL" clId="{A6BF3831-C961-4660-A40A-730983A8E38C}" dt="2023-10-12T17:02:35.978" v="237" actId="403"/>
          <ac:spMkLst>
            <pc:docMk/>
            <pc:sldMk cId="583981243" sldId="349"/>
            <ac:spMk id="34820" creationId="{8DCD7CE1-603D-4D59-3DBB-C13C0B6505F0}"/>
          </ac:spMkLst>
        </pc:spChg>
        <pc:picChg chg="del">
          <ac:chgData name="Sam Prince" userId="b8c1c271-dd5b-4079-a09a-81f4ce8be867" providerId="ADAL" clId="{A6BF3831-C961-4660-A40A-730983A8E38C}" dt="2023-10-12T13:12:44.893" v="79" actId="478"/>
          <ac:picMkLst>
            <pc:docMk/>
            <pc:sldMk cId="583981243" sldId="349"/>
            <ac:picMk id="2" creationId="{127F6512-5571-C285-50DF-2A954065CC0A}"/>
          </ac:picMkLst>
        </pc:picChg>
        <pc:picChg chg="add mod">
          <ac:chgData name="Sam Prince" userId="b8c1c271-dd5b-4079-a09a-81f4ce8be867" providerId="ADAL" clId="{A6BF3831-C961-4660-A40A-730983A8E38C}" dt="2023-10-12T13:12:57.929" v="82" actId="1076"/>
          <ac:picMkLst>
            <pc:docMk/>
            <pc:sldMk cId="583981243" sldId="349"/>
            <ac:picMk id="4" creationId="{A2E46203-6EE3-C0FE-8649-CB8C31AE68FE}"/>
          </ac:picMkLst>
        </pc:picChg>
      </pc:sldChg>
      <pc:sldChg chg="modSp mod">
        <pc:chgData name="Sam Prince" userId="b8c1c271-dd5b-4079-a09a-81f4ce8be867" providerId="ADAL" clId="{A6BF3831-C961-4660-A40A-730983A8E38C}" dt="2023-10-12T17:01:47.605" v="225" actId="20577"/>
        <pc:sldMkLst>
          <pc:docMk/>
          <pc:sldMk cId="2713571536" sldId="350"/>
        </pc:sldMkLst>
        <pc:spChg chg="mod">
          <ac:chgData name="Sam Prince" userId="b8c1c271-dd5b-4079-a09a-81f4ce8be867" providerId="ADAL" clId="{A6BF3831-C961-4660-A40A-730983A8E38C}" dt="2023-10-12T17:01:47.605" v="225" actId="20577"/>
          <ac:spMkLst>
            <pc:docMk/>
            <pc:sldMk cId="2713571536" sldId="350"/>
            <ac:spMk id="34820" creationId="{8DCD7CE1-603D-4D59-3DBB-C13C0B6505F0}"/>
          </ac:spMkLst>
        </pc:spChg>
      </pc:sldChg>
      <pc:sldChg chg="modSp mod">
        <pc:chgData name="Sam Prince" userId="b8c1c271-dd5b-4079-a09a-81f4ce8be867" providerId="ADAL" clId="{A6BF3831-C961-4660-A40A-730983A8E38C}" dt="2023-10-12T17:01:30.334" v="219" actId="20577"/>
        <pc:sldMkLst>
          <pc:docMk/>
          <pc:sldMk cId="197318447" sldId="351"/>
        </pc:sldMkLst>
        <pc:spChg chg="mod">
          <ac:chgData name="Sam Prince" userId="b8c1c271-dd5b-4079-a09a-81f4ce8be867" providerId="ADAL" clId="{A6BF3831-C961-4660-A40A-730983A8E38C}" dt="2023-10-12T17:01:30.334" v="219" actId="20577"/>
          <ac:spMkLst>
            <pc:docMk/>
            <pc:sldMk cId="197318447" sldId="351"/>
            <ac:spMk id="34820" creationId="{8DCD7CE1-603D-4D59-3DBB-C13C0B6505F0}"/>
          </ac:spMkLst>
        </pc:spChg>
      </pc:sldChg>
      <pc:sldChg chg="modSp mod">
        <pc:chgData name="Sam Prince" userId="b8c1c271-dd5b-4079-a09a-81f4ce8be867" providerId="ADAL" clId="{A6BF3831-C961-4660-A40A-730983A8E38C}" dt="2023-10-12T17:01:39.084" v="222" actId="20577"/>
        <pc:sldMkLst>
          <pc:docMk/>
          <pc:sldMk cId="3892545285" sldId="352"/>
        </pc:sldMkLst>
        <pc:spChg chg="mod">
          <ac:chgData name="Sam Prince" userId="b8c1c271-dd5b-4079-a09a-81f4ce8be867" providerId="ADAL" clId="{A6BF3831-C961-4660-A40A-730983A8E38C}" dt="2023-10-12T17:01:39.084" v="222" actId="20577"/>
          <ac:spMkLst>
            <pc:docMk/>
            <pc:sldMk cId="3892545285" sldId="352"/>
            <ac:spMk id="34820" creationId="{8DCD7CE1-603D-4D59-3DBB-C13C0B6505F0}"/>
          </ac:spMkLst>
        </pc:spChg>
      </pc:sldChg>
      <pc:sldChg chg="modSp mod">
        <pc:chgData name="Sam Prince" userId="b8c1c271-dd5b-4079-a09a-81f4ce8be867" providerId="ADAL" clId="{A6BF3831-C961-4660-A40A-730983A8E38C}" dt="2023-10-12T17:00:14.577" v="196" actId="20577"/>
        <pc:sldMkLst>
          <pc:docMk/>
          <pc:sldMk cId="1208235366" sldId="353"/>
        </pc:sldMkLst>
        <pc:spChg chg="mod">
          <ac:chgData name="Sam Prince" userId="b8c1c271-dd5b-4079-a09a-81f4ce8be867" providerId="ADAL" clId="{A6BF3831-C961-4660-A40A-730983A8E38C}" dt="2023-10-12T17:00:14.577" v="196" actId="20577"/>
          <ac:spMkLst>
            <pc:docMk/>
            <pc:sldMk cId="1208235366" sldId="353"/>
            <ac:spMk id="34820" creationId="{8DCD7CE1-603D-4D59-3DBB-C13C0B6505F0}"/>
          </ac:spMkLst>
        </pc:spChg>
      </pc:sldChg>
      <pc:sldChg chg="modSp mod">
        <pc:chgData name="Sam Prince" userId="b8c1c271-dd5b-4079-a09a-81f4ce8be867" providerId="ADAL" clId="{A6BF3831-C961-4660-A40A-730983A8E38C}" dt="2023-10-12T17:00:23.202" v="199" actId="20577"/>
        <pc:sldMkLst>
          <pc:docMk/>
          <pc:sldMk cId="3544082627" sldId="359"/>
        </pc:sldMkLst>
        <pc:spChg chg="mod">
          <ac:chgData name="Sam Prince" userId="b8c1c271-dd5b-4079-a09a-81f4ce8be867" providerId="ADAL" clId="{A6BF3831-C961-4660-A40A-730983A8E38C}" dt="2023-10-12T17:00:23.202" v="199" actId="20577"/>
          <ac:spMkLst>
            <pc:docMk/>
            <pc:sldMk cId="3544082627" sldId="359"/>
            <ac:spMk id="34820" creationId="{8DCD7CE1-603D-4D59-3DBB-C13C0B6505F0}"/>
          </ac:spMkLst>
        </pc:spChg>
      </pc:sldChg>
      <pc:sldChg chg="modSp mod">
        <pc:chgData name="Sam Prince" userId="b8c1c271-dd5b-4079-a09a-81f4ce8be867" providerId="ADAL" clId="{A6BF3831-C961-4660-A40A-730983A8E38C}" dt="2023-10-12T16:56:02.063" v="123" actId="20577"/>
        <pc:sldMkLst>
          <pc:docMk/>
          <pc:sldMk cId="1975466637" sldId="360"/>
        </pc:sldMkLst>
        <pc:spChg chg="mod">
          <ac:chgData name="Sam Prince" userId="b8c1c271-dd5b-4079-a09a-81f4ce8be867" providerId="ADAL" clId="{A6BF3831-C961-4660-A40A-730983A8E38C}" dt="2023-10-12T16:56:02.063" v="123" actId="20577"/>
          <ac:spMkLst>
            <pc:docMk/>
            <pc:sldMk cId="1975466637" sldId="360"/>
            <ac:spMk id="34820" creationId="{8DCD7CE1-603D-4D59-3DBB-C13C0B6505F0}"/>
          </ac:spMkLst>
        </pc:spChg>
      </pc:sldChg>
      <pc:sldChg chg="addSp delSp modSp mod">
        <pc:chgData name="Sam Prince" userId="b8c1c271-dd5b-4079-a09a-81f4ce8be867" providerId="ADAL" clId="{A6BF3831-C961-4660-A40A-730983A8E38C}" dt="2023-10-12T16:56:25.354" v="128" actId="20577"/>
        <pc:sldMkLst>
          <pc:docMk/>
          <pc:sldMk cId="3907998681" sldId="361"/>
        </pc:sldMkLst>
        <pc:spChg chg="mod">
          <ac:chgData name="Sam Prince" userId="b8c1c271-dd5b-4079-a09a-81f4ce8be867" providerId="ADAL" clId="{A6BF3831-C961-4660-A40A-730983A8E38C}" dt="2023-10-12T13:11:08.106" v="68" actId="6549"/>
          <ac:spMkLst>
            <pc:docMk/>
            <pc:sldMk cId="3907998681" sldId="361"/>
            <ac:spMk id="34819" creationId="{453C7683-8588-7ABC-32E0-8A4E68218620}"/>
          </ac:spMkLst>
        </pc:spChg>
        <pc:spChg chg="mod">
          <ac:chgData name="Sam Prince" userId="b8c1c271-dd5b-4079-a09a-81f4ce8be867" providerId="ADAL" clId="{A6BF3831-C961-4660-A40A-730983A8E38C}" dt="2023-10-12T16:56:25.354" v="128" actId="20577"/>
          <ac:spMkLst>
            <pc:docMk/>
            <pc:sldMk cId="3907998681" sldId="361"/>
            <ac:spMk id="34820" creationId="{8DCD7CE1-603D-4D59-3DBB-C13C0B6505F0}"/>
          </ac:spMkLst>
        </pc:spChg>
        <pc:picChg chg="del">
          <ac:chgData name="Sam Prince" userId="b8c1c271-dd5b-4079-a09a-81f4ce8be867" providerId="ADAL" clId="{A6BF3831-C961-4660-A40A-730983A8E38C}" dt="2023-10-12T13:10:51.165" v="61" actId="478"/>
          <ac:picMkLst>
            <pc:docMk/>
            <pc:sldMk cId="3907998681" sldId="361"/>
            <ac:picMk id="2" creationId="{CD29D7F2-55D9-89B4-6471-84AEDB7126F6}"/>
          </ac:picMkLst>
        </pc:picChg>
        <pc:picChg chg="add mod">
          <ac:chgData name="Sam Prince" userId="b8c1c271-dd5b-4079-a09a-81f4ce8be867" providerId="ADAL" clId="{A6BF3831-C961-4660-A40A-730983A8E38C}" dt="2023-10-12T13:11:04.194" v="67" actId="14100"/>
          <ac:picMkLst>
            <pc:docMk/>
            <pc:sldMk cId="3907998681" sldId="361"/>
            <ac:picMk id="4" creationId="{B6A6278E-BBB1-A7CA-C8B1-396118B73657}"/>
          </ac:picMkLst>
        </pc:picChg>
      </pc:sldChg>
      <pc:sldChg chg="modSp mod">
        <pc:chgData name="Sam Prince" userId="b8c1c271-dd5b-4079-a09a-81f4ce8be867" providerId="ADAL" clId="{A6BF3831-C961-4660-A40A-730983A8E38C}" dt="2023-10-12T17:00:34.532" v="202" actId="20577"/>
        <pc:sldMkLst>
          <pc:docMk/>
          <pc:sldMk cId="3036769246" sldId="362"/>
        </pc:sldMkLst>
        <pc:spChg chg="mod">
          <ac:chgData name="Sam Prince" userId="b8c1c271-dd5b-4079-a09a-81f4ce8be867" providerId="ADAL" clId="{A6BF3831-C961-4660-A40A-730983A8E38C}" dt="2023-10-12T17:00:34.532" v="202" actId="20577"/>
          <ac:spMkLst>
            <pc:docMk/>
            <pc:sldMk cId="3036769246" sldId="362"/>
            <ac:spMk id="34820" creationId="{8DCD7CE1-603D-4D59-3DBB-C13C0B6505F0}"/>
          </ac:spMkLst>
        </pc:spChg>
      </pc:sldChg>
      <pc:sldChg chg="modSp mod">
        <pc:chgData name="Sam Prince" userId="b8c1c271-dd5b-4079-a09a-81f4ce8be867" providerId="ADAL" clId="{A6BF3831-C961-4660-A40A-730983A8E38C}" dt="2023-10-12T16:59:00.548" v="182" actId="20577"/>
        <pc:sldMkLst>
          <pc:docMk/>
          <pc:sldMk cId="4290539847" sldId="363"/>
        </pc:sldMkLst>
        <pc:spChg chg="mod">
          <ac:chgData name="Sam Prince" userId="b8c1c271-dd5b-4079-a09a-81f4ce8be867" providerId="ADAL" clId="{A6BF3831-C961-4660-A40A-730983A8E38C}" dt="2023-10-12T16:59:00.548" v="182" actId="20577"/>
          <ac:spMkLst>
            <pc:docMk/>
            <pc:sldMk cId="4290539847" sldId="363"/>
            <ac:spMk id="34820" creationId="{8DCD7CE1-603D-4D59-3DBB-C13C0B6505F0}"/>
          </ac:spMkLst>
        </pc:spChg>
      </pc:sldChg>
      <pc:sldChg chg="modSp mod">
        <pc:chgData name="Sam Prince" userId="b8c1c271-dd5b-4079-a09a-81f4ce8be867" providerId="ADAL" clId="{A6BF3831-C961-4660-A40A-730983A8E38C}" dt="2023-10-12T17:01:03.256" v="209" actId="20577"/>
        <pc:sldMkLst>
          <pc:docMk/>
          <pc:sldMk cId="3197831313" sldId="365"/>
        </pc:sldMkLst>
        <pc:spChg chg="mod">
          <ac:chgData name="Sam Prince" userId="b8c1c271-dd5b-4079-a09a-81f4ce8be867" providerId="ADAL" clId="{A6BF3831-C961-4660-A40A-730983A8E38C}" dt="2023-10-12T17:01:03.256" v="209" actId="20577"/>
          <ac:spMkLst>
            <pc:docMk/>
            <pc:sldMk cId="3197831313" sldId="365"/>
            <ac:spMk id="34819" creationId="{453C7683-8588-7ABC-32E0-8A4E68218620}"/>
          </ac:spMkLst>
        </pc:spChg>
        <pc:spChg chg="mod">
          <ac:chgData name="Sam Prince" userId="b8c1c271-dd5b-4079-a09a-81f4ce8be867" providerId="ADAL" clId="{A6BF3831-C961-4660-A40A-730983A8E38C}" dt="2023-10-12T17:00:57.451" v="208" actId="20577"/>
          <ac:spMkLst>
            <pc:docMk/>
            <pc:sldMk cId="3197831313" sldId="365"/>
            <ac:spMk id="34820" creationId="{8DCD7CE1-603D-4D59-3DBB-C13C0B6505F0}"/>
          </ac:spMkLst>
        </pc:spChg>
      </pc:sldChg>
      <pc:sldChg chg="addSp delSp modSp mod">
        <pc:chgData name="Sam Prince" userId="b8c1c271-dd5b-4079-a09a-81f4ce8be867" providerId="ADAL" clId="{A6BF3831-C961-4660-A40A-730983A8E38C}" dt="2023-10-12T17:01:58.416" v="228" actId="20577"/>
        <pc:sldMkLst>
          <pc:docMk/>
          <pc:sldMk cId="652661915" sldId="366"/>
        </pc:sldMkLst>
        <pc:spChg chg="mod">
          <ac:chgData name="Sam Prince" userId="b8c1c271-dd5b-4079-a09a-81f4ce8be867" providerId="ADAL" clId="{A6BF3831-C961-4660-A40A-730983A8E38C}" dt="2023-10-12T17:01:58.416" v="228" actId="20577"/>
          <ac:spMkLst>
            <pc:docMk/>
            <pc:sldMk cId="652661915" sldId="366"/>
            <ac:spMk id="34820" creationId="{8DCD7CE1-603D-4D59-3DBB-C13C0B6505F0}"/>
          </ac:spMkLst>
        </pc:spChg>
        <pc:picChg chg="del">
          <ac:chgData name="Sam Prince" userId="b8c1c271-dd5b-4079-a09a-81f4ce8be867" providerId="ADAL" clId="{A6BF3831-C961-4660-A40A-730983A8E38C}" dt="2023-10-12T13:12:04.592" v="69" actId="478"/>
          <ac:picMkLst>
            <pc:docMk/>
            <pc:sldMk cId="652661915" sldId="366"/>
            <ac:picMk id="2" creationId="{768BF6CF-E8F6-2985-BEB7-469BD26A0D06}"/>
          </ac:picMkLst>
        </pc:picChg>
        <pc:picChg chg="add mod">
          <ac:chgData name="Sam Prince" userId="b8c1c271-dd5b-4079-a09a-81f4ce8be867" providerId="ADAL" clId="{A6BF3831-C961-4660-A40A-730983A8E38C}" dt="2023-10-12T13:12:29.142" v="78" actId="14100"/>
          <ac:picMkLst>
            <pc:docMk/>
            <pc:sldMk cId="652661915" sldId="366"/>
            <ac:picMk id="4" creationId="{3A2449C6-D9A8-09C8-8137-AC0CAB38DACA}"/>
          </ac:picMkLst>
        </pc:picChg>
      </pc:sldChg>
      <pc:sldChg chg="modSp new mod">
        <pc:chgData name="Sam Prince" userId="b8c1c271-dd5b-4079-a09a-81f4ce8be867" providerId="ADAL" clId="{A6BF3831-C961-4660-A40A-730983A8E38C}" dt="2023-10-12T13:00:48.876" v="56" actId="20577"/>
        <pc:sldMkLst>
          <pc:docMk/>
          <pc:sldMk cId="4137412932" sldId="367"/>
        </pc:sldMkLst>
        <pc:spChg chg="mod">
          <ac:chgData name="Sam Prince" userId="b8c1c271-dd5b-4079-a09a-81f4ce8be867" providerId="ADAL" clId="{A6BF3831-C961-4660-A40A-730983A8E38C}" dt="2023-10-12T13:00:13.633" v="33" actId="113"/>
          <ac:spMkLst>
            <pc:docMk/>
            <pc:sldMk cId="4137412932" sldId="367"/>
            <ac:spMk id="2" creationId="{1012203D-0AD6-9D56-20B3-B58404B7186C}"/>
          </ac:spMkLst>
        </pc:spChg>
        <pc:spChg chg="mod">
          <ac:chgData name="Sam Prince" userId="b8c1c271-dd5b-4079-a09a-81f4ce8be867" providerId="ADAL" clId="{A6BF3831-C961-4660-A40A-730983A8E38C}" dt="2023-10-12T13:00:48.876" v="56" actId="20577"/>
          <ac:spMkLst>
            <pc:docMk/>
            <pc:sldMk cId="4137412932" sldId="367"/>
            <ac:spMk id="3" creationId="{A2B119C0-F2D0-EFC5-CFDA-41BB5A1B0BA9}"/>
          </ac:spMkLst>
        </pc:spChg>
      </pc:sldChg>
    </pc:docChg>
  </pc:docChgLst>
  <pc:docChgLst>
    <pc:chgData name="Sam Prince" userId="S::sam.prince1@pearson.com::b8c1c271-dd5b-4079-a09a-81f4ce8be867" providerId="AD" clId="Web-{D258F6FD-31D4-8104-2D6B-0435423DD982}"/>
    <pc:docChg chg="modSld">
      <pc:chgData name="Sam Prince" userId="S::sam.prince1@pearson.com::b8c1c271-dd5b-4079-a09a-81f4ce8be867" providerId="AD" clId="Web-{D258F6FD-31D4-8104-2D6B-0435423DD982}" dt="2023-10-20T15:46:24.112" v="1" actId="20577"/>
      <pc:docMkLst>
        <pc:docMk/>
      </pc:docMkLst>
      <pc:sldChg chg="modSp">
        <pc:chgData name="Sam Prince" userId="S::sam.prince1@pearson.com::b8c1c271-dd5b-4079-a09a-81f4ce8be867" providerId="AD" clId="Web-{D258F6FD-31D4-8104-2D6B-0435423DD982}" dt="2023-10-20T15:46:24.112" v="1" actId="20577"/>
        <pc:sldMkLst>
          <pc:docMk/>
          <pc:sldMk cId="1465949659" sldId="336"/>
        </pc:sldMkLst>
        <pc:spChg chg="mod">
          <ac:chgData name="Sam Prince" userId="S::sam.prince1@pearson.com::b8c1c271-dd5b-4079-a09a-81f4ce8be867" providerId="AD" clId="Web-{D258F6FD-31D4-8104-2D6B-0435423DD982}" dt="2023-10-20T15:46:24.112" v="1" actId="20577"/>
          <ac:spMkLst>
            <pc:docMk/>
            <pc:sldMk cId="1465949659" sldId="336"/>
            <ac:spMk id="34819" creationId="{453C7683-8588-7ABC-32E0-8A4E68218620}"/>
          </ac:spMkLst>
        </pc:spChg>
      </pc:sldChg>
    </pc:docChg>
  </pc:docChgLst>
  <pc:docChgLst>
    <pc:chgData name="Sam Prince" userId="b8c1c271-dd5b-4079-a09a-81f4ce8be867" providerId="ADAL" clId="{303E48AD-99FB-4846-A6C5-D9FB971F9C09}"/>
    <pc:docChg chg="undo custSel delSld modSld">
      <pc:chgData name="Sam Prince" userId="b8c1c271-dd5b-4079-a09a-81f4ce8be867" providerId="ADAL" clId="{303E48AD-99FB-4846-A6C5-D9FB971F9C09}" dt="2023-11-08T13:00:44.764" v="53" actId="1076"/>
      <pc:docMkLst>
        <pc:docMk/>
      </pc:docMkLst>
      <pc:sldChg chg="addSp delSp modSp mod">
        <pc:chgData name="Sam Prince" userId="b8c1c271-dd5b-4079-a09a-81f4ce8be867" providerId="ADAL" clId="{303E48AD-99FB-4846-A6C5-D9FB971F9C09}" dt="2023-11-08T13:00:44.764" v="53" actId="1076"/>
        <pc:sldMkLst>
          <pc:docMk/>
          <pc:sldMk cId="0" sldId="256"/>
        </pc:sldMkLst>
        <pc:spChg chg="add mod">
          <ac:chgData name="Sam Prince" userId="b8c1c271-dd5b-4079-a09a-81f4ce8be867" providerId="ADAL" clId="{303E48AD-99FB-4846-A6C5-D9FB971F9C09}" dt="2023-11-08T13:00:44.764" v="53" actId="1076"/>
          <ac:spMkLst>
            <pc:docMk/>
            <pc:sldMk cId="0" sldId="256"/>
            <ac:spMk id="2" creationId="{C6EC3B42-3B65-EC1D-F8BC-080C8B89D8BB}"/>
          </ac:spMkLst>
        </pc:spChg>
        <pc:spChg chg="del">
          <ac:chgData name="Sam Prince" userId="b8c1c271-dd5b-4079-a09a-81f4ce8be867" providerId="ADAL" clId="{303E48AD-99FB-4846-A6C5-D9FB971F9C09}" dt="2023-11-08T13:00:39.647" v="51" actId="478"/>
          <ac:spMkLst>
            <pc:docMk/>
            <pc:sldMk cId="0" sldId="256"/>
            <ac:spMk id="28680" creationId="{250B1923-7747-07CF-317E-05CAA217CFCA}"/>
          </ac:spMkLst>
        </pc:spChg>
      </pc:sldChg>
      <pc:sldChg chg="modSp mod">
        <pc:chgData name="Sam Prince" userId="b8c1c271-dd5b-4079-a09a-81f4ce8be867" providerId="ADAL" clId="{303E48AD-99FB-4846-A6C5-D9FB971F9C09}" dt="2023-10-20T15:35:48.794" v="20" actId="20577"/>
        <pc:sldMkLst>
          <pc:docMk/>
          <pc:sldMk cId="0" sldId="257"/>
        </pc:sldMkLst>
        <pc:spChg chg="mod">
          <ac:chgData name="Sam Prince" userId="b8c1c271-dd5b-4079-a09a-81f4ce8be867" providerId="ADAL" clId="{303E48AD-99FB-4846-A6C5-D9FB971F9C09}" dt="2023-10-20T15:35:48.794" v="20" actId="20577"/>
          <ac:spMkLst>
            <pc:docMk/>
            <pc:sldMk cId="0" sldId="257"/>
            <ac:spMk id="30723" creationId="{3C79F714-332C-AB63-03D9-E6D0CAE0623F}"/>
          </ac:spMkLst>
        </pc:spChg>
      </pc:sldChg>
      <pc:sldChg chg="modSp">
        <pc:chgData name="Sam Prince" userId="b8c1c271-dd5b-4079-a09a-81f4ce8be867" providerId="ADAL" clId="{303E48AD-99FB-4846-A6C5-D9FB971F9C09}" dt="2023-10-20T15:35:53.619" v="21" actId="1076"/>
        <pc:sldMkLst>
          <pc:docMk/>
          <pc:sldMk cId="0" sldId="258"/>
        </pc:sldMkLst>
        <pc:spChg chg="mod">
          <ac:chgData name="Sam Prince" userId="b8c1c271-dd5b-4079-a09a-81f4ce8be867" providerId="ADAL" clId="{303E48AD-99FB-4846-A6C5-D9FB971F9C09}" dt="2023-10-20T15:35:53.619" v="21" actId="1076"/>
          <ac:spMkLst>
            <pc:docMk/>
            <pc:sldMk cId="0" sldId="258"/>
            <ac:spMk id="32771" creationId="{44DFA49F-83B7-E61C-00EB-D6046D571A05}"/>
          </ac:spMkLst>
        </pc:spChg>
      </pc:sldChg>
      <pc:sldChg chg="modSp mod">
        <pc:chgData name="Sam Prince" userId="b8c1c271-dd5b-4079-a09a-81f4ce8be867" providerId="ADAL" clId="{303E48AD-99FB-4846-A6C5-D9FB971F9C09}" dt="2023-10-20T15:37:56.969" v="35" actId="948"/>
        <pc:sldMkLst>
          <pc:docMk/>
          <pc:sldMk cId="1325451029" sldId="323"/>
        </pc:sldMkLst>
        <pc:spChg chg="mod">
          <ac:chgData name="Sam Prince" userId="b8c1c271-dd5b-4079-a09a-81f4ce8be867" providerId="ADAL" clId="{303E48AD-99FB-4846-A6C5-D9FB971F9C09}" dt="2023-10-20T15:37:56.969" v="35" actId="948"/>
          <ac:spMkLst>
            <pc:docMk/>
            <pc:sldMk cId="1325451029" sldId="323"/>
            <ac:spMk id="34819" creationId="{453C7683-8588-7ABC-32E0-8A4E68218620}"/>
          </ac:spMkLst>
        </pc:spChg>
      </pc:sldChg>
      <pc:sldChg chg="modSp mod">
        <pc:chgData name="Sam Prince" userId="b8c1c271-dd5b-4079-a09a-81f4ce8be867" providerId="ADAL" clId="{303E48AD-99FB-4846-A6C5-D9FB971F9C09}" dt="2023-10-20T15:45:31.348" v="50" actId="13926"/>
        <pc:sldMkLst>
          <pc:docMk/>
          <pc:sldMk cId="1465949659" sldId="336"/>
        </pc:sldMkLst>
        <pc:spChg chg="mod">
          <ac:chgData name="Sam Prince" userId="b8c1c271-dd5b-4079-a09a-81f4ce8be867" providerId="ADAL" clId="{303E48AD-99FB-4846-A6C5-D9FB971F9C09}" dt="2023-10-20T15:45:31.348" v="50" actId="13926"/>
          <ac:spMkLst>
            <pc:docMk/>
            <pc:sldMk cId="1465949659" sldId="336"/>
            <ac:spMk id="34819" creationId="{453C7683-8588-7ABC-32E0-8A4E68218620}"/>
          </ac:spMkLst>
        </pc:spChg>
      </pc:sldChg>
      <pc:sldChg chg="addSp delSp modSp mod">
        <pc:chgData name="Sam Prince" userId="b8c1c271-dd5b-4079-a09a-81f4ce8be867" providerId="ADAL" clId="{303E48AD-99FB-4846-A6C5-D9FB971F9C09}" dt="2023-10-20T15:31:41.787" v="9" actId="1076"/>
        <pc:sldMkLst>
          <pc:docMk/>
          <pc:sldMk cId="1768360391" sldId="341"/>
        </pc:sldMkLst>
        <pc:picChg chg="del">
          <ac:chgData name="Sam Prince" userId="b8c1c271-dd5b-4079-a09a-81f4ce8be867" providerId="ADAL" clId="{303E48AD-99FB-4846-A6C5-D9FB971F9C09}" dt="2023-10-20T15:31:31.043" v="6" actId="478"/>
          <ac:picMkLst>
            <pc:docMk/>
            <pc:sldMk cId="1768360391" sldId="341"/>
            <ac:picMk id="3" creationId="{03CA0ED8-E005-96EF-2A4E-E3D4CD9E6204}"/>
          </ac:picMkLst>
        </pc:picChg>
        <pc:picChg chg="add mod">
          <ac:chgData name="Sam Prince" userId="b8c1c271-dd5b-4079-a09a-81f4ce8be867" providerId="ADAL" clId="{303E48AD-99FB-4846-A6C5-D9FB971F9C09}" dt="2023-10-20T15:31:41.787" v="9" actId="1076"/>
          <ac:picMkLst>
            <pc:docMk/>
            <pc:sldMk cId="1768360391" sldId="341"/>
            <ac:picMk id="4" creationId="{38B22E7B-3D02-9DC7-4482-0644B11B5D86}"/>
          </ac:picMkLst>
        </pc:picChg>
      </pc:sldChg>
      <pc:sldChg chg="modSp mod">
        <pc:chgData name="Sam Prince" userId="b8c1c271-dd5b-4079-a09a-81f4ce8be867" providerId="ADAL" clId="{303E48AD-99FB-4846-A6C5-D9FB971F9C09}" dt="2023-10-20T15:36:50.702" v="24" actId="255"/>
        <pc:sldMkLst>
          <pc:docMk/>
          <pc:sldMk cId="794229419" sldId="342"/>
        </pc:sldMkLst>
        <pc:spChg chg="mod">
          <ac:chgData name="Sam Prince" userId="b8c1c271-dd5b-4079-a09a-81f4ce8be867" providerId="ADAL" clId="{303E48AD-99FB-4846-A6C5-D9FB971F9C09}" dt="2023-10-20T15:36:50.702" v="24" actId="255"/>
          <ac:spMkLst>
            <pc:docMk/>
            <pc:sldMk cId="794229419" sldId="342"/>
            <ac:spMk id="34819" creationId="{453C7683-8588-7ABC-32E0-8A4E68218620}"/>
          </ac:spMkLst>
        </pc:spChg>
      </pc:sldChg>
      <pc:sldChg chg="modSp mod">
        <pc:chgData name="Sam Prince" userId="b8c1c271-dd5b-4079-a09a-81f4ce8be867" providerId="ADAL" clId="{303E48AD-99FB-4846-A6C5-D9FB971F9C09}" dt="2023-10-20T15:37:21.724" v="33" actId="122"/>
        <pc:sldMkLst>
          <pc:docMk/>
          <pc:sldMk cId="2124132377" sldId="346"/>
        </pc:sldMkLst>
        <pc:spChg chg="mod">
          <ac:chgData name="Sam Prince" userId="b8c1c271-dd5b-4079-a09a-81f4ce8be867" providerId="ADAL" clId="{303E48AD-99FB-4846-A6C5-D9FB971F9C09}" dt="2023-10-20T15:37:21.724" v="33" actId="122"/>
          <ac:spMkLst>
            <pc:docMk/>
            <pc:sldMk cId="2124132377" sldId="346"/>
            <ac:spMk id="6" creationId="{A8F87418-EEF1-7E09-1EA5-5EE2EC59E38A}"/>
          </ac:spMkLst>
        </pc:spChg>
      </pc:sldChg>
      <pc:sldChg chg="addSp delSp modSp mod">
        <pc:chgData name="Sam Prince" userId="b8c1c271-dd5b-4079-a09a-81f4ce8be867" providerId="ADAL" clId="{303E48AD-99FB-4846-A6C5-D9FB971F9C09}" dt="2023-10-20T15:32:27.917" v="15" actId="1076"/>
        <pc:sldMkLst>
          <pc:docMk/>
          <pc:sldMk cId="2713571536" sldId="350"/>
        </pc:sldMkLst>
        <pc:picChg chg="del">
          <ac:chgData name="Sam Prince" userId="b8c1c271-dd5b-4079-a09a-81f4ce8be867" providerId="ADAL" clId="{303E48AD-99FB-4846-A6C5-D9FB971F9C09}" dt="2023-10-20T15:32:16.625" v="10" actId="478"/>
          <ac:picMkLst>
            <pc:docMk/>
            <pc:sldMk cId="2713571536" sldId="350"/>
            <ac:picMk id="3" creationId="{FFDD6395-6373-2352-90D6-5B26FB604DED}"/>
          </ac:picMkLst>
        </pc:picChg>
        <pc:picChg chg="add mod">
          <ac:chgData name="Sam Prince" userId="b8c1c271-dd5b-4079-a09a-81f4ce8be867" providerId="ADAL" clId="{303E48AD-99FB-4846-A6C5-D9FB971F9C09}" dt="2023-10-20T15:32:27.917" v="15" actId="1076"/>
          <ac:picMkLst>
            <pc:docMk/>
            <pc:sldMk cId="2713571536" sldId="350"/>
            <ac:picMk id="5" creationId="{E09ED7F5-047D-962E-23B3-D5B8C2183B36}"/>
          </ac:picMkLst>
        </pc:picChg>
      </pc:sldChg>
      <pc:sldChg chg="addSp delSp modSp mod">
        <pc:chgData name="Sam Prince" userId="b8c1c271-dd5b-4079-a09a-81f4ce8be867" providerId="ADAL" clId="{303E48AD-99FB-4846-A6C5-D9FB971F9C09}" dt="2023-10-20T15:41:32.211" v="48"/>
        <pc:sldMkLst>
          <pc:docMk/>
          <pc:sldMk cId="3892545285" sldId="352"/>
        </pc:sldMkLst>
        <pc:spChg chg="add del mod">
          <ac:chgData name="Sam Prince" userId="b8c1c271-dd5b-4079-a09a-81f4ce8be867" providerId="ADAL" clId="{303E48AD-99FB-4846-A6C5-D9FB971F9C09}" dt="2023-10-20T15:41:32.211" v="48"/>
          <ac:spMkLst>
            <pc:docMk/>
            <pc:sldMk cId="3892545285" sldId="352"/>
            <ac:spMk id="5" creationId="{01E6ABC2-1186-E1E3-B46C-15E5C7DC8FA6}"/>
          </ac:spMkLst>
        </pc:spChg>
        <pc:spChg chg="add mod">
          <ac:chgData name="Sam Prince" userId="b8c1c271-dd5b-4079-a09a-81f4ce8be867" providerId="ADAL" clId="{303E48AD-99FB-4846-A6C5-D9FB971F9C09}" dt="2023-10-20T15:41:28.398" v="46" actId="1076"/>
          <ac:spMkLst>
            <pc:docMk/>
            <pc:sldMk cId="3892545285" sldId="352"/>
            <ac:spMk id="6" creationId="{57688653-37E3-E012-236A-0F8A3B276E42}"/>
          </ac:spMkLst>
        </pc:spChg>
        <pc:spChg chg="mod">
          <ac:chgData name="Sam Prince" userId="b8c1c271-dd5b-4079-a09a-81f4ce8be867" providerId="ADAL" clId="{303E48AD-99FB-4846-A6C5-D9FB971F9C09}" dt="2023-10-20T15:40:47.669" v="39"/>
          <ac:spMkLst>
            <pc:docMk/>
            <pc:sldMk cId="3892545285" sldId="352"/>
            <ac:spMk id="34819" creationId="{453C7683-8588-7ABC-32E0-8A4E68218620}"/>
          </ac:spMkLst>
        </pc:spChg>
        <pc:picChg chg="del">
          <ac:chgData name="Sam Prince" userId="b8c1c271-dd5b-4079-a09a-81f4ce8be867" providerId="ADAL" clId="{303E48AD-99FB-4846-A6C5-D9FB971F9C09}" dt="2023-10-20T15:33:35.762" v="16" actId="478"/>
          <ac:picMkLst>
            <pc:docMk/>
            <pc:sldMk cId="3892545285" sldId="352"/>
            <ac:picMk id="2" creationId="{C7FA88E0-A632-8EFF-65CA-4CB08263AF0D}"/>
          </ac:picMkLst>
        </pc:picChg>
        <pc:picChg chg="add mod">
          <ac:chgData name="Sam Prince" userId="b8c1c271-dd5b-4079-a09a-81f4ce8be867" providerId="ADAL" clId="{303E48AD-99FB-4846-A6C5-D9FB971F9C09}" dt="2023-10-20T15:33:50.106" v="19" actId="1076"/>
          <ac:picMkLst>
            <pc:docMk/>
            <pc:sldMk cId="3892545285" sldId="352"/>
            <ac:picMk id="4" creationId="{5728F9E2-69B7-EAF2-4112-A2BF25897151}"/>
          </ac:picMkLst>
        </pc:picChg>
      </pc:sldChg>
      <pc:sldChg chg="addSp delSp modSp mod">
        <pc:chgData name="Sam Prince" userId="b8c1c271-dd5b-4079-a09a-81f4ce8be867" providerId="ADAL" clId="{303E48AD-99FB-4846-A6C5-D9FB971F9C09}" dt="2023-10-20T15:31:07.696" v="5" actId="1076"/>
        <pc:sldMkLst>
          <pc:docMk/>
          <pc:sldMk cId="1975466637" sldId="360"/>
        </pc:sldMkLst>
        <pc:picChg chg="del">
          <ac:chgData name="Sam Prince" userId="b8c1c271-dd5b-4079-a09a-81f4ce8be867" providerId="ADAL" clId="{303E48AD-99FB-4846-A6C5-D9FB971F9C09}" dt="2023-10-20T15:30:58.708" v="1" actId="478"/>
          <ac:picMkLst>
            <pc:docMk/>
            <pc:sldMk cId="1975466637" sldId="360"/>
            <ac:picMk id="3" creationId="{C6267EA5-D747-6F53-325B-5BFAD12E6F3B}"/>
          </ac:picMkLst>
        </pc:picChg>
        <pc:picChg chg="add mod">
          <ac:chgData name="Sam Prince" userId="b8c1c271-dd5b-4079-a09a-81f4ce8be867" providerId="ADAL" clId="{303E48AD-99FB-4846-A6C5-D9FB971F9C09}" dt="2023-10-20T15:31:07.696" v="5" actId="1076"/>
          <ac:picMkLst>
            <pc:docMk/>
            <pc:sldMk cId="1975466637" sldId="360"/>
            <ac:picMk id="4" creationId="{41DE6DD5-5CB8-B77D-2B6F-3FCACD69FD29}"/>
          </ac:picMkLst>
        </pc:picChg>
      </pc:sldChg>
      <pc:sldChg chg="del">
        <pc:chgData name="Sam Prince" userId="b8c1c271-dd5b-4079-a09a-81f4ce8be867" providerId="ADAL" clId="{303E48AD-99FB-4846-A6C5-D9FB971F9C09}" dt="2023-10-20T15:30:29.446" v="0" actId="47"/>
        <pc:sldMkLst>
          <pc:docMk/>
          <pc:sldMk cId="4137412932" sldId="367"/>
        </pc:sldMkLst>
      </pc:sldChg>
    </pc:docChg>
  </pc:docChgLst>
  <pc:docChgLst>
    <pc:chgData name="Paul Winser" userId="c3146a91-e6bd-4264-bd86-e164e04bc32d" providerId="ADAL" clId="{B376B896-FC32-49CC-A464-7B1463BD19C6}"/>
    <pc:docChg chg="addSld modSld">
      <pc:chgData name="Paul Winser" userId="c3146a91-e6bd-4264-bd86-e164e04bc32d" providerId="ADAL" clId="{B376B896-FC32-49CC-A464-7B1463BD19C6}" dt="2023-12-07T14:24:08.347" v="73" actId="1076"/>
      <pc:docMkLst>
        <pc:docMk/>
      </pc:docMkLst>
      <pc:sldChg chg="addSp modSp mod">
        <pc:chgData name="Paul Winser" userId="c3146a91-e6bd-4264-bd86-e164e04bc32d" providerId="ADAL" clId="{B376B896-FC32-49CC-A464-7B1463BD19C6}" dt="2023-11-21T11:57:54.804" v="7" actId="6549"/>
        <pc:sldMkLst>
          <pc:docMk/>
          <pc:sldMk cId="0" sldId="256"/>
        </pc:sldMkLst>
        <pc:spChg chg="mod">
          <ac:chgData name="Paul Winser" userId="c3146a91-e6bd-4264-bd86-e164e04bc32d" providerId="ADAL" clId="{B376B896-FC32-49CC-A464-7B1463BD19C6}" dt="2023-11-21T11:57:47.244" v="2" actId="122"/>
          <ac:spMkLst>
            <pc:docMk/>
            <pc:sldMk cId="0" sldId="256"/>
            <ac:spMk id="2" creationId="{C6EC3B42-3B65-EC1D-F8BC-080C8B89D8BB}"/>
          </ac:spMkLst>
        </pc:spChg>
        <pc:spChg chg="add mod">
          <ac:chgData name="Paul Winser" userId="c3146a91-e6bd-4264-bd86-e164e04bc32d" providerId="ADAL" clId="{B376B896-FC32-49CC-A464-7B1463BD19C6}" dt="2023-11-21T11:57:54.804" v="7" actId="6549"/>
          <ac:spMkLst>
            <pc:docMk/>
            <pc:sldMk cId="0" sldId="256"/>
            <ac:spMk id="4" creationId="{930C26D7-9E61-6D75-0512-A03F19A6A7B2}"/>
          </ac:spMkLst>
        </pc:spChg>
      </pc:sldChg>
      <pc:sldChg chg="addSp modSp">
        <pc:chgData name="Paul Winser" userId="c3146a91-e6bd-4264-bd86-e164e04bc32d" providerId="ADAL" clId="{B376B896-FC32-49CC-A464-7B1463BD19C6}" dt="2023-11-21T11:57:57.770" v="8"/>
        <pc:sldMkLst>
          <pc:docMk/>
          <pc:sldMk cId="0" sldId="257"/>
        </pc:sldMkLst>
        <pc:spChg chg="add mod">
          <ac:chgData name="Paul Winser" userId="c3146a91-e6bd-4264-bd86-e164e04bc32d" providerId="ADAL" clId="{B376B896-FC32-49CC-A464-7B1463BD19C6}" dt="2023-11-21T11:57:57.770" v="8"/>
          <ac:spMkLst>
            <pc:docMk/>
            <pc:sldMk cId="0" sldId="257"/>
            <ac:spMk id="2" creationId="{6253E7EC-5093-9838-526A-43FBBB38A99F}"/>
          </ac:spMkLst>
        </pc:spChg>
      </pc:sldChg>
      <pc:sldChg chg="addSp modSp">
        <pc:chgData name="Paul Winser" userId="c3146a91-e6bd-4264-bd86-e164e04bc32d" providerId="ADAL" clId="{B376B896-FC32-49CC-A464-7B1463BD19C6}" dt="2023-11-21T11:57:58.797" v="9"/>
        <pc:sldMkLst>
          <pc:docMk/>
          <pc:sldMk cId="0" sldId="258"/>
        </pc:sldMkLst>
        <pc:spChg chg="add mod">
          <ac:chgData name="Paul Winser" userId="c3146a91-e6bd-4264-bd86-e164e04bc32d" providerId="ADAL" clId="{B376B896-FC32-49CC-A464-7B1463BD19C6}" dt="2023-11-21T11:57:58.797" v="9"/>
          <ac:spMkLst>
            <pc:docMk/>
            <pc:sldMk cId="0" sldId="258"/>
            <ac:spMk id="2" creationId="{CD24042D-66A4-3978-0ACD-03F99BD43BE0}"/>
          </ac:spMkLst>
        </pc:spChg>
      </pc:sldChg>
      <pc:sldChg chg="addSp modSp">
        <pc:chgData name="Paul Winser" userId="c3146a91-e6bd-4264-bd86-e164e04bc32d" providerId="ADAL" clId="{B376B896-FC32-49CC-A464-7B1463BD19C6}" dt="2023-11-21T11:57:59.975" v="10"/>
        <pc:sldMkLst>
          <pc:docMk/>
          <pc:sldMk cId="0" sldId="272"/>
        </pc:sldMkLst>
        <pc:spChg chg="add mod">
          <ac:chgData name="Paul Winser" userId="c3146a91-e6bd-4264-bd86-e164e04bc32d" providerId="ADAL" clId="{B376B896-FC32-49CC-A464-7B1463BD19C6}" dt="2023-11-21T11:57:59.975" v="10"/>
          <ac:spMkLst>
            <pc:docMk/>
            <pc:sldMk cId="0" sldId="272"/>
            <ac:spMk id="2" creationId="{224732B4-3456-441B-867C-53A61504290D}"/>
          </ac:spMkLst>
        </pc:spChg>
      </pc:sldChg>
      <pc:sldChg chg="addSp modSp">
        <pc:chgData name="Paul Winser" userId="c3146a91-e6bd-4264-bd86-e164e04bc32d" providerId="ADAL" clId="{B376B896-FC32-49CC-A464-7B1463BD19C6}" dt="2023-11-21T11:58:01.126" v="11"/>
        <pc:sldMkLst>
          <pc:docMk/>
          <pc:sldMk cId="884549766" sldId="305"/>
        </pc:sldMkLst>
        <pc:spChg chg="add mod">
          <ac:chgData name="Paul Winser" userId="c3146a91-e6bd-4264-bd86-e164e04bc32d" providerId="ADAL" clId="{B376B896-FC32-49CC-A464-7B1463BD19C6}" dt="2023-11-21T11:58:01.126" v="11"/>
          <ac:spMkLst>
            <pc:docMk/>
            <pc:sldMk cId="884549766" sldId="305"/>
            <ac:spMk id="2" creationId="{31F682DE-D542-0111-E396-F17B282214C9}"/>
          </ac:spMkLst>
        </pc:spChg>
      </pc:sldChg>
      <pc:sldChg chg="addSp modSp">
        <pc:chgData name="Paul Winser" userId="c3146a91-e6bd-4264-bd86-e164e04bc32d" providerId="ADAL" clId="{B376B896-FC32-49CC-A464-7B1463BD19C6}" dt="2023-11-21T11:58:46.330" v="31"/>
        <pc:sldMkLst>
          <pc:docMk/>
          <pc:sldMk cId="588007661" sldId="306"/>
        </pc:sldMkLst>
        <pc:spChg chg="add mod">
          <ac:chgData name="Paul Winser" userId="c3146a91-e6bd-4264-bd86-e164e04bc32d" providerId="ADAL" clId="{B376B896-FC32-49CC-A464-7B1463BD19C6}" dt="2023-11-21T11:58:46.330" v="31"/>
          <ac:spMkLst>
            <pc:docMk/>
            <pc:sldMk cId="588007661" sldId="306"/>
            <ac:spMk id="2" creationId="{FCBB972F-E0EF-7474-2A5F-C705970FB0E8}"/>
          </ac:spMkLst>
        </pc:spChg>
      </pc:sldChg>
      <pc:sldChg chg="addSp modSp">
        <pc:chgData name="Paul Winser" userId="c3146a91-e6bd-4264-bd86-e164e04bc32d" providerId="ADAL" clId="{B376B896-FC32-49CC-A464-7B1463BD19C6}" dt="2023-11-21T11:59:39.323" v="48"/>
        <pc:sldMkLst>
          <pc:docMk/>
          <pc:sldMk cId="2005355495" sldId="308"/>
        </pc:sldMkLst>
        <pc:spChg chg="add mod">
          <ac:chgData name="Paul Winser" userId="c3146a91-e6bd-4264-bd86-e164e04bc32d" providerId="ADAL" clId="{B376B896-FC32-49CC-A464-7B1463BD19C6}" dt="2023-11-21T11:59:39.323" v="48"/>
          <ac:spMkLst>
            <pc:docMk/>
            <pc:sldMk cId="2005355495" sldId="308"/>
            <ac:spMk id="2" creationId="{11698F58-7790-4D6F-63EF-C86C4F4F6601}"/>
          </ac:spMkLst>
        </pc:spChg>
      </pc:sldChg>
      <pc:sldChg chg="addSp modSp mod">
        <pc:chgData name="Paul Winser" userId="c3146a91-e6bd-4264-bd86-e164e04bc32d" providerId="ADAL" clId="{B376B896-FC32-49CC-A464-7B1463BD19C6}" dt="2023-11-21T11:59:43.418" v="50" actId="404"/>
        <pc:sldMkLst>
          <pc:docMk/>
          <pc:sldMk cId="47175209" sldId="309"/>
        </pc:sldMkLst>
        <pc:spChg chg="add mod">
          <ac:chgData name="Paul Winser" userId="c3146a91-e6bd-4264-bd86-e164e04bc32d" providerId="ADAL" clId="{B376B896-FC32-49CC-A464-7B1463BD19C6}" dt="2023-11-21T11:59:40.838" v="49"/>
          <ac:spMkLst>
            <pc:docMk/>
            <pc:sldMk cId="47175209" sldId="309"/>
            <ac:spMk id="2" creationId="{F1867D2E-F72F-B035-667D-80C36DB10AF4}"/>
          </ac:spMkLst>
        </pc:spChg>
        <pc:spChg chg="mod">
          <ac:chgData name="Paul Winser" userId="c3146a91-e6bd-4264-bd86-e164e04bc32d" providerId="ADAL" clId="{B376B896-FC32-49CC-A464-7B1463BD19C6}" dt="2023-11-21T11:59:43.418" v="50" actId="404"/>
          <ac:spMkLst>
            <pc:docMk/>
            <pc:sldMk cId="47175209" sldId="309"/>
            <ac:spMk id="34819" creationId="{453C7683-8588-7ABC-32E0-8A4E68218620}"/>
          </ac:spMkLst>
        </pc:spChg>
      </pc:sldChg>
      <pc:sldChg chg="addSp modSp">
        <pc:chgData name="Paul Winser" userId="c3146a91-e6bd-4264-bd86-e164e04bc32d" providerId="ADAL" clId="{B376B896-FC32-49CC-A464-7B1463BD19C6}" dt="2023-11-21T11:58:14.523" v="18"/>
        <pc:sldMkLst>
          <pc:docMk/>
          <pc:sldMk cId="971764975" sldId="311"/>
        </pc:sldMkLst>
        <pc:spChg chg="add mod">
          <ac:chgData name="Paul Winser" userId="c3146a91-e6bd-4264-bd86-e164e04bc32d" providerId="ADAL" clId="{B376B896-FC32-49CC-A464-7B1463BD19C6}" dt="2023-11-21T11:58:14.523" v="18"/>
          <ac:spMkLst>
            <pc:docMk/>
            <pc:sldMk cId="971764975" sldId="311"/>
            <ac:spMk id="2" creationId="{45465E47-F4A7-4E5E-E0A0-616AD2B05F73}"/>
          </ac:spMkLst>
        </pc:spChg>
      </pc:sldChg>
      <pc:sldChg chg="addSp modSp">
        <pc:chgData name="Paul Winser" userId="c3146a91-e6bd-4264-bd86-e164e04bc32d" providerId="ADAL" clId="{B376B896-FC32-49CC-A464-7B1463BD19C6}" dt="2023-11-21T11:58:28.577" v="22"/>
        <pc:sldMkLst>
          <pc:docMk/>
          <pc:sldMk cId="2207294844" sldId="313"/>
        </pc:sldMkLst>
        <pc:spChg chg="add mod">
          <ac:chgData name="Paul Winser" userId="c3146a91-e6bd-4264-bd86-e164e04bc32d" providerId="ADAL" clId="{B376B896-FC32-49CC-A464-7B1463BD19C6}" dt="2023-11-21T11:58:28.577" v="22"/>
          <ac:spMkLst>
            <pc:docMk/>
            <pc:sldMk cId="2207294844" sldId="313"/>
            <ac:spMk id="2" creationId="{0C7187D3-B780-1C9A-5E39-0054142A825F}"/>
          </ac:spMkLst>
        </pc:spChg>
      </pc:sldChg>
      <pc:sldChg chg="addSp modSp">
        <pc:chgData name="Paul Winser" userId="c3146a91-e6bd-4264-bd86-e164e04bc32d" providerId="ADAL" clId="{B376B896-FC32-49CC-A464-7B1463BD19C6}" dt="2023-11-21T11:58:48.176" v="32"/>
        <pc:sldMkLst>
          <pc:docMk/>
          <pc:sldMk cId="1266123759" sldId="320"/>
        </pc:sldMkLst>
        <pc:spChg chg="add mod">
          <ac:chgData name="Paul Winser" userId="c3146a91-e6bd-4264-bd86-e164e04bc32d" providerId="ADAL" clId="{B376B896-FC32-49CC-A464-7B1463BD19C6}" dt="2023-11-21T11:58:48.176" v="32"/>
          <ac:spMkLst>
            <pc:docMk/>
            <pc:sldMk cId="1266123759" sldId="320"/>
            <ac:spMk id="2" creationId="{05B47D2A-0DB8-4F5B-9970-193EBD067463}"/>
          </ac:spMkLst>
        </pc:spChg>
      </pc:sldChg>
      <pc:sldChg chg="addSp modSp mod">
        <pc:chgData name="Paul Winser" userId="c3146a91-e6bd-4264-bd86-e164e04bc32d" providerId="ADAL" clId="{B376B896-FC32-49CC-A464-7B1463BD19C6}" dt="2023-11-21T11:59:07.356" v="37"/>
        <pc:sldMkLst>
          <pc:docMk/>
          <pc:sldMk cId="2875205953" sldId="322"/>
        </pc:sldMkLst>
        <pc:spChg chg="add mod">
          <ac:chgData name="Paul Winser" userId="c3146a91-e6bd-4264-bd86-e164e04bc32d" providerId="ADAL" clId="{B376B896-FC32-49CC-A464-7B1463BD19C6}" dt="2023-11-21T11:59:07.356" v="37"/>
          <ac:spMkLst>
            <pc:docMk/>
            <pc:sldMk cId="2875205953" sldId="322"/>
            <ac:spMk id="2" creationId="{26B908CB-0FEB-7115-5490-C5DE37DAACD7}"/>
          </ac:spMkLst>
        </pc:spChg>
        <pc:spChg chg="mod">
          <ac:chgData name="Paul Winser" userId="c3146a91-e6bd-4264-bd86-e164e04bc32d" providerId="ADAL" clId="{B376B896-FC32-49CC-A464-7B1463BD19C6}" dt="2023-11-21T11:59:06.180" v="36" actId="255"/>
          <ac:spMkLst>
            <pc:docMk/>
            <pc:sldMk cId="2875205953" sldId="322"/>
            <ac:spMk id="34819" creationId="{453C7683-8588-7ABC-32E0-8A4E68218620}"/>
          </ac:spMkLst>
        </pc:spChg>
      </pc:sldChg>
      <pc:sldChg chg="addSp modSp mod">
        <pc:chgData name="Paul Winser" userId="c3146a91-e6bd-4264-bd86-e164e04bc32d" providerId="ADAL" clId="{B376B896-FC32-49CC-A464-7B1463BD19C6}" dt="2023-11-21T11:59:35.420" v="46" actId="255"/>
        <pc:sldMkLst>
          <pc:docMk/>
          <pc:sldMk cId="1325451029" sldId="323"/>
        </pc:sldMkLst>
        <pc:spChg chg="add mod">
          <ac:chgData name="Paul Winser" userId="c3146a91-e6bd-4264-bd86-e164e04bc32d" providerId="ADAL" clId="{B376B896-FC32-49CC-A464-7B1463BD19C6}" dt="2023-11-21T11:59:31.741" v="45"/>
          <ac:spMkLst>
            <pc:docMk/>
            <pc:sldMk cId="1325451029" sldId="323"/>
            <ac:spMk id="2" creationId="{76B14B6B-495B-0B36-CF98-ABCA156A7C7C}"/>
          </ac:spMkLst>
        </pc:spChg>
        <pc:spChg chg="mod">
          <ac:chgData name="Paul Winser" userId="c3146a91-e6bd-4264-bd86-e164e04bc32d" providerId="ADAL" clId="{B376B896-FC32-49CC-A464-7B1463BD19C6}" dt="2023-11-21T11:59:35.420" v="46" actId="255"/>
          <ac:spMkLst>
            <pc:docMk/>
            <pc:sldMk cId="1325451029" sldId="323"/>
            <ac:spMk id="34819" creationId="{453C7683-8588-7ABC-32E0-8A4E68218620}"/>
          </ac:spMkLst>
        </pc:spChg>
      </pc:sldChg>
      <pc:sldChg chg="addSp modSp">
        <pc:chgData name="Paul Winser" userId="c3146a91-e6bd-4264-bd86-e164e04bc32d" providerId="ADAL" clId="{B376B896-FC32-49CC-A464-7B1463BD19C6}" dt="2023-11-21T12:00:16.205" v="63"/>
        <pc:sldMkLst>
          <pc:docMk/>
          <pc:sldMk cId="1265444074" sldId="327"/>
        </pc:sldMkLst>
        <pc:spChg chg="add mod">
          <ac:chgData name="Paul Winser" userId="c3146a91-e6bd-4264-bd86-e164e04bc32d" providerId="ADAL" clId="{B376B896-FC32-49CC-A464-7B1463BD19C6}" dt="2023-11-21T12:00:16.205" v="63"/>
          <ac:spMkLst>
            <pc:docMk/>
            <pc:sldMk cId="1265444074" sldId="327"/>
            <ac:spMk id="2" creationId="{D9D493C8-F079-54A9-02EC-3E8A0298F81F}"/>
          </ac:spMkLst>
        </pc:spChg>
      </pc:sldChg>
      <pc:sldChg chg="addSp modSp">
        <pc:chgData name="Paul Winser" userId="c3146a91-e6bd-4264-bd86-e164e04bc32d" providerId="ADAL" clId="{B376B896-FC32-49CC-A464-7B1463BD19C6}" dt="2023-11-21T12:00:17.246" v="64"/>
        <pc:sldMkLst>
          <pc:docMk/>
          <pc:sldMk cId="1227727046" sldId="328"/>
        </pc:sldMkLst>
        <pc:spChg chg="add mod">
          <ac:chgData name="Paul Winser" userId="c3146a91-e6bd-4264-bd86-e164e04bc32d" providerId="ADAL" clId="{B376B896-FC32-49CC-A464-7B1463BD19C6}" dt="2023-11-21T12:00:17.246" v="64"/>
          <ac:spMkLst>
            <pc:docMk/>
            <pc:sldMk cId="1227727046" sldId="328"/>
            <ac:spMk id="2" creationId="{5617FC2E-3347-25A3-0E44-CAA6A7A39FED}"/>
          </ac:spMkLst>
        </pc:spChg>
      </pc:sldChg>
      <pc:sldChg chg="addSp modSp">
        <pc:chgData name="Paul Winser" userId="c3146a91-e6bd-4264-bd86-e164e04bc32d" providerId="ADAL" clId="{B376B896-FC32-49CC-A464-7B1463BD19C6}" dt="2023-11-21T12:00:18.238" v="65"/>
        <pc:sldMkLst>
          <pc:docMk/>
          <pc:sldMk cId="2494258624" sldId="332"/>
        </pc:sldMkLst>
        <pc:spChg chg="add mod">
          <ac:chgData name="Paul Winser" userId="c3146a91-e6bd-4264-bd86-e164e04bc32d" providerId="ADAL" clId="{B376B896-FC32-49CC-A464-7B1463BD19C6}" dt="2023-11-21T12:00:18.238" v="65"/>
          <ac:spMkLst>
            <pc:docMk/>
            <pc:sldMk cId="2494258624" sldId="332"/>
            <ac:spMk id="2" creationId="{CB7A1FA1-EB85-32C4-4786-1E8FCDB82904}"/>
          </ac:spMkLst>
        </pc:spChg>
      </pc:sldChg>
      <pc:sldChg chg="addSp modSp">
        <pc:chgData name="Paul Winser" userId="c3146a91-e6bd-4264-bd86-e164e04bc32d" providerId="ADAL" clId="{B376B896-FC32-49CC-A464-7B1463BD19C6}" dt="2023-11-21T11:58:03.674" v="13"/>
        <pc:sldMkLst>
          <pc:docMk/>
          <pc:sldMk cId="1465949659" sldId="336"/>
        </pc:sldMkLst>
        <pc:spChg chg="add mod">
          <ac:chgData name="Paul Winser" userId="c3146a91-e6bd-4264-bd86-e164e04bc32d" providerId="ADAL" clId="{B376B896-FC32-49CC-A464-7B1463BD19C6}" dt="2023-11-21T11:58:03.674" v="13"/>
          <ac:spMkLst>
            <pc:docMk/>
            <pc:sldMk cId="1465949659" sldId="336"/>
            <ac:spMk id="2" creationId="{F6184DCD-3B2E-7CD1-2F55-E12E0CAFFDBF}"/>
          </ac:spMkLst>
        </pc:spChg>
      </pc:sldChg>
      <pc:sldChg chg="addSp modSp">
        <pc:chgData name="Paul Winser" userId="c3146a91-e6bd-4264-bd86-e164e04bc32d" providerId="ADAL" clId="{B376B896-FC32-49CC-A464-7B1463BD19C6}" dt="2023-11-21T11:58:02.506" v="12"/>
        <pc:sldMkLst>
          <pc:docMk/>
          <pc:sldMk cId="130799044" sldId="337"/>
        </pc:sldMkLst>
        <pc:spChg chg="add mod">
          <ac:chgData name="Paul Winser" userId="c3146a91-e6bd-4264-bd86-e164e04bc32d" providerId="ADAL" clId="{B376B896-FC32-49CC-A464-7B1463BD19C6}" dt="2023-11-21T11:58:02.506" v="12"/>
          <ac:spMkLst>
            <pc:docMk/>
            <pc:sldMk cId="130799044" sldId="337"/>
            <ac:spMk id="2" creationId="{362E8C35-25C5-3069-CEB6-0C6E2728D90B}"/>
          </ac:spMkLst>
        </pc:spChg>
      </pc:sldChg>
      <pc:sldChg chg="addSp modSp mod">
        <pc:chgData name="Paul Winser" userId="c3146a91-e6bd-4264-bd86-e164e04bc32d" providerId="ADAL" clId="{B376B896-FC32-49CC-A464-7B1463BD19C6}" dt="2023-11-21T11:58:13.194" v="17" actId="1076"/>
        <pc:sldMkLst>
          <pc:docMk/>
          <pc:sldMk cId="3871522263" sldId="339"/>
        </pc:sldMkLst>
        <pc:spChg chg="mod">
          <ac:chgData name="Paul Winser" userId="c3146a91-e6bd-4264-bd86-e164e04bc32d" providerId="ADAL" clId="{B376B896-FC32-49CC-A464-7B1463BD19C6}" dt="2023-11-21T11:58:09.255" v="15" actId="255"/>
          <ac:spMkLst>
            <pc:docMk/>
            <pc:sldMk cId="3871522263" sldId="339"/>
            <ac:spMk id="3" creationId="{78321C7A-0EA3-811D-6F87-A2A322BD18E3}"/>
          </ac:spMkLst>
        </pc:spChg>
        <pc:spChg chg="add mod">
          <ac:chgData name="Paul Winser" userId="c3146a91-e6bd-4264-bd86-e164e04bc32d" providerId="ADAL" clId="{B376B896-FC32-49CC-A464-7B1463BD19C6}" dt="2023-11-21T11:58:04.682" v="14"/>
          <ac:spMkLst>
            <pc:docMk/>
            <pc:sldMk cId="3871522263" sldId="339"/>
            <ac:spMk id="4" creationId="{18A8A345-F35A-7490-2F6F-6567928F0C1A}"/>
          </ac:spMkLst>
        </pc:spChg>
        <pc:picChg chg="mod">
          <ac:chgData name="Paul Winser" userId="c3146a91-e6bd-4264-bd86-e164e04bc32d" providerId="ADAL" clId="{B376B896-FC32-49CC-A464-7B1463BD19C6}" dt="2023-11-21T11:58:13.194" v="17" actId="1076"/>
          <ac:picMkLst>
            <pc:docMk/>
            <pc:sldMk cId="3871522263" sldId="339"/>
            <ac:picMk id="6" creationId="{D7D0B271-76AF-A98E-9362-E67F2D25BB70}"/>
          </ac:picMkLst>
        </pc:picChg>
      </pc:sldChg>
      <pc:sldChg chg="addSp modSp">
        <pc:chgData name="Paul Winser" userId="c3146a91-e6bd-4264-bd86-e164e04bc32d" providerId="ADAL" clId="{B376B896-FC32-49CC-A464-7B1463BD19C6}" dt="2023-11-21T11:58:31.948" v="24"/>
        <pc:sldMkLst>
          <pc:docMk/>
          <pc:sldMk cId="2943830474" sldId="340"/>
        </pc:sldMkLst>
        <pc:spChg chg="add mod">
          <ac:chgData name="Paul Winser" userId="c3146a91-e6bd-4264-bd86-e164e04bc32d" providerId="ADAL" clId="{B376B896-FC32-49CC-A464-7B1463BD19C6}" dt="2023-11-21T11:58:31.948" v="24"/>
          <ac:spMkLst>
            <pc:docMk/>
            <pc:sldMk cId="2943830474" sldId="340"/>
            <ac:spMk id="2" creationId="{5DFA4052-FCC2-8BDF-5654-4B14192D2192}"/>
          </ac:spMkLst>
        </pc:spChg>
      </pc:sldChg>
      <pc:sldChg chg="addSp modSp mod">
        <pc:chgData name="Paul Winser" userId="c3146a91-e6bd-4264-bd86-e164e04bc32d" providerId="ADAL" clId="{B376B896-FC32-49CC-A464-7B1463BD19C6}" dt="2023-12-07T14:23:59.867" v="71" actId="1076"/>
        <pc:sldMkLst>
          <pc:docMk/>
          <pc:sldMk cId="1768360391" sldId="341"/>
        </pc:sldMkLst>
        <pc:spChg chg="add mod">
          <ac:chgData name="Paul Winser" userId="c3146a91-e6bd-4264-bd86-e164e04bc32d" providerId="ADAL" clId="{B376B896-FC32-49CC-A464-7B1463BD19C6}" dt="2023-11-21T11:58:33.109" v="25"/>
          <ac:spMkLst>
            <pc:docMk/>
            <pc:sldMk cId="1768360391" sldId="341"/>
            <ac:spMk id="2" creationId="{129FE1FB-8981-2678-3BE9-00B4DC0F103E}"/>
          </ac:spMkLst>
        </pc:spChg>
        <pc:picChg chg="mod">
          <ac:chgData name="Paul Winser" userId="c3146a91-e6bd-4264-bd86-e164e04bc32d" providerId="ADAL" clId="{B376B896-FC32-49CC-A464-7B1463BD19C6}" dt="2023-12-07T14:23:59.867" v="71" actId="1076"/>
          <ac:picMkLst>
            <pc:docMk/>
            <pc:sldMk cId="1768360391" sldId="341"/>
            <ac:picMk id="4" creationId="{38B22E7B-3D02-9DC7-4482-0644B11B5D86}"/>
          </ac:picMkLst>
        </pc:picChg>
      </pc:sldChg>
      <pc:sldChg chg="addSp modSp mod">
        <pc:chgData name="Paul Winser" userId="c3146a91-e6bd-4264-bd86-e164e04bc32d" providerId="ADAL" clId="{B376B896-FC32-49CC-A464-7B1463BD19C6}" dt="2023-11-21T11:58:39.865" v="27" actId="255"/>
        <pc:sldMkLst>
          <pc:docMk/>
          <pc:sldMk cId="794229419" sldId="342"/>
        </pc:sldMkLst>
        <pc:spChg chg="add mod">
          <ac:chgData name="Paul Winser" userId="c3146a91-e6bd-4264-bd86-e164e04bc32d" providerId="ADAL" clId="{B376B896-FC32-49CC-A464-7B1463BD19C6}" dt="2023-11-21T11:58:35.070" v="26"/>
          <ac:spMkLst>
            <pc:docMk/>
            <pc:sldMk cId="794229419" sldId="342"/>
            <ac:spMk id="2" creationId="{2377C967-19B6-5670-2A3D-010A2106056B}"/>
          </ac:spMkLst>
        </pc:spChg>
        <pc:spChg chg="mod">
          <ac:chgData name="Paul Winser" userId="c3146a91-e6bd-4264-bd86-e164e04bc32d" providerId="ADAL" clId="{B376B896-FC32-49CC-A464-7B1463BD19C6}" dt="2023-11-21T11:58:39.865" v="27" actId="255"/>
          <ac:spMkLst>
            <pc:docMk/>
            <pc:sldMk cId="794229419" sldId="342"/>
            <ac:spMk id="34819" creationId="{453C7683-8588-7ABC-32E0-8A4E68218620}"/>
          </ac:spMkLst>
        </pc:spChg>
      </pc:sldChg>
      <pc:sldChg chg="addSp modSp">
        <pc:chgData name="Paul Winser" userId="c3146a91-e6bd-4264-bd86-e164e04bc32d" providerId="ADAL" clId="{B376B896-FC32-49CC-A464-7B1463BD19C6}" dt="2023-11-21T11:58:42.218" v="28"/>
        <pc:sldMkLst>
          <pc:docMk/>
          <pc:sldMk cId="3767013512" sldId="343"/>
        </pc:sldMkLst>
        <pc:spChg chg="add mod">
          <ac:chgData name="Paul Winser" userId="c3146a91-e6bd-4264-bd86-e164e04bc32d" providerId="ADAL" clId="{B376B896-FC32-49CC-A464-7B1463BD19C6}" dt="2023-11-21T11:58:42.218" v="28"/>
          <ac:spMkLst>
            <pc:docMk/>
            <pc:sldMk cId="3767013512" sldId="343"/>
            <ac:spMk id="2" creationId="{2BADC4F1-5AD2-D716-0C9F-D676C7CE9815}"/>
          </ac:spMkLst>
        </pc:spChg>
      </pc:sldChg>
      <pc:sldChg chg="addSp modSp">
        <pc:chgData name="Paul Winser" userId="c3146a91-e6bd-4264-bd86-e164e04bc32d" providerId="ADAL" clId="{B376B896-FC32-49CC-A464-7B1463BD19C6}" dt="2023-11-21T11:58:43.963" v="29"/>
        <pc:sldMkLst>
          <pc:docMk/>
          <pc:sldMk cId="1802908864" sldId="344"/>
        </pc:sldMkLst>
        <pc:spChg chg="add mod">
          <ac:chgData name="Paul Winser" userId="c3146a91-e6bd-4264-bd86-e164e04bc32d" providerId="ADAL" clId="{B376B896-FC32-49CC-A464-7B1463BD19C6}" dt="2023-11-21T11:58:43.963" v="29"/>
          <ac:spMkLst>
            <pc:docMk/>
            <pc:sldMk cId="1802908864" sldId="344"/>
            <ac:spMk id="2" creationId="{309182EB-825B-4DD5-316E-1031DF7AB38B}"/>
          </ac:spMkLst>
        </pc:spChg>
      </pc:sldChg>
      <pc:sldChg chg="addSp modSp">
        <pc:chgData name="Paul Winser" userId="c3146a91-e6bd-4264-bd86-e164e04bc32d" providerId="ADAL" clId="{B376B896-FC32-49CC-A464-7B1463BD19C6}" dt="2023-11-21T11:58:30.255" v="23"/>
        <pc:sldMkLst>
          <pc:docMk/>
          <pc:sldMk cId="2124132377" sldId="346"/>
        </pc:sldMkLst>
        <pc:spChg chg="add mod">
          <ac:chgData name="Paul Winser" userId="c3146a91-e6bd-4264-bd86-e164e04bc32d" providerId="ADAL" clId="{B376B896-FC32-49CC-A464-7B1463BD19C6}" dt="2023-11-21T11:58:30.255" v="23"/>
          <ac:spMkLst>
            <pc:docMk/>
            <pc:sldMk cId="2124132377" sldId="346"/>
            <ac:spMk id="2" creationId="{7B63C3BA-1E45-110A-C81B-D8FEC14B5018}"/>
          </ac:spMkLst>
        </pc:spChg>
      </pc:sldChg>
      <pc:sldChg chg="addSp modSp">
        <pc:chgData name="Paul Winser" userId="c3146a91-e6bd-4264-bd86-e164e04bc32d" providerId="ADAL" clId="{B376B896-FC32-49CC-A464-7B1463BD19C6}" dt="2023-11-21T11:58:45.192" v="30"/>
        <pc:sldMkLst>
          <pc:docMk/>
          <pc:sldMk cId="2077953601" sldId="347"/>
        </pc:sldMkLst>
        <pc:spChg chg="add mod">
          <ac:chgData name="Paul Winser" userId="c3146a91-e6bd-4264-bd86-e164e04bc32d" providerId="ADAL" clId="{B376B896-FC32-49CC-A464-7B1463BD19C6}" dt="2023-11-21T11:58:45.192" v="30"/>
          <ac:spMkLst>
            <pc:docMk/>
            <pc:sldMk cId="2077953601" sldId="347"/>
            <ac:spMk id="2" creationId="{C88B2855-4634-4173-7540-1F231A0B3F69}"/>
          </ac:spMkLst>
        </pc:spChg>
      </pc:sldChg>
      <pc:sldChg chg="addSp modSp mod">
        <pc:chgData name="Paul Winser" userId="c3146a91-e6bd-4264-bd86-e164e04bc32d" providerId="ADAL" clId="{B376B896-FC32-49CC-A464-7B1463BD19C6}" dt="2023-12-07T14:24:08.347" v="73" actId="1076"/>
        <pc:sldMkLst>
          <pc:docMk/>
          <pc:sldMk cId="583981243" sldId="349"/>
        </pc:sldMkLst>
        <pc:spChg chg="add mod">
          <ac:chgData name="Paul Winser" userId="c3146a91-e6bd-4264-bd86-e164e04bc32d" providerId="ADAL" clId="{B376B896-FC32-49CC-A464-7B1463BD19C6}" dt="2023-11-21T12:00:14.718" v="62"/>
          <ac:spMkLst>
            <pc:docMk/>
            <pc:sldMk cId="583981243" sldId="349"/>
            <ac:spMk id="2" creationId="{67A8E73D-344A-7A99-62FD-572E939BE247}"/>
          </ac:spMkLst>
        </pc:spChg>
        <pc:picChg chg="mod">
          <ac:chgData name="Paul Winser" userId="c3146a91-e6bd-4264-bd86-e164e04bc32d" providerId="ADAL" clId="{B376B896-FC32-49CC-A464-7B1463BD19C6}" dt="2023-12-07T14:24:08.347" v="73" actId="1076"/>
          <ac:picMkLst>
            <pc:docMk/>
            <pc:sldMk cId="583981243" sldId="349"/>
            <ac:picMk id="4" creationId="{A2E46203-6EE3-C0FE-8649-CB8C31AE68FE}"/>
          </ac:picMkLst>
        </pc:picChg>
      </pc:sldChg>
      <pc:sldChg chg="addSp modSp mod">
        <pc:chgData name="Paul Winser" userId="c3146a91-e6bd-4264-bd86-e164e04bc32d" providerId="ADAL" clId="{B376B896-FC32-49CC-A464-7B1463BD19C6}" dt="2023-11-21T12:00:12.039" v="60" actId="1076"/>
        <pc:sldMkLst>
          <pc:docMk/>
          <pc:sldMk cId="2713571536" sldId="350"/>
        </pc:sldMkLst>
        <pc:spChg chg="add mod">
          <ac:chgData name="Paul Winser" userId="c3146a91-e6bd-4264-bd86-e164e04bc32d" providerId="ADAL" clId="{B376B896-FC32-49CC-A464-7B1463BD19C6}" dt="2023-11-21T11:59:58.224" v="57"/>
          <ac:spMkLst>
            <pc:docMk/>
            <pc:sldMk cId="2713571536" sldId="350"/>
            <ac:spMk id="2" creationId="{7E7EDBF4-3B17-72C4-6EA3-4966CBDD1663}"/>
          </ac:spMkLst>
        </pc:spChg>
        <pc:spChg chg="mod">
          <ac:chgData name="Paul Winser" userId="c3146a91-e6bd-4264-bd86-e164e04bc32d" providerId="ADAL" clId="{B376B896-FC32-49CC-A464-7B1463BD19C6}" dt="2023-11-21T12:00:12.039" v="60" actId="1076"/>
          <ac:spMkLst>
            <pc:docMk/>
            <pc:sldMk cId="2713571536" sldId="350"/>
            <ac:spMk id="4" creationId="{EFCC6A07-D257-54F2-6665-E606A1C00AAE}"/>
          </ac:spMkLst>
        </pc:spChg>
        <pc:spChg chg="mod">
          <ac:chgData name="Paul Winser" userId="c3146a91-e6bd-4264-bd86-e164e04bc32d" providerId="ADAL" clId="{B376B896-FC32-49CC-A464-7B1463BD19C6}" dt="2023-11-21T12:00:08.009" v="59" actId="255"/>
          <ac:spMkLst>
            <pc:docMk/>
            <pc:sldMk cId="2713571536" sldId="350"/>
            <ac:spMk id="34819" creationId="{453C7683-8588-7ABC-32E0-8A4E68218620}"/>
          </ac:spMkLst>
        </pc:spChg>
      </pc:sldChg>
      <pc:sldChg chg="addSp modSp">
        <pc:chgData name="Paul Winser" userId="c3146a91-e6bd-4264-bd86-e164e04bc32d" providerId="ADAL" clId="{B376B896-FC32-49CC-A464-7B1463BD19C6}" dt="2023-11-21T11:59:45.554" v="51"/>
        <pc:sldMkLst>
          <pc:docMk/>
          <pc:sldMk cId="197318447" sldId="351"/>
        </pc:sldMkLst>
        <pc:spChg chg="add mod">
          <ac:chgData name="Paul Winser" userId="c3146a91-e6bd-4264-bd86-e164e04bc32d" providerId="ADAL" clId="{B376B896-FC32-49CC-A464-7B1463BD19C6}" dt="2023-11-21T11:59:45.554" v="51"/>
          <ac:spMkLst>
            <pc:docMk/>
            <pc:sldMk cId="197318447" sldId="351"/>
            <ac:spMk id="2" creationId="{655507B9-024C-CD1D-166B-D9B63A5BF20D}"/>
          </ac:spMkLst>
        </pc:spChg>
      </pc:sldChg>
      <pc:sldChg chg="addSp modSp mod">
        <pc:chgData name="Paul Winser" userId="c3146a91-e6bd-4264-bd86-e164e04bc32d" providerId="ADAL" clId="{B376B896-FC32-49CC-A464-7B1463BD19C6}" dt="2023-11-21T11:59:56.190" v="56" actId="1076"/>
        <pc:sldMkLst>
          <pc:docMk/>
          <pc:sldMk cId="3892545285" sldId="352"/>
        </pc:sldMkLst>
        <pc:spChg chg="add mod">
          <ac:chgData name="Paul Winser" userId="c3146a91-e6bd-4264-bd86-e164e04bc32d" providerId="ADAL" clId="{B376B896-FC32-49CC-A464-7B1463BD19C6}" dt="2023-11-21T11:59:47.229" v="52"/>
          <ac:spMkLst>
            <pc:docMk/>
            <pc:sldMk cId="3892545285" sldId="352"/>
            <ac:spMk id="2" creationId="{84E40E34-6160-F2F4-6F53-BD7FEE213C03}"/>
          </ac:spMkLst>
        </pc:spChg>
        <pc:spChg chg="mod">
          <ac:chgData name="Paul Winser" userId="c3146a91-e6bd-4264-bd86-e164e04bc32d" providerId="ADAL" clId="{B376B896-FC32-49CC-A464-7B1463BD19C6}" dt="2023-11-21T11:59:56.190" v="56" actId="1076"/>
          <ac:spMkLst>
            <pc:docMk/>
            <pc:sldMk cId="3892545285" sldId="352"/>
            <ac:spMk id="6" creationId="{57688653-37E3-E012-236A-0F8A3B276E42}"/>
          </ac:spMkLst>
        </pc:spChg>
        <pc:picChg chg="mod">
          <ac:chgData name="Paul Winser" userId="c3146a91-e6bd-4264-bd86-e164e04bc32d" providerId="ADAL" clId="{B376B896-FC32-49CC-A464-7B1463BD19C6}" dt="2023-11-21T11:59:54.271" v="55" actId="1076"/>
          <ac:picMkLst>
            <pc:docMk/>
            <pc:sldMk cId="3892545285" sldId="352"/>
            <ac:picMk id="4" creationId="{5728F9E2-69B7-EAF2-4112-A2BF25897151}"/>
          </ac:picMkLst>
        </pc:picChg>
      </pc:sldChg>
      <pc:sldChg chg="addSp modSp mod">
        <pc:chgData name="Paul Winser" userId="c3146a91-e6bd-4264-bd86-e164e04bc32d" providerId="ADAL" clId="{B376B896-FC32-49CC-A464-7B1463BD19C6}" dt="2023-11-21T11:59:13.760" v="39"/>
        <pc:sldMkLst>
          <pc:docMk/>
          <pc:sldMk cId="1208235366" sldId="353"/>
        </pc:sldMkLst>
        <pc:spChg chg="add mod">
          <ac:chgData name="Paul Winser" userId="c3146a91-e6bd-4264-bd86-e164e04bc32d" providerId="ADAL" clId="{B376B896-FC32-49CC-A464-7B1463BD19C6}" dt="2023-11-21T11:59:13.760" v="39"/>
          <ac:spMkLst>
            <pc:docMk/>
            <pc:sldMk cId="1208235366" sldId="353"/>
            <ac:spMk id="2" creationId="{902434D8-5569-E337-84B6-D7547E9D11CF}"/>
          </ac:spMkLst>
        </pc:spChg>
        <pc:spChg chg="mod">
          <ac:chgData name="Paul Winser" userId="c3146a91-e6bd-4264-bd86-e164e04bc32d" providerId="ADAL" clId="{B376B896-FC32-49CC-A464-7B1463BD19C6}" dt="2023-11-21T11:59:12.473" v="38" actId="255"/>
          <ac:spMkLst>
            <pc:docMk/>
            <pc:sldMk cId="1208235366" sldId="353"/>
            <ac:spMk id="34819" creationId="{453C7683-8588-7ABC-32E0-8A4E68218620}"/>
          </ac:spMkLst>
        </pc:spChg>
      </pc:sldChg>
      <pc:sldChg chg="addSp modSp mod">
        <pc:chgData name="Paul Winser" userId="c3146a91-e6bd-4264-bd86-e164e04bc32d" providerId="ADAL" clId="{B376B896-FC32-49CC-A464-7B1463BD19C6}" dt="2023-11-21T11:59:18.896" v="41"/>
        <pc:sldMkLst>
          <pc:docMk/>
          <pc:sldMk cId="3544082627" sldId="359"/>
        </pc:sldMkLst>
        <pc:spChg chg="add mod">
          <ac:chgData name="Paul Winser" userId="c3146a91-e6bd-4264-bd86-e164e04bc32d" providerId="ADAL" clId="{B376B896-FC32-49CC-A464-7B1463BD19C6}" dt="2023-11-21T11:59:18.896" v="41"/>
          <ac:spMkLst>
            <pc:docMk/>
            <pc:sldMk cId="3544082627" sldId="359"/>
            <ac:spMk id="2" creationId="{CE0559E3-7DC6-ADD4-6B95-F983A6415663}"/>
          </ac:spMkLst>
        </pc:spChg>
        <pc:spChg chg="mod">
          <ac:chgData name="Paul Winser" userId="c3146a91-e6bd-4264-bd86-e164e04bc32d" providerId="ADAL" clId="{B376B896-FC32-49CC-A464-7B1463BD19C6}" dt="2023-11-21T11:59:17.883" v="40" actId="255"/>
          <ac:spMkLst>
            <pc:docMk/>
            <pc:sldMk cId="3544082627" sldId="359"/>
            <ac:spMk id="34819" creationId="{453C7683-8588-7ABC-32E0-8A4E68218620}"/>
          </ac:spMkLst>
        </pc:spChg>
      </pc:sldChg>
      <pc:sldChg chg="addSp modSp mod">
        <pc:chgData name="Paul Winser" userId="c3146a91-e6bd-4264-bd86-e164e04bc32d" providerId="ADAL" clId="{B376B896-FC32-49CC-A464-7B1463BD19C6}" dt="2023-11-21T11:58:22.696" v="20" actId="255"/>
        <pc:sldMkLst>
          <pc:docMk/>
          <pc:sldMk cId="1975466637" sldId="360"/>
        </pc:sldMkLst>
        <pc:spChg chg="add mod">
          <ac:chgData name="Paul Winser" userId="c3146a91-e6bd-4264-bd86-e164e04bc32d" providerId="ADAL" clId="{B376B896-FC32-49CC-A464-7B1463BD19C6}" dt="2023-11-21T11:58:18.729" v="19"/>
          <ac:spMkLst>
            <pc:docMk/>
            <pc:sldMk cId="1975466637" sldId="360"/>
            <ac:spMk id="2" creationId="{91435488-B701-0A71-2BD7-6CEA60E9B816}"/>
          </ac:spMkLst>
        </pc:spChg>
        <pc:spChg chg="mod">
          <ac:chgData name="Paul Winser" userId="c3146a91-e6bd-4264-bd86-e164e04bc32d" providerId="ADAL" clId="{B376B896-FC32-49CC-A464-7B1463BD19C6}" dt="2023-11-21T11:58:22.696" v="20" actId="255"/>
          <ac:spMkLst>
            <pc:docMk/>
            <pc:sldMk cId="1975466637" sldId="360"/>
            <ac:spMk id="34819" creationId="{453C7683-8588-7ABC-32E0-8A4E68218620}"/>
          </ac:spMkLst>
        </pc:spChg>
      </pc:sldChg>
      <pc:sldChg chg="addSp modSp">
        <pc:chgData name="Paul Winser" userId="c3146a91-e6bd-4264-bd86-e164e04bc32d" providerId="ADAL" clId="{B376B896-FC32-49CC-A464-7B1463BD19C6}" dt="2023-11-21T11:58:26.342" v="21"/>
        <pc:sldMkLst>
          <pc:docMk/>
          <pc:sldMk cId="3907998681" sldId="361"/>
        </pc:sldMkLst>
        <pc:spChg chg="add mod">
          <ac:chgData name="Paul Winser" userId="c3146a91-e6bd-4264-bd86-e164e04bc32d" providerId="ADAL" clId="{B376B896-FC32-49CC-A464-7B1463BD19C6}" dt="2023-11-21T11:58:26.342" v="21"/>
          <ac:spMkLst>
            <pc:docMk/>
            <pc:sldMk cId="3907998681" sldId="361"/>
            <ac:spMk id="2" creationId="{0B5C617E-4BF1-AAC8-BDF8-BCE79BFC2C73}"/>
          </ac:spMkLst>
        </pc:spChg>
      </pc:sldChg>
      <pc:sldChg chg="addSp modSp mod">
        <pc:chgData name="Paul Winser" userId="c3146a91-e6bd-4264-bd86-e164e04bc32d" providerId="ADAL" clId="{B376B896-FC32-49CC-A464-7B1463BD19C6}" dt="2023-11-21T11:59:25.247" v="43"/>
        <pc:sldMkLst>
          <pc:docMk/>
          <pc:sldMk cId="3036769246" sldId="362"/>
        </pc:sldMkLst>
        <pc:spChg chg="add mod">
          <ac:chgData name="Paul Winser" userId="c3146a91-e6bd-4264-bd86-e164e04bc32d" providerId="ADAL" clId="{B376B896-FC32-49CC-A464-7B1463BD19C6}" dt="2023-11-21T11:59:25.247" v="43"/>
          <ac:spMkLst>
            <pc:docMk/>
            <pc:sldMk cId="3036769246" sldId="362"/>
            <ac:spMk id="2" creationId="{7DBAB0FB-1D2D-C5C8-8D70-FEED6FE974DB}"/>
          </ac:spMkLst>
        </pc:spChg>
        <pc:spChg chg="mod">
          <ac:chgData name="Paul Winser" userId="c3146a91-e6bd-4264-bd86-e164e04bc32d" providerId="ADAL" clId="{B376B896-FC32-49CC-A464-7B1463BD19C6}" dt="2023-11-21T11:59:23.930" v="42" actId="255"/>
          <ac:spMkLst>
            <pc:docMk/>
            <pc:sldMk cId="3036769246" sldId="362"/>
            <ac:spMk id="34819" creationId="{453C7683-8588-7ABC-32E0-8A4E68218620}"/>
          </ac:spMkLst>
        </pc:spChg>
      </pc:sldChg>
      <pc:sldChg chg="addSp modSp mod">
        <pc:chgData name="Paul Winser" userId="c3146a91-e6bd-4264-bd86-e164e04bc32d" providerId="ADAL" clId="{B376B896-FC32-49CC-A464-7B1463BD19C6}" dt="2023-11-21T11:58:58.810" v="35" actId="255"/>
        <pc:sldMkLst>
          <pc:docMk/>
          <pc:sldMk cId="4290539847" sldId="363"/>
        </pc:sldMkLst>
        <pc:spChg chg="add mod">
          <ac:chgData name="Paul Winser" userId="c3146a91-e6bd-4264-bd86-e164e04bc32d" providerId="ADAL" clId="{B376B896-FC32-49CC-A464-7B1463BD19C6}" dt="2023-11-21T11:58:49.500" v="33"/>
          <ac:spMkLst>
            <pc:docMk/>
            <pc:sldMk cId="4290539847" sldId="363"/>
            <ac:spMk id="2" creationId="{A259732D-0DCE-C215-FB70-D389E8FCE3F3}"/>
          </ac:spMkLst>
        </pc:spChg>
        <pc:spChg chg="mod">
          <ac:chgData name="Paul Winser" userId="c3146a91-e6bd-4264-bd86-e164e04bc32d" providerId="ADAL" clId="{B376B896-FC32-49CC-A464-7B1463BD19C6}" dt="2023-11-21T11:58:58.810" v="35" actId="255"/>
          <ac:spMkLst>
            <pc:docMk/>
            <pc:sldMk cId="4290539847" sldId="363"/>
            <ac:spMk id="34819" creationId="{453C7683-8588-7ABC-32E0-8A4E68218620}"/>
          </ac:spMkLst>
        </pc:spChg>
      </pc:sldChg>
      <pc:sldChg chg="addSp modSp">
        <pc:chgData name="Paul Winser" userId="c3146a91-e6bd-4264-bd86-e164e04bc32d" providerId="ADAL" clId="{B376B896-FC32-49CC-A464-7B1463BD19C6}" dt="2023-11-21T11:59:37.832" v="47"/>
        <pc:sldMkLst>
          <pc:docMk/>
          <pc:sldMk cId="3197831313" sldId="365"/>
        </pc:sldMkLst>
        <pc:spChg chg="add mod">
          <ac:chgData name="Paul Winser" userId="c3146a91-e6bd-4264-bd86-e164e04bc32d" providerId="ADAL" clId="{B376B896-FC32-49CC-A464-7B1463BD19C6}" dt="2023-11-21T11:59:37.832" v="47"/>
          <ac:spMkLst>
            <pc:docMk/>
            <pc:sldMk cId="3197831313" sldId="365"/>
            <ac:spMk id="2" creationId="{CA17B281-73EF-D1CD-6796-D2965970201D}"/>
          </ac:spMkLst>
        </pc:spChg>
      </pc:sldChg>
      <pc:sldChg chg="addSp modSp">
        <pc:chgData name="Paul Winser" userId="c3146a91-e6bd-4264-bd86-e164e04bc32d" providerId="ADAL" clId="{B376B896-FC32-49CC-A464-7B1463BD19C6}" dt="2023-11-21T12:00:13.198" v="61"/>
        <pc:sldMkLst>
          <pc:docMk/>
          <pc:sldMk cId="652661915" sldId="366"/>
        </pc:sldMkLst>
        <pc:spChg chg="add mod">
          <ac:chgData name="Paul Winser" userId="c3146a91-e6bd-4264-bd86-e164e04bc32d" providerId="ADAL" clId="{B376B896-FC32-49CC-A464-7B1463BD19C6}" dt="2023-11-21T12:00:13.198" v="61"/>
          <ac:spMkLst>
            <pc:docMk/>
            <pc:sldMk cId="652661915" sldId="366"/>
            <ac:spMk id="2" creationId="{57FC680B-2019-7528-D3E5-7464D9790BC8}"/>
          </ac:spMkLst>
        </pc:spChg>
      </pc:sldChg>
      <pc:sldChg chg="addSp modSp add mod modTransition">
        <pc:chgData name="Paul Winser" userId="c3146a91-e6bd-4264-bd86-e164e04bc32d" providerId="ADAL" clId="{B376B896-FC32-49CC-A464-7B1463BD19C6}" dt="2023-11-23T10:47:01.167" v="69" actId="20577"/>
        <pc:sldMkLst>
          <pc:docMk/>
          <pc:sldMk cId="4137412932" sldId="367"/>
        </pc:sldMkLst>
        <pc:spChg chg="mod">
          <ac:chgData name="Paul Winser" userId="c3146a91-e6bd-4264-bd86-e164e04bc32d" providerId="ADAL" clId="{B376B896-FC32-49CC-A464-7B1463BD19C6}" dt="2023-11-23T10:47:01.167" v="69" actId="20577"/>
          <ac:spMkLst>
            <pc:docMk/>
            <pc:sldMk cId="4137412932" sldId="367"/>
            <ac:spMk id="3" creationId="{A2B119C0-F2D0-EFC5-CFDA-41BB5A1B0BA9}"/>
          </ac:spMkLst>
        </pc:spChg>
        <pc:spChg chg="add mod">
          <ac:chgData name="Paul Winser" userId="c3146a91-e6bd-4264-bd86-e164e04bc32d" providerId="ADAL" clId="{B376B896-FC32-49CC-A464-7B1463BD19C6}" dt="2023-11-21T12:00:43.367" v="67"/>
          <ac:spMkLst>
            <pc:docMk/>
            <pc:sldMk cId="4137412932" sldId="367"/>
            <ac:spMk id="4" creationId="{837E5D29-A309-3981-3A7C-59A0203F665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3</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72128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3660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endParaRPr>
          </a:p>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08353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endParaRPr>
          </a:p>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02870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effectLst/>
            </a:endParaRPr>
          </a:p>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2387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75091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2084805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53502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36557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077767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48171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232914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45035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78774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89491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76062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40167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761888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60060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26418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232784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8676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00989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19683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03098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38104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43418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441525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278820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131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204476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009700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2592856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88277242"/>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
        <p:nvSpPr>
          <p:cNvPr id="2" name="Footer Placeholder 2">
            <a:extLst>
              <a:ext uri="{FF2B5EF4-FFF2-40B4-BE49-F238E27FC236}">
                <a16:creationId xmlns:a16="http://schemas.microsoft.com/office/drawing/2014/main" id="{FD72B3A8-E85F-3F47-F5B3-541811F5B3DD}"/>
              </a:ext>
            </a:extLst>
          </p:cNvPr>
          <p:cNvSpPr txBox="1">
            <a:spLocks/>
          </p:cNvSpPr>
          <p:nvPr userDrawn="1"/>
        </p:nvSpPr>
        <p:spPr bwMode="auto">
          <a:xfrm>
            <a:off x="7956376" y="6525344"/>
            <a:ext cx="1080120" cy="216719"/>
          </a:xfrm>
          <a:prstGeom prst="rect">
            <a:avLst/>
          </a:prstGeom>
          <a:noFill/>
        </p:spPr>
        <p:txBody>
          <a:bodyPr vert="horz" wrap="square" lIns="91440" tIns="45720" rIns="91440" bIns="45720" numCol="1" rtlCol="1" anchor="t" anchorCtr="0" compatLnSpc="1">
            <a:prstTxWarp prst="textNoShape">
              <a:avLst/>
            </a:prstTxWarp>
            <a:noAutofit/>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rtl="1">
              <a:lnSpc>
                <a:spcPct val="90000"/>
              </a:lnSpc>
              <a:spcAft>
                <a:spcPts val="600"/>
              </a:spcAft>
              <a:defRPr/>
            </a:pPr>
            <a:r>
              <a:rPr lang="en-US" sz="1100" b="0" i="0">
                <a:solidFill>
                  <a:srgbClr val="444444"/>
                </a:solidFill>
                <a:effectLst/>
              </a:rPr>
              <a:t>A103000359733</a:t>
            </a:r>
            <a:endParaRPr lang="en-US" sz="1100"/>
          </a:p>
        </p:txBody>
      </p:sp>
      <p:pic>
        <p:nvPicPr>
          <p:cNvPr id="3" name="Picture 8">
            <a:extLst>
              <a:ext uri="{FF2B5EF4-FFF2-40B4-BE49-F238E27FC236}">
                <a16:creationId xmlns:a16="http://schemas.microsoft.com/office/drawing/2014/main" id="{232FEF6E-2E1D-95F4-F0A6-08D6F68C9CDF}"/>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lnSpc>
                <a:spcPct val="110000"/>
              </a:lnSpc>
            </a:pPr>
            <a:r>
              <a:rPr lang="ar" sz="4600" b="1"/>
              <a:t>الوحدة 11</a:t>
            </a:r>
            <a:br>
              <a:rPr lang="en-GB" altLang="en-US" sz="4600" b="1"/>
            </a:br>
            <a:br>
              <a:rPr lang="en-GB" altLang="en-US" sz="4000" b="1"/>
            </a:br>
            <a:r>
              <a:rPr lang="ar" sz="4600" b="1"/>
              <a:t>خدمات الإقامة </a:t>
            </a:r>
            <a:br>
              <a:rPr lang="en-US" sz="4600" b="1"/>
            </a:br>
            <a:r>
              <a:rPr lang="ar" sz="4600" b="1"/>
              <a:t>في مجال الضيافة</a:t>
            </a:r>
            <a:br>
              <a:rPr lang="en-GB" altLang="en-US" sz="4600"/>
            </a:br>
            <a:br>
              <a:rPr lang="en-US" altLang="en-US" sz="4600"/>
            </a:br>
            <a:endParaRPr lang="en-GB" altLang="en-US" sz="4600"/>
          </a:p>
        </p:txBody>
      </p:sp>
      <p:sp>
        <p:nvSpPr>
          <p:cNvPr id="2" name="Footer Placeholder 2">
            <a:extLst>
              <a:ext uri="{FF2B5EF4-FFF2-40B4-BE49-F238E27FC236}">
                <a16:creationId xmlns:a16="http://schemas.microsoft.com/office/drawing/2014/main" id="{C6EC3B42-3B65-EC1D-F8BC-080C8B89D8BB}"/>
              </a:ext>
            </a:extLst>
          </p:cNvPr>
          <p:cNvSpPr>
            <a:spLocks noGrp="1"/>
          </p:cNvSpPr>
          <p:nvPr/>
        </p:nvSpPr>
        <p:spPr bwMode="auto">
          <a:xfrm>
            <a:off x="139119" y="6355436"/>
            <a:ext cx="8648048" cy="308442"/>
          </a:xfrm>
          <a:prstGeom prst="rect">
            <a:avLst/>
          </a:prstGeom>
          <a:noFill/>
        </p:spPr>
        <p:txBody>
          <a:bodyPr vert="horz" wrap="square" lIns="91440" tIns="45720" rIns="91440" bIns="45720" numCol="1" rtlCol="1" anchor="t" anchorCtr="0" compatLnSpc="1">
            <a:prstTxWarp prst="textNoShape">
              <a:avLst/>
            </a:prstTxWarp>
            <a:noAutofit/>
          </a:bodyPr>
          <a:lstStyle>
            <a:defPPr>
              <a:defRPr lang="en-GB"/>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rtl="1">
              <a:lnSpc>
                <a:spcPct val="90000"/>
              </a:lnSpc>
              <a:spcAft>
                <a:spcPts val="600"/>
              </a:spcAft>
              <a:defRPr/>
            </a:pPr>
            <a:r>
              <a:rPr lang="ar" sz="1600">
                <a:latin typeface="Sakkal Majalla" panose="02000000000000000000" pitchFamily="2" charset="-78"/>
                <a:cs typeface="Sakkal Majalla" panose="02000000000000000000" pitchFamily="2" charset="-78"/>
              </a:rPr>
              <a:t>© شركة بيرسون إيديوكيشن ليمتد 2023. لا يُسمح بالنسخ إلا للمؤسسة المُشترية فقط </a:t>
            </a:r>
            <a:endParaRPr lang="en-GB" altLang="en-US" sz="1600" dirty="0">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0" y="1195388"/>
            <a:ext cx="91440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200" b="1"/>
              <a:t>خدمات الإقامة </a:t>
            </a:r>
            <a:br>
              <a:rPr lang="en-US" sz="4200" b="1"/>
            </a:br>
            <a:r>
              <a:rPr lang="ar" sz="4200" b="1"/>
              <a:t>في مجال الضيافة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438150" y="2636912"/>
            <a:ext cx="8526338"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lnSpc>
                <a:spcPct val="110000"/>
              </a:lnSpc>
              <a:buSzPct val="85000"/>
            </a:pPr>
            <a:r>
              <a:rPr lang="ar" spc="30"/>
              <a:t>في هذه الوحدة سوف تتعرف على خدمات الإقامة/خدمات النظافة في أنواع مختلفة من شركات مزودي خدمات الإقامة. سوف تدرس أدوار ومسؤوليات الأشخاص الذين يعملون </a:t>
            </a:r>
            <a:br>
              <a:rPr lang="en-US" spc="30"/>
            </a:br>
            <a:r>
              <a:rPr lang="ar" spc="30"/>
              <a:t>في خدمات الإقامة.</a:t>
            </a:r>
          </a:p>
          <a:p>
            <a:pPr rtl="1">
              <a:lnSpc>
                <a:spcPct val="110000"/>
              </a:lnSpc>
              <a:buSzPct val="85000"/>
            </a:pPr>
            <a:r>
              <a:rPr lang="ar" spc="30"/>
              <a:t>سوف تستكشف الإجراءات والمعايير التي يجب الحفاظ عليها ضمن خدمات الإقامة والوثائق المستخدمة لدعم هذه الإجراءات والمعايير.</a:t>
            </a:r>
          </a:p>
          <a:p>
            <a:pPr rtl="1">
              <a:lnSpc>
                <a:spcPct val="110000"/>
              </a:lnSpc>
              <a:buSzPct val="85000"/>
            </a:pPr>
            <a:r>
              <a:rPr lang="ar" spc="30"/>
              <a:t>سوف تتعلم مهارات التنظيف العملي وخدمة الغرف اللازمة في خدمات الإقامة والقضايا البيئية المتعلقة بالحفاظ على الموارد. </a:t>
            </a:r>
            <a:endParaRPr lang="en-GB" altLang="en-US" spc="30" dirty="0">
              <a:solidFill>
                <a:srgbClr val="FF0000"/>
              </a:solidFill>
            </a:endParaRPr>
          </a:p>
          <a:p>
            <a:pPr marL="0" indent="0" rtl="1">
              <a:lnSpc>
                <a:spcPct val="110000"/>
              </a:lnSpc>
              <a:buNone/>
            </a:pPr>
            <a:endParaRPr lang="en-GB" altLang="en-US" spc="30" dirty="0">
              <a:solidFill>
                <a:srgbClr val="FF0000"/>
              </a:solidFill>
            </a:endParaRPr>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أهداف التعلم</a:t>
            </a:r>
            <a:endParaRPr lang="en-GB" altLang="en-US" sz="460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57200" y="2832044"/>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lnSpc>
                <a:spcPct val="110000"/>
              </a:lnSpc>
              <a:buNone/>
            </a:pPr>
            <a:r>
              <a:rPr lang="ar" sz="2600" b="1"/>
              <a:t>أ	</a:t>
            </a:r>
            <a:r>
              <a:rPr lang="ar" sz="2600"/>
              <a:t>معرفة غرض وأدوار ومسؤوليات خدمات الإقامة</a:t>
            </a:r>
            <a:endParaRPr lang="en-GB" altLang="en-US" sz="2600" dirty="0">
              <a:highlight>
                <a:srgbClr val="FFFF00"/>
              </a:highlight>
            </a:endParaRPr>
          </a:p>
          <a:p>
            <a:pPr marL="404813" indent="-404813" defTabSz="431800" rtl="1">
              <a:lnSpc>
                <a:spcPct val="110000"/>
              </a:lnSpc>
              <a:spcBef>
                <a:spcPts val="1200"/>
              </a:spcBef>
              <a:buNone/>
            </a:pPr>
            <a:r>
              <a:rPr lang="ar" sz="2600" b="1"/>
              <a:t>ب	</a:t>
            </a:r>
            <a:r>
              <a:rPr lang="ar" sz="2600"/>
              <a:t>معرفة العمليات اللازمة للحفاظ على معايير خدمات الإقامة</a:t>
            </a:r>
            <a:endParaRPr lang="en-GB" altLang="en-US" sz="2600" dirty="0">
              <a:highlight>
                <a:srgbClr val="FFFF00"/>
              </a:highlight>
            </a:endParaRPr>
          </a:p>
          <a:p>
            <a:pPr marL="404813" indent="-404813" defTabSz="431800" rtl="1">
              <a:lnSpc>
                <a:spcPct val="110000"/>
              </a:lnSpc>
              <a:spcBef>
                <a:spcPts val="1200"/>
              </a:spcBef>
              <a:buNone/>
            </a:pPr>
            <a:r>
              <a:rPr lang="ar" sz="2600" b="1"/>
              <a:t>ج	</a:t>
            </a:r>
            <a:r>
              <a:rPr lang="ar" sz="2600"/>
              <a:t>عرض مهارات خدمات الإقامة</a:t>
            </a:r>
            <a:endParaRPr lang="en-GB" altLang="en-US" sz="2600" dirty="0">
              <a:highlight>
                <a:srgbClr val="FFFF00"/>
              </a:highlight>
            </a:endParaRPr>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a:t>هدف التعلّم أ:</a:t>
            </a:r>
            <a:br>
              <a:rPr lang="en-US" altLang="en-US" sz="2600"/>
            </a:br>
            <a:br>
              <a:rPr lang="en-US" altLang="en-US" sz="2600"/>
            </a:br>
            <a:endParaRPr lang="en-GB" altLang="en-US" sz="2600"/>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881856" y="3893046"/>
            <a:ext cx="7380288"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63538" indent="-363538" rtl="1">
              <a:buSzPct val="85000"/>
            </a:pPr>
            <a:r>
              <a:rPr lang="ar" sz="2600"/>
              <a:t>خدمات الإقامة</a:t>
            </a:r>
          </a:p>
          <a:p>
            <a:pPr marL="363538" indent="-363538" rtl="1">
              <a:buSzPct val="85000"/>
            </a:pPr>
            <a:r>
              <a:rPr lang="ar" sz="2600"/>
              <a:t>الأدوار الوظيفية والمسئوليات في خدمات الإقامة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معرفة غرض وأدوار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ومسؤوليات خدمات الإقامة</a:t>
            </a:r>
          </a:p>
          <a:p>
            <a:pPr algn="ctr" rtl="1"/>
            <a:endParaRPr lang="en-GB" altLang="en-US" sz="3800" b="1">
              <a:highlight>
                <a:srgbClr val="FFFF00"/>
              </a:highlight>
              <a:latin typeface="Sakkal Majalla" panose="02000000000000000000" pitchFamily="2" charset="-78"/>
              <a:cs typeface="Sakkal Majalla" panose="02000000000000000000" pitchFamily="2" charset="-78"/>
            </a:endParaRPr>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0524" y="2343438"/>
            <a:ext cx="875347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4000"/>
              </a:lnSpc>
              <a:buFont typeface="Wingdings" panose="05000000000000000000" pitchFamily="2" charset="2"/>
              <a:buNone/>
            </a:pPr>
            <a:r>
              <a:rPr lang="ar" sz="2600" b="1"/>
              <a:t>خدمات النظافة</a:t>
            </a:r>
          </a:p>
          <a:p>
            <a:pPr marL="685800" rtl="1">
              <a:lnSpc>
                <a:spcPct val="114000"/>
              </a:lnSpc>
              <a:buSzPct val="85000"/>
            </a:pPr>
            <a:r>
              <a:rPr lang="ar" sz="2600" b="1"/>
              <a:t>خدمات الإقامة:</a:t>
            </a:r>
            <a:r>
              <a:rPr lang="ar" sz="2600"/>
              <a:t> يشار إليها أحيانا باسم خدمات النظافة أو قسم النظافة.</a:t>
            </a:r>
          </a:p>
          <a:p>
            <a:pPr marL="685800" rtl="1">
              <a:lnSpc>
                <a:spcPct val="114000"/>
              </a:lnSpc>
              <a:buSzPct val="85000"/>
            </a:pPr>
            <a:r>
              <a:rPr lang="ar" sz="2600"/>
              <a:t> </a:t>
            </a:r>
            <a:r>
              <a:rPr lang="ar" sz="2600" b="1"/>
              <a:t>خدمات النظافة: </a:t>
            </a:r>
            <a:r>
              <a:rPr lang="ar" sz="2600"/>
              <a:t>هو مصطلح يشير للأنشطة التي يتم القيام بها لخلق بيئة عمل منظمة ونظيفة ومرتبة وآمنة في جميع أنواع أماكن الإقامة والحفاظ عليها.</a:t>
            </a:r>
          </a:p>
          <a:p>
            <a:pPr marL="685800" rtl="1">
              <a:lnSpc>
                <a:spcPct val="114000"/>
              </a:lnSpc>
              <a:buSzPct val="85000"/>
            </a:pPr>
            <a:r>
              <a:rPr lang="ar" sz="2600" b="1"/>
              <a:t>قسم خدمات النظافة:</a:t>
            </a:r>
            <a:r>
              <a:rPr lang="ar" sz="2600"/>
              <a:t> يضمن أن مكان الإقامة نظيف ومريح وآمن. </a:t>
            </a:r>
          </a:p>
          <a:p>
            <a:pPr marL="685800" rtl="1">
              <a:lnSpc>
                <a:spcPct val="114000"/>
              </a:lnSpc>
              <a:buSzPct val="85000"/>
            </a:pPr>
            <a:r>
              <a:rPr lang="ar" sz="2600" b="1"/>
              <a:t>ستختلف المهام</a:t>
            </a:r>
            <a:r>
              <a:rPr lang="en-US" sz="2600" b="1"/>
              <a:t>:</a:t>
            </a:r>
            <a:r>
              <a:rPr lang="ar" sz="2600" b="1"/>
              <a:t> </a:t>
            </a:r>
            <a:r>
              <a:rPr lang="ar" sz="2600"/>
              <a:t>التي يقوم بها فريق النظافة حسب نوع مكان الإقامة.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(1)</a:t>
            </a:r>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6725" y="2096852"/>
            <a:ext cx="871378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Font typeface="Wingdings" panose="05000000000000000000" pitchFamily="2" charset="2"/>
              <a:buNone/>
            </a:pPr>
            <a:r>
              <a:rPr lang="ar" sz="2600" b="1" spc="20"/>
              <a:t>أنواع خدمات الإقامة</a:t>
            </a:r>
          </a:p>
          <a:p>
            <a:pPr indent="0" rtl="1">
              <a:lnSpc>
                <a:spcPct val="110000"/>
              </a:lnSpc>
              <a:buFont typeface="Wingdings" panose="05000000000000000000" pitchFamily="2" charset="2"/>
              <a:buNone/>
            </a:pPr>
            <a:r>
              <a:rPr lang="ar" sz="2600" spc="20"/>
              <a:t>يمكن تصنيف أنواع الإقامة على النحو التالي:</a:t>
            </a:r>
          </a:p>
          <a:p>
            <a:pPr marL="685800" rtl="1">
              <a:lnSpc>
                <a:spcPct val="110000"/>
              </a:lnSpc>
              <a:buSzPct val="85000"/>
            </a:pPr>
            <a:r>
              <a:rPr lang="ar" sz="2600" b="1" spc="20"/>
              <a:t>سكنية: </a:t>
            </a:r>
            <a:r>
              <a:rPr lang="ar" sz="2600" spc="20"/>
              <a:t>يمكن العثور عليها في شركات الضيافة التي توفر أماكن للنوم بعيدًا عن المنزل أو أماكن للمعيشة، مثل الفنادق ومباني السكن وأماكن الإقامة ذاتية الخدمة والمستشفيات ودور الرعاية والسجون</a:t>
            </a:r>
          </a:p>
          <a:p>
            <a:pPr marL="685800" rtl="1">
              <a:lnSpc>
                <a:spcPct val="110000"/>
              </a:lnSpc>
              <a:buSzPct val="85000"/>
            </a:pPr>
            <a:r>
              <a:rPr lang="ar" sz="2600" b="1" spc="20"/>
              <a:t>غير سكنية: </a:t>
            </a:r>
            <a:r>
              <a:rPr lang="ar" sz="2600" spc="20"/>
              <a:t>وتشمل، على سبيل المثال لا الحصر، العقارات التجارية مثل المطاعم والمقاهي ومحال القهوة وأماكن المؤتمرات ومراكز الترفيه، والتي لا تكون ملائمة للنوم أو السكن بها.</a:t>
            </a:r>
          </a:p>
          <a:p>
            <a:pPr indent="0" rtl="1">
              <a:lnSpc>
                <a:spcPct val="110000"/>
              </a:lnSpc>
              <a:buFont typeface="Wingdings" panose="05000000000000000000" pitchFamily="2" charset="2"/>
              <a:buNone/>
            </a:pPr>
            <a:endParaRPr lang="en-GB" altLang="en-US" sz="2600" b="1" spc="20"/>
          </a:p>
          <a:p>
            <a:pPr marL="685800" rtl="1">
              <a:lnSpc>
                <a:spcPct val="110000"/>
              </a:lnSpc>
            </a:pPr>
            <a:endParaRPr lang="en-GB" altLang="en-US" sz="2600" spc="2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(2)</a:t>
            </a:r>
          </a:p>
        </p:txBody>
      </p:sp>
    </p:spTree>
    <p:extLst>
      <p:ext uri="{BB962C8B-B14F-4D97-AF65-F5344CB8AC3E}">
        <p14:creationId xmlns:p14="http://schemas.microsoft.com/office/powerpoint/2010/main" val="130799044"/>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9574" y="2096852"/>
            <a:ext cx="873442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Font typeface="Wingdings" panose="05000000000000000000" pitchFamily="2" charset="2"/>
              <a:buNone/>
            </a:pPr>
            <a:r>
              <a:rPr lang="ar" sz="2600" b="1"/>
              <a:t>أنواع خدمات الإقامة</a:t>
            </a:r>
          </a:p>
          <a:p>
            <a:pPr indent="0" rtl="1">
              <a:lnSpc>
                <a:spcPct val="110000"/>
              </a:lnSpc>
              <a:buFont typeface="Wingdings" panose="05000000000000000000" pitchFamily="2" charset="2"/>
              <a:buNone/>
            </a:pPr>
            <a:r>
              <a:rPr lang="ar" sz="2600"/>
              <a:t>هناك عدد من الأنواع المختلفة للإقامة، بما في ذلك:</a:t>
            </a:r>
          </a:p>
          <a:p>
            <a:pPr marL="685800" rtl="1">
              <a:lnSpc>
                <a:spcPct val="110000"/>
              </a:lnSpc>
              <a:buSzPct val="85000"/>
            </a:pPr>
            <a:r>
              <a:rPr lang="ar" sz="2600" b="1"/>
              <a:t>الفنادق: </a:t>
            </a:r>
            <a:r>
              <a:rPr lang="ar" sz="2600"/>
              <a:t>تشمل المبيت والإفطار والفنادق الاقتصادية وبيوت الضيافة والفنادق من فئة نجمة واحدة إلى خمس نجوم</a:t>
            </a:r>
            <a:endParaRPr lang="en-GB" altLang="en-US" sz="2600" b="1" dirty="0"/>
          </a:p>
          <a:p>
            <a:pPr marL="685800" rtl="1">
              <a:lnSpc>
                <a:spcPct val="110000"/>
              </a:lnSpc>
              <a:buSzPct val="85000"/>
            </a:pPr>
            <a:r>
              <a:rPr lang="ar" sz="2600" b="1"/>
              <a:t>أماكن الإقامة ذات الخدمة الذاتية:</a:t>
            </a:r>
            <a:r>
              <a:rPr lang="ar" sz="2600"/>
              <a:t> تشمل أكواخ العطلات والمنازل والنزل والشاليهات والشقق والاستوديوهات والوحدات السكنية</a:t>
            </a:r>
          </a:p>
          <a:p>
            <a:pPr marL="685800" rtl="1">
              <a:lnSpc>
                <a:spcPct val="110000"/>
              </a:lnSpc>
              <a:buSzPct val="85000"/>
            </a:pPr>
            <a:r>
              <a:rPr lang="ar" sz="2600" b="1"/>
              <a:t>أخرى، مثل مباني السكن:</a:t>
            </a:r>
            <a:r>
              <a:rPr lang="ar" sz="2600"/>
              <a:t> الإقامة للطلاب الذين يدرسون في الجامعة أو الكلية بعيدا عن منازلهم. </a:t>
            </a:r>
          </a:p>
          <a:p>
            <a:pPr marL="685800" rtl="1">
              <a:lnSpc>
                <a:spcPct val="110000"/>
              </a:lnSpc>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(3)</a:t>
            </a:r>
          </a:p>
        </p:txBody>
      </p:sp>
    </p:spTree>
    <p:extLst>
      <p:ext uri="{BB962C8B-B14F-4D97-AF65-F5344CB8AC3E}">
        <p14:creationId xmlns:p14="http://schemas.microsoft.com/office/powerpoint/2010/main" val="1465949659"/>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D42DB-0D4F-6E38-3DF8-92F5455100F2}"/>
              </a:ext>
            </a:extLst>
          </p:cNvPr>
          <p:cNvSpPr>
            <a:spLocks noGrp="1"/>
          </p:cNvSpPr>
          <p:nvPr>
            <p:ph type="title"/>
          </p:nvPr>
        </p:nvSpPr>
        <p:spPr>
          <a:xfrm>
            <a:off x="457200" y="1195388"/>
            <a:ext cx="8229600" cy="863600"/>
          </a:xfrm>
        </p:spPr>
        <p:txBody>
          <a:bodyPr rtlCol="1"/>
          <a:lstStyle/>
          <a:p>
            <a:pPr rtl="1"/>
            <a:br>
              <a:rPr lang="en-GB" altLang="en-US" sz="4000" b="1"/>
            </a:br>
            <a:r>
              <a:rPr lang="ar" sz="3800" b="1"/>
              <a:t>خدمات الإقامة (4)</a:t>
            </a:r>
            <a:br>
              <a:rPr lang="en-GB" altLang="en-US" sz="4000" b="1"/>
            </a:br>
            <a:endParaRPr lang="en-GB" sz="4000"/>
          </a:p>
        </p:txBody>
      </p:sp>
      <p:sp>
        <p:nvSpPr>
          <p:cNvPr id="3" name="Content Placeholder 2">
            <a:extLst>
              <a:ext uri="{FF2B5EF4-FFF2-40B4-BE49-F238E27FC236}">
                <a16:creationId xmlns:a16="http://schemas.microsoft.com/office/drawing/2014/main" id="{78321C7A-0EA3-811D-6F87-A2A322BD18E3}"/>
              </a:ext>
            </a:extLst>
          </p:cNvPr>
          <p:cNvSpPr>
            <a:spLocks noGrp="1"/>
          </p:cNvSpPr>
          <p:nvPr>
            <p:ph sz="half" idx="2"/>
          </p:nvPr>
        </p:nvSpPr>
        <p:spPr>
          <a:xfrm>
            <a:off x="298575" y="2058988"/>
            <a:ext cx="8388225" cy="4113807"/>
          </a:xfrm>
        </p:spPr>
        <p:txBody>
          <a:bodyPr rtlCol="1"/>
          <a:lstStyle/>
          <a:p>
            <a:pPr marL="0" indent="0" rtl="1">
              <a:buNone/>
            </a:pPr>
            <a:r>
              <a:rPr lang="ar" b="1"/>
              <a:t>الهدف من خدمات الإقامة: خدمات النظافة</a:t>
            </a:r>
            <a:endParaRPr lang="en-GB" dirty="0"/>
          </a:p>
          <a:p>
            <a:pPr marL="0" indent="0" rtl="1">
              <a:buNone/>
            </a:pPr>
            <a:r>
              <a:rPr lang="ar"/>
              <a:t>ستختلف المهام التي يقوم بها فريق خدمات النظافة حسب نوع الإقامة، ولكنها ستشمل عادةً:</a:t>
            </a:r>
          </a:p>
          <a:p>
            <a:pPr rtl="1">
              <a:buSzPct val="85000"/>
            </a:pPr>
            <a:r>
              <a:rPr lang="ar"/>
              <a:t>التعامل مع البياضات</a:t>
            </a:r>
          </a:p>
          <a:p>
            <a:pPr rtl="1">
              <a:buSzPct val="85000"/>
            </a:pPr>
            <a:r>
              <a:rPr lang="ar"/>
              <a:t>مكافحة الآفات</a:t>
            </a:r>
          </a:p>
          <a:p>
            <a:pPr rtl="1">
              <a:buSzPct val="85000"/>
            </a:pPr>
            <a:r>
              <a:rPr lang="ar"/>
              <a:t>الصيانة</a:t>
            </a:r>
          </a:p>
          <a:p>
            <a:pPr rtl="1">
              <a:buSzPct val="85000"/>
            </a:pPr>
            <a:r>
              <a:rPr lang="ar"/>
              <a:t>إعادة توفير المستلزمات</a:t>
            </a:r>
          </a:p>
          <a:p>
            <a:pPr rtl="1">
              <a:buSzPct val="85000"/>
            </a:pPr>
            <a:r>
              <a:rPr lang="ar"/>
              <a:t>تنظيف وصيانة غرف النوم</a:t>
            </a:r>
          </a:p>
          <a:p>
            <a:pPr rtl="1">
              <a:buSzPct val="85000"/>
            </a:pPr>
            <a:r>
              <a:rPr lang="ar"/>
              <a:t>تنظيف وصيانة الحمامات</a:t>
            </a:r>
          </a:p>
          <a:p>
            <a:pPr rtl="1">
              <a:buSzPct val="85000"/>
            </a:pPr>
            <a:r>
              <a:rPr lang="ar"/>
              <a:t>تنظيف وصيانة المناطق العامة</a:t>
            </a:r>
          </a:p>
          <a:p>
            <a:pPr rtl="1"/>
            <a:endParaRPr lang="en-GB" dirty="0"/>
          </a:p>
          <a:p>
            <a:pPr rtl="1"/>
            <a:endParaRPr lang="en-GB" dirty="0"/>
          </a:p>
        </p:txBody>
      </p:sp>
      <p:pic>
        <p:nvPicPr>
          <p:cNvPr id="6" name="Picture 5">
            <a:extLst>
              <a:ext uri="{FF2B5EF4-FFF2-40B4-BE49-F238E27FC236}">
                <a16:creationId xmlns:a16="http://schemas.microsoft.com/office/drawing/2014/main" id="{D7D0B271-76AF-A98E-9362-E67F2D25BB7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32661" y="3354355"/>
            <a:ext cx="1822371" cy="2743795"/>
          </a:xfrm>
          <a:prstGeom prst="rect">
            <a:avLst/>
          </a:prstGeom>
        </p:spPr>
      </p:pic>
    </p:spTree>
    <p:extLst>
      <p:ext uri="{BB962C8B-B14F-4D97-AF65-F5344CB8AC3E}">
        <p14:creationId xmlns:p14="http://schemas.microsoft.com/office/powerpoint/2010/main" val="3871522263"/>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096852"/>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b="1"/>
              <a:t>الهدف من خدمات الإقامة</a:t>
            </a:r>
          </a:p>
          <a:p>
            <a:pPr indent="0" rtl="1">
              <a:buFont typeface="Wingdings" panose="05000000000000000000" pitchFamily="2" charset="2"/>
              <a:buNone/>
            </a:pPr>
            <a:endParaRPr lang="en-GB" altLang="en-US" sz="1800" b="1" dirty="0"/>
          </a:p>
          <a:p>
            <a:pPr indent="0" rtl="1">
              <a:buNone/>
            </a:pPr>
            <a:r>
              <a:rPr lang="ar" sz="2600" b="1"/>
              <a:t>النظافة</a:t>
            </a:r>
          </a:p>
          <a:p>
            <a:pPr marL="685800" rtl="1">
              <a:buSzPct val="85000"/>
            </a:pPr>
            <a:r>
              <a:rPr lang="ar" sz="2600"/>
              <a:t>وضع أعلى معايير</a:t>
            </a:r>
          </a:p>
          <a:p>
            <a:pPr marL="685800" rtl="1">
              <a:buSzPct val="85000"/>
            </a:pPr>
            <a:r>
              <a:rPr lang="ar" sz="2600"/>
              <a:t>الحفاظ على فعالية النظافة والخدمات</a:t>
            </a:r>
          </a:p>
          <a:p>
            <a:pPr marL="685800" rtl="1">
              <a:buSzPct val="85000"/>
            </a:pPr>
            <a:r>
              <a:rPr lang="ar" sz="2600"/>
              <a:t>جداول وروتين نظافة</a:t>
            </a:r>
          </a:p>
          <a:p>
            <a:pPr marL="685800" rtl="1">
              <a:buSzPct val="85000"/>
            </a:pPr>
            <a:r>
              <a:rPr lang="ar" sz="2600"/>
              <a:t>فريق مدرب جيدًا</a:t>
            </a:r>
          </a:p>
          <a:p>
            <a:pPr marL="685800" rtl="1">
              <a:buSzPct val="85000"/>
            </a:pPr>
            <a:r>
              <a:rPr lang="ar" sz="2600"/>
              <a:t>ينطبق هذا على جميع مناطق الفندق</a:t>
            </a:r>
          </a:p>
          <a:p>
            <a:pPr marL="685800" rtl="1">
              <a:buSzPct val="85000"/>
            </a:pPr>
            <a:r>
              <a:rPr lang="ar" sz="2600"/>
              <a:t>تعقيم جميع نقاط التماس</a:t>
            </a:r>
          </a:p>
          <a:p>
            <a:pPr indent="0" rtl="1">
              <a:buFont typeface="Wingdings" panose="05000000000000000000" pitchFamily="2" charset="2"/>
              <a:buNone/>
            </a:pPr>
            <a:endParaRPr lang="en-GB" altLang="en-US" sz="2600" dirty="0"/>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(5)</a:t>
            </a:r>
          </a:p>
        </p:txBody>
      </p:sp>
    </p:spTree>
    <p:extLst>
      <p:ext uri="{BB962C8B-B14F-4D97-AF65-F5344CB8AC3E}">
        <p14:creationId xmlns:p14="http://schemas.microsoft.com/office/powerpoint/2010/main" val="971764975"/>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95700" y="1916832"/>
            <a:ext cx="576828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538163" indent="0" rtl="1">
              <a:lnSpc>
                <a:spcPct val="114000"/>
              </a:lnSpc>
              <a:buFont typeface="Wingdings" panose="05000000000000000000" pitchFamily="2" charset="2"/>
              <a:buNone/>
            </a:pPr>
            <a:r>
              <a:rPr lang="ar" sz="2300" b="1"/>
              <a:t>الهدف من خدمات الإقامة</a:t>
            </a:r>
          </a:p>
          <a:p>
            <a:pPr marL="989013" rtl="1">
              <a:lnSpc>
                <a:spcPct val="114000"/>
              </a:lnSpc>
              <a:buSzPct val="85000"/>
            </a:pPr>
            <a:r>
              <a:rPr lang="ar" sz="2300" b="1"/>
              <a:t>الأمن:</a:t>
            </a:r>
            <a:r>
              <a:rPr lang="ar" sz="2300"/>
              <a:t> قد يكون هناك فريق أمن منفصل، وتعد خدمة تنظيف الغرف هي عيون وآذان الفندق، والتحكم في المفاتيح، والإبلاغ عن الأشخاص أو الأحداث المشبوهة.</a:t>
            </a:r>
          </a:p>
          <a:p>
            <a:pPr marL="989013" rtl="1">
              <a:lnSpc>
                <a:spcPct val="114000"/>
              </a:lnSpc>
              <a:buSzPct val="85000"/>
            </a:pPr>
            <a:r>
              <a:rPr lang="ar" sz="2300" b="1"/>
              <a:t>السلامة:</a:t>
            </a:r>
            <a:r>
              <a:rPr lang="ar" sz="2300"/>
              <a:t> تحديد المخاطر والإبلاغ عنها في غرف النزلاء والمناطق العامة، ووضع الأثاث، وممارسات العمل الآمنة.</a:t>
            </a:r>
          </a:p>
          <a:p>
            <a:pPr marL="989013" rtl="1">
              <a:lnSpc>
                <a:spcPct val="114000"/>
              </a:lnSpc>
              <a:buSzPct val="85000"/>
            </a:pPr>
            <a:r>
              <a:rPr lang="ar" sz="2300" b="1"/>
              <a:t>الممتلكات المفقودة: </a:t>
            </a:r>
            <a:r>
              <a:rPr lang="ar" sz="2300"/>
              <a:t>تتبع الإجراءات التنظيمية، </a:t>
            </a:r>
            <a:br>
              <a:rPr lang="en-US" sz="2300"/>
            </a:br>
            <a:r>
              <a:rPr lang="ar" sz="2300"/>
              <a:t>وتقوم بالإبلاغ، والتسجيل، والحفاظ على السلامة والإعادة إلى المالك.</a:t>
            </a:r>
          </a:p>
          <a:p>
            <a:pPr marL="685800" rtl="1">
              <a:lnSpc>
                <a:spcPct val="114000"/>
              </a:lnSpc>
            </a:pPr>
            <a:endParaRPr lang="en-GB" altLang="en-US" sz="23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(6)</a:t>
            </a:r>
          </a:p>
        </p:txBody>
      </p:sp>
      <p:pic>
        <p:nvPicPr>
          <p:cNvPr id="4" name="Picture 3">
            <a:extLst>
              <a:ext uri="{FF2B5EF4-FFF2-40B4-BE49-F238E27FC236}">
                <a16:creationId xmlns:a16="http://schemas.microsoft.com/office/drawing/2014/main" id="{41DE6DD5-5CB8-B77D-2B6F-3FCACD69FD2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8050" y="2103646"/>
            <a:ext cx="2756691" cy="4136571"/>
          </a:xfrm>
          <a:prstGeom prst="rect">
            <a:avLst/>
          </a:prstGeom>
        </p:spPr>
      </p:pic>
    </p:spTree>
    <p:extLst>
      <p:ext uri="{BB962C8B-B14F-4D97-AF65-F5344CB8AC3E}">
        <p14:creationId xmlns:p14="http://schemas.microsoft.com/office/powerpoint/2010/main" val="197546663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20731" y="1964837"/>
            <a:ext cx="4594645" cy="3924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Font typeface="Wingdings" panose="05000000000000000000" pitchFamily="2" charset="2"/>
              <a:buNone/>
            </a:pPr>
            <a:r>
              <a:rPr lang="ar" sz="2600" b="1"/>
              <a:t>الهدف من خدمات الإقامة</a:t>
            </a:r>
          </a:p>
          <a:p>
            <a:pPr marL="685800" rtl="1">
              <a:lnSpc>
                <a:spcPct val="110000"/>
              </a:lnSpc>
              <a:buSzPct val="85000"/>
            </a:pPr>
            <a:r>
              <a:rPr lang="ar" sz="2600" b="1"/>
              <a:t>الغسيل: </a:t>
            </a:r>
            <a:r>
              <a:rPr lang="ar" sz="2600"/>
              <a:t>أغطية</a:t>
            </a:r>
            <a:r>
              <a:rPr lang="en" sz="2600" b="1"/>
              <a:t> </a:t>
            </a:r>
            <a:r>
              <a:rPr lang="en" sz="2600"/>
              <a:t>الأسرّة والحمامات )البياضات وأغطية الوسائد والمناشف( مع ضمان التوريد ومعايير الجودة وغسيل ملابس النزلاء</a:t>
            </a:r>
          </a:p>
          <a:p>
            <a:pPr marL="685800" rtl="1">
              <a:lnSpc>
                <a:spcPct val="110000"/>
              </a:lnSpc>
              <a:buSzPct val="85000"/>
            </a:pPr>
            <a:r>
              <a:rPr lang="ar" sz="2600" b="1"/>
              <a:t>تلبية احتياجات العملاء:</a:t>
            </a:r>
            <a:r>
              <a:rPr lang="ar" sz="2600"/>
              <a:t> الحفاظ على مستويات عالية من النظافة والراحة، وعدم إزعاج النزلاء وخدمات النزلاء الإضافية.</a:t>
            </a:r>
          </a:p>
          <a:p>
            <a:pPr marL="685800" rtl="1">
              <a:lnSpc>
                <a:spcPct val="110000"/>
              </a:lnSpc>
            </a:pP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خدمات الإقامة (7)</a:t>
            </a:r>
          </a:p>
        </p:txBody>
      </p:sp>
      <p:pic>
        <p:nvPicPr>
          <p:cNvPr id="4" name="Picture 3">
            <a:extLst>
              <a:ext uri="{FF2B5EF4-FFF2-40B4-BE49-F238E27FC236}">
                <a16:creationId xmlns:a16="http://schemas.microsoft.com/office/drawing/2014/main" id="{B6A6278E-BBB1-A7CA-C8B1-396118B736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5246" y="2780928"/>
            <a:ext cx="3904706" cy="2603137"/>
          </a:xfrm>
          <a:prstGeom prst="rect">
            <a:avLst/>
          </a:prstGeom>
        </p:spPr>
      </p:pic>
    </p:spTree>
    <p:extLst>
      <p:ext uri="{BB962C8B-B14F-4D97-AF65-F5344CB8AC3E}">
        <p14:creationId xmlns:p14="http://schemas.microsoft.com/office/powerpoint/2010/main" val="390799868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lnSpc>
                <a:spcPct val="110000"/>
              </a:lnSpc>
              <a:buFont typeface="Wingdings" panose="05000000000000000000" pitchFamily="2" charset="2"/>
              <a:buNone/>
            </a:pPr>
            <a:r>
              <a:rPr lang="ar" sz="2600" b="1"/>
              <a:t>الأدوار الوظيفية</a:t>
            </a:r>
          </a:p>
          <a:p>
            <a:pPr rtl="1">
              <a:lnSpc>
                <a:spcPct val="110000"/>
              </a:lnSpc>
              <a:buSzPct val="85000"/>
            </a:pPr>
            <a:r>
              <a:rPr lang="ar"/>
              <a:t>هناك عدد من الأدوار المختلفة ضمن خدمات الإقامة. </a:t>
            </a:r>
          </a:p>
          <a:p>
            <a:pPr rtl="1">
              <a:lnSpc>
                <a:spcPct val="110000"/>
              </a:lnSpc>
              <a:buSzPct val="85000"/>
            </a:pPr>
            <a:r>
              <a:rPr lang="ar"/>
              <a:t>سوف تختلف المسميات الوظيفية وهياكل الإدارات حسب المؤسسة والأنشطة التجارية المنفذة، وهناك عدد من الأدوار المشتركة. </a:t>
            </a:r>
          </a:p>
          <a:p>
            <a:pPr marL="685800" rtl="1"/>
            <a:endParaRPr lang="en-GB" altLang="en-US" sz="1800"/>
          </a:p>
          <a:p>
            <a:pPr marL="0" indent="0" rtl="1">
              <a:buFont typeface="Wingdings" panose="05000000000000000000" pitchFamily="2" charset="2"/>
              <a:buNone/>
            </a:pPr>
            <a:r>
              <a:rPr lang="ar" b="1"/>
              <a:t>سؤال: </a:t>
            </a:r>
            <a:r>
              <a:rPr lang="ar"/>
              <a:t>كم عدد الأدوار المختلفة التي يمكنك إدراجها؟</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(1)</a:t>
            </a:r>
          </a:p>
        </p:txBody>
      </p:sp>
    </p:spTree>
    <p:extLst>
      <p:ext uri="{BB962C8B-B14F-4D97-AF65-F5344CB8AC3E}">
        <p14:creationId xmlns:p14="http://schemas.microsoft.com/office/powerpoint/2010/main" val="2207294844"/>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481B9EE-5130-3A99-051B-29076A6DCF71}"/>
              </a:ext>
            </a:extLst>
          </p:cNvPr>
          <p:cNvGrpSpPr/>
          <p:nvPr/>
        </p:nvGrpSpPr>
        <p:grpSpPr>
          <a:xfrm flipH="1">
            <a:off x="346004" y="1768149"/>
            <a:ext cx="8692872" cy="3293556"/>
            <a:chOff x="346004" y="1768149"/>
            <a:chExt cx="8692872" cy="3293556"/>
          </a:xfrm>
        </p:grpSpPr>
        <p:sp>
          <p:nvSpPr>
            <p:cNvPr id="4" name="Freeform: Shape 3">
              <a:extLst>
                <a:ext uri="{FF2B5EF4-FFF2-40B4-BE49-F238E27FC236}">
                  <a16:creationId xmlns:a16="http://schemas.microsoft.com/office/drawing/2014/main" id="{87106C78-B8A4-AE23-6777-13347BB1C62E}"/>
                </a:ext>
              </a:extLst>
            </p:cNvPr>
            <p:cNvSpPr/>
            <p:nvPr/>
          </p:nvSpPr>
          <p:spPr>
            <a:xfrm>
              <a:off x="4612616" y="2391923"/>
              <a:ext cx="130992" cy="573871"/>
            </a:xfrm>
            <a:custGeom>
              <a:avLst/>
              <a:gdLst/>
              <a:ahLst/>
              <a:cxnLst/>
              <a:rect l="0" t="0" r="0" b="0"/>
              <a:pathLst>
                <a:path>
                  <a:moveTo>
                    <a:pt x="130992" y="0"/>
                  </a:moveTo>
                  <a:lnTo>
                    <a:pt x="130992" y="573871"/>
                  </a:lnTo>
                  <a:lnTo>
                    <a:pt x="0" y="573871"/>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F9D8E4F0-BF22-9558-79A4-2B9666465117}"/>
                </a:ext>
              </a:extLst>
            </p:cNvPr>
            <p:cNvSpPr/>
            <p:nvPr/>
          </p:nvSpPr>
          <p:spPr>
            <a:xfrm>
              <a:off x="4743609" y="2391923"/>
              <a:ext cx="3671494" cy="1130689"/>
            </a:xfrm>
            <a:custGeom>
              <a:avLst/>
              <a:gdLst/>
              <a:ahLst/>
              <a:cxnLst/>
              <a:rect l="0" t="0" r="0" b="0"/>
              <a:pathLst>
                <a:path>
                  <a:moveTo>
                    <a:pt x="0" y="0"/>
                  </a:moveTo>
                  <a:lnTo>
                    <a:pt x="0" y="999697"/>
                  </a:lnTo>
                  <a:lnTo>
                    <a:pt x="3671494" y="999697"/>
                  </a:lnTo>
                  <a:lnTo>
                    <a:pt x="3671494" y="1130689"/>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8" name="Freeform: Shape 7">
              <a:extLst>
                <a:ext uri="{FF2B5EF4-FFF2-40B4-BE49-F238E27FC236}">
                  <a16:creationId xmlns:a16="http://schemas.microsoft.com/office/drawing/2014/main" id="{2D29F10E-7DD8-E594-2443-EF0AD8646EF0}"/>
                </a:ext>
              </a:extLst>
            </p:cNvPr>
            <p:cNvSpPr/>
            <p:nvPr/>
          </p:nvSpPr>
          <p:spPr>
            <a:xfrm>
              <a:off x="6508888" y="4163440"/>
              <a:ext cx="187132" cy="573871"/>
            </a:xfrm>
            <a:custGeom>
              <a:avLst/>
              <a:gdLst/>
              <a:ahLst/>
              <a:cxnLst/>
              <a:rect l="0" t="0" r="0" b="0"/>
              <a:pathLst>
                <a:path>
                  <a:moveTo>
                    <a:pt x="0" y="0"/>
                  </a:moveTo>
                  <a:lnTo>
                    <a:pt x="0" y="573871"/>
                  </a:lnTo>
                  <a:lnTo>
                    <a:pt x="187132" y="573871"/>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Freeform: Shape 8">
              <a:extLst>
                <a:ext uri="{FF2B5EF4-FFF2-40B4-BE49-F238E27FC236}">
                  <a16:creationId xmlns:a16="http://schemas.microsoft.com/office/drawing/2014/main" id="{6E8A0864-AF79-0755-7E04-2E10EAE58439}"/>
                </a:ext>
              </a:extLst>
            </p:cNvPr>
            <p:cNvSpPr/>
            <p:nvPr/>
          </p:nvSpPr>
          <p:spPr>
            <a:xfrm>
              <a:off x="4743609" y="2391923"/>
              <a:ext cx="2264298" cy="1147743"/>
            </a:xfrm>
            <a:custGeom>
              <a:avLst/>
              <a:gdLst/>
              <a:ahLst/>
              <a:cxnLst/>
              <a:rect l="0" t="0" r="0" b="0"/>
              <a:pathLst>
                <a:path>
                  <a:moveTo>
                    <a:pt x="0" y="0"/>
                  </a:moveTo>
                  <a:lnTo>
                    <a:pt x="0" y="1016751"/>
                  </a:lnTo>
                  <a:lnTo>
                    <a:pt x="2264298" y="1016751"/>
                  </a:lnTo>
                  <a:lnTo>
                    <a:pt x="2264298" y="1147743"/>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Shape 9">
              <a:extLst>
                <a:ext uri="{FF2B5EF4-FFF2-40B4-BE49-F238E27FC236}">
                  <a16:creationId xmlns:a16="http://schemas.microsoft.com/office/drawing/2014/main" id="{3C00A4C7-BAF7-57D4-9EB2-CF13A0256738}"/>
                </a:ext>
              </a:extLst>
            </p:cNvPr>
            <p:cNvSpPr/>
            <p:nvPr/>
          </p:nvSpPr>
          <p:spPr>
            <a:xfrm>
              <a:off x="4999356" y="4163440"/>
              <a:ext cx="187132" cy="573871"/>
            </a:xfrm>
            <a:custGeom>
              <a:avLst/>
              <a:gdLst/>
              <a:ahLst/>
              <a:cxnLst/>
              <a:rect l="0" t="0" r="0" b="0"/>
              <a:pathLst>
                <a:path>
                  <a:moveTo>
                    <a:pt x="0" y="0"/>
                  </a:moveTo>
                  <a:lnTo>
                    <a:pt x="0" y="573871"/>
                  </a:lnTo>
                  <a:lnTo>
                    <a:pt x="187132" y="573871"/>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Freeform: Shape 10">
              <a:extLst>
                <a:ext uri="{FF2B5EF4-FFF2-40B4-BE49-F238E27FC236}">
                  <a16:creationId xmlns:a16="http://schemas.microsoft.com/office/drawing/2014/main" id="{A33C2DD1-0019-C15A-35EC-40BCA207C554}"/>
                </a:ext>
              </a:extLst>
            </p:cNvPr>
            <p:cNvSpPr/>
            <p:nvPr/>
          </p:nvSpPr>
          <p:spPr>
            <a:xfrm>
              <a:off x="4743609" y="2391923"/>
              <a:ext cx="754766" cy="1147743"/>
            </a:xfrm>
            <a:custGeom>
              <a:avLst/>
              <a:gdLst/>
              <a:ahLst/>
              <a:cxnLst/>
              <a:rect l="0" t="0" r="0" b="0"/>
              <a:pathLst>
                <a:path>
                  <a:moveTo>
                    <a:pt x="0" y="0"/>
                  </a:moveTo>
                  <a:lnTo>
                    <a:pt x="0" y="1016751"/>
                  </a:lnTo>
                  <a:lnTo>
                    <a:pt x="754766" y="1016751"/>
                  </a:lnTo>
                  <a:lnTo>
                    <a:pt x="754766" y="1147743"/>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Shape 11">
              <a:extLst>
                <a:ext uri="{FF2B5EF4-FFF2-40B4-BE49-F238E27FC236}">
                  <a16:creationId xmlns:a16="http://schemas.microsoft.com/office/drawing/2014/main" id="{26ACFDB0-BE79-7716-09CE-469DCA3C128F}"/>
                </a:ext>
              </a:extLst>
            </p:cNvPr>
            <p:cNvSpPr/>
            <p:nvPr/>
          </p:nvSpPr>
          <p:spPr>
            <a:xfrm>
              <a:off x="4195000" y="2391923"/>
              <a:ext cx="548608" cy="2046008"/>
            </a:xfrm>
            <a:custGeom>
              <a:avLst/>
              <a:gdLst/>
              <a:ahLst/>
              <a:cxnLst/>
              <a:rect l="0" t="0" r="0" b="0"/>
              <a:pathLst>
                <a:path>
                  <a:moveTo>
                    <a:pt x="548608" y="0"/>
                  </a:moveTo>
                  <a:lnTo>
                    <a:pt x="548608" y="1915016"/>
                  </a:lnTo>
                  <a:lnTo>
                    <a:pt x="0" y="1915016"/>
                  </a:lnTo>
                  <a:lnTo>
                    <a:pt x="0" y="2046008"/>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Freeform: Shape 12">
              <a:extLst>
                <a:ext uri="{FF2B5EF4-FFF2-40B4-BE49-F238E27FC236}">
                  <a16:creationId xmlns:a16="http://schemas.microsoft.com/office/drawing/2014/main" id="{592EBE85-7CE1-8566-00CD-3BB440F2C3D5}"/>
                </a:ext>
              </a:extLst>
            </p:cNvPr>
            <p:cNvSpPr/>
            <p:nvPr/>
          </p:nvSpPr>
          <p:spPr>
            <a:xfrm>
              <a:off x="1980291" y="4163440"/>
              <a:ext cx="187132" cy="573871"/>
            </a:xfrm>
            <a:custGeom>
              <a:avLst/>
              <a:gdLst/>
              <a:ahLst/>
              <a:cxnLst/>
              <a:rect l="0" t="0" r="0" b="0"/>
              <a:pathLst>
                <a:path>
                  <a:moveTo>
                    <a:pt x="0" y="0"/>
                  </a:moveTo>
                  <a:lnTo>
                    <a:pt x="0" y="573871"/>
                  </a:lnTo>
                  <a:lnTo>
                    <a:pt x="187132" y="573871"/>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Shape 13">
              <a:extLst>
                <a:ext uri="{FF2B5EF4-FFF2-40B4-BE49-F238E27FC236}">
                  <a16:creationId xmlns:a16="http://schemas.microsoft.com/office/drawing/2014/main" id="{B85DB742-6B4A-E1DB-6407-78B2CAFC47C3}"/>
                </a:ext>
              </a:extLst>
            </p:cNvPr>
            <p:cNvSpPr/>
            <p:nvPr/>
          </p:nvSpPr>
          <p:spPr>
            <a:xfrm>
              <a:off x="2479310" y="2391923"/>
              <a:ext cx="2264298" cy="1147743"/>
            </a:xfrm>
            <a:custGeom>
              <a:avLst/>
              <a:gdLst/>
              <a:ahLst/>
              <a:cxnLst/>
              <a:rect l="0" t="0" r="0" b="0"/>
              <a:pathLst>
                <a:path>
                  <a:moveTo>
                    <a:pt x="2264298" y="0"/>
                  </a:moveTo>
                  <a:lnTo>
                    <a:pt x="2264298" y="1016751"/>
                  </a:lnTo>
                  <a:lnTo>
                    <a:pt x="0" y="1016751"/>
                  </a:lnTo>
                  <a:lnTo>
                    <a:pt x="0" y="1147743"/>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Shape 14">
              <a:extLst>
                <a:ext uri="{FF2B5EF4-FFF2-40B4-BE49-F238E27FC236}">
                  <a16:creationId xmlns:a16="http://schemas.microsoft.com/office/drawing/2014/main" id="{4D672FC7-F115-CF42-4BAA-DFD493EF52BD}"/>
                </a:ext>
              </a:extLst>
            </p:cNvPr>
            <p:cNvSpPr/>
            <p:nvPr/>
          </p:nvSpPr>
          <p:spPr>
            <a:xfrm>
              <a:off x="470759" y="4163440"/>
              <a:ext cx="187132" cy="573871"/>
            </a:xfrm>
            <a:custGeom>
              <a:avLst/>
              <a:gdLst/>
              <a:ahLst/>
              <a:cxnLst/>
              <a:rect l="0" t="0" r="0" b="0"/>
              <a:pathLst>
                <a:path>
                  <a:moveTo>
                    <a:pt x="0" y="0"/>
                  </a:moveTo>
                  <a:lnTo>
                    <a:pt x="0" y="573871"/>
                  </a:lnTo>
                  <a:lnTo>
                    <a:pt x="187132" y="573871"/>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Freeform: Shape 15">
              <a:extLst>
                <a:ext uri="{FF2B5EF4-FFF2-40B4-BE49-F238E27FC236}">
                  <a16:creationId xmlns:a16="http://schemas.microsoft.com/office/drawing/2014/main" id="{982E9D9E-B5D1-EBCE-D873-60B54CF0BA48}"/>
                </a:ext>
              </a:extLst>
            </p:cNvPr>
            <p:cNvSpPr/>
            <p:nvPr/>
          </p:nvSpPr>
          <p:spPr>
            <a:xfrm>
              <a:off x="969778" y="2391923"/>
              <a:ext cx="3773830" cy="1147743"/>
            </a:xfrm>
            <a:custGeom>
              <a:avLst/>
              <a:gdLst/>
              <a:ahLst/>
              <a:cxnLst/>
              <a:rect l="0" t="0" r="0" b="0"/>
              <a:pathLst>
                <a:path>
                  <a:moveTo>
                    <a:pt x="3773830" y="0"/>
                  </a:moveTo>
                  <a:lnTo>
                    <a:pt x="3773830" y="1016751"/>
                  </a:lnTo>
                  <a:lnTo>
                    <a:pt x="0" y="1016751"/>
                  </a:lnTo>
                  <a:lnTo>
                    <a:pt x="0" y="1147743"/>
                  </a:lnTo>
                </a:path>
              </a:pathLst>
            </a:custGeom>
            <a:noFill/>
            <a:ln>
              <a:solidFill>
                <a:srgbClr val="0070C0"/>
              </a:solidFill>
            </a:ln>
          </p:spPr>
          <p:style>
            <a:lnRef idx="2">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7" name="Freeform: Shape 16">
              <a:extLst>
                <a:ext uri="{FF2B5EF4-FFF2-40B4-BE49-F238E27FC236}">
                  <a16:creationId xmlns:a16="http://schemas.microsoft.com/office/drawing/2014/main" id="{6FC783D9-24F4-1827-B7D9-47928C4C4B35}"/>
                </a:ext>
              </a:extLst>
            </p:cNvPr>
            <p:cNvSpPr/>
            <p:nvPr/>
          </p:nvSpPr>
          <p:spPr>
            <a:xfrm>
              <a:off x="4119835" y="1768149"/>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المدير التنفيذي </a:t>
              </a:r>
              <a:br>
                <a:rPr lang="en-US" sz="1200" b="1" kern="1200">
                  <a:solidFill>
                    <a:schemeClr val="bg1"/>
                  </a:solidFill>
                  <a:latin typeface="Sakkal Majalla" panose="02000000000000000000" pitchFamily="2" charset="-78"/>
                  <a:cs typeface="Sakkal Majalla" panose="02000000000000000000" pitchFamily="2" charset="-78"/>
                </a:rPr>
              </a:br>
              <a:r>
                <a:rPr lang="ar" sz="1200" b="1" kern="1200">
                  <a:solidFill>
                    <a:schemeClr val="bg1"/>
                  </a:solidFill>
                  <a:latin typeface="Sakkal Majalla" panose="02000000000000000000" pitchFamily="2" charset="-78"/>
                  <a:cs typeface="Sakkal Majalla" panose="02000000000000000000" pitchFamily="2" charset="-78"/>
                </a:rPr>
                <a:t>لخدمات النظافة</a:t>
              </a:r>
            </a:p>
          </p:txBody>
        </p:sp>
        <p:sp>
          <p:nvSpPr>
            <p:cNvPr id="18" name="Freeform: Shape 17">
              <a:extLst>
                <a:ext uri="{FF2B5EF4-FFF2-40B4-BE49-F238E27FC236}">
                  <a16:creationId xmlns:a16="http://schemas.microsoft.com/office/drawing/2014/main" id="{3F546F2E-1F4C-F82A-24E3-840C64DCD8C5}"/>
                </a:ext>
              </a:extLst>
            </p:cNvPr>
            <p:cNvSpPr/>
            <p:nvPr/>
          </p:nvSpPr>
          <p:spPr>
            <a:xfrm>
              <a:off x="346004" y="3539666"/>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a:ln>
              <a:solidFill>
                <a:srgbClr val="0070C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rPr>
                <a:t>مشرف الطابق</a:t>
              </a:r>
            </a:p>
          </p:txBody>
        </p:sp>
        <p:sp>
          <p:nvSpPr>
            <p:cNvPr id="19" name="Freeform: Shape 18">
              <a:extLst>
                <a:ext uri="{FF2B5EF4-FFF2-40B4-BE49-F238E27FC236}">
                  <a16:creationId xmlns:a16="http://schemas.microsoft.com/office/drawing/2014/main" id="{CE7D233D-455C-0AD6-624C-16C42DA24E72}"/>
                </a:ext>
              </a:extLst>
            </p:cNvPr>
            <p:cNvSpPr/>
            <p:nvPr/>
          </p:nvSpPr>
          <p:spPr>
            <a:xfrm>
              <a:off x="657891" y="4425425"/>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عامل الغرف</a:t>
              </a:r>
            </a:p>
          </p:txBody>
        </p:sp>
        <p:sp>
          <p:nvSpPr>
            <p:cNvPr id="20" name="Freeform: Shape 19">
              <a:extLst>
                <a:ext uri="{FF2B5EF4-FFF2-40B4-BE49-F238E27FC236}">
                  <a16:creationId xmlns:a16="http://schemas.microsoft.com/office/drawing/2014/main" id="{22CC7D00-0181-66C0-7913-7A9FA5BED71C}"/>
                </a:ext>
              </a:extLst>
            </p:cNvPr>
            <p:cNvSpPr/>
            <p:nvPr/>
          </p:nvSpPr>
          <p:spPr>
            <a:xfrm>
              <a:off x="1855536" y="3539666"/>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مشرف المنطقة العامة</a:t>
              </a:r>
            </a:p>
          </p:txBody>
        </p:sp>
        <p:sp>
          <p:nvSpPr>
            <p:cNvPr id="21" name="Freeform: Shape 20">
              <a:extLst>
                <a:ext uri="{FF2B5EF4-FFF2-40B4-BE49-F238E27FC236}">
                  <a16:creationId xmlns:a16="http://schemas.microsoft.com/office/drawing/2014/main" id="{0A36E389-6371-C829-A1FE-A0FB4559C739}"/>
                </a:ext>
              </a:extLst>
            </p:cNvPr>
            <p:cNvSpPr/>
            <p:nvPr/>
          </p:nvSpPr>
          <p:spPr>
            <a:xfrm>
              <a:off x="2167423" y="4425425"/>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عامل / منظف </a:t>
              </a:r>
              <a:br>
                <a:rPr lang="en-US" sz="1200" b="1" kern="1200">
                  <a:solidFill>
                    <a:schemeClr val="bg1"/>
                  </a:solidFill>
                  <a:latin typeface="Sakkal Majalla" panose="02000000000000000000" pitchFamily="2" charset="-78"/>
                  <a:cs typeface="Sakkal Majalla" panose="02000000000000000000" pitchFamily="2" charset="-78"/>
                </a:rPr>
              </a:br>
              <a:r>
                <a:rPr lang="ar" sz="1200" b="1" kern="1200">
                  <a:solidFill>
                    <a:schemeClr val="bg1"/>
                  </a:solidFill>
                  <a:latin typeface="Sakkal Majalla" panose="02000000000000000000" pitchFamily="2" charset="-78"/>
                  <a:cs typeface="Sakkal Majalla" panose="02000000000000000000" pitchFamily="2" charset="-78"/>
                </a:rPr>
                <a:t>المنطقة العامة</a:t>
              </a:r>
            </a:p>
          </p:txBody>
        </p:sp>
        <p:sp>
          <p:nvSpPr>
            <p:cNvPr id="22" name="Freeform: Shape 21">
              <a:extLst>
                <a:ext uri="{FF2B5EF4-FFF2-40B4-BE49-F238E27FC236}">
                  <a16:creationId xmlns:a16="http://schemas.microsoft.com/office/drawing/2014/main" id="{12514168-EBF8-1A3A-3E25-D3213F8349D1}"/>
                </a:ext>
              </a:extLst>
            </p:cNvPr>
            <p:cNvSpPr/>
            <p:nvPr/>
          </p:nvSpPr>
          <p:spPr>
            <a:xfrm>
              <a:off x="3571226" y="4437932"/>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حمالو الفندق</a:t>
              </a:r>
            </a:p>
          </p:txBody>
        </p:sp>
        <p:sp>
          <p:nvSpPr>
            <p:cNvPr id="23" name="Freeform: Shape 22">
              <a:extLst>
                <a:ext uri="{FF2B5EF4-FFF2-40B4-BE49-F238E27FC236}">
                  <a16:creationId xmlns:a16="http://schemas.microsoft.com/office/drawing/2014/main" id="{983C63ED-3558-B7A6-BEA5-5BB823C534DF}"/>
                </a:ext>
              </a:extLst>
            </p:cNvPr>
            <p:cNvSpPr/>
            <p:nvPr/>
          </p:nvSpPr>
          <p:spPr>
            <a:xfrm>
              <a:off x="4874601" y="3539666"/>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مشرف البياضات/الزي الرسمي</a:t>
              </a:r>
            </a:p>
          </p:txBody>
        </p:sp>
        <p:sp>
          <p:nvSpPr>
            <p:cNvPr id="24" name="Freeform: Shape 23">
              <a:extLst>
                <a:ext uri="{FF2B5EF4-FFF2-40B4-BE49-F238E27FC236}">
                  <a16:creationId xmlns:a16="http://schemas.microsoft.com/office/drawing/2014/main" id="{812007BC-74F6-4552-DEB2-C3FC8C0E1DF0}"/>
                </a:ext>
              </a:extLst>
            </p:cNvPr>
            <p:cNvSpPr/>
            <p:nvPr/>
          </p:nvSpPr>
          <p:spPr>
            <a:xfrm>
              <a:off x="5186488" y="4425425"/>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عامل غرفة البياضات</a:t>
              </a:r>
            </a:p>
          </p:txBody>
        </p:sp>
        <p:sp>
          <p:nvSpPr>
            <p:cNvPr id="25" name="Freeform: Shape 24">
              <a:extLst>
                <a:ext uri="{FF2B5EF4-FFF2-40B4-BE49-F238E27FC236}">
                  <a16:creationId xmlns:a16="http://schemas.microsoft.com/office/drawing/2014/main" id="{FFCEC2D5-6595-DD5B-059C-511BBA19273A}"/>
                </a:ext>
              </a:extLst>
            </p:cNvPr>
            <p:cNvSpPr/>
            <p:nvPr/>
          </p:nvSpPr>
          <p:spPr>
            <a:xfrm>
              <a:off x="6384133" y="3539666"/>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مشرف الغسيل</a:t>
              </a:r>
            </a:p>
          </p:txBody>
        </p:sp>
        <p:sp>
          <p:nvSpPr>
            <p:cNvPr id="26" name="Freeform: Shape 25">
              <a:extLst>
                <a:ext uri="{FF2B5EF4-FFF2-40B4-BE49-F238E27FC236}">
                  <a16:creationId xmlns:a16="http://schemas.microsoft.com/office/drawing/2014/main" id="{D39DFF53-673E-A51C-20B9-49688D6D87A2}"/>
                </a:ext>
              </a:extLst>
            </p:cNvPr>
            <p:cNvSpPr/>
            <p:nvPr/>
          </p:nvSpPr>
          <p:spPr>
            <a:xfrm>
              <a:off x="6696020" y="4425425"/>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حمّال البياضات</a:t>
              </a:r>
            </a:p>
          </p:txBody>
        </p:sp>
        <p:sp>
          <p:nvSpPr>
            <p:cNvPr id="27" name="Freeform: Shape 26">
              <a:extLst>
                <a:ext uri="{FF2B5EF4-FFF2-40B4-BE49-F238E27FC236}">
                  <a16:creationId xmlns:a16="http://schemas.microsoft.com/office/drawing/2014/main" id="{9D902CFD-085B-3413-2D2A-071271799C3F}"/>
                </a:ext>
              </a:extLst>
            </p:cNvPr>
            <p:cNvSpPr/>
            <p:nvPr/>
          </p:nvSpPr>
          <p:spPr>
            <a:xfrm>
              <a:off x="7791329" y="3522613"/>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منسق الزهور</a:t>
              </a:r>
              <a:endParaRPr lang="en-GB" sz="1200" b="1" kern="1200">
                <a:solidFill>
                  <a:schemeClr val="bg1"/>
                </a:solidFill>
                <a:latin typeface="Sakkal Majalla" panose="02000000000000000000" pitchFamily="2" charset="-78"/>
                <a:cs typeface="Sakkal Majalla" panose="02000000000000000000" pitchFamily="2" charset="-78"/>
              </a:endParaRPr>
            </a:p>
          </p:txBody>
        </p:sp>
        <p:sp>
          <p:nvSpPr>
            <p:cNvPr id="28" name="Freeform: Shape 27">
              <a:extLst>
                <a:ext uri="{FF2B5EF4-FFF2-40B4-BE49-F238E27FC236}">
                  <a16:creationId xmlns:a16="http://schemas.microsoft.com/office/drawing/2014/main" id="{503BA039-901D-C8F9-F204-D19610F9FF74}"/>
                </a:ext>
              </a:extLst>
            </p:cNvPr>
            <p:cNvSpPr/>
            <p:nvPr/>
          </p:nvSpPr>
          <p:spPr>
            <a:xfrm>
              <a:off x="3365069" y="2653908"/>
              <a:ext cx="1247547" cy="623773"/>
            </a:xfrm>
            <a:custGeom>
              <a:avLst/>
              <a:gdLst>
                <a:gd name="connsiteX0" fmla="*/ 0 w 1247547"/>
                <a:gd name="connsiteY0" fmla="*/ 103964 h 623773"/>
                <a:gd name="connsiteX1" fmla="*/ 103964 w 1247547"/>
                <a:gd name="connsiteY1" fmla="*/ 0 h 623773"/>
                <a:gd name="connsiteX2" fmla="*/ 1143583 w 1247547"/>
                <a:gd name="connsiteY2" fmla="*/ 0 h 623773"/>
                <a:gd name="connsiteX3" fmla="*/ 1247547 w 1247547"/>
                <a:gd name="connsiteY3" fmla="*/ 103964 h 623773"/>
                <a:gd name="connsiteX4" fmla="*/ 1247547 w 1247547"/>
                <a:gd name="connsiteY4" fmla="*/ 519809 h 623773"/>
                <a:gd name="connsiteX5" fmla="*/ 1143583 w 1247547"/>
                <a:gd name="connsiteY5" fmla="*/ 623773 h 623773"/>
                <a:gd name="connsiteX6" fmla="*/ 103964 w 1247547"/>
                <a:gd name="connsiteY6" fmla="*/ 623773 h 623773"/>
                <a:gd name="connsiteX7" fmla="*/ 0 w 1247547"/>
                <a:gd name="connsiteY7" fmla="*/ 519809 h 623773"/>
                <a:gd name="connsiteX8" fmla="*/ 0 w 1247547"/>
                <a:gd name="connsiteY8" fmla="*/ 103964 h 623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7547" h="623773">
                  <a:moveTo>
                    <a:pt x="0" y="103964"/>
                  </a:moveTo>
                  <a:cubicBezTo>
                    <a:pt x="0" y="46546"/>
                    <a:pt x="46546" y="0"/>
                    <a:pt x="103964" y="0"/>
                  </a:cubicBezTo>
                  <a:lnTo>
                    <a:pt x="1143583" y="0"/>
                  </a:lnTo>
                  <a:cubicBezTo>
                    <a:pt x="1201001" y="0"/>
                    <a:pt x="1247547" y="46546"/>
                    <a:pt x="1247547" y="103964"/>
                  </a:cubicBezTo>
                  <a:lnTo>
                    <a:pt x="1247547" y="519809"/>
                  </a:lnTo>
                  <a:cubicBezTo>
                    <a:pt x="1247547" y="577227"/>
                    <a:pt x="1201001" y="623773"/>
                    <a:pt x="1143583" y="623773"/>
                  </a:cubicBezTo>
                  <a:lnTo>
                    <a:pt x="103964" y="623773"/>
                  </a:lnTo>
                  <a:cubicBezTo>
                    <a:pt x="46546" y="623773"/>
                    <a:pt x="0" y="577227"/>
                    <a:pt x="0" y="519809"/>
                  </a:cubicBezTo>
                  <a:lnTo>
                    <a:pt x="0" y="103964"/>
                  </a:lnTo>
                  <a:close/>
                </a:path>
              </a:pathLst>
            </a:custGeom>
            <a:solidFill>
              <a:srgbClr val="0070C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9975" tIns="39975" rIns="39975" bIns="39975" numCol="1" spcCol="1270" rtlCol="1" anchor="ctr" anchorCtr="0">
              <a:noAutofit/>
            </a:bodyPr>
            <a:lstStyle/>
            <a:p>
              <a:pPr marL="0" lvl="0" indent="0" algn="ctr" defTabSz="666750" rtl="1">
                <a:lnSpc>
                  <a:spcPct val="105000"/>
                </a:lnSpc>
                <a:spcBef>
                  <a:spcPct val="0"/>
                </a:spcBef>
                <a:spcAft>
                  <a:spcPct val="35000"/>
                </a:spcAft>
                <a:buNone/>
              </a:pPr>
              <a:r>
                <a:rPr lang="ar" sz="1200" b="1" kern="1200">
                  <a:solidFill>
                    <a:schemeClr val="bg1"/>
                  </a:solidFill>
                  <a:latin typeface="Sakkal Majalla" panose="02000000000000000000" pitchFamily="2" charset="-78"/>
                  <a:cs typeface="Sakkal Majalla" panose="02000000000000000000" pitchFamily="2" charset="-78"/>
                </a:rPr>
                <a:t>رئيس خدمات النظافة </a:t>
              </a:r>
              <a:br>
                <a:rPr lang="en-US" sz="1200" b="1" kern="1200">
                  <a:solidFill>
                    <a:schemeClr val="bg1"/>
                  </a:solidFill>
                  <a:latin typeface="Sakkal Majalla" panose="02000000000000000000" pitchFamily="2" charset="-78"/>
                  <a:cs typeface="Sakkal Majalla" panose="02000000000000000000" pitchFamily="2" charset="-78"/>
                </a:rPr>
              </a:br>
              <a:r>
                <a:rPr lang="ar" sz="1200" b="1" kern="1200">
                  <a:solidFill>
                    <a:schemeClr val="bg1"/>
                  </a:solidFill>
                  <a:latin typeface="Sakkal Majalla" panose="02000000000000000000" pitchFamily="2" charset="-78"/>
                  <a:cs typeface="Sakkal Majalla" panose="02000000000000000000" pitchFamily="2" charset="-78"/>
                </a:rPr>
                <a:t>أو مدير خدمات النظافة</a:t>
              </a:r>
            </a:p>
          </p:txBody>
        </p:sp>
      </p:grpSp>
      <p:sp>
        <p:nvSpPr>
          <p:cNvPr id="6" name="TextBox 5">
            <a:extLst>
              <a:ext uri="{FF2B5EF4-FFF2-40B4-BE49-F238E27FC236}">
                <a16:creationId xmlns:a16="http://schemas.microsoft.com/office/drawing/2014/main" id="{A8F87418-EEF1-7E09-1EA5-5EE2EC59E38A}"/>
              </a:ext>
            </a:extLst>
          </p:cNvPr>
          <p:cNvSpPr txBox="1"/>
          <p:nvPr/>
        </p:nvSpPr>
        <p:spPr>
          <a:xfrm>
            <a:off x="979714" y="5709154"/>
            <a:ext cx="7433618" cy="492443"/>
          </a:xfrm>
          <a:prstGeom prst="rect">
            <a:avLst/>
          </a:prstGeom>
          <a:noFill/>
        </p:spPr>
        <p:txBody>
          <a:bodyPr wrap="square" rtlCol="1">
            <a:spAutoFit/>
          </a:bodyPr>
          <a:lstStyle/>
          <a:p>
            <a:pPr algn="ctr" rtl="1"/>
            <a:r>
              <a:rPr lang="ar" sz="260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مثال على هيكل خدمات الإقامة في فندق كبير.</a:t>
            </a:r>
            <a:r>
              <a:rPr lang="ar" sz="2600">
                <a:effectLst/>
                <a:latin typeface="Sakkal Majalla" panose="02000000000000000000" pitchFamily="2" charset="-78"/>
                <a:cs typeface="Sakkal Majalla" panose="02000000000000000000" pitchFamily="2" charset="-78"/>
              </a:rPr>
              <a:t> </a:t>
            </a:r>
            <a:endParaRPr lang="en-GB" sz="260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24132377"/>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2852936"/>
            <a:ext cx="828092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Font typeface="Wingdings" panose="05000000000000000000" pitchFamily="2" charset="2"/>
              <a:buNone/>
            </a:pPr>
            <a:r>
              <a:rPr lang="ar" sz="2600" b="1"/>
              <a:t>المدير التنفيذي لخدمات النظافة</a:t>
            </a:r>
          </a:p>
          <a:p>
            <a:pPr marL="363538" rtl="1">
              <a:buSzPct val="85000"/>
            </a:pPr>
            <a:r>
              <a:rPr lang="ar" sz="2600"/>
              <a:t>يكون المدير التنفيذي لخدمات النظافة مسؤولا عن الإشراف على قسم خدمات النظافة ومسؤولا عن جميع الموظفين. </a:t>
            </a:r>
          </a:p>
          <a:p>
            <a:pPr marL="685800" rtl="1"/>
            <a:endParaRPr lang="en-GB" altLang="en-US" sz="2000"/>
          </a:p>
          <a:p>
            <a:pPr marL="87313" indent="0" rtl="1">
              <a:buNone/>
            </a:pPr>
            <a:r>
              <a:rPr lang="ar" sz="2600" b="1"/>
              <a:t>سؤال: </a:t>
            </a:r>
            <a:r>
              <a:rPr lang="ar" sz="2600"/>
              <a:t>ما هي المسئوليات الأخرى للمدير التنفيذي لخدمات النظافة</a:t>
            </a:r>
          </a:p>
          <a:p>
            <a:pPr marL="685800" rtl="1"/>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(2)</a:t>
            </a:r>
          </a:p>
        </p:txBody>
      </p:sp>
    </p:spTree>
    <p:extLst>
      <p:ext uri="{BB962C8B-B14F-4D97-AF65-F5344CB8AC3E}">
        <p14:creationId xmlns:p14="http://schemas.microsoft.com/office/powerpoint/2010/main" val="2943830474"/>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86274" y="2780928"/>
            <a:ext cx="4657725"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b="1"/>
              <a:t>مدير/ رئيس خدمات النظافة</a:t>
            </a:r>
          </a:p>
          <a:p>
            <a:pPr indent="0" rtl="1">
              <a:buNone/>
            </a:pPr>
            <a:endParaRPr lang="en-GB" altLang="en-US" sz="1600"/>
          </a:p>
          <a:p>
            <a:pPr indent="0" rtl="1">
              <a:lnSpc>
                <a:spcPct val="120000"/>
              </a:lnSpc>
              <a:buNone/>
            </a:pPr>
            <a:r>
              <a:rPr lang="ar" sz="2600" spc="10"/>
              <a:t>يتحمل المسؤولية العامة عن تنظيف الغرف </a:t>
            </a:r>
            <a:r>
              <a:rPr lang="ar" sz="2600" spc="30"/>
              <a:t>وغسل أغطية الأسرّة والحفاظ على المفروشات والمعدات الأخرى في الفنادق والمنازل السكنية والمستشفيات وأماكن إقامة الطلاب. </a:t>
            </a:r>
          </a:p>
          <a:p>
            <a:pPr marL="685800" rtl="1"/>
            <a:endParaRPr lang="en-GB" altLang="en-US" sz="2600"/>
          </a:p>
          <a:p>
            <a:pPr indent="0" rtl="1">
              <a:buNone/>
            </a:pP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(3)</a:t>
            </a:r>
          </a:p>
        </p:txBody>
      </p:sp>
      <p:pic>
        <p:nvPicPr>
          <p:cNvPr id="4" name="Picture 3">
            <a:extLst>
              <a:ext uri="{FF2B5EF4-FFF2-40B4-BE49-F238E27FC236}">
                <a16:creationId xmlns:a16="http://schemas.microsoft.com/office/drawing/2014/main" id="{38B22E7B-3D02-9DC7-4482-0644B11B5D8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9935" y="3262606"/>
            <a:ext cx="3680594" cy="2453950"/>
          </a:xfrm>
          <a:prstGeom prst="rect">
            <a:avLst/>
          </a:prstGeom>
        </p:spPr>
      </p:pic>
    </p:spTree>
    <p:extLst>
      <p:ext uri="{BB962C8B-B14F-4D97-AF65-F5344CB8AC3E}">
        <p14:creationId xmlns:p14="http://schemas.microsoft.com/office/powerpoint/2010/main" val="1768360391"/>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23874" y="2349470"/>
            <a:ext cx="862012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None/>
            </a:pPr>
            <a:r>
              <a:rPr lang="ar" sz="2300" b="1"/>
              <a:t>مشرف الطابق</a:t>
            </a:r>
          </a:p>
          <a:p>
            <a:pPr marL="685800" rtl="1">
              <a:lnSpc>
                <a:spcPct val="110000"/>
              </a:lnSpc>
              <a:buSzPct val="85000"/>
            </a:pPr>
            <a:r>
              <a:rPr lang="ar" sz="2300"/>
              <a:t>يتحمل مسئولية التحقق من نظافة غرف النوم والممرات والأماكن العامة المخصصة، والتأكد من تنظيفها وصيانتها وفقًا للمعايير المطلوبة. </a:t>
            </a:r>
          </a:p>
          <a:p>
            <a:pPr indent="0" rtl="1">
              <a:lnSpc>
                <a:spcPct val="110000"/>
              </a:lnSpc>
              <a:buNone/>
            </a:pPr>
            <a:r>
              <a:rPr lang="ar" sz="2300" b="1"/>
              <a:t>عامل غرفة</a:t>
            </a:r>
          </a:p>
          <a:p>
            <a:pPr marL="685800" rtl="1">
              <a:lnSpc>
                <a:spcPct val="110000"/>
              </a:lnSpc>
              <a:buSzPct val="85000"/>
            </a:pPr>
            <a:r>
              <a:rPr lang="ar" sz="2300"/>
              <a:t>يتحمل مسئولية تنظيف الغرف وترتيبها وفقًا للمعايير المطلوبة. يختلف عدد الغرف التي سيُطلب من عامل الغرفة تنظيفها حسب نوع المنشأة.</a:t>
            </a:r>
          </a:p>
          <a:p>
            <a:pPr indent="0" rtl="1">
              <a:lnSpc>
                <a:spcPts val="2000"/>
              </a:lnSpc>
              <a:spcBef>
                <a:spcPts val="0"/>
              </a:spcBef>
              <a:buNone/>
            </a:pPr>
            <a:endParaRPr lang="en-GB" altLang="en-US" sz="2300" dirty="0"/>
          </a:p>
          <a:p>
            <a:pPr indent="0" rtl="1">
              <a:buNone/>
            </a:pPr>
            <a:r>
              <a:rPr lang="ar" sz="2300" b="1"/>
              <a:t>سؤال: </a:t>
            </a:r>
            <a:r>
              <a:rPr lang="ar" sz="2300"/>
              <a:t>ما هي المسئوليات الأخرى لعامل الغرفة؟</a:t>
            </a:r>
          </a:p>
          <a:p>
            <a:pPr marL="685800" rtl="1"/>
            <a:endParaRPr lang="en-GB" altLang="en-US" sz="2200" dirty="0"/>
          </a:p>
          <a:p>
            <a:pPr indent="0" rtl="1">
              <a:buNone/>
            </a:pPr>
            <a:r>
              <a:rPr lang="ar" sz="2200"/>
              <a:t> </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(4)</a:t>
            </a:r>
          </a:p>
        </p:txBody>
      </p:sp>
    </p:spTree>
    <p:extLst>
      <p:ext uri="{BB962C8B-B14F-4D97-AF65-F5344CB8AC3E}">
        <p14:creationId xmlns:p14="http://schemas.microsoft.com/office/powerpoint/2010/main" val="794229419"/>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2900" y="2420888"/>
            <a:ext cx="88011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b="1"/>
              <a:t>حمّال البياضات</a:t>
            </a:r>
          </a:p>
          <a:p>
            <a:pPr marL="685800" rtl="1">
              <a:buSzPct val="85000"/>
            </a:pPr>
            <a:r>
              <a:rPr lang="ar" sz="2600"/>
              <a:t>يتحمل مسئولية توفير بياضات نظيفة ومغسولة جيدًا لعمال الغرف وموظفي المطعم. </a:t>
            </a:r>
          </a:p>
          <a:p>
            <a:pPr indent="0" rtl="1">
              <a:buFont typeface="Wingdings" panose="05000000000000000000" pitchFamily="2" charset="2"/>
              <a:buNone/>
            </a:pPr>
            <a:r>
              <a:rPr lang="ar" sz="2600" b="1"/>
              <a:t>عامل النظافة</a:t>
            </a:r>
          </a:p>
          <a:p>
            <a:pPr marL="685800" rtl="1">
              <a:buSzPct val="85000"/>
            </a:pPr>
            <a:r>
              <a:rPr lang="ar" sz="2600" spc="30"/>
              <a:t>عادةً ما يكون مسئولًا عن تنظيف المناطق العامة بالفندق وفقًا لمعايير معينة. </a:t>
            </a:r>
            <a:br>
              <a:rPr lang="en-US" sz="2600" spc="30"/>
            </a:br>
            <a:r>
              <a:rPr lang="ar" sz="2600" spc="30"/>
              <a:t>غالبًا ما يبدأ عمال النظافة العمل في الصباح الباكر، حتى لا يزعجوا النزلاء. </a:t>
            </a:r>
          </a:p>
          <a:p>
            <a:pPr indent="0" rtl="1">
              <a:buFont typeface="Wingdings" panose="05000000000000000000" pitchFamily="2" charset="2"/>
              <a:buNone/>
            </a:pPr>
            <a:r>
              <a:rPr lang="ar" sz="2600" b="1" spc="30"/>
              <a:t>منسق الزهور</a:t>
            </a:r>
          </a:p>
          <a:p>
            <a:pPr marL="685800" rtl="1">
              <a:buSzPct val="85000"/>
            </a:pPr>
            <a:r>
              <a:rPr lang="ar" sz="2600" spc="30"/>
              <a:t>يتمثل دور منسق الزهور في الفندق في ترتيب الأزهار في الردهة والمطاعم والغرف والمناطق العامة.</a:t>
            </a:r>
          </a:p>
          <a:p>
            <a:pPr marL="685800" rtl="1"/>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(5)</a:t>
            </a:r>
          </a:p>
        </p:txBody>
      </p:sp>
    </p:spTree>
    <p:extLst>
      <p:ext uri="{BB962C8B-B14F-4D97-AF65-F5344CB8AC3E}">
        <p14:creationId xmlns:p14="http://schemas.microsoft.com/office/powerpoint/2010/main" val="3767013512"/>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2357952"/>
            <a:ext cx="8964488"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None/>
            </a:pPr>
            <a:r>
              <a:rPr lang="ar" sz="2600" b="1"/>
              <a:t>المسؤوليات</a:t>
            </a:r>
          </a:p>
          <a:p>
            <a:pPr marL="685800" rtl="1">
              <a:lnSpc>
                <a:spcPct val="110000"/>
              </a:lnSpc>
              <a:buSzPct val="85000"/>
            </a:pPr>
            <a:r>
              <a:rPr lang="ar" sz="2600" b="1"/>
              <a:t>التعامل مع البياضات</a:t>
            </a:r>
            <a:r>
              <a:rPr lang="ar" sz="2600"/>
              <a:t>: يتعامل موظفو خدمات النظافة مع البياضات النظيفة والمتسخة يوميًا، وهم مسؤولون عن جودة البياضات.</a:t>
            </a:r>
          </a:p>
          <a:p>
            <a:pPr marL="685800" rtl="1">
              <a:lnSpc>
                <a:spcPct val="110000"/>
              </a:lnSpc>
              <a:buSzPct val="85000"/>
            </a:pPr>
            <a:r>
              <a:rPr lang="ar" sz="2600" b="1"/>
              <a:t>مكافحة الآفات:</a:t>
            </a:r>
            <a:r>
              <a:rPr lang="ar" sz="2600"/>
              <a:t> يتم تدريب موظفي خدمات النظافة على اكتشاف علامات وجود الآفات، وخاصة بق الفراش. يمكن أن ينتفل بق الفراش من قبل النزلاء الذين يحملونه دون علمهم على أمتعتهم أو ملابسهم. </a:t>
            </a:r>
          </a:p>
          <a:p>
            <a:pPr marL="685800" rtl="1">
              <a:lnSpc>
                <a:spcPct val="110000"/>
              </a:lnSpc>
              <a:buSzPct val="85000"/>
            </a:pPr>
            <a:r>
              <a:rPr lang="ar" sz="2600" b="1"/>
              <a:t>الصيانة: </a:t>
            </a:r>
            <a:r>
              <a:rPr lang="ar" sz="2600"/>
              <a:t>من غير المحتمل أن يقوم موظفو خدمات النظافة بأي صيانة أو إصلاحات، ولكنهم أفضل من يقوم بتحديد مشكلات الصيانة والأعطال. </a:t>
            </a:r>
          </a:p>
          <a:p>
            <a:pPr indent="0" rtl="1">
              <a:buFont typeface="Wingdings" panose="05000000000000000000" pitchFamily="2" charset="2"/>
              <a:buNone/>
            </a:pPr>
            <a:endParaRPr lang="en-GB" altLang="en-US" sz="2600" b="1"/>
          </a:p>
          <a:p>
            <a:pPr indent="0" rtl="1">
              <a:buFont typeface="Wingdings" panose="05000000000000000000" pitchFamily="2" charset="2"/>
              <a:buNone/>
            </a:pPr>
            <a:endParaRPr lang="en-GB" altLang="en-US" sz="2600"/>
          </a:p>
          <a:p>
            <a:pPr marL="685800" rtl="1"/>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(6)</a:t>
            </a:r>
          </a:p>
        </p:txBody>
      </p:sp>
    </p:spTree>
    <p:extLst>
      <p:ext uri="{BB962C8B-B14F-4D97-AF65-F5344CB8AC3E}">
        <p14:creationId xmlns:p14="http://schemas.microsoft.com/office/powerpoint/2010/main" val="1802908864"/>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2564904"/>
            <a:ext cx="8676456"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lnSpc>
                <a:spcPct val="114000"/>
              </a:lnSpc>
              <a:buSzPct val="85000"/>
            </a:pPr>
            <a:r>
              <a:rPr lang="ar" b="1"/>
              <a:t>إعادة توفير اللوازم: </a:t>
            </a:r>
            <a:r>
              <a:rPr lang="ar"/>
              <a:t>تعد إعادة توفير لوازم النزلاء التكميلية مهمة يومية. ويمكن أن تشمل لوازم الحمام ومحتويات صينية الضيافة ولوازم مكتب الكتابة.</a:t>
            </a:r>
          </a:p>
          <a:p>
            <a:pPr marL="685800" rtl="1">
              <a:lnSpc>
                <a:spcPct val="114000"/>
              </a:lnSpc>
              <a:buSzPct val="85000"/>
            </a:pPr>
            <a:r>
              <a:rPr lang="ar" b="1"/>
              <a:t>خدمة غرف النوم والحمامات: </a:t>
            </a:r>
            <a:r>
              <a:rPr lang="ar"/>
              <a:t>هي واحدة من المسؤوليات الرئيسية ومهمات الخدمة اليومية لفريق خدمات النظافة.</a:t>
            </a:r>
          </a:p>
          <a:p>
            <a:pPr marL="685800" rtl="1">
              <a:lnSpc>
                <a:spcPct val="114000"/>
              </a:lnSpc>
              <a:buSzPct val="85000"/>
            </a:pPr>
            <a:r>
              <a:rPr lang="ar" b="1"/>
              <a:t>خدمة المناطق العامة: </a:t>
            </a:r>
            <a:r>
              <a:rPr lang="ar"/>
              <a:t>تشمل المداخل والردهات والصالات ومكتب الاستقبال وممرات النزلاء وقاعات الولائم والبارات والمصاعد ومناطق الترفيه مثل حمامات السباحة والمنتجع الصحي والنوادي الصحية. وقد تتطلب بعض هذه المناطق تنظيف متخصص. </a:t>
            </a:r>
          </a:p>
          <a:p>
            <a:pPr indent="0" rtl="1">
              <a:lnSpc>
                <a:spcPct val="114000"/>
              </a:lnSpc>
              <a:buFont typeface="Wingdings" panose="05000000000000000000" pitchFamily="2" charset="2"/>
              <a:buNone/>
            </a:pPr>
            <a:endParaRPr lang="en-GB" altLang="en-US"/>
          </a:p>
          <a:p>
            <a:pPr marL="685800" rtl="1">
              <a:lnSpc>
                <a:spcPct val="114000"/>
              </a:lnSpc>
            </a:pPr>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الأدوار الوظيفية والمسئوليات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 الإقامة (7)</a:t>
            </a:r>
          </a:p>
        </p:txBody>
      </p:sp>
    </p:spTree>
    <p:extLst>
      <p:ext uri="{BB962C8B-B14F-4D97-AF65-F5344CB8AC3E}">
        <p14:creationId xmlns:p14="http://schemas.microsoft.com/office/powerpoint/2010/main" val="207795360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a:t>هدف التعلّم ب</a:t>
            </a:r>
            <a:br>
              <a:rPr lang="en-US" altLang="en-US" sz="2600" b="1"/>
            </a:br>
            <a:br>
              <a:rPr lang="en-US" altLang="en-US" sz="2600" b="1"/>
            </a:br>
            <a:endParaRPr lang="en-GB" altLang="en-US" sz="2600" b="1"/>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50938" y="4437112"/>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63538" rtl="1">
              <a:buSzPct val="85000"/>
            </a:pPr>
            <a:r>
              <a:rPr lang="ar" sz="2600"/>
              <a:t>الحفاظ على المعايير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معرفة العمليات اللازمة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للحفاظ على المعايير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خدمات</a:t>
            </a:r>
            <a:r>
              <a:rPr lang="en-US" sz="3800" b="1">
                <a:latin typeface="Sakkal Majalla" panose="02000000000000000000" pitchFamily="2" charset="-78"/>
                <a:cs typeface="Sakkal Majalla" panose="02000000000000000000" pitchFamily="2" charset="-78"/>
              </a:rPr>
              <a:t> </a:t>
            </a:r>
            <a:r>
              <a:rPr lang="ar" sz="3800" b="1">
                <a:latin typeface="Sakkal Majalla" panose="02000000000000000000" pitchFamily="2" charset="-78"/>
                <a:cs typeface="Sakkal Majalla" panose="02000000000000000000" pitchFamily="2" charset="-78"/>
              </a:rPr>
              <a:t>الإقامة</a:t>
            </a:r>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096852"/>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b="1"/>
              <a:t>دليل كتابي للمواصفات/معايير الأداء</a:t>
            </a:r>
          </a:p>
          <a:p>
            <a:pPr indent="0" rtl="1">
              <a:buFont typeface="Wingdings" panose="05000000000000000000" pitchFamily="2" charset="2"/>
              <a:buNone/>
            </a:pPr>
            <a:endParaRPr lang="en-GB" altLang="en-US" sz="1600" b="1"/>
          </a:p>
          <a:p>
            <a:pPr marL="685800" rtl="1">
              <a:buSzPct val="85000"/>
            </a:pPr>
            <a:r>
              <a:rPr lang="ar"/>
              <a:t>يُستخدم لتعريف فريق خدمات النظافة بالمعايير</a:t>
            </a:r>
          </a:p>
          <a:p>
            <a:pPr marL="685800" rtl="1">
              <a:buSzPct val="85000"/>
            </a:pPr>
            <a:r>
              <a:rPr lang="ar"/>
              <a:t>يُستخدم لتدريب فريق خدمات النظافة</a:t>
            </a:r>
          </a:p>
          <a:p>
            <a:pPr marL="685800" rtl="1">
              <a:buSzPct val="85000"/>
            </a:pPr>
            <a:r>
              <a:rPr lang="ar"/>
              <a:t>يُستخدم لمراقبة الأداء</a:t>
            </a:r>
          </a:p>
          <a:p>
            <a:pPr marL="685800" rtl="1">
              <a:buSzPct val="85000"/>
            </a:pPr>
            <a:r>
              <a:rPr lang="ar"/>
              <a:t>يُستخدم لإنشاء قوائم مرجعية للتفتيش</a:t>
            </a:r>
          </a:p>
          <a:p>
            <a:pPr indent="0" rtl="1">
              <a:buNone/>
            </a:pPr>
            <a:endParaRPr lang="en-GB" altLang="en-US" sz="1800"/>
          </a:p>
          <a:p>
            <a:pPr indent="0" rtl="1">
              <a:buNone/>
            </a:pPr>
            <a:r>
              <a:rPr lang="ar" b="1"/>
              <a:t>سؤال: </a:t>
            </a:r>
            <a:r>
              <a:rPr lang="ar"/>
              <a:t>ما هي المعلومات التي تعتقد أن دليل المعايير يجب أن يحتوي عليها؟</a:t>
            </a:r>
          </a:p>
          <a:p>
            <a:pPr marL="685800" rtl="1"/>
            <a:endParaRPr lang="en-GB" altLang="en-US"/>
          </a:p>
          <a:p>
            <a:pPr marL="685800" rtl="1"/>
            <a:endParaRPr lang="en-GB" altLang="en-US"/>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(1)</a:t>
            </a:r>
          </a:p>
        </p:txBody>
      </p:sp>
    </p:spTree>
    <p:extLst>
      <p:ext uri="{BB962C8B-B14F-4D97-AF65-F5344CB8AC3E}">
        <p14:creationId xmlns:p14="http://schemas.microsoft.com/office/powerpoint/2010/main" val="1266123759"/>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844452"/>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300" b="1"/>
              <a:t>التفتيش:</a:t>
            </a:r>
          </a:p>
          <a:p>
            <a:pPr marL="685800" rtl="1">
              <a:buSzPct val="85000"/>
            </a:pPr>
            <a:r>
              <a:rPr lang="ar" sz="2300"/>
              <a:t>استخدام القوائم المرجعية والمستندات الأخرى للتحقق من المواصفات</a:t>
            </a:r>
          </a:p>
          <a:p>
            <a:pPr marL="685800" rtl="1">
              <a:buSzPct val="85000"/>
            </a:pPr>
            <a:r>
              <a:rPr lang="ar" sz="2300"/>
              <a:t>استخدام القوائم المرجعية والمستندات الأخرى للتحقق من أداء الموظفين لتأكيد استيفاء بالمعايير.</a:t>
            </a:r>
          </a:p>
          <a:p>
            <a:pPr indent="0" rtl="1">
              <a:buFont typeface="Wingdings" panose="05000000000000000000" pitchFamily="2" charset="2"/>
              <a:buNone/>
            </a:pPr>
            <a:r>
              <a:rPr lang="ar" sz="2300" b="1"/>
              <a:t>عمليات التدقيق:</a:t>
            </a:r>
            <a:endParaRPr lang="en-GB" altLang="en-US" sz="2300" dirty="0"/>
          </a:p>
          <a:p>
            <a:pPr marL="685800" rtl="1">
              <a:buSzPct val="85000"/>
            </a:pPr>
            <a:r>
              <a:rPr lang="ar" sz="2300"/>
              <a:t>تُستخدم للتحقق من استيفاء المعايير</a:t>
            </a:r>
          </a:p>
          <a:p>
            <a:pPr marL="685800" rtl="1">
              <a:buSzPct val="85000"/>
            </a:pPr>
            <a:r>
              <a:rPr lang="ar" sz="2300"/>
              <a:t>تُستخدم للتحقق من تنفيذ التدريب</a:t>
            </a:r>
          </a:p>
          <a:p>
            <a:pPr marL="685800" rtl="1">
              <a:buSzPct val="85000"/>
            </a:pPr>
            <a:r>
              <a:rPr lang="ar" sz="2300"/>
              <a:t>تُستخدم للتحقق من أن مستويات المخزون صحيحة.</a:t>
            </a:r>
          </a:p>
          <a:p>
            <a:pPr indent="0" rtl="1">
              <a:buNone/>
            </a:pPr>
            <a:r>
              <a:rPr lang="ar" sz="2300" b="1"/>
              <a:t>المسائل القانونية</a:t>
            </a:r>
          </a:p>
          <a:p>
            <a:pPr marL="685800" rtl="1">
              <a:buSzPct val="85000"/>
            </a:pPr>
            <a:r>
              <a:rPr lang="ar" sz="2300"/>
              <a:t>قد يكون الوفاء بالمعايير مطلبًا قانونيًا </a:t>
            </a:r>
          </a:p>
          <a:p>
            <a:pPr marL="685800" rtl="1">
              <a:buSzPct val="85000"/>
            </a:pPr>
            <a:r>
              <a:rPr lang="ar" sz="2300"/>
              <a:t>قد يكون الاحتفاظ بالسجلات (الخاصة بالصحة والسلامة) مطلبًا قانونيًا</a:t>
            </a:r>
          </a:p>
          <a:p>
            <a:pPr marL="685800" rtl="1"/>
            <a:endParaRPr lang="en-GB" altLang="en-US" sz="2200" dirty="0"/>
          </a:p>
          <a:p>
            <a:pPr indent="0" rtl="1">
              <a:buFont typeface="Wingdings" panose="05000000000000000000" pitchFamily="2" charset="2"/>
              <a:buNone/>
            </a:pPr>
            <a:endParaRPr lang="en-GB" altLang="en-US" sz="2200" b="1"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(2)</a:t>
            </a:r>
          </a:p>
        </p:txBody>
      </p:sp>
    </p:spTree>
    <p:extLst>
      <p:ext uri="{BB962C8B-B14F-4D97-AF65-F5344CB8AC3E}">
        <p14:creationId xmlns:p14="http://schemas.microsoft.com/office/powerpoint/2010/main" val="4290539847"/>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844452"/>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300" b="1"/>
              <a:t>التأجير التعاقدي: يستعين</a:t>
            </a:r>
            <a:r>
              <a:rPr lang="ar" sz="2300"/>
              <a:t> بعض مزودي خدمات الإقامة بمقاولين لجميع المهام، والبعض الآخر يستعين بالمقاولين للخدمات المتخصصة فقط.</a:t>
            </a:r>
          </a:p>
          <a:p>
            <a:pPr indent="0" rtl="1">
              <a:buFont typeface="Wingdings" panose="05000000000000000000" pitchFamily="2" charset="2"/>
              <a:buNone/>
            </a:pPr>
            <a:r>
              <a:rPr lang="ar" sz="2300"/>
              <a:t>يعد التأجير التعاقدي:</a:t>
            </a:r>
          </a:p>
          <a:p>
            <a:pPr marL="685800" rtl="1">
              <a:buSzPct val="85000"/>
            </a:pPr>
            <a:r>
              <a:rPr lang="ar" sz="2300"/>
              <a:t>اقتصادي من حيث التكلفة</a:t>
            </a:r>
          </a:p>
          <a:p>
            <a:pPr marL="685800" rtl="1">
              <a:buSzPct val="85000"/>
            </a:pPr>
            <a:r>
              <a:rPr lang="ar" sz="2300"/>
              <a:t>يوفر الوقت والجهد</a:t>
            </a:r>
          </a:p>
          <a:p>
            <a:pPr marL="685800" rtl="1">
              <a:buSzPct val="85000"/>
            </a:pPr>
            <a:r>
              <a:rPr lang="ar" sz="2300"/>
              <a:t>يخفض من مخاطر الأعمال</a:t>
            </a:r>
          </a:p>
          <a:p>
            <a:pPr indent="0" rtl="1">
              <a:buNone/>
            </a:pPr>
            <a:r>
              <a:rPr lang="ar" sz="2300"/>
              <a:t>يمكن أيضًا استئجار الماكينات والمعدات من خلال عقود، حيث تدفع الشركات هنا المال لاستخدام المعدات الكبيرة عادةً ومعدات التنظيف المتخصصة، مثل ملمعات الأرضيات.</a:t>
            </a:r>
          </a:p>
          <a:p>
            <a:pPr indent="0" rtl="1">
              <a:buNone/>
            </a:pPr>
            <a:endParaRPr lang="en-GB" altLang="en-US" sz="2300" dirty="0"/>
          </a:p>
          <a:p>
            <a:pPr marL="263525" indent="79375" rtl="1">
              <a:buNone/>
            </a:pPr>
            <a:r>
              <a:rPr lang="ar" sz="2300" b="1"/>
              <a:t>سؤال: </a:t>
            </a:r>
            <a:r>
              <a:rPr lang="ar" sz="2300"/>
              <a:t>كم عدد المقاولين المختلفين الذين يمكنك ذكرهم؟</a:t>
            </a:r>
          </a:p>
          <a:p>
            <a:pPr indent="0" rtl="1">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(3)</a:t>
            </a:r>
          </a:p>
        </p:txBody>
      </p:sp>
    </p:spTree>
    <p:extLst>
      <p:ext uri="{BB962C8B-B14F-4D97-AF65-F5344CB8AC3E}">
        <p14:creationId xmlns:p14="http://schemas.microsoft.com/office/powerpoint/2010/main" val="287520595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0524" y="1988840"/>
            <a:ext cx="875347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300" b="1"/>
              <a:t>المعايير</a:t>
            </a:r>
          </a:p>
          <a:p>
            <a:pPr indent="0" rtl="1">
              <a:buFont typeface="Wingdings" panose="05000000000000000000" pitchFamily="2" charset="2"/>
              <a:buNone/>
            </a:pPr>
            <a:endParaRPr lang="en-GB" altLang="en-US" sz="2300" b="1" dirty="0"/>
          </a:p>
          <a:p>
            <a:pPr indent="0" rtl="1">
              <a:lnSpc>
                <a:spcPct val="110000"/>
              </a:lnSpc>
              <a:buFont typeface="Wingdings" panose="05000000000000000000" pitchFamily="2" charset="2"/>
              <a:buNone/>
            </a:pPr>
            <a:r>
              <a:rPr lang="ar" sz="2300" b="1"/>
              <a:t>الخدمات المتخصصة: </a:t>
            </a:r>
            <a:r>
              <a:rPr lang="ar" sz="2300"/>
              <a:t>يمكن تصنيف أي خدمة تنظيف وصيانة تقريبًا على أنها متخصصة، بما في ذلك:</a:t>
            </a:r>
          </a:p>
          <a:p>
            <a:pPr marL="685800" rtl="1">
              <a:lnSpc>
                <a:spcPct val="110000"/>
              </a:lnSpc>
              <a:buSzPct val="85000"/>
            </a:pPr>
            <a:r>
              <a:rPr lang="ar" sz="2300" b="1"/>
              <a:t>تنظيف النوافذ: </a:t>
            </a:r>
            <a:r>
              <a:rPr lang="ar" sz="2300"/>
              <a:t>عند تنظيف النوافذ في المباني العالية، فإنه يتطلب معدات متخصصة وتدريبًا</a:t>
            </a:r>
            <a:endParaRPr lang="en-GB" altLang="en-US" sz="2300" b="1" dirty="0"/>
          </a:p>
          <a:p>
            <a:pPr marL="685800" rtl="1">
              <a:lnSpc>
                <a:spcPct val="110000"/>
              </a:lnSpc>
              <a:buSzPct val="85000"/>
            </a:pPr>
            <a:r>
              <a:rPr lang="ar" sz="2300" b="1"/>
              <a:t>التخلص من النفايات:</a:t>
            </a:r>
            <a:r>
              <a:rPr lang="ar" sz="2300"/>
              <a:t> يتم الاسنعانة بشركات التخلص من النفايات لإزالة النفايات والتخلص منها، ومرة أخرى تكون هناك حاجة إلى معدات متخصصة.</a:t>
            </a:r>
          </a:p>
          <a:p>
            <a:pPr marL="685800" rtl="1">
              <a:lnSpc>
                <a:spcPct val="110000"/>
              </a:lnSpc>
              <a:spcBef>
                <a:spcPts val="0"/>
              </a:spcBef>
            </a:pPr>
            <a:endParaRPr lang="en-GB" altLang="en-US" sz="1800" dirty="0"/>
          </a:p>
          <a:p>
            <a:pPr indent="0" rtl="1">
              <a:lnSpc>
                <a:spcPct val="110000"/>
              </a:lnSpc>
              <a:buNone/>
            </a:pPr>
            <a:r>
              <a:rPr lang="ar" sz="2300" b="1" spc="20"/>
              <a:t>سؤال: </a:t>
            </a:r>
            <a:r>
              <a:rPr lang="ar" sz="2300" spc="20"/>
              <a:t>هل يمكنك التفكير في المزيد من الخدمات المتخصصة الأخرى التي قد يستعين بها مزود خدمات الإقامة؟</a:t>
            </a:r>
          </a:p>
          <a:p>
            <a:pPr indent="0" rtl="1">
              <a:buFont typeface="Wingdings" panose="05000000000000000000" pitchFamily="2" charset="2"/>
              <a:buNone/>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(4)</a:t>
            </a:r>
          </a:p>
        </p:txBody>
      </p:sp>
    </p:spTree>
    <p:extLst>
      <p:ext uri="{BB962C8B-B14F-4D97-AF65-F5344CB8AC3E}">
        <p14:creationId xmlns:p14="http://schemas.microsoft.com/office/powerpoint/2010/main" val="120823536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988840"/>
            <a:ext cx="907250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t>نوع الوثائق</a:t>
            </a:r>
          </a:p>
          <a:p>
            <a:pPr indent="0" rtl="1">
              <a:buFont typeface="Wingdings" panose="05000000000000000000" pitchFamily="2" charset="2"/>
              <a:buNone/>
            </a:pPr>
            <a:r>
              <a:rPr lang="ar" b="1"/>
              <a:t>إجراءات العمل</a:t>
            </a:r>
          </a:p>
          <a:p>
            <a:pPr marL="685800" rtl="1">
              <a:buSzPct val="85000"/>
            </a:pPr>
            <a:r>
              <a:rPr lang="ar"/>
              <a:t>تقدم تفاصيل عن كيفية تنفيذ مهام التنظيف والخدمة</a:t>
            </a:r>
          </a:p>
          <a:p>
            <a:pPr marL="685800" rtl="1">
              <a:buSzPct val="85000"/>
            </a:pPr>
            <a:r>
              <a:rPr lang="ar"/>
              <a:t>تقدم تفاصيل المعيار الذي يجب أن تنفذ به مهام التنظيف والخدمة. </a:t>
            </a:r>
          </a:p>
          <a:p>
            <a:pPr indent="0" rtl="1">
              <a:buFont typeface="Wingdings" panose="05000000000000000000" pitchFamily="2" charset="2"/>
              <a:buNone/>
            </a:pPr>
            <a:r>
              <a:rPr lang="ar" b="1"/>
              <a:t>القوائم المرجعية</a:t>
            </a:r>
          </a:p>
          <a:p>
            <a:pPr marL="685800" rtl="1">
              <a:buSzPct val="85000"/>
            </a:pPr>
            <a:r>
              <a:rPr lang="ar"/>
              <a:t>تؤكد أنه قد تم استيفاء المعايير</a:t>
            </a:r>
          </a:p>
          <a:p>
            <a:pPr marL="685800" rtl="1">
              <a:buSzPct val="85000"/>
            </a:pPr>
            <a:r>
              <a:rPr lang="ar"/>
              <a:t>تحدد المشكلات مع النظافة</a:t>
            </a:r>
          </a:p>
          <a:p>
            <a:pPr marL="685800" rtl="1">
              <a:buSzPct val="85000"/>
            </a:pPr>
            <a:r>
              <a:rPr lang="ar"/>
              <a:t>توضح ما إن كانت هناك حاجة للتدريب</a:t>
            </a:r>
          </a:p>
          <a:p>
            <a:pPr marL="685800" rtl="1">
              <a:buSzPct val="85000"/>
            </a:pPr>
            <a:r>
              <a:rPr lang="ar"/>
              <a:t>توضح ما إن كانت هناك حاجة للصيانة</a:t>
            </a:r>
          </a:p>
          <a:p>
            <a:pPr indent="0" rtl="1">
              <a:buFont typeface="Wingdings" panose="05000000000000000000" pitchFamily="2" charset="2"/>
              <a:buNone/>
            </a:pPr>
            <a:endParaRPr lang="en-GB" altLang="en-US" b="1" dirty="0"/>
          </a:p>
          <a:p>
            <a:pPr indent="0" rtl="1">
              <a:buFont typeface="Wingdings" panose="05000000000000000000" pitchFamily="2" charset="2"/>
              <a:buNone/>
            </a:pPr>
            <a:endParaRPr lang="en-GB" altLang="en-US" b="1"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(5)</a:t>
            </a:r>
          </a:p>
        </p:txBody>
      </p:sp>
    </p:spTree>
    <p:extLst>
      <p:ext uri="{BB962C8B-B14F-4D97-AF65-F5344CB8AC3E}">
        <p14:creationId xmlns:p14="http://schemas.microsoft.com/office/powerpoint/2010/main" val="354408262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6005" y="1988840"/>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300" b="1"/>
              <a:t>نوع الوثائق</a:t>
            </a:r>
          </a:p>
          <a:p>
            <a:pPr indent="0" rtl="1">
              <a:buNone/>
            </a:pPr>
            <a:r>
              <a:rPr lang="ar" sz="2300" b="1"/>
              <a:t>جداول العمل:</a:t>
            </a:r>
          </a:p>
          <a:p>
            <a:pPr marL="685800" rtl="1">
              <a:buSzPct val="85000"/>
            </a:pPr>
            <a:r>
              <a:rPr lang="ar" sz="2300"/>
              <a:t>تقدم تفاصيل عن مهام التنظيف والخدمة التي يجب القيام بها على أساس يومي أو أسبوعي أو دوري</a:t>
            </a:r>
          </a:p>
          <a:p>
            <a:pPr marL="685800" rtl="1">
              <a:buSzPct val="85000"/>
            </a:pPr>
            <a:r>
              <a:rPr lang="ar" sz="2300"/>
              <a:t>تقدم تفاصيل حول من يجب أن ينفذ المهام.</a:t>
            </a:r>
          </a:p>
          <a:p>
            <a:pPr indent="0" rtl="1">
              <a:buNone/>
            </a:pPr>
            <a:r>
              <a:rPr lang="ar" sz="2300" b="1"/>
              <a:t>مناوبة المهام:</a:t>
            </a:r>
          </a:p>
          <a:p>
            <a:pPr marL="685800" rtl="1">
              <a:buSzPct val="85000"/>
            </a:pPr>
            <a:r>
              <a:rPr lang="ar" sz="2300"/>
              <a:t>تعرض ساعات العمل ومنطقة العمل وأيام العطلة لكل موظف. </a:t>
            </a:r>
          </a:p>
          <a:p>
            <a:pPr indent="0" rtl="1">
              <a:buNone/>
            </a:pPr>
            <a:r>
              <a:rPr lang="ar" sz="2300" b="1"/>
              <a:t>جداول الصيانة:</a:t>
            </a:r>
          </a:p>
          <a:p>
            <a:pPr marL="685800" rtl="1">
              <a:buSzPct val="85000"/>
            </a:pPr>
            <a:r>
              <a:rPr lang="ar" sz="2300"/>
              <a:t>تقدم تفاصيل عن مهام الصيانة والإصلاح التي يجب القيام بها على أساس يومي أو أسبوعي أو دوري</a:t>
            </a:r>
          </a:p>
          <a:p>
            <a:pPr marL="685800" rtl="1">
              <a:buSzPct val="85000"/>
            </a:pPr>
            <a:r>
              <a:rPr lang="ar" sz="2300"/>
              <a:t>تقدم تفاصيل حول من يجب أن ينفذ المهام.</a:t>
            </a:r>
          </a:p>
          <a:p>
            <a:pPr marL="685800" rtl="1"/>
            <a:endParaRPr lang="en-GB" altLang="en-US" sz="23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(6)</a:t>
            </a:r>
          </a:p>
        </p:txBody>
      </p:sp>
    </p:spTree>
    <p:extLst>
      <p:ext uri="{BB962C8B-B14F-4D97-AF65-F5344CB8AC3E}">
        <p14:creationId xmlns:p14="http://schemas.microsoft.com/office/powerpoint/2010/main" val="3036769246"/>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150" y="1758727"/>
            <a:ext cx="913485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93000"/>
              </a:lnSpc>
              <a:buFont typeface="Wingdings" panose="05000000000000000000" pitchFamily="2" charset="2"/>
              <a:buNone/>
            </a:pPr>
            <a:r>
              <a:rPr lang="ar" sz="2300" b="1"/>
              <a:t>المشكلات البيئية</a:t>
            </a:r>
          </a:p>
          <a:p>
            <a:pPr indent="0" rtl="1">
              <a:lnSpc>
                <a:spcPct val="93000"/>
              </a:lnSpc>
              <a:buNone/>
            </a:pPr>
            <a:r>
              <a:rPr lang="ar" sz="2300" b="1"/>
              <a:t>الغسيل: </a:t>
            </a:r>
          </a:p>
          <a:p>
            <a:pPr marL="685800" rtl="1">
              <a:lnSpc>
                <a:spcPct val="93000"/>
              </a:lnSpc>
              <a:buSzPct val="85000"/>
            </a:pPr>
            <a:r>
              <a:rPr lang="ar" sz="2300"/>
              <a:t>يستخدم الكثير من المياه والطاقة</a:t>
            </a:r>
          </a:p>
          <a:p>
            <a:pPr marL="685800" rtl="1">
              <a:lnSpc>
                <a:spcPct val="93000"/>
              </a:lnSpc>
              <a:buSzPct val="85000"/>
            </a:pPr>
            <a:r>
              <a:rPr lang="ar" sz="2300"/>
              <a:t>تنفذ العديد من الفنادق برنامج إعادة استخدام المناشف والبياضات.</a:t>
            </a:r>
          </a:p>
          <a:p>
            <a:pPr indent="0" rtl="1">
              <a:lnSpc>
                <a:spcPct val="93000"/>
              </a:lnSpc>
              <a:buNone/>
            </a:pPr>
            <a:r>
              <a:rPr lang="ar" sz="2300" b="1"/>
              <a:t>التخلص من النفايات:</a:t>
            </a:r>
          </a:p>
          <a:p>
            <a:pPr marL="685800" rtl="1">
              <a:lnSpc>
                <a:spcPct val="93000"/>
              </a:lnSpc>
              <a:buSzPct val="85000"/>
            </a:pPr>
            <a:r>
              <a:rPr lang="ar" sz="2300"/>
              <a:t>يجب إعادة تدوير السلع الزجاجية والورقية</a:t>
            </a:r>
          </a:p>
          <a:p>
            <a:pPr marL="685800" rtl="1">
              <a:lnSpc>
                <a:spcPct val="93000"/>
              </a:lnSpc>
              <a:buSzPct val="85000"/>
            </a:pPr>
            <a:r>
              <a:rPr lang="ar" sz="2300"/>
              <a:t>يجب إرسال بقايا الطعام للتسميد حيثما أمكن ذلك. </a:t>
            </a:r>
          </a:p>
          <a:p>
            <a:pPr indent="0" rtl="1">
              <a:lnSpc>
                <a:spcPct val="93000"/>
              </a:lnSpc>
              <a:buNone/>
            </a:pPr>
            <a:r>
              <a:rPr lang="ar" sz="2300" b="1"/>
              <a:t>الحفاظ على الطاقة:</a:t>
            </a:r>
          </a:p>
          <a:p>
            <a:pPr marL="685800" rtl="1">
              <a:lnSpc>
                <a:spcPct val="93000"/>
              </a:lnSpc>
              <a:buSzPct val="85000"/>
            </a:pPr>
            <a:r>
              <a:rPr lang="ar" sz="2300"/>
              <a:t>أغلق المصابيح والتلفازات</a:t>
            </a:r>
          </a:p>
          <a:p>
            <a:pPr marL="685800" rtl="1">
              <a:lnSpc>
                <a:spcPct val="93000"/>
              </a:lnSpc>
              <a:buSzPct val="85000"/>
            </a:pPr>
            <a:r>
              <a:rPr lang="ar" sz="2300"/>
              <a:t>خفض درجة حرارة مكيف الهواء</a:t>
            </a:r>
          </a:p>
          <a:p>
            <a:pPr indent="0" rtl="1">
              <a:lnSpc>
                <a:spcPct val="93000"/>
              </a:lnSpc>
              <a:spcBef>
                <a:spcPts val="0"/>
              </a:spcBef>
              <a:buNone/>
            </a:pPr>
            <a:endParaRPr lang="en-GB" altLang="en-US" sz="1400" dirty="0"/>
          </a:p>
          <a:p>
            <a:pPr indent="0" rtl="1">
              <a:lnSpc>
                <a:spcPct val="93000"/>
              </a:lnSpc>
              <a:buNone/>
            </a:pPr>
            <a:r>
              <a:rPr lang="ar" sz="2300" b="1"/>
              <a:t>سؤال: </a:t>
            </a:r>
            <a:r>
              <a:rPr lang="ar" sz="2300"/>
              <a:t>هل يمكنك التفكير في أي طرق أخرى لترشيد استهلاك الطاقة؟</a:t>
            </a:r>
          </a:p>
          <a:p>
            <a:pPr indent="0" rtl="1">
              <a:lnSpc>
                <a:spcPct val="93000"/>
              </a:lnSpc>
              <a:buNone/>
            </a:pPr>
            <a:endParaRPr lang="en-GB" altLang="en-US" sz="2200" b="1" dirty="0"/>
          </a:p>
          <a:p>
            <a:pPr marL="685800" rtl="1">
              <a:lnSpc>
                <a:spcPct val="93000"/>
              </a:lnSpc>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(7)</a:t>
            </a:r>
          </a:p>
        </p:txBody>
      </p:sp>
    </p:spTree>
    <p:extLst>
      <p:ext uri="{BB962C8B-B14F-4D97-AF65-F5344CB8AC3E}">
        <p14:creationId xmlns:p14="http://schemas.microsoft.com/office/powerpoint/2010/main" val="1325451029"/>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580" y="1844452"/>
            <a:ext cx="913485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t>المشكلات البيئية</a:t>
            </a:r>
          </a:p>
          <a:p>
            <a:pPr indent="0" rtl="1">
              <a:buNone/>
            </a:pPr>
            <a:r>
              <a:rPr lang="ar" b="1"/>
              <a:t>التلوث:</a:t>
            </a:r>
          </a:p>
          <a:p>
            <a:pPr marL="685800" rtl="1">
              <a:buSzPct val="85000"/>
            </a:pPr>
            <a:r>
              <a:rPr lang="ar"/>
              <a:t>درب الموظفين على الاستخدام الآمن للمواد الكيماوية</a:t>
            </a:r>
          </a:p>
          <a:p>
            <a:pPr marL="685800" rtl="1">
              <a:buSzPct val="85000"/>
            </a:pPr>
            <a:r>
              <a:rPr lang="ar"/>
              <a:t>درب الموظفين على التخلص السليم من المواد الكيماوية </a:t>
            </a:r>
            <a:endParaRPr lang="en-GB" altLang="en-US" b="1" dirty="0"/>
          </a:p>
          <a:p>
            <a:pPr indent="0" rtl="1">
              <a:buNone/>
            </a:pPr>
            <a:r>
              <a:rPr lang="ar" b="1"/>
              <a:t>مسببات الحساسية:</a:t>
            </a:r>
          </a:p>
          <a:p>
            <a:pPr marL="685800" rtl="1">
              <a:buSzPct val="85000"/>
            </a:pPr>
            <a:r>
              <a:rPr lang="ar"/>
              <a:t>يعد عث الغبار أكبر مساهم في الحساسية وردود الفعل التحسسية في غرف نوم الفنادق</a:t>
            </a:r>
          </a:p>
          <a:p>
            <a:pPr marL="685800" rtl="1">
              <a:buSzPct val="85000"/>
            </a:pPr>
            <a:r>
              <a:rPr lang="ar"/>
              <a:t>ويمكن أن يؤدي التنظيف الفعال واستخدام واقيات المراتب والوسائد إلى تجنب ردود الفعل على عث الغبار</a:t>
            </a:r>
          </a:p>
          <a:p>
            <a:pPr marL="685800" rtl="1">
              <a:buSzPct val="85000"/>
            </a:pPr>
            <a:r>
              <a:rPr lang="ar"/>
              <a:t>يمكن أن يساعد الحد من استخدام المفروشات الناعمة في تقليل المواطن المناسبة لعث الغبار</a:t>
            </a:r>
          </a:p>
          <a:p>
            <a:pPr indent="0" rtl="1">
              <a:buNone/>
            </a:pPr>
            <a:endParaRPr lang="en-GB" altLang="en-US" b="1" dirty="0"/>
          </a:p>
          <a:p>
            <a:pPr indent="0" rtl="1">
              <a:buNone/>
            </a:pPr>
            <a:endParaRPr lang="en-GB" altLang="en-US" b="1" dirty="0"/>
          </a:p>
          <a:p>
            <a:pPr indent="0" rtl="1">
              <a:buNone/>
            </a:pPr>
            <a:endParaRPr lang="en-GB" altLang="en-US" b="1"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الحفاظ على المعايير (8)</a:t>
            </a:r>
          </a:p>
        </p:txBody>
      </p:sp>
    </p:spTree>
    <p:extLst>
      <p:ext uri="{BB962C8B-B14F-4D97-AF65-F5344CB8AC3E}">
        <p14:creationId xmlns:p14="http://schemas.microsoft.com/office/powerpoint/2010/main" val="319783131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a:t>هدف التعلم ج</a:t>
            </a:r>
            <a:br>
              <a:rPr lang="en-US" altLang="en-US" sz="2600" b="1"/>
            </a:br>
            <a:br>
              <a:rPr lang="en-US" altLang="en-US" sz="2600" b="1"/>
            </a:br>
            <a:endParaRPr lang="en-GB" altLang="en-US" sz="2600" b="1"/>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buSzPct val="85000"/>
            </a:pPr>
            <a:r>
              <a:rPr lang="ar" sz="2600"/>
              <a:t>تنظيف مناطق خدمات الإقامة</a:t>
            </a:r>
          </a:p>
          <a:p>
            <a:pPr rtl="1">
              <a:buSzPct val="85000"/>
            </a:pPr>
            <a:r>
              <a:rPr lang="ar" sz="2600"/>
              <a:t>طرق تقديم الخدمات بأماكن خدمات الإقامة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49" y="2493963"/>
            <a:ext cx="849674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عرض مهارات خدمات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الإقامة</a:t>
            </a:r>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9100" y="2377538"/>
            <a:ext cx="86535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4000"/>
              </a:lnSpc>
              <a:buFont typeface="Wingdings" panose="05000000000000000000" pitchFamily="2" charset="2"/>
              <a:buNone/>
            </a:pPr>
            <a:r>
              <a:rPr lang="ar" sz="2200" b="1"/>
              <a:t>مهارات التنظيف</a:t>
            </a:r>
          </a:p>
          <a:p>
            <a:pPr marL="685800" rtl="1">
              <a:lnSpc>
                <a:spcPct val="114000"/>
              </a:lnSpc>
              <a:buSzPct val="85000"/>
            </a:pPr>
            <a:r>
              <a:rPr lang="ar" sz="2200" b="1"/>
              <a:t>إزالة الغبار</a:t>
            </a:r>
            <a:r>
              <a:rPr lang="ar" sz="2200"/>
              <a:t>: هو إزالة الأوساخ أو الغبار من الأسطح أو الأشياء عن طريق المسح بقطعة قماش أو فرشاة، وهناك نوعان من الغبار، الغبار الجاف والغبار الرطب. </a:t>
            </a:r>
          </a:p>
          <a:p>
            <a:pPr marL="685800" rtl="1">
              <a:lnSpc>
                <a:spcPct val="114000"/>
              </a:lnSpc>
              <a:buSzPct val="85000"/>
            </a:pPr>
            <a:r>
              <a:rPr lang="ar" sz="2200" b="1"/>
              <a:t>المسح:</a:t>
            </a:r>
            <a:r>
              <a:rPr lang="ar" sz="2200"/>
              <a:t> المسح هو عملية إزالة الأوساخ من الأرضيات أو الجدران باستخدام ممسحة. يمكن استخدام المماسح جافة، ولكن غالبًا ما تستخدم بالماء الساخن والصابون.</a:t>
            </a:r>
          </a:p>
          <a:p>
            <a:pPr marL="685800" rtl="1">
              <a:lnSpc>
                <a:spcPct val="114000"/>
              </a:lnSpc>
              <a:buSzPct val="85000"/>
            </a:pPr>
            <a:r>
              <a:rPr lang="ar" sz="2200" b="1"/>
              <a:t>التلميع: </a:t>
            </a:r>
            <a:r>
              <a:rPr lang="ar" sz="2200"/>
              <a:t>هو عملية تستخدم لتحسين مظهر عنصر أو سطح من خلال تطبيق معالجة كيميائية تسمى "التلميع". توفر مواد التلميع طبقة رقيقة من الشمع أو الراتنجات على السطح، مما يحمي من الانسكاب ويعطي لمعانًا.</a:t>
            </a:r>
          </a:p>
          <a:p>
            <a:pPr marL="685800" rtl="1">
              <a:lnSpc>
                <a:spcPct val="114000"/>
              </a:lnSpc>
            </a:pPr>
            <a:endParaRPr lang="en-GB" altLang="en-US" sz="2200" dirty="0"/>
          </a:p>
          <a:p>
            <a:pPr marL="685800" rtl="1">
              <a:lnSpc>
                <a:spcPct val="114000"/>
              </a:lnSpc>
            </a:pPr>
            <a:endParaRPr lang="en-GB" altLang="en-US" sz="2200" dirty="0"/>
          </a:p>
          <a:p>
            <a:pPr marL="685800" rtl="1">
              <a:lnSpc>
                <a:spcPct val="114000"/>
              </a:lnSpc>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072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تنظيف مناطق خدمات الإقامة (1)</a:t>
            </a:r>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61924" y="2377538"/>
            <a:ext cx="8910675"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Font typeface="Wingdings" panose="05000000000000000000" pitchFamily="2" charset="2"/>
              <a:buNone/>
            </a:pPr>
            <a:r>
              <a:rPr lang="ar" b="1"/>
              <a:t>مهارات التنظيف</a:t>
            </a:r>
          </a:p>
          <a:p>
            <a:pPr marL="685800" rtl="1">
              <a:lnSpc>
                <a:spcPct val="110000"/>
              </a:lnSpc>
              <a:buSzPct val="85000"/>
            </a:pPr>
            <a:r>
              <a:rPr lang="ar" b="1"/>
              <a:t>التنظيف بالحك: </a:t>
            </a:r>
            <a:r>
              <a:rPr lang="ar"/>
              <a:t>يتطلب استخدام فرشاة صلبة لإزالة الأوساخ والعلامات العالقة. عادة ما يتم التنظيف بالحك بمساعدة سائل التنظيف، على سبيل المثال: تنظيف المرحاض.</a:t>
            </a:r>
          </a:p>
          <a:p>
            <a:pPr marL="685800" rtl="1">
              <a:lnSpc>
                <a:spcPct val="110000"/>
              </a:lnSpc>
              <a:buSzPct val="85000"/>
            </a:pPr>
            <a:r>
              <a:rPr lang="ar" b="1"/>
              <a:t>الكنس: </a:t>
            </a:r>
            <a:r>
              <a:rPr lang="ar"/>
              <a:t>عملية جمع الغبار من الأرضية باستخدام فرشاة أو مكنسة.</a:t>
            </a:r>
          </a:p>
          <a:p>
            <a:pPr marL="685800" rtl="1">
              <a:lnSpc>
                <a:spcPct val="110000"/>
              </a:lnSpc>
              <a:buSzPct val="85000"/>
            </a:pPr>
            <a:r>
              <a:rPr lang="ar" b="1"/>
              <a:t>التنظيف بالمكنسة الكهربائية: </a:t>
            </a:r>
            <a:r>
              <a:rPr lang="ar"/>
              <a:t>إزالة التراب وذرات الغبار باستخدام مكنسة كهربائية. </a:t>
            </a:r>
          </a:p>
          <a:p>
            <a:pPr marL="685800" rtl="1">
              <a:lnSpc>
                <a:spcPct val="110000"/>
              </a:lnSpc>
              <a:buSzPct val="85000"/>
            </a:pPr>
            <a:r>
              <a:rPr lang="ar" b="1"/>
              <a:t>الغسل:</a:t>
            </a:r>
            <a:r>
              <a:rPr lang="ar"/>
              <a:t> التنظيف باستخدام الماء ومحلول التنظيف. </a:t>
            </a:r>
          </a:p>
          <a:p>
            <a:pPr marL="685800" rtl="1">
              <a:lnSpc>
                <a:spcPct val="110000"/>
              </a:lnSpc>
              <a:buSzPct val="85000"/>
            </a:pPr>
            <a:r>
              <a:rPr lang="ar" b="1"/>
              <a:t>المسح: </a:t>
            </a:r>
            <a:r>
              <a:rPr lang="ar"/>
              <a:t>التنظيف باستخدام قطعة قماش مبللة ومحلول تنظيف، أو المسح الجافة باستخدام قطعة قماش جافة.</a:t>
            </a:r>
            <a:endParaRPr lang="en-GB" altLang="en-US" sz="2200" dirty="0"/>
          </a:p>
          <a:p>
            <a:pPr marL="685800" rtl="1">
              <a:lnSpc>
                <a:spcPct val="110000"/>
              </a:lnSpc>
            </a:pPr>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072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تنظيف مناطق خدمات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الإقامة (2)</a:t>
            </a:r>
          </a:p>
        </p:txBody>
      </p:sp>
    </p:spTree>
    <p:extLst>
      <p:ext uri="{BB962C8B-B14F-4D97-AF65-F5344CB8AC3E}">
        <p14:creationId xmlns:p14="http://schemas.microsoft.com/office/powerpoint/2010/main" val="197318447"/>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9" y="1844452"/>
            <a:ext cx="4507607"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b="1"/>
              <a:t>ترتيب الأسرة</a:t>
            </a:r>
          </a:p>
          <a:p>
            <a:pPr indent="0" rtl="1">
              <a:buFont typeface="Wingdings" panose="05000000000000000000" pitchFamily="2" charset="2"/>
              <a:buNone/>
            </a:pPr>
            <a:endParaRPr lang="en-GB" altLang="en-US" sz="1800" dirty="0"/>
          </a:p>
          <a:p>
            <a:pPr marL="685800" rtl="1">
              <a:buSzPct val="85000"/>
            </a:pPr>
            <a:r>
              <a:rPr lang="ar"/>
              <a:t>سيكون لدى كل مؤسسة إجراءات محددة لترتيب الأسرّة يجب اتباعها دائمًا.</a:t>
            </a:r>
          </a:p>
          <a:p>
            <a:pPr marL="685800" rtl="1">
              <a:buSzPct val="85000"/>
            </a:pPr>
            <a:r>
              <a:rPr lang="ar"/>
              <a:t>ويعتمد عدد المرات التي يتم فيها تغيير بياضات الأسرّة على المؤسسة.</a:t>
            </a:r>
          </a:p>
          <a:p>
            <a:pPr marL="685800" rtl="1">
              <a:buSzPct val="85000"/>
            </a:pPr>
            <a:r>
              <a:rPr lang="ar"/>
              <a:t>يجب أن يبدو السرير دائمًا وكأنه لم يستخدمه أحد قط من قبل.</a:t>
            </a:r>
          </a:p>
          <a:p>
            <a:pPr marL="685800" rtl="1"/>
            <a:endParaRPr lang="en-GB" altLang="en-US" sz="1600" dirty="0"/>
          </a:p>
          <a:p>
            <a:pPr indent="0" rtl="1">
              <a:buFont typeface="Wingdings" panose="05000000000000000000" pitchFamily="2" charset="2"/>
              <a:buNone/>
            </a:pPr>
            <a:endParaRPr lang="en-GB" altLang="en-US" dirty="0"/>
          </a:p>
          <a:p>
            <a:pPr indent="0" rtl="1">
              <a:buFont typeface="Wingdings" panose="05000000000000000000" pitchFamily="2" charset="2"/>
              <a:buNone/>
            </a:pPr>
            <a:endParaRPr lang="en-GB" altLang="en-US"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072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a:latin typeface="Sakkal Majalla" panose="02000000000000000000" pitchFamily="2" charset="-78"/>
                <a:cs typeface="Sakkal Majalla" panose="02000000000000000000" pitchFamily="2" charset="-78"/>
              </a:rPr>
              <a:t>تنظيف مناطق خدمات الإقامة (3)</a:t>
            </a:r>
          </a:p>
        </p:txBody>
      </p:sp>
      <p:pic>
        <p:nvPicPr>
          <p:cNvPr id="4" name="Picture 3">
            <a:extLst>
              <a:ext uri="{FF2B5EF4-FFF2-40B4-BE49-F238E27FC236}">
                <a16:creationId xmlns:a16="http://schemas.microsoft.com/office/drawing/2014/main" id="{5728F9E2-69B7-EAF2-4112-A2BF2589715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5888" y="2925325"/>
            <a:ext cx="2936586" cy="1959852"/>
          </a:xfrm>
          <a:prstGeom prst="rect">
            <a:avLst/>
          </a:prstGeom>
        </p:spPr>
      </p:pic>
      <p:sp>
        <p:nvSpPr>
          <p:cNvPr id="6" name="TextBox 5">
            <a:extLst>
              <a:ext uri="{FF2B5EF4-FFF2-40B4-BE49-F238E27FC236}">
                <a16:creationId xmlns:a16="http://schemas.microsoft.com/office/drawing/2014/main" id="{57688653-37E3-E012-236A-0F8A3B276E42}"/>
              </a:ext>
            </a:extLst>
          </p:cNvPr>
          <p:cNvSpPr txBox="1"/>
          <p:nvPr/>
        </p:nvSpPr>
        <p:spPr>
          <a:xfrm>
            <a:off x="429986" y="5264629"/>
            <a:ext cx="8284028" cy="492443"/>
          </a:xfrm>
          <a:prstGeom prst="rect">
            <a:avLst/>
          </a:prstGeom>
          <a:noFill/>
        </p:spPr>
        <p:txBody>
          <a:bodyPr wrap="square" rtlCol="1">
            <a:spAutoFit/>
          </a:bodyPr>
          <a:lstStyle/>
          <a:p>
            <a:pPr indent="0" rtl="1">
              <a:buNone/>
            </a:pPr>
            <a:r>
              <a:rPr lang="ar" sz="2600" b="1">
                <a:latin typeface="Sakkal Majalla" panose="02000000000000000000" pitchFamily="2" charset="-78"/>
                <a:cs typeface="Sakkal Majalla" panose="02000000000000000000" pitchFamily="2" charset="-78"/>
              </a:rPr>
              <a:t>سؤال: </a:t>
            </a:r>
            <a:r>
              <a:rPr lang="ar" sz="2600">
                <a:latin typeface="Sakkal Majalla" panose="02000000000000000000" pitchFamily="2" charset="-78"/>
                <a:cs typeface="Sakkal Majalla" panose="02000000000000000000" pitchFamily="2" charset="-78"/>
              </a:rPr>
              <a:t>هل يمكنك إدراج الخطوات في إجراء ترتيب الأسرّة؟</a:t>
            </a:r>
          </a:p>
        </p:txBody>
      </p:sp>
    </p:spTree>
    <p:extLst>
      <p:ext uri="{BB962C8B-B14F-4D97-AF65-F5344CB8AC3E}">
        <p14:creationId xmlns:p14="http://schemas.microsoft.com/office/powerpoint/2010/main" val="3892545285"/>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37767" y="1854842"/>
            <a:ext cx="5606233"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None/>
            </a:pPr>
            <a:r>
              <a:rPr lang="ar" b="1"/>
              <a:t>استخدام القوائم المرجعية</a:t>
            </a:r>
          </a:p>
          <a:p>
            <a:pPr indent="0" rtl="1">
              <a:lnSpc>
                <a:spcPct val="110000"/>
              </a:lnSpc>
              <a:buNone/>
            </a:pPr>
            <a:r>
              <a:rPr lang="ar"/>
              <a:t>مهمة في الحفاظ على المعايير:</a:t>
            </a:r>
          </a:p>
          <a:p>
            <a:pPr marL="685800" rtl="1">
              <a:lnSpc>
                <a:spcPct val="110000"/>
              </a:lnSpc>
              <a:buSzPct val="85000"/>
            </a:pPr>
            <a:r>
              <a:rPr lang="ar"/>
              <a:t>لتؤكد أنه قد تم استيفاء المعايير</a:t>
            </a:r>
          </a:p>
          <a:p>
            <a:pPr marL="685800" rtl="1">
              <a:lnSpc>
                <a:spcPct val="110000"/>
              </a:lnSpc>
              <a:buSzPct val="85000"/>
            </a:pPr>
            <a:r>
              <a:rPr lang="ar"/>
              <a:t>لتحدد مشكلات النظافة</a:t>
            </a:r>
          </a:p>
          <a:p>
            <a:pPr marL="685800" rtl="1">
              <a:lnSpc>
                <a:spcPct val="110000"/>
              </a:lnSpc>
              <a:buSzPct val="85000"/>
            </a:pPr>
            <a:r>
              <a:rPr lang="ar"/>
              <a:t>لتؤكد أن جميع المهام قد تم إنجازها</a:t>
            </a:r>
          </a:p>
          <a:p>
            <a:pPr marL="685800" rtl="1">
              <a:lnSpc>
                <a:spcPct val="110000"/>
              </a:lnSpc>
              <a:buSzPct val="85000"/>
            </a:pPr>
            <a:r>
              <a:rPr lang="ar"/>
              <a:t>لتوضح ما إن كانت هناك حاجة للتدريب</a:t>
            </a:r>
          </a:p>
          <a:p>
            <a:pPr marL="685800" rtl="1">
              <a:lnSpc>
                <a:spcPct val="110000"/>
              </a:lnSpc>
              <a:buSzPct val="85000"/>
            </a:pPr>
            <a:r>
              <a:rPr lang="ar"/>
              <a:t>لتوضح ما إن كانت هناك حاجة للصيانة</a:t>
            </a:r>
            <a:endParaRPr lang="en-GB" altLang="en-US" b="1" dirty="0"/>
          </a:p>
          <a:p>
            <a:pPr marL="685800" rtl="1"/>
            <a:endParaRPr lang="en-GB" altLang="en-US"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a:latin typeface="Sakkal Majalla" panose="02000000000000000000" pitchFamily="2" charset="-78"/>
                <a:cs typeface="Sakkal Majalla" panose="02000000000000000000" pitchFamily="2" charset="-78"/>
              </a:rPr>
              <a:t>تنظيف مناطق خدمات الإقامة (4)</a:t>
            </a:r>
          </a:p>
        </p:txBody>
      </p:sp>
      <p:sp>
        <p:nvSpPr>
          <p:cNvPr id="4" name="TextBox 3">
            <a:extLst>
              <a:ext uri="{FF2B5EF4-FFF2-40B4-BE49-F238E27FC236}">
                <a16:creationId xmlns:a16="http://schemas.microsoft.com/office/drawing/2014/main" id="{EFCC6A07-D257-54F2-6665-E606A1C00AAE}"/>
              </a:ext>
            </a:extLst>
          </p:cNvPr>
          <p:cNvSpPr txBox="1"/>
          <p:nvPr/>
        </p:nvSpPr>
        <p:spPr>
          <a:xfrm>
            <a:off x="1224555" y="5389322"/>
            <a:ext cx="7224119" cy="830997"/>
          </a:xfrm>
          <a:prstGeom prst="rect">
            <a:avLst/>
          </a:prstGeom>
          <a:noFill/>
        </p:spPr>
        <p:txBody>
          <a:bodyPr wrap="square" rtlCol="1">
            <a:spAutoFit/>
          </a:bodyPr>
          <a:lstStyle/>
          <a:p>
            <a:pPr rtl="1"/>
            <a:r>
              <a:rPr lang="ar" sz="2400" b="1">
                <a:latin typeface="Sakkal Majalla" panose="02000000000000000000" pitchFamily="2" charset="-78"/>
                <a:cs typeface="Sakkal Majalla" panose="02000000000000000000" pitchFamily="2" charset="-78"/>
              </a:rPr>
              <a:t>سؤال: </a:t>
            </a:r>
            <a:r>
              <a:rPr lang="ar" sz="2400">
                <a:latin typeface="Sakkal Majalla" panose="02000000000000000000" pitchFamily="2" charset="-78"/>
                <a:cs typeface="Sakkal Majalla" panose="02000000000000000000" pitchFamily="2" charset="-78"/>
              </a:rPr>
              <a:t>هل يمكنك التفكير في أي استخدامات أخرى للقوائم المرجعية؟</a:t>
            </a:r>
          </a:p>
          <a:p>
            <a:pPr rtl="1"/>
            <a:endParaRPr lang="en-GB" sz="2400"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E09ED7F5-047D-962E-23B3-D5B8C2183B3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0373" y="2860636"/>
            <a:ext cx="3385456" cy="2256970"/>
          </a:xfrm>
          <a:prstGeom prst="rect">
            <a:avLst/>
          </a:prstGeom>
        </p:spPr>
      </p:pic>
    </p:spTree>
    <p:extLst>
      <p:ext uri="{BB962C8B-B14F-4D97-AF65-F5344CB8AC3E}">
        <p14:creationId xmlns:p14="http://schemas.microsoft.com/office/powerpoint/2010/main" val="2713571536"/>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48" y="1989262"/>
            <a:ext cx="9072600" cy="48969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a:t>استخدام وتخزين مواد ومعدات التنظيف</a:t>
            </a:r>
          </a:p>
          <a:p>
            <a:pPr indent="0" rtl="1">
              <a:buNone/>
            </a:pPr>
            <a:endParaRPr lang="en-GB" altLang="en-US" sz="1600" b="1"/>
          </a:p>
          <a:p>
            <a:pPr indent="0" rtl="1">
              <a:buNone/>
            </a:pPr>
            <a:r>
              <a:rPr lang="ar" sz="2600" b="1"/>
              <a:t>المنتجات: </a:t>
            </a:r>
          </a:p>
          <a:p>
            <a:pPr marL="685800" rtl="1">
              <a:buSzPct val="85000"/>
            </a:pPr>
            <a:r>
              <a:rPr lang="ar" sz="2600"/>
              <a:t>التخفيف الصحيح</a:t>
            </a:r>
          </a:p>
          <a:p>
            <a:pPr marL="685800" rtl="1">
              <a:buSzPct val="85000"/>
            </a:pPr>
            <a:r>
              <a:rPr lang="ar" sz="2600"/>
              <a:t>الاستخدام والتخزين الصحيحان</a:t>
            </a:r>
          </a:p>
          <a:p>
            <a:pPr indent="0" rtl="1">
              <a:buNone/>
            </a:pPr>
            <a:endParaRPr lang="en-GB" altLang="en-US" sz="1600" b="1"/>
          </a:p>
          <a:p>
            <a:pPr indent="0" rtl="1">
              <a:buNone/>
            </a:pPr>
            <a:r>
              <a:rPr lang="ar" sz="2600" b="1"/>
              <a:t>المعدات:</a:t>
            </a:r>
          </a:p>
          <a:p>
            <a:pPr marL="685800" rtl="1">
              <a:buSzPct val="85000"/>
            </a:pPr>
            <a:r>
              <a:rPr lang="ar" sz="2600"/>
              <a:t>التدريب على الاستخدام الآمن</a:t>
            </a:r>
          </a:p>
          <a:p>
            <a:pPr marL="685800" rtl="1">
              <a:buSzPct val="85000"/>
            </a:pPr>
            <a:r>
              <a:rPr lang="ar" sz="2600"/>
              <a:t>استخدام المعدات الصحيحة للمهمة</a:t>
            </a:r>
          </a:p>
          <a:p>
            <a:pPr marL="685800" rtl="1">
              <a:buSzPct val="85000"/>
            </a:pPr>
            <a:r>
              <a:rPr lang="ar" sz="2600"/>
              <a:t>التخزين الملائم</a:t>
            </a:r>
          </a:p>
          <a:p>
            <a:pPr indent="0" rtl="1">
              <a:buFont typeface="Wingdings" panose="05000000000000000000" pitchFamily="2" charset="2"/>
              <a:buNone/>
            </a:pPr>
            <a:endParaRPr lang="en-GB" altLang="en-US" sz="2200"/>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a:latin typeface="Sakkal Majalla" panose="02000000000000000000" pitchFamily="2" charset="-78"/>
                <a:cs typeface="Sakkal Majalla" panose="02000000000000000000" pitchFamily="2" charset="-78"/>
              </a:rPr>
              <a:t>تنظيف مناطق خدمات الإقامة (5)</a:t>
            </a:r>
          </a:p>
        </p:txBody>
      </p:sp>
      <p:pic>
        <p:nvPicPr>
          <p:cNvPr id="4" name="Picture 3">
            <a:extLst>
              <a:ext uri="{FF2B5EF4-FFF2-40B4-BE49-F238E27FC236}">
                <a16:creationId xmlns:a16="http://schemas.microsoft.com/office/drawing/2014/main" id="{3A2449C6-D9A8-09C8-8137-AC0CAB38DAC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5536" y="2780928"/>
            <a:ext cx="2653854" cy="3976626"/>
          </a:xfrm>
          <a:prstGeom prst="rect">
            <a:avLst/>
          </a:prstGeom>
        </p:spPr>
      </p:pic>
    </p:spTree>
    <p:extLst>
      <p:ext uri="{BB962C8B-B14F-4D97-AF65-F5344CB8AC3E}">
        <p14:creationId xmlns:p14="http://schemas.microsoft.com/office/powerpoint/2010/main" val="652661915"/>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2095897"/>
            <a:ext cx="4590089"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b="1"/>
              <a:t>المتطلبات القانونية:</a:t>
            </a:r>
          </a:p>
          <a:p>
            <a:pPr marL="685800" rtl="1">
              <a:buSzPct val="85000"/>
            </a:pPr>
            <a:r>
              <a:rPr lang="ar" sz="2600"/>
              <a:t>الاحتفاظ بالسجلات</a:t>
            </a:r>
          </a:p>
          <a:p>
            <a:pPr marL="685800" rtl="1">
              <a:buSzPct val="85000"/>
            </a:pPr>
            <a:r>
              <a:rPr lang="ar" sz="2600"/>
              <a:t>متطلبات التدريب</a:t>
            </a:r>
          </a:p>
          <a:p>
            <a:pPr marL="685800" rtl="1">
              <a:buSzPct val="85000"/>
            </a:pPr>
            <a:r>
              <a:rPr lang="ar" sz="2600"/>
              <a:t>استخدام معدات الحماية الشخصية</a:t>
            </a:r>
          </a:p>
          <a:p>
            <a:pPr indent="0" rtl="1">
              <a:buFont typeface="Wingdings" panose="05000000000000000000" pitchFamily="2" charset="2"/>
              <a:buNone/>
            </a:pPr>
            <a:r>
              <a:rPr lang="ar" sz="2600" b="1"/>
              <a:t>الموارد:</a:t>
            </a:r>
          </a:p>
          <a:p>
            <a:pPr marL="685800" rtl="1">
              <a:buSzPct val="85000"/>
            </a:pPr>
            <a:r>
              <a:rPr lang="ar" sz="2600" b="1"/>
              <a:t>البياضات: </a:t>
            </a:r>
            <a:r>
              <a:rPr lang="ar" sz="2600"/>
              <a:t>مشكلات العدد، والتحقق من التلف، والإبلاغ عن المشكلات </a:t>
            </a:r>
          </a:p>
          <a:p>
            <a:pPr marL="685800" rtl="1">
              <a:buSzPct val="85000"/>
            </a:pPr>
            <a:r>
              <a:rPr lang="ar" sz="2600" b="1"/>
              <a:t>لوازم النزلاء: </a:t>
            </a:r>
            <a:r>
              <a:rPr lang="ar" sz="2600"/>
              <a:t>مشكلات العدد، والإبلاغ عن المشكلات.</a:t>
            </a:r>
          </a:p>
          <a:p>
            <a:pPr marL="685800" rtl="1"/>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a:latin typeface="Sakkal Majalla" panose="02000000000000000000" pitchFamily="2" charset="-78"/>
                <a:cs typeface="Sakkal Majalla" panose="02000000000000000000" pitchFamily="2" charset="-78"/>
              </a:rPr>
              <a:t>تنظيف مناطق خدمات الإقامة (6)</a:t>
            </a:r>
          </a:p>
        </p:txBody>
      </p:sp>
      <p:pic>
        <p:nvPicPr>
          <p:cNvPr id="4" name="Picture 3">
            <a:extLst>
              <a:ext uri="{FF2B5EF4-FFF2-40B4-BE49-F238E27FC236}">
                <a16:creationId xmlns:a16="http://schemas.microsoft.com/office/drawing/2014/main" id="{A2E46203-6EE3-C0FE-8649-CB8C31AE68F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8914" y="2482409"/>
            <a:ext cx="3532256" cy="2350165"/>
          </a:xfrm>
          <a:prstGeom prst="rect">
            <a:avLst/>
          </a:prstGeom>
        </p:spPr>
      </p:pic>
    </p:spTree>
    <p:extLst>
      <p:ext uri="{BB962C8B-B14F-4D97-AF65-F5344CB8AC3E}">
        <p14:creationId xmlns:p14="http://schemas.microsoft.com/office/powerpoint/2010/main" val="583981243"/>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564904"/>
            <a:ext cx="889248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0000"/>
              </a:lnSpc>
              <a:buFont typeface="Wingdings" panose="05000000000000000000" pitchFamily="2" charset="2"/>
              <a:buNone/>
            </a:pPr>
            <a:r>
              <a:rPr lang="ar" sz="2600" b="1"/>
              <a:t>تقديم الخدمات</a:t>
            </a:r>
          </a:p>
          <a:p>
            <a:pPr marL="685800" rtl="1">
              <a:lnSpc>
                <a:spcPct val="114000"/>
              </a:lnSpc>
              <a:buSzPct val="85000"/>
            </a:pPr>
            <a:r>
              <a:rPr lang="ar" sz="2600" b="1"/>
              <a:t>التعامل مع النفايات: </a:t>
            </a:r>
            <a:r>
              <a:rPr lang="ar" sz="2600"/>
              <a:t>ستكون مسؤولاً عن إزالة النفايات من غرف نوم النزلاء يوميًا. قد يكون عليك أيضًا إعادة تدوير بعض النفايات.</a:t>
            </a:r>
          </a:p>
          <a:p>
            <a:pPr marL="685800" rtl="1">
              <a:lnSpc>
                <a:spcPct val="114000"/>
              </a:lnSpc>
              <a:buSzPct val="85000"/>
            </a:pPr>
            <a:r>
              <a:rPr lang="ar" sz="2600" b="1"/>
              <a:t>التعامل مع المقاولين:</a:t>
            </a:r>
            <a:r>
              <a:rPr lang="ar" sz="2600"/>
              <a:t> قد لا تكون مسؤولاً عن تعيين المقاولين، ولكن قد يُطلب منك مساعدة المقاولين من خلال إعطاء التوجيهات.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تقديم الخدمات والأساليب المستخدمة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في أماكن خدمات الإقامة (1)</a:t>
            </a:r>
          </a:p>
        </p:txBody>
      </p:sp>
    </p:spTree>
    <p:extLst>
      <p:ext uri="{BB962C8B-B14F-4D97-AF65-F5344CB8AC3E}">
        <p14:creationId xmlns:p14="http://schemas.microsoft.com/office/powerpoint/2010/main" val="1265444074"/>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2492896"/>
            <a:ext cx="914400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lnSpc>
                <a:spcPct val="114000"/>
              </a:lnSpc>
              <a:buFont typeface="Wingdings" panose="05000000000000000000" pitchFamily="2" charset="2"/>
              <a:buNone/>
            </a:pPr>
            <a:r>
              <a:rPr lang="ar" b="1"/>
              <a:t>الأساليب</a:t>
            </a:r>
          </a:p>
          <a:p>
            <a:pPr indent="0" rtl="1">
              <a:lnSpc>
                <a:spcPct val="114000"/>
              </a:lnSpc>
              <a:buFont typeface="Wingdings" panose="05000000000000000000" pitchFamily="2" charset="2"/>
              <a:buNone/>
            </a:pPr>
            <a:r>
              <a:rPr lang="ar"/>
              <a:t>قد تستخدم هذه الوثائق عند تنظيف وخدمة أماكن النزلاء:</a:t>
            </a:r>
          </a:p>
          <a:p>
            <a:pPr marL="685800" rtl="1">
              <a:lnSpc>
                <a:spcPct val="114000"/>
              </a:lnSpc>
              <a:buSzPct val="85000"/>
            </a:pPr>
            <a:r>
              <a:rPr lang="ar" b="1"/>
              <a:t>روتين التنظيف</a:t>
            </a:r>
            <a:r>
              <a:rPr lang="ar"/>
              <a:t>: يحتوي على المعلومات الدقيقة اللازمة لخدمة منطقة معينة</a:t>
            </a:r>
          </a:p>
          <a:p>
            <a:pPr marL="685800" rtl="1">
              <a:lnSpc>
                <a:spcPct val="114000"/>
              </a:lnSpc>
              <a:buSzPct val="85000"/>
            </a:pPr>
            <a:r>
              <a:rPr lang="ar" b="1"/>
              <a:t>تحليل المهام:</a:t>
            </a:r>
            <a:r>
              <a:rPr lang="ar"/>
              <a:t> للتحقق مما إذا كانت المهمة تتم بالطريقة الأكثر فعالية</a:t>
            </a:r>
          </a:p>
          <a:p>
            <a:pPr marL="685800" rtl="1">
              <a:lnSpc>
                <a:spcPct val="114000"/>
              </a:lnSpc>
              <a:buSzPct val="85000"/>
            </a:pPr>
            <a:r>
              <a:rPr lang="ar" b="1"/>
              <a:t>بطاقات إجراءات العمل: </a:t>
            </a:r>
            <a:r>
              <a:rPr lang="ar"/>
              <a:t>تحتوي على تفاصيل حول كيفية تنفيذ المهمة</a:t>
            </a:r>
          </a:p>
          <a:p>
            <a:pPr marL="685800" rtl="1">
              <a:lnSpc>
                <a:spcPct val="114000"/>
              </a:lnSpc>
              <a:buSzPct val="85000"/>
            </a:pPr>
            <a:r>
              <a:rPr lang="ar" b="1"/>
              <a:t>جداول العمل: </a:t>
            </a:r>
            <a:r>
              <a:rPr lang="ar"/>
              <a:t>ستعلمك بما تحتاج إلى القيام به أثناء مناوبتك.</a:t>
            </a:r>
          </a:p>
          <a:p>
            <a:pPr marL="685800" rtl="1">
              <a:lnSpc>
                <a:spcPct val="110000"/>
              </a:lnSpc>
            </a:pPr>
            <a:endParaRPr lang="en-GB" altLang="en-US"/>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تقديم الخدمات وطرق أماكن </a:t>
            </a:r>
            <a:br>
              <a:rPr lang="en-US"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خدمات الإقامة (2)</a:t>
            </a:r>
          </a:p>
          <a:p>
            <a:pPr algn="ctr" rtl="1"/>
            <a:endParaRPr lang="en-GB" altLang="en-US" sz="3800" b="1">
              <a:highlight>
                <a:srgbClr val="FFFF00"/>
              </a:highlight>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27727046"/>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83254" y="2673638"/>
            <a:ext cx="9144000" cy="39513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b="1"/>
              <a:t>تبليغ حالة الغرف إلى الأقسام الأخرى</a:t>
            </a:r>
          </a:p>
          <a:p>
            <a:pPr indent="0" rtl="1">
              <a:buFont typeface="Wingdings" panose="05000000000000000000" pitchFamily="2" charset="2"/>
              <a:buNone/>
            </a:pPr>
            <a:endParaRPr lang="en-GB" altLang="en-US" sz="2000" b="1" dirty="0"/>
          </a:p>
          <a:p>
            <a:pPr marL="685800" rtl="1">
              <a:buSzPct val="85000"/>
            </a:pPr>
            <a:r>
              <a:rPr lang="ar" sz="2600" b="1"/>
              <a:t>الاستقبال:</a:t>
            </a:r>
            <a:r>
              <a:rPr lang="ar" sz="2600"/>
              <a:t> غرفة جاهزة لشغلها</a:t>
            </a:r>
          </a:p>
          <a:p>
            <a:pPr marL="685800" rtl="1">
              <a:buSzPct val="85000"/>
            </a:pPr>
            <a:r>
              <a:rPr lang="ar" sz="2600" b="1"/>
              <a:t>خدمة الغرف:</a:t>
            </a:r>
            <a:r>
              <a:rPr lang="ar" sz="2600"/>
              <a:t> إزالة الصواني</a:t>
            </a:r>
          </a:p>
          <a:p>
            <a:pPr marL="685800" rtl="1">
              <a:buSzPct val="85000"/>
            </a:pPr>
            <a:r>
              <a:rPr lang="ar" sz="2600" b="1"/>
              <a:t>المرافق: ا</a:t>
            </a:r>
            <a:r>
              <a:rPr lang="ar" sz="2600"/>
              <a:t>لإصلاحات/الصيانة اللازمة.</a:t>
            </a:r>
          </a:p>
          <a:p>
            <a:pPr indent="0" rtl="1">
              <a:buNone/>
            </a:pPr>
            <a:endParaRPr lang="en-GB" altLang="en-US" sz="2000" dirty="0"/>
          </a:p>
          <a:p>
            <a:pPr indent="0" rtl="1">
              <a:buNone/>
            </a:pPr>
            <a:r>
              <a:rPr lang="ar" sz="2600" b="1"/>
              <a:t>مناقشة:</a:t>
            </a:r>
            <a:r>
              <a:rPr lang="ar" sz="2600"/>
              <a:t> لماذا يحتاج عامل الغرفة إلى التواصل مع مكتب الاستقبال والبواب.</a:t>
            </a:r>
          </a:p>
          <a:p>
            <a:pPr marL="685800" rtl="1"/>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0" y="1196752"/>
            <a:ext cx="914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a:latin typeface="Sakkal Majalla" panose="02000000000000000000" pitchFamily="2" charset="-78"/>
                <a:cs typeface="Sakkal Majalla" panose="02000000000000000000" pitchFamily="2" charset="-78"/>
              </a:rPr>
              <a:t>تقديم الخدمات وطرق أماكن </a:t>
            </a:r>
            <a:br>
              <a:rPr lang="en-US" sz="3400" b="1">
                <a:latin typeface="Sakkal Majalla" panose="02000000000000000000" pitchFamily="2" charset="-78"/>
                <a:cs typeface="Sakkal Majalla" panose="02000000000000000000" pitchFamily="2" charset="-78"/>
              </a:rPr>
            </a:br>
            <a:r>
              <a:rPr lang="ar" sz="3400" b="1">
                <a:latin typeface="Sakkal Majalla" panose="02000000000000000000" pitchFamily="2" charset="-78"/>
                <a:cs typeface="Sakkal Majalla" panose="02000000000000000000" pitchFamily="2" charset="-78"/>
              </a:rPr>
              <a:t>خدمات الإقامة (3)</a:t>
            </a:r>
          </a:p>
        </p:txBody>
      </p:sp>
    </p:spTree>
    <p:extLst>
      <p:ext uri="{BB962C8B-B14F-4D97-AF65-F5344CB8AC3E}">
        <p14:creationId xmlns:p14="http://schemas.microsoft.com/office/powerpoint/2010/main" val="2494258624"/>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203D-0AD6-9D56-20B3-B58404B7186C}"/>
              </a:ext>
            </a:extLst>
          </p:cNvPr>
          <p:cNvSpPr>
            <a:spLocks noGrp="1"/>
          </p:cNvSpPr>
          <p:nvPr>
            <p:ph type="title"/>
          </p:nvPr>
        </p:nvSpPr>
        <p:spPr>
          <a:xfrm>
            <a:off x="457200" y="1195388"/>
            <a:ext cx="8229600" cy="863600"/>
          </a:xfrm>
        </p:spPr>
        <p:txBody>
          <a:bodyPr rtlCol="1"/>
          <a:lstStyle/>
          <a:p>
            <a:pPr rtl="1"/>
            <a:r>
              <a:rPr lang="ar" sz="3800" b="1"/>
              <a:t>شكر </a:t>
            </a:r>
            <a:r>
              <a:rPr lang="en-US" sz="3800" b="1"/>
              <a:t> </a:t>
            </a:r>
            <a:r>
              <a:rPr lang="ar" sz="3800" b="1"/>
              <a:t>وتقدير</a:t>
            </a:r>
          </a:p>
        </p:txBody>
      </p:sp>
      <p:sp>
        <p:nvSpPr>
          <p:cNvPr id="3" name="Content Placeholder 2">
            <a:extLst>
              <a:ext uri="{FF2B5EF4-FFF2-40B4-BE49-F238E27FC236}">
                <a16:creationId xmlns:a16="http://schemas.microsoft.com/office/drawing/2014/main" id="{A2B119C0-F2D0-EFC5-CFDA-41BB5A1B0BA9}"/>
              </a:ext>
            </a:extLst>
          </p:cNvPr>
          <p:cNvSpPr>
            <a:spLocks noGrp="1"/>
          </p:cNvSpPr>
          <p:nvPr>
            <p:ph sz="half" idx="2"/>
          </p:nvPr>
        </p:nvSpPr>
        <p:spPr>
          <a:xfrm>
            <a:off x="468312" y="2195513"/>
            <a:ext cx="7991475" cy="3609975"/>
          </a:xfrm>
        </p:spPr>
        <p:txBody>
          <a:bodyPr rtlCol="1"/>
          <a:lstStyle/>
          <a:p>
            <a:pPr marL="0" indent="0" rtl="1">
              <a:lnSpc>
                <a:spcPct val="110000"/>
              </a:lnSpc>
              <a:buNone/>
            </a:pPr>
            <a:r>
              <a:rPr lang="ar" b="1"/>
              <a:t>الصور</a:t>
            </a:r>
          </a:p>
          <a:p>
            <a:pPr rtl="1">
              <a:lnSpc>
                <a:spcPct val="110000"/>
              </a:lnSpc>
            </a:pPr>
            <a:r>
              <a:rPr lang="ar" b="1"/>
              <a:t>123RF: </a:t>
            </a:r>
            <a:r>
              <a:rPr lang="ar"/>
              <a:t>ألكسندردن (شريحة 33)</a:t>
            </a:r>
            <a:endParaRPr lang="en-US" dirty="0"/>
          </a:p>
          <a:p>
            <a:pPr rtl="1">
              <a:lnSpc>
                <a:spcPct val="110000"/>
              </a:lnSpc>
            </a:pPr>
            <a:r>
              <a:rPr lang="ar" b="1" spc="30"/>
              <a:t>شوترستوك: </a:t>
            </a:r>
            <a:r>
              <a:rPr lang="ar" spc="30"/>
              <a:t>ليفينت كونوك (الشريحة 8)، LSQRD42 (الشريحة 10)، سمول 1</a:t>
            </a:r>
            <a:r>
              <a:rPr lang="ar"/>
              <a:t> (الشريحة 11)، كينون (الشريحة 15)، دين دروبوت (الشريحة 32)، لايت فيلد استوديوز (الشريحة 34)، بويلوسو (الشريحة 35)</a:t>
            </a:r>
            <a:endParaRPr lang="en-GB" dirty="0"/>
          </a:p>
          <a:p>
            <a:pPr rtl="1"/>
            <a:endParaRPr lang="en-GB" dirty="0"/>
          </a:p>
          <a:p>
            <a:pPr rtl="1"/>
            <a:endParaRPr lang="en-GB" dirty="0"/>
          </a:p>
        </p:txBody>
      </p:sp>
    </p:spTree>
    <p:extLst>
      <p:ext uri="{BB962C8B-B14F-4D97-AF65-F5344CB8AC3E}">
        <p14:creationId xmlns:p14="http://schemas.microsoft.com/office/powerpoint/2010/main" val="4137412932"/>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19" ma:contentTypeDescription="Create a new document." ma:contentTypeScope="" ma:versionID="c3fee6712a48a11fd6be67b8f79c7245">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a4549148fe956aca9da82eed9feb7880"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43E6BD-A729-4596-A328-6A02053A8BB1}"/>
</file>

<file path=customXml/itemProps2.xml><?xml version="1.0" encoding="utf-8"?>
<ds:datastoreItem xmlns:ds="http://schemas.openxmlformats.org/officeDocument/2006/customXml" ds:itemID="{67E9D454-7315-400C-82C3-C591BC45CB39}">
  <ds:schemaRefs>
    <ds:schemaRef ds:uri="http://purl.org/dc/dcmitype/"/>
    <ds:schemaRef ds:uri="http://schemas.openxmlformats.org/package/2006/metadata/core-properties"/>
    <ds:schemaRef ds:uri="7c1bd8dc-4e40-424f-a15f-9ffcd522197f"/>
    <ds:schemaRef ds:uri="http://www.w3.org/XML/1998/namespace"/>
    <ds:schemaRef ds:uri="http://schemas.microsoft.com/office/2006/documentManagement/types"/>
    <ds:schemaRef ds:uri="6125ffc9-2c56-435e-8267-1393444907b2"/>
    <ds:schemaRef ds:uri="http://purl.org/dc/terms/"/>
    <ds:schemaRef ds:uri="http://purl.org/dc/elements/1.1/"/>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TotalTime>
  <Words>2303</Words>
  <Application>Microsoft Office PowerPoint</Application>
  <PresentationFormat>On-screen Show (4:3)</PresentationFormat>
  <Paragraphs>315</Paragraphs>
  <Slides>39</Slides>
  <Notes>37</Notes>
  <HiddenSlides>0</HiddenSlides>
  <MMClips>0</MMClips>
  <ScaleCrop>false</ScaleCrop>
  <HeadingPairs>
    <vt:vector size="6" baseType="variant">
      <vt:variant>
        <vt:lpstr>Fonts Used</vt:lpstr>
      </vt:variant>
      <vt:variant>
        <vt:i4>4</vt:i4>
      </vt:variant>
      <vt:variant>
        <vt:lpstr>Theme</vt:lpstr>
      </vt:variant>
      <vt:variant>
        <vt:i4>10</vt:i4>
      </vt:variant>
      <vt:variant>
        <vt:lpstr>Slide Titles</vt:lpstr>
      </vt:variant>
      <vt:variant>
        <vt:i4>39</vt:i4>
      </vt:variant>
    </vt:vector>
  </HeadingPairs>
  <TitlesOfParts>
    <vt:vector size="53" baseType="lpstr">
      <vt:lpstr>Arial</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11  خدمات الإقامة  في مجال الضيافة  </vt:lpstr>
      <vt:lpstr>خدمات الإقامة  في مجال الضيافة</vt:lpstr>
      <vt:lpstr>أهداف التعلم</vt:lpstr>
      <vt:lpstr>هدف التعلّم أ:  </vt:lpstr>
      <vt:lpstr>PowerPoint Presentation</vt:lpstr>
      <vt:lpstr>PowerPoint Presentation</vt:lpstr>
      <vt:lpstr>PowerPoint Presentation</vt:lpstr>
      <vt:lpstr> خدمات الإقامة (4)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هدف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44</cp:revision>
  <dcterms:created xsi:type="dcterms:W3CDTF">2020-07-15T07:14:47Z</dcterms:created>
  <dcterms:modified xsi:type="dcterms:W3CDTF">2024-01-16T15:18:02Z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13900600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