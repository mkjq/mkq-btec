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sldIdLst>
    <p:sldId id="256" r:id="rId14"/>
    <p:sldId id="257" r:id="rId15"/>
    <p:sldId id="258" r:id="rId16"/>
    <p:sldId id="272" r:id="rId17"/>
    <p:sldId id="305" r:id="rId18"/>
    <p:sldId id="310" r:id="rId19"/>
    <p:sldId id="318" r:id="rId20"/>
    <p:sldId id="311" r:id="rId21"/>
    <p:sldId id="312" r:id="rId22"/>
    <p:sldId id="319" r:id="rId23"/>
    <p:sldId id="320" r:id="rId24"/>
    <p:sldId id="323" r:id="rId25"/>
    <p:sldId id="321" r:id="rId26"/>
    <p:sldId id="322" r:id="rId27"/>
    <p:sldId id="339" r:id="rId28"/>
    <p:sldId id="306" r:id="rId29"/>
    <p:sldId id="336" r:id="rId30"/>
    <p:sldId id="307" r:id="rId31"/>
    <p:sldId id="313" r:id="rId32"/>
    <p:sldId id="325" r:id="rId33"/>
    <p:sldId id="326" r:id="rId34"/>
    <p:sldId id="314" r:id="rId35"/>
    <p:sldId id="328" r:id="rId36"/>
    <p:sldId id="329" r:id="rId37"/>
    <p:sldId id="327" r:id="rId38"/>
    <p:sldId id="332" r:id="rId39"/>
    <p:sldId id="333" r:id="rId40"/>
    <p:sldId id="331" r:id="rId41"/>
    <p:sldId id="334" r:id="rId42"/>
    <p:sldId id="308" r:id="rId43"/>
    <p:sldId id="337" r:id="rId44"/>
    <p:sldId id="309" r:id="rId45"/>
    <p:sldId id="317" r:id="rId46"/>
    <p:sldId id="338" r:id="rId47"/>
    <p:sldId id="316" r:id="rId48"/>
  </p:sldIdLst>
  <p:sldSz cx="9144000" cy="6858000" type="screen4x3"/>
  <p:notesSz cx="6858000" cy="9144000"/>
  <p:defaultTextStyle>
    <a:defPPr>
      <a:defRPr lang="en-GB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CFEB90-9D66-8A0A-B491-5A1B86E8BE4E}" name="Sam Prince" initials="SP" userId="S::sam.prince1@pearson.com::b8c1c271-dd5b-4079-a09a-81f4ce8be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5D722-01C2-4D00-8BF5-64F9607530D4}" v="28" dt="2023-10-20T15:08:21.369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5314" autoAdjust="0"/>
  </p:normalViewPr>
  <p:slideViewPr>
    <p:cSldViewPr>
      <p:cViewPr varScale="1">
        <p:scale>
          <a:sx n="162" d="100"/>
          <a:sy n="162" d="100"/>
        </p:scale>
        <p:origin x="1788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Relationship Id="rId57" Type="http://schemas.microsoft.com/office/2018/10/relationships/authors" Target="author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Harvey" userId="1e04374d961c3b67" providerId="LiveId" clId="{C5B0358E-003E-41C3-B46E-2E2EAC4D7906}"/>
    <pc:docChg chg="undo redo custSel addSld delSld modSld">
      <pc:chgData name="Joyce Harvey" userId="1e04374d961c3b67" providerId="LiveId" clId="{C5B0358E-003E-41C3-B46E-2E2EAC4D7906}" dt="2023-10-06T14:41:56.172" v="630" actId="20577"/>
      <pc:docMkLst>
        <pc:docMk/>
      </pc:docMkLst>
      <pc:sldChg chg="modSp mod">
        <pc:chgData name="Joyce Harvey" userId="1e04374d961c3b67" providerId="LiveId" clId="{C5B0358E-003E-41C3-B46E-2E2EAC4D7906}" dt="2023-10-06T14:11:42.120" v="35" actId="20577"/>
        <pc:sldMkLst>
          <pc:docMk/>
          <pc:sldMk cId="841026068" sldId="312"/>
        </pc:sldMkLst>
        <pc:graphicFrameChg chg="modGraphic">
          <ac:chgData name="Joyce Harvey" userId="1e04374d961c3b67" providerId="LiveId" clId="{C5B0358E-003E-41C3-B46E-2E2EAC4D7906}" dt="2023-10-06T14:11:42.120" v="35" actId="20577"/>
          <ac:graphicFrameMkLst>
            <pc:docMk/>
            <pc:sldMk cId="841026068" sldId="312"/>
            <ac:graphicFrameMk id="2" creationId="{7811197A-27AC-8A20-61E0-A5939E368C4B}"/>
          </ac:graphicFrameMkLst>
        </pc:graphicFrameChg>
      </pc:sldChg>
      <pc:sldChg chg="modSp mod">
        <pc:chgData name="Joyce Harvey" userId="1e04374d961c3b67" providerId="LiveId" clId="{C5B0358E-003E-41C3-B46E-2E2EAC4D7906}" dt="2023-10-06T14:35:57.396" v="433" actId="5793"/>
        <pc:sldMkLst>
          <pc:docMk/>
          <pc:sldMk cId="616044783" sldId="313"/>
        </pc:sldMkLst>
        <pc:spChg chg="mod">
          <ac:chgData name="Joyce Harvey" userId="1e04374d961c3b67" providerId="LiveId" clId="{C5B0358E-003E-41C3-B46E-2E2EAC4D7906}" dt="2023-10-06T14:35:57.396" v="433" actId="5793"/>
          <ac:spMkLst>
            <pc:docMk/>
            <pc:sldMk cId="616044783" sldId="313"/>
            <ac:spMk id="34819" creationId="{453C7683-8588-7ABC-32E0-8A4E68218620}"/>
          </ac:spMkLst>
        </pc:spChg>
      </pc:sldChg>
      <pc:sldChg chg="modSp mod">
        <pc:chgData name="Joyce Harvey" userId="1e04374d961c3b67" providerId="LiveId" clId="{C5B0358E-003E-41C3-B46E-2E2EAC4D7906}" dt="2023-10-06T14:41:56.172" v="630" actId="20577"/>
        <pc:sldMkLst>
          <pc:docMk/>
          <pc:sldMk cId="39537630" sldId="316"/>
        </pc:sldMkLst>
        <pc:spChg chg="mod">
          <ac:chgData name="Joyce Harvey" userId="1e04374d961c3b67" providerId="LiveId" clId="{C5B0358E-003E-41C3-B46E-2E2EAC4D7906}" dt="2023-10-06T14:41:56.172" v="630" actId="20577"/>
          <ac:spMkLst>
            <pc:docMk/>
            <pc:sldMk cId="39537630" sldId="316"/>
            <ac:spMk id="34819" creationId="{453C7683-8588-7ABC-32E0-8A4E68218620}"/>
          </ac:spMkLst>
        </pc:spChg>
      </pc:sldChg>
      <pc:sldChg chg="modSp mod">
        <pc:chgData name="Joyce Harvey" userId="1e04374d961c3b67" providerId="LiveId" clId="{C5B0358E-003E-41C3-B46E-2E2EAC4D7906}" dt="2023-10-06T14:11:05.692" v="33" actId="20577"/>
        <pc:sldMkLst>
          <pc:docMk/>
          <pc:sldMk cId="2105108276" sldId="318"/>
        </pc:sldMkLst>
        <pc:spChg chg="mod">
          <ac:chgData name="Joyce Harvey" userId="1e04374d961c3b67" providerId="LiveId" clId="{C5B0358E-003E-41C3-B46E-2E2EAC4D7906}" dt="2023-10-06T14:10:56.417" v="16" actId="20577"/>
          <ac:spMkLst>
            <pc:docMk/>
            <pc:sldMk cId="2105108276" sldId="318"/>
            <ac:spMk id="34819" creationId="{453C7683-8588-7ABC-32E0-8A4E68218620}"/>
          </ac:spMkLst>
        </pc:spChg>
        <pc:spChg chg="mod">
          <ac:chgData name="Joyce Harvey" userId="1e04374d961c3b67" providerId="LiveId" clId="{C5B0358E-003E-41C3-B46E-2E2EAC4D7906}" dt="2023-10-06T14:11:05.692" v="33" actId="20577"/>
          <ac:spMkLst>
            <pc:docMk/>
            <pc:sldMk cId="2105108276" sldId="318"/>
            <ac:spMk id="34820" creationId="{8DCD7CE1-603D-4D59-3DBB-C13C0B6505F0}"/>
          </ac:spMkLst>
        </pc:spChg>
      </pc:sldChg>
      <pc:sldChg chg="modSp mod">
        <pc:chgData name="Joyce Harvey" userId="1e04374d961c3b67" providerId="LiveId" clId="{C5B0358E-003E-41C3-B46E-2E2EAC4D7906}" dt="2023-10-06T14:12:17.748" v="69" actId="20577"/>
        <pc:sldMkLst>
          <pc:docMk/>
          <pc:sldMk cId="2604063361" sldId="319"/>
        </pc:sldMkLst>
        <pc:spChg chg="mod">
          <ac:chgData name="Joyce Harvey" userId="1e04374d961c3b67" providerId="LiveId" clId="{C5B0358E-003E-41C3-B46E-2E2EAC4D7906}" dt="2023-10-06T14:12:17.748" v="69" actId="20577"/>
          <ac:spMkLst>
            <pc:docMk/>
            <pc:sldMk cId="2604063361" sldId="319"/>
            <ac:spMk id="34819" creationId="{453C7683-8588-7ABC-32E0-8A4E68218620}"/>
          </ac:spMkLst>
        </pc:spChg>
      </pc:sldChg>
      <pc:sldChg chg="modSp mod modCm">
        <pc:chgData name="Joyce Harvey" userId="1e04374d961c3b67" providerId="LiveId" clId="{C5B0358E-003E-41C3-B46E-2E2EAC4D7906}" dt="2023-10-06T14:14:23.036" v="170" actId="20577"/>
        <pc:sldMkLst>
          <pc:docMk/>
          <pc:sldMk cId="2829376769" sldId="320"/>
        </pc:sldMkLst>
        <pc:spChg chg="mod">
          <ac:chgData name="Joyce Harvey" userId="1e04374d961c3b67" providerId="LiveId" clId="{C5B0358E-003E-41C3-B46E-2E2EAC4D7906}" dt="2023-10-06T14:14:23.036" v="170" actId="20577"/>
          <ac:spMkLst>
            <pc:docMk/>
            <pc:sldMk cId="2829376769" sldId="320"/>
            <ac:spMk id="34819" creationId="{453C7683-8588-7ABC-32E0-8A4E68218620}"/>
          </ac:spMkLst>
        </pc:spChg>
        <pc:graphicFrameChg chg="modGraphic">
          <ac:chgData name="Joyce Harvey" userId="1e04374d961c3b67" providerId="LiveId" clId="{C5B0358E-003E-41C3-B46E-2E2EAC4D7906}" dt="2023-10-06T14:12:36.827" v="70" actId="2084"/>
          <ac:graphicFrameMkLst>
            <pc:docMk/>
            <pc:sldMk cId="2829376769" sldId="320"/>
            <ac:graphicFrameMk id="2" creationId="{F133B9DA-6BA3-734E-7EFF-EB3AA8AEC48D}"/>
          </ac:graphicFrameMkLst>
        </pc:graphicFrameChg>
      </pc:sldChg>
      <pc:sldChg chg="modSp mod">
        <pc:chgData name="Joyce Harvey" userId="1e04374d961c3b67" providerId="LiveId" clId="{C5B0358E-003E-41C3-B46E-2E2EAC4D7906}" dt="2023-10-06T14:15:30.452" v="291" actId="20577"/>
        <pc:sldMkLst>
          <pc:docMk/>
          <pc:sldMk cId="3935934919" sldId="321"/>
        </pc:sldMkLst>
        <pc:spChg chg="mod">
          <ac:chgData name="Joyce Harvey" userId="1e04374d961c3b67" providerId="LiveId" clId="{C5B0358E-003E-41C3-B46E-2E2EAC4D7906}" dt="2023-10-06T14:15:30.452" v="291" actId="20577"/>
          <ac:spMkLst>
            <pc:docMk/>
            <pc:sldMk cId="3935934919" sldId="321"/>
            <ac:spMk id="34819" creationId="{453C7683-8588-7ABC-32E0-8A4E68218620}"/>
          </ac:spMkLst>
        </pc:spChg>
      </pc:sldChg>
      <pc:sldChg chg="addSp delSp modSp mod">
        <pc:chgData name="Joyce Harvey" userId="1e04374d961c3b67" providerId="LiveId" clId="{C5B0358E-003E-41C3-B46E-2E2EAC4D7906}" dt="2023-10-06T14:21:47.647" v="295" actId="14100"/>
        <pc:sldMkLst>
          <pc:docMk/>
          <pc:sldMk cId="657556778" sldId="322"/>
        </pc:sldMkLst>
        <pc:spChg chg="mod">
          <ac:chgData name="Joyce Harvey" userId="1e04374d961c3b67" providerId="LiveId" clId="{C5B0358E-003E-41C3-B46E-2E2EAC4D7906}" dt="2023-10-06T14:21:42.062" v="294" actId="26606"/>
          <ac:spMkLst>
            <pc:docMk/>
            <pc:sldMk cId="657556778" sldId="322"/>
            <ac:spMk id="34819" creationId="{453C7683-8588-7ABC-32E0-8A4E68218620}"/>
          </ac:spMkLst>
        </pc:spChg>
        <pc:spChg chg="add">
          <ac:chgData name="Joyce Harvey" userId="1e04374d961c3b67" providerId="LiveId" clId="{C5B0358E-003E-41C3-B46E-2E2EAC4D7906}" dt="2023-10-06T14:21:42.062" v="294" actId="26606"/>
          <ac:spMkLst>
            <pc:docMk/>
            <pc:sldMk cId="657556778" sldId="322"/>
            <ac:spMk id="34825" creationId="{8DFE1820-AEEF-FF18-FA59-25FA885C24A2}"/>
          </ac:spMkLst>
        </pc:spChg>
        <pc:picChg chg="del">
          <ac:chgData name="Joyce Harvey" userId="1e04374d961c3b67" providerId="LiveId" clId="{C5B0358E-003E-41C3-B46E-2E2EAC4D7906}" dt="2023-10-06T14:16:27.240" v="292" actId="478"/>
          <ac:picMkLst>
            <pc:docMk/>
            <pc:sldMk cId="657556778" sldId="322"/>
            <ac:picMk id="2" creationId="{43D73AD5-E046-462E-F8E3-F5F05B127F61}"/>
          </ac:picMkLst>
        </pc:picChg>
        <pc:picChg chg="add mod">
          <ac:chgData name="Joyce Harvey" userId="1e04374d961c3b67" providerId="LiveId" clId="{C5B0358E-003E-41C3-B46E-2E2EAC4D7906}" dt="2023-10-06T14:21:47.647" v="295" actId="14100"/>
          <ac:picMkLst>
            <pc:docMk/>
            <pc:sldMk cId="657556778" sldId="322"/>
            <ac:picMk id="4" creationId="{5410F34B-0E9F-C391-21BB-BC0E7B918898}"/>
          </ac:picMkLst>
        </pc:picChg>
      </pc:sldChg>
      <pc:sldChg chg="modSp mod">
        <pc:chgData name="Joyce Harvey" userId="1e04374d961c3b67" providerId="LiveId" clId="{C5B0358E-003E-41C3-B46E-2E2EAC4D7906}" dt="2023-10-06T14:14:53.460" v="221" actId="6549"/>
        <pc:sldMkLst>
          <pc:docMk/>
          <pc:sldMk cId="1038633847" sldId="323"/>
        </pc:sldMkLst>
        <pc:spChg chg="mod">
          <ac:chgData name="Joyce Harvey" userId="1e04374d961c3b67" providerId="LiveId" clId="{C5B0358E-003E-41C3-B46E-2E2EAC4D7906}" dt="2023-10-06T14:14:53.460" v="221" actId="6549"/>
          <ac:spMkLst>
            <pc:docMk/>
            <pc:sldMk cId="1038633847" sldId="323"/>
            <ac:spMk id="34819" creationId="{453C7683-8588-7ABC-32E0-8A4E68218620}"/>
          </ac:spMkLst>
        </pc:spChg>
      </pc:sldChg>
      <pc:sldChg chg="modSp del mod modCm">
        <pc:chgData name="Joyce Harvey" userId="1e04374d961c3b67" providerId="LiveId" clId="{C5B0358E-003E-41C3-B46E-2E2EAC4D7906}" dt="2023-10-06T14:34:15.212" v="378" actId="47"/>
        <pc:sldMkLst>
          <pc:docMk/>
          <pc:sldMk cId="2752240154" sldId="324"/>
        </pc:sldMkLst>
        <pc:spChg chg="mod">
          <ac:chgData name="Joyce Harvey" userId="1e04374d961c3b67" providerId="LiveId" clId="{C5B0358E-003E-41C3-B46E-2E2EAC4D7906}" dt="2023-10-06T14:28:45.702" v="308" actId="12"/>
          <ac:spMkLst>
            <pc:docMk/>
            <pc:sldMk cId="2752240154" sldId="324"/>
            <ac:spMk id="34819" creationId="{453C7683-8588-7ABC-32E0-8A4E68218620}"/>
          </ac:spMkLst>
        </pc:spChg>
      </pc:sldChg>
      <pc:sldChg chg="modSp mod">
        <pc:chgData name="Joyce Harvey" userId="1e04374d961c3b67" providerId="LiveId" clId="{C5B0358E-003E-41C3-B46E-2E2EAC4D7906}" dt="2023-10-06T14:37:20.918" v="560" actId="6549"/>
        <pc:sldMkLst>
          <pc:docMk/>
          <pc:sldMk cId="183186703" sldId="328"/>
        </pc:sldMkLst>
        <pc:spChg chg="mod">
          <ac:chgData name="Joyce Harvey" userId="1e04374d961c3b67" providerId="LiveId" clId="{C5B0358E-003E-41C3-B46E-2E2EAC4D7906}" dt="2023-10-06T14:37:20.918" v="560" actId="6549"/>
          <ac:spMkLst>
            <pc:docMk/>
            <pc:sldMk cId="183186703" sldId="328"/>
            <ac:spMk id="34819" creationId="{453C7683-8588-7ABC-32E0-8A4E68218620}"/>
          </ac:spMkLst>
        </pc:spChg>
      </pc:sldChg>
      <pc:sldChg chg="modSp mod">
        <pc:chgData name="Joyce Harvey" userId="1e04374d961c3b67" providerId="LiveId" clId="{C5B0358E-003E-41C3-B46E-2E2EAC4D7906}" dt="2023-10-06T14:37:44.531" v="561" actId="6549"/>
        <pc:sldMkLst>
          <pc:docMk/>
          <pc:sldMk cId="754448135" sldId="329"/>
        </pc:sldMkLst>
        <pc:spChg chg="mod">
          <ac:chgData name="Joyce Harvey" userId="1e04374d961c3b67" providerId="LiveId" clId="{C5B0358E-003E-41C3-B46E-2E2EAC4D7906}" dt="2023-10-06T14:37:44.531" v="561" actId="6549"/>
          <ac:spMkLst>
            <pc:docMk/>
            <pc:sldMk cId="754448135" sldId="329"/>
            <ac:spMk id="34819" creationId="{453C7683-8588-7ABC-32E0-8A4E68218620}"/>
          </ac:spMkLst>
        </pc:spChg>
      </pc:sldChg>
      <pc:sldChg chg="modSp mod">
        <pc:chgData name="Joyce Harvey" userId="1e04374d961c3b67" providerId="LiveId" clId="{C5B0358E-003E-41C3-B46E-2E2EAC4D7906}" dt="2023-10-06T14:39:24.041" v="586" actId="6549"/>
        <pc:sldMkLst>
          <pc:docMk/>
          <pc:sldMk cId="3983467779" sldId="331"/>
        </pc:sldMkLst>
        <pc:spChg chg="mod">
          <ac:chgData name="Joyce Harvey" userId="1e04374d961c3b67" providerId="LiveId" clId="{C5B0358E-003E-41C3-B46E-2E2EAC4D7906}" dt="2023-10-06T14:39:24.041" v="586" actId="6549"/>
          <ac:spMkLst>
            <pc:docMk/>
            <pc:sldMk cId="3983467779" sldId="331"/>
            <ac:spMk id="34819" creationId="{453C7683-8588-7ABC-32E0-8A4E68218620}"/>
          </ac:spMkLst>
        </pc:spChg>
      </pc:sldChg>
      <pc:sldChg chg="modSp mod">
        <pc:chgData name="Joyce Harvey" userId="1e04374d961c3b67" providerId="LiveId" clId="{C5B0358E-003E-41C3-B46E-2E2EAC4D7906}" dt="2023-10-06T14:38:20.720" v="566" actId="20577"/>
        <pc:sldMkLst>
          <pc:docMk/>
          <pc:sldMk cId="2558303076" sldId="333"/>
        </pc:sldMkLst>
        <pc:spChg chg="mod">
          <ac:chgData name="Joyce Harvey" userId="1e04374d961c3b67" providerId="LiveId" clId="{C5B0358E-003E-41C3-B46E-2E2EAC4D7906}" dt="2023-10-06T14:38:20.720" v="566" actId="20577"/>
          <ac:spMkLst>
            <pc:docMk/>
            <pc:sldMk cId="2558303076" sldId="333"/>
            <ac:spMk id="34819" creationId="{453C7683-8588-7ABC-32E0-8A4E68218620}"/>
          </ac:spMkLst>
        </pc:spChg>
      </pc:sldChg>
      <pc:sldChg chg="modSp mod">
        <pc:chgData name="Joyce Harvey" userId="1e04374d961c3b67" providerId="LiveId" clId="{C5B0358E-003E-41C3-B46E-2E2EAC4D7906}" dt="2023-10-06T14:41:14.137" v="593"/>
        <pc:sldMkLst>
          <pc:docMk/>
          <pc:sldMk cId="1054026535" sldId="338"/>
        </pc:sldMkLst>
        <pc:spChg chg="mod">
          <ac:chgData name="Joyce Harvey" userId="1e04374d961c3b67" providerId="LiveId" clId="{C5B0358E-003E-41C3-B46E-2E2EAC4D7906}" dt="2023-10-06T14:41:14.137" v="593"/>
          <ac:spMkLst>
            <pc:docMk/>
            <pc:sldMk cId="1054026535" sldId="338"/>
            <ac:spMk id="34820" creationId="{8DCD7CE1-603D-4D59-3DBB-C13C0B6505F0}"/>
          </ac:spMkLst>
        </pc:spChg>
      </pc:sldChg>
      <pc:sldChg chg="modSp add mod">
        <pc:chgData name="Joyce Harvey" userId="1e04374d961c3b67" providerId="LiveId" clId="{C5B0358E-003E-41C3-B46E-2E2EAC4D7906}" dt="2023-10-06T14:33:58.433" v="377" actId="6549"/>
        <pc:sldMkLst>
          <pc:docMk/>
          <pc:sldMk cId="2069273010" sldId="339"/>
        </pc:sldMkLst>
        <pc:spChg chg="mod">
          <ac:chgData name="Joyce Harvey" userId="1e04374d961c3b67" providerId="LiveId" clId="{C5B0358E-003E-41C3-B46E-2E2EAC4D7906}" dt="2023-10-06T14:33:58.433" v="377" actId="6549"/>
          <ac:spMkLst>
            <pc:docMk/>
            <pc:sldMk cId="2069273010" sldId="339"/>
            <ac:spMk id="34819" creationId="{453C7683-8588-7ABC-32E0-8A4E68218620}"/>
          </ac:spMkLst>
        </pc:spChg>
        <pc:spChg chg="mod">
          <ac:chgData name="Joyce Harvey" userId="1e04374d961c3b67" providerId="LiveId" clId="{C5B0358E-003E-41C3-B46E-2E2EAC4D7906}" dt="2023-10-06T14:31:38.645" v="327" actId="120"/>
          <ac:spMkLst>
            <pc:docMk/>
            <pc:sldMk cId="2069273010" sldId="339"/>
            <ac:spMk id="34820" creationId="{8DCD7CE1-603D-4D59-3DBB-C13C0B6505F0}"/>
          </ac:spMkLst>
        </pc:spChg>
      </pc:sldChg>
    </pc:docChg>
  </pc:docChgLst>
  <pc:docChgLst>
    <pc:chgData name="Sam Prince" userId="b8c1c271-dd5b-4079-a09a-81f4ce8be867" providerId="ADAL" clId="{4505D722-01C2-4D00-8BF5-64F9607530D4}"/>
    <pc:docChg chg="undo custSel addSld delSld modSld">
      <pc:chgData name="Sam Prince" userId="b8c1c271-dd5b-4079-a09a-81f4ce8be867" providerId="ADAL" clId="{4505D722-01C2-4D00-8BF5-64F9607530D4}" dt="2023-10-20T15:08:21.369" v="409" actId="1076"/>
      <pc:docMkLst>
        <pc:docMk/>
      </pc:docMkLst>
      <pc:sldChg chg="modSp mod">
        <pc:chgData name="Sam Prince" userId="b8c1c271-dd5b-4079-a09a-81f4ce8be867" providerId="ADAL" clId="{4505D722-01C2-4D00-8BF5-64F9607530D4}" dt="2023-10-12T15:58:26.865" v="154" actId="20577"/>
        <pc:sldMkLst>
          <pc:docMk/>
          <pc:sldMk cId="0" sldId="258"/>
        </pc:sldMkLst>
        <pc:spChg chg="mod">
          <ac:chgData name="Sam Prince" userId="b8c1c271-dd5b-4079-a09a-81f4ce8be867" providerId="ADAL" clId="{4505D722-01C2-4D00-8BF5-64F9607530D4}" dt="2023-10-12T15:58:26.865" v="154" actId="20577"/>
          <ac:spMkLst>
            <pc:docMk/>
            <pc:sldMk cId="0" sldId="258"/>
            <ac:spMk id="32770" creationId="{CD9316BF-B3CE-8341-5A0A-249747D6C6E1}"/>
          </ac:spMkLst>
        </pc:spChg>
      </pc:sldChg>
      <pc:sldChg chg="addSp delSp modSp mod">
        <pc:chgData name="Sam Prince" userId="b8c1c271-dd5b-4079-a09a-81f4ce8be867" providerId="ADAL" clId="{4505D722-01C2-4D00-8BF5-64F9607530D4}" dt="2023-10-20T15:07:34" v="406" actId="1076"/>
        <pc:sldMkLst>
          <pc:docMk/>
          <pc:sldMk cId="884549766" sldId="305"/>
        </pc:sldMkLst>
        <pc:spChg chg="mod">
          <ac:chgData name="Sam Prince" userId="b8c1c271-dd5b-4079-a09a-81f4ce8be867" providerId="ADAL" clId="{4505D722-01C2-4D00-8BF5-64F9607530D4}" dt="2023-10-12T15:58:44.737" v="161" actId="20577"/>
          <ac:spMkLst>
            <pc:docMk/>
            <pc:sldMk cId="884549766" sldId="305"/>
            <ac:spMk id="34820" creationId="{8DCD7CE1-603D-4D59-3DBB-C13C0B6505F0}"/>
          </ac:spMkLst>
        </pc:spChg>
        <pc:picChg chg="del">
          <ac:chgData name="Sam Prince" userId="b8c1c271-dd5b-4079-a09a-81f4ce8be867" providerId="ADAL" clId="{4505D722-01C2-4D00-8BF5-64F9607530D4}" dt="2023-10-12T12:22:20.495" v="40" actId="478"/>
          <ac:picMkLst>
            <pc:docMk/>
            <pc:sldMk cId="884549766" sldId="305"/>
            <ac:picMk id="2" creationId="{8C736041-7B5E-E2BB-C349-16C8ADE024BA}"/>
          </ac:picMkLst>
        </pc:picChg>
        <pc:picChg chg="add mod">
          <ac:chgData name="Sam Prince" userId="b8c1c271-dd5b-4079-a09a-81f4ce8be867" providerId="ADAL" clId="{4505D722-01C2-4D00-8BF5-64F9607530D4}" dt="2023-10-20T15:07:34" v="406" actId="1076"/>
          <ac:picMkLst>
            <pc:docMk/>
            <pc:sldMk cId="884549766" sldId="305"/>
            <ac:picMk id="3" creationId="{8D673B7C-29E3-6907-B77C-A1D9DF0B718E}"/>
          </ac:picMkLst>
        </pc:picChg>
        <pc:picChg chg="add del mod">
          <ac:chgData name="Sam Prince" userId="b8c1c271-dd5b-4079-a09a-81f4ce8be867" providerId="ADAL" clId="{4505D722-01C2-4D00-8BF5-64F9607530D4}" dt="2023-10-20T15:06:22.073" v="400" actId="478"/>
          <ac:picMkLst>
            <pc:docMk/>
            <pc:sldMk cId="884549766" sldId="305"/>
            <ac:picMk id="4" creationId="{7D63EAE5-D1A6-E2E7-45FF-54DC3FD8D9D2}"/>
          </ac:picMkLst>
        </pc:picChg>
      </pc:sldChg>
      <pc:sldChg chg="modSp mod">
        <pc:chgData name="Sam Prince" userId="b8c1c271-dd5b-4079-a09a-81f4ce8be867" providerId="ADAL" clId="{4505D722-01C2-4D00-8BF5-64F9607530D4}" dt="2023-10-12T16:28:09.077" v="279" actId="113"/>
        <pc:sldMkLst>
          <pc:docMk/>
          <pc:sldMk cId="3621417310" sldId="307"/>
        </pc:sldMkLst>
        <pc:spChg chg="mod">
          <ac:chgData name="Sam Prince" userId="b8c1c271-dd5b-4079-a09a-81f4ce8be867" providerId="ADAL" clId="{4505D722-01C2-4D00-8BF5-64F9607530D4}" dt="2023-10-12T16:28:09.077" v="279" actId="113"/>
          <ac:spMkLst>
            <pc:docMk/>
            <pc:sldMk cId="3621417310" sldId="307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27:56.585" v="275" actId="6549"/>
          <ac:spMkLst>
            <pc:docMk/>
            <pc:sldMk cId="3621417310" sldId="307"/>
            <ac:spMk id="34820" creationId="{8DCD7CE1-603D-4D59-3DBB-C13C0B6505F0}"/>
          </ac:spMkLst>
        </pc:spChg>
        <pc:graphicFrameChg chg="modGraphic">
          <ac:chgData name="Sam Prince" userId="b8c1c271-dd5b-4079-a09a-81f4ce8be867" providerId="ADAL" clId="{4505D722-01C2-4D00-8BF5-64F9607530D4}" dt="2023-10-12T16:27:24.254" v="241" actId="404"/>
          <ac:graphicFrameMkLst>
            <pc:docMk/>
            <pc:sldMk cId="3621417310" sldId="307"/>
            <ac:graphicFrameMk id="2" creationId="{9EA79B3F-3D4F-8D81-CEF0-FA1E9D65B57B}"/>
          </ac:graphicFrameMkLst>
        </pc:graphicFrameChg>
      </pc:sldChg>
      <pc:sldChg chg="modSp mod">
        <pc:chgData name="Sam Prince" userId="b8c1c271-dd5b-4079-a09a-81f4ce8be867" providerId="ADAL" clId="{4505D722-01C2-4D00-8BF5-64F9607530D4}" dt="2023-10-12T15:59:03.305" v="165" actId="20577"/>
        <pc:sldMkLst>
          <pc:docMk/>
          <pc:sldMk cId="1216140712" sldId="310"/>
        </pc:sldMkLst>
        <pc:spChg chg="mod">
          <ac:chgData name="Sam Prince" userId="b8c1c271-dd5b-4079-a09a-81f4ce8be867" providerId="ADAL" clId="{4505D722-01C2-4D00-8BF5-64F9607530D4}" dt="2023-10-12T15:59:03.305" v="165" actId="20577"/>
          <ac:spMkLst>
            <pc:docMk/>
            <pc:sldMk cId="1216140712" sldId="310"/>
            <ac:spMk id="34820" creationId="{8DCD7CE1-603D-4D59-3DBB-C13C0B6505F0}"/>
          </ac:spMkLst>
        </pc:spChg>
      </pc:sldChg>
      <pc:sldChg chg="modSp">
        <pc:chgData name="Sam Prince" userId="b8c1c271-dd5b-4079-a09a-81f4ce8be867" providerId="ADAL" clId="{4505D722-01C2-4D00-8BF5-64F9607530D4}" dt="2023-10-12T15:59:49.446" v="173" actId="1076"/>
        <pc:sldMkLst>
          <pc:docMk/>
          <pc:sldMk cId="1064536603" sldId="311"/>
        </pc:sldMkLst>
        <pc:spChg chg="mod">
          <ac:chgData name="Sam Prince" userId="b8c1c271-dd5b-4079-a09a-81f4ce8be867" providerId="ADAL" clId="{4505D722-01C2-4D00-8BF5-64F9607530D4}" dt="2023-10-12T15:59:49.446" v="173" actId="1076"/>
          <ac:spMkLst>
            <pc:docMk/>
            <pc:sldMk cId="1064536603" sldId="311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4505D722-01C2-4D00-8BF5-64F9607530D4}" dt="2023-10-20T15:02:46.573" v="393" actId="1076"/>
        <pc:sldMkLst>
          <pc:docMk/>
          <pc:sldMk cId="841026068" sldId="312"/>
        </pc:sldMkLst>
        <pc:spChg chg="mod">
          <ac:chgData name="Sam Prince" userId="b8c1c271-dd5b-4079-a09a-81f4ce8be867" providerId="ADAL" clId="{4505D722-01C2-4D00-8BF5-64F9607530D4}" dt="2023-10-12T15:59:10.618" v="167" actId="20577"/>
          <ac:spMkLst>
            <pc:docMk/>
            <pc:sldMk cId="841026068" sldId="312"/>
            <ac:spMk id="34820" creationId="{8DCD7CE1-603D-4D59-3DBB-C13C0B6505F0}"/>
          </ac:spMkLst>
        </pc:spChg>
        <pc:graphicFrameChg chg="mod modGraphic">
          <ac:chgData name="Sam Prince" userId="b8c1c271-dd5b-4079-a09a-81f4ce8be867" providerId="ADAL" clId="{4505D722-01C2-4D00-8BF5-64F9607530D4}" dt="2023-10-20T15:02:46.573" v="393" actId="1076"/>
          <ac:graphicFrameMkLst>
            <pc:docMk/>
            <pc:sldMk cId="841026068" sldId="312"/>
            <ac:graphicFrameMk id="2" creationId="{7811197A-27AC-8A20-61E0-A5939E368C4B}"/>
          </ac:graphicFrameMkLst>
        </pc:graphicFrameChg>
      </pc:sldChg>
      <pc:sldChg chg="modSp mod">
        <pc:chgData name="Sam Prince" userId="b8c1c271-dd5b-4079-a09a-81f4ce8be867" providerId="ADAL" clId="{4505D722-01C2-4D00-8BF5-64F9607530D4}" dt="2023-10-12T16:28:55.887" v="293" actId="179"/>
        <pc:sldMkLst>
          <pc:docMk/>
          <pc:sldMk cId="616044783" sldId="313"/>
        </pc:sldMkLst>
        <pc:spChg chg="mod">
          <ac:chgData name="Sam Prince" userId="b8c1c271-dd5b-4079-a09a-81f4ce8be867" providerId="ADAL" clId="{4505D722-01C2-4D00-8BF5-64F9607530D4}" dt="2023-10-12T16:28:55.887" v="293" actId="179"/>
          <ac:spMkLst>
            <pc:docMk/>
            <pc:sldMk cId="616044783" sldId="313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28:26.690" v="284" actId="20577"/>
          <ac:spMkLst>
            <pc:docMk/>
            <pc:sldMk cId="616044783" sldId="313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505D722-01C2-4D00-8BF5-64F9607530D4}" dt="2023-10-12T16:30:14.503" v="322" actId="20577"/>
        <pc:sldMkLst>
          <pc:docMk/>
          <pc:sldMk cId="388045230" sldId="314"/>
        </pc:sldMkLst>
        <pc:spChg chg="mod">
          <ac:chgData name="Sam Prince" userId="b8c1c271-dd5b-4079-a09a-81f4ce8be867" providerId="ADAL" clId="{4505D722-01C2-4D00-8BF5-64F9607530D4}" dt="2023-10-12T16:30:14.503" v="322" actId="20577"/>
          <ac:spMkLst>
            <pc:docMk/>
            <pc:sldMk cId="388045230" sldId="314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4505D722-01C2-4D00-8BF5-64F9607530D4}" dt="2023-10-12T16:33:16.710" v="387" actId="14100"/>
        <pc:sldMkLst>
          <pc:docMk/>
          <pc:sldMk cId="39537630" sldId="316"/>
        </pc:sldMkLst>
        <pc:spChg chg="mod">
          <ac:chgData name="Sam Prince" userId="b8c1c271-dd5b-4079-a09a-81f4ce8be867" providerId="ADAL" clId="{4505D722-01C2-4D00-8BF5-64F9607530D4}" dt="2023-10-12T16:32:48.605" v="381" actId="20577"/>
          <ac:spMkLst>
            <pc:docMk/>
            <pc:sldMk cId="39537630" sldId="316"/>
            <ac:spMk id="34820" creationId="{8DCD7CE1-603D-4D59-3DBB-C13C0B6505F0}"/>
          </ac:spMkLst>
        </pc:spChg>
        <pc:picChg chg="del">
          <ac:chgData name="Sam Prince" userId="b8c1c271-dd5b-4079-a09a-81f4ce8be867" providerId="ADAL" clId="{4505D722-01C2-4D00-8BF5-64F9607530D4}" dt="2023-10-12T16:33:07.239" v="382" actId="478"/>
          <ac:picMkLst>
            <pc:docMk/>
            <pc:sldMk cId="39537630" sldId="316"/>
            <ac:picMk id="2" creationId="{805F7BAD-2146-3E0F-E411-4961D38C1454}"/>
          </ac:picMkLst>
        </pc:picChg>
        <pc:picChg chg="add mod">
          <ac:chgData name="Sam Prince" userId="b8c1c271-dd5b-4079-a09a-81f4ce8be867" providerId="ADAL" clId="{4505D722-01C2-4D00-8BF5-64F9607530D4}" dt="2023-10-12T16:33:16.710" v="387" actId="14100"/>
          <ac:picMkLst>
            <pc:docMk/>
            <pc:sldMk cId="39537630" sldId="316"/>
            <ac:picMk id="4" creationId="{4C312197-9407-FF25-999C-236D20C82B8A}"/>
          </ac:picMkLst>
        </pc:picChg>
      </pc:sldChg>
      <pc:sldChg chg="modSp mod">
        <pc:chgData name="Sam Prince" userId="b8c1c271-dd5b-4079-a09a-81f4ce8be867" providerId="ADAL" clId="{4505D722-01C2-4D00-8BF5-64F9607530D4}" dt="2023-10-12T16:32:23.432" v="375" actId="20577"/>
        <pc:sldMkLst>
          <pc:docMk/>
          <pc:sldMk cId="1195942235" sldId="317"/>
        </pc:sldMkLst>
        <pc:spChg chg="mod">
          <ac:chgData name="Sam Prince" userId="b8c1c271-dd5b-4079-a09a-81f4ce8be867" providerId="ADAL" clId="{4505D722-01C2-4D00-8BF5-64F9607530D4}" dt="2023-10-12T16:32:23.432" v="375" actId="20577"/>
          <ac:spMkLst>
            <pc:docMk/>
            <pc:sldMk cId="1195942235" sldId="317"/>
            <ac:spMk id="34820" creationId="{8DCD7CE1-603D-4D59-3DBB-C13C0B6505F0}"/>
          </ac:spMkLst>
        </pc:spChg>
      </pc:sldChg>
      <pc:sldChg chg="modSp">
        <pc:chgData name="Sam Prince" userId="b8c1c271-dd5b-4079-a09a-81f4ce8be867" providerId="ADAL" clId="{4505D722-01C2-4D00-8BF5-64F9607530D4}" dt="2023-10-12T16:00:20.659" v="178" actId="1076"/>
        <pc:sldMkLst>
          <pc:docMk/>
          <pc:sldMk cId="2604063361" sldId="319"/>
        </pc:sldMkLst>
        <pc:spChg chg="mod">
          <ac:chgData name="Sam Prince" userId="b8c1c271-dd5b-4079-a09a-81f4ce8be867" providerId="ADAL" clId="{4505D722-01C2-4D00-8BF5-64F9607530D4}" dt="2023-10-12T16:00:20.659" v="178" actId="1076"/>
          <ac:spMkLst>
            <pc:docMk/>
            <pc:sldMk cId="2604063361" sldId="319"/>
            <ac:spMk id="34819" creationId="{453C7683-8588-7ABC-32E0-8A4E68218620}"/>
          </ac:spMkLst>
        </pc:spChg>
      </pc:sldChg>
      <pc:sldChg chg="modSp mod delCm">
        <pc:chgData name="Sam Prince" userId="b8c1c271-dd5b-4079-a09a-81f4ce8be867" providerId="ADAL" clId="{4505D722-01C2-4D00-8BF5-64F9607530D4}" dt="2023-10-20T15:02:53.675" v="394" actId="1076"/>
        <pc:sldMkLst>
          <pc:docMk/>
          <pc:sldMk cId="2829376769" sldId="320"/>
        </pc:sldMkLst>
        <pc:spChg chg="mod">
          <ac:chgData name="Sam Prince" userId="b8c1c271-dd5b-4079-a09a-81f4ce8be867" providerId="ADAL" clId="{4505D722-01C2-4D00-8BF5-64F9607530D4}" dt="2023-10-12T16:01:13.581" v="188" actId="403"/>
          <ac:spMkLst>
            <pc:docMk/>
            <pc:sldMk cId="2829376769" sldId="320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01:45.953" v="195" actId="20577"/>
          <ac:spMkLst>
            <pc:docMk/>
            <pc:sldMk cId="2829376769" sldId="320"/>
            <ac:spMk id="34820" creationId="{8DCD7CE1-603D-4D59-3DBB-C13C0B6505F0}"/>
          </ac:spMkLst>
        </pc:spChg>
        <pc:graphicFrameChg chg="mod modGraphic">
          <ac:chgData name="Sam Prince" userId="b8c1c271-dd5b-4079-a09a-81f4ce8be867" providerId="ADAL" clId="{4505D722-01C2-4D00-8BF5-64F9607530D4}" dt="2023-10-20T15:02:53.675" v="394" actId="1076"/>
          <ac:graphicFrameMkLst>
            <pc:docMk/>
            <pc:sldMk cId="2829376769" sldId="320"/>
            <ac:graphicFrameMk id="2" creationId="{F133B9DA-6BA3-734E-7EFF-EB3AA8AEC48D}"/>
          </ac:graphicFrameMkLst>
        </pc:graphicFrameChg>
      </pc:sldChg>
      <pc:sldChg chg="modSp mod">
        <pc:chgData name="Sam Prince" userId="b8c1c271-dd5b-4079-a09a-81f4ce8be867" providerId="ADAL" clId="{4505D722-01C2-4D00-8BF5-64F9607530D4}" dt="2023-10-12T16:02:01.665" v="199" actId="20577"/>
        <pc:sldMkLst>
          <pc:docMk/>
          <pc:sldMk cId="3935934919" sldId="321"/>
        </pc:sldMkLst>
        <pc:spChg chg="mod">
          <ac:chgData name="Sam Prince" userId="b8c1c271-dd5b-4079-a09a-81f4ce8be867" providerId="ADAL" clId="{4505D722-01C2-4D00-8BF5-64F9607530D4}" dt="2023-10-12T16:02:01.665" v="199" actId="20577"/>
          <ac:spMkLst>
            <pc:docMk/>
            <pc:sldMk cId="3935934919" sldId="321"/>
            <ac:spMk id="34819" creationId="{453C7683-8588-7ABC-32E0-8A4E68218620}"/>
          </ac:spMkLst>
        </pc:spChg>
      </pc:sldChg>
      <pc:sldChg chg="addSp delSp modSp mod delCm">
        <pc:chgData name="Sam Prince" userId="b8c1c271-dd5b-4079-a09a-81f4ce8be867" providerId="ADAL" clId="{4505D722-01C2-4D00-8BF5-64F9607530D4}" dt="2023-10-20T15:01:44.933" v="392" actId="1076"/>
        <pc:sldMkLst>
          <pc:docMk/>
          <pc:sldMk cId="657556778" sldId="322"/>
        </pc:sldMkLst>
        <pc:spChg chg="add mod">
          <ac:chgData name="Sam Prince" userId="b8c1c271-dd5b-4079-a09a-81f4ce8be867" providerId="ADAL" clId="{4505D722-01C2-4D00-8BF5-64F9607530D4}" dt="2023-10-12T16:25:33.754" v="214" actId="403"/>
          <ac:spMkLst>
            <pc:docMk/>
            <pc:sldMk cId="657556778" sldId="322"/>
            <ac:spMk id="3" creationId="{BF0130BE-CB70-660D-DF0D-17B55DFD1FB8}"/>
          </ac:spMkLst>
        </pc:spChg>
        <pc:spChg chg="mod">
          <ac:chgData name="Sam Prince" userId="b8c1c271-dd5b-4079-a09a-81f4ce8be867" providerId="ADAL" clId="{4505D722-01C2-4D00-8BF5-64F9607530D4}" dt="2023-10-12T16:25:20.997" v="210" actId="14100"/>
          <ac:spMkLst>
            <pc:docMk/>
            <pc:sldMk cId="657556778" sldId="322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02:08.133" v="201" actId="20577"/>
          <ac:spMkLst>
            <pc:docMk/>
            <pc:sldMk cId="657556778" sldId="322"/>
            <ac:spMk id="34820" creationId="{8DCD7CE1-603D-4D59-3DBB-C13C0B6505F0}"/>
          </ac:spMkLst>
        </pc:spChg>
        <pc:spChg chg="del">
          <ac:chgData name="Sam Prince" userId="b8c1c271-dd5b-4079-a09a-81f4ce8be867" providerId="ADAL" clId="{4505D722-01C2-4D00-8BF5-64F9607530D4}" dt="2023-10-12T12:17:35.465" v="1" actId="478"/>
          <ac:spMkLst>
            <pc:docMk/>
            <pc:sldMk cId="657556778" sldId="322"/>
            <ac:spMk id="34825" creationId="{8DFE1820-AEEF-FF18-FA59-25FA885C24A2}"/>
          </ac:spMkLst>
        </pc:spChg>
        <pc:picChg chg="del">
          <ac:chgData name="Sam Prince" userId="b8c1c271-dd5b-4079-a09a-81f4ce8be867" providerId="ADAL" clId="{4505D722-01C2-4D00-8BF5-64F9607530D4}" dt="2023-10-20T15:00:55.485" v="389" actId="478"/>
          <ac:picMkLst>
            <pc:docMk/>
            <pc:sldMk cId="657556778" sldId="322"/>
            <ac:picMk id="4" creationId="{5410F34B-0E9F-C391-21BB-BC0E7B918898}"/>
          </ac:picMkLst>
        </pc:picChg>
        <pc:picChg chg="add mod">
          <ac:chgData name="Sam Prince" userId="b8c1c271-dd5b-4079-a09a-81f4ce8be867" providerId="ADAL" clId="{4505D722-01C2-4D00-8BF5-64F9607530D4}" dt="2023-10-20T15:01:44.933" v="392" actId="1076"/>
          <ac:picMkLst>
            <pc:docMk/>
            <pc:sldMk cId="657556778" sldId="322"/>
            <ac:picMk id="5" creationId="{E6E00251-F763-EED0-2CC7-3244563A238D}"/>
          </ac:picMkLst>
        </pc:picChg>
      </pc:sldChg>
      <pc:sldChg chg="modSp mod">
        <pc:chgData name="Sam Prince" userId="b8c1c271-dd5b-4079-a09a-81f4ce8be867" providerId="ADAL" clId="{4505D722-01C2-4D00-8BF5-64F9607530D4}" dt="2023-10-12T16:01:53.371" v="197" actId="20577"/>
        <pc:sldMkLst>
          <pc:docMk/>
          <pc:sldMk cId="1038633847" sldId="323"/>
        </pc:sldMkLst>
        <pc:spChg chg="mod">
          <ac:chgData name="Sam Prince" userId="b8c1c271-dd5b-4079-a09a-81f4ce8be867" providerId="ADAL" clId="{4505D722-01C2-4D00-8BF5-64F9607530D4}" dt="2023-10-12T16:01:53.371" v="197" actId="20577"/>
          <ac:spMkLst>
            <pc:docMk/>
            <pc:sldMk cId="1038633847" sldId="323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4505D722-01C2-4D00-8BF5-64F9607530D4}" dt="2023-10-12T16:29:51.871" v="311" actId="20577"/>
        <pc:sldMkLst>
          <pc:docMk/>
          <pc:sldMk cId="3770062493" sldId="325"/>
        </pc:sldMkLst>
        <pc:spChg chg="add mod">
          <ac:chgData name="Sam Prince" userId="b8c1c271-dd5b-4079-a09a-81f4ce8be867" providerId="ADAL" clId="{4505D722-01C2-4D00-8BF5-64F9607530D4}" dt="2023-10-12T16:29:30.792" v="302" actId="403"/>
          <ac:spMkLst>
            <pc:docMk/>
            <pc:sldMk cId="3770062493" sldId="325"/>
            <ac:spMk id="3" creationId="{AC2D91D5-43B0-7BF3-D60E-5832F0D1B8AD}"/>
          </ac:spMkLst>
        </pc:spChg>
        <pc:spChg chg="mod">
          <ac:chgData name="Sam Prince" userId="b8c1c271-dd5b-4079-a09a-81f4ce8be867" providerId="ADAL" clId="{4505D722-01C2-4D00-8BF5-64F9607530D4}" dt="2023-10-12T16:29:34.434" v="303" actId="20578"/>
          <ac:spMkLst>
            <pc:docMk/>
            <pc:sldMk cId="3770062493" sldId="325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29:51.871" v="311" actId="20577"/>
          <ac:spMkLst>
            <pc:docMk/>
            <pc:sldMk cId="3770062493" sldId="325"/>
            <ac:spMk id="34820" creationId="{8DCD7CE1-603D-4D59-3DBB-C13C0B6505F0}"/>
          </ac:spMkLst>
        </pc:spChg>
        <pc:spChg chg="del">
          <ac:chgData name="Sam Prince" userId="b8c1c271-dd5b-4079-a09a-81f4ce8be867" providerId="ADAL" clId="{4505D722-01C2-4D00-8BF5-64F9607530D4}" dt="2023-10-12T12:17:51.590" v="2" actId="478"/>
          <ac:spMkLst>
            <pc:docMk/>
            <pc:sldMk cId="3770062493" sldId="325"/>
            <ac:spMk id="34833" creationId="{8F5761BA-66D8-868B-B7E4-75C8862D9AF3}"/>
          </ac:spMkLst>
        </pc:spChg>
        <pc:picChg chg="del">
          <ac:chgData name="Sam Prince" userId="b8c1c271-dd5b-4079-a09a-81f4ce8be867" providerId="ADAL" clId="{4505D722-01C2-4D00-8BF5-64F9607530D4}" dt="2023-10-12T12:22:54.118" v="45" actId="478"/>
          <ac:picMkLst>
            <pc:docMk/>
            <pc:sldMk cId="3770062493" sldId="325"/>
            <ac:picMk id="3" creationId="{54006B1D-E98D-3A5C-813B-0E0BF25D6ECC}"/>
          </ac:picMkLst>
        </pc:picChg>
        <pc:picChg chg="add mod">
          <ac:chgData name="Sam Prince" userId="b8c1c271-dd5b-4079-a09a-81f4ce8be867" providerId="ADAL" clId="{4505D722-01C2-4D00-8BF5-64F9607530D4}" dt="2023-10-12T16:29:19.714" v="298" actId="1076"/>
          <ac:picMkLst>
            <pc:docMk/>
            <pc:sldMk cId="3770062493" sldId="325"/>
            <ac:picMk id="4" creationId="{ECF21B82-0996-E540-1A07-09F748594DC6}"/>
          </ac:picMkLst>
        </pc:picChg>
      </pc:sldChg>
      <pc:sldChg chg="modSp mod">
        <pc:chgData name="Sam Prince" userId="b8c1c271-dd5b-4079-a09a-81f4ce8be867" providerId="ADAL" clId="{4505D722-01C2-4D00-8BF5-64F9607530D4}" dt="2023-10-12T16:30:01.379" v="314" actId="20577"/>
        <pc:sldMkLst>
          <pc:docMk/>
          <pc:sldMk cId="405129013" sldId="326"/>
        </pc:sldMkLst>
        <pc:spChg chg="mod">
          <ac:chgData name="Sam Prince" userId="b8c1c271-dd5b-4079-a09a-81f4ce8be867" providerId="ADAL" clId="{4505D722-01C2-4D00-8BF5-64F9607530D4}" dt="2023-10-12T16:30:01.379" v="314" actId="20577"/>
          <ac:spMkLst>
            <pc:docMk/>
            <pc:sldMk cId="405129013" sldId="326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505D722-01C2-4D00-8BF5-64F9607530D4}" dt="2023-10-12T16:31:29.160" v="365" actId="20577"/>
        <pc:sldMkLst>
          <pc:docMk/>
          <pc:sldMk cId="3698864213" sldId="327"/>
        </pc:sldMkLst>
        <pc:spChg chg="mod">
          <ac:chgData name="Sam Prince" userId="b8c1c271-dd5b-4079-a09a-81f4ce8be867" providerId="ADAL" clId="{4505D722-01C2-4D00-8BF5-64F9607530D4}" dt="2023-10-12T16:31:29.160" v="365" actId="20577"/>
          <ac:spMkLst>
            <pc:docMk/>
            <pc:sldMk cId="3698864213" sldId="32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505D722-01C2-4D00-8BF5-64F9607530D4}" dt="2023-10-12T16:30:23.306" v="329" actId="20577"/>
        <pc:sldMkLst>
          <pc:docMk/>
          <pc:sldMk cId="183186703" sldId="328"/>
        </pc:sldMkLst>
        <pc:spChg chg="mod">
          <ac:chgData name="Sam Prince" userId="b8c1c271-dd5b-4079-a09a-81f4ce8be867" providerId="ADAL" clId="{4505D722-01C2-4D00-8BF5-64F9607530D4}" dt="2023-10-12T16:30:23.306" v="329" actId="20577"/>
          <ac:spMkLst>
            <pc:docMk/>
            <pc:sldMk cId="183186703" sldId="328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4505D722-01C2-4D00-8BF5-64F9607530D4}" dt="2023-10-12T16:31:20.133" v="362" actId="403"/>
        <pc:sldMkLst>
          <pc:docMk/>
          <pc:sldMk cId="754448135" sldId="329"/>
        </pc:sldMkLst>
        <pc:spChg chg="mod">
          <ac:chgData name="Sam Prince" userId="b8c1c271-dd5b-4079-a09a-81f4ce8be867" providerId="ADAL" clId="{4505D722-01C2-4D00-8BF5-64F9607530D4}" dt="2023-10-12T16:30:52.726" v="347" actId="403"/>
          <ac:spMkLst>
            <pc:docMk/>
            <pc:sldMk cId="754448135" sldId="329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31:20.133" v="362" actId="403"/>
          <ac:spMkLst>
            <pc:docMk/>
            <pc:sldMk cId="754448135" sldId="329"/>
            <ac:spMk id="34820" creationId="{8DCD7CE1-603D-4D59-3DBB-C13C0B6505F0}"/>
          </ac:spMkLst>
        </pc:spChg>
        <pc:spChg chg="del">
          <ac:chgData name="Sam Prince" userId="b8c1c271-dd5b-4079-a09a-81f4ce8be867" providerId="ADAL" clId="{4505D722-01C2-4D00-8BF5-64F9607530D4}" dt="2023-10-12T12:18:01.411" v="3" actId="478"/>
          <ac:spMkLst>
            <pc:docMk/>
            <pc:sldMk cId="754448135" sldId="329"/>
            <ac:spMk id="34825" creationId="{54D0F3FB-1DC8-8DBE-ED84-362244C8563C}"/>
          </ac:spMkLst>
        </pc:spChg>
        <pc:picChg chg="del">
          <ac:chgData name="Sam Prince" userId="b8c1c271-dd5b-4079-a09a-81f4ce8be867" providerId="ADAL" clId="{4505D722-01C2-4D00-8BF5-64F9607530D4}" dt="2023-10-12T12:25:50.524" v="64" actId="478"/>
          <ac:picMkLst>
            <pc:docMk/>
            <pc:sldMk cId="754448135" sldId="329"/>
            <ac:picMk id="2" creationId="{55214651-1BE7-607A-9BF1-8D2ACC3F4F0C}"/>
          </ac:picMkLst>
        </pc:picChg>
        <pc:picChg chg="add mod">
          <ac:chgData name="Sam Prince" userId="b8c1c271-dd5b-4079-a09a-81f4ce8be867" providerId="ADAL" clId="{4505D722-01C2-4D00-8BF5-64F9607530D4}" dt="2023-10-12T12:25:59.313" v="67" actId="1076"/>
          <ac:picMkLst>
            <pc:docMk/>
            <pc:sldMk cId="754448135" sldId="329"/>
            <ac:picMk id="4" creationId="{A009FE37-534D-6E52-6DA6-F7A007B985FB}"/>
          </ac:picMkLst>
        </pc:picChg>
      </pc:sldChg>
      <pc:sldChg chg="modSp mod">
        <pc:chgData name="Sam Prince" userId="b8c1c271-dd5b-4079-a09a-81f4ce8be867" providerId="ADAL" clId="{4505D722-01C2-4D00-8BF5-64F9607530D4}" dt="2023-10-12T16:31:55.634" v="373" actId="20577"/>
        <pc:sldMkLst>
          <pc:docMk/>
          <pc:sldMk cId="3983467779" sldId="331"/>
        </pc:sldMkLst>
        <pc:spChg chg="mod">
          <ac:chgData name="Sam Prince" userId="b8c1c271-dd5b-4079-a09a-81f4ce8be867" providerId="ADAL" clId="{4505D722-01C2-4D00-8BF5-64F9607530D4}" dt="2023-10-12T16:31:55.634" v="373" actId="20577"/>
          <ac:spMkLst>
            <pc:docMk/>
            <pc:sldMk cId="3983467779" sldId="331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505D722-01C2-4D00-8BF5-64F9607530D4}" dt="2023-10-12T16:31:35.830" v="366" actId="404"/>
        <pc:sldMkLst>
          <pc:docMk/>
          <pc:sldMk cId="3655556319" sldId="332"/>
        </pc:sldMkLst>
        <pc:spChg chg="mod">
          <ac:chgData name="Sam Prince" userId="b8c1c271-dd5b-4079-a09a-81f4ce8be867" providerId="ADAL" clId="{4505D722-01C2-4D00-8BF5-64F9607530D4}" dt="2023-10-12T16:31:35.830" v="366" actId="404"/>
          <ac:spMkLst>
            <pc:docMk/>
            <pc:sldMk cId="3655556319" sldId="332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4505D722-01C2-4D00-8BF5-64F9607530D4}" dt="2023-10-20T15:08:21.369" v="409" actId="1076"/>
        <pc:sldMkLst>
          <pc:docMk/>
          <pc:sldMk cId="2558303076" sldId="333"/>
        </pc:sldMkLst>
        <pc:spChg chg="mod">
          <ac:chgData name="Sam Prince" userId="b8c1c271-dd5b-4079-a09a-81f4ce8be867" providerId="ADAL" clId="{4505D722-01C2-4D00-8BF5-64F9607530D4}" dt="2023-10-20T15:08:21.369" v="409" actId="1076"/>
          <ac:spMkLst>
            <pc:docMk/>
            <pc:sldMk cId="2558303076" sldId="333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31:43.583" v="367" actId="403"/>
          <ac:spMkLst>
            <pc:docMk/>
            <pc:sldMk cId="2558303076" sldId="333"/>
            <ac:spMk id="34820" creationId="{8DCD7CE1-603D-4D59-3DBB-C13C0B6505F0}"/>
          </ac:spMkLst>
        </pc:spChg>
        <pc:picChg chg="del">
          <ac:chgData name="Sam Prince" userId="b8c1c271-dd5b-4079-a09a-81f4ce8be867" providerId="ADAL" clId="{4505D722-01C2-4D00-8BF5-64F9607530D4}" dt="2023-10-12T12:25:22.108" v="58" actId="478"/>
          <ac:picMkLst>
            <pc:docMk/>
            <pc:sldMk cId="2558303076" sldId="333"/>
            <ac:picMk id="2" creationId="{F18477A4-A14A-BF75-D21E-62131D7694DC}"/>
          </ac:picMkLst>
        </pc:picChg>
        <pc:picChg chg="add mod">
          <ac:chgData name="Sam Prince" userId="b8c1c271-dd5b-4079-a09a-81f4ce8be867" providerId="ADAL" clId="{4505D722-01C2-4D00-8BF5-64F9607530D4}" dt="2023-10-20T15:08:18.377" v="408" actId="1076"/>
          <ac:picMkLst>
            <pc:docMk/>
            <pc:sldMk cId="2558303076" sldId="333"/>
            <ac:picMk id="4" creationId="{B440697F-A785-5789-21C6-09AB9F2133E5}"/>
          </ac:picMkLst>
        </pc:picChg>
      </pc:sldChg>
      <pc:sldChg chg="modSp mod">
        <pc:chgData name="Sam Prince" userId="b8c1c271-dd5b-4079-a09a-81f4ce8be867" providerId="ADAL" clId="{4505D722-01C2-4D00-8BF5-64F9607530D4}" dt="2023-10-12T16:32:00.649" v="374" actId="404"/>
        <pc:sldMkLst>
          <pc:docMk/>
          <pc:sldMk cId="935593034" sldId="334"/>
        </pc:sldMkLst>
        <pc:spChg chg="mod">
          <ac:chgData name="Sam Prince" userId="b8c1c271-dd5b-4079-a09a-81f4ce8be867" providerId="ADAL" clId="{4505D722-01C2-4D00-8BF5-64F9607530D4}" dt="2023-10-12T16:32:00.649" v="374" actId="404"/>
          <ac:spMkLst>
            <pc:docMk/>
            <pc:sldMk cId="935593034" sldId="334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505D722-01C2-4D00-8BF5-64F9607530D4}" dt="2023-10-12T16:32:34.960" v="377" actId="20577"/>
        <pc:sldMkLst>
          <pc:docMk/>
          <pc:sldMk cId="1054026535" sldId="338"/>
        </pc:sldMkLst>
        <pc:spChg chg="mod">
          <ac:chgData name="Sam Prince" userId="b8c1c271-dd5b-4079-a09a-81f4ce8be867" providerId="ADAL" clId="{4505D722-01C2-4D00-8BF5-64F9607530D4}" dt="2023-10-12T16:32:34.960" v="377" actId="20577"/>
          <ac:spMkLst>
            <pc:docMk/>
            <pc:sldMk cId="1054026535" sldId="33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505D722-01C2-4D00-8BF5-64F9607530D4}" dt="2023-10-20T15:03:06.978" v="399" actId="6549"/>
        <pc:sldMkLst>
          <pc:docMk/>
          <pc:sldMk cId="2069273010" sldId="339"/>
        </pc:sldMkLst>
        <pc:spChg chg="mod">
          <ac:chgData name="Sam Prince" userId="b8c1c271-dd5b-4079-a09a-81f4ce8be867" providerId="ADAL" clId="{4505D722-01C2-4D00-8BF5-64F9607530D4}" dt="2023-10-20T15:03:06.978" v="399" actId="6549"/>
          <ac:spMkLst>
            <pc:docMk/>
            <pc:sldMk cId="2069273010" sldId="339"/>
            <ac:spMk id="34819" creationId="{453C7683-8588-7ABC-32E0-8A4E68218620}"/>
          </ac:spMkLst>
        </pc:spChg>
        <pc:spChg chg="mod">
          <ac:chgData name="Sam Prince" userId="b8c1c271-dd5b-4079-a09a-81f4ce8be867" providerId="ADAL" clId="{4505D722-01C2-4D00-8BF5-64F9607530D4}" dt="2023-10-12T16:26:33.693" v="229" actId="20577"/>
          <ac:spMkLst>
            <pc:docMk/>
            <pc:sldMk cId="2069273010" sldId="339"/>
            <ac:spMk id="34820" creationId="{8DCD7CE1-603D-4D59-3DBB-C13C0B6505F0}"/>
          </ac:spMkLst>
        </pc:spChg>
      </pc:sldChg>
      <pc:sldChg chg="delSp modSp new del mod">
        <pc:chgData name="Sam Prince" userId="b8c1c271-dd5b-4079-a09a-81f4ce8be867" providerId="ADAL" clId="{4505D722-01C2-4D00-8BF5-64F9607530D4}" dt="2023-10-20T14:59:44.099" v="388" actId="47"/>
        <pc:sldMkLst>
          <pc:docMk/>
          <pc:sldMk cId="3051378087" sldId="340"/>
        </pc:sldMkLst>
        <pc:spChg chg="mod">
          <ac:chgData name="Sam Prince" userId="b8c1c271-dd5b-4079-a09a-81f4ce8be867" providerId="ADAL" clId="{4505D722-01C2-4D00-8BF5-64F9607530D4}" dt="2023-10-12T12:19:10.407" v="39" actId="113"/>
          <ac:spMkLst>
            <pc:docMk/>
            <pc:sldMk cId="3051378087" sldId="340"/>
            <ac:spMk id="2" creationId="{A9559E44-8129-E008-C731-4941A6B5C44B}"/>
          </ac:spMkLst>
        </pc:spChg>
        <pc:spChg chg="mod">
          <ac:chgData name="Sam Prince" userId="b8c1c271-dd5b-4079-a09a-81f4ce8be867" providerId="ADAL" clId="{4505D722-01C2-4D00-8BF5-64F9607530D4}" dt="2023-10-12T12:37:51.154" v="152" actId="20577"/>
          <ac:spMkLst>
            <pc:docMk/>
            <pc:sldMk cId="3051378087" sldId="340"/>
            <ac:spMk id="3" creationId="{9AD23417-EC4C-7889-6615-7FAF630DE2F5}"/>
          </ac:spMkLst>
        </pc:spChg>
        <pc:spChg chg="del">
          <ac:chgData name="Sam Prince" userId="b8c1c271-dd5b-4079-a09a-81f4ce8be867" providerId="ADAL" clId="{4505D722-01C2-4D00-8BF5-64F9607530D4}" dt="2023-10-12T12:18:26.018" v="5" actId="478"/>
          <ac:spMkLst>
            <pc:docMk/>
            <pc:sldMk cId="3051378087" sldId="340"/>
            <ac:spMk id="4" creationId="{BC60B77D-4E24-50DF-0730-05CDB044A3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 dirty="0">
                <a:latin typeface="Arial" panose="020B0604020202020204" pitchFamily="34" charset="0"/>
              </a:rPr>
              <a:t>A basic introduction to the unit.</a:t>
            </a:r>
          </a:p>
          <a:p>
            <a:endParaRPr lang="en-GB" altLang="en-US" b="1" dirty="0">
              <a:latin typeface="Arial" panose="020B0604020202020204" pitchFamily="34" charset="0"/>
            </a:endParaRPr>
          </a:p>
          <a:p>
            <a:r>
              <a:rPr lang="en-GB" altLang="en-US" b="1" dirty="0">
                <a:latin typeface="Arial" panose="020B0604020202020204" pitchFamily="34" charset="0"/>
              </a:rPr>
              <a:t>Useful websites:</a:t>
            </a:r>
          </a:p>
          <a:p>
            <a:endParaRPr lang="en-GB" altLang="en-US" b="1" dirty="0">
              <a:latin typeface="Arial" panose="020B0604020202020204" pitchFamily="34" charset="0"/>
            </a:endParaRPr>
          </a:p>
          <a:p>
            <a:r>
              <a:rPr lang="en-GB" altLang="en-US" b="0" dirty="0">
                <a:latin typeface="Arial" panose="020B0604020202020204" pitchFamily="34" charset="0"/>
              </a:rPr>
              <a:t>Country dependant.</a:t>
            </a:r>
          </a:p>
          <a:p>
            <a:endParaRPr lang="en-GB" altLang="en-US" dirty="0">
              <a:latin typeface="Arial" panose="020B0604020202020204" pitchFamily="34" charset="0"/>
            </a:endParaRPr>
          </a:p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>
                <a:latin typeface="Arial" panose="020B0604020202020204" pitchFamily="34" charset="0"/>
              </a:rPr>
              <a:t>An outline of the three main learning aims in the unit.</a:t>
            </a:r>
          </a:p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580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0963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78971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1089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19748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6969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93119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31449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22389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9018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90029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49272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17106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2288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2775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32697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84883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213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34327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40477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66488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23780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323333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9209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893159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3803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Unit X: </a:t>
            </a:r>
            <a:r>
              <a:rPr lang="en-GB" altLang="en-US" dirty="0" err="1"/>
              <a:t>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altLang="en-US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0E0CF764-AFEA-BEE8-5252-4330CECCC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/>
              <a:t>الوحدة 10</a:t>
            </a:r>
            <a:br>
              <a:rPr lang="ar-EG"/>
            </a:br>
            <a:br>
              <a:rPr lang="ar-EG"/>
            </a:br>
            <a:br>
              <a:rPr lang="ar-EG"/>
            </a:br>
            <a:endParaRPr lang="ar-EG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618BED-11B5-90CC-5910-B65474D70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ar-EG" sz="3600" b="1"/>
              <a:t>تقديم الأطعمة والمشروبات</a:t>
            </a: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ar-EG" sz="1400"/>
              <a:t>شركة بيرسون للتعليم المحدودة 2023.</a:t>
            </a:r>
            <a:r>
              <a:rPr lang="en-US" sz="1400"/>
              <a:t> </a:t>
            </a:r>
            <a:r>
              <a:rPr lang="ar-EG" sz="1400"/>
              <a:t>يُسمح بالنسخ لمؤسسة الشراء فقط.</a:t>
            </a:r>
            <a:r>
              <a:rPr lang="en-US" sz="140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FD922F-A298-68CA-8F15-CFA722C754F6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/>
              <a:t>تقديم الأطعمة والمشروبات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492896"/>
            <a:ext cx="8424935" cy="39698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dirty="0"/>
              <a:t>ستساعدك هذه الوحدة في اكتساب المعرفة والمهارات اللازمة للعمل في مجال </a:t>
            </a:r>
            <a:br>
              <a:rPr lang="ar-EG" dirty="0"/>
            </a:br>
            <a:r>
              <a:rPr lang="ar-EG" dirty="0"/>
              <a:t>تقديم للأطعمة والمشروبات.</a:t>
            </a:r>
          </a:p>
          <a:p>
            <a:r>
              <a:rPr lang="ar-EG" dirty="0"/>
              <a:t>ستتعرف في هذه الوحدة على أماكن تقديم الأطعمة والمشروبات وطرق التقديم المتنوعة والمُتبعة.</a:t>
            </a:r>
          </a:p>
          <a:p>
            <a:r>
              <a:rPr lang="ar-EG" dirty="0"/>
              <a:t>سوف تكتسب المهارات اللازمة لتحضير منطقة الخدمة وتقديم الأطعمة والمشروبات فضلاً عن تنظيف منطقة الخدمة.</a:t>
            </a:r>
          </a:p>
          <a:p>
            <a:r>
              <a:rPr lang="ar-EG" dirty="0"/>
              <a:t>وفي نهاية المطاف، سنعمل في هذه الوحدة على تنمية المهارات المطلوبة </a:t>
            </a:r>
            <a:br>
              <a:rPr lang="ar-EG" dirty="0"/>
            </a:br>
            <a:r>
              <a:rPr lang="ar-EG" dirty="0"/>
              <a:t>لمراقبة وتقييم الأداء بهدف تحسينه.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EF43D82-4D13-6A84-563C-72B2C8D35E9C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/>
              <a:t>أهداف التعلم</a:t>
            </a: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>
              <a:buNone/>
            </a:pPr>
            <a:r>
              <a:rPr lang="ar-EG" b="1" dirty="0"/>
              <a:t>أ	</a:t>
            </a:r>
            <a:r>
              <a:rPr lang="ar-EG" dirty="0"/>
              <a:t>التعرّف على مجموعة من تجارب الوجبات المتنوعة وأنماط تقديم الطعام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ب	</a:t>
            </a:r>
            <a:r>
              <a:rPr lang="ar-EG" dirty="0"/>
              <a:t>تحضير وتقديم خدمة الأطعمة والمشروبات وإزالة الأطباق والتنظيف، </a:t>
            </a:r>
            <a:br>
              <a:rPr lang="ar-EG" dirty="0"/>
            </a:br>
            <a:r>
              <a:rPr lang="ar-EG" dirty="0"/>
              <a:t>بطريقة احترافية وآمنة وصحية من خلال أسلوبين متباينين من الخدمة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ج	</a:t>
            </a:r>
            <a:r>
              <a:rPr lang="ar-EG" dirty="0"/>
              <a:t>تقييم نجاح الأداء الخاص بتقديم الأطعمة والمشروبات</a:t>
            </a: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ar-EG" dirty="0"/>
            </a:br>
            <a:r>
              <a:rPr lang="ar-EG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36C95C6-11B9-8E96-7CA9-A72390AEC1B5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/>
              <a:t>هدف التعلم أ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476134"/>
            <a:ext cx="7991475" cy="152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dirty="0"/>
              <a:t>التعرّف على مجموعة من تجارب الوجبات المتنوعة وأنماط تقديم الطعام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alt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dirty="0"/>
              <a:t>تجارب ومناسبات متنوعة للوجبات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dirty="0"/>
              <a:t>أنماط تقديم الأطعمة والمشروبات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dirty="0"/>
              <a:t>ملاءمة أنماط التقديم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5662FF7-D02D-4020-D714-9822A4BDF431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230265" y="2487593"/>
            <a:ext cx="457190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يبحث هدف التعلم (أ) في حاجة العميل </a:t>
            </a:r>
            <a:br>
              <a:rPr lang="ar-EG" dirty="0"/>
            </a:br>
            <a:r>
              <a:rPr lang="ar-EG" dirty="0"/>
              <a:t>إلى خدمة الأطعمة والمشروبات وأنماط تقديم الأطعمة والمشروبات المتنوعة المُتاحة لتلبية تلك الاحتياجات.</a:t>
            </a:r>
            <a:r>
              <a:rPr lang="en-US" dirty="0"/>
              <a:t> 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كما يغطي مدى ملاءمة أنماط تقديم الأطعمة الخدمة المتنوعة خلال المناسبات وأنواع الأطعمة المتوفرة.</a:t>
            </a:r>
            <a:r>
              <a:rPr lang="en-US" dirty="0"/>
              <a:t> 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التعرّف على مجموعة من تجارب الوجبات المتنوعة وأنماط تقديم الطعام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673B7C-29E3-6907-B77C-A1D9DF0B718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327" y="3123046"/>
            <a:ext cx="3545605" cy="2364209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38A9612-0310-7B8E-AD8A-69BE0FD87AFC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37444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تعد احتياجات العملاء من أهم أسباب تقديم الأطعمة والمشروبات.</a:t>
            </a:r>
            <a:br>
              <a:rPr lang="en-US" dirty="0"/>
            </a:br>
            <a:r>
              <a:rPr lang="en-US" dirty="0"/>
              <a:t> </a:t>
            </a:r>
            <a:r>
              <a:rPr lang="ar-EG" dirty="0"/>
              <a:t>تشمل احتياجات العملاء ما يلي:</a:t>
            </a:r>
          </a:p>
          <a:p>
            <a:pPr marL="685800"/>
            <a:r>
              <a:rPr lang="ar-EG" dirty="0"/>
              <a:t>الراحة</a:t>
            </a:r>
          </a:p>
          <a:p>
            <a:pPr marL="685800"/>
            <a:r>
              <a:rPr lang="ar-EG" dirty="0"/>
              <a:t>المتطلبات الخاصة بالحمية الغذائية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الجوانب الاقتصادية</a:t>
            </a:r>
          </a:p>
          <a:p>
            <a:pPr marL="685800"/>
            <a:r>
              <a:rPr lang="ar-EG" dirty="0"/>
              <a:t>الجوانب الفسيولوجية</a:t>
            </a:r>
          </a:p>
          <a:p>
            <a:pPr marL="685800"/>
            <a:r>
              <a:rPr lang="ar-EG" dirty="0"/>
              <a:t>الجوانب الاجتماعية.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تجارب ومناسبات متنوعة للوجبات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65A8C2D-A625-5B6B-AB7A-79E8AE2A07A9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161407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736" y="1988840"/>
            <a:ext cx="8208712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ar-EG" dirty="0"/>
              <a:t>تتمثل الأسباب الفسيولوجية الأساسية التي تجعل الأشخاص في حاجة إلى خدمة الأطعمة والمشروبات هي الجوع والعطش.</a:t>
            </a:r>
            <a:r>
              <a:rPr lang="en-US" dirty="0"/>
              <a:t> </a:t>
            </a:r>
          </a:p>
          <a:p>
            <a:pPr indent="0">
              <a:buNone/>
            </a:pPr>
            <a:endParaRPr lang="en-GB" altLang="en-US" dirty="0"/>
          </a:p>
          <a:p>
            <a:pPr indent="0">
              <a:buNone/>
            </a:pPr>
            <a:r>
              <a:rPr lang="ar-EG" dirty="0"/>
              <a:t>كما تشمل الأسباب النفسية الأخرى ما يلي:</a:t>
            </a:r>
          </a:p>
          <a:p>
            <a:pPr marL="685800"/>
            <a:r>
              <a:rPr lang="ar-EG" dirty="0"/>
              <a:t>احتياجات أنماط الحياة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التوصيات</a:t>
            </a:r>
          </a:p>
          <a:p>
            <a:pPr marL="685800"/>
            <a:r>
              <a:rPr lang="ar-EG" dirty="0"/>
              <a:t>التنوع.</a:t>
            </a:r>
          </a:p>
          <a:p>
            <a:pPr marL="685800"/>
            <a:endParaRPr lang="en-GB" altLang="en-US" dirty="0"/>
          </a:p>
          <a:p>
            <a:pPr indent="0">
              <a:buNone/>
            </a:pPr>
            <a:r>
              <a:rPr lang="ar-EG" b="1" dirty="0"/>
              <a:t>المناقشة: </a:t>
            </a:r>
            <a:r>
              <a:rPr lang="ar-EG" dirty="0"/>
              <a:t> تحدث عن كيفية تأثير النقاط الثلاث المذكورة أعلاه في اعتقادك </a:t>
            </a:r>
            <a:br>
              <a:rPr lang="ar-EG" dirty="0"/>
            </a:br>
            <a:r>
              <a:rPr lang="ar-EG" dirty="0"/>
              <a:t>على احتياجات الأشخاص من الأطعمة والمشروبات.</a:t>
            </a:r>
          </a:p>
          <a:p>
            <a:pPr indent="0">
              <a:buNone/>
            </a:pPr>
            <a:endParaRPr lang="en-GB" altLang="en-US" dirty="0"/>
          </a:p>
          <a:p>
            <a:pPr indent="0"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الجوانب النفسية</a:t>
            </a:r>
          </a:p>
          <a:p>
            <a:pPr algn="ctr"/>
            <a:endParaRPr lang="en-GB" altLang="en-US" sz="3600" b="1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0862BC7-A486-0126-684C-6E656B1B6D86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051082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1988840"/>
            <a:ext cx="8208712" cy="43204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/>
              <a:t>توجد العديد من المتطلبات الخاصة بالحميات الغذائية المتنوعة التي قد يطلبها الأشخاص عند تقديمك لخدمة الأطعمة والمشروبات، بما في ذلك:</a:t>
            </a:r>
          </a:p>
          <a:p>
            <a:pPr marL="685800"/>
            <a:r>
              <a:rPr lang="ar-EG"/>
              <a:t>الإصابة بمرض السكري</a:t>
            </a:r>
          </a:p>
          <a:p>
            <a:pPr marL="685800"/>
            <a:r>
              <a:rPr lang="ar-EG"/>
              <a:t>عدم تحمل الجلوتين</a:t>
            </a:r>
          </a:p>
          <a:p>
            <a:pPr marL="685800"/>
            <a:r>
              <a:rPr lang="ar-EG"/>
              <a:t>عدم تحمل اللاكتوز</a:t>
            </a:r>
          </a:p>
          <a:p>
            <a:pPr marL="685800"/>
            <a:r>
              <a:rPr lang="ar-EG"/>
              <a:t>الحميات الغذائية النباتية.</a:t>
            </a:r>
          </a:p>
          <a:p>
            <a:pPr marL="685800"/>
            <a:endParaRPr lang="en-GB" altLang="en-US" dirty="0"/>
          </a:p>
          <a:p>
            <a:pPr indent="0">
              <a:buNone/>
            </a:pPr>
            <a:r>
              <a:rPr lang="ar-EG" b="1"/>
              <a:t>سؤال: </a:t>
            </a:r>
            <a:r>
              <a:rPr lang="ar-EG"/>
              <a:t>ما هي المواد الغذائية التي لا يمكن للأشخاص ذوي المتطلبات الغذائية سالفة الذكر تناولها؟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الحمية الغذائية</a:t>
            </a:r>
            <a:r>
              <a:rPr lang="en-US" sz="3600" b="1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A513E12-76ED-0D86-87E4-0789ACDAA614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645366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276872"/>
            <a:ext cx="8208712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/>
              <a:t>قد يكون لدى الأشخاص أسباب اقتصادية واجتماعية تدفعهم للحصول على خدمة الأطعمة والمشروبات، وردت بعض من تلك الأسباب في الجدول أدناه. 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الجوانب الاقتصادية والاجتماعية</a:t>
            </a:r>
            <a:r>
              <a:rPr lang="en-US" sz="3600" b="1"/>
              <a:t> 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811197A-27AC-8A20-61E0-A5939E368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05244"/>
              </p:ext>
            </p:extLst>
          </p:nvPr>
        </p:nvGraphicFramePr>
        <p:xfrm>
          <a:off x="1212304" y="3832448"/>
          <a:ext cx="6096000" cy="182880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6996806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6983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الأسباب الاقتصادية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الأسباب الاجتماعية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91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القيمة مقابل المال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الأصدقاء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46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الخدمة السريعة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زملاء العمل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45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الموقع الملائم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المهام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25714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472C58-AA29-6C9F-7EF5-7299F7A9AABF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410260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51849"/>
            <a:ext cx="8352827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توجد عدة أسباب تجعل الراحة تلعب دورًا في حاجة الأشخاص إلى تلقي خدمة الأطعمة والمشروبات، منها:</a:t>
            </a:r>
          </a:p>
          <a:p>
            <a:pPr marL="685800"/>
            <a:r>
              <a:rPr lang="ar-EG" dirty="0"/>
              <a:t>قد يطلب العمال أن تُقدم الأطعمة والمشروبات في مكان عملهم، </a:t>
            </a:r>
            <a:br>
              <a:rPr lang="ar-EG" dirty="0"/>
            </a:br>
            <a:r>
              <a:rPr lang="ar-EG" dirty="0"/>
              <a:t>وألا تستغرق وقتًا عند تقديمها</a:t>
            </a:r>
          </a:p>
          <a:p>
            <a:pPr marL="685800"/>
            <a:r>
              <a:rPr lang="ar-EG" dirty="0"/>
              <a:t>قد يحتاج المتسوقون إلى تناول الأطعمة والمشروبات بالقرب من مكان التسوق</a:t>
            </a:r>
          </a:p>
          <a:p>
            <a:pPr marL="685800"/>
            <a:r>
              <a:rPr lang="ar-EG" dirty="0"/>
              <a:t>يُساعد تناول وجبة ما قبل حضور فعالية العملاء على التركيز على الفعالية دون الحاجة إلى مزيد من الطعام أو الشراب</a:t>
            </a:r>
          </a:p>
          <a:p>
            <a:pPr marL="685800"/>
            <a:r>
              <a:rPr lang="ar-EG" dirty="0"/>
              <a:t>عدم القدرة على تقديم الخدمة في المنزل في حال التخطيط لحدث أو فعالية كبيرة مثل عيد ميلاد أو الاحتفال بذكرى سنوية.</a:t>
            </a:r>
            <a:r>
              <a:rPr lang="en-US" dirty="0"/>
              <a:t> 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 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الراحة 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7776EAC-05F7-6A75-5418-C50C9B84B071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040633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1916832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تساهم العديد من العوامل في تجربة تناول الوجبات، إلى جانب رغبة الأشخاص في تجربة وجبات متنوعة ومناسبات مختلفة، بما في ذلك: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sz="2000" b="1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sz="2000" b="1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sz="500" b="1" dirty="0"/>
          </a:p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المناقشة: </a:t>
            </a:r>
            <a:r>
              <a:rPr lang="ar-EG" dirty="0"/>
              <a:t> ناقش العوامل المساهمة سالفة الذكر، ومدى تأثيرها على تجربة </a:t>
            </a:r>
            <a:br>
              <a:rPr lang="ar-EG" dirty="0"/>
            </a:br>
            <a:r>
              <a:rPr lang="ar-EG" dirty="0"/>
              <a:t>تناول الوجبات.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العوامل المساهمة 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33B9DA-6BA3-734E-7EFF-EB3AA8AEC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780439"/>
              </p:ext>
            </p:extLst>
          </p:nvPr>
        </p:nvGraphicFramePr>
        <p:xfrm>
          <a:off x="1560005" y="2924944"/>
          <a:ext cx="6096000" cy="210312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40408430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18187169"/>
                    </a:ext>
                  </a:extLst>
                </a:gridCol>
              </a:tblGrid>
              <a:tr h="276858">
                <a:tc>
                  <a:txBody>
                    <a:bodyPr/>
                    <a:lstStyle/>
                    <a:p>
                      <a:r>
                        <a:rPr lang="ar-EG" sz="24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البيئة المحيطة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24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مستوى النظافة.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9778755"/>
                  </a:ext>
                </a:extLst>
              </a:tr>
              <a:tr h="276858">
                <a:tc>
                  <a:txBody>
                    <a:bodyPr/>
                    <a:lstStyle/>
                    <a:p>
                      <a:r>
                        <a:rPr lang="ar-EG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الأَجواء المحيطة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الجودة، فيما يتعلق بالمنتج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974890"/>
                  </a:ext>
                </a:extLst>
              </a:tr>
              <a:tr h="899788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العناية بالعميل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توافر الأطعمة والمشروبات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مستوى الخدمة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مهارات موظفي تقديم الأطعمة والمشروبات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القيمة مقابل المال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26795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B5487-FB43-413B-8D2F-4DA5C536582D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293767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276872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/>
              <a:t>يتم أيضًا توفير الأطعمة والمشروبات للأشخاص أثناء تنقلهم، وليس في مناطقهم المحلية فحسب، بما في ذلك:</a:t>
            </a:r>
          </a:p>
          <a:p>
            <a:pPr marL="685800"/>
            <a:r>
              <a:rPr lang="ar-EG"/>
              <a:t>أثناء الأعمال والاجتماعات والمؤتمرات</a:t>
            </a:r>
          </a:p>
          <a:p>
            <a:pPr marL="685800"/>
            <a:r>
              <a:rPr lang="ar-EG"/>
              <a:t>أثناء المرح وقضاء العطلات والرحلات اليومية</a:t>
            </a:r>
          </a:p>
          <a:p>
            <a:pPr marL="685800"/>
            <a:r>
              <a:rPr lang="ar-EG"/>
              <a:t>أثناء المناسبات الخاصة وحفلات الزفاف وأعياد الميلاد واحتفالات الذكرى السنوية وكذلك الاحتفالات والمهرجانات الدينية.</a:t>
            </a:r>
            <a:r>
              <a:rPr lang="en-US"/>
              <a:t>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أثناء التنقل   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E2AD7F5-EC7D-4A77-4A9A-DC81C9905D5B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386338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1844452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تتبع منافذ الأطعمة والمشروبات المتنوعة أساليب خدمة متنوعة.</a:t>
            </a:r>
            <a:r>
              <a:rPr lang="en-US" dirty="0"/>
              <a:t> </a:t>
            </a:r>
            <a:br>
              <a:rPr lang="ar-EG" dirty="0"/>
            </a:br>
            <a:r>
              <a:rPr lang="ar-EG" dirty="0"/>
              <a:t>مثال لمنافذ الأطعمة:</a:t>
            </a:r>
          </a:p>
          <a:p>
            <a:pPr marL="685800"/>
            <a:r>
              <a:rPr lang="ar-EG" dirty="0"/>
              <a:t>المقاهي</a:t>
            </a:r>
          </a:p>
          <a:p>
            <a:pPr marL="685800"/>
            <a:r>
              <a:rPr lang="ar-EG" dirty="0"/>
              <a:t>أماكن بيع القهوة</a:t>
            </a:r>
          </a:p>
          <a:p>
            <a:pPr marL="685800"/>
            <a:r>
              <a:rPr lang="ar-EG" dirty="0"/>
              <a:t>الطعام السريع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المطاعم</a:t>
            </a:r>
          </a:p>
          <a:p>
            <a:pPr marL="685800"/>
            <a:r>
              <a:rPr lang="ar-EG" dirty="0"/>
              <a:t>وسائل السفر (الجوية، والبرية، والسكك الحديدية، والبحرية).</a:t>
            </a:r>
            <a:r>
              <a:rPr lang="en-US" dirty="0"/>
              <a:t> </a:t>
            </a:r>
          </a:p>
          <a:p>
            <a:pPr marL="685800"/>
            <a:endParaRPr lang="en-GB" altLang="en-US" dirty="0"/>
          </a:p>
          <a:p>
            <a:pPr indent="0">
              <a:buNone/>
            </a:pPr>
            <a:r>
              <a:rPr lang="ar-EG" b="1" dirty="0"/>
              <a:t>المناقشة: </a:t>
            </a:r>
            <a:r>
              <a:rPr lang="ar-EG" dirty="0"/>
              <a:t> تحدث عن أي وجبات تناولتها في منافذ البيع سالفة الذكر، </a:t>
            </a:r>
            <a:br>
              <a:rPr lang="ar-EG" dirty="0"/>
            </a:br>
            <a:r>
              <a:rPr lang="ar-EG" dirty="0"/>
              <a:t>ومدى اختلاف تجربة الوجبة من منفذٍ لآخر.</a:t>
            </a:r>
            <a:r>
              <a:rPr lang="en-US" dirty="0"/>
              <a:t>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المنافذ   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D4AF5F6-A289-87C7-7A4A-BFC95CDA871A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359349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أنماط الخدمة     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051720" y="1916832"/>
            <a:ext cx="6657718" cy="374596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ar-EG" sz="2000" dirty="0"/>
              <a:t>يتباين أسلوب الخدمة المُتبعة أثناء تقديم الأطعمة والمشروبات باختلاف المنفذ.</a:t>
            </a:r>
            <a:r>
              <a:rPr lang="en-US" sz="2000" dirty="0"/>
              <a:t> </a:t>
            </a:r>
            <a:r>
              <a:rPr lang="ar-EG" sz="2000" dirty="0"/>
              <a:t>تشمل أنماط الخدمة ما يلي: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الخدمة المساعدة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خدمة البوفيه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خدمة الاستقبال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الخدمة العائلية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خدمة الأطباق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خدمة الغرف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الخدمة الذاتية، </a:t>
            </a:r>
            <a:r>
              <a:rPr lang="ar-EG" sz="2000" dirty="0" err="1"/>
              <a:t>إخدم</a:t>
            </a:r>
            <a:r>
              <a:rPr lang="ar-EG" sz="2000" dirty="0"/>
              <a:t> نفسك بنفسك</a:t>
            </a:r>
          </a:p>
          <a:p>
            <a:pPr marL="363538">
              <a:lnSpc>
                <a:spcPct val="90000"/>
              </a:lnSpc>
            </a:pPr>
            <a:r>
              <a:rPr lang="ar-EG" sz="2000" dirty="0"/>
              <a:t>الخدمة الفضية.</a:t>
            </a:r>
          </a:p>
          <a:p>
            <a:pPr marL="363538">
              <a:lnSpc>
                <a:spcPct val="90000"/>
              </a:lnSpc>
            </a:pPr>
            <a:endParaRPr lang="en-GB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130BE-CB70-660D-DF0D-17B55DFD1FB8}"/>
              </a:ext>
            </a:extLst>
          </p:cNvPr>
          <p:cNvSpPr txBox="1"/>
          <p:nvPr/>
        </p:nvSpPr>
        <p:spPr>
          <a:xfrm>
            <a:off x="683568" y="5805264"/>
            <a:ext cx="8003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638" indent="0">
              <a:lnSpc>
                <a:spcPct val="90000"/>
              </a:lnSpc>
              <a:buNone/>
            </a:pPr>
            <a:r>
              <a:rPr lang="ar-EG" sz="2000" b="1"/>
              <a:t>سؤال:</a:t>
            </a:r>
            <a:r>
              <a:rPr lang="ar-EG" sz="2000"/>
              <a:t> باستخدام المنافذ الموجودة في الشريحة السابقة، ما نمط الخدمة الذي يناسب كل منفذ؟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00251-F763-EED0-2CC7-3244563A23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2780832"/>
            <a:ext cx="3858994" cy="2572663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56EBF2F-399C-589D-F076-D11E70F19E47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575567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3768" y="2852936"/>
            <a:ext cx="8208712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/>
          <a:p>
            <a:r>
              <a:rPr lang="ar-EG"/>
              <a:t>توافر المعدات</a:t>
            </a:r>
          </a:p>
          <a:p>
            <a:r>
              <a:rPr lang="ar-EG"/>
              <a:t>المنافسة</a:t>
            </a:r>
          </a:p>
          <a:p>
            <a:r>
              <a:rPr lang="ar-EG"/>
              <a:t>الآثار المترتبة على التكلفة</a:t>
            </a:r>
          </a:p>
          <a:p>
            <a:r>
              <a:rPr lang="ar-EG"/>
              <a:t>الاتجاهات الحالية (الطلب على الطعام الصحي، وموضوعات الحفاظ على البيئة، والأجواء غير الرسمية)</a:t>
            </a:r>
          </a:p>
          <a:p>
            <a:endParaRPr lang="en-GB" altLang="en-US" dirty="0"/>
          </a:p>
          <a:p>
            <a:endParaRPr lang="en-GB" altLang="en-US" dirty="0"/>
          </a:p>
          <a:p>
            <a:r>
              <a:rPr lang="ar-EG"/>
              <a:t>الحجم</a:t>
            </a:r>
          </a:p>
          <a:p>
            <a:r>
              <a:rPr lang="ar-EG"/>
              <a:t>سرعة تسليم الطلبات                    مهارات الموظفين</a:t>
            </a:r>
            <a:r>
              <a:rPr lang="en-US"/>
              <a:t> </a:t>
            </a:r>
          </a:p>
          <a:p>
            <a:r>
              <a:rPr lang="ar-EG"/>
              <a:t>نوع الطعام (الوجبات الرئيسية، والوجبات الخفيفة، وشاي ما بعد الظهيرة).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ملاءمة أنماط الخدمة</a:t>
            </a:r>
          </a:p>
          <a:p>
            <a:endParaRPr lang="en-GB" altLang="en-US" sz="2400" dirty="0"/>
          </a:p>
          <a:p>
            <a:r>
              <a:rPr lang="ar-EG" sz="2400"/>
              <a:t>عند اختيار مكان تناول الطعام، توجد عوامل متنوعة ينبغي مراعاتها، بما في ذلك:</a:t>
            </a:r>
          </a:p>
          <a:p>
            <a:pPr algn="ctr"/>
            <a:r>
              <a:rPr lang="ar-EG" sz="3600"/>
              <a:t>    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EEF420C-E4AD-F3BC-AEA2-A53AB379A1B2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692730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3157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/>
              <a:t>هدف التعلم ب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737991"/>
            <a:ext cx="7991475" cy="2879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تحضير وتقديم خدمة الأطعمة والمشروبات وإزالة الأطباق والتنظيف، بطريقة احترافية وآمنة وصحية من خلال أسلوبين متباينين من الخدمة</a:t>
            </a:r>
          </a:p>
          <a:p>
            <a:pPr algn="ctr"/>
            <a:endParaRPr lang="en-GB" altLang="en-US" sz="36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/>
              <a:t>ب1 تحضير منطقة الخدمة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/>
              <a:t>ب2 تقديم الأطعمة والمشروبات</a:t>
            </a:r>
            <a:r>
              <a:rPr lang="en-US" sz="240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/>
              <a:t>ب3 تنظيف منطقة الخدمة وغلقها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5B6F83A-F46B-B7AE-7E56-E528953DE312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3157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/>
              <a:t>هدف التعلم ب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737991"/>
            <a:ext cx="7991475" cy="2879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تحضير وتقديم خدمة الأطعمة والمشروبات وإزالة الأطباق والتنظيف، بطريقة احترافية وآمنة وصحية من خلال أسلوبين متباينين من الخدمة</a:t>
            </a:r>
          </a:p>
          <a:p>
            <a:pPr algn="ctr"/>
            <a:endParaRPr lang="en-GB" altLang="en-US" sz="2400" dirty="0"/>
          </a:p>
          <a:p>
            <a:r>
              <a:rPr lang="ar-EG" sz="2400"/>
              <a:t>يتطلب هدف التعلم (ب) تحضير الأطعمة والمشروبات وتقديمها وإزالة الأطباق والتنظيف، بما يُلبي المتطلبات.</a:t>
            </a:r>
            <a:r>
              <a:rPr lang="en-US" sz="240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5D280FA-262B-D48D-0A7E-63B2A1496031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867968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038210"/>
            <a:ext cx="8208712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b="1"/>
              <a:t>منطقة الخدمة ومنطقة العملاء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ar-EG"/>
              <a:t>عند التحضير للخدمة، ستحتاج إلى تغطية الجوانب التالية: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algn="ctr">
              <a:buNone/>
            </a:pPr>
            <a:endParaRPr lang="en-GB" altLang="en-US" dirty="0"/>
          </a:p>
          <a:p>
            <a:pPr marL="0" indent="0"/>
            <a:endParaRPr lang="en-GB" altLang="en-US" dirty="0"/>
          </a:p>
          <a:p>
            <a:pPr marL="0" indent="0">
              <a:buNone/>
            </a:pPr>
            <a:endParaRPr lang="en-GB" altLang="en-US" b="1" dirty="0"/>
          </a:p>
          <a:p>
            <a:pPr marL="0" indent="0">
              <a:buNone/>
            </a:pPr>
            <a:endParaRPr lang="en-GB" altLang="en-US" b="1" dirty="0"/>
          </a:p>
          <a:p>
            <a:pPr marL="0" indent="0">
              <a:buNone/>
            </a:pPr>
            <a:r>
              <a:rPr lang="ar-EG" b="1"/>
              <a:t>المناقشة: </a:t>
            </a:r>
            <a:r>
              <a:rPr lang="ar-EG"/>
              <a:t> تحدّث ضمن مجموعة عن جوانب الخدمة المتوفرة لديك، في مدرستك، من أجل هذه المهمة العملية.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تحضير منطقة الخدمة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A79B3F-3D4F-8D81-CEF0-FA1E9D65B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230888"/>
              </p:ext>
            </p:extLst>
          </p:nvPr>
        </p:nvGraphicFramePr>
        <p:xfrm>
          <a:off x="1560005" y="3087216"/>
          <a:ext cx="6096000" cy="228600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8798511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59259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ar-EG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مناطق الخدمة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مناطق العملاء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البوفيه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الاستقبال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03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شباك الخدمة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مكان حفز المعاطف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0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المطعم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الحمام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06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ar-EG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الصالة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24191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BFC97-6BDF-C83A-BE65-824039D8E24F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492896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/>
              <a:t>عند التجهيز للخدمة، يُراعى ما يلي:</a:t>
            </a:r>
          </a:p>
          <a:p>
            <a:pPr marL="452438" indent="-452438"/>
            <a:r>
              <a:rPr lang="ar-EG"/>
              <a:t>تنظيف الموائد وتنظيمها وفرشها</a:t>
            </a:r>
          </a:p>
          <a:p>
            <a:pPr marL="452438" indent="-452438"/>
            <a:r>
              <a:rPr lang="ar-EG"/>
              <a:t>تجهيز البوفيه أو طاولة الخدمة</a:t>
            </a:r>
          </a:p>
          <a:p>
            <a:pPr marL="452438" indent="-452438"/>
            <a:r>
              <a:rPr lang="ar-EG"/>
              <a:t>الإبلاغ عن أي مشكلات تجدها</a:t>
            </a:r>
          </a:p>
          <a:p>
            <a:pPr marL="452438" indent="-452438"/>
            <a:r>
              <a:rPr lang="ar-EG"/>
              <a:t>تجهيز وحدات الخدمة الساخنة والباردة ومدفئات الأطباق</a:t>
            </a:r>
          </a:p>
          <a:p>
            <a:pPr marL="452438" indent="-452438"/>
            <a:r>
              <a:rPr lang="ar-EG"/>
              <a:t>تجهيز الصواني وأدوات المائدة</a:t>
            </a:r>
          </a:p>
          <a:p>
            <a:pPr marL="452438" indent="-452438"/>
            <a:r>
              <a:rPr lang="ar-EG"/>
              <a:t>جمع أغطية الموائد والمفارش </a:t>
            </a:r>
          </a:p>
          <a:p>
            <a:pPr marL="452438" indent="-452438"/>
            <a:r>
              <a:rPr lang="ar-EG"/>
              <a:t>التحقق من دقة قوائم الطعام.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تجهيز منطقة الخدمة والمعدات وعناصر الخدمة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7EDABE7-5CED-5709-CAB7-79C2804A5ADA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160447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ar-EG" sz="2800" b="1">
                <a:solidFill>
                  <a:schemeClr val="tx2"/>
                </a:solidFill>
              </a:rPr>
              <a:t>تجهيز منطقة الخدمة والمعدات ومواد الخدمة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495800" y="2196001"/>
            <a:ext cx="4179886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0638" indent="0">
              <a:lnSpc>
                <a:spcPct val="90000"/>
              </a:lnSpc>
              <a:buNone/>
            </a:pPr>
            <a:r>
              <a:rPr lang="ar-EG"/>
              <a:t>التجهيز:</a:t>
            </a:r>
          </a:p>
          <a:p>
            <a:pPr marL="363538">
              <a:lnSpc>
                <a:spcPct val="90000"/>
              </a:lnSpc>
            </a:pPr>
            <a:r>
              <a:rPr lang="ar-EG"/>
              <a:t>الأواني الفخارية</a:t>
            </a:r>
          </a:p>
          <a:p>
            <a:pPr marL="363538">
              <a:lnSpc>
                <a:spcPct val="90000"/>
              </a:lnSpc>
            </a:pPr>
            <a:r>
              <a:rPr lang="ar-EG"/>
              <a:t>الأواني الزجاجية</a:t>
            </a:r>
          </a:p>
          <a:p>
            <a:pPr marL="363538">
              <a:lnSpc>
                <a:spcPct val="90000"/>
              </a:lnSpc>
            </a:pPr>
            <a:r>
              <a:rPr lang="ar-EG"/>
              <a:t>الأواني الفضية</a:t>
            </a:r>
          </a:p>
          <a:p>
            <a:pPr marL="363538">
              <a:lnSpc>
                <a:spcPct val="90000"/>
              </a:lnSpc>
            </a:pPr>
            <a:r>
              <a:rPr lang="ar-EG"/>
              <a:t>التوابل والأباريق والصلصة والملح والفلفل والسكر ومنتجات التحلية البديلة للسكر</a:t>
            </a:r>
            <a:r>
              <a:rPr lang="ar-EG" sz="2000"/>
              <a:t>.</a:t>
            </a:r>
          </a:p>
          <a:p>
            <a:pPr indent="0">
              <a:lnSpc>
                <a:spcPct val="90000"/>
              </a:lnSpc>
              <a:buNone/>
            </a:pPr>
            <a:endParaRPr lang="en-GB" altLang="en-US" sz="2000" b="1" dirty="0"/>
          </a:p>
          <a:p>
            <a:pPr marL="685800">
              <a:lnSpc>
                <a:spcPct val="90000"/>
              </a:lnSpc>
            </a:pPr>
            <a:endParaRPr lang="en-GB" altLang="en-US" sz="2000" b="1" dirty="0"/>
          </a:p>
          <a:p>
            <a:pPr indent="0">
              <a:lnSpc>
                <a:spcPct val="90000"/>
              </a:lnSpc>
            </a:pPr>
            <a:endParaRPr lang="en-GB" altLang="en-US" sz="2000" dirty="0"/>
          </a:p>
          <a:p>
            <a:pPr indent="0">
              <a:lnSpc>
                <a:spcPct val="90000"/>
              </a:lnSpc>
            </a:pPr>
            <a:endParaRPr lang="en-GB" altLang="en-US" sz="2000" dirty="0"/>
          </a:p>
          <a:p>
            <a:pPr indent="0">
              <a:lnSpc>
                <a:spcPct val="90000"/>
              </a:lnSpc>
            </a:pPr>
            <a:endParaRPr lang="en-GB" altLang="en-US" sz="2000" dirty="0"/>
          </a:p>
          <a:p>
            <a:pPr marL="685800">
              <a:lnSpc>
                <a:spcPct val="90000"/>
              </a:lnSpc>
            </a:pPr>
            <a:endParaRPr lang="en-GB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21B82-0996-E540-1A07-09F748594D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2412720"/>
            <a:ext cx="3752030" cy="25013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2D91D5-43B0-7BF3-D60E-5832F0D1B8AD}"/>
              </a:ext>
            </a:extLst>
          </p:cNvPr>
          <p:cNvSpPr txBox="1"/>
          <p:nvPr/>
        </p:nvSpPr>
        <p:spPr>
          <a:xfrm>
            <a:off x="539552" y="5373216"/>
            <a:ext cx="7992888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ar-EG" sz="2800" b="1" dirty="0"/>
              <a:t>المناقشة: </a:t>
            </a:r>
            <a:r>
              <a:rPr lang="ar-EG" sz="2800" dirty="0"/>
              <a:t> تحدث مع مجموعتك عن معدات الخدمة ومواد الخدمة، </a:t>
            </a:r>
            <a:br>
              <a:rPr lang="ar-EG" sz="2800" dirty="0"/>
            </a:br>
            <a:r>
              <a:rPr lang="ar-EG" sz="2800" dirty="0"/>
              <a:t>في مدرستك، وكيف ستتولى إعداد ذلك للخدمة.</a:t>
            </a:r>
            <a:r>
              <a:rPr lang="en-US" sz="2800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24B93B6-CA6D-D638-CE0A-F2F229D9C178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7700624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492896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indent="-363538"/>
            <a:r>
              <a:rPr lang="ar-EG"/>
              <a:t>عند التحضير لخدمة الأطعمة والمشروبات وتقديمها، يُراعى اتباع إجراءات السلامة العامة لتجنب وقوع الحوادث.</a:t>
            </a:r>
            <a:r>
              <a:rPr lang="en-US"/>
              <a:t> </a:t>
            </a:r>
            <a:r>
              <a:rPr lang="ar-EG"/>
              <a:t>انتبه عند فتح الأبواب لتجنب الاصطدام، وانظر دائمًا إلى المكان الذي ستذهب إليه عند حمل الصواني.</a:t>
            </a:r>
            <a:r>
              <a:rPr lang="en-US"/>
              <a:t> </a:t>
            </a:r>
            <a:r>
              <a:rPr lang="ar-EG"/>
              <a:t>تأكد من توازن المواد الموجودة على الصينية الخاصة بك.  </a:t>
            </a:r>
          </a:p>
          <a:p>
            <a:pPr marL="363538" indent="-363538"/>
            <a:r>
              <a:rPr lang="ar-EG"/>
              <a:t>يُراعى دائمًا أن تكون محترفًا في سلوكك وموقفك.</a:t>
            </a:r>
            <a:r>
              <a:rPr lang="en-US"/>
              <a:t> </a:t>
            </a:r>
            <a:r>
              <a:rPr lang="ar-EG"/>
              <a:t>يضمن الاهتمام بالتفاصيل ظهور منطقة خدمتك وأنت نفسك في شكل احترافي أمام العملاء.</a:t>
            </a:r>
            <a:r>
              <a:rPr lang="en-US"/>
              <a:t> </a:t>
            </a:r>
            <a:r>
              <a:rPr lang="ar-EG"/>
              <a:t>احرص دائمًا على النظافة الجيدة والتواصل بوضوح.</a:t>
            </a:r>
            <a:r>
              <a:rPr lang="en-US"/>
              <a:t> 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السلامة والنظافة والاحترافية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AC4D602-0C71-8A6B-2ECD-A76631970D1D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51290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348880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indent="-363538"/>
            <a:r>
              <a:rPr lang="ar-EG"/>
              <a:t>عند تقديم خدمة الأطعمة والمشروبات، يُراعى أن تكون محترفًا وأن تظهر معرفتك بالمنتج، فضلاً عن التمتع بالمهارات الفنية المناسبة عند استخدام المعدات اللازمة.</a:t>
            </a:r>
          </a:p>
          <a:p>
            <a:pPr marL="363538" indent="-363538"/>
            <a:r>
              <a:rPr lang="ar-EG"/>
              <a:t>ينبغي لك إظهار مهارات خدمة العملاء عند مقابلتهم والترحيب بهم وتنفيذ واجبات خدمتهم.</a:t>
            </a:r>
            <a:r>
              <a:rPr lang="en-US"/>
              <a:t> </a:t>
            </a:r>
            <a:r>
              <a:rPr lang="ar-EG"/>
              <a:t>من أجل تقديم خدمة احترافية، ينبغي تقديم التوابل والمواد المرتبطة بها الصحيحة.</a:t>
            </a:r>
            <a:r>
              <a:rPr lang="en-US"/>
              <a:t>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تقديم مجموعة متنوعة من أنماط الخدمة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68571D5-DB72-00DF-E388-353B2621DBCF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80452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564904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indent="-363538"/>
            <a:r>
              <a:rPr lang="ar-EG"/>
              <a:t>الحفاظ على مستويات المخزون لتجنب التأخر في تقديم الخدمة.</a:t>
            </a:r>
            <a:r>
              <a:rPr lang="en-US"/>
              <a:t> </a:t>
            </a:r>
          </a:p>
          <a:p>
            <a:pPr marL="363538" indent="-363538"/>
            <a:r>
              <a:rPr lang="ar-EG"/>
              <a:t>ينبغي لموظفي خدمة الأطعمة والمشروبات إتباع السلوك الصحيح واستخدام مهارات التواصل مع العملاء والموظفين.</a:t>
            </a:r>
            <a:r>
              <a:rPr lang="en-US"/>
              <a:t> </a:t>
            </a:r>
            <a:r>
              <a:rPr lang="ar-EG"/>
              <a:t>تضمن تلك المهارات حصول العملاء على تجربة جيدة عند تناول الطعام في مطعمك.</a:t>
            </a:r>
            <a:r>
              <a:rPr lang="en-US"/>
              <a:t> 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تقديم مجموعة متنوعة من أنماط الخدمة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3B1AF7D-B1EE-D22A-393A-31723C602FC0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31867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تقديم مجموعة متنوعة من أنماط الخدمة (3)</a:t>
            </a:r>
            <a:r>
              <a:rPr lang="en-US" sz="3600" b="1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995936" y="2196001"/>
            <a:ext cx="4679750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ts val="2200"/>
              </a:lnSpc>
              <a:buNone/>
            </a:pPr>
            <a:r>
              <a:rPr lang="ar-EG" sz="2200" dirty="0">
                <a:solidFill>
                  <a:schemeClr val="tx2"/>
                </a:solidFill>
              </a:rPr>
              <a:t>أنواع الأطعمة والمشروبات</a:t>
            </a:r>
          </a:p>
          <a:p>
            <a:pPr marL="0" indent="0">
              <a:lnSpc>
                <a:spcPts val="2200"/>
              </a:lnSpc>
              <a:buNone/>
            </a:pPr>
            <a:endParaRPr lang="en-GB" altLang="en-US" sz="500" dirty="0"/>
          </a:p>
          <a:p>
            <a:pPr marL="0" indent="0">
              <a:lnSpc>
                <a:spcPts val="2200"/>
              </a:lnSpc>
              <a:buNone/>
            </a:pPr>
            <a:r>
              <a:rPr lang="ar-EG" sz="2200" dirty="0"/>
              <a:t>ستحتاج إلى تقديم أنواع مختلفة من الأطعمة، ونخص بالذكر منها: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المقبلات</a:t>
            </a:r>
            <a:r>
              <a:rPr lang="en-US" sz="2200" dirty="0"/>
              <a:t> 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الطبق الرئيسي</a:t>
            </a:r>
            <a:r>
              <a:rPr lang="en-US" sz="2200" dirty="0"/>
              <a:t> 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الخضروات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الحلويات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الوجبات الخفيفة</a:t>
            </a:r>
            <a:r>
              <a:rPr lang="en-US" sz="2200" dirty="0"/>
              <a:t> 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الأطباق الجانبية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المشروبات الساخنة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المشروبات الباردة</a:t>
            </a:r>
          </a:p>
          <a:p>
            <a:pPr>
              <a:lnSpc>
                <a:spcPts val="2200"/>
              </a:lnSpc>
            </a:pPr>
            <a:r>
              <a:rPr lang="ar-EG" sz="2200" dirty="0"/>
              <a:t>المشروبات الغازية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9FE37-534D-6E52-6DA6-F7A007B985F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5367" y="2312746"/>
            <a:ext cx="2510663" cy="3790609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046CDB0-D3B5-1001-FF13-E70E9030B740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544481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564904"/>
            <a:ext cx="8352827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يلتزم الموظفون بالتشريعات والمعايير التنظيمية عند تقديم خدمة الأطعمة والمشروبات.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يشمل ذلك:</a:t>
            </a:r>
          </a:p>
          <a:p>
            <a:pPr marL="685800"/>
            <a:r>
              <a:rPr lang="ar-EG" dirty="0"/>
              <a:t>السلامة العامة</a:t>
            </a:r>
          </a:p>
          <a:p>
            <a:pPr marL="685800"/>
            <a:r>
              <a:rPr lang="ar-EG" dirty="0"/>
              <a:t>التعامل الآمن مع الأطعمة والمشروبات</a:t>
            </a:r>
          </a:p>
          <a:p>
            <a:pPr marL="685800"/>
            <a:r>
              <a:rPr lang="ar-EG" dirty="0"/>
              <a:t>التخزين الآمن لمواد الخدمة (المعدات والأواني الفخارية وأدوات المائدة والأواني الزجاجية)</a:t>
            </a:r>
          </a:p>
          <a:p>
            <a:pPr marL="685800"/>
            <a:r>
              <a:rPr lang="ar-EG" dirty="0"/>
              <a:t>تنظيف منطقة العمل.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b="1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الامتثال للتشريعات والمعايير التنظيمية</a:t>
            </a:r>
          </a:p>
          <a:p>
            <a:pPr algn="ctr"/>
            <a:r>
              <a:rPr lang="en-US" sz="3600" b="1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2C72E4B-2562-D580-E842-299B6548BB8F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988642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276872"/>
            <a:ext cx="8208712" cy="38884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/>
              <a:t>عند تنظيف منطقة الخدمة وغلقها، يتعين على الموظفين:</a:t>
            </a:r>
          </a:p>
          <a:p>
            <a:pPr marL="685800"/>
            <a:r>
              <a:rPr lang="ar-EG"/>
              <a:t>تنظيف الطاولات وإعادة فرشها</a:t>
            </a:r>
          </a:p>
          <a:p>
            <a:pPr marL="685800"/>
            <a:r>
              <a:rPr lang="ar-EG"/>
              <a:t>التخلص من النفايات</a:t>
            </a:r>
          </a:p>
          <a:p>
            <a:pPr marL="685800"/>
            <a:r>
              <a:rPr lang="ar-EG"/>
              <a:t>الإبلاغ عن أيّ مشكلات </a:t>
            </a:r>
          </a:p>
          <a:p>
            <a:pPr marL="685800"/>
            <a:r>
              <a:rPr lang="ar-EG"/>
              <a:t>إعادة ملء الفوارغ والتوابل، وتجديد الأدوات</a:t>
            </a:r>
          </a:p>
          <a:p>
            <a:pPr marL="685800"/>
            <a:r>
              <a:rPr lang="ar-EG"/>
              <a:t>تنظيف أو تجديد قوائم الطعام التالفة.</a:t>
            </a:r>
            <a:r>
              <a:rPr lang="en-US"/>
              <a:t>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تنظيف منطقة الخدمة وغلقها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0FF0982-C031-468E-D4FC-397D81CAA5AA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555563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ar-EG" sz="3200" b="1">
                <a:solidFill>
                  <a:schemeClr val="tx2"/>
                </a:solidFill>
              </a:rPr>
              <a:t>تنظيف منطقة الخدمة وغلقها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85693" y="2204864"/>
            <a:ext cx="474634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ar-EG" sz="2200" dirty="0"/>
              <a:t>يتعين اتباع معايير السلامة والنظافة العامة، </a:t>
            </a:r>
            <a:br>
              <a:rPr lang="ar-EG" sz="2200" dirty="0"/>
            </a:br>
            <a:r>
              <a:rPr lang="ar-EG" sz="2200" dirty="0"/>
              <a:t>بما في ذلك التعامل الآمن مع الأطعمة والمشروبات.</a:t>
            </a:r>
            <a:r>
              <a:rPr lang="en-US" sz="22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sz="2200" b="1" dirty="0"/>
          </a:p>
          <a:p>
            <a:pPr marL="0" indent="0">
              <a:lnSpc>
                <a:spcPct val="90000"/>
              </a:lnSpc>
              <a:buNone/>
            </a:pPr>
            <a:endParaRPr lang="en-GB" altLang="en-US" sz="2200" b="1" dirty="0"/>
          </a:p>
          <a:p>
            <a:pPr marL="0" indent="0">
              <a:lnSpc>
                <a:spcPct val="90000"/>
              </a:lnSpc>
              <a:buNone/>
            </a:pPr>
            <a:endParaRPr lang="en-GB" altLang="en-US" sz="2200" b="1" dirty="0"/>
          </a:p>
          <a:p>
            <a:pPr marL="0" indent="0">
              <a:lnSpc>
                <a:spcPct val="90000"/>
              </a:lnSpc>
              <a:buNone/>
            </a:pPr>
            <a:r>
              <a:rPr lang="ar-EG" sz="2200" b="1" dirty="0"/>
              <a:t>سؤال: ما هي طريقة التخلص</a:t>
            </a:r>
            <a:r>
              <a:rPr lang="ar-EG" sz="2200" dirty="0"/>
              <a:t> من النفايات </a:t>
            </a:r>
            <a:br>
              <a:rPr lang="ar-EG" sz="2200" dirty="0"/>
            </a:br>
            <a:r>
              <a:rPr lang="ar-EG" sz="2200" dirty="0"/>
              <a:t>في منطقة الخدمة؟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0697F-A785-5789-21C6-09AB9F2133E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0419" y="2924944"/>
            <a:ext cx="3576381" cy="237626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B8DA55F-07A4-1B59-33B5-7F4D53F7C346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583030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686548"/>
            <a:ext cx="8208712" cy="35507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indent="-363538"/>
            <a:r>
              <a:rPr lang="ar-EG" dirty="0"/>
              <a:t>بعد الخدمة، يتعين تخزين جميع المعدات المُستخدمة تخزينًا آمنًا.</a:t>
            </a:r>
            <a:r>
              <a:rPr lang="en-US" dirty="0"/>
              <a:t> </a:t>
            </a:r>
            <a:r>
              <a:rPr lang="ar-EG" dirty="0"/>
              <a:t>سيساهم </a:t>
            </a:r>
            <a:br>
              <a:rPr lang="ar-EG" dirty="0"/>
            </a:br>
            <a:r>
              <a:rPr lang="ar-EG" dirty="0"/>
              <a:t>ذلك في الحفاظ على نظافة الأدوات، فضلاً عن توفرها عند الحاجة بعد ذلك.</a:t>
            </a:r>
            <a:r>
              <a:rPr lang="en-US" dirty="0"/>
              <a:t> </a:t>
            </a:r>
          </a:p>
          <a:p>
            <a:pPr marL="363538" indent="-363538"/>
            <a:r>
              <a:rPr lang="ar-EG" dirty="0"/>
              <a:t>يجب إيقاف تشغيل المعدات الكهربائية الكبيرة قبل تنظيفها وتخزينها.</a:t>
            </a:r>
            <a:r>
              <a:rPr lang="en-US" dirty="0"/>
              <a:t> </a:t>
            </a:r>
          </a:p>
          <a:p>
            <a:pPr marL="363538" indent="-363538"/>
            <a:endParaRPr lang="en-GB" altLang="en-US" b="1" dirty="0"/>
          </a:p>
          <a:p>
            <a:pPr marL="0" indent="0">
              <a:buNone/>
            </a:pPr>
            <a:r>
              <a:rPr lang="ar-EG" b="1" dirty="0"/>
              <a:t>المناقشة: </a:t>
            </a:r>
            <a:r>
              <a:rPr lang="ar-EG" dirty="0"/>
              <a:t>تحدث عن مدى ضرورة فحص معدات الخدمة الكهربائية </a:t>
            </a:r>
            <a:br>
              <a:rPr lang="ar-EG" dirty="0"/>
            </a:br>
            <a:r>
              <a:rPr lang="ar-EG" dirty="0"/>
              <a:t>بعد تقديم الخدمة.</a:t>
            </a:r>
            <a:r>
              <a:rPr lang="en-US" dirty="0"/>
              <a:t> 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تنظيف منطقة الخدمة وغلقها (3)</a:t>
            </a:r>
          </a:p>
          <a:p>
            <a:endParaRPr lang="en-GB" altLang="en-US" sz="2400" b="1" dirty="0"/>
          </a:p>
          <a:p>
            <a:r>
              <a:rPr lang="ar-EG" sz="2400" b="1"/>
              <a:t>التخزين الآمن للمواد</a:t>
            </a:r>
            <a:r>
              <a:rPr lang="en-US" sz="2400" b="1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D59E572-34CF-54B6-53F9-90708BEF1B4B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834677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65855" y="2996952"/>
            <a:ext cx="8208712" cy="2808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/>
            <a:r>
              <a:rPr lang="ar-EG" dirty="0"/>
              <a:t>يُراعى تنظيف الأواني الفخارية وترتيبها بشكل صحيح في منطقة التخزين </a:t>
            </a:r>
            <a:br>
              <a:rPr lang="ar-EG" dirty="0"/>
            </a:br>
            <a:r>
              <a:rPr lang="ar-EG" dirty="0"/>
              <a:t>أو الخزانة.</a:t>
            </a:r>
            <a:r>
              <a:rPr lang="en-US" dirty="0"/>
              <a:t> </a:t>
            </a:r>
          </a:p>
          <a:p>
            <a:pPr marL="363538"/>
            <a:r>
              <a:rPr lang="ar-EG" dirty="0"/>
              <a:t>يتعين تخزين أدوات المائدة نظيفة وبالترتيب الصحيح.</a:t>
            </a:r>
          </a:p>
          <a:p>
            <a:pPr marL="363538"/>
            <a:r>
              <a:rPr lang="ar-EG" dirty="0"/>
              <a:t>يُراعى تخزين الأواني الزجاجية على الرفوف في المجموعات الزجاجية ذاتها.</a:t>
            </a:r>
            <a:r>
              <a:rPr lang="en-US" dirty="0"/>
              <a:t> 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تنظيف منطقة الخدمة وغلقها</a:t>
            </a:r>
          </a:p>
          <a:p>
            <a:pPr algn="ctr"/>
            <a:r>
              <a:rPr lang="ar-EG" sz="3200" b="1"/>
              <a:t>(4)</a:t>
            </a:r>
          </a:p>
          <a:p>
            <a:r>
              <a:rPr lang="ar-EG" sz="2400" b="1"/>
              <a:t>التخزين الآمن للمواد</a:t>
            </a:r>
            <a:r>
              <a:rPr lang="en-US" sz="2400" b="1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79E305B-0ECE-7893-F3AB-AE7EEAD64C30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355930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/>
              <a:t>هدف التعلم ج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تقييم نجاح الأداء الخاص بتقديم الأطعمة والمشروبات.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167FB42-EB5F-4DBE-BB97-997E8CF50B5D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/>
              <a:t>هدف التعلم ج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تقييم نجاح الأداء الخاص بتقديم الأطعمة والمشروبات.</a:t>
            </a:r>
          </a:p>
          <a:p>
            <a:pPr algn="ctr"/>
            <a:endParaRPr lang="en-GB" altLang="en-US" sz="36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/>
              <a:t>ج1 مراقبة الخدمة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/>
              <a:t>ج2 مراجعة الخدمة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5A3192B-F4BC-5AE8-8938-5CC906AE3D02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859788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1720" y="3861048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سيساعدك هدف التعلم ج على فهم تقنيات المراجعة المتنوعة عند مراقبة </a:t>
            </a:r>
            <a:br>
              <a:rPr lang="ar-EG" dirty="0"/>
            </a:br>
            <a:r>
              <a:rPr lang="ar-EG" dirty="0"/>
              <a:t>الخدمة وكيفية قياس نجاح الخدمة.</a:t>
            </a:r>
            <a:r>
              <a:rPr lang="en-US" dirty="0"/>
              <a:t> 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4A4CE-F5EA-1416-F45D-808DB96C4600}"/>
              </a:ext>
            </a:extLst>
          </p:cNvPr>
          <p:cNvSpPr txBox="1"/>
          <p:nvPr/>
        </p:nvSpPr>
        <p:spPr>
          <a:xfrm>
            <a:off x="467544" y="1700808"/>
            <a:ext cx="8136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3600" b="1"/>
              <a:t>تقييم نجاح الأداء الخاص بتقديم الأطعمة والمشروبات.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D1D9C55-315D-20F3-E769-2A5321BAA29D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321496"/>
            <a:ext cx="8461346" cy="45365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مراقبة الخدمة (1)</a:t>
            </a:r>
          </a:p>
          <a:p>
            <a:endParaRPr lang="en-GB" altLang="en-US" sz="2400" b="1" dirty="0"/>
          </a:p>
          <a:p>
            <a:r>
              <a:rPr lang="ar-EG" sz="2400" b="1"/>
              <a:t>تقنيات المراجعة</a:t>
            </a:r>
          </a:p>
          <a:p>
            <a:r>
              <a:rPr lang="ar-EG" sz="2400"/>
              <a:t>يُمكن للزملاء و/أو العملاء تقديم المعلومات الخاصة بالخدمة.</a:t>
            </a:r>
            <a:r>
              <a:rPr lang="en-US" sz="2400"/>
              <a:t> </a:t>
            </a:r>
            <a:r>
              <a:rPr lang="ar-EG" sz="2400"/>
              <a:t>كلاهما ضروري لمراجعة الخدمة مراجعة كاملة.</a:t>
            </a:r>
          </a:p>
          <a:p>
            <a:r>
              <a:rPr lang="ar-EG" sz="2400"/>
              <a:t>يمكن استخدام تقنيات مراجعة متنوعة لمراقبة الخدمة</a:t>
            </a:r>
            <a:r>
              <a:rPr lang="en-US" sz="2400"/>
              <a:t> </a:t>
            </a:r>
          </a:p>
          <a:p>
            <a:endParaRPr lang="en-GB" altLang="en-US" sz="2400" dirty="0"/>
          </a:p>
          <a:p>
            <a:r>
              <a:rPr lang="ar-EG" sz="2400"/>
              <a:t>وتشمل ما يلي: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/>
              <a:t> </a:t>
            </a:r>
            <a:r>
              <a:rPr lang="ar-EG" sz="2400"/>
              <a:t>بطاقات التعليق حيث يكمل العميل استبيانًا بسيطًا بعد الخدمة.</a:t>
            </a:r>
            <a:r>
              <a:rPr lang="en-US" sz="2400"/>
              <a:t> </a:t>
            </a:r>
            <a:r>
              <a:rPr lang="ar-EG" sz="2400"/>
              <a:t>لا يطلع على الاستبيان إلا الموظفين المشاركين في الخدمة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/>
              <a:t>تُرسل الاستبيانات عادةً إلى العملاء عبر البريد أو عبر البريد الإلكتروني بعد زيارة أحد منافذ بيع الأطعمة والمشروبات.</a:t>
            </a:r>
            <a:r>
              <a:rPr lang="en-US" sz="2400"/>
              <a:t> </a:t>
            </a:r>
            <a:r>
              <a:rPr lang="ar-EG" sz="2400"/>
              <a:t>ترسل الإدارة عادةً تلك الاستبيانات للعملاء.</a:t>
            </a:r>
            <a:r>
              <a:rPr lang="en-US" sz="2400"/>
              <a:t> </a:t>
            </a:r>
          </a:p>
          <a:p>
            <a:endParaRPr lang="en-GB" altLang="en-US" sz="2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BE0B2C6-3F3A-F83C-EBA0-3C80D018DFE3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959422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321496"/>
            <a:ext cx="8461346" cy="45365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مراقبة الخدمة (2)</a:t>
            </a:r>
          </a:p>
          <a:p>
            <a:endParaRPr lang="en-GB" altLang="en-US" sz="2400" b="1" dirty="0"/>
          </a:p>
          <a:p>
            <a:r>
              <a:rPr lang="ar-EG" sz="2400" b="1" dirty="0"/>
              <a:t>تقنيات المراجعة</a:t>
            </a:r>
          </a:p>
          <a:p>
            <a:pPr algn="ctr"/>
            <a:endParaRPr lang="en-GB" alt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dirty="0"/>
              <a:t>يزور العملاء دون الإفصاح عن الهوية المؤسسة بشكل غير معلوم للتحقق </a:t>
            </a:r>
            <a:br>
              <a:rPr lang="ar-EG" sz="2400" dirty="0"/>
            </a:br>
            <a:r>
              <a:rPr lang="ar-EG" sz="2400" dirty="0"/>
              <a:t>من استيفاء المعايير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dirty="0"/>
              <a:t>يستخدم الضيوف مواقع المراجعة على الإنترنت لإبداء آرائهم بشأن تجربتهم.</a:t>
            </a:r>
            <a:r>
              <a:rPr lang="en-US" sz="2400" dirty="0"/>
              <a:t> </a:t>
            </a:r>
            <a:br>
              <a:rPr lang="ar-EG" sz="2400" dirty="0"/>
            </a:br>
            <a:r>
              <a:rPr lang="ar-EG" sz="2400" dirty="0"/>
              <a:t>يمكن للجميع رؤية تلك التقييمات.</a:t>
            </a:r>
            <a:r>
              <a:rPr lang="en-US" sz="24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altLang="en-US" sz="2400" dirty="0"/>
          </a:p>
          <a:p>
            <a:r>
              <a:rPr lang="ar-EG" sz="2400" b="1" dirty="0"/>
              <a:t>سؤال: </a:t>
            </a:r>
            <a:r>
              <a:rPr lang="ar-EG" sz="2400" dirty="0"/>
              <a:t>ما هي الطريقة الأكثر فعالية للحصول على تعليقات بعد الخدمة، ولماذا؟</a:t>
            </a:r>
            <a:r>
              <a:rPr lang="en-US" sz="2400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21999CE-DF27-C272-F950-B818C618136C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540265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مراجعة الخدمة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491880" y="2196001"/>
            <a:ext cx="5183806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63538" indent="-363538">
              <a:lnSpc>
                <a:spcPct val="90000"/>
              </a:lnSpc>
              <a:buNone/>
            </a:pPr>
            <a:r>
              <a:rPr lang="ar-EG" sz="2200" b="1">
                <a:solidFill>
                  <a:schemeClr val="tx2"/>
                </a:solidFill>
              </a:rPr>
              <a:t>قياس النجاح</a:t>
            </a:r>
          </a:p>
          <a:p>
            <a:pPr marL="363538" indent="-363538">
              <a:lnSpc>
                <a:spcPct val="90000"/>
              </a:lnSpc>
              <a:buNone/>
            </a:pPr>
            <a:endParaRPr lang="en-GB" altLang="en-US" sz="2200" dirty="0"/>
          </a:p>
          <a:p>
            <a:pPr marL="0" indent="0">
              <a:lnSpc>
                <a:spcPct val="90000"/>
              </a:lnSpc>
              <a:buNone/>
            </a:pPr>
            <a:r>
              <a:rPr lang="ar-EG" sz="2200"/>
              <a:t>عند مراجعة الخدمة، تقيس الأسئلة والمعايير المتنوعة مدى النجاح.</a:t>
            </a:r>
            <a:r>
              <a:rPr lang="en-US" sz="2200"/>
              <a:t> </a:t>
            </a:r>
            <a:r>
              <a:rPr lang="ar-EG" sz="2200"/>
              <a:t>وتشمل ما يلي:</a:t>
            </a:r>
          </a:p>
          <a:p>
            <a:pPr marL="363538" indent="-363538">
              <a:lnSpc>
                <a:spcPct val="90000"/>
              </a:lnSpc>
            </a:pPr>
            <a:r>
              <a:rPr lang="ar-EG" sz="2200"/>
              <a:t>الزمن المستغرق لتقديم الخدمة</a:t>
            </a:r>
          </a:p>
          <a:p>
            <a:pPr marL="363538" indent="-363538">
              <a:lnSpc>
                <a:spcPct val="90000"/>
              </a:lnSpc>
            </a:pPr>
            <a:r>
              <a:rPr lang="ar-EG" sz="2200"/>
              <a:t>ملاءمة نمط التقديم</a:t>
            </a:r>
          </a:p>
          <a:p>
            <a:pPr marL="363538" indent="-363538">
              <a:lnSpc>
                <a:spcPct val="90000"/>
              </a:lnSpc>
            </a:pPr>
            <a:r>
              <a:rPr lang="ar-EG" sz="2200"/>
              <a:t>جودة الأطعمة والمشروبات</a:t>
            </a:r>
          </a:p>
          <a:p>
            <a:pPr marL="363538" indent="-363538">
              <a:lnSpc>
                <a:spcPct val="90000"/>
              </a:lnSpc>
            </a:pPr>
            <a:r>
              <a:rPr lang="ar-EG" sz="2200"/>
              <a:t>طُرق العمل</a:t>
            </a:r>
          </a:p>
          <a:p>
            <a:pPr marL="363538" indent="-363538">
              <a:lnSpc>
                <a:spcPct val="90000"/>
              </a:lnSpc>
            </a:pPr>
            <a:r>
              <a:rPr lang="ar-EG" sz="2200"/>
              <a:t>مهارات الخدمة</a:t>
            </a:r>
          </a:p>
          <a:p>
            <a:pPr marL="363538" indent="-363538">
              <a:lnSpc>
                <a:spcPct val="90000"/>
              </a:lnSpc>
            </a:pPr>
            <a:r>
              <a:rPr lang="ar-EG" sz="2200"/>
              <a:t>السلوك الاحترافي للموظفين</a:t>
            </a:r>
          </a:p>
          <a:p>
            <a:pPr marL="363538" indent="-363538">
              <a:lnSpc>
                <a:spcPct val="90000"/>
              </a:lnSpc>
            </a:pPr>
            <a:r>
              <a:rPr lang="ar-EG" sz="2200"/>
              <a:t>توصيات بهدف التحسينات.</a:t>
            </a:r>
          </a:p>
          <a:p>
            <a:pPr indent="0">
              <a:lnSpc>
                <a:spcPct val="90000"/>
              </a:lnSpc>
            </a:pPr>
            <a:endParaRPr lang="en-GB" altLang="en-US" sz="1900" dirty="0"/>
          </a:p>
          <a:p>
            <a:pPr marL="685800">
              <a:lnSpc>
                <a:spcPct val="90000"/>
              </a:lnSpc>
            </a:pPr>
            <a:endParaRPr lang="en-GB" altLang="en-U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12197-9407-FF25-999C-236D20C82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2636912"/>
            <a:ext cx="3168352" cy="3168352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954B9A6-85ED-E8BF-B983-444A3D48936F}"/>
              </a:ext>
            </a:extLst>
          </p:cNvPr>
          <p:cNvSpPr txBox="1">
            <a:spLocks/>
          </p:cNvSpPr>
          <p:nvPr/>
        </p:nvSpPr>
        <p:spPr bwMode="auto">
          <a:xfrm>
            <a:off x="107504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5376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9D454-7315-400C-82C3-C591BC45CB39}">
  <ds:schemaRefs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881431a-e3b2-481e-ba90-fae26e2fa83c"/>
    <ds:schemaRef ds:uri="a26a0597-d0d1-4250-940c-88e9bf9d5597"/>
    <ds:schemaRef ds:uri="http://schemas.microsoft.com/office/2006/metadata/properties"/>
    <ds:schemaRef ds:uri="http://purl.org/dc/dcmitype/"/>
    <ds:schemaRef ds:uri="7c1bd8dc-4e40-424f-a15f-9ffcd522197f"/>
    <ds:schemaRef ds:uri="6125ffc9-2c56-435e-8267-1393444907b2"/>
  </ds:schemaRefs>
</ds:datastoreItem>
</file>

<file path=customXml/itemProps2.xml><?xml version="1.0" encoding="utf-8"?>
<ds:datastoreItem xmlns:ds="http://schemas.openxmlformats.org/officeDocument/2006/customXml" ds:itemID="{628AAE50-E632-4EA3-AA99-94A27BC9566D}"/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9827</TotalTime>
  <Words>1791</Words>
  <Application>Microsoft Office PowerPoint</Application>
  <PresentationFormat>On-screen Show (4:3)</PresentationFormat>
  <Paragraphs>352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Arial</vt:lpstr>
      <vt:lpstr>Calibri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10   </vt:lpstr>
      <vt:lpstr>تقديم الأطعمة والمشروبات</vt:lpstr>
      <vt:lpstr>أهداف التعلم</vt:lpstr>
      <vt:lpstr>هدف التعلم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ب  </vt:lpstr>
      <vt:lpstr>هدف التعلم ب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هدف التعلم ج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121</cp:revision>
  <dcterms:created xsi:type="dcterms:W3CDTF">2020-07-15T07:14:47Z</dcterms:created>
  <dcterms:modified xsi:type="dcterms:W3CDTF">2023-11-21T12:47:44Z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