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7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8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9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45"/>
  </p:notesMasterIdLst>
  <p:sldIdLst>
    <p:sldId id="310" r:id="rId14"/>
    <p:sldId id="311" r:id="rId15"/>
    <p:sldId id="312" r:id="rId16"/>
    <p:sldId id="313" r:id="rId17"/>
    <p:sldId id="314" r:id="rId18"/>
    <p:sldId id="320" r:id="rId19"/>
    <p:sldId id="321" r:id="rId20"/>
    <p:sldId id="327" r:id="rId21"/>
    <p:sldId id="328" r:id="rId22"/>
    <p:sldId id="329" r:id="rId23"/>
    <p:sldId id="330" r:id="rId24"/>
    <p:sldId id="322" r:id="rId25"/>
    <p:sldId id="331" r:id="rId26"/>
    <p:sldId id="332" r:id="rId27"/>
    <p:sldId id="323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15" r:id="rId40"/>
    <p:sldId id="316" r:id="rId41"/>
    <p:sldId id="344" r:id="rId42"/>
    <p:sldId id="317" r:id="rId43"/>
    <p:sldId id="345" r:id="rId44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21904D-3E5B-44F7-9BE8-4AEF0F99FE25}" v="5" dt="2023-08-23T14:55:51.632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06" autoAdjust="0"/>
    <p:restoredTop sz="95226" autoAdjust="0"/>
  </p:normalViewPr>
  <p:slideViewPr>
    <p:cSldViewPr>
      <p:cViewPr varScale="1">
        <p:scale>
          <a:sx n="162" d="100"/>
          <a:sy n="162" d="100"/>
        </p:scale>
        <p:origin x="1662" y="14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commentAuthors" Target="commentAuthors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Winser" userId="c3146a91-e6bd-4264-bd86-e164e04bc32d" providerId="ADAL" clId="{CDC7624F-2D50-4267-9160-26149D6E4674}"/>
    <pc:docChg chg="undo custSel modSld modMainMaster">
      <pc:chgData name="Paul Winser" userId="c3146a91-e6bd-4264-bd86-e164e04bc32d" providerId="ADAL" clId="{CDC7624F-2D50-4267-9160-26149D6E4674}" dt="2023-08-21T15:39:07.575" v="46" actId="478"/>
      <pc:docMkLst>
        <pc:docMk/>
      </pc:docMkLst>
      <pc:sldChg chg="addSp modSp">
        <pc:chgData name="Paul Winser" userId="c3146a91-e6bd-4264-bd86-e164e04bc32d" providerId="ADAL" clId="{CDC7624F-2D50-4267-9160-26149D6E4674}" dt="2023-08-21T15:36:11.079" v="2"/>
        <pc:sldMkLst>
          <pc:docMk/>
          <pc:sldMk cId="0" sldId="310"/>
        </pc:sldMkLst>
        <pc:spChg chg="add mod">
          <ac:chgData name="Paul Winser" userId="c3146a91-e6bd-4264-bd86-e164e04bc32d" providerId="ADAL" clId="{CDC7624F-2D50-4267-9160-26149D6E4674}" dt="2023-08-21T15:36:11.079" v="2"/>
          <ac:spMkLst>
            <pc:docMk/>
            <pc:sldMk cId="0" sldId="310"/>
            <ac:spMk id="3" creationId="{09513F3E-890C-0910-6D01-A794AD5044C0}"/>
          </ac:spMkLst>
        </pc:spChg>
      </pc:sldChg>
      <pc:sldChg chg="addSp modSp">
        <pc:chgData name="Paul Winser" userId="c3146a91-e6bd-4264-bd86-e164e04bc32d" providerId="ADAL" clId="{CDC7624F-2D50-4267-9160-26149D6E4674}" dt="2023-08-21T15:36:12.049" v="3"/>
        <pc:sldMkLst>
          <pc:docMk/>
          <pc:sldMk cId="0" sldId="311"/>
        </pc:sldMkLst>
        <pc:spChg chg="add mod">
          <ac:chgData name="Paul Winser" userId="c3146a91-e6bd-4264-bd86-e164e04bc32d" providerId="ADAL" clId="{CDC7624F-2D50-4267-9160-26149D6E4674}" dt="2023-08-21T15:36:12.049" v="3"/>
          <ac:spMkLst>
            <pc:docMk/>
            <pc:sldMk cId="0" sldId="311"/>
            <ac:spMk id="2" creationId="{D7D0C074-0F09-8B9D-1BB9-589E4EB9D635}"/>
          </ac:spMkLst>
        </pc:spChg>
      </pc:sldChg>
      <pc:sldChg chg="addSp modSp">
        <pc:chgData name="Paul Winser" userId="c3146a91-e6bd-4264-bd86-e164e04bc32d" providerId="ADAL" clId="{CDC7624F-2D50-4267-9160-26149D6E4674}" dt="2023-08-21T15:36:13.003" v="4"/>
        <pc:sldMkLst>
          <pc:docMk/>
          <pc:sldMk cId="0" sldId="312"/>
        </pc:sldMkLst>
        <pc:spChg chg="add mod">
          <ac:chgData name="Paul Winser" userId="c3146a91-e6bd-4264-bd86-e164e04bc32d" providerId="ADAL" clId="{CDC7624F-2D50-4267-9160-26149D6E4674}" dt="2023-08-21T15:36:13.003" v="4"/>
          <ac:spMkLst>
            <pc:docMk/>
            <pc:sldMk cId="0" sldId="312"/>
            <ac:spMk id="2" creationId="{58D551AD-0498-3C47-B58D-8035F941A7A4}"/>
          </ac:spMkLst>
        </pc:spChg>
      </pc:sldChg>
      <pc:sldChg chg="addSp modSp">
        <pc:chgData name="Paul Winser" userId="c3146a91-e6bd-4264-bd86-e164e04bc32d" providerId="ADAL" clId="{CDC7624F-2D50-4267-9160-26149D6E4674}" dt="2023-08-21T15:36:14.419" v="5"/>
        <pc:sldMkLst>
          <pc:docMk/>
          <pc:sldMk cId="0" sldId="313"/>
        </pc:sldMkLst>
        <pc:spChg chg="add mod">
          <ac:chgData name="Paul Winser" userId="c3146a91-e6bd-4264-bd86-e164e04bc32d" providerId="ADAL" clId="{CDC7624F-2D50-4267-9160-26149D6E4674}" dt="2023-08-21T15:36:14.419" v="5"/>
          <ac:spMkLst>
            <pc:docMk/>
            <pc:sldMk cId="0" sldId="313"/>
            <ac:spMk id="2" creationId="{AF5B71FB-754B-D371-43E5-CFCE3A5C2B7D}"/>
          </ac:spMkLst>
        </pc:spChg>
      </pc:sldChg>
      <pc:sldChg chg="addSp modSp">
        <pc:chgData name="Paul Winser" userId="c3146a91-e6bd-4264-bd86-e164e04bc32d" providerId="ADAL" clId="{CDC7624F-2D50-4267-9160-26149D6E4674}" dt="2023-08-21T15:36:15.767" v="6"/>
        <pc:sldMkLst>
          <pc:docMk/>
          <pc:sldMk cId="405210024" sldId="314"/>
        </pc:sldMkLst>
        <pc:spChg chg="add mod">
          <ac:chgData name="Paul Winser" userId="c3146a91-e6bd-4264-bd86-e164e04bc32d" providerId="ADAL" clId="{CDC7624F-2D50-4267-9160-26149D6E4674}" dt="2023-08-21T15:36:15.767" v="6"/>
          <ac:spMkLst>
            <pc:docMk/>
            <pc:sldMk cId="405210024" sldId="314"/>
            <ac:spMk id="2" creationId="{32A32BF8-703C-1447-39A8-8BA1D70F6DB5}"/>
          </ac:spMkLst>
        </pc:spChg>
      </pc:sldChg>
      <pc:sldChg chg="addSp modSp">
        <pc:chgData name="Paul Winser" userId="c3146a91-e6bd-4264-bd86-e164e04bc32d" providerId="ADAL" clId="{CDC7624F-2D50-4267-9160-26149D6E4674}" dt="2023-08-21T15:36:45.250" v="28"/>
        <pc:sldMkLst>
          <pc:docMk/>
          <pc:sldMk cId="3152282472" sldId="315"/>
        </pc:sldMkLst>
        <pc:spChg chg="add mod">
          <ac:chgData name="Paul Winser" userId="c3146a91-e6bd-4264-bd86-e164e04bc32d" providerId="ADAL" clId="{CDC7624F-2D50-4267-9160-26149D6E4674}" dt="2023-08-21T15:36:45.250" v="28"/>
          <ac:spMkLst>
            <pc:docMk/>
            <pc:sldMk cId="3152282472" sldId="315"/>
            <ac:spMk id="2" creationId="{260DC87E-86AB-DF0D-657F-A42F25C827F7}"/>
          </ac:spMkLst>
        </pc:spChg>
      </pc:sldChg>
      <pc:sldChg chg="addSp modSp">
        <pc:chgData name="Paul Winser" userId="c3146a91-e6bd-4264-bd86-e164e04bc32d" providerId="ADAL" clId="{CDC7624F-2D50-4267-9160-26149D6E4674}" dt="2023-08-21T15:36:46.225" v="29"/>
        <pc:sldMkLst>
          <pc:docMk/>
          <pc:sldMk cId="1715839812" sldId="316"/>
        </pc:sldMkLst>
        <pc:spChg chg="add mod">
          <ac:chgData name="Paul Winser" userId="c3146a91-e6bd-4264-bd86-e164e04bc32d" providerId="ADAL" clId="{CDC7624F-2D50-4267-9160-26149D6E4674}" dt="2023-08-21T15:36:46.225" v="29"/>
          <ac:spMkLst>
            <pc:docMk/>
            <pc:sldMk cId="1715839812" sldId="316"/>
            <ac:spMk id="2" creationId="{C61F6AB1-A8CE-DF29-F4D5-83A28997F397}"/>
          </ac:spMkLst>
        </pc:spChg>
      </pc:sldChg>
      <pc:sldChg chg="addSp delSp modSp">
        <pc:chgData name="Paul Winser" userId="c3146a91-e6bd-4264-bd86-e164e04bc32d" providerId="ADAL" clId="{CDC7624F-2D50-4267-9160-26149D6E4674}" dt="2023-08-21T15:39:07.575" v="46" actId="478"/>
        <pc:sldMkLst>
          <pc:docMk/>
          <pc:sldMk cId="268698271" sldId="317"/>
        </pc:sldMkLst>
        <pc:spChg chg="add mod">
          <ac:chgData name="Paul Winser" userId="c3146a91-e6bd-4264-bd86-e164e04bc32d" providerId="ADAL" clId="{CDC7624F-2D50-4267-9160-26149D6E4674}" dt="2023-08-21T15:36:49.010" v="31"/>
          <ac:spMkLst>
            <pc:docMk/>
            <pc:sldMk cId="268698271" sldId="317"/>
            <ac:spMk id="2" creationId="{DED0910F-1B27-4499-5945-ED4E75039161}"/>
          </ac:spMkLst>
        </pc:spChg>
        <pc:spChg chg="add del mod">
          <ac:chgData name="Paul Winser" userId="c3146a91-e6bd-4264-bd86-e164e04bc32d" providerId="ADAL" clId="{CDC7624F-2D50-4267-9160-26149D6E4674}" dt="2023-08-21T15:39:07.575" v="46" actId="478"/>
          <ac:spMkLst>
            <pc:docMk/>
            <pc:sldMk cId="268698271" sldId="317"/>
            <ac:spMk id="4" creationId="{A73B9E6A-4CCA-F8F1-C856-31C866B51677}"/>
          </ac:spMkLst>
        </pc:spChg>
        <pc:picChg chg="del">
          <ac:chgData name="Paul Winser" userId="c3146a91-e6bd-4264-bd86-e164e04bc32d" providerId="ADAL" clId="{CDC7624F-2D50-4267-9160-26149D6E4674}" dt="2023-08-21T15:39:04.456" v="44" actId="478"/>
          <ac:picMkLst>
            <pc:docMk/>
            <pc:sldMk cId="268698271" sldId="317"/>
            <ac:picMk id="3" creationId="{374E2F6D-763A-9749-BC55-B9B053412AF0}"/>
          </ac:picMkLst>
        </pc:picChg>
        <pc:picChg chg="add mod">
          <ac:chgData name="Paul Winser" userId="c3146a91-e6bd-4264-bd86-e164e04bc32d" providerId="ADAL" clId="{CDC7624F-2D50-4267-9160-26149D6E4674}" dt="2023-08-21T15:39:04.883" v="45"/>
          <ac:picMkLst>
            <pc:docMk/>
            <pc:sldMk cId="268698271" sldId="317"/>
            <ac:picMk id="5" creationId="{7D8F91F7-392A-D682-1960-36FD4D1D29B6}"/>
          </ac:picMkLst>
        </pc:picChg>
      </pc:sldChg>
      <pc:sldChg chg="addSp modSp">
        <pc:chgData name="Paul Winser" userId="c3146a91-e6bd-4264-bd86-e164e04bc32d" providerId="ADAL" clId="{CDC7624F-2D50-4267-9160-26149D6E4674}" dt="2023-08-21T15:36:17.174" v="7"/>
        <pc:sldMkLst>
          <pc:docMk/>
          <pc:sldMk cId="4165932649" sldId="320"/>
        </pc:sldMkLst>
        <pc:spChg chg="add mod">
          <ac:chgData name="Paul Winser" userId="c3146a91-e6bd-4264-bd86-e164e04bc32d" providerId="ADAL" clId="{CDC7624F-2D50-4267-9160-26149D6E4674}" dt="2023-08-21T15:36:17.174" v="7"/>
          <ac:spMkLst>
            <pc:docMk/>
            <pc:sldMk cId="4165932649" sldId="320"/>
            <ac:spMk id="2" creationId="{E7CC4A0A-4FD0-1D88-0E24-B6635F7D1C7E}"/>
          </ac:spMkLst>
        </pc:spChg>
      </pc:sldChg>
      <pc:sldChg chg="addSp modSp">
        <pc:chgData name="Paul Winser" userId="c3146a91-e6bd-4264-bd86-e164e04bc32d" providerId="ADAL" clId="{CDC7624F-2D50-4267-9160-26149D6E4674}" dt="2023-08-21T15:36:18.477" v="8"/>
        <pc:sldMkLst>
          <pc:docMk/>
          <pc:sldMk cId="119227735" sldId="321"/>
        </pc:sldMkLst>
        <pc:spChg chg="add mod">
          <ac:chgData name="Paul Winser" userId="c3146a91-e6bd-4264-bd86-e164e04bc32d" providerId="ADAL" clId="{CDC7624F-2D50-4267-9160-26149D6E4674}" dt="2023-08-21T15:36:18.477" v="8"/>
          <ac:spMkLst>
            <pc:docMk/>
            <pc:sldMk cId="119227735" sldId="321"/>
            <ac:spMk id="2" creationId="{CA3A9B87-AA51-10AC-ABE9-9210AB0B3B4D}"/>
          </ac:spMkLst>
        </pc:spChg>
      </pc:sldChg>
      <pc:sldChg chg="addSp modSp">
        <pc:chgData name="Paul Winser" userId="c3146a91-e6bd-4264-bd86-e164e04bc32d" providerId="ADAL" clId="{CDC7624F-2D50-4267-9160-26149D6E4674}" dt="2023-08-21T15:36:25.878" v="13"/>
        <pc:sldMkLst>
          <pc:docMk/>
          <pc:sldMk cId="981738957" sldId="322"/>
        </pc:sldMkLst>
        <pc:spChg chg="add mod">
          <ac:chgData name="Paul Winser" userId="c3146a91-e6bd-4264-bd86-e164e04bc32d" providerId="ADAL" clId="{CDC7624F-2D50-4267-9160-26149D6E4674}" dt="2023-08-21T15:36:25.878" v="13"/>
          <ac:spMkLst>
            <pc:docMk/>
            <pc:sldMk cId="981738957" sldId="322"/>
            <ac:spMk id="2" creationId="{EB15D611-A8F3-6930-F219-DC335C702166}"/>
          </ac:spMkLst>
        </pc:spChg>
      </pc:sldChg>
      <pc:sldChg chg="addSp modSp">
        <pc:chgData name="Paul Winser" userId="c3146a91-e6bd-4264-bd86-e164e04bc32d" providerId="ADAL" clId="{CDC7624F-2D50-4267-9160-26149D6E4674}" dt="2023-08-21T15:36:30.366" v="16"/>
        <pc:sldMkLst>
          <pc:docMk/>
          <pc:sldMk cId="1864542157" sldId="323"/>
        </pc:sldMkLst>
        <pc:spChg chg="add mod">
          <ac:chgData name="Paul Winser" userId="c3146a91-e6bd-4264-bd86-e164e04bc32d" providerId="ADAL" clId="{CDC7624F-2D50-4267-9160-26149D6E4674}" dt="2023-08-21T15:36:30.366" v="16"/>
          <ac:spMkLst>
            <pc:docMk/>
            <pc:sldMk cId="1864542157" sldId="323"/>
            <ac:spMk id="2" creationId="{441EB2E4-AB34-29E1-51B7-5DBBC280052A}"/>
          </ac:spMkLst>
        </pc:spChg>
      </pc:sldChg>
      <pc:sldChg chg="addSp modSp">
        <pc:chgData name="Paul Winser" userId="c3146a91-e6bd-4264-bd86-e164e04bc32d" providerId="ADAL" clId="{CDC7624F-2D50-4267-9160-26149D6E4674}" dt="2023-08-21T15:36:19.774" v="9"/>
        <pc:sldMkLst>
          <pc:docMk/>
          <pc:sldMk cId="3484810839" sldId="327"/>
        </pc:sldMkLst>
        <pc:spChg chg="add mod">
          <ac:chgData name="Paul Winser" userId="c3146a91-e6bd-4264-bd86-e164e04bc32d" providerId="ADAL" clId="{CDC7624F-2D50-4267-9160-26149D6E4674}" dt="2023-08-21T15:36:19.774" v="9"/>
          <ac:spMkLst>
            <pc:docMk/>
            <pc:sldMk cId="3484810839" sldId="327"/>
            <ac:spMk id="2" creationId="{BD2E2DB2-5D51-F538-A28E-81E3BDDFC1EA}"/>
          </ac:spMkLst>
        </pc:spChg>
      </pc:sldChg>
      <pc:sldChg chg="addSp modSp">
        <pc:chgData name="Paul Winser" userId="c3146a91-e6bd-4264-bd86-e164e04bc32d" providerId="ADAL" clId="{CDC7624F-2D50-4267-9160-26149D6E4674}" dt="2023-08-21T15:36:21.163" v="10"/>
        <pc:sldMkLst>
          <pc:docMk/>
          <pc:sldMk cId="3843696060" sldId="328"/>
        </pc:sldMkLst>
        <pc:spChg chg="add mod">
          <ac:chgData name="Paul Winser" userId="c3146a91-e6bd-4264-bd86-e164e04bc32d" providerId="ADAL" clId="{CDC7624F-2D50-4267-9160-26149D6E4674}" dt="2023-08-21T15:36:21.163" v="10"/>
          <ac:spMkLst>
            <pc:docMk/>
            <pc:sldMk cId="3843696060" sldId="328"/>
            <ac:spMk id="4" creationId="{1C4F3DE1-39EE-54F5-3172-4E930B6E92C2}"/>
          </ac:spMkLst>
        </pc:spChg>
      </pc:sldChg>
      <pc:sldChg chg="addSp modSp">
        <pc:chgData name="Paul Winser" userId="c3146a91-e6bd-4264-bd86-e164e04bc32d" providerId="ADAL" clId="{CDC7624F-2D50-4267-9160-26149D6E4674}" dt="2023-08-21T15:36:22.362" v="11"/>
        <pc:sldMkLst>
          <pc:docMk/>
          <pc:sldMk cId="3477894899" sldId="329"/>
        </pc:sldMkLst>
        <pc:spChg chg="add mod">
          <ac:chgData name="Paul Winser" userId="c3146a91-e6bd-4264-bd86-e164e04bc32d" providerId="ADAL" clId="{CDC7624F-2D50-4267-9160-26149D6E4674}" dt="2023-08-21T15:36:22.362" v="11"/>
          <ac:spMkLst>
            <pc:docMk/>
            <pc:sldMk cId="3477894899" sldId="329"/>
            <ac:spMk id="2" creationId="{B6C0BFA0-6679-07FF-7A14-C781898DE4BE}"/>
          </ac:spMkLst>
        </pc:spChg>
      </pc:sldChg>
      <pc:sldChg chg="addSp delSp modSp mod">
        <pc:chgData name="Paul Winser" userId="c3146a91-e6bd-4264-bd86-e164e04bc32d" providerId="ADAL" clId="{CDC7624F-2D50-4267-9160-26149D6E4674}" dt="2023-08-21T15:38:00.781" v="33"/>
        <pc:sldMkLst>
          <pc:docMk/>
          <pc:sldMk cId="1890306878" sldId="330"/>
        </pc:sldMkLst>
        <pc:spChg chg="add mod">
          <ac:chgData name="Paul Winser" userId="c3146a91-e6bd-4264-bd86-e164e04bc32d" providerId="ADAL" clId="{CDC7624F-2D50-4267-9160-26149D6E4674}" dt="2023-08-21T15:36:24.598" v="12"/>
          <ac:spMkLst>
            <pc:docMk/>
            <pc:sldMk cId="1890306878" sldId="330"/>
            <ac:spMk id="2" creationId="{20F95FA3-2A5C-CD9E-2398-00319254AFE0}"/>
          </ac:spMkLst>
        </pc:spChg>
        <pc:picChg chg="del">
          <ac:chgData name="Paul Winser" userId="c3146a91-e6bd-4264-bd86-e164e04bc32d" providerId="ADAL" clId="{CDC7624F-2D50-4267-9160-26149D6E4674}" dt="2023-08-21T15:38:00.594" v="32" actId="478"/>
          <ac:picMkLst>
            <pc:docMk/>
            <pc:sldMk cId="1890306878" sldId="330"/>
            <ac:picMk id="3" creationId="{52F51E5F-50D1-954A-ABE5-0A4BA7942355}"/>
          </ac:picMkLst>
        </pc:picChg>
        <pc:picChg chg="add mod">
          <ac:chgData name="Paul Winser" userId="c3146a91-e6bd-4264-bd86-e164e04bc32d" providerId="ADAL" clId="{CDC7624F-2D50-4267-9160-26149D6E4674}" dt="2023-08-21T15:38:00.781" v="33"/>
          <ac:picMkLst>
            <pc:docMk/>
            <pc:sldMk cId="1890306878" sldId="330"/>
            <ac:picMk id="4" creationId="{8E3559A6-5900-62F2-97A1-684EA3267DEB}"/>
          </ac:picMkLst>
        </pc:picChg>
      </pc:sldChg>
      <pc:sldChg chg="addSp modSp">
        <pc:chgData name="Paul Winser" userId="c3146a91-e6bd-4264-bd86-e164e04bc32d" providerId="ADAL" clId="{CDC7624F-2D50-4267-9160-26149D6E4674}" dt="2023-08-21T15:36:27.531" v="14"/>
        <pc:sldMkLst>
          <pc:docMk/>
          <pc:sldMk cId="1561351946" sldId="331"/>
        </pc:sldMkLst>
        <pc:spChg chg="add mod">
          <ac:chgData name="Paul Winser" userId="c3146a91-e6bd-4264-bd86-e164e04bc32d" providerId="ADAL" clId="{CDC7624F-2D50-4267-9160-26149D6E4674}" dt="2023-08-21T15:36:27.531" v="14"/>
          <ac:spMkLst>
            <pc:docMk/>
            <pc:sldMk cId="1561351946" sldId="331"/>
            <ac:spMk id="2" creationId="{AC485EA0-B033-F500-D02E-F75F062BB4B0}"/>
          </ac:spMkLst>
        </pc:spChg>
      </pc:sldChg>
      <pc:sldChg chg="addSp modSp">
        <pc:chgData name="Paul Winser" userId="c3146a91-e6bd-4264-bd86-e164e04bc32d" providerId="ADAL" clId="{CDC7624F-2D50-4267-9160-26149D6E4674}" dt="2023-08-21T15:36:28.725" v="15"/>
        <pc:sldMkLst>
          <pc:docMk/>
          <pc:sldMk cId="4142288739" sldId="332"/>
        </pc:sldMkLst>
        <pc:spChg chg="add mod">
          <ac:chgData name="Paul Winser" userId="c3146a91-e6bd-4264-bd86-e164e04bc32d" providerId="ADAL" clId="{CDC7624F-2D50-4267-9160-26149D6E4674}" dt="2023-08-21T15:36:28.725" v="15"/>
          <ac:spMkLst>
            <pc:docMk/>
            <pc:sldMk cId="4142288739" sldId="332"/>
            <ac:spMk id="2" creationId="{69FCFC82-3D7F-A40D-10DC-F2294016A15C}"/>
          </ac:spMkLst>
        </pc:spChg>
      </pc:sldChg>
      <pc:sldChg chg="addSp delSp modSp mod">
        <pc:chgData name="Paul Winser" userId="c3146a91-e6bd-4264-bd86-e164e04bc32d" providerId="ADAL" clId="{CDC7624F-2D50-4267-9160-26149D6E4674}" dt="2023-08-21T15:38:19.093" v="39"/>
        <pc:sldMkLst>
          <pc:docMk/>
          <pc:sldMk cId="533025148" sldId="333"/>
        </pc:sldMkLst>
        <pc:spChg chg="add mod">
          <ac:chgData name="Paul Winser" userId="c3146a91-e6bd-4264-bd86-e164e04bc32d" providerId="ADAL" clId="{CDC7624F-2D50-4267-9160-26149D6E4674}" dt="2023-08-21T15:36:31.695" v="17"/>
          <ac:spMkLst>
            <pc:docMk/>
            <pc:sldMk cId="533025148" sldId="333"/>
            <ac:spMk id="2" creationId="{D9D02F08-29C4-A5D3-B435-B6076ADAB147}"/>
          </ac:spMkLst>
        </pc:spChg>
        <pc:picChg chg="add del">
          <ac:chgData name="Paul Winser" userId="c3146a91-e6bd-4264-bd86-e164e04bc32d" providerId="ADAL" clId="{CDC7624F-2D50-4267-9160-26149D6E4674}" dt="2023-08-21T15:38:18.728" v="38" actId="478"/>
          <ac:picMkLst>
            <pc:docMk/>
            <pc:sldMk cId="533025148" sldId="333"/>
            <ac:picMk id="3" creationId="{0BBB24A8-CA87-4A4B-82C2-1165984BC9F5}"/>
          </ac:picMkLst>
        </pc:picChg>
        <pc:picChg chg="add del mod">
          <ac:chgData name="Paul Winser" userId="c3146a91-e6bd-4264-bd86-e164e04bc32d" providerId="ADAL" clId="{CDC7624F-2D50-4267-9160-26149D6E4674}" dt="2023-08-21T15:38:15.489" v="36"/>
          <ac:picMkLst>
            <pc:docMk/>
            <pc:sldMk cId="533025148" sldId="333"/>
            <ac:picMk id="4" creationId="{41406F5A-2349-DB03-F3AD-A824E9170CDF}"/>
          </ac:picMkLst>
        </pc:picChg>
        <pc:picChg chg="add mod">
          <ac:chgData name="Paul Winser" userId="c3146a91-e6bd-4264-bd86-e164e04bc32d" providerId="ADAL" clId="{CDC7624F-2D50-4267-9160-26149D6E4674}" dt="2023-08-21T15:38:19.093" v="39"/>
          <ac:picMkLst>
            <pc:docMk/>
            <pc:sldMk cId="533025148" sldId="333"/>
            <ac:picMk id="5" creationId="{B0D18B6F-773F-1DFE-C4E8-CEFB0D743575}"/>
          </ac:picMkLst>
        </pc:picChg>
      </pc:sldChg>
      <pc:sldChg chg="addSp modSp">
        <pc:chgData name="Paul Winser" userId="c3146a91-e6bd-4264-bd86-e164e04bc32d" providerId="ADAL" clId="{CDC7624F-2D50-4267-9160-26149D6E4674}" dt="2023-08-21T15:36:33.010" v="18"/>
        <pc:sldMkLst>
          <pc:docMk/>
          <pc:sldMk cId="3864042000" sldId="334"/>
        </pc:sldMkLst>
        <pc:spChg chg="add mod">
          <ac:chgData name="Paul Winser" userId="c3146a91-e6bd-4264-bd86-e164e04bc32d" providerId="ADAL" clId="{CDC7624F-2D50-4267-9160-26149D6E4674}" dt="2023-08-21T15:36:33.010" v="18"/>
          <ac:spMkLst>
            <pc:docMk/>
            <pc:sldMk cId="3864042000" sldId="334"/>
            <ac:spMk id="2" creationId="{279F6014-63E4-B574-FB91-963FC2D9B57C}"/>
          </ac:spMkLst>
        </pc:spChg>
      </pc:sldChg>
      <pc:sldChg chg="addSp modSp">
        <pc:chgData name="Paul Winser" userId="c3146a91-e6bd-4264-bd86-e164e04bc32d" providerId="ADAL" clId="{CDC7624F-2D50-4267-9160-26149D6E4674}" dt="2023-08-21T15:36:34.313" v="19"/>
        <pc:sldMkLst>
          <pc:docMk/>
          <pc:sldMk cId="1542444611" sldId="335"/>
        </pc:sldMkLst>
        <pc:spChg chg="add mod">
          <ac:chgData name="Paul Winser" userId="c3146a91-e6bd-4264-bd86-e164e04bc32d" providerId="ADAL" clId="{CDC7624F-2D50-4267-9160-26149D6E4674}" dt="2023-08-21T15:36:34.313" v="19"/>
          <ac:spMkLst>
            <pc:docMk/>
            <pc:sldMk cId="1542444611" sldId="335"/>
            <ac:spMk id="2" creationId="{0C1A2EEB-55E1-493E-B840-319BDDF97995}"/>
          </ac:spMkLst>
        </pc:spChg>
      </pc:sldChg>
      <pc:sldChg chg="addSp modSp">
        <pc:chgData name="Paul Winser" userId="c3146a91-e6bd-4264-bd86-e164e04bc32d" providerId="ADAL" clId="{CDC7624F-2D50-4267-9160-26149D6E4674}" dt="2023-08-21T15:36:35.265" v="20"/>
        <pc:sldMkLst>
          <pc:docMk/>
          <pc:sldMk cId="2915820447" sldId="336"/>
        </pc:sldMkLst>
        <pc:spChg chg="add mod">
          <ac:chgData name="Paul Winser" userId="c3146a91-e6bd-4264-bd86-e164e04bc32d" providerId="ADAL" clId="{CDC7624F-2D50-4267-9160-26149D6E4674}" dt="2023-08-21T15:36:35.265" v="20"/>
          <ac:spMkLst>
            <pc:docMk/>
            <pc:sldMk cId="2915820447" sldId="336"/>
            <ac:spMk id="2" creationId="{9CC7E22A-9DD2-6F65-7489-96211EBCEC40}"/>
          </ac:spMkLst>
        </pc:spChg>
      </pc:sldChg>
      <pc:sldChg chg="addSp delSp modSp mod">
        <pc:chgData name="Paul Winser" userId="c3146a91-e6bd-4264-bd86-e164e04bc32d" providerId="ADAL" clId="{CDC7624F-2D50-4267-9160-26149D6E4674}" dt="2023-08-21T15:38:36.375" v="41"/>
        <pc:sldMkLst>
          <pc:docMk/>
          <pc:sldMk cId="518150039" sldId="337"/>
        </pc:sldMkLst>
        <pc:spChg chg="add mod">
          <ac:chgData name="Paul Winser" userId="c3146a91-e6bd-4264-bd86-e164e04bc32d" providerId="ADAL" clId="{CDC7624F-2D50-4267-9160-26149D6E4674}" dt="2023-08-21T15:36:36.659" v="21"/>
          <ac:spMkLst>
            <pc:docMk/>
            <pc:sldMk cId="518150039" sldId="337"/>
            <ac:spMk id="2" creationId="{2A43498F-D55A-7F1E-C2CF-36F0EF3B798B}"/>
          </ac:spMkLst>
        </pc:spChg>
        <pc:picChg chg="del">
          <ac:chgData name="Paul Winser" userId="c3146a91-e6bd-4264-bd86-e164e04bc32d" providerId="ADAL" clId="{CDC7624F-2D50-4267-9160-26149D6E4674}" dt="2023-08-21T15:38:36.010" v="40" actId="478"/>
          <ac:picMkLst>
            <pc:docMk/>
            <pc:sldMk cId="518150039" sldId="337"/>
            <ac:picMk id="3" creationId="{12DF41C4-7946-5044-B8E5-C955E04C4145}"/>
          </ac:picMkLst>
        </pc:picChg>
        <pc:picChg chg="add mod">
          <ac:chgData name="Paul Winser" userId="c3146a91-e6bd-4264-bd86-e164e04bc32d" providerId="ADAL" clId="{CDC7624F-2D50-4267-9160-26149D6E4674}" dt="2023-08-21T15:38:36.375" v="41"/>
          <ac:picMkLst>
            <pc:docMk/>
            <pc:sldMk cId="518150039" sldId="337"/>
            <ac:picMk id="5" creationId="{119516E1-42EE-ABCB-865C-7A54F9AF2F7D}"/>
          </ac:picMkLst>
        </pc:picChg>
      </pc:sldChg>
      <pc:sldChg chg="addSp modSp">
        <pc:chgData name="Paul Winser" userId="c3146a91-e6bd-4264-bd86-e164e04bc32d" providerId="ADAL" clId="{CDC7624F-2D50-4267-9160-26149D6E4674}" dt="2023-08-21T15:36:37.776" v="22"/>
        <pc:sldMkLst>
          <pc:docMk/>
          <pc:sldMk cId="1594776160" sldId="338"/>
        </pc:sldMkLst>
        <pc:spChg chg="add mod">
          <ac:chgData name="Paul Winser" userId="c3146a91-e6bd-4264-bd86-e164e04bc32d" providerId="ADAL" clId="{CDC7624F-2D50-4267-9160-26149D6E4674}" dt="2023-08-21T15:36:37.776" v="22"/>
          <ac:spMkLst>
            <pc:docMk/>
            <pc:sldMk cId="1594776160" sldId="338"/>
            <ac:spMk id="2" creationId="{CA8038CB-B33D-6F3D-A381-302A9590C0C7}"/>
          </ac:spMkLst>
        </pc:spChg>
      </pc:sldChg>
      <pc:sldChg chg="addSp modSp">
        <pc:chgData name="Paul Winser" userId="c3146a91-e6bd-4264-bd86-e164e04bc32d" providerId="ADAL" clId="{CDC7624F-2D50-4267-9160-26149D6E4674}" dt="2023-08-21T15:36:39.089" v="23"/>
        <pc:sldMkLst>
          <pc:docMk/>
          <pc:sldMk cId="1411783632" sldId="339"/>
        </pc:sldMkLst>
        <pc:spChg chg="add mod">
          <ac:chgData name="Paul Winser" userId="c3146a91-e6bd-4264-bd86-e164e04bc32d" providerId="ADAL" clId="{CDC7624F-2D50-4267-9160-26149D6E4674}" dt="2023-08-21T15:36:39.089" v="23"/>
          <ac:spMkLst>
            <pc:docMk/>
            <pc:sldMk cId="1411783632" sldId="339"/>
            <ac:spMk id="2" creationId="{8C403FD4-D826-6DF9-7142-AE48AF2147A9}"/>
          </ac:spMkLst>
        </pc:spChg>
      </pc:sldChg>
      <pc:sldChg chg="addSp modSp">
        <pc:chgData name="Paul Winser" userId="c3146a91-e6bd-4264-bd86-e164e04bc32d" providerId="ADAL" clId="{CDC7624F-2D50-4267-9160-26149D6E4674}" dt="2023-08-21T15:36:40.856" v="24"/>
        <pc:sldMkLst>
          <pc:docMk/>
          <pc:sldMk cId="3264054858" sldId="340"/>
        </pc:sldMkLst>
        <pc:spChg chg="add mod">
          <ac:chgData name="Paul Winser" userId="c3146a91-e6bd-4264-bd86-e164e04bc32d" providerId="ADAL" clId="{CDC7624F-2D50-4267-9160-26149D6E4674}" dt="2023-08-21T15:36:40.856" v="24"/>
          <ac:spMkLst>
            <pc:docMk/>
            <pc:sldMk cId="3264054858" sldId="340"/>
            <ac:spMk id="2" creationId="{96C68C20-AA33-5418-17F0-448CBE4A3E64}"/>
          </ac:spMkLst>
        </pc:spChg>
      </pc:sldChg>
      <pc:sldChg chg="addSp modSp">
        <pc:chgData name="Paul Winser" userId="c3146a91-e6bd-4264-bd86-e164e04bc32d" providerId="ADAL" clId="{CDC7624F-2D50-4267-9160-26149D6E4674}" dt="2023-08-21T15:36:41.509" v="25"/>
        <pc:sldMkLst>
          <pc:docMk/>
          <pc:sldMk cId="4085152241" sldId="341"/>
        </pc:sldMkLst>
        <pc:spChg chg="add mod">
          <ac:chgData name="Paul Winser" userId="c3146a91-e6bd-4264-bd86-e164e04bc32d" providerId="ADAL" clId="{CDC7624F-2D50-4267-9160-26149D6E4674}" dt="2023-08-21T15:36:41.509" v="25"/>
          <ac:spMkLst>
            <pc:docMk/>
            <pc:sldMk cId="4085152241" sldId="341"/>
            <ac:spMk id="2" creationId="{F086858E-DADE-52B8-2E4B-BF91B984CDD0}"/>
          </ac:spMkLst>
        </pc:spChg>
      </pc:sldChg>
      <pc:sldChg chg="addSp modSp">
        <pc:chgData name="Paul Winser" userId="c3146a91-e6bd-4264-bd86-e164e04bc32d" providerId="ADAL" clId="{CDC7624F-2D50-4267-9160-26149D6E4674}" dt="2023-08-21T15:36:42.713" v="26"/>
        <pc:sldMkLst>
          <pc:docMk/>
          <pc:sldMk cId="1626503627" sldId="342"/>
        </pc:sldMkLst>
        <pc:spChg chg="add mod">
          <ac:chgData name="Paul Winser" userId="c3146a91-e6bd-4264-bd86-e164e04bc32d" providerId="ADAL" clId="{CDC7624F-2D50-4267-9160-26149D6E4674}" dt="2023-08-21T15:36:42.713" v="26"/>
          <ac:spMkLst>
            <pc:docMk/>
            <pc:sldMk cId="1626503627" sldId="342"/>
            <ac:spMk id="2" creationId="{B2FF17A7-7B98-C267-D97A-3819C7FF79DC}"/>
          </ac:spMkLst>
        </pc:spChg>
      </pc:sldChg>
      <pc:sldChg chg="addSp delSp modSp mod">
        <pc:chgData name="Paul Winser" userId="c3146a91-e6bd-4264-bd86-e164e04bc32d" providerId="ADAL" clId="{CDC7624F-2D50-4267-9160-26149D6E4674}" dt="2023-08-21T15:38:55.764" v="43"/>
        <pc:sldMkLst>
          <pc:docMk/>
          <pc:sldMk cId="1569824083" sldId="343"/>
        </pc:sldMkLst>
        <pc:spChg chg="add mod">
          <ac:chgData name="Paul Winser" userId="c3146a91-e6bd-4264-bd86-e164e04bc32d" providerId="ADAL" clId="{CDC7624F-2D50-4267-9160-26149D6E4674}" dt="2023-08-21T15:36:43.954" v="27"/>
          <ac:spMkLst>
            <pc:docMk/>
            <pc:sldMk cId="1569824083" sldId="343"/>
            <ac:spMk id="2" creationId="{FEFA7788-5FB6-914C-E2C9-C97954580E8C}"/>
          </ac:spMkLst>
        </pc:spChg>
        <pc:picChg chg="add mod">
          <ac:chgData name="Paul Winser" userId="c3146a91-e6bd-4264-bd86-e164e04bc32d" providerId="ADAL" clId="{CDC7624F-2D50-4267-9160-26149D6E4674}" dt="2023-08-21T15:38:55.764" v="43"/>
          <ac:picMkLst>
            <pc:docMk/>
            <pc:sldMk cId="1569824083" sldId="343"/>
            <ac:picMk id="3" creationId="{316D9F50-CF95-C0D2-56E4-0DB01D89C489}"/>
          </ac:picMkLst>
        </pc:picChg>
        <pc:picChg chg="del">
          <ac:chgData name="Paul Winser" userId="c3146a91-e6bd-4264-bd86-e164e04bc32d" providerId="ADAL" clId="{CDC7624F-2D50-4267-9160-26149D6E4674}" dt="2023-08-21T15:38:55.399" v="42" actId="478"/>
          <ac:picMkLst>
            <pc:docMk/>
            <pc:sldMk cId="1569824083" sldId="343"/>
            <ac:picMk id="5" creationId="{7F7C2B5A-9F85-1C4C-9073-78C6782A95DB}"/>
          </ac:picMkLst>
        </pc:picChg>
      </pc:sldChg>
      <pc:sldChg chg="addSp modSp">
        <pc:chgData name="Paul Winser" userId="c3146a91-e6bd-4264-bd86-e164e04bc32d" providerId="ADAL" clId="{CDC7624F-2D50-4267-9160-26149D6E4674}" dt="2023-08-21T15:36:47.303" v="30"/>
        <pc:sldMkLst>
          <pc:docMk/>
          <pc:sldMk cId="380637848" sldId="344"/>
        </pc:sldMkLst>
        <pc:spChg chg="add mod">
          <ac:chgData name="Paul Winser" userId="c3146a91-e6bd-4264-bd86-e164e04bc32d" providerId="ADAL" clId="{CDC7624F-2D50-4267-9160-26149D6E4674}" dt="2023-08-21T15:36:47.303" v="30"/>
          <ac:spMkLst>
            <pc:docMk/>
            <pc:sldMk cId="380637848" sldId="344"/>
            <ac:spMk id="2" creationId="{B1C8B2B0-3871-55F4-06BE-E1E0078149F1}"/>
          </ac:spMkLst>
        </pc:spChg>
      </pc:sldChg>
      <pc:sldMasterChg chg="addSp delSp modSp">
        <pc:chgData name="Paul Winser" userId="c3146a91-e6bd-4264-bd86-e164e04bc32d" providerId="ADAL" clId="{CDC7624F-2D50-4267-9160-26149D6E4674}" dt="2023-08-21T15:36:02.071" v="1"/>
        <pc:sldMasterMkLst>
          <pc:docMk/>
          <pc:sldMasterMk cId="1028825263" sldId="2147484864"/>
        </pc:sldMasterMkLst>
        <pc:picChg chg="add mod">
          <ac:chgData name="Paul Winser" userId="c3146a91-e6bd-4264-bd86-e164e04bc32d" providerId="ADAL" clId="{CDC7624F-2D50-4267-9160-26149D6E4674}" dt="2023-08-21T15:36:02.071" v="1"/>
          <ac:picMkLst>
            <pc:docMk/>
            <pc:sldMasterMk cId="1028825263" sldId="2147484864"/>
            <ac:picMk id="2" creationId="{AEC0DF95-0D04-86E7-2D24-C5585C73C4A6}"/>
          </ac:picMkLst>
        </pc:picChg>
        <pc:picChg chg="del">
          <ac:chgData name="Paul Winser" userId="c3146a91-e6bd-4264-bd86-e164e04bc32d" providerId="ADAL" clId="{CDC7624F-2D50-4267-9160-26149D6E4674}" dt="2023-08-21T15:36:01.788" v="0" actId="478"/>
          <ac:picMkLst>
            <pc:docMk/>
            <pc:sldMasterMk cId="1028825263" sldId="2147484864"/>
            <ac:picMk id="14341" creationId="{FEDC9336-94D7-0F7A-9422-574A068E9570}"/>
          </ac:picMkLst>
        </pc:picChg>
      </pc:sldMasterChg>
    </pc:docChg>
  </pc:docChgLst>
  <pc:docChgLst>
    <pc:chgData name="Paul Winser" userId="c3146a91-e6bd-4264-bd86-e164e04bc32d" providerId="ADAL" clId="{5221904D-3E5B-44F7-9BE8-4AEF0F99FE25}"/>
    <pc:docChg chg="custSel addSld modSld">
      <pc:chgData name="Paul Winser" userId="c3146a91-e6bd-4264-bd86-e164e04bc32d" providerId="ADAL" clId="{5221904D-3E5B-44F7-9BE8-4AEF0F99FE25}" dt="2023-08-23T14:55:51.631" v="6"/>
      <pc:docMkLst>
        <pc:docMk/>
      </pc:docMkLst>
      <pc:sldChg chg="addSp delSp modSp new mod">
        <pc:chgData name="Paul Winser" userId="c3146a91-e6bd-4264-bd86-e164e04bc32d" providerId="ADAL" clId="{5221904D-3E5B-44F7-9BE8-4AEF0F99FE25}" dt="2023-08-23T14:55:51.631" v="6"/>
        <pc:sldMkLst>
          <pc:docMk/>
          <pc:sldMk cId="3253569963" sldId="345"/>
        </pc:sldMkLst>
        <pc:spChg chg="del">
          <ac:chgData name="Paul Winser" userId="c3146a91-e6bd-4264-bd86-e164e04bc32d" providerId="ADAL" clId="{5221904D-3E5B-44F7-9BE8-4AEF0F99FE25}" dt="2023-08-23T14:55:31.706" v="1" actId="478"/>
          <ac:spMkLst>
            <pc:docMk/>
            <pc:sldMk cId="3253569963" sldId="345"/>
            <ac:spMk id="2" creationId="{157754A4-1B26-A9E0-3813-A3FF9D81D00F}"/>
          </ac:spMkLst>
        </pc:spChg>
        <pc:spChg chg="del">
          <ac:chgData name="Paul Winser" userId="c3146a91-e6bd-4264-bd86-e164e04bc32d" providerId="ADAL" clId="{5221904D-3E5B-44F7-9BE8-4AEF0F99FE25}" dt="2023-08-23T14:55:32.541" v="2" actId="478"/>
          <ac:spMkLst>
            <pc:docMk/>
            <pc:sldMk cId="3253569963" sldId="345"/>
            <ac:spMk id="3" creationId="{14B3829E-7441-7F7A-70EA-869155C46D22}"/>
          </ac:spMkLst>
        </pc:spChg>
        <pc:spChg chg="del">
          <ac:chgData name="Paul Winser" userId="c3146a91-e6bd-4264-bd86-e164e04bc32d" providerId="ADAL" clId="{5221904D-3E5B-44F7-9BE8-4AEF0F99FE25}" dt="2023-08-23T14:55:34.603" v="3" actId="478"/>
          <ac:spMkLst>
            <pc:docMk/>
            <pc:sldMk cId="3253569963" sldId="345"/>
            <ac:spMk id="4" creationId="{E525FC7F-E734-EF08-F727-B05B76FDA5F0}"/>
          </ac:spMkLst>
        </pc:spChg>
        <pc:spChg chg="add mod">
          <ac:chgData name="Paul Winser" userId="c3146a91-e6bd-4264-bd86-e164e04bc32d" providerId="ADAL" clId="{5221904D-3E5B-44F7-9BE8-4AEF0F99FE25}" dt="2023-08-23T14:55:38.731" v="4"/>
          <ac:spMkLst>
            <pc:docMk/>
            <pc:sldMk cId="3253569963" sldId="345"/>
            <ac:spMk id="5" creationId="{8644FE0E-0824-4156-EBFA-BE78FE532F68}"/>
          </ac:spMkLst>
        </pc:spChg>
        <pc:spChg chg="add mod">
          <ac:chgData name="Paul Winser" userId="c3146a91-e6bd-4264-bd86-e164e04bc32d" providerId="ADAL" clId="{5221904D-3E5B-44F7-9BE8-4AEF0F99FE25}" dt="2023-08-23T14:55:45.403" v="5"/>
          <ac:spMkLst>
            <pc:docMk/>
            <pc:sldMk cId="3253569963" sldId="345"/>
            <ac:spMk id="6" creationId="{A0CE5F81-1E10-2745-AA0C-46A77F09E443}"/>
          </ac:spMkLst>
        </pc:spChg>
        <pc:spChg chg="add mod">
          <ac:chgData name="Paul Winser" userId="c3146a91-e6bd-4264-bd86-e164e04bc32d" providerId="ADAL" clId="{5221904D-3E5B-44F7-9BE8-4AEF0F99FE25}" dt="2023-08-23T14:55:51.631" v="6"/>
          <ac:spMkLst>
            <pc:docMk/>
            <pc:sldMk cId="3253569963" sldId="345"/>
            <ac:spMk id="7" creationId="{BEC7D239-30E1-CC98-B456-3FE2CAAD6F8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 dirty="0"/>
              <a:t>Click to edit Master text styles</a:t>
            </a:r>
          </a:p>
          <a:p>
            <a:pPr lvl="1" rtl="1"/>
            <a:r>
              <a:rPr lang="ar" noProof="0" dirty="0"/>
              <a:t>Second level</a:t>
            </a:r>
          </a:p>
          <a:p>
            <a:pPr lvl="2" rtl="1"/>
            <a:r>
              <a:rPr lang="ar" noProof="0" dirty="0"/>
              <a:t>Third level</a:t>
            </a:r>
          </a:p>
          <a:p>
            <a:pPr lvl="3" rtl="1"/>
            <a:r>
              <a:rPr lang="ar" noProof="0" dirty="0"/>
              <a:t>Fourth level</a:t>
            </a:r>
          </a:p>
          <a:p>
            <a:pPr lvl="4" rtl="1"/>
            <a:r>
              <a:rPr lang="ar" noProof="0" dirty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b="0" dirty="0"/>
          </a:p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dirty="0">
              <a:effectLst/>
              <a:latin typeface="Helvetica" pitchFamily="2" charset="0"/>
            </a:endParaRPr>
          </a:p>
          <a:p>
            <a:pPr rtl="1"/>
            <a:endParaRPr lang="en-GB" dirty="0">
              <a:effectLst/>
              <a:latin typeface="Helvetica" pitchFamily="2" charset="0"/>
            </a:endParaRPr>
          </a:p>
          <a:p>
            <a:pPr rtl="1"/>
            <a:endParaRPr lang="en-GB" dirty="0">
              <a:effectLst/>
              <a:latin typeface="Helvetica" pitchFamily="2" charset="0"/>
            </a:endParaRPr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23333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80177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dirty="0">
                <a:effectLst/>
                <a:latin typeface="Helvetica" pitchFamily="2" charset="0"/>
              </a:rPr>
              <a:t>.</a:t>
            </a:r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75860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dirty="0">
              <a:effectLst/>
              <a:latin typeface="Helvetica" pitchFamily="2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26657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34366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b="1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494388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b="0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578192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  <a:latin typeface="Helvetica" pitchFamily="2" charset="0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dirty="0">
                <a:effectLst/>
                <a:latin typeface="Helvetica" pitchFamily="2" charset="0"/>
              </a:rPr>
              <a:t> </a:t>
            </a:r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3581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dirty="0">
              <a:effectLst/>
              <a:latin typeface="Helvetica" pitchFamily="2" charset="0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  <a:latin typeface="Helvetica" pitchFamily="2" charset="0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  <a:latin typeface="Helvetica" pitchFamily="2" charset="0"/>
            </a:endParaRPr>
          </a:p>
          <a:p>
            <a:pPr rtl="1"/>
            <a:endParaRPr lang="en-GB" dirty="0">
              <a:effectLst/>
              <a:latin typeface="Helvetica" pitchFamily="2" charset="0"/>
            </a:endParaRPr>
          </a:p>
          <a:p>
            <a:pPr rtl="1"/>
            <a:endParaRPr lang="en-GB" dirty="0">
              <a:effectLst/>
              <a:latin typeface="Helvetica" pitchFamily="2" charset="0"/>
            </a:endParaRPr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135830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effectLst/>
              <a:latin typeface="Helvetica" pitchFamily="2" charset="0"/>
            </a:endParaRPr>
          </a:p>
          <a:p>
            <a:pPr rtl="1"/>
            <a:endParaRPr lang="en-GB" dirty="0">
              <a:effectLst/>
              <a:latin typeface="Helvetica" pitchFamily="2" charset="0"/>
            </a:endParaRPr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56093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b="0" dirty="0"/>
          </a:p>
          <a:p>
            <a:pPr rtl="1"/>
            <a:endParaRPr lang="en-GB" altLang="en-US" b="0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340614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532436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189551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603468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167678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711167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466798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564167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dirty="0">
              <a:effectLst/>
              <a:latin typeface="Helvetica" pitchFamily="2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221025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188213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374621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38693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697464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b="1" dirty="0">
              <a:effectLst/>
              <a:latin typeface="Helvetica" pitchFamily="2" charset="0"/>
            </a:endParaRPr>
          </a:p>
          <a:p>
            <a:pPr marL="171450" marR="0" lvl="0" indent="-17145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490733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0730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>
              <a:defRPr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Blue 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Blue subhead</a:t>
            </a:r>
          </a:p>
          <a:p>
            <a:pPr rtl="1"/>
            <a:r>
              <a:rPr lang="ar" dirty="0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2592856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8827724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6.jp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6" Type="http://schemas.openxmlformats.org/officeDocument/2006/relationships/image" Target="../media/image7.jpg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8.jp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image" Target="../media/image9.jpg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5" Type="http://schemas.openxmlformats.org/officeDocument/2006/relationships/image" Target="../media/image10.jpg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5" Type="http://schemas.openxmlformats.org/officeDocument/2006/relationships/image" Target="../media/image11.jpg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  <p:sldLayoutId id="2147484932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AEC0DF95-0D04-86E7-2D24-C5585C73C4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3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2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17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0012F91A-CE7E-F9D0-49A0-525DD2185B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0" y="2130425"/>
            <a:ext cx="9144000" cy="2235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dirty="0"/>
              <a:t>الوحدة 1</a:t>
            </a:r>
            <a:br>
              <a:rPr lang="en-GB" altLang="en-US" dirty="0"/>
            </a:br>
            <a:r>
              <a:rPr lang="ar" dirty="0"/>
              <a:t>التعريف بقطاع الضيافة</a:t>
            </a:r>
            <a:br>
              <a:rPr lang="en-GB" altLang="en-US" dirty="0"/>
            </a:br>
            <a:br>
              <a:rPr lang="en-US" altLang="en-US" dirty="0"/>
            </a:br>
            <a:endParaRPr lang="en-GB" alt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F0D85B8-D1FA-ADDA-86CF-15DF3E0209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237312"/>
            <a:ext cx="9144000" cy="287337"/>
          </a:xfrm>
        </p:spPr>
        <p:txBody>
          <a:bodyPr wrap="square" rtlCol="1" anchor="t">
            <a:normAutofit lnSpcReduction="10000"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400" dirty="0"/>
              <a:t>© حقوق التأليف والنشر لعام 2023 محفوظة لشركة بيرسون إديوكيشن ليمتد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513F3E-890C-0910-6D01-A794AD5044C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/>
              <a:t>التعريف بقطاع الضيافة</a:t>
            </a: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3548" y="2852936"/>
            <a:ext cx="8136904" cy="36724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dirty="0"/>
              <a:t>يعد قطاع الضيافة خيارًا رائعًا لمهنة مثيرة </a:t>
            </a:r>
            <a:r>
              <a:rPr lang="ar-SA" dirty="0"/>
              <a:t>تذخر ب</a:t>
            </a:r>
            <a:r>
              <a:rPr lang="ar" dirty="0"/>
              <a:t>فرص عالمية. يعمل في القطاع 16 مليون شخص في جميع أنحاء العالم، و</a:t>
            </a:r>
            <a:r>
              <a:rPr lang="ar-SA" dirty="0"/>
              <a:t>يُساهم بشكل كبير </a:t>
            </a:r>
            <a:r>
              <a:rPr lang="ar" dirty="0"/>
              <a:t>في اقتصادات العديد من البلدان.</a:t>
            </a: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dirty="0"/>
              <a:t>في هذه الوحدة سوف تستكشف قطاع الضيافة وأهميته في مختلف البيئات</a:t>
            </a:r>
            <a:r>
              <a:rPr lang="ar-SA" dirty="0"/>
              <a:t>، كما</a:t>
            </a:r>
            <a:r>
              <a:rPr lang="ar" dirty="0"/>
              <a:t> </a:t>
            </a:r>
            <a:r>
              <a:rPr lang="ar-SA" dirty="0"/>
              <a:t>تتعرف على</a:t>
            </a:r>
            <a:r>
              <a:rPr lang="ar" dirty="0"/>
              <a:t> كيفية تقديم المنتجات والخدمات المختلفة في مجموعة</a:t>
            </a:r>
            <a:r>
              <a:rPr lang="ar-SA" dirty="0"/>
              <a:t> </a:t>
            </a:r>
            <a:r>
              <a:rPr lang="ar" dirty="0"/>
              <a:t>من المؤسسات لتلبية متطلبات العملاء.</a:t>
            </a: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7D0C074-0F09-8B9D-1BB9-589E4EB9D63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/>
              <a:t>أهداف التعلم</a:t>
            </a:r>
            <a:endParaRPr lang="en-GB" altLang="en-US"/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91061" y="2276872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404813" indent="-387350" defTabSz="431800" rtl="1">
              <a:buNone/>
            </a:pPr>
            <a:r>
              <a:rPr lang="prs-AF" b="1" dirty="0"/>
              <a:t>(أ)</a:t>
            </a:r>
            <a:r>
              <a:rPr lang="ar" b="1" dirty="0"/>
              <a:t>	فهم حجم ونطاق وتنوع قطاع الضيافة</a:t>
            </a:r>
            <a:endParaRPr lang="en-GB" altLang="en-US" dirty="0"/>
          </a:p>
          <a:p>
            <a:pPr marL="404813" indent="-404813" defTabSz="431800" rtl="1">
              <a:spcBef>
                <a:spcPts val="1200"/>
              </a:spcBef>
              <a:buNone/>
            </a:pPr>
            <a:r>
              <a:rPr lang="ar" b="1" dirty="0"/>
              <a:t>(ب)	التعرف على المنتجات والخدمات التي </a:t>
            </a:r>
            <a:r>
              <a:rPr lang="ar-SA" b="1" dirty="0"/>
              <a:t>ي</a:t>
            </a:r>
            <a:r>
              <a:rPr lang="ar" b="1" dirty="0"/>
              <a:t>قدمها قطاع الضيافة والعوامل التي تؤثر على تطوره</a:t>
            </a:r>
            <a:endParaRPr lang="en-GB" altLang="en-US" dirty="0"/>
          </a:p>
          <a:p>
            <a:pPr marL="404813" indent="-404813" defTabSz="431800" rtl="1">
              <a:spcBef>
                <a:spcPts val="1200"/>
              </a:spcBef>
              <a:buNone/>
            </a:pPr>
            <a:r>
              <a:rPr lang="ar" b="1" dirty="0"/>
              <a:t>(ج)	استكشاف الفرص الوظيفية في بيئات عالمية مختلفة</a:t>
            </a: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>
              <a:highlight>
                <a:srgbClr val="FFFF00"/>
              </a:highlight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>
              <a:highlight>
                <a:srgbClr val="FFFF00"/>
              </a:highlight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en-GB" altLang="en-US" dirty="0"/>
            </a:br>
            <a:r>
              <a:rPr lang="ar" dirty="0"/>
              <a:t>	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8D551AD-0498-3C47-B58D-8035F941A7A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/>
              <a:t>هدف التعلم (أ)</a:t>
            </a: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3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6012" y="4149725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-SA" dirty="0"/>
              <a:t>قطاع</a:t>
            </a:r>
            <a:r>
              <a:rPr lang="ar" dirty="0"/>
              <a:t> الضيافة</a:t>
            </a:r>
          </a:p>
          <a:p>
            <a:pPr marL="685800" rtl="1"/>
            <a:r>
              <a:rPr lang="ar" dirty="0"/>
              <a:t>شركات قطاع الضيافة</a:t>
            </a:r>
          </a:p>
          <a:p>
            <a:pPr marL="685800" rtl="1"/>
            <a:r>
              <a:rPr lang="ar-SA" dirty="0"/>
              <a:t>أقسام قطاع</a:t>
            </a:r>
            <a:r>
              <a:rPr lang="ar" dirty="0"/>
              <a:t> الضيافة</a:t>
            </a:r>
          </a:p>
          <a:p>
            <a:pPr marL="685800" rtl="1"/>
            <a:r>
              <a:rPr lang="ar" dirty="0">
                <a:effectLst/>
                <a:latin typeface="Helvetica" pitchFamily="2" charset="0"/>
              </a:rPr>
              <a:t>أهمية قطاع الضيافة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فهم حجم ونطاق وتنوع قطاع الضيافة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F5B71FB-754B-D371-43E5-CFCE3A5C2B7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2361231"/>
            <a:ext cx="9144000" cy="402009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/>
              <a:t>هدف التعلم (أ) يحدد ويدرس طبيعة وخصائص قطاع الضيافة بما في ذلك:</a:t>
            </a:r>
          </a:p>
          <a:p>
            <a:pPr indent="0" algn="ctr" rtl="1">
              <a:buNone/>
            </a:pPr>
            <a:endParaRPr lang="en-GB" altLang="en-US" dirty="0"/>
          </a:p>
          <a:p>
            <a:pPr marL="685800" rtl="1"/>
            <a:r>
              <a:rPr lang="ar"/>
              <a:t>بيئات الضيافة:</a:t>
            </a:r>
          </a:p>
          <a:p>
            <a:pPr marL="685800" rtl="1"/>
            <a:r>
              <a:rPr lang="ar">
                <a:effectLst/>
              </a:rPr>
              <a:t>المحلية</a:t>
            </a:r>
            <a:endParaRPr lang="en-GB" dirty="0"/>
          </a:p>
          <a:p>
            <a:pPr marL="685800" rtl="1"/>
            <a:r>
              <a:rPr lang="ar">
                <a:effectLst/>
              </a:rPr>
              <a:t>الوطنية</a:t>
            </a:r>
            <a:endParaRPr lang="en-GB" dirty="0"/>
          </a:p>
          <a:p>
            <a:pPr marL="685800" rtl="1"/>
            <a:r>
              <a:rPr lang="ar">
                <a:effectLst/>
              </a:rPr>
              <a:t>الدولية</a:t>
            </a:r>
            <a:endParaRPr lang="en-GB" dirty="0"/>
          </a:p>
          <a:p>
            <a:pPr marL="685800" rtl="1"/>
            <a:endParaRPr lang="en-GB" dirty="0">
              <a:effectLst/>
            </a:endParaRPr>
          </a:p>
          <a:p>
            <a:pPr indent="0" rtl="1">
              <a:buNone/>
            </a:pPr>
            <a:r>
              <a:rPr lang="ar">
                <a:effectLst/>
              </a:rPr>
              <a:t>يؤثر موقع شركة الضيافة على أنواع المنتجات والخدمات المعروضة والأسعار المفروضة.</a:t>
            </a:r>
          </a:p>
          <a:p>
            <a:pPr marL="685800" rtl="1"/>
            <a:endParaRPr lang="en-GB" dirty="0">
              <a:effectLst/>
              <a:latin typeface="Helvetica" pitchFamily="2" charset="0"/>
            </a:endParaRPr>
          </a:p>
          <a:p>
            <a:pPr marL="685800" rtl="1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1"/>
            <a:ext cx="8568951" cy="1164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فهم حجم ونطاق وتنوع قطاع الضيافة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2A32BF8-703C-1447-39A8-8BA1D70F6DB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0521002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2348880"/>
            <a:ext cx="9144000" cy="3816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/>
              <a:t>هدف التعلم (أ) يحدد ويدرس طبيعة وخصائص قطاع الضيافة بما في ذلك:</a:t>
            </a:r>
          </a:p>
          <a:p>
            <a:pPr indent="0" rtl="1">
              <a:buNone/>
            </a:pPr>
            <a:endParaRPr lang="en-GB" altLang="en-US" dirty="0"/>
          </a:p>
          <a:p>
            <a:pPr marL="685800" rtl="1"/>
            <a:r>
              <a:rPr lang="ar"/>
              <a:t>الملكية:</a:t>
            </a:r>
          </a:p>
          <a:p>
            <a:pPr marL="685800" rtl="1">
              <a:buFont typeface="Courier New" panose="02070309020205020404" pitchFamily="49" charset="0"/>
              <a:buChar char="o"/>
            </a:pPr>
            <a:r>
              <a:rPr lang="ar"/>
              <a:t>الامتياز</a:t>
            </a:r>
          </a:p>
          <a:p>
            <a:pPr marL="685800" rtl="1">
              <a:buFont typeface="Courier New" panose="02070309020205020404" pitchFamily="49" charset="0"/>
              <a:buChar char="o"/>
            </a:pPr>
            <a:r>
              <a:rPr lang="ar"/>
              <a:t>الشركات المملوكة والمدارة من قبل القطاع الخاص</a:t>
            </a:r>
          </a:p>
          <a:p>
            <a:pPr marL="685800" rtl="1">
              <a:buFont typeface="Courier New" panose="02070309020205020404" pitchFamily="49" charset="0"/>
              <a:buChar char="o"/>
            </a:pPr>
            <a:r>
              <a:rPr lang="ar"/>
              <a:t>شركات مؤسسة بعدة فروع</a:t>
            </a:r>
          </a:p>
          <a:p>
            <a:pPr marL="685800" rtl="1">
              <a:buFont typeface="Courier New" panose="02070309020205020404" pitchFamily="49" charset="0"/>
              <a:buChar char="o"/>
            </a:pPr>
            <a:r>
              <a:rPr lang="ar"/>
              <a:t>ذات علامات تجارية.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فهم حجم ونطاق وتنوع قطاع الضيافة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7CC4A0A-4FD0-1D88-0E24-B6635F7D1C7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16593264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13575" y="2636912"/>
            <a:ext cx="8116851" cy="37444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 dirty="0"/>
              <a:t>يستكشف هدف التعلم (أ) أيضًا الأنواع المختلفة من الشركات داخل قطاع الضيافة مثل: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685800" rtl="1"/>
            <a:r>
              <a:rPr lang="ar" dirty="0"/>
              <a:t>الفنادق</a:t>
            </a:r>
          </a:p>
          <a:p>
            <a:pPr marL="685800" rtl="1"/>
            <a:r>
              <a:rPr lang="ar" dirty="0"/>
              <a:t>المطاعم</a:t>
            </a:r>
          </a:p>
          <a:p>
            <a:pPr marL="685800" rtl="1"/>
            <a:r>
              <a:rPr lang="ar-EG" dirty="0"/>
              <a:t>المقاهي</a:t>
            </a:r>
            <a:r>
              <a:rPr lang="ar" dirty="0"/>
              <a:t> والنوادي</a:t>
            </a:r>
          </a:p>
          <a:p>
            <a:pPr marL="685800" rtl="1"/>
            <a:r>
              <a:rPr lang="ar" dirty="0"/>
              <a:t>مقدمو خدمات الطعام المتعاقدون.</a:t>
            </a:r>
          </a:p>
          <a:p>
            <a:pPr marL="685800" rtl="1"/>
            <a:r>
              <a:rPr lang="ar" dirty="0"/>
              <a:t>الفعاليان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64096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فهم حجم ونطاق وتنوع قطاع الضيافة (2)</a:t>
            </a:r>
          </a:p>
          <a:p>
            <a:pPr algn="ctr" rtl="1"/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A3A9B87-AA51-10AC-ABE9-9210AB0B3B4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1922773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899" y="2420888"/>
            <a:ext cx="9144000" cy="44371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endParaRPr lang="en-GB" altLang="en-US" dirty="0"/>
          </a:p>
          <a:p>
            <a:pPr indent="0" rtl="1">
              <a:buNone/>
            </a:pPr>
            <a:endParaRPr lang="en-GB" altLang="en-US" dirty="0"/>
          </a:p>
          <a:p>
            <a:pPr marL="685800" rtl="1"/>
            <a:r>
              <a:rPr lang="ar"/>
              <a:t>الميزانية</a:t>
            </a:r>
          </a:p>
          <a:p>
            <a:pPr marL="685800" rtl="1"/>
            <a:r>
              <a:rPr lang="ar"/>
              <a:t>نجمة واحدة إلى خمس نجوم</a:t>
            </a:r>
          </a:p>
          <a:p>
            <a:pPr marL="685800" rtl="1"/>
            <a:r>
              <a:rPr lang="ar"/>
              <a:t>دور الضيافة</a:t>
            </a:r>
          </a:p>
          <a:p>
            <a:pPr marL="685800" rtl="1"/>
            <a:r>
              <a:rPr lang="ar"/>
              <a:t>في الفنادق التي تقدم المبيت والإفطار.</a:t>
            </a:r>
          </a:p>
          <a:p>
            <a:pPr indent="0" rtl="1">
              <a:buNone/>
            </a:pPr>
            <a:endParaRPr lang="en-GB" dirty="0"/>
          </a:p>
          <a:p>
            <a:pPr indent="0" rtl="1">
              <a:buNone/>
            </a:pPr>
            <a:r>
              <a:rPr lang="ar">
                <a:effectLst/>
                <a:latin typeface="Helvetica" pitchFamily="2" charset="0"/>
              </a:rPr>
              <a:t>يعد قطاع الفنادق في صناعة الضيافة كبيرًا، حيث يضم أكثر من 700000 فندقًا وحوالي 173 مليون شخص يعملون في الفنادق في جميع أنحاء العالم.</a:t>
            </a:r>
          </a:p>
          <a:p>
            <a:pPr marL="685800" rtl="1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640960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فهم حجم ونطاق وتنوع قطاع الضيافة (2)</a:t>
            </a:r>
          </a:p>
          <a:p>
            <a:pPr algn="ctr" rtl="1"/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r>
              <a:rPr lang="ar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الفنادق</a:t>
            </a:r>
          </a:p>
          <a:p>
            <a:pPr algn="ctr" rtl="1"/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D2E2DB2-5D51-F538-A28E-81E3BDDFC1E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48481083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13575" y="2636913"/>
            <a:ext cx="8116851" cy="7920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endParaRPr lang="en-GB" altLang="en-US" dirty="0"/>
          </a:p>
          <a:p>
            <a:pPr indent="0" rtl="1">
              <a:buNone/>
            </a:pPr>
            <a:endParaRPr lang="en-GB" altLang="en-US" dirty="0"/>
          </a:p>
          <a:p>
            <a:pPr indent="0" rtl="1">
              <a:buNone/>
            </a:pPr>
            <a:endParaRPr lang="en-GB" altLang="en-US" dirty="0"/>
          </a:p>
          <a:p>
            <a:pPr indent="0" rtl="1">
              <a:buNone/>
            </a:pPr>
            <a:endParaRPr lang="en-GB" altLang="en-US" dirty="0"/>
          </a:p>
          <a:p>
            <a:pPr indent="0" rtl="1">
              <a:buNone/>
            </a:pPr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1"/>
            <a:ext cx="8640960" cy="1152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فهم حجم ونطاق وتنوع قطاع الضيافة (2)</a:t>
            </a:r>
          </a:p>
          <a:p>
            <a:pPr algn="ctr" rtl="1"/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r>
              <a:rPr lang="ar" sz="3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فنادق من فئة نجمة واحدة إلى خمس نجوم</a:t>
            </a:r>
          </a:p>
          <a:p>
            <a:pPr algn="ctr" rtl="1"/>
            <a:r>
              <a:rPr lang="ar" sz="2000" dirty="0">
                <a:effectLst/>
                <a:latin typeface="Helvetica" pitchFamily="2" charset="0"/>
                <a:cs typeface="Sakkal Majalla" panose="02000000000000000000" pitchFamily="2" charset="-78"/>
              </a:rPr>
              <a:t>النجوم هي الرمز الأكثر شيوعًا الذي يتم استخدامه ل</a:t>
            </a:r>
            <a:r>
              <a:rPr lang="ar-SA" sz="2000" dirty="0">
                <a:effectLst/>
                <a:latin typeface="Helvetica" pitchFamily="2" charset="0"/>
                <a:cs typeface="Sakkal Majalla" panose="02000000000000000000" pitchFamily="2" charset="-78"/>
              </a:rPr>
              <a:t>ي</a:t>
            </a:r>
            <a:r>
              <a:rPr lang="ar" sz="2000" dirty="0">
                <a:effectLst/>
                <a:latin typeface="Helvetica" pitchFamily="2" charset="0"/>
                <a:cs typeface="Sakkal Majalla" panose="02000000000000000000" pitchFamily="2" charset="-78"/>
              </a:rPr>
              <a:t>عكس وسائل الراحة التي يقدمها الفندق. </a:t>
            </a:r>
          </a:p>
          <a:p>
            <a:pPr algn="ctr" rtl="1"/>
            <a:endParaRPr lang="en-GB" altLang="en-US" sz="32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5BB05F-39D0-1D6D-683C-ECC2AFF11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410825"/>
              </p:ext>
            </p:extLst>
          </p:nvPr>
        </p:nvGraphicFramePr>
        <p:xfrm>
          <a:off x="1505712" y="3968496"/>
          <a:ext cx="6132576" cy="2359152"/>
        </p:xfrm>
        <a:graphic>
          <a:graphicData uri="http://schemas.openxmlformats.org/drawingml/2006/table">
            <a:tbl>
              <a:tblPr rtl="1"/>
              <a:tblGrid>
                <a:gridCol w="688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712">
                <a:tc gridSpan="3">
                  <a:txBody>
                    <a:bodyPr/>
                    <a:lstStyle/>
                    <a:p>
                      <a:pPr marL="3012000" indent="0" rtl="1"/>
                      <a:r>
                        <a:rPr lang="ar" sz="1200" b="1" dirty="0">
                          <a:solidFill>
                            <a:srgbClr val="FFFFFF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وسائل الراحة المتوقعة</a:t>
                      </a:r>
                    </a:p>
                  </a:txBody>
                  <a:tcPr marL="0" marR="0" marT="0" marB="0" anchor="b">
                    <a:solidFill>
                      <a:srgbClr val="324144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sz="18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pPr rtl="1"/>
                      <a:endParaRPr sz="18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08">
                <a:tc>
                  <a:txBody>
                    <a:bodyPr/>
                    <a:lstStyle/>
                    <a:p>
                      <a:pPr indent="139700" rtl="1"/>
                      <a:r>
                        <a:rPr lang="ar" sz="1000">
                          <a:solidFill>
                            <a:srgbClr val="373737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*■</a:t>
                      </a:r>
                    </a:p>
                  </a:txBody>
                  <a:tcPr marL="0" marR="0" marT="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2E3E5"/>
                    </a:solidFill>
                  </a:tcPr>
                </a:tc>
                <a:tc>
                  <a:txBody>
                    <a:bodyPr/>
                    <a:lstStyle/>
                    <a:p>
                      <a:pPr marL="365760" indent="0" rtl="1"/>
                      <a:r>
                        <a:rPr lang="ar" sz="1200" dirty="0">
                          <a:solidFill>
                            <a:srgbClr val="373737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 نجمة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2E3E5"/>
                    </a:solidFill>
                  </a:tcPr>
                </a:tc>
                <a:tc>
                  <a:txBody>
                    <a:bodyPr/>
                    <a:lstStyle/>
                    <a:p>
                      <a:pPr indent="101600" rtl="1"/>
                      <a:r>
                        <a:rPr lang="ar" sz="1200" dirty="0">
                          <a:solidFill>
                            <a:srgbClr val="373737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الإقامة الأساسية مع الضروريات</a:t>
                      </a:r>
                    </a:p>
                  </a:txBody>
                  <a:tcPr marL="0" marR="0" marT="0" marB="0" anchor="ctr">
                    <a:solidFill>
                      <a:srgbClr val="E2E3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indent="139700" rtl="1"/>
                      <a:r>
                        <a:rPr lang="ar" sz="1000">
                          <a:solidFill>
                            <a:srgbClr val="211F20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+*</a:t>
                      </a:r>
                    </a:p>
                  </a:txBody>
                  <a:tcPr marL="0" marR="0" marT="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2E3E5"/>
                    </a:solidFill>
                  </a:tcPr>
                </a:tc>
                <a:tc>
                  <a:txBody>
                    <a:bodyPr/>
                    <a:lstStyle/>
                    <a:p>
                      <a:pPr marL="365760" indent="0" rtl="1"/>
                      <a:r>
                        <a:rPr lang="ar" sz="1200" dirty="0">
                          <a:solidFill>
                            <a:srgbClr val="373737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 نجمة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2E3E5"/>
                    </a:solidFill>
                  </a:tcPr>
                </a:tc>
                <a:tc>
                  <a:txBody>
                    <a:bodyPr/>
                    <a:lstStyle/>
                    <a:p>
                      <a:pPr indent="101600" rtl="1"/>
                      <a:r>
                        <a:rPr lang="ar" sz="1200" dirty="0">
                          <a:solidFill>
                            <a:srgbClr val="373737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إقامة بسيطة وأساسية مع بعض الإضافات</a:t>
                      </a:r>
                    </a:p>
                  </a:txBody>
                  <a:tcPr marL="0" marR="0" marT="0" marB="0" anchor="ctr">
                    <a:solidFill>
                      <a:srgbClr val="E2E3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68">
                <a:tc>
                  <a:txBody>
                    <a:bodyPr/>
                    <a:lstStyle/>
                    <a:p>
                      <a:pPr rtl="1"/>
                      <a:endParaRPr sz="17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2E3E5"/>
                    </a:solidFill>
                  </a:tcPr>
                </a:tc>
                <a:tc>
                  <a:txBody>
                    <a:bodyPr/>
                    <a:lstStyle/>
                    <a:p>
                      <a:pPr marL="365760" indent="0" rtl="1"/>
                      <a:r>
                        <a:rPr lang="ar" sz="1200" dirty="0">
                          <a:solidFill>
                            <a:srgbClr val="373737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3 نجمة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2E3E5"/>
                    </a:solidFill>
                  </a:tcPr>
                </a:tc>
                <a:tc>
                  <a:txBody>
                    <a:bodyPr/>
                    <a:lstStyle/>
                    <a:p>
                      <a:pPr indent="101600" rtl="1"/>
                      <a:r>
                        <a:rPr lang="ar" sz="1200" dirty="0">
                          <a:solidFill>
                            <a:srgbClr val="373737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إقامة متوسطة، </a:t>
                      </a:r>
                      <a:r>
                        <a:rPr lang="ar-EG" sz="1200" dirty="0">
                          <a:solidFill>
                            <a:srgbClr val="373737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مع </a:t>
                      </a:r>
                      <a:r>
                        <a:rPr lang="ar" sz="1200" dirty="0">
                          <a:solidFill>
                            <a:srgbClr val="373737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وسائل راحة وخدمة</a:t>
                      </a:r>
                    </a:p>
                  </a:txBody>
                  <a:tcPr marL="0" marR="0" marT="0" marB="0" anchor="ctr">
                    <a:solidFill>
                      <a:srgbClr val="E2E3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rtl="1"/>
                      <a:endParaRPr sz="170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2E3E5"/>
                    </a:solidFill>
                  </a:tcPr>
                </a:tc>
                <a:tc>
                  <a:txBody>
                    <a:bodyPr/>
                    <a:lstStyle/>
                    <a:p>
                      <a:pPr marL="365760" indent="0" rtl="1"/>
                      <a:r>
                        <a:rPr lang="ar" sz="1200" dirty="0">
                          <a:solidFill>
                            <a:srgbClr val="373737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4 نجمة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2E3E5"/>
                    </a:solidFill>
                  </a:tcPr>
                </a:tc>
                <a:tc>
                  <a:txBody>
                    <a:bodyPr/>
                    <a:lstStyle/>
                    <a:p>
                      <a:pPr indent="101600" rtl="1"/>
                      <a:r>
                        <a:rPr lang="ar" sz="1200">
                          <a:solidFill>
                            <a:srgbClr val="373737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إقامة فوق المتوسطة مع العديد من وسائل الراحة</a:t>
                      </a:r>
                    </a:p>
                  </a:txBody>
                  <a:tcPr marL="0" marR="0" marT="0" marB="0" anchor="ctr">
                    <a:solidFill>
                      <a:srgbClr val="E2E3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024">
                <a:tc>
                  <a:txBody>
                    <a:bodyPr/>
                    <a:lstStyle/>
                    <a:p>
                      <a:pPr indent="139700" rtl="1">
                        <a:spcBef>
                          <a:spcPts val="490"/>
                        </a:spcBef>
                      </a:pPr>
                      <a:r>
                        <a:rPr lang="ar" sz="1000">
                          <a:solidFill>
                            <a:srgbClr val="211F20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★ ★★★</a:t>
                      </a:r>
                    </a:p>
                  </a:txBody>
                  <a:tcPr marL="0" marR="0" marT="0" marB="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2E3E5"/>
                    </a:solidFill>
                  </a:tcPr>
                </a:tc>
                <a:tc>
                  <a:txBody>
                    <a:bodyPr/>
                    <a:lstStyle/>
                    <a:p>
                      <a:pPr marL="365760" indent="0" rtl="1">
                        <a:spcBef>
                          <a:spcPts val="560"/>
                        </a:spcBef>
                      </a:pPr>
                      <a:r>
                        <a:rPr lang="ar" sz="1200" dirty="0">
                          <a:solidFill>
                            <a:srgbClr val="373737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5 نجمة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2E3E5"/>
                    </a:solidFill>
                  </a:tcPr>
                </a:tc>
                <a:tc>
                  <a:txBody>
                    <a:bodyPr/>
                    <a:lstStyle/>
                    <a:p>
                      <a:pPr marL="65600" indent="12700" rtl="1">
                        <a:lnSpc>
                          <a:spcPct val="120000"/>
                        </a:lnSpc>
                      </a:pPr>
                      <a:r>
                        <a:rPr lang="ar" sz="1200" dirty="0">
                          <a:solidFill>
                            <a:srgbClr val="373737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إقامة فاخرة ووسائل راحة شاملة وخدم</a:t>
                      </a:r>
                      <a:r>
                        <a:rPr lang="ar-EG" sz="1200" dirty="0">
                          <a:solidFill>
                            <a:srgbClr val="373737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ات </a:t>
                      </a:r>
                      <a:r>
                        <a:rPr lang="ar" sz="1200" dirty="0">
                          <a:solidFill>
                            <a:srgbClr val="373737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كاملة</a:t>
                      </a:r>
                    </a:p>
                  </a:txBody>
                  <a:tcPr marL="0" marR="0" marT="0" marB="0" anchor="ctr">
                    <a:solidFill>
                      <a:srgbClr val="E2E3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67621DBC-A7D5-924F-A39D-DBE42CAFB0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73" t="17796" r="85227" b="12625"/>
          <a:stretch/>
        </p:blipFill>
        <p:spPr>
          <a:xfrm flipH="1">
            <a:off x="6846200" y="4380840"/>
            <a:ext cx="792088" cy="1763633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1C4F3DE1-39EE-54F5-3172-4E930B6E92C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84369606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95537" y="2493168"/>
            <a:ext cx="8064895" cy="41041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algn="ctr" rtl="1">
              <a:buNone/>
            </a:pPr>
            <a:endParaRPr lang="en-GB" altLang="en-US" dirty="0"/>
          </a:p>
          <a:p>
            <a:pPr marL="685800" rtl="1"/>
            <a:r>
              <a:rPr lang="ar-EG" dirty="0"/>
              <a:t>المقاهي الصغيرة</a:t>
            </a:r>
            <a:r>
              <a:rPr lang="ar-SA" dirty="0"/>
              <a:t> (</a:t>
            </a:r>
            <a:r>
              <a:rPr lang="ar-SA" dirty="0" err="1"/>
              <a:t>البيسترو</a:t>
            </a:r>
            <a:r>
              <a:rPr lang="ar-SA" dirty="0"/>
              <a:t>)</a:t>
            </a:r>
            <a:endParaRPr lang="ar" dirty="0"/>
          </a:p>
          <a:p>
            <a:pPr marL="685800" rtl="1"/>
            <a:r>
              <a:rPr lang="ar" dirty="0"/>
              <a:t>المقاهي</a:t>
            </a:r>
            <a:r>
              <a:rPr lang="ar-SA" dirty="0"/>
              <a:t> الكبيرة</a:t>
            </a:r>
            <a:endParaRPr lang="ar" dirty="0"/>
          </a:p>
          <a:p>
            <a:pPr marL="685800" rtl="1"/>
            <a:r>
              <a:rPr lang="ar-EG" dirty="0"/>
              <a:t>مطاعم </a:t>
            </a:r>
            <a:r>
              <a:rPr lang="ar" dirty="0"/>
              <a:t>الوجبات السريعة</a:t>
            </a:r>
          </a:p>
          <a:p>
            <a:pPr marL="685800" rtl="1"/>
            <a:r>
              <a:rPr lang="ar" dirty="0"/>
              <a:t>المطاعم الفاخرة</a:t>
            </a:r>
          </a:p>
          <a:p>
            <a:pPr indent="0" rtl="1">
              <a:buNone/>
            </a:pPr>
            <a:endParaRPr lang="en-GB" dirty="0"/>
          </a:p>
          <a:p>
            <a:pPr indent="0" rtl="1">
              <a:buNone/>
            </a:pPr>
            <a:r>
              <a:rPr lang="ar" dirty="0">
                <a:effectLst/>
              </a:rPr>
              <a:t>تشير التقديرات إلى أن هناك 15 مليون مطعم ومقهى ومنافذ للوجبات السريعة وأنواع أخرى من </a:t>
            </a:r>
            <a:r>
              <a:rPr lang="ar-SA" dirty="0">
                <a:effectLst/>
              </a:rPr>
              <a:t>أماكن</a:t>
            </a:r>
            <a:r>
              <a:rPr lang="ar" dirty="0">
                <a:effectLst/>
              </a:rPr>
              <a:t> إعداد الطعام في جميع أنحاء العالم.</a:t>
            </a:r>
          </a:p>
          <a:p>
            <a:pPr marL="685800" rtl="1"/>
            <a:endParaRPr lang="en-GB" altLang="en-US" dirty="0"/>
          </a:p>
          <a:p>
            <a:pPr marL="685800" rtl="1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196752"/>
            <a:ext cx="8352928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فهم حجم ونطاق وتنوع قطاع الضيافة (2)</a:t>
            </a:r>
          </a:p>
          <a:p>
            <a:pPr algn="ctr" rtl="1"/>
            <a:r>
              <a:rPr lang="ar" sz="3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المطاعم</a:t>
            </a:r>
          </a:p>
          <a:p>
            <a:pPr algn="ctr" rtl="1"/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6C0BFA0-6679-07FF-7A14-C781898DE4B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47789489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820092" y="4725416"/>
            <a:ext cx="7481101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rtl="1">
              <a:buNone/>
            </a:pPr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64096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المقاهي</a:t>
            </a:r>
          </a:p>
          <a:p>
            <a:pPr algn="ctr" rtl="1"/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8DD8D15-88B1-E64E-9C64-A58A64F0A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450" y="4821940"/>
            <a:ext cx="7481101" cy="187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مدى شعبية المقاهي في المنطقة التي تعيش فيها؟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0F95FA3-2A5C-CD9E-2398-00319254AFE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  <p:pic>
        <p:nvPicPr>
          <p:cNvPr id="4" name="Picture 6" descr="A map of coffee and tea&#10;&#10;Description automatically generated">
            <a:extLst>
              <a:ext uri="{FF2B5EF4-FFF2-40B4-BE49-F238E27FC236}">
                <a16:creationId xmlns:a16="http://schemas.microsoft.com/office/drawing/2014/main" id="{8E3559A6-5900-62F2-97A1-684EA3267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474" y="2053624"/>
            <a:ext cx="6665494" cy="352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30687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13575" y="3141886"/>
            <a:ext cx="8116851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-EG" dirty="0"/>
              <a:t>المقاهي</a:t>
            </a:r>
            <a:r>
              <a:rPr lang="ar" dirty="0"/>
              <a:t> والنوادي</a:t>
            </a:r>
          </a:p>
          <a:p>
            <a:pPr marL="685800" rtl="1"/>
            <a:r>
              <a:rPr lang="ar" dirty="0"/>
              <a:t>مقدمو خدمات الطعام المتعاقدون</a:t>
            </a:r>
          </a:p>
          <a:p>
            <a:pPr marL="685800" rtl="1"/>
            <a:r>
              <a:rPr lang="ar" dirty="0"/>
              <a:t>الفعاليات.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64096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فهم حجم ونطاق وتنوع قطاع الضيافة (2)</a:t>
            </a:r>
          </a:p>
          <a:p>
            <a:pPr algn="ctr" rtl="1"/>
            <a:endParaRPr lang="en-GB" altLang="en-US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B15D611-A8F3-6930-F219-DC335C70216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8173895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2588230"/>
            <a:ext cx="9144000" cy="408113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 dirty="0"/>
              <a:t>يواصل هدف التعلم (أ) استكشاف القطاعات المختلفة التي </a:t>
            </a:r>
            <a:r>
              <a:rPr lang="ar-SA" dirty="0"/>
              <a:t>ي</a:t>
            </a:r>
            <a:r>
              <a:rPr lang="ar" dirty="0"/>
              <a:t>عمل فيها قطاع الضيافة: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685800" rtl="1"/>
            <a:r>
              <a:rPr lang="ar" dirty="0"/>
              <a:t>القطاع التجاري</a:t>
            </a:r>
          </a:p>
          <a:p>
            <a:pPr marL="685800" rtl="1"/>
            <a:r>
              <a:rPr lang="ar" dirty="0"/>
              <a:t>قطاع الخدمات، مثل الرعاية الاجتماعية والمؤسسية والعقود</a:t>
            </a:r>
          </a:p>
          <a:p>
            <a:pPr marL="685800" rtl="1"/>
            <a:r>
              <a:rPr lang="ar" dirty="0"/>
              <a:t>جميع شركات الضيافة موجودة لتحقيق الربح، ولكن لا يتم تقديم جميع خدمات الضيافة لتحقيق الربح. </a:t>
            </a:r>
          </a:p>
          <a:p>
            <a:pPr marL="685800" rtl="1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68760"/>
            <a:ext cx="8784976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defRPr/>
            </a:pPr>
            <a:r>
              <a:rPr lang="ar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فهم حجم ونطاق وتنوع قطاع الضيافة (3)</a:t>
            </a: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C485EA0-B033-F500-D02E-F75F062BB4B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6135194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7603" y="2252344"/>
            <a:ext cx="9036496" cy="34809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/>
              <a:t>يُختتم هدف التعلم (أ) بالتحقيق في أهمية قطاع الضيافة بما في ذلك: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685800" rtl="1"/>
            <a:r>
              <a:rPr lang="ar"/>
              <a:t>القيمة الاقتصادية ومساهمة الصناعة (الإيرادات)</a:t>
            </a:r>
          </a:p>
          <a:p>
            <a:pPr marL="685800" rtl="1"/>
            <a:r>
              <a:rPr lang="ar"/>
              <a:t>الوطنية</a:t>
            </a:r>
          </a:p>
          <a:p>
            <a:pPr marL="685800" rtl="1"/>
            <a:r>
              <a:rPr lang="ar"/>
              <a:t>الإقليمية</a:t>
            </a:r>
          </a:p>
          <a:p>
            <a:pPr marL="685800" rtl="1"/>
            <a:r>
              <a:rPr lang="ar"/>
              <a:t>المحلية</a:t>
            </a:r>
          </a:p>
          <a:p>
            <a:pPr indent="0" rtl="1">
              <a:buNone/>
            </a:pPr>
            <a:endParaRPr lang="en-GB" altLang="en-US" dirty="0"/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2000" b="0">
                <a:effectLst/>
                <a:latin typeface="Helvetica" pitchFamily="2" charset="0"/>
              </a:rPr>
              <a:t>لدى جمعية وكلاء السياحة والسفر الأردنية معلومات حول إحصاءات السياحة: </a:t>
            </a:r>
            <a:r>
              <a:rPr lang="ar" sz="2000">
                <a:effectLst/>
                <a:latin typeface="Helvetica" pitchFamily="2" charset="0"/>
              </a:rPr>
              <a:t>www.jsta.org.jo/en/list/Tourist_statist_statistics</a:t>
            </a:r>
          </a:p>
          <a:p>
            <a:pPr marL="685800" rtl="1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16" y="1124744"/>
            <a:ext cx="871296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defRPr/>
            </a:pPr>
            <a:r>
              <a:rPr lang="ar" sz="3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فهم حجم ونطاق وتنوع قطاع الضيافة (4)</a:t>
            </a: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9FCFC82-3D7F-A40D-10DC-F2294016A15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14228873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0" y="2420889"/>
            <a:ext cx="9144000" cy="16561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685800" rtl="1"/>
            <a:r>
              <a:rPr lang="ar" dirty="0"/>
              <a:t>الحجم النسبي/الأرقام النسبية لشركات الضيافة</a:t>
            </a:r>
          </a:p>
          <a:p>
            <a:pPr marL="685800" rtl="1"/>
            <a:r>
              <a:rPr lang="ar-SA" dirty="0"/>
              <a:t>أعداد</a:t>
            </a:r>
            <a:r>
              <a:rPr lang="ar" dirty="0"/>
              <a:t> الموظفين</a:t>
            </a:r>
          </a:p>
          <a:p>
            <a:pPr marL="685800" rtl="1"/>
            <a:endParaRPr lang="en-GB" dirty="0">
              <a:effectLst/>
              <a:latin typeface="Helvetica" pitchFamily="2" charset="0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16" y="1124744"/>
            <a:ext cx="871296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defRPr/>
            </a:pPr>
            <a:r>
              <a:rPr lang="ar" sz="3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فهم حجم ونطاق وتنوع قطاع الضيافة (4)</a:t>
            </a: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41EB2E4-AB34-29E1-51B7-5DBBC280052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86454215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412876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/>
              <a:t>هدف التعلم (أ)</a:t>
            </a:r>
            <a:br>
              <a:rPr lang="en-US" altLang="en-US" sz="2400" dirty="0"/>
            </a:br>
            <a:endParaRPr lang="en-GB" altLang="en-US" sz="3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28600" y="5198220"/>
            <a:ext cx="8686800" cy="106535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algn="ctr" rtl="1">
              <a:buFont typeface="Wingdings" panose="05000000000000000000" pitchFamily="2" charset="2"/>
              <a:buNone/>
            </a:pPr>
            <a:r>
              <a:rPr lang="ar"/>
              <a:t>مناقشة أهمية شركات الضيافة </a:t>
            </a:r>
          </a:p>
          <a:p>
            <a:pPr indent="0" algn="ctr" rtl="1">
              <a:buFont typeface="Wingdings" panose="05000000000000000000" pitchFamily="2" charset="2"/>
              <a:buNone/>
            </a:pPr>
            <a:r>
              <a:rPr lang="ar"/>
              <a:t>بالنسبة لبلدك.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9D02F08-29C4-A5D3-B435-B6076ADAB14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  <p:pic>
        <p:nvPicPr>
          <p:cNvPr id="5" name="Picture 4" descr="A group of people in a cafe&#10;&#10;Description automatically generated">
            <a:extLst>
              <a:ext uri="{FF2B5EF4-FFF2-40B4-BE49-F238E27FC236}">
                <a16:creationId xmlns:a16="http://schemas.microsoft.com/office/drawing/2014/main" id="{B0D18B6F-773F-1DFE-C4E8-CEFB0D743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717" y="1933234"/>
            <a:ext cx="4632157" cy="309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2514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66032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/>
              <a:t>هدف التعلم (ب)</a:t>
            </a: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3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3429000"/>
            <a:ext cx="8075240" cy="27363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/>
              <a:t>يبحث هدف التعلم (ب) نطاق وتنوع المنتجات التي يقدمها قطاع الضيافة:</a:t>
            </a:r>
          </a:p>
          <a:p>
            <a:pPr marL="0" indent="0" rtl="1">
              <a:buNone/>
            </a:pPr>
            <a:endParaRPr lang="en-GB" dirty="0"/>
          </a:p>
          <a:p>
            <a:pPr rtl="1"/>
            <a:r>
              <a:rPr lang="ar"/>
              <a:t>المنتجات</a:t>
            </a:r>
          </a:p>
          <a:p>
            <a:pPr rtl="1"/>
            <a:r>
              <a:rPr lang="ar"/>
              <a:t>الخدمات</a:t>
            </a:r>
          </a:p>
          <a:p>
            <a:pPr rtl="1"/>
            <a:r>
              <a:rPr lang="ar"/>
              <a:t>التأثيرات على القطاع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5" y="1781532"/>
            <a:ext cx="8928991" cy="1647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28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التعرف على المنتجات والخدمات التي </a:t>
            </a:r>
            <a:r>
              <a:rPr lang="ar-SA" sz="2800" b="1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ي</a:t>
            </a:r>
            <a:r>
              <a:rPr lang="ar" sz="28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قدمها قطاع الضيافة والعوامل التي تؤثر على تطوره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79F6014-63E4-B574-FB91-963FC2D9B57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86404200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9512" y="2978214"/>
            <a:ext cx="8568952" cy="2808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/>
              <a:t>يبحث هدف التعلم (ب) نطاق وتنوع المنتجات التي يقدمها قطاع الضيافة: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685800" rtl="1"/>
            <a:r>
              <a:rPr lang="ar"/>
              <a:t>المواد الغذائية</a:t>
            </a:r>
          </a:p>
          <a:p>
            <a:pPr marL="685800" rtl="1"/>
            <a:r>
              <a:rPr lang="ar"/>
              <a:t>المشروبات</a:t>
            </a:r>
          </a:p>
          <a:p>
            <a:pPr marL="685800" rtl="1"/>
            <a:r>
              <a:rPr lang="ar"/>
              <a:t>الإقامة.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FF0000"/>
              </a:solidFill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96752"/>
            <a:ext cx="8784976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defRPr/>
            </a:pPr>
            <a:r>
              <a:rPr lang="ar" sz="30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التعرف على المنتجات والخدمات التي يقدمها قطاع الضيافة والعوامل التي تؤثر على تطوره (1)</a:t>
            </a:r>
          </a:p>
          <a:p>
            <a:pPr rtl="1"/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rtl="1"/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C1A2EEB-55E1-493E-B840-319BDDF9799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4244461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9512" y="3429000"/>
            <a:ext cx="8568952" cy="2808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FF0000"/>
              </a:solidFill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5" y="615044"/>
            <a:ext cx="8784976" cy="1323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defRPr/>
            </a:pPr>
            <a:endParaRPr lang="en-GB" altLang="en-US" sz="3400" b="1" dirty="0">
              <a:solidFill>
                <a:srgbClr val="00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>
              <a:defRPr/>
            </a:pPr>
            <a:r>
              <a:rPr lang="ar" sz="32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الأغذية والمشروبات</a:t>
            </a:r>
          </a:p>
          <a:p>
            <a:pPr algn="ctr" rtl="1">
              <a:defRPr/>
            </a:pPr>
            <a:endParaRPr kumimoji="0" lang="en-GB" altLang="en-US" sz="3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algn="ctr" rtl="1">
              <a:defRPr/>
            </a:pPr>
            <a:endParaRPr kumimoji="0" lang="en-GB" altLang="en-US" sz="3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rtl="1"/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rtl="1"/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EE802-FBB4-1C48-B80E-EF1302D10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949454"/>
            <a:ext cx="835292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  <a:defRPr/>
            </a:pPr>
            <a:r>
              <a:rPr lang="ar" dirty="0">
                <a:effectLst/>
                <a:latin typeface="Helvetica" pitchFamily="2" charset="0"/>
                <a:cs typeface="Sakkal Majalla" panose="02000000000000000000" pitchFamily="2" charset="-78"/>
              </a:rPr>
              <a:t>يختلف نوع وجودة وأسعار الطعام والشراب المعروض بشكل كبير اعتمادًا على نوع البيئة ونوع المنفذ.</a:t>
            </a:r>
          </a:p>
          <a:p>
            <a:pPr marL="0" indent="0" rtl="1">
              <a:buNone/>
              <a:defRPr/>
            </a:pPr>
            <a:endParaRPr lang="en-GB" altLang="en-US" dirty="0">
              <a:solidFill>
                <a:srgbClr val="00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defRPr/>
            </a:pPr>
            <a:r>
              <a:rPr lang="ar" sz="240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المطاعم الفاخرة</a:t>
            </a:r>
          </a:p>
          <a:p>
            <a:pPr rtl="1">
              <a:defRPr/>
            </a:pPr>
            <a:r>
              <a:rPr lang="ar" sz="240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مطاعم الوجبات السريعة</a:t>
            </a:r>
          </a:p>
          <a:p>
            <a:pPr rtl="1">
              <a:defRPr/>
            </a:pPr>
            <a:r>
              <a:rPr lang="ar" sz="240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خدمات التموين المتعاقد عليها.</a:t>
            </a:r>
            <a:endParaRPr kumimoji="0" lang="en-GB" altLang="en-US" sz="24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CC7E22A-9DD2-6F65-7489-96211EBCEC4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91582044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9512" y="3429000"/>
            <a:ext cx="8568952" cy="2808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FF0000"/>
              </a:solidFill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48" y="836712"/>
            <a:ext cx="8784976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defRPr/>
            </a:pPr>
            <a:endParaRPr lang="en-GB" altLang="en-US" sz="3400" b="1" dirty="0">
              <a:solidFill>
                <a:srgbClr val="00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>
              <a:defRPr/>
            </a:pPr>
            <a:r>
              <a:rPr lang="ar" sz="340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الأغذية والمشروبات</a:t>
            </a:r>
          </a:p>
          <a:p>
            <a:pPr algn="ctr" rtl="1">
              <a:defRPr/>
            </a:pPr>
            <a:endParaRPr kumimoji="0" lang="en-GB" altLang="en-US" sz="3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algn="ctr" rtl="1">
              <a:defRPr/>
            </a:pPr>
            <a:endParaRPr kumimoji="0" lang="en-GB" altLang="en-US" sz="3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rtl="1"/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rtl="1"/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EE802-FBB4-1C48-B80E-EF1302D10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108" y="5238679"/>
            <a:ext cx="8183760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endParaRPr lang="en-GB" kern="0" dirty="0">
              <a:solidFill>
                <a:srgbClr val="FF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ctr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مناقشة الأنواع المختلفة من الأطعمة والمشروبات التي يمكنك شراؤها </a:t>
            </a:r>
            <a:br>
              <a:rPr lang="en-US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شركات الضيافة القريبة منك.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A43498F-D55A-7F1E-C2CF-36F0EF3B798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  <p:pic>
        <p:nvPicPr>
          <p:cNvPr id="5" name="Picture 5" descr="A cup of coffee and coffee beans&#10;&#10;Description automatically generated">
            <a:extLst>
              <a:ext uri="{FF2B5EF4-FFF2-40B4-BE49-F238E27FC236}">
                <a16:creationId xmlns:a16="http://schemas.microsoft.com/office/drawing/2014/main" id="{119516E1-42EE-ABCB-865C-7A54F9AF2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885" y="1715082"/>
            <a:ext cx="5702966" cy="381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5003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9512" y="3429000"/>
            <a:ext cx="8568952" cy="2808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FF0000"/>
              </a:solidFill>
            </a:endParaRP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836712"/>
            <a:ext cx="8784976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defRPr/>
            </a:pPr>
            <a:endParaRPr lang="en-GB" altLang="en-US" sz="3400" b="1" dirty="0">
              <a:solidFill>
                <a:srgbClr val="00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>
              <a:defRPr/>
            </a:pPr>
            <a:r>
              <a:rPr lang="ar" sz="3200" b="1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الإقامة</a:t>
            </a:r>
            <a:endParaRPr kumimoji="0" lang="en-GB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algn="ctr" rtl="1">
              <a:defRPr/>
            </a:pPr>
            <a:endParaRPr kumimoji="0" lang="en-GB" altLang="en-US" sz="3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algn="ctr" rtl="1">
              <a:defRPr/>
            </a:pPr>
            <a:endParaRPr kumimoji="0" lang="en-GB" altLang="en-US" sz="3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rtl="1"/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rtl="1"/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EE802-FBB4-1C48-B80E-EF1302D10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714500"/>
            <a:ext cx="7632848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Font typeface="Wingdings" panose="05000000000000000000" pitchFamily="2" charset="2"/>
              <a:buNone/>
            </a:pPr>
            <a:endParaRPr lang="en-GB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  <a:defRPr/>
            </a:pPr>
            <a:r>
              <a:rPr lang="ar" sz="240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وكما هو الحال مع المطاعم، يختلف نوع الإقامة وجودتها وأسعارها بشكل كبير اعتمادًا على نوع البيئة ونوع المنفذ.</a:t>
            </a:r>
          </a:p>
          <a:p>
            <a:pPr marL="0" indent="0" rtl="1">
              <a:buNone/>
              <a:defRPr/>
            </a:pPr>
            <a:endParaRPr lang="en-GB" altLang="en-US" sz="2400" dirty="0">
              <a:solidFill>
                <a:srgbClr val="00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defRPr/>
            </a:pPr>
            <a:r>
              <a:rPr lang="ar" sz="240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الموازنة: تقدم الفنادق الاقتصادية أماكن إقامة أساسية بأسعار أقل تتناسب معها.</a:t>
            </a:r>
          </a:p>
          <a:p>
            <a:pPr rtl="1">
              <a:defRPr/>
            </a:pPr>
            <a:r>
              <a:rPr lang="ar" sz="240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الفئة الفاخرة: تقدم الفنادق الفاخرة أماكن إقامة فاخرة بأسعار أعلى لتتناسب معها</a:t>
            </a:r>
          </a:p>
          <a:p>
            <a:pPr marL="0" indent="0" rtl="1">
              <a:buNone/>
              <a:defRPr/>
            </a:pPr>
            <a:endParaRPr lang="en-GB" altLang="en-US" sz="2400" dirty="0">
              <a:solidFill>
                <a:srgbClr val="00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  <a:defRPr/>
            </a:pPr>
            <a:r>
              <a:rPr lang="ar" sz="240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A8038CB-B33D-6F3D-A381-302A9590C0C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9477616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8" y="3140968"/>
            <a:ext cx="8424936" cy="331236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rtl="1">
              <a:buFont typeface="Wingdings" panose="05000000000000000000" pitchFamily="2" charset="2"/>
              <a:buNone/>
            </a:pPr>
            <a:r>
              <a:rPr lang="ar"/>
              <a:t>يواصل هدف التعلم (ب) استكشاف أنواع الخدمات التي يقدمها قطاع الضيافة.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rtl="1">
              <a:buFont typeface="Wingdings" panose="05000000000000000000" pitchFamily="2" charset="2"/>
              <a:buNone/>
            </a:pPr>
            <a:r>
              <a:rPr lang="ar"/>
              <a:t>ما أنواع الخدمات التي يقدمها قطاع الضيافة للضيوف من وجهة نظرك؟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1484784"/>
            <a:ext cx="8928992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28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التعرف على المنتجات والخدمات التي يقدمها قطاع الضيافة والعوامل التي تؤثر على تطورها (2)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</a:br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C403FD4-D826-6DF9-7142-AE48AF2147A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41178363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7504" y="2852936"/>
            <a:ext cx="8928992" cy="331236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endParaRPr lang="en-GB" altLang="en-US" dirty="0"/>
          </a:p>
          <a:p>
            <a:pPr marL="685800" rtl="1"/>
            <a:r>
              <a:rPr lang="ar" dirty="0"/>
              <a:t>خدمات الأعمال: تقدم العديد من الفنادق مجموعة من خدمات الأعمال لضيوفها. </a:t>
            </a:r>
            <a:r>
              <a:rPr lang="ar-SA" dirty="0"/>
              <a:t>و</a:t>
            </a:r>
            <a:r>
              <a:rPr lang="ar" dirty="0"/>
              <a:t>يكون لدى الفنادق الكبيرة مراكز أعمال مخصصة يمكن للضيوف الوصول إليها. </a:t>
            </a:r>
          </a:p>
          <a:p>
            <a:pPr indent="0" rtl="1">
              <a:buNone/>
            </a:pPr>
            <a:endParaRPr lang="en-GB" altLang="en-US" dirty="0"/>
          </a:p>
          <a:p>
            <a:pPr marL="685800" rtl="1"/>
            <a:r>
              <a:rPr lang="ar" dirty="0"/>
              <a:t>المؤتمرات والفعاليات: تميل الفنادق الكبيرة إلى امتلاك أفضل مرافق لعقد المؤتمرات.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1196752"/>
            <a:ext cx="8928992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28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التعرف على المنتجات والخدمات التي يقدمها قطاع الضيافة والعوامل التي تؤثر على تطوره (2)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</a:br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6C68C20-AA33-5418-17F0-448CBE4A3E6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26405485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59532" y="2636912"/>
            <a:ext cx="8424936" cy="30243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685800" rtl="1"/>
            <a:r>
              <a:rPr lang="ar" dirty="0"/>
              <a:t>الخدمات الشخصية: تشمل تصفيف الشعر ومرافق السبا</a:t>
            </a:r>
          </a:p>
          <a:p>
            <a:pPr marL="685800" rtl="1"/>
            <a:r>
              <a:rPr lang="ar" dirty="0"/>
              <a:t>البيع: بيع الطعام والشراب وكذلك المجلات ومواد العناية الشخصية</a:t>
            </a:r>
          </a:p>
          <a:p>
            <a:pPr marL="685800" rtl="1"/>
            <a:r>
              <a:rPr lang="ar" dirty="0"/>
              <a:t>مستوى ونوع الخدمة المقدمة، غالبًا ما يعكس السعر الذي تدفعه مستوى الخدمة التي </a:t>
            </a:r>
            <a:r>
              <a:rPr lang="ar-SA" dirty="0"/>
              <a:t>تتلقاها</a:t>
            </a:r>
            <a:r>
              <a:rPr lang="ar" dirty="0"/>
              <a:t>.</a:t>
            </a:r>
          </a:p>
          <a:p>
            <a:pPr marL="685800" rtl="1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1412776"/>
            <a:ext cx="8928992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26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التعرف على المنتجات والخدمات التي يقدمها قطاع الضيافة والعوامل </a:t>
            </a:r>
            <a:br>
              <a:rPr lang="en-US" sz="26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</a:br>
            <a:r>
              <a:rPr lang="ar" sz="26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التي تؤثر على تطوره (2)</a:t>
            </a:r>
            <a:endParaRPr kumimoji="0" lang="en-US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</a:br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086858E-DADE-52B8-2E4B-BF91B984CDD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08515224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39552" y="2240868"/>
            <a:ext cx="8064896" cy="414045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dirty="0">
                <a:effectLst/>
                <a:latin typeface="Helvetica" pitchFamily="2" charset="0"/>
              </a:rPr>
              <a:t>يختتم هدف التعلم (ب)</a:t>
            </a:r>
            <a:r>
              <a:rPr lang="ar-SA" dirty="0">
                <a:effectLst/>
                <a:latin typeface="Helvetica" pitchFamily="2" charset="0"/>
              </a:rPr>
              <a:t> </a:t>
            </a:r>
            <a:r>
              <a:rPr lang="ar" dirty="0">
                <a:effectLst/>
                <a:latin typeface="Helvetica" pitchFamily="2" charset="0"/>
              </a:rPr>
              <a:t>بتحليل التأثيرات  على القطاع:</a:t>
            </a:r>
          </a:p>
          <a:p>
            <a:pPr marL="0" indent="0" rtl="1">
              <a:buNone/>
            </a:pPr>
            <a:endParaRPr lang="en-GB" sz="2200" dirty="0">
              <a:effectLst/>
              <a:latin typeface="Helvetica" pitchFamily="2" charset="0"/>
            </a:endParaRPr>
          </a:p>
          <a:p>
            <a:pPr rtl="1"/>
            <a:r>
              <a:rPr lang="ar" dirty="0">
                <a:effectLst/>
                <a:latin typeface="Helvetica" pitchFamily="2" charset="0"/>
              </a:rPr>
              <a:t>السياسية</a:t>
            </a:r>
          </a:p>
          <a:p>
            <a:pPr rtl="1"/>
            <a:r>
              <a:rPr lang="ar" dirty="0">
                <a:effectLst/>
                <a:latin typeface="Helvetica" pitchFamily="2" charset="0"/>
              </a:rPr>
              <a:t>الاقتصادية</a:t>
            </a:r>
          </a:p>
          <a:p>
            <a:pPr rtl="1"/>
            <a:r>
              <a:rPr lang="ar" dirty="0">
                <a:effectLst/>
                <a:latin typeface="Helvetica" pitchFamily="2" charset="0"/>
              </a:rPr>
              <a:t>الاجتماعية</a:t>
            </a:r>
          </a:p>
          <a:p>
            <a:pPr rtl="1"/>
            <a:r>
              <a:rPr lang="ar" dirty="0">
                <a:effectLst/>
                <a:latin typeface="Helvetica" pitchFamily="2" charset="0"/>
              </a:rPr>
              <a:t>التكنولوجية</a:t>
            </a:r>
          </a:p>
          <a:p>
            <a:pPr rtl="1"/>
            <a:r>
              <a:rPr lang="ar" dirty="0">
                <a:effectLst/>
                <a:latin typeface="Helvetica" pitchFamily="2" charset="0"/>
              </a:rPr>
              <a:t>البيئية</a:t>
            </a:r>
          </a:p>
          <a:p>
            <a:pPr rtl="1"/>
            <a:r>
              <a:rPr lang="ar" dirty="0">
                <a:effectLst/>
                <a:latin typeface="Helvetica" pitchFamily="2" charset="0"/>
              </a:rPr>
              <a:t>القانونية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DCE7632-ECA8-5241-AA02-AE08F1CD0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1196752"/>
            <a:ext cx="8928992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24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التعرف على المنتجات والخدمات التي يقدمها قطاع الضيافة والعوامل التي تؤثر على تطوره (3)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2FF17A7-7B98-C267-D97A-3819C7FF79D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62650362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9757" y="5301208"/>
            <a:ext cx="8964488" cy="122856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algn="ctr" rtl="1">
              <a:buFont typeface="Wingdings" panose="05000000000000000000" pitchFamily="2" charset="2"/>
              <a:buNone/>
            </a:pPr>
            <a:r>
              <a:rPr lang="ar"/>
              <a:t>تقدم العديد من الفنادق الكبيرة خدمة الكونسيرج لضيوفها. تحقق من الخدمات التي تقدمها خدمة الكونسيرج وناقشها. 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1556792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3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"كيف يمكنني مساعدتك؟"</a:t>
            </a:r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EFA7788-5FB6-914C-E2C9-C97954580E8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316D9F50-CF95-C0D2-56E4-0DB01D89C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547" y="2260594"/>
            <a:ext cx="3621505" cy="290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82408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/>
              <a:t>هدف التعلم (ج)</a:t>
            </a: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3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50938" y="3716338"/>
            <a:ext cx="6769100" cy="235331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endParaRPr lang="en-GB" dirty="0">
              <a:effectLst/>
              <a:latin typeface="Helvetica" pitchFamily="2" charset="0"/>
            </a:endParaRPr>
          </a:p>
          <a:p>
            <a:pPr marL="685800" rtl="1"/>
            <a:r>
              <a:rPr lang="ar">
                <a:effectLst/>
                <a:latin typeface="Helvetica" pitchFamily="2" charset="0"/>
              </a:rPr>
              <a:t>الفرص الوظيفية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solidFill>
                <a:srgbClr val="FF0000"/>
              </a:solidFill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36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استكشاف الفرص الوظيفية في بيئات عامة مختلفة</a:t>
            </a:r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60DC87E-86AB-DF0D-657F-A42F25C827F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15228247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99592" y="2996952"/>
            <a:ext cx="7668146" cy="30695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 dirty="0"/>
              <a:t>يبحث هدف التعلم (ج) الفرص الوظيفية في </a:t>
            </a:r>
            <a:r>
              <a:rPr lang="ar-SA" dirty="0"/>
              <a:t>قطاع</a:t>
            </a:r>
            <a:r>
              <a:rPr lang="ar" dirty="0"/>
              <a:t> الضيافة: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685800" rtl="1"/>
            <a:r>
              <a:rPr lang="ar" dirty="0"/>
              <a:t>العامل</a:t>
            </a:r>
          </a:p>
          <a:p>
            <a:pPr marL="685800" rtl="1"/>
            <a:r>
              <a:rPr lang="ar" dirty="0"/>
              <a:t>المشرف</a:t>
            </a:r>
          </a:p>
          <a:p>
            <a:pPr marL="685800" rtl="1"/>
            <a:r>
              <a:rPr lang="ar" dirty="0"/>
              <a:t>الإدارة</a:t>
            </a:r>
          </a:p>
          <a:p>
            <a:pPr marL="685800" rtl="1"/>
            <a:r>
              <a:rPr lang="ar" dirty="0"/>
              <a:t>مسارات الترقي</a:t>
            </a:r>
          </a:p>
          <a:p>
            <a:pPr marL="685800" rtl="1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40768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defRPr/>
            </a:pPr>
            <a:r>
              <a:rPr lang="ar" sz="30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استكشاف الفرص الوظيفية في بيئات عامة مختلفة</a:t>
            </a:r>
            <a:endParaRPr kumimoji="0" lang="en-GB" altLang="en-US" sz="3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61F6AB1-A8CE-DF29-F4D5-83A28997F39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71583981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99592" y="2996952"/>
            <a:ext cx="7668146" cy="306950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/>
              <a:t>يبحث هدف التعلم (ج) الفرص الوظيفية في قطاع الضيافة: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/>
          </a:p>
          <a:p>
            <a:pPr marL="685800" rtl="1"/>
            <a:r>
              <a:rPr lang="ar"/>
              <a:t>الشهادات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40768"/>
            <a:ext cx="889248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defRPr/>
            </a:pPr>
            <a:r>
              <a:rPr lang="ar" sz="3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rPr>
              <a:t>استكشاف الفرص الوظيفية في بيئات عامة مختلفة</a:t>
            </a:r>
            <a:endParaRPr kumimoji="0" lang="en-GB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akkal Majalla" panose="02000000000000000000" pitchFamily="2" charset="-78"/>
              <a:ea typeface="+mn-ea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1C8B2B0-3871-55F4-06BE-E1E0078149F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8063784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40768"/>
            <a:ext cx="8229600" cy="7200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3600" dirty="0"/>
              <a:t>أين يمكن</a:t>
            </a:r>
            <a:r>
              <a:rPr lang="ar-SA" sz="3600"/>
              <a:t>ني</a:t>
            </a:r>
            <a:r>
              <a:rPr lang="ar" sz="3600"/>
              <a:t> أن أذهب؟</a:t>
            </a: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3600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7EF5A53-6FBC-6C4A-8238-E34EF3F29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595969"/>
            <a:ext cx="7668146" cy="1083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buFont typeface="Wingdings" panose="05000000000000000000" pitchFamily="2" charset="2"/>
              <a:buNone/>
            </a:pPr>
            <a:r>
              <a:rPr lang="ar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مناقشة كيف يوفر قطاع الضيافة فرصًا وظيفية وطنية ودولية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ED0910F-1B27-4499-5945-ED4E7503916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  <p:pic>
        <p:nvPicPr>
          <p:cNvPr id="5" name="Picture 7" descr="A group of blue people connected to a red line on a world map&#10;&#10;Description automatically generated">
            <a:extLst>
              <a:ext uri="{FF2B5EF4-FFF2-40B4-BE49-F238E27FC236}">
                <a16:creationId xmlns:a16="http://schemas.microsoft.com/office/drawing/2014/main" id="{7D8F91F7-392A-D682-1960-36FD4D1D2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2282775" y="1978945"/>
            <a:ext cx="4794350" cy="360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69827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8644FE0E-0824-4156-EBFA-BE78FE532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</p:spPr>
        <p:txBody>
          <a:bodyPr rtlCol="1"/>
          <a:lstStyle/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شكر وتقدير</a:t>
            </a: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A0CE5F81-1E10-2745-AA0C-46A77F09E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727" y="2195513"/>
            <a:ext cx="8010060" cy="2281122"/>
          </a:xfrm>
        </p:spPr>
        <p:txBody>
          <a:bodyPr rtlCol="1"/>
          <a:lstStyle/>
          <a:p>
            <a:pPr marL="0" indent="0" rtl="1">
              <a:buNone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الصور:</a:t>
            </a: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l" rtl="0"/>
            <a:r>
              <a:rPr lang="en-US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123RF: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-U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Seamartini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11, Carlos Javier Quintero Marrero 20, Oleh Tokarev 26</a:t>
            </a:r>
            <a:r>
              <a:rPr lang="en-US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; </a:t>
            </a:r>
          </a:p>
          <a:p>
            <a:pPr algn="l" rtl="0"/>
            <a:r>
              <a:rPr lang="en-US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Shutterstock: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-US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Travel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and Learn 16, </a:t>
            </a:r>
            <a:r>
              <a:rPr lang="en-U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Jijomathaidesigners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30.</a:t>
            </a: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BEC7D239-30E1-CC98-B456-3FE2CAAD6F8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A103000359713 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253569963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19" ma:contentTypeDescription="Create a new document." ma:contentTypeScope="" ma:versionID="c3fee6712a48a11fd6be67b8f79c7245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a4549148fe956aca9da82eed9feb7880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</documentManagement>
</p:properties>
</file>

<file path=customXml/itemProps1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7D10FE-0D11-46FE-8EE4-441253E4BCD2}"/>
</file>

<file path=customXml/itemProps3.xml><?xml version="1.0" encoding="utf-8"?>
<ds:datastoreItem xmlns:ds="http://schemas.openxmlformats.org/officeDocument/2006/customXml" ds:itemID="{BBFEAB8D-31BE-4E29-9351-5D7FEF64C39C}">
  <ds:schemaRefs>
    <ds:schemaRef ds:uri="http://purl.org/dc/terms/"/>
    <ds:schemaRef ds:uri="http://www.w3.org/XML/1998/namespace"/>
    <ds:schemaRef ds:uri="7c1bd8dc-4e40-424f-a15f-9ffcd522197f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6125ffc9-2c56-435e-8267-1393444907b2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9186</TotalTime>
  <Words>1168</Words>
  <Application>Microsoft Office PowerPoint</Application>
  <PresentationFormat>On-screen Show (4:3)</PresentationFormat>
  <Paragraphs>284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31</vt:i4>
      </vt:variant>
    </vt:vector>
  </HeadingPairs>
  <TitlesOfParts>
    <vt:vector size="48" baseType="lpstr">
      <vt:lpstr>Arial</vt:lpstr>
      <vt:lpstr>Calibri</vt:lpstr>
      <vt:lpstr>Courier New</vt:lpstr>
      <vt:lpstr>Helvetica</vt:lpstr>
      <vt:lpstr>Sakkal Majalla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1 التعريف بقطاع الضيافة  </vt:lpstr>
      <vt:lpstr>التعريف بقطاع الضيافة</vt:lpstr>
      <vt:lpstr>أهداف التعلم</vt:lpstr>
      <vt:lpstr>هدف التعلم (أ)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(أ) </vt:lpstr>
      <vt:lpstr>هدف التعلم (ب)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(ج)  </vt:lpstr>
      <vt:lpstr>PowerPoint Presentation</vt:lpstr>
      <vt:lpstr>PowerPoint Presentation</vt:lpstr>
      <vt:lpstr>أين يمكنني أن أذهب؟  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114</cp:revision>
  <dcterms:created xsi:type="dcterms:W3CDTF">2020-07-15T07:14:47Z</dcterms:created>
  <dcterms:modified xsi:type="dcterms:W3CDTF">2023-08-23T14:55:56Z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