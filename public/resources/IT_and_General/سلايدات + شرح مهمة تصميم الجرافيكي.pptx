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0"/>
  </p:notesMasterIdLst>
  <p:sldIdLst>
    <p:sldId id="310" r:id="rId14"/>
    <p:sldId id="311" r:id="rId15"/>
    <p:sldId id="258" r:id="rId16"/>
    <p:sldId id="272" r:id="rId17"/>
    <p:sldId id="332" r:id="rId18"/>
    <p:sldId id="333" r:id="rId19"/>
    <p:sldId id="305" r:id="rId20"/>
    <p:sldId id="334" r:id="rId21"/>
    <p:sldId id="339" r:id="rId22"/>
    <p:sldId id="313" r:id="rId23"/>
    <p:sldId id="314" r:id="rId24"/>
    <p:sldId id="312" r:id="rId25"/>
    <p:sldId id="340" r:id="rId26"/>
    <p:sldId id="315" r:id="rId27"/>
    <p:sldId id="335" r:id="rId28"/>
    <p:sldId id="343" r:id="rId29"/>
    <p:sldId id="323" r:id="rId30"/>
    <p:sldId id="324" r:id="rId31"/>
    <p:sldId id="306" r:id="rId32"/>
    <p:sldId id="317" r:id="rId33"/>
    <p:sldId id="336" r:id="rId34"/>
    <p:sldId id="338" r:id="rId35"/>
    <p:sldId id="325" r:id="rId36"/>
    <p:sldId id="326" r:id="rId37"/>
    <p:sldId id="327" r:id="rId38"/>
    <p:sldId id="328" r:id="rId39"/>
    <p:sldId id="329" r:id="rId40"/>
    <p:sldId id="330" r:id="rId41"/>
    <p:sldId id="331" r:id="rId42"/>
    <p:sldId id="308" r:id="rId43"/>
    <p:sldId id="319" r:id="rId44"/>
    <p:sldId id="322" r:id="rId45"/>
    <p:sldId id="320" r:id="rId46"/>
    <p:sldId id="337" r:id="rId47"/>
    <p:sldId id="321" r:id="rId48"/>
    <p:sldId id="346" r:id="rId4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9A5AD3F-B41E-EC09-C822-E3D31AB8D90E}" name="Danielle Godden" initials="DG" userId="S::danielle.godden@cornwall.ac.uk::cd83a572-0ed4-4c5e-841e-c65cfe9cd99b" providerId="AD"/>
  <p188:author id="{99CFEB90-9D66-8A0A-B491-5A1B86E8BE4E}" name="Sam Prince" initials="SP" userId="S::sam.prince1@pearson.com::b8c1c271-dd5b-4079-a09a-81f4ce8be86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ABAC43-EF96-42DF-B270-C1F715CA367D}" v="60" dt="2024-05-28T12:54:15.558"/>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931" autoAdjust="0"/>
    <p:restoredTop sz="96259" autoAdjust="0"/>
  </p:normalViewPr>
  <p:slideViewPr>
    <p:cSldViewPr>
      <p:cViewPr varScale="1">
        <p:scale>
          <a:sx n="155" d="100"/>
          <a:sy n="155" d="100"/>
        </p:scale>
        <p:origin x="2250" y="144"/>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0"/>
    </p:cViewPr>
  </p:sorterViewPr>
  <p:notesViewPr>
    <p:cSldViewPr>
      <p:cViewPr varScale="1">
        <p:scale>
          <a:sx n="92" d="100"/>
          <a:sy n="92" d="100"/>
        </p:scale>
        <p:origin x="4042"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Prince" userId="b8c1c271-dd5b-4079-a09a-81f4ce8be867" providerId="ADAL" clId="{E1F9AA85-DF33-49BA-A3EE-1648D2C3E9FB}"/>
    <pc:docChg chg="undo custSel addSld delSld modSld sldOrd">
      <pc:chgData name="Sam Prince" userId="b8c1c271-dd5b-4079-a09a-81f4ce8be867" providerId="ADAL" clId="{E1F9AA85-DF33-49BA-A3EE-1648D2C3E9FB}" dt="2024-03-21T18:37:58.238" v="1481" actId="6549"/>
      <pc:docMkLst>
        <pc:docMk/>
      </pc:docMkLst>
      <pc:sldChg chg="modSp mod">
        <pc:chgData name="Sam Prince" userId="b8c1c271-dd5b-4079-a09a-81f4ce8be867" providerId="ADAL" clId="{E1F9AA85-DF33-49BA-A3EE-1648D2C3E9FB}" dt="2024-03-21T17:10:27.679" v="210" actId="20577"/>
        <pc:sldMkLst>
          <pc:docMk/>
          <pc:sldMk cId="0" sldId="258"/>
        </pc:sldMkLst>
        <pc:spChg chg="mod">
          <ac:chgData name="Sam Prince" userId="b8c1c271-dd5b-4079-a09a-81f4ce8be867" providerId="ADAL" clId="{E1F9AA85-DF33-49BA-A3EE-1648D2C3E9FB}" dt="2024-03-21T17:10:27.679" v="210" actId="20577"/>
          <ac:spMkLst>
            <pc:docMk/>
            <pc:sldMk cId="0" sldId="258"/>
            <ac:spMk id="32770" creationId="{CD9316BF-B3CE-8341-5A0A-249747D6C6E1}"/>
          </ac:spMkLst>
        </pc:spChg>
      </pc:sldChg>
      <pc:sldChg chg="delCm">
        <pc:chgData name="Sam Prince" userId="b8c1c271-dd5b-4079-a09a-81f4ce8be867" providerId="ADAL" clId="{E1F9AA85-DF33-49BA-A3EE-1648D2C3E9FB}" dt="2024-03-21T16:46:05.404" v="0"/>
        <pc:sldMkLst>
          <pc:docMk/>
          <pc:sldMk cId="0" sldId="272"/>
        </pc:sldMkLst>
        <pc:extLst>
          <p:ext xmlns:p="http://schemas.openxmlformats.org/presentationml/2006/main" uri="{D6D511B9-2390-475A-947B-AFAB55BFBCF1}">
            <pc226:cmChg xmlns:pc226="http://schemas.microsoft.com/office/powerpoint/2022/06/main/command" chg="del">
              <pc226:chgData name="Sam Prince" userId="b8c1c271-dd5b-4079-a09a-81f4ce8be867" providerId="ADAL" clId="{E1F9AA85-DF33-49BA-A3EE-1648D2C3E9FB}" dt="2024-03-21T16:46:05.404" v="0"/>
              <pc2:cmMkLst xmlns:pc2="http://schemas.microsoft.com/office/powerpoint/2019/9/main/command">
                <pc:docMk/>
                <pc:sldMk cId="0" sldId="272"/>
                <pc2:cmMk id="{34CCD017-77AA-43D4-8889-452C9BD487AC}"/>
              </pc2:cmMkLst>
            </pc226:cmChg>
          </p:ext>
        </pc:extLst>
      </pc:sldChg>
      <pc:sldChg chg="modSp mod addCm delCm modNotes">
        <pc:chgData name="Sam Prince" userId="b8c1c271-dd5b-4079-a09a-81f4ce8be867" providerId="ADAL" clId="{E1F9AA85-DF33-49BA-A3EE-1648D2C3E9FB}" dt="2024-03-21T18:37:09.039" v="1470" actId="20577"/>
        <pc:sldMkLst>
          <pc:docMk/>
          <pc:sldMk cId="884549766" sldId="305"/>
        </pc:sldMkLst>
        <pc:spChg chg="mod">
          <ac:chgData name="Sam Prince" userId="b8c1c271-dd5b-4079-a09a-81f4ce8be867" providerId="ADAL" clId="{E1F9AA85-DF33-49BA-A3EE-1648D2C3E9FB}" dt="2024-03-21T16:58:45.077" v="140" actId="255"/>
          <ac:spMkLst>
            <pc:docMk/>
            <pc:sldMk cId="884549766" sldId="305"/>
            <ac:spMk id="34819" creationId="{453C7683-8588-7ABC-32E0-8A4E68218620}"/>
          </ac:spMkLst>
        </pc:spChg>
        <pc:spChg chg="mod">
          <ac:chgData name="Sam Prince" userId="b8c1c271-dd5b-4079-a09a-81f4ce8be867" providerId="ADAL" clId="{E1F9AA85-DF33-49BA-A3EE-1648D2C3E9FB}" dt="2024-03-21T17:10:35.259" v="211" actId="20577"/>
          <ac:spMkLst>
            <pc:docMk/>
            <pc:sldMk cId="884549766" sldId="305"/>
            <ac:spMk id="34820" creationId="{8DCD7CE1-603D-4D59-3DBB-C13C0B6505F0}"/>
          </ac:spMkLst>
        </pc:spChg>
        <pc:extLst>
          <p:ext xmlns:p="http://schemas.openxmlformats.org/presentationml/2006/main" uri="{D6D511B9-2390-475A-947B-AFAB55BFBCF1}">
            <pc226:cmChg xmlns:pc226="http://schemas.microsoft.com/office/powerpoint/2022/06/main/command" chg="add del">
              <pc226:chgData name="Sam Prince" userId="b8c1c271-dd5b-4079-a09a-81f4ce8be867" providerId="ADAL" clId="{E1F9AA85-DF33-49BA-A3EE-1648D2C3E9FB}" dt="2024-03-21T16:58:10.343" v="113"/>
              <pc2:cmMkLst xmlns:pc2="http://schemas.microsoft.com/office/powerpoint/2019/9/main/command">
                <pc:docMk/>
                <pc:sldMk cId="884549766" sldId="305"/>
                <pc2:cmMk id="{C9D22234-61A0-4813-8B78-C10210A7028F}"/>
              </pc2:cmMkLst>
            </pc226:cmChg>
          </p:ext>
        </pc:extLst>
      </pc:sldChg>
      <pc:sldChg chg="modNotes">
        <pc:chgData name="Sam Prince" userId="b8c1c271-dd5b-4079-a09a-81f4ce8be867" providerId="ADAL" clId="{E1F9AA85-DF33-49BA-A3EE-1648D2C3E9FB}" dt="2024-03-21T18:37:16.067" v="1471" actId="6549"/>
        <pc:sldMkLst>
          <pc:docMk/>
          <pc:sldMk cId="1505216828" sldId="310"/>
        </pc:sldMkLst>
      </pc:sldChg>
      <pc:sldChg chg="modSp mod">
        <pc:chgData name="Sam Prince" userId="b8c1c271-dd5b-4079-a09a-81f4ce8be867" providerId="ADAL" clId="{E1F9AA85-DF33-49BA-A3EE-1648D2C3E9FB}" dt="2024-03-21T18:34:57.768" v="1451" actId="20577"/>
        <pc:sldMkLst>
          <pc:docMk/>
          <pc:sldMk cId="1386089668" sldId="311"/>
        </pc:sldMkLst>
        <pc:spChg chg="mod">
          <ac:chgData name="Sam Prince" userId="b8c1c271-dd5b-4079-a09a-81f4ce8be867" providerId="ADAL" clId="{E1F9AA85-DF33-49BA-A3EE-1648D2C3E9FB}" dt="2024-03-21T18:34:57.768" v="1451" actId="20577"/>
          <ac:spMkLst>
            <pc:docMk/>
            <pc:sldMk cId="1386089668" sldId="311"/>
            <ac:spMk id="34820" creationId="{8DCD7CE1-603D-4D59-3DBB-C13C0B6505F0}"/>
          </ac:spMkLst>
        </pc:spChg>
      </pc:sldChg>
      <pc:sldChg chg="modSp mod ord delCm modNotes">
        <pc:chgData name="Sam Prince" userId="b8c1c271-dd5b-4079-a09a-81f4ce8be867" providerId="ADAL" clId="{E1F9AA85-DF33-49BA-A3EE-1648D2C3E9FB}" dt="2024-03-21T18:37:23.852" v="1472" actId="6549"/>
        <pc:sldMkLst>
          <pc:docMk/>
          <pc:sldMk cId="1699302388" sldId="312"/>
        </pc:sldMkLst>
        <pc:spChg chg="mod">
          <ac:chgData name="Sam Prince" userId="b8c1c271-dd5b-4079-a09a-81f4ce8be867" providerId="ADAL" clId="{E1F9AA85-DF33-49BA-A3EE-1648D2C3E9FB}" dt="2024-03-21T18:35:16.999" v="1453" actId="20577"/>
          <ac:spMkLst>
            <pc:docMk/>
            <pc:sldMk cId="1699302388" sldId="312"/>
            <ac:spMk id="34819" creationId="{453C7683-8588-7ABC-32E0-8A4E68218620}"/>
          </ac:spMkLst>
        </pc:spChg>
        <pc:spChg chg="mod">
          <ac:chgData name="Sam Prince" userId="b8c1c271-dd5b-4079-a09a-81f4ce8be867" providerId="ADAL" clId="{E1F9AA85-DF33-49BA-A3EE-1648D2C3E9FB}" dt="2024-03-21T17:16:41.913" v="422" actId="6549"/>
          <ac:spMkLst>
            <pc:docMk/>
            <pc:sldMk cId="1699302388" sldId="312"/>
            <ac:spMk id="34820" creationId="{8DCD7CE1-603D-4D59-3DBB-C13C0B6505F0}"/>
          </ac:spMkLst>
        </pc:spChg>
        <pc:extLst>
          <p:ext xmlns:p="http://schemas.openxmlformats.org/presentationml/2006/main" uri="{D6D511B9-2390-475A-947B-AFAB55BFBCF1}">
            <pc226:cmChg xmlns:pc226="http://schemas.microsoft.com/office/powerpoint/2022/06/main/command" chg="del">
              <pc226:chgData name="Sam Prince" userId="b8c1c271-dd5b-4079-a09a-81f4ce8be867" providerId="ADAL" clId="{E1F9AA85-DF33-49BA-A3EE-1648D2C3E9FB}" dt="2024-03-21T16:46:33.425" v="1"/>
              <pc2:cmMkLst xmlns:pc2="http://schemas.microsoft.com/office/powerpoint/2019/9/main/command">
                <pc:docMk/>
                <pc:sldMk cId="1699302388" sldId="312"/>
                <pc2:cmMk id="{9A602F6E-EF4E-4BC7-9E30-F47834758553}"/>
              </pc2:cmMkLst>
            </pc226:cmChg>
          </p:ext>
        </pc:extLst>
      </pc:sldChg>
      <pc:sldChg chg="modSp mod ord modNotes">
        <pc:chgData name="Sam Prince" userId="b8c1c271-dd5b-4079-a09a-81f4ce8be867" providerId="ADAL" clId="{E1F9AA85-DF33-49BA-A3EE-1648D2C3E9FB}" dt="2024-03-21T18:37:03.386" v="1468" actId="6549"/>
        <pc:sldMkLst>
          <pc:docMk/>
          <pc:sldMk cId="3978143264" sldId="313"/>
        </pc:sldMkLst>
        <pc:picChg chg="mod">
          <ac:chgData name="Sam Prince" userId="b8c1c271-dd5b-4079-a09a-81f4ce8be867" providerId="ADAL" clId="{E1F9AA85-DF33-49BA-A3EE-1648D2C3E9FB}" dt="2024-03-21T16:59:14.202" v="144" actId="14100"/>
          <ac:picMkLst>
            <pc:docMk/>
            <pc:sldMk cId="3978143264" sldId="313"/>
            <ac:picMk id="2" creationId="{F6B64787-7074-98FE-DD93-C5F262E52DF2}"/>
          </ac:picMkLst>
        </pc:picChg>
      </pc:sldChg>
      <pc:sldChg chg="modSp mod ord modNotes">
        <pc:chgData name="Sam Prince" userId="b8c1c271-dd5b-4079-a09a-81f4ce8be867" providerId="ADAL" clId="{E1F9AA85-DF33-49BA-A3EE-1648D2C3E9FB}" dt="2024-03-21T18:36:59.578" v="1467" actId="20577"/>
        <pc:sldMkLst>
          <pc:docMk/>
          <pc:sldMk cId="1493606964" sldId="314"/>
        </pc:sldMkLst>
        <pc:spChg chg="mod">
          <ac:chgData name="Sam Prince" userId="b8c1c271-dd5b-4079-a09a-81f4ce8be867" providerId="ADAL" clId="{E1F9AA85-DF33-49BA-A3EE-1648D2C3E9FB}" dt="2024-03-21T16:59:28.859" v="146" actId="14100"/>
          <ac:spMkLst>
            <pc:docMk/>
            <pc:sldMk cId="1493606964" sldId="314"/>
            <ac:spMk id="34819" creationId="{453C7683-8588-7ABC-32E0-8A4E68218620}"/>
          </ac:spMkLst>
        </pc:spChg>
        <pc:spChg chg="mod">
          <ac:chgData name="Sam Prince" userId="b8c1c271-dd5b-4079-a09a-81f4ce8be867" providerId="ADAL" clId="{E1F9AA85-DF33-49BA-A3EE-1648D2C3E9FB}" dt="2024-03-21T16:59:23.365" v="145" actId="20577"/>
          <ac:spMkLst>
            <pc:docMk/>
            <pc:sldMk cId="1493606964" sldId="314"/>
            <ac:spMk id="34820" creationId="{8DCD7CE1-603D-4D59-3DBB-C13C0B6505F0}"/>
          </ac:spMkLst>
        </pc:spChg>
      </pc:sldChg>
      <pc:sldChg chg="modSp mod ord delCm modNotes">
        <pc:chgData name="Sam Prince" userId="b8c1c271-dd5b-4079-a09a-81f4ce8be867" providerId="ADAL" clId="{E1F9AA85-DF33-49BA-A3EE-1648D2C3E9FB}" dt="2024-03-21T18:36:54.078" v="1465" actId="6549"/>
        <pc:sldMkLst>
          <pc:docMk/>
          <pc:sldMk cId="3321719766" sldId="315"/>
        </pc:sldMkLst>
        <pc:spChg chg="mod">
          <ac:chgData name="Sam Prince" userId="b8c1c271-dd5b-4079-a09a-81f4ce8be867" providerId="ADAL" clId="{E1F9AA85-DF33-49BA-A3EE-1648D2C3E9FB}" dt="2024-03-21T18:35:28.876" v="1456" actId="20577"/>
          <ac:spMkLst>
            <pc:docMk/>
            <pc:sldMk cId="3321719766" sldId="315"/>
            <ac:spMk id="34820" creationId="{8DCD7CE1-603D-4D59-3DBB-C13C0B6505F0}"/>
          </ac:spMkLst>
        </pc:spChg>
        <pc:extLst>
          <p:ext xmlns:p="http://schemas.openxmlformats.org/presentationml/2006/main" uri="{D6D511B9-2390-475A-947B-AFAB55BFBCF1}">
            <pc226:cmChg xmlns:pc226="http://schemas.microsoft.com/office/powerpoint/2022/06/main/command" chg="del">
              <pc226:chgData name="Sam Prince" userId="b8c1c271-dd5b-4079-a09a-81f4ce8be867" providerId="ADAL" clId="{E1F9AA85-DF33-49BA-A3EE-1648D2C3E9FB}" dt="2024-03-21T16:59:35.512" v="147"/>
              <pc2:cmMkLst xmlns:pc2="http://schemas.microsoft.com/office/powerpoint/2019/9/main/command">
                <pc:docMk/>
                <pc:sldMk cId="3321719766" sldId="315"/>
                <pc2:cmMk id="{A0BD2089-2950-45BD-9113-1C47212C97E8}"/>
              </pc2:cmMkLst>
            </pc226:cmChg>
          </p:ext>
        </pc:extLst>
      </pc:sldChg>
      <pc:sldChg chg="modSp mod delCm">
        <pc:chgData name="Sam Prince" userId="b8c1c271-dd5b-4079-a09a-81f4ce8be867" providerId="ADAL" clId="{E1F9AA85-DF33-49BA-A3EE-1648D2C3E9FB}" dt="2024-03-21T17:56:33.587" v="1139" actId="20577"/>
        <pc:sldMkLst>
          <pc:docMk/>
          <pc:sldMk cId="3957469130" sldId="317"/>
        </pc:sldMkLst>
        <pc:spChg chg="mod">
          <ac:chgData name="Sam Prince" userId="b8c1c271-dd5b-4079-a09a-81f4ce8be867" providerId="ADAL" clId="{E1F9AA85-DF33-49BA-A3EE-1648D2C3E9FB}" dt="2024-03-21T17:56:33.587" v="1139" actId="20577"/>
          <ac:spMkLst>
            <pc:docMk/>
            <pc:sldMk cId="3957469130" sldId="317"/>
            <ac:spMk id="34820" creationId="{8DCD7CE1-603D-4D59-3DBB-C13C0B6505F0}"/>
          </ac:spMkLst>
        </pc:spChg>
        <pc:picChg chg="mod">
          <ac:chgData name="Sam Prince" userId="b8c1c271-dd5b-4079-a09a-81f4ce8be867" providerId="ADAL" clId="{E1F9AA85-DF33-49BA-A3EE-1648D2C3E9FB}" dt="2024-03-21T17:01:36.234" v="174" actId="14100"/>
          <ac:picMkLst>
            <pc:docMk/>
            <pc:sldMk cId="3957469130" sldId="317"/>
            <ac:picMk id="8" creationId="{3BA9280D-6B89-F38C-6AA8-D4C53D1C3D34}"/>
          </ac:picMkLst>
        </pc:picChg>
        <pc:picChg chg="mod">
          <ac:chgData name="Sam Prince" userId="b8c1c271-dd5b-4079-a09a-81f4ce8be867" providerId="ADAL" clId="{E1F9AA85-DF33-49BA-A3EE-1648D2C3E9FB}" dt="2024-03-21T17:01:32.033" v="173" actId="14100"/>
          <ac:picMkLst>
            <pc:docMk/>
            <pc:sldMk cId="3957469130" sldId="317"/>
            <ac:picMk id="9" creationId="{FC921024-2AA1-E8CC-9C76-27EE2CE4847D}"/>
          </ac:picMkLst>
        </pc:picChg>
        <pc:extLst>
          <p:ext xmlns:p="http://schemas.openxmlformats.org/presentationml/2006/main" uri="{D6D511B9-2390-475A-947B-AFAB55BFBCF1}">
            <pc226:cmChg xmlns:pc226="http://schemas.microsoft.com/office/powerpoint/2022/06/main/command" chg="del">
              <pc226:chgData name="Sam Prince" userId="b8c1c271-dd5b-4079-a09a-81f4ce8be867" providerId="ADAL" clId="{E1F9AA85-DF33-49BA-A3EE-1648D2C3E9FB}" dt="2024-03-21T17:00:41.321" v="163"/>
              <pc2:cmMkLst xmlns:pc2="http://schemas.microsoft.com/office/powerpoint/2019/9/main/command">
                <pc:docMk/>
                <pc:sldMk cId="3957469130" sldId="317"/>
                <pc2:cmMk id="{8CE322A9-CCDC-49BB-B198-7F7A73689F88}"/>
              </pc2:cmMkLst>
            </pc226:cmChg>
          </p:ext>
        </pc:extLst>
      </pc:sldChg>
      <pc:sldChg chg="modSp mod">
        <pc:chgData name="Sam Prince" userId="b8c1c271-dd5b-4079-a09a-81f4ce8be867" providerId="ADAL" clId="{E1F9AA85-DF33-49BA-A3EE-1648D2C3E9FB}" dt="2024-03-21T17:57:40.129" v="1151" actId="20577"/>
        <pc:sldMkLst>
          <pc:docMk/>
          <pc:sldMk cId="2880668957" sldId="319"/>
        </pc:sldMkLst>
        <pc:spChg chg="mod">
          <ac:chgData name="Sam Prince" userId="b8c1c271-dd5b-4079-a09a-81f4ce8be867" providerId="ADAL" clId="{E1F9AA85-DF33-49BA-A3EE-1648D2C3E9FB}" dt="2024-03-21T17:57:40.129" v="1151" actId="20577"/>
          <ac:spMkLst>
            <pc:docMk/>
            <pc:sldMk cId="2880668957" sldId="319"/>
            <ac:spMk id="34820" creationId="{8DCD7CE1-603D-4D59-3DBB-C13C0B6505F0}"/>
          </ac:spMkLst>
        </pc:spChg>
      </pc:sldChg>
      <pc:sldChg chg="modSp mod delCm">
        <pc:chgData name="Sam Prince" userId="b8c1c271-dd5b-4079-a09a-81f4ce8be867" providerId="ADAL" clId="{E1F9AA85-DF33-49BA-A3EE-1648D2C3E9FB}" dt="2024-03-21T17:57:46.418" v="1154" actId="20577"/>
        <pc:sldMkLst>
          <pc:docMk/>
          <pc:sldMk cId="3279222656" sldId="320"/>
        </pc:sldMkLst>
        <pc:spChg chg="mod">
          <ac:chgData name="Sam Prince" userId="b8c1c271-dd5b-4079-a09a-81f4ce8be867" providerId="ADAL" clId="{E1F9AA85-DF33-49BA-A3EE-1648D2C3E9FB}" dt="2024-03-21T17:57:46.418" v="1154" actId="20577"/>
          <ac:spMkLst>
            <pc:docMk/>
            <pc:sldMk cId="3279222656" sldId="320"/>
            <ac:spMk id="34820" creationId="{8DCD7CE1-603D-4D59-3DBB-C13C0B6505F0}"/>
          </ac:spMkLst>
        </pc:spChg>
        <pc:extLst>
          <p:ext xmlns:p="http://schemas.openxmlformats.org/presentationml/2006/main" uri="{D6D511B9-2390-475A-947B-AFAB55BFBCF1}">
            <pc226:cmChg xmlns:pc226="http://schemas.microsoft.com/office/powerpoint/2022/06/main/command" chg="del">
              <pc226:chgData name="Sam Prince" userId="b8c1c271-dd5b-4079-a09a-81f4ce8be867" providerId="ADAL" clId="{E1F9AA85-DF33-49BA-A3EE-1648D2C3E9FB}" dt="2024-03-21T17:12:48.935" v="237"/>
              <pc2:cmMkLst xmlns:pc2="http://schemas.microsoft.com/office/powerpoint/2019/9/main/command">
                <pc:docMk/>
                <pc:sldMk cId="3279222656" sldId="320"/>
                <pc2:cmMk id="{E2A8A308-13DA-4414-B203-1883F5A4D739}"/>
              </pc2:cmMkLst>
            </pc226:cmChg>
          </p:ext>
        </pc:extLst>
      </pc:sldChg>
      <pc:sldChg chg="modSp mod">
        <pc:chgData name="Sam Prince" userId="b8c1c271-dd5b-4079-a09a-81f4ce8be867" providerId="ADAL" clId="{E1F9AA85-DF33-49BA-A3EE-1648D2C3E9FB}" dt="2024-03-21T17:57:53.793" v="1157" actId="20577"/>
        <pc:sldMkLst>
          <pc:docMk/>
          <pc:sldMk cId="2072091948" sldId="321"/>
        </pc:sldMkLst>
        <pc:spChg chg="mod">
          <ac:chgData name="Sam Prince" userId="b8c1c271-dd5b-4079-a09a-81f4ce8be867" providerId="ADAL" clId="{E1F9AA85-DF33-49BA-A3EE-1648D2C3E9FB}" dt="2024-03-21T17:57:53.793" v="1157" actId="20577"/>
          <ac:spMkLst>
            <pc:docMk/>
            <pc:sldMk cId="2072091948" sldId="321"/>
            <ac:spMk id="34820" creationId="{8DCD7CE1-603D-4D59-3DBB-C13C0B6505F0}"/>
          </ac:spMkLst>
        </pc:spChg>
      </pc:sldChg>
      <pc:sldChg chg="modSp mod modNotes">
        <pc:chgData name="Sam Prince" userId="b8c1c271-dd5b-4079-a09a-81f4ce8be867" providerId="ADAL" clId="{E1F9AA85-DF33-49BA-A3EE-1648D2C3E9FB}" dt="2024-03-21T18:37:58.238" v="1481" actId="6549"/>
        <pc:sldMkLst>
          <pc:docMk/>
          <pc:sldMk cId="1870199901" sldId="322"/>
        </pc:sldMkLst>
        <pc:spChg chg="mod">
          <ac:chgData name="Sam Prince" userId="b8c1c271-dd5b-4079-a09a-81f4ce8be867" providerId="ADAL" clId="{E1F9AA85-DF33-49BA-A3EE-1648D2C3E9FB}" dt="2024-03-21T17:12:31.325" v="232" actId="20577"/>
          <ac:spMkLst>
            <pc:docMk/>
            <pc:sldMk cId="1870199901" sldId="322"/>
            <ac:spMk id="34820" creationId="{8DCD7CE1-603D-4D59-3DBB-C13C0B6505F0}"/>
          </ac:spMkLst>
        </pc:spChg>
      </pc:sldChg>
      <pc:sldChg chg="modSp mod delCm modNotesTx">
        <pc:chgData name="Sam Prince" userId="b8c1c271-dd5b-4079-a09a-81f4ce8be867" providerId="ADAL" clId="{E1F9AA85-DF33-49BA-A3EE-1648D2C3E9FB}" dt="2024-03-21T18:36:38.835" v="1464" actId="6549"/>
        <pc:sldMkLst>
          <pc:docMk/>
          <pc:sldMk cId="474925309" sldId="323"/>
        </pc:sldMkLst>
        <pc:spChg chg="mod">
          <ac:chgData name="Sam Prince" userId="b8c1c271-dd5b-4079-a09a-81f4ce8be867" providerId="ADAL" clId="{E1F9AA85-DF33-49BA-A3EE-1648D2C3E9FB}" dt="2024-03-21T18:36:16.362" v="1463" actId="20577"/>
          <ac:spMkLst>
            <pc:docMk/>
            <pc:sldMk cId="474925309" sldId="323"/>
            <ac:spMk id="6" creationId="{FCC23A3B-4EFE-C7D4-2F41-EB01EDA9CF35}"/>
          </ac:spMkLst>
        </pc:spChg>
        <pc:extLst>
          <p:ext xmlns:p="http://schemas.openxmlformats.org/presentationml/2006/main" uri="{D6D511B9-2390-475A-947B-AFAB55BFBCF1}">
            <pc226:cmChg xmlns:pc226="http://schemas.microsoft.com/office/powerpoint/2022/06/main/command" chg="del">
              <pc226:chgData name="Sam Prince" userId="b8c1c271-dd5b-4079-a09a-81f4ce8be867" providerId="ADAL" clId="{E1F9AA85-DF33-49BA-A3EE-1648D2C3E9FB}" dt="2024-03-21T17:00:26.771" v="162"/>
              <pc2:cmMkLst xmlns:pc2="http://schemas.microsoft.com/office/powerpoint/2019/9/main/command">
                <pc:docMk/>
                <pc:sldMk cId="474925309" sldId="323"/>
                <pc2:cmMk id="{44228537-84F8-4722-AEFE-3F58088D7F6E}"/>
              </pc2:cmMkLst>
            </pc226:cmChg>
            <pc226:cmChg xmlns:pc226="http://schemas.microsoft.com/office/powerpoint/2022/06/main/command" chg="del">
              <pc226:chgData name="Sam Prince" userId="b8c1c271-dd5b-4079-a09a-81f4ce8be867" providerId="ADAL" clId="{E1F9AA85-DF33-49BA-A3EE-1648D2C3E9FB}" dt="2024-03-21T17:00:23.768" v="161"/>
              <pc2:cmMkLst xmlns:pc2="http://schemas.microsoft.com/office/powerpoint/2019/9/main/command">
                <pc:docMk/>
                <pc:sldMk cId="474925309" sldId="323"/>
                <pc2:cmMk id="{93D99BCF-5A13-4778-9527-0C2322EB76F6}"/>
              </pc2:cmMkLst>
            </pc226:cmChg>
          </p:ext>
        </pc:extLst>
      </pc:sldChg>
      <pc:sldChg chg="modSp mod">
        <pc:chgData name="Sam Prince" userId="b8c1c271-dd5b-4079-a09a-81f4ce8be867" providerId="ADAL" clId="{E1F9AA85-DF33-49BA-A3EE-1648D2C3E9FB}" dt="2024-03-21T17:54:05.939" v="1112" actId="255"/>
        <pc:sldMkLst>
          <pc:docMk/>
          <pc:sldMk cId="111528100" sldId="324"/>
        </pc:sldMkLst>
        <pc:spChg chg="mod">
          <ac:chgData name="Sam Prince" userId="b8c1c271-dd5b-4079-a09a-81f4ce8be867" providerId="ADAL" clId="{E1F9AA85-DF33-49BA-A3EE-1648D2C3E9FB}" dt="2024-03-21T17:54:05.939" v="1112" actId="255"/>
          <ac:spMkLst>
            <pc:docMk/>
            <pc:sldMk cId="111528100" sldId="324"/>
            <ac:spMk id="6" creationId="{FCC23A3B-4EFE-C7D4-2F41-EB01EDA9CF35}"/>
          </ac:spMkLst>
        </pc:spChg>
      </pc:sldChg>
      <pc:sldChg chg="modSp mod delCm modNotes">
        <pc:chgData name="Sam Prince" userId="b8c1c271-dd5b-4079-a09a-81f4ce8be867" providerId="ADAL" clId="{E1F9AA85-DF33-49BA-A3EE-1648D2C3E9FB}" dt="2024-03-21T18:37:32.961" v="1475" actId="20577"/>
        <pc:sldMkLst>
          <pc:docMk/>
          <pc:sldMk cId="1529318317" sldId="325"/>
        </pc:sldMkLst>
        <pc:spChg chg="mod">
          <ac:chgData name="Sam Prince" userId="b8c1c271-dd5b-4079-a09a-81f4ce8be867" providerId="ADAL" clId="{E1F9AA85-DF33-49BA-A3EE-1648D2C3E9FB}" dt="2024-03-21T17:11:10.325" v="216" actId="255"/>
          <ac:spMkLst>
            <pc:docMk/>
            <pc:sldMk cId="1529318317" sldId="325"/>
            <ac:spMk id="2" creationId="{B313E8EE-74B1-0B2F-E3C6-2D1A90921346}"/>
          </ac:spMkLst>
        </pc:spChg>
        <pc:extLst>
          <p:ext xmlns:p="http://schemas.openxmlformats.org/presentationml/2006/main" uri="{D6D511B9-2390-475A-947B-AFAB55BFBCF1}">
            <pc226:cmChg xmlns:pc226="http://schemas.microsoft.com/office/powerpoint/2022/06/main/command" chg="del">
              <pc226:chgData name="Sam Prince" userId="b8c1c271-dd5b-4079-a09a-81f4ce8be867" providerId="ADAL" clId="{E1F9AA85-DF33-49BA-A3EE-1648D2C3E9FB}" dt="2024-03-21T17:13:55.968" v="254"/>
              <pc2:cmMkLst xmlns:pc2="http://schemas.microsoft.com/office/powerpoint/2019/9/main/command">
                <pc:docMk/>
                <pc:sldMk cId="1529318317" sldId="325"/>
                <pc2:cmMk id="{778BCC07-62CF-43D2-9B65-96CA927CCBBA}"/>
              </pc2:cmMkLst>
            </pc226:cmChg>
          </p:ext>
        </pc:extLst>
      </pc:sldChg>
      <pc:sldChg chg="delSp modSp mod delCm">
        <pc:chgData name="Sam Prince" userId="b8c1c271-dd5b-4079-a09a-81f4ce8be867" providerId="ADAL" clId="{E1F9AA85-DF33-49BA-A3EE-1648D2C3E9FB}" dt="2024-03-21T17:11:34.759" v="222" actId="12"/>
        <pc:sldMkLst>
          <pc:docMk/>
          <pc:sldMk cId="3107171136" sldId="326"/>
        </pc:sldMkLst>
        <pc:spChg chg="mod">
          <ac:chgData name="Sam Prince" userId="b8c1c271-dd5b-4079-a09a-81f4ce8be867" providerId="ADAL" clId="{E1F9AA85-DF33-49BA-A3EE-1648D2C3E9FB}" dt="2024-03-21T17:11:23.458" v="219" actId="20577"/>
          <ac:spMkLst>
            <pc:docMk/>
            <pc:sldMk cId="3107171136" sldId="326"/>
            <ac:spMk id="2" creationId="{43F6C120-BC40-7A64-F36A-D6F1F3283171}"/>
          </ac:spMkLst>
        </pc:spChg>
        <pc:spChg chg="mod">
          <ac:chgData name="Sam Prince" userId="b8c1c271-dd5b-4079-a09a-81f4ce8be867" providerId="ADAL" clId="{E1F9AA85-DF33-49BA-A3EE-1648D2C3E9FB}" dt="2024-03-21T17:11:34.759" v="222" actId="12"/>
          <ac:spMkLst>
            <pc:docMk/>
            <pc:sldMk cId="3107171136" sldId="326"/>
            <ac:spMk id="4" creationId="{167396DF-D121-24C3-B256-E005AA3CB2CE}"/>
          </ac:spMkLst>
        </pc:spChg>
        <pc:spChg chg="del">
          <ac:chgData name="Sam Prince" userId="b8c1c271-dd5b-4079-a09a-81f4ce8be867" providerId="ADAL" clId="{E1F9AA85-DF33-49BA-A3EE-1648D2C3E9FB}" dt="2024-03-21T17:03:47.544" v="188" actId="478"/>
          <ac:spMkLst>
            <pc:docMk/>
            <pc:sldMk cId="3107171136" sldId="326"/>
            <ac:spMk id="12" creationId="{A8731AEC-A5D1-A832-3C34-8178B89588B9}"/>
          </ac:spMkLst>
        </pc:spChg>
        <pc:extLst>
          <p:ext xmlns:p="http://schemas.openxmlformats.org/presentationml/2006/main" uri="{D6D511B9-2390-475A-947B-AFAB55BFBCF1}">
            <pc226:cmChg xmlns:pc226="http://schemas.microsoft.com/office/powerpoint/2022/06/main/command" chg="del">
              <pc226:chgData name="Sam Prince" userId="b8c1c271-dd5b-4079-a09a-81f4ce8be867" providerId="ADAL" clId="{E1F9AA85-DF33-49BA-A3EE-1648D2C3E9FB}" dt="2024-03-21T17:03:44.697" v="187"/>
              <pc2:cmMkLst xmlns:pc2="http://schemas.microsoft.com/office/powerpoint/2019/9/main/command">
                <pc:docMk/>
                <pc:sldMk cId="3107171136" sldId="326"/>
                <pc2:cmMk id="{FEA54FCC-2F1D-48D8-B19C-CBF52652CF49}"/>
              </pc2:cmMkLst>
            </pc226:cmChg>
          </p:ext>
        </pc:extLst>
      </pc:sldChg>
      <pc:sldChg chg="modSp mod modNotes">
        <pc:chgData name="Sam Prince" userId="b8c1c271-dd5b-4079-a09a-81f4ce8be867" providerId="ADAL" clId="{E1F9AA85-DF33-49BA-A3EE-1648D2C3E9FB}" dt="2024-03-21T18:37:39.693" v="1477" actId="6549"/>
        <pc:sldMkLst>
          <pc:docMk/>
          <pc:sldMk cId="1525167097" sldId="327"/>
        </pc:sldMkLst>
        <pc:spChg chg="mod">
          <ac:chgData name="Sam Prince" userId="b8c1c271-dd5b-4079-a09a-81f4ce8be867" providerId="ADAL" clId="{E1F9AA85-DF33-49BA-A3EE-1648D2C3E9FB}" dt="2024-03-21T17:11:46.226" v="224" actId="255"/>
          <ac:spMkLst>
            <pc:docMk/>
            <pc:sldMk cId="1525167097" sldId="327"/>
            <ac:spMk id="2" creationId="{75135D95-80FA-6875-2EAB-4AC3A23AD0E4}"/>
          </ac:spMkLst>
        </pc:spChg>
      </pc:sldChg>
      <pc:sldChg chg="modSp mod modNotes">
        <pc:chgData name="Sam Prince" userId="b8c1c271-dd5b-4079-a09a-81f4ce8be867" providerId="ADAL" clId="{E1F9AA85-DF33-49BA-A3EE-1648D2C3E9FB}" dt="2024-03-21T18:37:36.597" v="1476" actId="20577"/>
        <pc:sldMkLst>
          <pc:docMk/>
          <pc:sldMk cId="1433009207" sldId="328"/>
        </pc:sldMkLst>
        <pc:spChg chg="mod">
          <ac:chgData name="Sam Prince" userId="b8c1c271-dd5b-4079-a09a-81f4ce8be867" providerId="ADAL" clId="{E1F9AA85-DF33-49BA-A3EE-1648D2C3E9FB}" dt="2024-03-21T17:11:54.550" v="226" actId="255"/>
          <ac:spMkLst>
            <pc:docMk/>
            <pc:sldMk cId="1433009207" sldId="328"/>
            <ac:spMk id="2" creationId="{B313E8EE-74B1-0B2F-E3C6-2D1A90921346}"/>
          </ac:spMkLst>
        </pc:spChg>
      </pc:sldChg>
      <pc:sldChg chg="modSp mod">
        <pc:chgData name="Sam Prince" userId="b8c1c271-dd5b-4079-a09a-81f4ce8be867" providerId="ADAL" clId="{E1F9AA85-DF33-49BA-A3EE-1648D2C3E9FB}" dt="2024-03-21T17:12:06.580" v="230" actId="255"/>
        <pc:sldMkLst>
          <pc:docMk/>
          <pc:sldMk cId="2233142922" sldId="329"/>
        </pc:sldMkLst>
        <pc:spChg chg="mod">
          <ac:chgData name="Sam Prince" userId="b8c1c271-dd5b-4079-a09a-81f4ce8be867" providerId="ADAL" clId="{E1F9AA85-DF33-49BA-A3EE-1648D2C3E9FB}" dt="2024-03-21T17:12:06.580" v="230" actId="255"/>
          <ac:spMkLst>
            <pc:docMk/>
            <pc:sldMk cId="2233142922" sldId="329"/>
            <ac:spMk id="2" creationId="{75135D95-80FA-6875-2EAB-4AC3A23AD0E4}"/>
          </ac:spMkLst>
        </pc:spChg>
      </pc:sldChg>
      <pc:sldChg chg="modSp mod modNotes">
        <pc:chgData name="Sam Prince" userId="b8c1c271-dd5b-4079-a09a-81f4ce8be867" providerId="ADAL" clId="{E1F9AA85-DF33-49BA-A3EE-1648D2C3E9FB}" dt="2024-03-21T18:37:49.771" v="1479" actId="6549"/>
        <pc:sldMkLst>
          <pc:docMk/>
          <pc:sldMk cId="2798606905" sldId="330"/>
        </pc:sldMkLst>
        <pc:spChg chg="mod">
          <ac:chgData name="Sam Prince" userId="b8c1c271-dd5b-4079-a09a-81f4ce8be867" providerId="ADAL" clId="{E1F9AA85-DF33-49BA-A3EE-1648D2C3E9FB}" dt="2024-03-21T17:04:10.560" v="202" actId="179"/>
          <ac:spMkLst>
            <pc:docMk/>
            <pc:sldMk cId="2798606905" sldId="330"/>
            <ac:spMk id="34819" creationId="{453C7683-8588-7ABC-32E0-8A4E68218620}"/>
          </ac:spMkLst>
        </pc:spChg>
        <pc:spChg chg="mod">
          <ac:chgData name="Sam Prince" userId="b8c1c271-dd5b-4079-a09a-81f4ce8be867" providerId="ADAL" clId="{E1F9AA85-DF33-49BA-A3EE-1648D2C3E9FB}" dt="2024-03-21T17:57:19.810" v="1145" actId="20577"/>
          <ac:spMkLst>
            <pc:docMk/>
            <pc:sldMk cId="2798606905" sldId="330"/>
            <ac:spMk id="34820" creationId="{8DCD7CE1-603D-4D59-3DBB-C13C0B6505F0}"/>
          </ac:spMkLst>
        </pc:spChg>
      </pc:sldChg>
      <pc:sldChg chg="modSp mod modNotes">
        <pc:chgData name="Sam Prince" userId="b8c1c271-dd5b-4079-a09a-81f4ce8be867" providerId="ADAL" clId="{E1F9AA85-DF33-49BA-A3EE-1648D2C3E9FB}" dt="2024-03-21T18:37:53.471" v="1480" actId="6549"/>
        <pc:sldMkLst>
          <pc:docMk/>
          <pc:sldMk cId="1546869761" sldId="331"/>
        </pc:sldMkLst>
        <pc:spChg chg="mod">
          <ac:chgData name="Sam Prince" userId="b8c1c271-dd5b-4079-a09a-81f4ce8be867" providerId="ADAL" clId="{E1F9AA85-DF33-49BA-A3EE-1648D2C3E9FB}" dt="2024-03-21T17:57:31.745" v="1148" actId="20577"/>
          <ac:spMkLst>
            <pc:docMk/>
            <pc:sldMk cId="1546869761" sldId="331"/>
            <ac:spMk id="34820" creationId="{8DCD7CE1-603D-4D59-3DBB-C13C0B6505F0}"/>
          </ac:spMkLst>
        </pc:spChg>
      </pc:sldChg>
      <pc:sldChg chg="addSp delSp modSp add del mod">
        <pc:chgData name="Sam Prince" userId="b8c1c271-dd5b-4079-a09a-81f4ce8be867" providerId="ADAL" clId="{E1F9AA85-DF33-49BA-A3EE-1648D2C3E9FB}" dt="2024-03-21T17:53:05.422" v="1109" actId="6549"/>
        <pc:sldMkLst>
          <pc:docMk/>
          <pc:sldMk cId="3700842998" sldId="332"/>
        </pc:sldMkLst>
        <pc:spChg chg="mod">
          <ac:chgData name="Sam Prince" userId="b8c1c271-dd5b-4079-a09a-81f4ce8be867" providerId="ADAL" clId="{E1F9AA85-DF33-49BA-A3EE-1648D2C3E9FB}" dt="2024-03-21T17:40:20.639" v="480" actId="20577"/>
          <ac:spMkLst>
            <pc:docMk/>
            <pc:sldMk cId="3700842998" sldId="332"/>
            <ac:spMk id="2" creationId="{B8CACA96-426B-42FC-DA41-1C9375DDCB64}"/>
          </ac:spMkLst>
        </pc:spChg>
        <pc:spChg chg="add mod">
          <ac:chgData name="Sam Prince" userId="b8c1c271-dd5b-4079-a09a-81f4ce8be867" providerId="ADAL" clId="{E1F9AA85-DF33-49BA-A3EE-1648D2C3E9FB}" dt="2024-03-21T17:53:05.422" v="1109" actId="6549"/>
          <ac:spMkLst>
            <pc:docMk/>
            <pc:sldMk cId="3700842998" sldId="332"/>
            <ac:spMk id="3" creationId="{BC116019-9962-EE56-B8FF-AF5D439A797E}"/>
          </ac:spMkLst>
        </pc:spChg>
        <pc:spChg chg="del">
          <ac:chgData name="Sam Prince" userId="b8c1c271-dd5b-4079-a09a-81f4ce8be867" providerId="ADAL" clId="{E1F9AA85-DF33-49BA-A3EE-1648D2C3E9FB}" dt="2024-03-21T16:56:27.212" v="35" actId="478"/>
          <ac:spMkLst>
            <pc:docMk/>
            <pc:sldMk cId="3700842998" sldId="332"/>
            <ac:spMk id="4" creationId="{27BC6239-FBCC-1A35-B4A8-617A4AAB48F5}"/>
          </ac:spMkLst>
        </pc:spChg>
      </pc:sldChg>
      <pc:sldChg chg="delSp modSp mod">
        <pc:chgData name="Sam Prince" userId="b8c1c271-dd5b-4079-a09a-81f4ce8be867" providerId="ADAL" clId="{E1F9AA85-DF33-49BA-A3EE-1648D2C3E9FB}" dt="2024-03-21T16:56:36.505" v="39" actId="6549"/>
        <pc:sldMkLst>
          <pc:docMk/>
          <pc:sldMk cId="1371360904" sldId="333"/>
        </pc:sldMkLst>
        <pc:spChg chg="mod">
          <ac:chgData name="Sam Prince" userId="b8c1c271-dd5b-4079-a09a-81f4ce8be867" providerId="ADAL" clId="{E1F9AA85-DF33-49BA-A3EE-1648D2C3E9FB}" dt="2024-03-21T16:56:36.505" v="39" actId="6549"/>
          <ac:spMkLst>
            <pc:docMk/>
            <pc:sldMk cId="1371360904" sldId="333"/>
            <ac:spMk id="2" creationId="{8B25FCAF-24E0-2B80-80B7-F675AA5C0021}"/>
          </ac:spMkLst>
        </pc:spChg>
        <pc:spChg chg="del">
          <ac:chgData name="Sam Prince" userId="b8c1c271-dd5b-4079-a09a-81f4ce8be867" providerId="ADAL" clId="{E1F9AA85-DF33-49BA-A3EE-1648D2C3E9FB}" dt="2024-03-21T16:55:26.264" v="24" actId="478"/>
          <ac:spMkLst>
            <pc:docMk/>
            <pc:sldMk cId="1371360904" sldId="333"/>
            <ac:spMk id="4" creationId="{149C4D3B-88D1-4338-17A0-E30BE7245B5D}"/>
          </ac:spMkLst>
        </pc:spChg>
      </pc:sldChg>
      <pc:sldChg chg="delSp modSp mod">
        <pc:chgData name="Sam Prince" userId="b8c1c271-dd5b-4079-a09a-81f4ce8be867" providerId="ADAL" clId="{E1F9AA85-DF33-49BA-A3EE-1648D2C3E9FB}" dt="2024-03-21T18:19:51.222" v="1445" actId="20577"/>
        <pc:sldMkLst>
          <pc:docMk/>
          <pc:sldMk cId="2974922440" sldId="334"/>
        </pc:sldMkLst>
        <pc:spChg chg="mod">
          <ac:chgData name="Sam Prince" userId="b8c1c271-dd5b-4079-a09a-81f4ce8be867" providerId="ADAL" clId="{E1F9AA85-DF33-49BA-A3EE-1648D2C3E9FB}" dt="2024-03-21T16:57:15.093" v="90" actId="113"/>
          <ac:spMkLst>
            <pc:docMk/>
            <pc:sldMk cId="2974922440" sldId="334"/>
            <ac:spMk id="2" creationId="{69ADF4DB-7EF2-515C-DD2A-23AE10E6C117}"/>
          </ac:spMkLst>
        </pc:spChg>
        <pc:spChg chg="mod">
          <ac:chgData name="Sam Prince" userId="b8c1c271-dd5b-4079-a09a-81f4ce8be867" providerId="ADAL" clId="{E1F9AA85-DF33-49BA-A3EE-1648D2C3E9FB}" dt="2024-03-21T18:19:51.222" v="1445" actId="20577"/>
          <ac:spMkLst>
            <pc:docMk/>
            <pc:sldMk cId="2974922440" sldId="334"/>
            <ac:spMk id="3" creationId="{ED65659F-F296-AD00-FE1B-2CAE737AA5AF}"/>
          </ac:spMkLst>
        </pc:spChg>
        <pc:spChg chg="del">
          <ac:chgData name="Sam Prince" userId="b8c1c271-dd5b-4079-a09a-81f4ce8be867" providerId="ADAL" clId="{E1F9AA85-DF33-49BA-A3EE-1648D2C3E9FB}" dt="2024-03-21T16:57:18.190" v="91" actId="478"/>
          <ac:spMkLst>
            <pc:docMk/>
            <pc:sldMk cId="2974922440" sldId="334"/>
            <ac:spMk id="4" creationId="{20B4A063-76B0-DC0F-E528-A8B61541F79D}"/>
          </ac:spMkLst>
        </pc:spChg>
      </pc:sldChg>
      <pc:sldChg chg="delSp modSp mod ord">
        <pc:chgData name="Sam Prince" userId="b8c1c271-dd5b-4079-a09a-81f4ce8be867" providerId="ADAL" clId="{E1F9AA85-DF33-49BA-A3EE-1648D2C3E9FB}" dt="2024-03-21T18:35:36.793" v="1458" actId="20577"/>
        <pc:sldMkLst>
          <pc:docMk/>
          <pc:sldMk cId="3009295551" sldId="335"/>
        </pc:sldMkLst>
        <pc:spChg chg="mod">
          <ac:chgData name="Sam Prince" userId="b8c1c271-dd5b-4079-a09a-81f4ce8be867" providerId="ADAL" clId="{E1F9AA85-DF33-49BA-A3EE-1648D2C3E9FB}" dt="2024-03-21T18:35:36.793" v="1458" actId="20577"/>
          <ac:spMkLst>
            <pc:docMk/>
            <pc:sldMk cId="3009295551" sldId="335"/>
            <ac:spMk id="2" creationId="{9E4B0E44-EF7B-F3A0-B50B-FE5688C6E6AB}"/>
          </ac:spMkLst>
        </pc:spChg>
        <pc:spChg chg="del">
          <ac:chgData name="Sam Prince" userId="b8c1c271-dd5b-4079-a09a-81f4ce8be867" providerId="ADAL" clId="{E1F9AA85-DF33-49BA-A3EE-1648D2C3E9FB}" dt="2024-03-21T17:00:11.640" v="158" actId="478"/>
          <ac:spMkLst>
            <pc:docMk/>
            <pc:sldMk cId="3009295551" sldId="335"/>
            <ac:spMk id="7" creationId="{5528B589-E01B-86C0-98EE-44B87522EA89}"/>
          </ac:spMkLst>
        </pc:spChg>
        <pc:picChg chg="mod">
          <ac:chgData name="Sam Prince" userId="b8c1c271-dd5b-4079-a09a-81f4ce8be867" providerId="ADAL" clId="{E1F9AA85-DF33-49BA-A3EE-1648D2C3E9FB}" dt="2024-03-21T17:00:16.600" v="160" actId="1076"/>
          <ac:picMkLst>
            <pc:docMk/>
            <pc:sldMk cId="3009295551" sldId="335"/>
            <ac:picMk id="9" creationId="{39598E2F-A24E-F76B-1C77-6E5D7ADA0177}"/>
          </ac:picMkLst>
        </pc:picChg>
      </pc:sldChg>
      <pc:sldChg chg="delSp modSp mod">
        <pc:chgData name="Sam Prince" userId="b8c1c271-dd5b-4079-a09a-81f4ce8be867" providerId="ADAL" clId="{E1F9AA85-DF33-49BA-A3EE-1648D2C3E9FB}" dt="2024-03-21T17:56:41.480" v="1141" actId="20577"/>
        <pc:sldMkLst>
          <pc:docMk/>
          <pc:sldMk cId="1202312651" sldId="336"/>
        </pc:sldMkLst>
        <pc:spChg chg="mod">
          <ac:chgData name="Sam Prince" userId="b8c1c271-dd5b-4079-a09a-81f4ce8be867" providerId="ADAL" clId="{E1F9AA85-DF33-49BA-A3EE-1648D2C3E9FB}" dt="2024-03-21T17:56:41.480" v="1141" actId="20577"/>
          <ac:spMkLst>
            <pc:docMk/>
            <pc:sldMk cId="1202312651" sldId="336"/>
            <ac:spMk id="2" creationId="{46E73131-7177-09A8-1076-2826965625D1}"/>
          </ac:spMkLst>
        </pc:spChg>
        <pc:spChg chg="mod">
          <ac:chgData name="Sam Prince" userId="b8c1c271-dd5b-4079-a09a-81f4ce8be867" providerId="ADAL" clId="{E1F9AA85-DF33-49BA-A3EE-1648D2C3E9FB}" dt="2024-03-21T17:01:55.042" v="181" actId="5793"/>
          <ac:spMkLst>
            <pc:docMk/>
            <pc:sldMk cId="1202312651" sldId="336"/>
            <ac:spMk id="3" creationId="{49045B9B-4CDD-4F9D-E0F5-64245F9A11C1}"/>
          </ac:spMkLst>
        </pc:spChg>
        <pc:spChg chg="del">
          <ac:chgData name="Sam Prince" userId="b8c1c271-dd5b-4079-a09a-81f4ce8be867" providerId="ADAL" clId="{E1F9AA85-DF33-49BA-A3EE-1648D2C3E9FB}" dt="2024-03-21T17:00:49.227" v="164" actId="478"/>
          <ac:spMkLst>
            <pc:docMk/>
            <pc:sldMk cId="1202312651" sldId="336"/>
            <ac:spMk id="4" creationId="{DF6D8AD4-6C5B-AC27-B704-B59DD888BC95}"/>
          </ac:spMkLst>
        </pc:spChg>
      </pc:sldChg>
      <pc:sldChg chg="delSp modSp mod">
        <pc:chgData name="Sam Prince" userId="b8c1c271-dd5b-4079-a09a-81f4ce8be867" providerId="ADAL" clId="{E1F9AA85-DF33-49BA-A3EE-1648D2C3E9FB}" dt="2024-03-21T17:13:27.627" v="251" actId="14100"/>
        <pc:sldMkLst>
          <pc:docMk/>
          <pc:sldMk cId="1742758043" sldId="337"/>
        </pc:sldMkLst>
        <pc:spChg chg="mod">
          <ac:chgData name="Sam Prince" userId="b8c1c271-dd5b-4079-a09a-81f4ce8be867" providerId="ADAL" clId="{E1F9AA85-DF33-49BA-A3EE-1648D2C3E9FB}" dt="2024-03-21T17:13:15.274" v="249" actId="20577"/>
          <ac:spMkLst>
            <pc:docMk/>
            <pc:sldMk cId="1742758043" sldId="337"/>
            <ac:spMk id="2" creationId="{C512384A-A05F-ADA8-FDAA-A8DE15085EF9}"/>
          </ac:spMkLst>
        </pc:spChg>
        <pc:spChg chg="del">
          <ac:chgData name="Sam Prince" userId="b8c1c271-dd5b-4079-a09a-81f4ce8be867" providerId="ADAL" clId="{E1F9AA85-DF33-49BA-A3EE-1648D2C3E9FB}" dt="2024-03-21T17:13:19.159" v="250" actId="478"/>
          <ac:spMkLst>
            <pc:docMk/>
            <pc:sldMk cId="1742758043" sldId="337"/>
            <ac:spMk id="3" creationId="{23ADB07B-35FB-3169-6353-31252B56A6FA}"/>
          </ac:spMkLst>
        </pc:spChg>
        <pc:picChg chg="mod">
          <ac:chgData name="Sam Prince" userId="b8c1c271-dd5b-4079-a09a-81f4ce8be867" providerId="ADAL" clId="{E1F9AA85-DF33-49BA-A3EE-1648D2C3E9FB}" dt="2024-03-21T17:13:27.627" v="251" actId="14100"/>
          <ac:picMkLst>
            <pc:docMk/>
            <pc:sldMk cId="1742758043" sldId="337"/>
            <ac:picMk id="9" creationId="{E7FD2A17-C8B8-A828-9398-D910235896C5}"/>
          </ac:picMkLst>
        </pc:picChg>
      </pc:sldChg>
      <pc:sldChg chg="modSp add mod">
        <pc:chgData name="Sam Prince" userId="b8c1c271-dd5b-4079-a09a-81f4ce8be867" providerId="ADAL" clId="{E1F9AA85-DF33-49BA-A3EE-1648D2C3E9FB}" dt="2024-03-21T17:56:45.649" v="1142" actId="20577"/>
        <pc:sldMkLst>
          <pc:docMk/>
          <pc:sldMk cId="2066577729" sldId="338"/>
        </pc:sldMkLst>
        <pc:spChg chg="mod">
          <ac:chgData name="Sam Prince" userId="b8c1c271-dd5b-4079-a09a-81f4ce8be867" providerId="ADAL" clId="{E1F9AA85-DF33-49BA-A3EE-1648D2C3E9FB}" dt="2024-03-21T17:56:45.649" v="1142" actId="20577"/>
          <ac:spMkLst>
            <pc:docMk/>
            <pc:sldMk cId="2066577729" sldId="338"/>
            <ac:spMk id="2" creationId="{46E73131-7177-09A8-1076-2826965625D1}"/>
          </ac:spMkLst>
        </pc:spChg>
        <pc:spChg chg="mod">
          <ac:chgData name="Sam Prince" userId="b8c1c271-dd5b-4079-a09a-81f4ce8be867" providerId="ADAL" clId="{E1F9AA85-DF33-49BA-A3EE-1648D2C3E9FB}" dt="2024-03-21T17:02:07.134" v="186" actId="20577"/>
          <ac:spMkLst>
            <pc:docMk/>
            <pc:sldMk cId="2066577729" sldId="338"/>
            <ac:spMk id="3" creationId="{49045B9B-4CDD-4F9D-E0F5-64245F9A11C1}"/>
          </ac:spMkLst>
        </pc:spChg>
      </pc:sldChg>
      <pc:sldChg chg="delSp modSp new mod">
        <pc:chgData name="Sam Prince" userId="b8c1c271-dd5b-4079-a09a-81f4ce8be867" providerId="ADAL" clId="{E1F9AA85-DF33-49BA-A3EE-1648D2C3E9FB}" dt="2024-03-21T17:43:25.976" v="821" actId="20577"/>
        <pc:sldMkLst>
          <pc:docMk/>
          <pc:sldMk cId="2881911137" sldId="339"/>
        </pc:sldMkLst>
        <pc:spChg chg="mod">
          <ac:chgData name="Sam Prince" userId="b8c1c271-dd5b-4079-a09a-81f4ce8be867" providerId="ADAL" clId="{E1F9AA85-DF33-49BA-A3EE-1648D2C3E9FB}" dt="2024-03-21T17:41:22.746" v="528" actId="113"/>
          <ac:spMkLst>
            <pc:docMk/>
            <pc:sldMk cId="2881911137" sldId="339"/>
            <ac:spMk id="2" creationId="{9F65F9F4-AF86-65D0-244A-55203F863CB9}"/>
          </ac:spMkLst>
        </pc:spChg>
        <pc:spChg chg="mod">
          <ac:chgData name="Sam Prince" userId="b8c1c271-dd5b-4079-a09a-81f4ce8be867" providerId="ADAL" clId="{E1F9AA85-DF33-49BA-A3EE-1648D2C3E9FB}" dt="2024-03-21T17:43:25.976" v="821" actId="20577"/>
          <ac:spMkLst>
            <pc:docMk/>
            <pc:sldMk cId="2881911137" sldId="339"/>
            <ac:spMk id="3" creationId="{650C662A-2C2E-45CD-1943-8F61CD73F54B}"/>
          </ac:spMkLst>
        </pc:spChg>
        <pc:spChg chg="del">
          <ac:chgData name="Sam Prince" userId="b8c1c271-dd5b-4079-a09a-81f4ce8be867" providerId="ADAL" clId="{E1F9AA85-DF33-49BA-A3EE-1648D2C3E9FB}" dt="2024-03-21T17:41:26.278" v="529" actId="478"/>
          <ac:spMkLst>
            <pc:docMk/>
            <pc:sldMk cId="2881911137" sldId="339"/>
            <ac:spMk id="4" creationId="{968E237F-412C-CF68-75ED-B25CA8477CE4}"/>
          </ac:spMkLst>
        </pc:spChg>
      </pc:sldChg>
      <pc:sldChg chg="new del">
        <pc:chgData name="Sam Prince" userId="b8c1c271-dd5b-4079-a09a-81f4ce8be867" providerId="ADAL" clId="{E1F9AA85-DF33-49BA-A3EE-1648D2C3E9FB}" dt="2024-03-21T17:44:09.073" v="825" actId="680"/>
        <pc:sldMkLst>
          <pc:docMk/>
          <pc:sldMk cId="2336223480" sldId="340"/>
        </pc:sldMkLst>
      </pc:sldChg>
      <pc:sldChg chg="delSp modSp new mod">
        <pc:chgData name="Sam Prince" userId="b8c1c271-dd5b-4079-a09a-81f4ce8be867" providerId="ADAL" clId="{E1F9AA85-DF33-49BA-A3EE-1648D2C3E9FB}" dt="2024-03-21T18:35:22.104" v="1454" actId="20577"/>
        <pc:sldMkLst>
          <pc:docMk/>
          <pc:sldMk cId="3218671382" sldId="340"/>
        </pc:sldMkLst>
        <pc:spChg chg="mod">
          <ac:chgData name="Sam Prince" userId="b8c1c271-dd5b-4079-a09a-81f4ce8be867" providerId="ADAL" clId="{E1F9AA85-DF33-49BA-A3EE-1648D2C3E9FB}" dt="2024-03-21T18:35:22.104" v="1454" actId="20577"/>
          <ac:spMkLst>
            <pc:docMk/>
            <pc:sldMk cId="3218671382" sldId="340"/>
            <ac:spMk id="2" creationId="{DF2DEFF2-BB7B-FFC9-557A-176551C34316}"/>
          </ac:spMkLst>
        </pc:spChg>
        <pc:spChg chg="mod">
          <ac:chgData name="Sam Prince" userId="b8c1c271-dd5b-4079-a09a-81f4ce8be867" providerId="ADAL" clId="{E1F9AA85-DF33-49BA-A3EE-1648D2C3E9FB}" dt="2024-03-21T17:56:12.760" v="1132" actId="1076"/>
          <ac:spMkLst>
            <pc:docMk/>
            <pc:sldMk cId="3218671382" sldId="340"/>
            <ac:spMk id="3" creationId="{5BA8AE29-73E1-F42B-B9E4-E495350ED1E4}"/>
          </ac:spMkLst>
        </pc:spChg>
        <pc:spChg chg="del">
          <ac:chgData name="Sam Prince" userId="b8c1c271-dd5b-4079-a09a-81f4ce8be867" providerId="ADAL" clId="{E1F9AA85-DF33-49BA-A3EE-1648D2C3E9FB}" dt="2024-03-21T17:44:18.559" v="827" actId="478"/>
          <ac:spMkLst>
            <pc:docMk/>
            <pc:sldMk cId="3218671382" sldId="340"/>
            <ac:spMk id="4" creationId="{5A8226F5-3EAC-8AA6-DB0C-1C7D02B9B432}"/>
          </ac:spMkLst>
        </pc:spChg>
      </pc:sldChg>
      <pc:sldChg chg="new del">
        <pc:chgData name="Sam Prince" userId="b8c1c271-dd5b-4079-a09a-81f4ce8be867" providerId="ADAL" clId="{E1F9AA85-DF33-49BA-A3EE-1648D2C3E9FB}" dt="2024-03-21T17:49:58.099" v="993" actId="2696"/>
        <pc:sldMkLst>
          <pc:docMk/>
          <pc:sldMk cId="3225552230" sldId="341"/>
        </pc:sldMkLst>
      </pc:sldChg>
      <pc:sldChg chg="addSp delSp modSp add del mod modClrScheme chgLayout">
        <pc:chgData name="Sam Prince" userId="b8c1c271-dd5b-4079-a09a-81f4ce8be867" providerId="ADAL" clId="{E1F9AA85-DF33-49BA-A3EE-1648D2C3E9FB}" dt="2024-03-21T17:52:05.541" v="1086" actId="2696"/>
        <pc:sldMkLst>
          <pc:docMk/>
          <pc:sldMk cId="1341864205" sldId="342"/>
        </pc:sldMkLst>
        <pc:spChg chg="mod ord">
          <ac:chgData name="Sam Prince" userId="b8c1c271-dd5b-4079-a09a-81f4ce8be867" providerId="ADAL" clId="{E1F9AA85-DF33-49BA-A3EE-1648D2C3E9FB}" dt="2024-03-21T17:51:13.024" v="1032" actId="20577"/>
          <ac:spMkLst>
            <pc:docMk/>
            <pc:sldMk cId="1341864205" sldId="342"/>
            <ac:spMk id="2" creationId="{82CEA7F4-294D-68CA-CE08-5AF560F16255}"/>
          </ac:spMkLst>
        </pc:spChg>
        <pc:spChg chg="del">
          <ac:chgData name="Sam Prince" userId="b8c1c271-dd5b-4079-a09a-81f4ce8be867" providerId="ADAL" clId="{E1F9AA85-DF33-49BA-A3EE-1648D2C3E9FB}" dt="2024-03-21T17:50:29.611" v="1011" actId="700"/>
          <ac:spMkLst>
            <pc:docMk/>
            <pc:sldMk cId="1341864205" sldId="342"/>
            <ac:spMk id="3" creationId="{8D875637-81E2-C28E-2810-64D50849730F}"/>
          </ac:spMkLst>
        </pc:spChg>
        <pc:spChg chg="del mod ord">
          <ac:chgData name="Sam Prince" userId="b8c1c271-dd5b-4079-a09a-81f4ce8be867" providerId="ADAL" clId="{E1F9AA85-DF33-49BA-A3EE-1648D2C3E9FB}" dt="2024-03-21T17:50:29.611" v="1011" actId="700"/>
          <ac:spMkLst>
            <pc:docMk/>
            <pc:sldMk cId="1341864205" sldId="342"/>
            <ac:spMk id="4" creationId="{4A327AE0-D4C2-B268-7DFB-0386B9499C97}"/>
          </ac:spMkLst>
        </pc:spChg>
        <pc:spChg chg="del">
          <ac:chgData name="Sam Prince" userId="b8c1c271-dd5b-4079-a09a-81f4ce8be867" providerId="ADAL" clId="{E1F9AA85-DF33-49BA-A3EE-1648D2C3E9FB}" dt="2024-03-21T17:50:29.611" v="1011" actId="700"/>
          <ac:spMkLst>
            <pc:docMk/>
            <pc:sldMk cId="1341864205" sldId="342"/>
            <ac:spMk id="5" creationId="{59F3A285-77B0-4399-9257-936251835CA1}"/>
          </ac:spMkLst>
        </pc:spChg>
        <pc:spChg chg="del">
          <ac:chgData name="Sam Prince" userId="b8c1c271-dd5b-4079-a09a-81f4ce8be867" providerId="ADAL" clId="{E1F9AA85-DF33-49BA-A3EE-1648D2C3E9FB}" dt="2024-03-21T17:50:21.513" v="1010" actId="478"/>
          <ac:spMkLst>
            <pc:docMk/>
            <pc:sldMk cId="1341864205" sldId="342"/>
            <ac:spMk id="6" creationId="{F171658B-8DFC-6E50-FE30-F41D76F94751}"/>
          </ac:spMkLst>
        </pc:spChg>
        <pc:spChg chg="del mod ord">
          <ac:chgData name="Sam Prince" userId="b8c1c271-dd5b-4079-a09a-81f4ce8be867" providerId="ADAL" clId="{E1F9AA85-DF33-49BA-A3EE-1648D2C3E9FB}" dt="2024-03-21T17:50:35.731" v="1012" actId="478"/>
          <ac:spMkLst>
            <pc:docMk/>
            <pc:sldMk cId="1341864205" sldId="342"/>
            <ac:spMk id="7" creationId="{EE4177E4-0A3E-F501-30B0-6DB9B5D4EC62}"/>
          </ac:spMkLst>
        </pc:spChg>
        <pc:spChg chg="add mod ord">
          <ac:chgData name="Sam Prince" userId="b8c1c271-dd5b-4079-a09a-81f4ce8be867" providerId="ADAL" clId="{E1F9AA85-DF33-49BA-A3EE-1648D2C3E9FB}" dt="2024-03-21T17:51:28.449" v="1081" actId="20577"/>
          <ac:spMkLst>
            <pc:docMk/>
            <pc:sldMk cId="1341864205" sldId="342"/>
            <ac:spMk id="8" creationId="{DCD7B10B-8A50-3F49-C586-D71ABD62C438}"/>
          </ac:spMkLst>
        </pc:spChg>
      </pc:sldChg>
      <pc:sldChg chg="addSp delSp modSp new mod modClrScheme chgLayout">
        <pc:chgData name="Sam Prince" userId="b8c1c271-dd5b-4079-a09a-81f4ce8be867" providerId="ADAL" clId="{E1F9AA85-DF33-49BA-A3EE-1648D2C3E9FB}" dt="2024-03-21T18:35:45.523" v="1462" actId="20577"/>
        <pc:sldMkLst>
          <pc:docMk/>
          <pc:sldMk cId="700418610" sldId="343"/>
        </pc:sldMkLst>
        <pc:spChg chg="mod ord">
          <ac:chgData name="Sam Prince" userId="b8c1c271-dd5b-4079-a09a-81f4ce8be867" providerId="ADAL" clId="{E1F9AA85-DF33-49BA-A3EE-1648D2C3E9FB}" dt="2024-03-21T17:52:34.187" v="1089" actId="255"/>
          <ac:spMkLst>
            <pc:docMk/>
            <pc:sldMk cId="700418610" sldId="343"/>
            <ac:spMk id="2" creationId="{DC6A8818-633D-BB34-5EE9-917B73874C18}"/>
          </ac:spMkLst>
        </pc:spChg>
        <pc:spChg chg="del">
          <ac:chgData name="Sam Prince" userId="b8c1c271-dd5b-4079-a09a-81f4ce8be867" providerId="ADAL" clId="{E1F9AA85-DF33-49BA-A3EE-1648D2C3E9FB}" dt="2024-03-21T17:52:24.180" v="1087" actId="700"/>
          <ac:spMkLst>
            <pc:docMk/>
            <pc:sldMk cId="700418610" sldId="343"/>
            <ac:spMk id="3" creationId="{84603617-7ECD-7F94-7D0D-DB9B3D3DA6D5}"/>
          </ac:spMkLst>
        </pc:spChg>
        <pc:spChg chg="del mod ord">
          <ac:chgData name="Sam Prince" userId="b8c1c271-dd5b-4079-a09a-81f4ce8be867" providerId="ADAL" clId="{E1F9AA85-DF33-49BA-A3EE-1648D2C3E9FB}" dt="2024-03-21T17:52:24.180" v="1087" actId="700"/>
          <ac:spMkLst>
            <pc:docMk/>
            <pc:sldMk cId="700418610" sldId="343"/>
            <ac:spMk id="4" creationId="{A8E6D198-2497-4CE2-EABF-5412BBAEA2AC}"/>
          </ac:spMkLst>
        </pc:spChg>
        <pc:spChg chg="del">
          <ac:chgData name="Sam Prince" userId="b8c1c271-dd5b-4079-a09a-81f4ce8be867" providerId="ADAL" clId="{E1F9AA85-DF33-49BA-A3EE-1648D2C3E9FB}" dt="2024-03-21T17:52:24.180" v="1087" actId="700"/>
          <ac:spMkLst>
            <pc:docMk/>
            <pc:sldMk cId="700418610" sldId="343"/>
            <ac:spMk id="5" creationId="{413C5284-A5F9-299C-EE1E-821C83A32F9F}"/>
          </ac:spMkLst>
        </pc:spChg>
        <pc:spChg chg="del">
          <ac:chgData name="Sam Prince" userId="b8c1c271-dd5b-4079-a09a-81f4ce8be867" providerId="ADAL" clId="{E1F9AA85-DF33-49BA-A3EE-1648D2C3E9FB}" dt="2024-03-21T17:52:24.180" v="1087" actId="700"/>
          <ac:spMkLst>
            <pc:docMk/>
            <pc:sldMk cId="700418610" sldId="343"/>
            <ac:spMk id="6" creationId="{FBF8295E-E4C1-78B8-BD1C-B6A1908575F5}"/>
          </ac:spMkLst>
        </pc:spChg>
        <pc:spChg chg="del mod ord">
          <ac:chgData name="Sam Prince" userId="b8c1c271-dd5b-4079-a09a-81f4ce8be867" providerId="ADAL" clId="{E1F9AA85-DF33-49BA-A3EE-1648D2C3E9FB}" dt="2024-03-21T17:52:38.084" v="1090" actId="478"/>
          <ac:spMkLst>
            <pc:docMk/>
            <pc:sldMk cId="700418610" sldId="343"/>
            <ac:spMk id="7" creationId="{995D7864-BD49-6B53-DD1F-627C50C782EA}"/>
          </ac:spMkLst>
        </pc:spChg>
        <pc:spChg chg="add mod ord">
          <ac:chgData name="Sam Prince" userId="b8c1c271-dd5b-4079-a09a-81f4ce8be867" providerId="ADAL" clId="{E1F9AA85-DF33-49BA-A3EE-1648D2C3E9FB}" dt="2024-03-21T18:35:45.523" v="1462" actId="20577"/>
          <ac:spMkLst>
            <pc:docMk/>
            <pc:sldMk cId="700418610" sldId="343"/>
            <ac:spMk id="8" creationId="{80885169-3418-BB24-DE0F-7F60C811AC4F}"/>
          </ac:spMkLst>
        </pc:spChg>
      </pc:sldChg>
    </pc:docChg>
  </pc:docChgLst>
  <pc:docChgLst>
    <pc:chgData name="Paul Winser" userId="c3146a91-e6bd-4264-bd86-e164e04bc32d" providerId="ADAL" clId="{952ADAE3-8C4F-4BCC-8BAF-2DEA6FAF9590}"/>
    <pc:docChg chg="custSel modSld">
      <pc:chgData name="Paul Winser" userId="c3146a91-e6bd-4264-bd86-e164e04bc32d" providerId="ADAL" clId="{952ADAE3-8C4F-4BCC-8BAF-2DEA6FAF9590}" dt="2024-04-02T12:19:07.235" v="84" actId="20577"/>
      <pc:docMkLst>
        <pc:docMk/>
      </pc:docMkLst>
      <pc:sldChg chg="modSp mod">
        <pc:chgData name="Paul Winser" userId="c3146a91-e6bd-4264-bd86-e164e04bc32d" providerId="ADAL" clId="{952ADAE3-8C4F-4BCC-8BAF-2DEA6FAF9590}" dt="2024-04-02T12:16:20.809" v="5" actId="20577"/>
        <pc:sldMkLst>
          <pc:docMk/>
          <pc:sldMk cId="0" sldId="258"/>
        </pc:sldMkLst>
        <pc:spChg chg="mod">
          <ac:chgData name="Paul Winser" userId="c3146a91-e6bd-4264-bd86-e164e04bc32d" providerId="ADAL" clId="{952ADAE3-8C4F-4BCC-8BAF-2DEA6FAF9590}" dt="2024-04-02T12:16:20.809" v="5" actId="20577"/>
          <ac:spMkLst>
            <pc:docMk/>
            <pc:sldMk cId="0" sldId="258"/>
            <ac:spMk id="32771" creationId="{44DFA49F-83B7-E61C-00EB-D6046D571A05}"/>
          </ac:spMkLst>
        </pc:spChg>
      </pc:sldChg>
      <pc:sldChg chg="modSp mod">
        <pc:chgData name="Paul Winser" userId="c3146a91-e6bd-4264-bd86-e164e04bc32d" providerId="ADAL" clId="{952ADAE3-8C4F-4BCC-8BAF-2DEA6FAF9590}" dt="2024-04-02T12:19:07.235" v="84" actId="20577"/>
        <pc:sldMkLst>
          <pc:docMk/>
          <pc:sldMk cId="0" sldId="272"/>
        </pc:sldMkLst>
        <pc:spChg chg="mod">
          <ac:chgData name="Paul Winser" userId="c3146a91-e6bd-4264-bd86-e164e04bc32d" providerId="ADAL" clId="{952ADAE3-8C4F-4BCC-8BAF-2DEA6FAF9590}" dt="2024-04-02T12:19:07.235" v="84" actId="20577"/>
          <ac:spMkLst>
            <pc:docMk/>
            <pc:sldMk cId="0" sldId="272"/>
            <ac:spMk id="34820" creationId="{8DCD7CE1-603D-4D59-3DBB-C13C0B6505F0}"/>
          </ac:spMkLst>
        </pc:spChg>
      </pc:sldChg>
      <pc:sldChg chg="modSp mod">
        <pc:chgData name="Paul Winser" userId="c3146a91-e6bd-4264-bd86-e164e04bc32d" providerId="ADAL" clId="{952ADAE3-8C4F-4BCC-8BAF-2DEA6FAF9590}" dt="2024-04-02T12:16:38.232" v="7" actId="1076"/>
        <pc:sldMkLst>
          <pc:docMk/>
          <pc:sldMk cId="884549766" sldId="305"/>
        </pc:sldMkLst>
        <pc:spChg chg="mod">
          <ac:chgData name="Paul Winser" userId="c3146a91-e6bd-4264-bd86-e164e04bc32d" providerId="ADAL" clId="{952ADAE3-8C4F-4BCC-8BAF-2DEA6FAF9590}" dt="2024-04-02T12:16:38.232" v="7" actId="1076"/>
          <ac:spMkLst>
            <pc:docMk/>
            <pc:sldMk cId="884549766" sldId="305"/>
            <ac:spMk id="34819" creationId="{453C7683-8588-7ABC-32E0-8A4E68218620}"/>
          </ac:spMkLst>
        </pc:spChg>
      </pc:sldChg>
      <pc:sldChg chg="modSp mod">
        <pc:chgData name="Paul Winser" userId="c3146a91-e6bd-4264-bd86-e164e04bc32d" providerId="ADAL" clId="{952ADAE3-8C4F-4BCC-8BAF-2DEA6FAF9590}" dt="2024-04-02T12:17:40.387" v="59" actId="20577"/>
        <pc:sldMkLst>
          <pc:docMk/>
          <pc:sldMk cId="588007661" sldId="306"/>
        </pc:sldMkLst>
        <pc:spChg chg="mod">
          <ac:chgData name="Paul Winser" userId="c3146a91-e6bd-4264-bd86-e164e04bc32d" providerId="ADAL" clId="{952ADAE3-8C4F-4BCC-8BAF-2DEA6FAF9590}" dt="2024-04-02T12:17:40.387" v="59" actId="20577"/>
          <ac:spMkLst>
            <pc:docMk/>
            <pc:sldMk cId="588007661" sldId="306"/>
            <ac:spMk id="34820" creationId="{8DCD7CE1-603D-4D59-3DBB-C13C0B6505F0}"/>
          </ac:spMkLst>
        </pc:spChg>
      </pc:sldChg>
      <pc:sldChg chg="modSp mod">
        <pc:chgData name="Paul Winser" userId="c3146a91-e6bd-4264-bd86-e164e04bc32d" providerId="ADAL" clId="{952ADAE3-8C4F-4BCC-8BAF-2DEA6FAF9590}" dt="2024-04-02T12:18:58.599" v="83" actId="20577"/>
        <pc:sldMkLst>
          <pc:docMk/>
          <pc:sldMk cId="2005355495" sldId="308"/>
        </pc:sldMkLst>
        <pc:spChg chg="mod">
          <ac:chgData name="Paul Winser" userId="c3146a91-e6bd-4264-bd86-e164e04bc32d" providerId="ADAL" clId="{952ADAE3-8C4F-4BCC-8BAF-2DEA6FAF9590}" dt="2024-04-02T12:18:58.599" v="83" actId="20577"/>
          <ac:spMkLst>
            <pc:docMk/>
            <pc:sldMk cId="2005355495" sldId="308"/>
            <ac:spMk id="34820" creationId="{8DCD7CE1-603D-4D59-3DBB-C13C0B6505F0}"/>
          </ac:spMkLst>
        </pc:spChg>
      </pc:sldChg>
      <pc:sldChg chg="modSp mod">
        <pc:chgData name="Paul Winser" userId="c3146a91-e6bd-4264-bd86-e164e04bc32d" providerId="ADAL" clId="{952ADAE3-8C4F-4BCC-8BAF-2DEA6FAF9590}" dt="2024-04-02T12:16:52.843" v="10" actId="20577"/>
        <pc:sldMkLst>
          <pc:docMk/>
          <pc:sldMk cId="3321719766" sldId="315"/>
        </pc:sldMkLst>
        <pc:spChg chg="mod">
          <ac:chgData name="Paul Winser" userId="c3146a91-e6bd-4264-bd86-e164e04bc32d" providerId="ADAL" clId="{952ADAE3-8C4F-4BCC-8BAF-2DEA6FAF9590}" dt="2024-04-02T12:16:52.843" v="10" actId="20577"/>
          <ac:spMkLst>
            <pc:docMk/>
            <pc:sldMk cId="3321719766" sldId="315"/>
            <ac:spMk id="34819" creationId="{453C7683-8588-7ABC-32E0-8A4E68218620}"/>
          </ac:spMkLst>
        </pc:spChg>
      </pc:sldChg>
      <pc:sldChg chg="modSp mod">
        <pc:chgData name="Paul Winser" userId="c3146a91-e6bd-4264-bd86-e164e04bc32d" providerId="ADAL" clId="{952ADAE3-8C4F-4BCC-8BAF-2DEA6FAF9590}" dt="2024-04-02T12:17:27.635" v="54" actId="20577"/>
        <pc:sldMkLst>
          <pc:docMk/>
          <pc:sldMk cId="474925309" sldId="323"/>
        </pc:sldMkLst>
        <pc:spChg chg="mod">
          <ac:chgData name="Paul Winser" userId="c3146a91-e6bd-4264-bd86-e164e04bc32d" providerId="ADAL" clId="{952ADAE3-8C4F-4BCC-8BAF-2DEA6FAF9590}" dt="2024-04-02T12:17:27.635" v="54" actId="20577"/>
          <ac:spMkLst>
            <pc:docMk/>
            <pc:sldMk cId="474925309" sldId="323"/>
            <ac:spMk id="4" creationId="{E05E0219-B0A3-FEA2-13E0-1761AF9B49B5}"/>
          </ac:spMkLst>
        </pc:spChg>
      </pc:sldChg>
      <pc:sldChg chg="modSp mod">
        <pc:chgData name="Paul Winser" userId="c3146a91-e6bd-4264-bd86-e164e04bc32d" providerId="ADAL" clId="{952ADAE3-8C4F-4BCC-8BAF-2DEA6FAF9590}" dt="2024-04-02T12:17:35.236" v="57" actId="20577"/>
        <pc:sldMkLst>
          <pc:docMk/>
          <pc:sldMk cId="111528100" sldId="324"/>
        </pc:sldMkLst>
        <pc:spChg chg="mod">
          <ac:chgData name="Paul Winser" userId="c3146a91-e6bd-4264-bd86-e164e04bc32d" providerId="ADAL" clId="{952ADAE3-8C4F-4BCC-8BAF-2DEA6FAF9590}" dt="2024-04-02T12:17:35.236" v="57" actId="20577"/>
          <ac:spMkLst>
            <pc:docMk/>
            <pc:sldMk cId="111528100" sldId="324"/>
            <ac:spMk id="4" creationId="{E05E0219-B0A3-FEA2-13E0-1761AF9B49B5}"/>
          </ac:spMkLst>
        </pc:spChg>
      </pc:sldChg>
      <pc:sldChg chg="modSp mod">
        <pc:chgData name="Paul Winser" userId="c3146a91-e6bd-4264-bd86-e164e04bc32d" providerId="ADAL" clId="{952ADAE3-8C4F-4BCC-8BAF-2DEA6FAF9590}" dt="2024-04-02T12:17:59.716" v="67" actId="20577"/>
        <pc:sldMkLst>
          <pc:docMk/>
          <pc:sldMk cId="1529318317" sldId="325"/>
        </pc:sldMkLst>
        <pc:spChg chg="mod">
          <ac:chgData name="Paul Winser" userId="c3146a91-e6bd-4264-bd86-e164e04bc32d" providerId="ADAL" clId="{952ADAE3-8C4F-4BCC-8BAF-2DEA6FAF9590}" dt="2024-04-02T12:17:59.716" v="67" actId="20577"/>
          <ac:spMkLst>
            <pc:docMk/>
            <pc:sldMk cId="1529318317" sldId="325"/>
            <ac:spMk id="3" creationId="{7CC7C217-221A-D1D2-78B5-97FA47B94467}"/>
          </ac:spMkLst>
        </pc:spChg>
      </pc:sldChg>
      <pc:sldChg chg="modSp mod">
        <pc:chgData name="Paul Winser" userId="c3146a91-e6bd-4264-bd86-e164e04bc32d" providerId="ADAL" clId="{952ADAE3-8C4F-4BCC-8BAF-2DEA6FAF9590}" dt="2024-04-02T12:18:04.443" v="69" actId="20577"/>
        <pc:sldMkLst>
          <pc:docMk/>
          <pc:sldMk cId="3107171136" sldId="326"/>
        </pc:sldMkLst>
        <pc:spChg chg="mod">
          <ac:chgData name="Paul Winser" userId="c3146a91-e6bd-4264-bd86-e164e04bc32d" providerId="ADAL" clId="{952ADAE3-8C4F-4BCC-8BAF-2DEA6FAF9590}" dt="2024-04-02T12:18:04.443" v="69" actId="20577"/>
          <ac:spMkLst>
            <pc:docMk/>
            <pc:sldMk cId="3107171136" sldId="326"/>
            <ac:spMk id="4" creationId="{167396DF-D121-24C3-B256-E005AA3CB2CE}"/>
          </ac:spMkLst>
        </pc:spChg>
      </pc:sldChg>
      <pc:sldChg chg="modSp mod">
        <pc:chgData name="Paul Winser" userId="c3146a91-e6bd-4264-bd86-e164e04bc32d" providerId="ADAL" clId="{952ADAE3-8C4F-4BCC-8BAF-2DEA6FAF9590}" dt="2024-04-02T12:18:18.884" v="73" actId="20577"/>
        <pc:sldMkLst>
          <pc:docMk/>
          <pc:sldMk cId="2798606905" sldId="330"/>
        </pc:sldMkLst>
        <pc:spChg chg="mod">
          <ac:chgData name="Paul Winser" userId="c3146a91-e6bd-4264-bd86-e164e04bc32d" providerId="ADAL" clId="{952ADAE3-8C4F-4BCC-8BAF-2DEA6FAF9590}" dt="2024-04-02T12:18:18.884" v="73" actId="20577"/>
          <ac:spMkLst>
            <pc:docMk/>
            <pc:sldMk cId="2798606905" sldId="330"/>
            <ac:spMk id="34819" creationId="{453C7683-8588-7ABC-32E0-8A4E68218620}"/>
          </ac:spMkLst>
        </pc:spChg>
      </pc:sldChg>
      <pc:sldChg chg="modSp mod">
        <pc:chgData name="Paul Winser" userId="c3146a91-e6bd-4264-bd86-e164e04bc32d" providerId="ADAL" clId="{952ADAE3-8C4F-4BCC-8BAF-2DEA6FAF9590}" dt="2024-04-02T12:18:23.748" v="75" actId="20577"/>
        <pc:sldMkLst>
          <pc:docMk/>
          <pc:sldMk cId="1546869761" sldId="331"/>
        </pc:sldMkLst>
        <pc:spChg chg="mod">
          <ac:chgData name="Paul Winser" userId="c3146a91-e6bd-4264-bd86-e164e04bc32d" providerId="ADAL" clId="{952ADAE3-8C4F-4BCC-8BAF-2DEA6FAF9590}" dt="2024-04-02T12:18:23.748" v="75" actId="20577"/>
          <ac:spMkLst>
            <pc:docMk/>
            <pc:sldMk cId="1546869761" sldId="331"/>
            <ac:spMk id="34819" creationId="{453C7683-8588-7ABC-32E0-8A4E68218620}"/>
          </ac:spMkLst>
        </pc:spChg>
      </pc:sldChg>
      <pc:sldChg chg="modSp mod">
        <pc:chgData name="Paul Winser" userId="c3146a91-e6bd-4264-bd86-e164e04bc32d" providerId="ADAL" clId="{952ADAE3-8C4F-4BCC-8BAF-2DEA6FAF9590}" dt="2024-04-02T12:17:03.156" v="13" actId="1076"/>
        <pc:sldMkLst>
          <pc:docMk/>
          <pc:sldMk cId="3009295551" sldId="335"/>
        </pc:sldMkLst>
        <pc:spChg chg="mod">
          <ac:chgData name="Paul Winser" userId="c3146a91-e6bd-4264-bd86-e164e04bc32d" providerId="ADAL" clId="{952ADAE3-8C4F-4BCC-8BAF-2DEA6FAF9590}" dt="2024-04-02T12:17:03.156" v="13" actId="1076"/>
          <ac:spMkLst>
            <pc:docMk/>
            <pc:sldMk cId="3009295551" sldId="335"/>
            <ac:spMk id="5" creationId="{FFF622CD-8ED8-6C28-7C20-A7B48A6B3B6B}"/>
          </ac:spMkLst>
        </pc:spChg>
        <pc:picChg chg="mod">
          <ac:chgData name="Paul Winser" userId="c3146a91-e6bd-4264-bd86-e164e04bc32d" providerId="ADAL" clId="{952ADAE3-8C4F-4BCC-8BAF-2DEA6FAF9590}" dt="2024-04-02T12:16:58.533" v="11" actId="1076"/>
          <ac:picMkLst>
            <pc:docMk/>
            <pc:sldMk cId="3009295551" sldId="335"/>
            <ac:picMk id="9" creationId="{39598E2F-A24E-F76B-1C77-6E5D7ADA0177}"/>
          </ac:picMkLst>
        </pc:picChg>
        <pc:picChg chg="mod">
          <ac:chgData name="Paul Winser" userId="c3146a91-e6bd-4264-bd86-e164e04bc32d" providerId="ADAL" clId="{952ADAE3-8C4F-4BCC-8BAF-2DEA6FAF9590}" dt="2024-04-02T12:17:00.047" v="12" actId="1076"/>
          <ac:picMkLst>
            <pc:docMk/>
            <pc:sldMk cId="3009295551" sldId="335"/>
            <ac:picMk id="13" creationId="{42E30C58-6A86-CA77-B3D4-AAD21BF5530A}"/>
          </ac:picMkLst>
        </pc:picChg>
      </pc:sldChg>
      <pc:sldChg chg="modSp mod">
        <pc:chgData name="Paul Winser" userId="c3146a91-e6bd-4264-bd86-e164e04bc32d" providerId="ADAL" clId="{952ADAE3-8C4F-4BCC-8BAF-2DEA6FAF9590}" dt="2024-04-02T12:17:47.044" v="61" actId="20577"/>
        <pc:sldMkLst>
          <pc:docMk/>
          <pc:sldMk cId="1202312651" sldId="336"/>
        </pc:sldMkLst>
        <pc:spChg chg="mod">
          <ac:chgData name="Paul Winser" userId="c3146a91-e6bd-4264-bd86-e164e04bc32d" providerId="ADAL" clId="{952ADAE3-8C4F-4BCC-8BAF-2DEA6FAF9590}" dt="2024-04-02T12:17:47.044" v="61" actId="20577"/>
          <ac:spMkLst>
            <pc:docMk/>
            <pc:sldMk cId="1202312651" sldId="336"/>
            <ac:spMk id="3" creationId="{49045B9B-4CDD-4F9D-E0F5-64245F9A11C1}"/>
          </ac:spMkLst>
        </pc:spChg>
      </pc:sldChg>
      <pc:sldChg chg="modSp mod">
        <pc:chgData name="Paul Winser" userId="c3146a91-e6bd-4264-bd86-e164e04bc32d" providerId="ADAL" clId="{952ADAE3-8C4F-4BCC-8BAF-2DEA6FAF9590}" dt="2024-04-02T12:18:50.283" v="82" actId="1076"/>
        <pc:sldMkLst>
          <pc:docMk/>
          <pc:sldMk cId="1742758043" sldId="337"/>
        </pc:sldMkLst>
        <pc:spChg chg="mod">
          <ac:chgData name="Paul Winser" userId="c3146a91-e6bd-4264-bd86-e164e04bc32d" providerId="ADAL" clId="{952ADAE3-8C4F-4BCC-8BAF-2DEA6FAF9590}" dt="2024-04-02T12:18:44.643" v="79" actId="20577"/>
          <ac:spMkLst>
            <pc:docMk/>
            <pc:sldMk cId="1742758043" sldId="337"/>
            <ac:spMk id="10" creationId="{27AE11CA-08BC-B02F-947E-1EAF72B672EE}"/>
          </ac:spMkLst>
        </pc:spChg>
        <pc:picChg chg="mod">
          <ac:chgData name="Paul Winser" userId="c3146a91-e6bd-4264-bd86-e164e04bc32d" providerId="ADAL" clId="{952ADAE3-8C4F-4BCC-8BAF-2DEA6FAF9590}" dt="2024-04-02T12:18:50.283" v="82" actId="1076"/>
          <ac:picMkLst>
            <pc:docMk/>
            <pc:sldMk cId="1742758043" sldId="337"/>
            <ac:picMk id="3" creationId="{3B553680-98D6-BE2F-3BF0-4BBCBBA206A3}"/>
          </ac:picMkLst>
        </pc:picChg>
      </pc:sldChg>
      <pc:sldChg chg="modSp mod">
        <pc:chgData name="Paul Winser" userId="c3146a91-e6bd-4264-bd86-e164e04bc32d" providerId="ADAL" clId="{952ADAE3-8C4F-4BCC-8BAF-2DEA6FAF9590}" dt="2024-04-02T12:17:52.116" v="63" actId="20577"/>
        <pc:sldMkLst>
          <pc:docMk/>
          <pc:sldMk cId="2066577729" sldId="338"/>
        </pc:sldMkLst>
        <pc:spChg chg="mod">
          <ac:chgData name="Paul Winser" userId="c3146a91-e6bd-4264-bd86-e164e04bc32d" providerId="ADAL" clId="{952ADAE3-8C4F-4BCC-8BAF-2DEA6FAF9590}" dt="2024-04-02T12:17:52.116" v="63" actId="20577"/>
          <ac:spMkLst>
            <pc:docMk/>
            <pc:sldMk cId="2066577729" sldId="338"/>
            <ac:spMk id="3" creationId="{49045B9B-4CDD-4F9D-E0F5-64245F9A11C1}"/>
          </ac:spMkLst>
        </pc:spChg>
      </pc:sldChg>
      <pc:sldChg chg="modSp mod">
        <pc:chgData name="Paul Winser" userId="c3146a91-e6bd-4264-bd86-e164e04bc32d" providerId="ADAL" clId="{952ADAE3-8C4F-4BCC-8BAF-2DEA6FAF9590}" dt="2024-04-02T12:17:19.893" v="51" actId="20577"/>
        <pc:sldMkLst>
          <pc:docMk/>
          <pc:sldMk cId="700418610" sldId="343"/>
        </pc:sldMkLst>
        <pc:spChg chg="mod">
          <ac:chgData name="Paul Winser" userId="c3146a91-e6bd-4264-bd86-e164e04bc32d" providerId="ADAL" clId="{952ADAE3-8C4F-4BCC-8BAF-2DEA6FAF9590}" dt="2024-04-02T12:17:19.893" v="51" actId="20577"/>
          <ac:spMkLst>
            <pc:docMk/>
            <pc:sldMk cId="700418610" sldId="343"/>
            <ac:spMk id="2" creationId="{DC6A8818-633D-BB34-5EE9-917B73874C18}"/>
          </ac:spMkLst>
        </pc:spChg>
      </pc:sldChg>
    </pc:docChg>
  </pc:docChgLst>
  <pc:docChgLst>
    <pc:chgData name="Sam Prince" userId="S::sam.prince1@pearson.com::b8c1c271-dd5b-4079-a09a-81f4ce8be867" providerId="AD" clId="Web-{05D83112-15B3-D4B6-628A-A50FB17A421B}"/>
    <pc:docChg chg="modSld">
      <pc:chgData name="Sam Prince" userId="S::sam.prince1@pearson.com::b8c1c271-dd5b-4079-a09a-81f4ce8be867" providerId="AD" clId="Web-{05D83112-15B3-D4B6-628A-A50FB17A421B}" dt="2024-03-21T20:52:58.552" v="12" actId="20577"/>
      <pc:docMkLst>
        <pc:docMk/>
      </pc:docMkLst>
      <pc:sldChg chg="addSp delSp modSp">
        <pc:chgData name="Sam Prince" userId="S::sam.prince1@pearson.com::b8c1c271-dd5b-4079-a09a-81f4ce8be867" providerId="AD" clId="Web-{05D83112-15B3-D4B6-628A-A50FB17A421B}" dt="2024-03-21T20:52:58.552" v="12" actId="20577"/>
        <pc:sldMkLst>
          <pc:docMk/>
          <pc:sldMk cId="1742758043" sldId="337"/>
        </pc:sldMkLst>
        <pc:spChg chg="mod">
          <ac:chgData name="Sam Prince" userId="S::sam.prince1@pearson.com::b8c1c271-dd5b-4079-a09a-81f4ce8be867" providerId="AD" clId="Web-{05D83112-15B3-D4B6-628A-A50FB17A421B}" dt="2024-03-21T20:52:58.552" v="12" actId="20577"/>
          <ac:spMkLst>
            <pc:docMk/>
            <pc:sldMk cId="1742758043" sldId="337"/>
            <ac:spMk id="10" creationId="{27AE11CA-08BC-B02F-947E-1EAF72B672EE}"/>
          </ac:spMkLst>
        </pc:spChg>
        <pc:picChg chg="add mod">
          <ac:chgData name="Sam Prince" userId="S::sam.prince1@pearson.com::b8c1c271-dd5b-4079-a09a-81f4ce8be867" providerId="AD" clId="Web-{05D83112-15B3-D4B6-628A-A50FB17A421B}" dt="2024-03-21T20:52:15.254" v="3" actId="14100"/>
          <ac:picMkLst>
            <pc:docMk/>
            <pc:sldMk cId="1742758043" sldId="337"/>
            <ac:picMk id="3" creationId="{3B553680-98D6-BE2F-3BF0-4BBCBBA206A3}"/>
          </ac:picMkLst>
        </pc:picChg>
        <pc:picChg chg="del">
          <ac:chgData name="Sam Prince" userId="S::sam.prince1@pearson.com::b8c1c271-dd5b-4079-a09a-81f4ce8be867" providerId="AD" clId="Web-{05D83112-15B3-D4B6-628A-A50FB17A421B}" dt="2024-03-21T20:52:06.066" v="0"/>
          <ac:picMkLst>
            <pc:docMk/>
            <pc:sldMk cId="1742758043" sldId="337"/>
            <ac:picMk id="9" creationId="{E7FD2A17-C8B8-A828-9398-D910235896C5}"/>
          </ac:picMkLst>
        </pc:picChg>
      </pc:sldChg>
    </pc:docChg>
  </pc:docChgLst>
  <pc:docChgLst>
    <pc:chgData name="Sam Prince" userId="S::sam.prince1@pearson.com::b8c1c271-dd5b-4079-a09a-81f4ce8be867" providerId="AD" clId="Web-{2B0C794E-502E-2809-1E14-ECFEE4A20D55}"/>
    <pc:docChg chg="modSld">
      <pc:chgData name="Sam Prince" userId="S::sam.prince1@pearson.com::b8c1c271-dd5b-4079-a09a-81f4ce8be867" providerId="AD" clId="Web-{2B0C794E-502E-2809-1E14-ECFEE4A20D55}" dt="2024-03-21T22:13:26.447" v="0"/>
      <pc:docMkLst>
        <pc:docMk/>
      </pc:docMkLst>
      <pc:sldChg chg="modNotes">
        <pc:chgData name="Sam Prince" userId="S::sam.prince1@pearson.com::b8c1c271-dd5b-4079-a09a-81f4ce8be867" providerId="AD" clId="Web-{2B0C794E-502E-2809-1E14-ECFEE4A20D55}" dt="2024-03-21T22:13:26.447" v="0"/>
        <pc:sldMkLst>
          <pc:docMk/>
          <pc:sldMk cId="3957469130" sldId="317"/>
        </pc:sldMkLst>
      </pc:sldChg>
    </pc:docChg>
  </pc:docChgLst>
  <pc:docChgLst>
    <pc:chgData name="Paul Winser" userId="c3146a91-e6bd-4264-bd86-e164e04bc32d" providerId="ADAL" clId="{7BABAC43-EF96-42DF-B270-C1F715CA367D}"/>
    <pc:docChg chg="custSel addSld modSld">
      <pc:chgData name="Paul Winser" userId="c3146a91-e6bd-4264-bd86-e164e04bc32d" providerId="ADAL" clId="{7BABAC43-EF96-42DF-B270-C1F715CA367D}" dt="2024-05-28T12:54:15.558" v="115"/>
      <pc:docMkLst>
        <pc:docMk/>
      </pc:docMkLst>
      <pc:sldChg chg="addSp modSp">
        <pc:chgData name="Paul Winser" userId="c3146a91-e6bd-4264-bd86-e164e04bc32d" providerId="ADAL" clId="{7BABAC43-EF96-42DF-B270-C1F715CA367D}" dt="2024-05-21T12:31:47.186" v="3"/>
        <pc:sldMkLst>
          <pc:docMk/>
          <pc:sldMk cId="0" sldId="258"/>
        </pc:sldMkLst>
        <pc:spChg chg="add mod">
          <ac:chgData name="Paul Winser" userId="c3146a91-e6bd-4264-bd86-e164e04bc32d" providerId="ADAL" clId="{7BABAC43-EF96-42DF-B270-C1F715CA367D}" dt="2024-05-21T12:31:47.186" v="3"/>
          <ac:spMkLst>
            <pc:docMk/>
            <pc:sldMk cId="0" sldId="258"/>
            <ac:spMk id="2" creationId="{F28D3079-9230-2BB7-4EC3-B9E62339517E}"/>
          </ac:spMkLst>
        </pc:spChg>
      </pc:sldChg>
      <pc:sldChg chg="addSp modSp">
        <pc:chgData name="Paul Winser" userId="c3146a91-e6bd-4264-bd86-e164e04bc32d" providerId="ADAL" clId="{7BABAC43-EF96-42DF-B270-C1F715CA367D}" dt="2024-05-21T12:31:48.384" v="4"/>
        <pc:sldMkLst>
          <pc:docMk/>
          <pc:sldMk cId="0" sldId="272"/>
        </pc:sldMkLst>
        <pc:spChg chg="add mod">
          <ac:chgData name="Paul Winser" userId="c3146a91-e6bd-4264-bd86-e164e04bc32d" providerId="ADAL" clId="{7BABAC43-EF96-42DF-B270-C1F715CA367D}" dt="2024-05-21T12:31:48.384" v="4"/>
          <ac:spMkLst>
            <pc:docMk/>
            <pc:sldMk cId="0" sldId="272"/>
            <ac:spMk id="2" creationId="{6487ACBF-28EE-EB73-31D6-2B72AC425CE3}"/>
          </ac:spMkLst>
        </pc:spChg>
      </pc:sldChg>
      <pc:sldChg chg="addSp modSp">
        <pc:chgData name="Paul Winser" userId="c3146a91-e6bd-4264-bd86-e164e04bc32d" providerId="ADAL" clId="{7BABAC43-EF96-42DF-B270-C1F715CA367D}" dt="2024-05-21T12:31:52.667" v="7"/>
        <pc:sldMkLst>
          <pc:docMk/>
          <pc:sldMk cId="884549766" sldId="305"/>
        </pc:sldMkLst>
        <pc:spChg chg="add mod">
          <ac:chgData name="Paul Winser" userId="c3146a91-e6bd-4264-bd86-e164e04bc32d" providerId="ADAL" clId="{7BABAC43-EF96-42DF-B270-C1F715CA367D}" dt="2024-05-21T12:31:52.667" v="7"/>
          <ac:spMkLst>
            <pc:docMk/>
            <pc:sldMk cId="884549766" sldId="305"/>
            <ac:spMk id="2" creationId="{1FCDC3FC-9847-922A-E7F6-710DC7EC1288}"/>
          </ac:spMkLst>
        </pc:spChg>
      </pc:sldChg>
      <pc:sldChg chg="addSp modSp">
        <pc:chgData name="Paul Winser" userId="c3146a91-e6bd-4264-bd86-e164e04bc32d" providerId="ADAL" clId="{7BABAC43-EF96-42DF-B270-C1F715CA367D}" dt="2024-05-21T12:32:14.258" v="25"/>
        <pc:sldMkLst>
          <pc:docMk/>
          <pc:sldMk cId="588007661" sldId="306"/>
        </pc:sldMkLst>
        <pc:spChg chg="add mod">
          <ac:chgData name="Paul Winser" userId="c3146a91-e6bd-4264-bd86-e164e04bc32d" providerId="ADAL" clId="{7BABAC43-EF96-42DF-B270-C1F715CA367D}" dt="2024-05-21T12:32:14.258" v="25"/>
          <ac:spMkLst>
            <pc:docMk/>
            <pc:sldMk cId="588007661" sldId="306"/>
            <ac:spMk id="2" creationId="{D86DA4BA-B808-8A31-B52B-D40429C41569}"/>
          </ac:spMkLst>
        </pc:spChg>
      </pc:sldChg>
      <pc:sldChg chg="addSp modSp">
        <pc:chgData name="Paul Winser" userId="c3146a91-e6bd-4264-bd86-e164e04bc32d" providerId="ADAL" clId="{7BABAC43-EF96-42DF-B270-C1F715CA367D}" dt="2024-05-21T12:32:48.588" v="45"/>
        <pc:sldMkLst>
          <pc:docMk/>
          <pc:sldMk cId="2005355495" sldId="308"/>
        </pc:sldMkLst>
        <pc:spChg chg="add mod">
          <ac:chgData name="Paul Winser" userId="c3146a91-e6bd-4264-bd86-e164e04bc32d" providerId="ADAL" clId="{7BABAC43-EF96-42DF-B270-C1F715CA367D}" dt="2024-05-21T12:32:48.588" v="45"/>
          <ac:spMkLst>
            <pc:docMk/>
            <pc:sldMk cId="2005355495" sldId="308"/>
            <ac:spMk id="2" creationId="{B8A8DC9B-5F94-AF38-EC2D-A4BFF7ABF73D}"/>
          </ac:spMkLst>
        </pc:spChg>
      </pc:sldChg>
      <pc:sldChg chg="addSp modSp mod">
        <pc:chgData name="Paul Winser" userId="c3146a91-e6bd-4264-bd86-e164e04bc32d" providerId="ADAL" clId="{7BABAC43-EF96-42DF-B270-C1F715CA367D}" dt="2024-05-21T12:31:42.003" v="1"/>
        <pc:sldMkLst>
          <pc:docMk/>
          <pc:sldMk cId="1505216828" sldId="310"/>
        </pc:sldMkLst>
        <pc:spChg chg="add mod">
          <ac:chgData name="Paul Winser" userId="c3146a91-e6bd-4264-bd86-e164e04bc32d" providerId="ADAL" clId="{7BABAC43-EF96-42DF-B270-C1F715CA367D}" dt="2024-05-21T12:31:42.003" v="1"/>
          <ac:spMkLst>
            <pc:docMk/>
            <pc:sldMk cId="1505216828" sldId="310"/>
            <ac:spMk id="3" creationId="{0A214E91-BC88-CD15-B6D4-9171089C8BAB}"/>
          </ac:spMkLst>
        </pc:spChg>
      </pc:sldChg>
      <pc:sldChg chg="addSp modSp">
        <pc:chgData name="Paul Winser" userId="c3146a91-e6bd-4264-bd86-e164e04bc32d" providerId="ADAL" clId="{7BABAC43-EF96-42DF-B270-C1F715CA367D}" dt="2024-05-21T12:31:45.885" v="2"/>
        <pc:sldMkLst>
          <pc:docMk/>
          <pc:sldMk cId="1386089668" sldId="311"/>
        </pc:sldMkLst>
        <pc:spChg chg="add mod">
          <ac:chgData name="Paul Winser" userId="c3146a91-e6bd-4264-bd86-e164e04bc32d" providerId="ADAL" clId="{7BABAC43-EF96-42DF-B270-C1F715CA367D}" dt="2024-05-21T12:31:45.885" v="2"/>
          <ac:spMkLst>
            <pc:docMk/>
            <pc:sldMk cId="1386089668" sldId="311"/>
            <ac:spMk id="2" creationId="{31354417-E4B0-C978-DF92-AEB49BDDBC67}"/>
          </ac:spMkLst>
        </pc:spChg>
      </pc:sldChg>
      <pc:sldChg chg="addSp modSp">
        <pc:chgData name="Paul Winser" userId="c3146a91-e6bd-4264-bd86-e164e04bc32d" providerId="ADAL" clId="{7BABAC43-EF96-42DF-B270-C1F715CA367D}" dt="2024-05-21T12:32:01.260" v="14"/>
        <pc:sldMkLst>
          <pc:docMk/>
          <pc:sldMk cId="1699302388" sldId="312"/>
        </pc:sldMkLst>
        <pc:spChg chg="add mod">
          <ac:chgData name="Paul Winser" userId="c3146a91-e6bd-4264-bd86-e164e04bc32d" providerId="ADAL" clId="{7BABAC43-EF96-42DF-B270-C1F715CA367D}" dt="2024-05-21T12:32:01.260" v="14"/>
          <ac:spMkLst>
            <pc:docMk/>
            <pc:sldMk cId="1699302388" sldId="312"/>
            <ac:spMk id="2" creationId="{222D9E90-A84C-61E9-95AB-E0D4FE0B22C9}"/>
          </ac:spMkLst>
        </pc:spChg>
      </pc:sldChg>
      <pc:sldChg chg="addSp delSp modSp mod">
        <pc:chgData name="Paul Winser" userId="c3146a91-e6bd-4264-bd86-e164e04bc32d" providerId="ADAL" clId="{7BABAC43-EF96-42DF-B270-C1F715CA367D}" dt="2024-05-21T12:50:01.798" v="55" actId="1076"/>
        <pc:sldMkLst>
          <pc:docMk/>
          <pc:sldMk cId="3978143264" sldId="313"/>
        </pc:sldMkLst>
        <pc:spChg chg="add mod">
          <ac:chgData name="Paul Winser" userId="c3146a91-e6bd-4264-bd86-e164e04bc32d" providerId="ADAL" clId="{7BABAC43-EF96-42DF-B270-C1F715CA367D}" dt="2024-05-21T12:31:56.499" v="10"/>
          <ac:spMkLst>
            <pc:docMk/>
            <pc:sldMk cId="3978143264" sldId="313"/>
            <ac:spMk id="3" creationId="{E0118250-30A6-C309-5EA4-F20A9B49F6AA}"/>
          </ac:spMkLst>
        </pc:spChg>
        <pc:spChg chg="add del mod">
          <ac:chgData name="Paul Winser" userId="c3146a91-e6bd-4264-bd86-e164e04bc32d" providerId="ADAL" clId="{7BABAC43-EF96-42DF-B270-C1F715CA367D}" dt="2024-05-21T12:31:58.574" v="12"/>
          <ac:spMkLst>
            <pc:docMk/>
            <pc:sldMk cId="3978143264" sldId="313"/>
            <ac:spMk id="4" creationId="{9925CEF0-8401-858F-8244-21AD289375DC}"/>
          </ac:spMkLst>
        </pc:spChg>
        <pc:picChg chg="del">
          <ac:chgData name="Paul Winser" userId="c3146a91-e6bd-4264-bd86-e164e04bc32d" providerId="ADAL" clId="{7BABAC43-EF96-42DF-B270-C1F715CA367D}" dt="2024-05-21T12:49:56.797" v="51" actId="478"/>
          <ac:picMkLst>
            <pc:docMk/>
            <pc:sldMk cId="3978143264" sldId="313"/>
            <ac:picMk id="2" creationId="{F6B64787-7074-98FE-DD93-C5F262E52DF2}"/>
          </ac:picMkLst>
        </pc:picChg>
        <pc:picChg chg="add mod">
          <ac:chgData name="Paul Winser" userId="c3146a91-e6bd-4264-bd86-e164e04bc32d" providerId="ADAL" clId="{7BABAC43-EF96-42DF-B270-C1F715CA367D}" dt="2024-05-21T12:50:01.798" v="55" actId="1076"/>
          <ac:picMkLst>
            <pc:docMk/>
            <pc:sldMk cId="3978143264" sldId="313"/>
            <ac:picMk id="4" creationId="{52519004-48B6-7423-0881-45525A77C941}"/>
          </ac:picMkLst>
        </pc:picChg>
      </pc:sldChg>
      <pc:sldChg chg="addSp modSp">
        <pc:chgData name="Paul Winser" userId="c3146a91-e6bd-4264-bd86-e164e04bc32d" providerId="ADAL" clId="{7BABAC43-EF96-42DF-B270-C1F715CA367D}" dt="2024-05-21T12:31:59.910" v="13"/>
        <pc:sldMkLst>
          <pc:docMk/>
          <pc:sldMk cId="1493606964" sldId="314"/>
        </pc:sldMkLst>
        <pc:spChg chg="add mod">
          <ac:chgData name="Paul Winser" userId="c3146a91-e6bd-4264-bd86-e164e04bc32d" providerId="ADAL" clId="{7BABAC43-EF96-42DF-B270-C1F715CA367D}" dt="2024-05-21T12:31:59.910" v="13"/>
          <ac:spMkLst>
            <pc:docMk/>
            <pc:sldMk cId="1493606964" sldId="314"/>
            <ac:spMk id="2" creationId="{853DFC6D-52FF-D31B-BCE1-3612D8F8DB04}"/>
          </ac:spMkLst>
        </pc:spChg>
      </pc:sldChg>
      <pc:sldChg chg="addSp modSp">
        <pc:chgData name="Paul Winser" userId="c3146a91-e6bd-4264-bd86-e164e04bc32d" providerId="ADAL" clId="{7BABAC43-EF96-42DF-B270-C1F715CA367D}" dt="2024-05-21T12:32:03.662" v="16"/>
        <pc:sldMkLst>
          <pc:docMk/>
          <pc:sldMk cId="3321719766" sldId="315"/>
        </pc:sldMkLst>
        <pc:spChg chg="add mod">
          <ac:chgData name="Paul Winser" userId="c3146a91-e6bd-4264-bd86-e164e04bc32d" providerId="ADAL" clId="{7BABAC43-EF96-42DF-B270-C1F715CA367D}" dt="2024-05-21T12:32:03.662" v="16"/>
          <ac:spMkLst>
            <pc:docMk/>
            <pc:sldMk cId="3321719766" sldId="315"/>
            <ac:spMk id="2" creationId="{915502FC-D5D2-D12C-3B50-BD4C861E7B81}"/>
          </ac:spMkLst>
        </pc:spChg>
      </pc:sldChg>
      <pc:sldChg chg="addSp delSp modSp mod">
        <pc:chgData name="Paul Winser" userId="c3146a91-e6bd-4264-bd86-e164e04bc32d" providerId="ADAL" clId="{7BABAC43-EF96-42DF-B270-C1F715CA367D}" dt="2024-05-21T12:51:47.579" v="93" actId="1076"/>
        <pc:sldMkLst>
          <pc:docMk/>
          <pc:sldMk cId="3957469130" sldId="317"/>
        </pc:sldMkLst>
        <pc:spChg chg="add mod">
          <ac:chgData name="Paul Winser" userId="c3146a91-e6bd-4264-bd86-e164e04bc32d" providerId="ADAL" clId="{7BABAC43-EF96-42DF-B270-C1F715CA367D}" dt="2024-05-21T12:32:16.123" v="26"/>
          <ac:spMkLst>
            <pc:docMk/>
            <pc:sldMk cId="3957469130" sldId="317"/>
            <ac:spMk id="3" creationId="{3EF6CC6C-18DD-91AE-975D-F0A7DEB52378}"/>
          </ac:spMkLst>
        </pc:spChg>
        <pc:picChg chg="del mod">
          <ac:chgData name="Paul Winser" userId="c3146a91-e6bd-4264-bd86-e164e04bc32d" providerId="ADAL" clId="{7BABAC43-EF96-42DF-B270-C1F715CA367D}" dt="2024-05-21T12:50:55.523" v="73" actId="478"/>
          <ac:picMkLst>
            <pc:docMk/>
            <pc:sldMk cId="3957469130" sldId="317"/>
            <ac:picMk id="2" creationId="{A4B35EC1-CF2B-D283-E4A2-1F6E254488A5}"/>
          </ac:picMkLst>
        </pc:picChg>
        <pc:picChg chg="add mod">
          <ac:chgData name="Paul Winser" userId="c3146a91-e6bd-4264-bd86-e164e04bc32d" providerId="ADAL" clId="{7BABAC43-EF96-42DF-B270-C1F715CA367D}" dt="2024-05-21T12:51:28.997" v="85" actId="1076"/>
          <ac:picMkLst>
            <pc:docMk/>
            <pc:sldMk cId="3957469130" sldId="317"/>
            <ac:picMk id="4" creationId="{898B65C6-4906-1665-FFCE-93472317DA53}"/>
          </ac:picMkLst>
        </pc:picChg>
        <pc:picChg chg="add mod">
          <ac:chgData name="Paul Winser" userId="c3146a91-e6bd-4264-bd86-e164e04bc32d" providerId="ADAL" clId="{7BABAC43-EF96-42DF-B270-C1F715CA367D}" dt="2024-05-21T12:51:30.135" v="86" actId="1076"/>
          <ac:picMkLst>
            <pc:docMk/>
            <pc:sldMk cId="3957469130" sldId="317"/>
            <ac:picMk id="5" creationId="{FAA63227-5CB5-494E-37FE-C31E1FA7F5D4}"/>
          </ac:picMkLst>
        </pc:picChg>
        <pc:picChg chg="add mod">
          <ac:chgData name="Paul Winser" userId="c3146a91-e6bd-4264-bd86-e164e04bc32d" providerId="ADAL" clId="{7BABAC43-EF96-42DF-B270-C1F715CA367D}" dt="2024-05-21T12:51:39.182" v="90" actId="1076"/>
          <ac:picMkLst>
            <pc:docMk/>
            <pc:sldMk cId="3957469130" sldId="317"/>
            <ac:picMk id="6" creationId="{71C1AEB7-7EF1-CCA2-9C24-961DF3C2DF46}"/>
          </ac:picMkLst>
        </pc:picChg>
        <pc:picChg chg="add mod">
          <ac:chgData name="Paul Winser" userId="c3146a91-e6bd-4264-bd86-e164e04bc32d" providerId="ADAL" clId="{7BABAC43-EF96-42DF-B270-C1F715CA367D}" dt="2024-05-21T12:51:47.579" v="93" actId="1076"/>
          <ac:picMkLst>
            <pc:docMk/>
            <pc:sldMk cId="3957469130" sldId="317"/>
            <ac:picMk id="7" creationId="{14E34D2F-3EEF-2F5C-8062-E6A02370C9DC}"/>
          </ac:picMkLst>
        </pc:picChg>
        <pc:picChg chg="del mod">
          <ac:chgData name="Paul Winser" userId="c3146a91-e6bd-4264-bd86-e164e04bc32d" providerId="ADAL" clId="{7BABAC43-EF96-42DF-B270-C1F715CA367D}" dt="2024-05-21T12:51:11.828" v="76" actId="478"/>
          <ac:picMkLst>
            <pc:docMk/>
            <pc:sldMk cId="3957469130" sldId="317"/>
            <ac:picMk id="8" creationId="{3BA9280D-6B89-F38C-6AA8-D4C53D1C3D34}"/>
          </ac:picMkLst>
        </pc:picChg>
        <pc:picChg chg="del mod">
          <ac:chgData name="Paul Winser" userId="c3146a91-e6bd-4264-bd86-e164e04bc32d" providerId="ADAL" clId="{7BABAC43-EF96-42DF-B270-C1F715CA367D}" dt="2024-05-21T12:51:33.509" v="87" actId="478"/>
          <ac:picMkLst>
            <pc:docMk/>
            <pc:sldMk cId="3957469130" sldId="317"/>
            <ac:picMk id="9" creationId="{FC921024-2AA1-E8CC-9C76-27EE2CE4847D}"/>
          </ac:picMkLst>
        </pc:picChg>
        <pc:picChg chg="del mod">
          <ac:chgData name="Paul Winser" userId="c3146a91-e6bd-4264-bd86-e164e04bc32d" providerId="ADAL" clId="{7BABAC43-EF96-42DF-B270-C1F715CA367D}" dt="2024-05-21T12:51:42.581" v="91" actId="478"/>
          <ac:picMkLst>
            <pc:docMk/>
            <pc:sldMk cId="3957469130" sldId="317"/>
            <ac:picMk id="10" creationId="{B353F7AE-E164-4A49-9423-A0430952AA88}"/>
          </ac:picMkLst>
        </pc:picChg>
      </pc:sldChg>
      <pc:sldChg chg="addSp modSp">
        <pc:chgData name="Paul Winser" userId="c3146a91-e6bd-4264-bd86-e164e04bc32d" providerId="ADAL" clId="{7BABAC43-EF96-42DF-B270-C1F715CA367D}" dt="2024-05-21T12:32:49.771" v="46"/>
        <pc:sldMkLst>
          <pc:docMk/>
          <pc:sldMk cId="2880668957" sldId="319"/>
        </pc:sldMkLst>
        <pc:spChg chg="add mod">
          <ac:chgData name="Paul Winser" userId="c3146a91-e6bd-4264-bd86-e164e04bc32d" providerId="ADAL" clId="{7BABAC43-EF96-42DF-B270-C1F715CA367D}" dt="2024-05-21T12:32:49.771" v="46"/>
          <ac:spMkLst>
            <pc:docMk/>
            <pc:sldMk cId="2880668957" sldId="319"/>
            <ac:spMk id="2" creationId="{1D1215E0-766F-AF1A-2D39-30C2A7689B36}"/>
          </ac:spMkLst>
        </pc:spChg>
      </pc:sldChg>
      <pc:sldChg chg="addSp modSp">
        <pc:chgData name="Paul Winser" userId="c3146a91-e6bd-4264-bd86-e164e04bc32d" providerId="ADAL" clId="{7BABAC43-EF96-42DF-B270-C1F715CA367D}" dt="2024-05-21T12:32:52.639" v="48"/>
        <pc:sldMkLst>
          <pc:docMk/>
          <pc:sldMk cId="3279222656" sldId="320"/>
        </pc:sldMkLst>
        <pc:spChg chg="add mod">
          <ac:chgData name="Paul Winser" userId="c3146a91-e6bd-4264-bd86-e164e04bc32d" providerId="ADAL" clId="{7BABAC43-EF96-42DF-B270-C1F715CA367D}" dt="2024-05-21T12:32:52.639" v="48"/>
          <ac:spMkLst>
            <pc:docMk/>
            <pc:sldMk cId="3279222656" sldId="320"/>
            <ac:spMk id="2" creationId="{F69194B4-4709-6E55-7B3A-CDED9199CCDE}"/>
          </ac:spMkLst>
        </pc:spChg>
      </pc:sldChg>
      <pc:sldChg chg="addSp modSp">
        <pc:chgData name="Paul Winser" userId="c3146a91-e6bd-4264-bd86-e164e04bc32d" providerId="ADAL" clId="{7BABAC43-EF96-42DF-B270-C1F715CA367D}" dt="2024-05-21T12:32:55.829" v="50"/>
        <pc:sldMkLst>
          <pc:docMk/>
          <pc:sldMk cId="2072091948" sldId="321"/>
        </pc:sldMkLst>
        <pc:spChg chg="add mod">
          <ac:chgData name="Paul Winser" userId="c3146a91-e6bd-4264-bd86-e164e04bc32d" providerId="ADAL" clId="{7BABAC43-EF96-42DF-B270-C1F715CA367D}" dt="2024-05-21T12:32:55.829" v="50"/>
          <ac:spMkLst>
            <pc:docMk/>
            <pc:sldMk cId="2072091948" sldId="321"/>
            <ac:spMk id="2" creationId="{C85B0550-D479-E508-A4C1-72596EF53DDF}"/>
          </ac:spMkLst>
        </pc:spChg>
      </pc:sldChg>
      <pc:sldChg chg="addSp modSp">
        <pc:chgData name="Paul Winser" userId="c3146a91-e6bd-4264-bd86-e164e04bc32d" providerId="ADAL" clId="{7BABAC43-EF96-42DF-B270-C1F715CA367D}" dt="2024-05-21T12:32:51.129" v="47"/>
        <pc:sldMkLst>
          <pc:docMk/>
          <pc:sldMk cId="1870199901" sldId="322"/>
        </pc:sldMkLst>
        <pc:spChg chg="add mod">
          <ac:chgData name="Paul Winser" userId="c3146a91-e6bd-4264-bd86-e164e04bc32d" providerId="ADAL" clId="{7BABAC43-EF96-42DF-B270-C1F715CA367D}" dt="2024-05-21T12:32:51.129" v="47"/>
          <ac:spMkLst>
            <pc:docMk/>
            <pc:sldMk cId="1870199901" sldId="322"/>
            <ac:spMk id="2" creationId="{8BCADA7D-5AE9-9E49-FFA6-8DA563CBB236}"/>
          </ac:spMkLst>
        </pc:spChg>
      </pc:sldChg>
      <pc:sldChg chg="addSp delSp modSp mod">
        <pc:chgData name="Paul Winser" userId="c3146a91-e6bd-4264-bd86-e164e04bc32d" providerId="ADAL" clId="{7BABAC43-EF96-42DF-B270-C1F715CA367D}" dt="2024-05-21T12:50:34.186" v="67" actId="1076"/>
        <pc:sldMkLst>
          <pc:docMk/>
          <pc:sldMk cId="474925309" sldId="323"/>
        </pc:sldMkLst>
        <pc:spChg chg="add mod">
          <ac:chgData name="Paul Winser" userId="c3146a91-e6bd-4264-bd86-e164e04bc32d" providerId="ADAL" clId="{7BABAC43-EF96-42DF-B270-C1F715CA367D}" dt="2024-05-21T12:32:09.976" v="21"/>
          <ac:spMkLst>
            <pc:docMk/>
            <pc:sldMk cId="474925309" sldId="323"/>
            <ac:spMk id="2" creationId="{73BD1ABC-9F02-36B8-0851-D74878E26C84}"/>
          </ac:spMkLst>
        </pc:spChg>
        <pc:spChg chg="mod">
          <ac:chgData name="Paul Winser" userId="c3146a91-e6bd-4264-bd86-e164e04bc32d" providerId="ADAL" clId="{7BABAC43-EF96-42DF-B270-C1F715CA367D}" dt="2024-05-21T12:50:31.426" v="66" actId="14100"/>
          <ac:spMkLst>
            <pc:docMk/>
            <pc:sldMk cId="474925309" sldId="323"/>
            <ac:spMk id="4" creationId="{E05E0219-B0A3-FEA2-13E0-1761AF9B49B5}"/>
          </ac:spMkLst>
        </pc:spChg>
        <pc:picChg chg="add mod">
          <ac:chgData name="Paul Winser" userId="c3146a91-e6bd-4264-bd86-e164e04bc32d" providerId="ADAL" clId="{7BABAC43-EF96-42DF-B270-C1F715CA367D}" dt="2024-05-21T12:50:34.186" v="67" actId="1076"/>
          <ac:picMkLst>
            <pc:docMk/>
            <pc:sldMk cId="474925309" sldId="323"/>
            <ac:picMk id="3" creationId="{BDC2E215-EC3C-325C-2CCA-DFF7C051FCA0}"/>
          </ac:picMkLst>
        </pc:picChg>
        <pc:picChg chg="del">
          <ac:chgData name="Paul Winser" userId="c3146a91-e6bd-4264-bd86-e164e04bc32d" providerId="ADAL" clId="{7BABAC43-EF96-42DF-B270-C1F715CA367D}" dt="2024-05-21T12:50:24.143" v="62" actId="478"/>
          <ac:picMkLst>
            <pc:docMk/>
            <pc:sldMk cId="474925309" sldId="323"/>
            <ac:picMk id="7" creationId="{881A4E24-9E21-F610-8D16-798714A113A2}"/>
          </ac:picMkLst>
        </pc:picChg>
      </pc:sldChg>
      <pc:sldChg chg="addSp delSp modSp mod">
        <pc:chgData name="Paul Winser" userId="c3146a91-e6bd-4264-bd86-e164e04bc32d" providerId="ADAL" clId="{7BABAC43-EF96-42DF-B270-C1F715CA367D}" dt="2024-05-21T12:50:48.198" v="72" actId="1076"/>
        <pc:sldMkLst>
          <pc:docMk/>
          <pc:sldMk cId="111528100" sldId="324"/>
        </pc:sldMkLst>
        <pc:spChg chg="add mod">
          <ac:chgData name="Paul Winser" userId="c3146a91-e6bd-4264-bd86-e164e04bc32d" providerId="ADAL" clId="{7BABAC43-EF96-42DF-B270-C1F715CA367D}" dt="2024-05-21T12:32:11.156" v="22"/>
          <ac:spMkLst>
            <pc:docMk/>
            <pc:sldMk cId="111528100" sldId="324"/>
            <ac:spMk id="2" creationId="{53B2AECB-4985-2812-9DD8-943D9275B0D4}"/>
          </ac:spMkLst>
        </pc:spChg>
        <pc:spChg chg="add del mod">
          <ac:chgData name="Paul Winser" userId="c3146a91-e6bd-4264-bd86-e164e04bc32d" providerId="ADAL" clId="{7BABAC43-EF96-42DF-B270-C1F715CA367D}" dt="2024-05-21T12:32:13.345" v="24"/>
          <ac:spMkLst>
            <pc:docMk/>
            <pc:sldMk cId="111528100" sldId="324"/>
            <ac:spMk id="5" creationId="{201EFA6F-3F36-3A94-71EE-D352D33C11B5}"/>
          </ac:spMkLst>
        </pc:spChg>
        <pc:picChg chg="del">
          <ac:chgData name="Paul Winser" userId="c3146a91-e6bd-4264-bd86-e164e04bc32d" providerId="ADAL" clId="{7BABAC43-EF96-42DF-B270-C1F715CA367D}" dt="2024-05-21T12:50:41.593" v="68" actId="478"/>
          <ac:picMkLst>
            <pc:docMk/>
            <pc:sldMk cId="111528100" sldId="324"/>
            <ac:picMk id="3" creationId="{D2606D3A-90A1-F98E-F270-CDF351203552}"/>
          </ac:picMkLst>
        </pc:picChg>
        <pc:picChg chg="add mod">
          <ac:chgData name="Paul Winser" userId="c3146a91-e6bd-4264-bd86-e164e04bc32d" providerId="ADAL" clId="{7BABAC43-EF96-42DF-B270-C1F715CA367D}" dt="2024-05-21T12:50:48.198" v="72" actId="1076"/>
          <ac:picMkLst>
            <pc:docMk/>
            <pc:sldMk cId="111528100" sldId="324"/>
            <ac:picMk id="5" creationId="{C821AF81-0A8C-A430-99BE-2FA3BD272D44}"/>
          </ac:picMkLst>
        </pc:picChg>
      </pc:sldChg>
      <pc:sldChg chg="addSp delSp modSp mod">
        <pc:chgData name="Paul Winser" userId="c3146a91-e6bd-4264-bd86-e164e04bc32d" providerId="ADAL" clId="{7BABAC43-EF96-42DF-B270-C1F715CA367D}" dt="2024-05-21T12:52:04.439" v="96" actId="1076"/>
        <pc:sldMkLst>
          <pc:docMk/>
          <pc:sldMk cId="1529318317" sldId="325"/>
        </pc:sldMkLst>
        <pc:spChg chg="add mod">
          <ac:chgData name="Paul Winser" userId="c3146a91-e6bd-4264-bd86-e164e04bc32d" providerId="ADAL" clId="{7BABAC43-EF96-42DF-B270-C1F715CA367D}" dt="2024-05-21T12:32:27.555" v="33"/>
          <ac:spMkLst>
            <pc:docMk/>
            <pc:sldMk cId="1529318317" sldId="325"/>
            <ac:spMk id="4" creationId="{1B11793D-6D35-C0F8-434A-9883DF829489}"/>
          </ac:spMkLst>
        </pc:spChg>
        <pc:picChg chg="add mod">
          <ac:chgData name="Paul Winser" userId="c3146a91-e6bd-4264-bd86-e164e04bc32d" providerId="ADAL" clId="{7BABAC43-EF96-42DF-B270-C1F715CA367D}" dt="2024-05-21T12:52:04.439" v="96" actId="1076"/>
          <ac:picMkLst>
            <pc:docMk/>
            <pc:sldMk cId="1529318317" sldId="325"/>
            <ac:picMk id="5" creationId="{CB64EE9A-092D-B64A-7282-1AC5D99A8876}"/>
          </ac:picMkLst>
        </pc:picChg>
        <pc:picChg chg="del">
          <ac:chgData name="Paul Winser" userId="c3146a91-e6bd-4264-bd86-e164e04bc32d" providerId="ADAL" clId="{7BABAC43-EF96-42DF-B270-C1F715CA367D}" dt="2024-05-21T12:52:01.387" v="94" actId="478"/>
          <ac:picMkLst>
            <pc:docMk/>
            <pc:sldMk cId="1529318317" sldId="325"/>
            <ac:picMk id="6" creationId="{F5124AD2-0004-A199-3301-7BD438A73E0F}"/>
          </ac:picMkLst>
        </pc:picChg>
      </pc:sldChg>
      <pc:sldChg chg="addSp delSp modSp">
        <pc:chgData name="Paul Winser" userId="c3146a91-e6bd-4264-bd86-e164e04bc32d" providerId="ADAL" clId="{7BABAC43-EF96-42DF-B270-C1F715CA367D}" dt="2024-05-21T12:32:30.769" v="36"/>
        <pc:sldMkLst>
          <pc:docMk/>
          <pc:sldMk cId="3107171136" sldId="326"/>
        </pc:sldMkLst>
        <pc:spChg chg="add mod">
          <ac:chgData name="Paul Winser" userId="c3146a91-e6bd-4264-bd86-e164e04bc32d" providerId="ADAL" clId="{7BABAC43-EF96-42DF-B270-C1F715CA367D}" dt="2024-05-21T12:32:28.810" v="34"/>
          <ac:spMkLst>
            <pc:docMk/>
            <pc:sldMk cId="3107171136" sldId="326"/>
            <ac:spMk id="3" creationId="{21032DF1-78E7-CAB8-6BEF-58523C9FCCA7}"/>
          </ac:spMkLst>
        </pc:spChg>
        <pc:spChg chg="add del mod">
          <ac:chgData name="Paul Winser" userId="c3146a91-e6bd-4264-bd86-e164e04bc32d" providerId="ADAL" clId="{7BABAC43-EF96-42DF-B270-C1F715CA367D}" dt="2024-05-21T12:32:30.769" v="36"/>
          <ac:spMkLst>
            <pc:docMk/>
            <pc:sldMk cId="3107171136" sldId="326"/>
            <ac:spMk id="5" creationId="{C53FBAF4-4E5B-9271-8DDD-88CDA40D76FB}"/>
          </ac:spMkLst>
        </pc:spChg>
      </pc:sldChg>
      <pc:sldChg chg="addSp delSp modSp mod">
        <pc:chgData name="Paul Winser" userId="c3146a91-e6bd-4264-bd86-e164e04bc32d" providerId="ADAL" clId="{7BABAC43-EF96-42DF-B270-C1F715CA367D}" dt="2024-05-21T12:52:13.097" v="99" actId="1076"/>
        <pc:sldMkLst>
          <pc:docMk/>
          <pc:sldMk cId="1525167097" sldId="327"/>
        </pc:sldMkLst>
        <pc:spChg chg="add mod">
          <ac:chgData name="Paul Winser" userId="c3146a91-e6bd-4264-bd86-e164e04bc32d" providerId="ADAL" clId="{7BABAC43-EF96-42DF-B270-C1F715CA367D}" dt="2024-05-21T12:32:31.903" v="37"/>
          <ac:spMkLst>
            <pc:docMk/>
            <pc:sldMk cId="1525167097" sldId="327"/>
            <ac:spMk id="4" creationId="{D4E7A560-F092-06E8-7459-1A465892B309}"/>
          </ac:spMkLst>
        </pc:spChg>
        <pc:picChg chg="add mod">
          <ac:chgData name="Paul Winser" userId="c3146a91-e6bd-4264-bd86-e164e04bc32d" providerId="ADAL" clId="{7BABAC43-EF96-42DF-B270-C1F715CA367D}" dt="2024-05-21T12:52:13.097" v="99" actId="1076"/>
          <ac:picMkLst>
            <pc:docMk/>
            <pc:sldMk cId="1525167097" sldId="327"/>
            <ac:picMk id="5" creationId="{69F45E52-92BB-2DA0-ADAA-0FB450AADC0A}"/>
          </ac:picMkLst>
        </pc:picChg>
        <pc:picChg chg="del">
          <ac:chgData name="Paul Winser" userId="c3146a91-e6bd-4264-bd86-e164e04bc32d" providerId="ADAL" clId="{7BABAC43-EF96-42DF-B270-C1F715CA367D}" dt="2024-05-21T12:52:10.692" v="97" actId="478"/>
          <ac:picMkLst>
            <pc:docMk/>
            <pc:sldMk cId="1525167097" sldId="327"/>
            <ac:picMk id="8" creationId="{FBBE4A33-3AAB-77AD-B0C1-1E2B87893D06}"/>
          </ac:picMkLst>
        </pc:picChg>
      </pc:sldChg>
      <pc:sldChg chg="addSp delSp modSp mod">
        <pc:chgData name="Paul Winser" userId="c3146a91-e6bd-4264-bd86-e164e04bc32d" providerId="ADAL" clId="{7BABAC43-EF96-42DF-B270-C1F715CA367D}" dt="2024-05-21T12:52:20.806" v="102" actId="1076"/>
        <pc:sldMkLst>
          <pc:docMk/>
          <pc:sldMk cId="1433009207" sldId="328"/>
        </pc:sldMkLst>
        <pc:spChg chg="add mod">
          <ac:chgData name="Paul Winser" userId="c3146a91-e6bd-4264-bd86-e164e04bc32d" providerId="ADAL" clId="{7BABAC43-EF96-42DF-B270-C1F715CA367D}" dt="2024-05-21T12:32:33.245" v="38"/>
          <ac:spMkLst>
            <pc:docMk/>
            <pc:sldMk cId="1433009207" sldId="328"/>
            <ac:spMk id="5" creationId="{FBA86124-7ACC-BB71-EF36-1599882BF674}"/>
          </ac:spMkLst>
        </pc:spChg>
        <pc:picChg chg="add mod">
          <ac:chgData name="Paul Winser" userId="c3146a91-e6bd-4264-bd86-e164e04bc32d" providerId="ADAL" clId="{7BABAC43-EF96-42DF-B270-C1F715CA367D}" dt="2024-05-21T12:52:20.806" v="102" actId="1076"/>
          <ac:picMkLst>
            <pc:docMk/>
            <pc:sldMk cId="1433009207" sldId="328"/>
            <ac:picMk id="6" creationId="{0165B9D7-7474-1155-BE86-0FA7B3C649E9}"/>
          </ac:picMkLst>
        </pc:picChg>
        <pc:picChg chg="del mod">
          <ac:chgData name="Paul Winser" userId="c3146a91-e6bd-4264-bd86-e164e04bc32d" providerId="ADAL" clId="{7BABAC43-EF96-42DF-B270-C1F715CA367D}" dt="2024-05-21T12:52:18.393" v="100" actId="478"/>
          <ac:picMkLst>
            <pc:docMk/>
            <pc:sldMk cId="1433009207" sldId="328"/>
            <ac:picMk id="7" creationId="{C541BED9-04CB-40E9-2E34-7AB283A7CC72}"/>
          </ac:picMkLst>
        </pc:picChg>
      </pc:sldChg>
      <pc:sldChg chg="addSp modSp">
        <pc:chgData name="Paul Winser" userId="c3146a91-e6bd-4264-bd86-e164e04bc32d" providerId="ADAL" clId="{7BABAC43-EF96-42DF-B270-C1F715CA367D}" dt="2024-05-21T12:32:36.219" v="40"/>
        <pc:sldMkLst>
          <pc:docMk/>
          <pc:sldMk cId="2233142922" sldId="329"/>
        </pc:sldMkLst>
        <pc:spChg chg="add mod">
          <ac:chgData name="Paul Winser" userId="c3146a91-e6bd-4264-bd86-e164e04bc32d" providerId="ADAL" clId="{7BABAC43-EF96-42DF-B270-C1F715CA367D}" dt="2024-05-21T12:32:36.219" v="40"/>
          <ac:spMkLst>
            <pc:docMk/>
            <pc:sldMk cId="2233142922" sldId="329"/>
            <ac:spMk id="4" creationId="{313EC957-F5FA-8656-D906-3CDA26C37F3F}"/>
          </ac:spMkLst>
        </pc:spChg>
      </pc:sldChg>
      <pc:sldChg chg="addSp modSp">
        <pc:chgData name="Paul Winser" userId="c3146a91-e6bd-4264-bd86-e164e04bc32d" providerId="ADAL" clId="{7BABAC43-EF96-42DF-B270-C1F715CA367D}" dt="2024-05-21T12:32:37.592" v="41"/>
        <pc:sldMkLst>
          <pc:docMk/>
          <pc:sldMk cId="2798606905" sldId="330"/>
        </pc:sldMkLst>
        <pc:spChg chg="add mod">
          <ac:chgData name="Paul Winser" userId="c3146a91-e6bd-4264-bd86-e164e04bc32d" providerId="ADAL" clId="{7BABAC43-EF96-42DF-B270-C1F715CA367D}" dt="2024-05-21T12:32:37.592" v="41"/>
          <ac:spMkLst>
            <pc:docMk/>
            <pc:sldMk cId="2798606905" sldId="330"/>
            <ac:spMk id="2" creationId="{4C452F1F-5921-CAE9-790C-5D03012EA1EB}"/>
          </ac:spMkLst>
        </pc:spChg>
      </pc:sldChg>
      <pc:sldChg chg="addSp delSp modSp mod">
        <pc:chgData name="Paul Winser" userId="c3146a91-e6bd-4264-bd86-e164e04bc32d" providerId="ADAL" clId="{7BABAC43-EF96-42DF-B270-C1F715CA367D}" dt="2024-05-21T12:32:46.475" v="44" actId="478"/>
        <pc:sldMkLst>
          <pc:docMk/>
          <pc:sldMk cId="1546869761" sldId="331"/>
        </pc:sldMkLst>
        <pc:spChg chg="add mod">
          <ac:chgData name="Paul Winser" userId="c3146a91-e6bd-4264-bd86-e164e04bc32d" providerId="ADAL" clId="{7BABAC43-EF96-42DF-B270-C1F715CA367D}" dt="2024-05-21T12:32:38.910" v="42"/>
          <ac:spMkLst>
            <pc:docMk/>
            <pc:sldMk cId="1546869761" sldId="331"/>
            <ac:spMk id="2" creationId="{70F311B9-AF4E-6C10-DF04-9208F4B2754E}"/>
          </ac:spMkLst>
        </pc:spChg>
        <pc:spChg chg="add del mod">
          <ac:chgData name="Paul Winser" userId="c3146a91-e6bd-4264-bd86-e164e04bc32d" providerId="ADAL" clId="{7BABAC43-EF96-42DF-B270-C1F715CA367D}" dt="2024-05-21T12:32:46.475" v="44" actId="478"/>
          <ac:spMkLst>
            <pc:docMk/>
            <pc:sldMk cId="1546869761" sldId="331"/>
            <ac:spMk id="3" creationId="{253DCE41-D461-E11D-2563-56EAEE2305FC}"/>
          </ac:spMkLst>
        </pc:spChg>
      </pc:sldChg>
      <pc:sldChg chg="addSp modSp">
        <pc:chgData name="Paul Winser" userId="c3146a91-e6bd-4264-bd86-e164e04bc32d" providerId="ADAL" clId="{7BABAC43-EF96-42DF-B270-C1F715CA367D}" dt="2024-05-21T12:31:49.786" v="5"/>
        <pc:sldMkLst>
          <pc:docMk/>
          <pc:sldMk cId="3700842998" sldId="332"/>
        </pc:sldMkLst>
        <pc:spChg chg="add mod">
          <ac:chgData name="Paul Winser" userId="c3146a91-e6bd-4264-bd86-e164e04bc32d" providerId="ADAL" clId="{7BABAC43-EF96-42DF-B270-C1F715CA367D}" dt="2024-05-21T12:31:49.786" v="5"/>
          <ac:spMkLst>
            <pc:docMk/>
            <pc:sldMk cId="3700842998" sldId="332"/>
            <ac:spMk id="4" creationId="{55686624-BC4D-B7A1-C81E-09E955BF21AA}"/>
          </ac:spMkLst>
        </pc:spChg>
      </pc:sldChg>
      <pc:sldChg chg="addSp modSp">
        <pc:chgData name="Paul Winser" userId="c3146a91-e6bd-4264-bd86-e164e04bc32d" providerId="ADAL" clId="{7BABAC43-EF96-42DF-B270-C1F715CA367D}" dt="2024-05-21T12:31:51.171" v="6"/>
        <pc:sldMkLst>
          <pc:docMk/>
          <pc:sldMk cId="1371360904" sldId="333"/>
        </pc:sldMkLst>
        <pc:spChg chg="add mod">
          <ac:chgData name="Paul Winser" userId="c3146a91-e6bd-4264-bd86-e164e04bc32d" providerId="ADAL" clId="{7BABAC43-EF96-42DF-B270-C1F715CA367D}" dt="2024-05-21T12:31:51.171" v="6"/>
          <ac:spMkLst>
            <pc:docMk/>
            <pc:sldMk cId="1371360904" sldId="333"/>
            <ac:spMk id="4" creationId="{3634345B-C1DA-C877-1E64-B5A8FBC9221B}"/>
          </ac:spMkLst>
        </pc:spChg>
      </pc:sldChg>
      <pc:sldChg chg="addSp modSp">
        <pc:chgData name="Paul Winser" userId="c3146a91-e6bd-4264-bd86-e164e04bc32d" providerId="ADAL" clId="{7BABAC43-EF96-42DF-B270-C1F715CA367D}" dt="2024-05-21T12:31:54.244" v="8"/>
        <pc:sldMkLst>
          <pc:docMk/>
          <pc:sldMk cId="2974922440" sldId="334"/>
        </pc:sldMkLst>
        <pc:spChg chg="add mod">
          <ac:chgData name="Paul Winser" userId="c3146a91-e6bd-4264-bd86-e164e04bc32d" providerId="ADAL" clId="{7BABAC43-EF96-42DF-B270-C1F715CA367D}" dt="2024-05-21T12:31:54.244" v="8"/>
          <ac:spMkLst>
            <pc:docMk/>
            <pc:sldMk cId="2974922440" sldId="334"/>
            <ac:spMk id="4" creationId="{84522D9D-F4E7-8A17-5259-80A7A61B6989}"/>
          </ac:spMkLst>
        </pc:spChg>
      </pc:sldChg>
      <pc:sldChg chg="addSp delSp modSp mod">
        <pc:chgData name="Paul Winser" userId="c3146a91-e6bd-4264-bd86-e164e04bc32d" providerId="ADAL" clId="{7BABAC43-EF96-42DF-B270-C1F715CA367D}" dt="2024-05-21T12:50:18.647" v="61" actId="1076"/>
        <pc:sldMkLst>
          <pc:docMk/>
          <pc:sldMk cId="3009295551" sldId="335"/>
        </pc:sldMkLst>
        <pc:spChg chg="add mod">
          <ac:chgData name="Paul Winser" userId="c3146a91-e6bd-4264-bd86-e164e04bc32d" providerId="ADAL" clId="{7BABAC43-EF96-42DF-B270-C1F715CA367D}" dt="2024-05-21T12:32:05.124" v="17"/>
          <ac:spMkLst>
            <pc:docMk/>
            <pc:sldMk cId="3009295551" sldId="335"/>
            <ac:spMk id="3" creationId="{9503E550-193A-B6CA-0229-2F4BB03C81D0}"/>
          </ac:spMkLst>
        </pc:spChg>
        <pc:picChg chg="add mod">
          <ac:chgData name="Paul Winser" userId="c3146a91-e6bd-4264-bd86-e164e04bc32d" providerId="ADAL" clId="{7BABAC43-EF96-42DF-B270-C1F715CA367D}" dt="2024-05-21T12:50:11.430" v="58" actId="1076"/>
          <ac:picMkLst>
            <pc:docMk/>
            <pc:sldMk cId="3009295551" sldId="335"/>
            <ac:picMk id="4" creationId="{0B4ECC24-D9C1-75ED-F38A-9FFF0D03F6EC}"/>
          </ac:picMkLst>
        </pc:picChg>
        <pc:picChg chg="add mod">
          <ac:chgData name="Paul Winser" userId="c3146a91-e6bd-4264-bd86-e164e04bc32d" providerId="ADAL" clId="{7BABAC43-EF96-42DF-B270-C1F715CA367D}" dt="2024-05-21T12:50:18.647" v="61" actId="1076"/>
          <ac:picMkLst>
            <pc:docMk/>
            <pc:sldMk cId="3009295551" sldId="335"/>
            <ac:picMk id="6" creationId="{1FDF0DCD-5512-FA03-0437-B021EFA9F94F}"/>
          </ac:picMkLst>
        </pc:picChg>
        <pc:picChg chg="del">
          <ac:chgData name="Paul Winser" userId="c3146a91-e6bd-4264-bd86-e164e04bc32d" providerId="ADAL" clId="{7BABAC43-EF96-42DF-B270-C1F715CA367D}" dt="2024-05-21T12:50:14.779" v="59" actId="478"/>
          <ac:picMkLst>
            <pc:docMk/>
            <pc:sldMk cId="3009295551" sldId="335"/>
            <ac:picMk id="9" creationId="{39598E2F-A24E-F76B-1C77-6E5D7ADA0177}"/>
          </ac:picMkLst>
        </pc:picChg>
        <pc:picChg chg="del">
          <ac:chgData name="Paul Winser" userId="c3146a91-e6bd-4264-bd86-e164e04bc32d" providerId="ADAL" clId="{7BABAC43-EF96-42DF-B270-C1F715CA367D}" dt="2024-05-21T12:50:08.836" v="56" actId="478"/>
          <ac:picMkLst>
            <pc:docMk/>
            <pc:sldMk cId="3009295551" sldId="335"/>
            <ac:picMk id="13" creationId="{42E30C58-6A86-CA77-B3D4-AAD21BF5530A}"/>
          </ac:picMkLst>
        </pc:picChg>
      </pc:sldChg>
      <pc:sldChg chg="addSp modSp">
        <pc:chgData name="Paul Winser" userId="c3146a91-e6bd-4264-bd86-e164e04bc32d" providerId="ADAL" clId="{7BABAC43-EF96-42DF-B270-C1F715CA367D}" dt="2024-05-21T12:32:24.307" v="31"/>
        <pc:sldMkLst>
          <pc:docMk/>
          <pc:sldMk cId="1202312651" sldId="336"/>
        </pc:sldMkLst>
        <pc:spChg chg="add mod">
          <ac:chgData name="Paul Winser" userId="c3146a91-e6bd-4264-bd86-e164e04bc32d" providerId="ADAL" clId="{7BABAC43-EF96-42DF-B270-C1F715CA367D}" dt="2024-05-21T12:32:24.307" v="31"/>
          <ac:spMkLst>
            <pc:docMk/>
            <pc:sldMk cId="1202312651" sldId="336"/>
            <ac:spMk id="4" creationId="{858179BD-0961-DBAF-F2CE-8BD3AD675FAA}"/>
          </ac:spMkLst>
        </pc:spChg>
      </pc:sldChg>
      <pc:sldChg chg="addSp delSp modSp mod">
        <pc:chgData name="Paul Winser" userId="c3146a91-e6bd-4264-bd86-e164e04bc32d" providerId="ADAL" clId="{7BABAC43-EF96-42DF-B270-C1F715CA367D}" dt="2024-05-21T12:53:23.785" v="112" actId="1076"/>
        <pc:sldMkLst>
          <pc:docMk/>
          <pc:sldMk cId="1742758043" sldId="337"/>
        </pc:sldMkLst>
        <pc:spChg chg="add mod">
          <ac:chgData name="Paul Winser" userId="c3146a91-e6bd-4264-bd86-e164e04bc32d" providerId="ADAL" clId="{7BABAC43-EF96-42DF-B270-C1F715CA367D}" dt="2024-05-21T12:32:54.425" v="49"/>
          <ac:spMkLst>
            <pc:docMk/>
            <pc:sldMk cId="1742758043" sldId="337"/>
            <ac:spMk id="4" creationId="{7FC60267-5D14-B5CC-D1E7-965803D0CCEA}"/>
          </ac:spMkLst>
        </pc:spChg>
        <pc:picChg chg="del mod">
          <ac:chgData name="Paul Winser" userId="c3146a91-e6bd-4264-bd86-e164e04bc32d" providerId="ADAL" clId="{7BABAC43-EF96-42DF-B270-C1F715CA367D}" dt="2024-05-21T12:53:13.088" v="109" actId="478"/>
          <ac:picMkLst>
            <pc:docMk/>
            <pc:sldMk cId="1742758043" sldId="337"/>
            <ac:picMk id="3" creationId="{3B553680-98D6-BE2F-3BF0-4BBCBBA206A3}"/>
          </ac:picMkLst>
        </pc:picChg>
        <pc:picChg chg="add mod">
          <ac:chgData name="Paul Winser" userId="c3146a91-e6bd-4264-bd86-e164e04bc32d" providerId="ADAL" clId="{7BABAC43-EF96-42DF-B270-C1F715CA367D}" dt="2024-05-21T12:53:23.785" v="112" actId="1076"/>
          <ac:picMkLst>
            <pc:docMk/>
            <pc:sldMk cId="1742758043" sldId="337"/>
            <ac:picMk id="5" creationId="{FB064184-C627-BC03-8D33-A38BD5EECFB0}"/>
          </ac:picMkLst>
        </pc:picChg>
      </pc:sldChg>
      <pc:sldChg chg="addSp modSp">
        <pc:chgData name="Paul Winser" userId="c3146a91-e6bd-4264-bd86-e164e04bc32d" providerId="ADAL" clId="{7BABAC43-EF96-42DF-B270-C1F715CA367D}" dt="2024-05-21T12:32:26.250" v="32"/>
        <pc:sldMkLst>
          <pc:docMk/>
          <pc:sldMk cId="2066577729" sldId="338"/>
        </pc:sldMkLst>
        <pc:spChg chg="add mod">
          <ac:chgData name="Paul Winser" userId="c3146a91-e6bd-4264-bd86-e164e04bc32d" providerId="ADAL" clId="{7BABAC43-EF96-42DF-B270-C1F715CA367D}" dt="2024-05-21T12:32:26.250" v="32"/>
          <ac:spMkLst>
            <pc:docMk/>
            <pc:sldMk cId="2066577729" sldId="338"/>
            <ac:spMk id="4" creationId="{9DFFBF9F-D4A0-24EB-445B-571557958D78}"/>
          </ac:spMkLst>
        </pc:spChg>
      </pc:sldChg>
      <pc:sldChg chg="addSp modSp">
        <pc:chgData name="Paul Winser" userId="c3146a91-e6bd-4264-bd86-e164e04bc32d" providerId="ADAL" clId="{7BABAC43-EF96-42DF-B270-C1F715CA367D}" dt="2024-05-21T12:31:55.440" v="9"/>
        <pc:sldMkLst>
          <pc:docMk/>
          <pc:sldMk cId="2881911137" sldId="339"/>
        </pc:sldMkLst>
        <pc:spChg chg="add mod">
          <ac:chgData name="Paul Winser" userId="c3146a91-e6bd-4264-bd86-e164e04bc32d" providerId="ADAL" clId="{7BABAC43-EF96-42DF-B270-C1F715CA367D}" dt="2024-05-21T12:31:55.440" v="9"/>
          <ac:spMkLst>
            <pc:docMk/>
            <pc:sldMk cId="2881911137" sldId="339"/>
            <ac:spMk id="4" creationId="{46E5CCC7-168B-54A8-A1DD-3F0077BDDCAB}"/>
          </ac:spMkLst>
        </pc:spChg>
      </pc:sldChg>
      <pc:sldChg chg="addSp modSp">
        <pc:chgData name="Paul Winser" userId="c3146a91-e6bd-4264-bd86-e164e04bc32d" providerId="ADAL" clId="{7BABAC43-EF96-42DF-B270-C1F715CA367D}" dt="2024-05-21T12:32:02.484" v="15"/>
        <pc:sldMkLst>
          <pc:docMk/>
          <pc:sldMk cId="3218671382" sldId="340"/>
        </pc:sldMkLst>
        <pc:spChg chg="add mod">
          <ac:chgData name="Paul Winser" userId="c3146a91-e6bd-4264-bd86-e164e04bc32d" providerId="ADAL" clId="{7BABAC43-EF96-42DF-B270-C1F715CA367D}" dt="2024-05-21T12:32:02.484" v="15"/>
          <ac:spMkLst>
            <pc:docMk/>
            <pc:sldMk cId="3218671382" sldId="340"/>
            <ac:spMk id="4" creationId="{495705CF-AA4D-D5C7-CF81-9EFA816B2800}"/>
          </ac:spMkLst>
        </pc:spChg>
      </pc:sldChg>
      <pc:sldChg chg="addSp delSp modSp">
        <pc:chgData name="Paul Winser" userId="c3146a91-e6bd-4264-bd86-e164e04bc32d" providerId="ADAL" clId="{7BABAC43-EF96-42DF-B270-C1F715CA367D}" dt="2024-05-21T12:32:08.563" v="20"/>
        <pc:sldMkLst>
          <pc:docMk/>
          <pc:sldMk cId="700418610" sldId="343"/>
        </pc:sldMkLst>
        <pc:spChg chg="add mod">
          <ac:chgData name="Paul Winser" userId="c3146a91-e6bd-4264-bd86-e164e04bc32d" providerId="ADAL" clId="{7BABAC43-EF96-42DF-B270-C1F715CA367D}" dt="2024-05-21T12:32:06.505" v="18"/>
          <ac:spMkLst>
            <pc:docMk/>
            <pc:sldMk cId="700418610" sldId="343"/>
            <ac:spMk id="3" creationId="{D31A554F-8419-B624-A4B0-09705D4E52D7}"/>
          </ac:spMkLst>
        </pc:spChg>
        <pc:spChg chg="add del mod">
          <ac:chgData name="Paul Winser" userId="c3146a91-e6bd-4264-bd86-e164e04bc32d" providerId="ADAL" clId="{7BABAC43-EF96-42DF-B270-C1F715CA367D}" dt="2024-05-21T12:32:08.563" v="20"/>
          <ac:spMkLst>
            <pc:docMk/>
            <pc:sldMk cId="700418610" sldId="343"/>
            <ac:spMk id="4" creationId="{DD0AB49F-BA01-8F2C-0FC9-8C6D02F7A7BA}"/>
          </ac:spMkLst>
        </pc:spChg>
      </pc:sldChg>
      <pc:sldChg chg="addSp delSp modSp add mod modTransition">
        <pc:chgData name="Paul Winser" userId="c3146a91-e6bd-4264-bd86-e164e04bc32d" providerId="ADAL" clId="{7BABAC43-EF96-42DF-B270-C1F715CA367D}" dt="2024-05-28T12:54:15.558" v="115"/>
        <pc:sldMkLst>
          <pc:docMk/>
          <pc:sldMk cId="813671598" sldId="346"/>
        </pc:sldMkLst>
        <pc:spChg chg="del">
          <ac:chgData name="Paul Winser" userId="c3146a91-e6bd-4264-bd86-e164e04bc32d" providerId="ADAL" clId="{7BABAC43-EF96-42DF-B270-C1F715CA367D}" dt="2024-05-28T12:54:15.268" v="114" actId="478"/>
          <ac:spMkLst>
            <pc:docMk/>
            <pc:sldMk cId="813671598" sldId="346"/>
            <ac:spMk id="3" creationId="{44E69EFD-6D97-F92E-E932-24988DC278FC}"/>
          </ac:spMkLst>
        </pc:spChg>
        <pc:spChg chg="add mod">
          <ac:chgData name="Paul Winser" userId="c3146a91-e6bd-4264-bd86-e164e04bc32d" providerId="ADAL" clId="{7BABAC43-EF96-42DF-B270-C1F715CA367D}" dt="2024-05-28T12:54:15.558" v="115"/>
          <ac:spMkLst>
            <pc:docMk/>
            <pc:sldMk cId="813671598" sldId="346"/>
            <ac:spMk id="4" creationId="{D20D5AE4-2452-0983-BD0F-85FC521A586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a:t>
            </a:fld>
            <a:endParaRPr lang="en-GB" altLang="en-US"/>
          </a:p>
        </p:txBody>
      </p:sp>
    </p:spTree>
    <p:extLst>
      <p:ext uri="{BB962C8B-B14F-4D97-AF65-F5344CB8AC3E}">
        <p14:creationId xmlns:p14="http://schemas.microsoft.com/office/powerpoint/2010/main" val="2140266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a:t>
            </a:fld>
            <a:endParaRPr lang="en-GB" altLang="en-US"/>
          </a:p>
        </p:txBody>
      </p:sp>
    </p:spTree>
    <p:extLst>
      <p:ext uri="{BB962C8B-B14F-4D97-AF65-F5344CB8AC3E}">
        <p14:creationId xmlns:p14="http://schemas.microsoft.com/office/powerpoint/2010/main" val="1884889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5</a:t>
            </a:fld>
            <a:endParaRPr lang="en-GB" altLang="en-US"/>
          </a:p>
        </p:txBody>
      </p:sp>
    </p:spTree>
    <p:extLst>
      <p:ext uri="{BB962C8B-B14F-4D97-AF65-F5344CB8AC3E}">
        <p14:creationId xmlns:p14="http://schemas.microsoft.com/office/powerpoint/2010/main" val="3274547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6</a:t>
            </a:fld>
            <a:endParaRPr lang="en-GB" altLang="en-US"/>
          </a:p>
        </p:txBody>
      </p:sp>
    </p:spTree>
    <p:extLst>
      <p:ext uri="{BB962C8B-B14F-4D97-AF65-F5344CB8AC3E}">
        <p14:creationId xmlns:p14="http://schemas.microsoft.com/office/powerpoint/2010/main" val="1792659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8</a:t>
            </a:fld>
            <a:endParaRPr lang="en-GB" altLang="en-US"/>
          </a:p>
        </p:txBody>
      </p:sp>
    </p:spTree>
    <p:extLst>
      <p:ext uri="{BB962C8B-B14F-4D97-AF65-F5344CB8AC3E}">
        <p14:creationId xmlns:p14="http://schemas.microsoft.com/office/powerpoint/2010/main" val="175692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9</a:t>
            </a:fld>
            <a:endParaRPr lang="en-GB" altLang="en-US"/>
          </a:p>
        </p:txBody>
      </p:sp>
    </p:spTree>
    <p:extLst>
      <p:ext uri="{BB962C8B-B14F-4D97-AF65-F5344CB8AC3E}">
        <p14:creationId xmlns:p14="http://schemas.microsoft.com/office/powerpoint/2010/main" val="1808515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25282442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a:p>
        </p:txBody>
      </p:sp>
    </p:spTree>
    <p:extLst>
      <p:ext uri="{BB962C8B-B14F-4D97-AF65-F5344CB8AC3E}">
        <p14:creationId xmlns:p14="http://schemas.microsoft.com/office/powerpoint/2010/main" val="2773962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1528702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13</a:t>
            </a:fld>
            <a:endParaRPr lang="en-GB" altLang="en-US"/>
          </a:p>
        </p:txBody>
      </p:sp>
    </p:spTree>
    <p:extLst>
      <p:ext uri="{BB962C8B-B14F-4D97-AF65-F5344CB8AC3E}">
        <p14:creationId xmlns:p14="http://schemas.microsoft.com/office/powerpoint/2010/main" val="2239277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a:p>
        </p:txBody>
      </p:sp>
    </p:spTree>
    <p:extLst>
      <p:ext uri="{BB962C8B-B14F-4D97-AF65-F5344CB8AC3E}">
        <p14:creationId xmlns:p14="http://schemas.microsoft.com/office/powerpoint/2010/main" val="7140576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15</a:t>
            </a:fld>
            <a:endParaRPr lang="en-GB" altLang="en-US"/>
          </a:p>
        </p:txBody>
      </p:sp>
    </p:spTree>
    <p:extLst>
      <p:ext uri="{BB962C8B-B14F-4D97-AF65-F5344CB8AC3E}">
        <p14:creationId xmlns:p14="http://schemas.microsoft.com/office/powerpoint/2010/main" val="3031116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16</a:t>
            </a:fld>
            <a:endParaRPr lang="en-GB" altLang="en-US"/>
          </a:p>
        </p:txBody>
      </p:sp>
    </p:spTree>
    <p:extLst>
      <p:ext uri="{BB962C8B-B14F-4D97-AF65-F5344CB8AC3E}">
        <p14:creationId xmlns:p14="http://schemas.microsoft.com/office/powerpoint/2010/main" val="4214830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17</a:t>
            </a:fld>
            <a:endParaRPr lang="en-GB" altLang="en-US"/>
          </a:p>
        </p:txBody>
      </p:sp>
    </p:spTree>
    <p:extLst>
      <p:ext uri="{BB962C8B-B14F-4D97-AF65-F5344CB8AC3E}">
        <p14:creationId xmlns:p14="http://schemas.microsoft.com/office/powerpoint/2010/main" val="2708961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18</a:t>
            </a:fld>
            <a:endParaRPr lang="en-GB" altLang="en-US"/>
          </a:p>
        </p:txBody>
      </p:sp>
    </p:spTree>
    <p:extLst>
      <p:ext uri="{BB962C8B-B14F-4D97-AF65-F5344CB8AC3E}">
        <p14:creationId xmlns:p14="http://schemas.microsoft.com/office/powerpoint/2010/main" val="2796255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19</a:t>
            </a:fld>
            <a:endParaRPr lang="en-GB" altLang="en-US"/>
          </a:p>
        </p:txBody>
      </p:sp>
    </p:spTree>
    <p:extLst>
      <p:ext uri="{BB962C8B-B14F-4D97-AF65-F5344CB8AC3E}">
        <p14:creationId xmlns:p14="http://schemas.microsoft.com/office/powerpoint/2010/main" val="3478774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latin typeface="Arial" panose="020B0604020202020204" pitchFamily="34" charset="0"/>
              <a:cs typeface="Arial"/>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a:p>
        </p:txBody>
      </p:sp>
    </p:spTree>
    <p:extLst>
      <p:ext uri="{BB962C8B-B14F-4D97-AF65-F5344CB8AC3E}">
        <p14:creationId xmlns:p14="http://schemas.microsoft.com/office/powerpoint/2010/main" val="1883419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21</a:t>
            </a:fld>
            <a:endParaRPr lang="en-GB" altLang="en-US"/>
          </a:p>
        </p:txBody>
      </p:sp>
    </p:spTree>
    <p:extLst>
      <p:ext uri="{BB962C8B-B14F-4D97-AF65-F5344CB8AC3E}">
        <p14:creationId xmlns:p14="http://schemas.microsoft.com/office/powerpoint/2010/main" val="1841321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22</a:t>
            </a:fld>
            <a:endParaRPr lang="en-GB" altLang="en-US"/>
          </a:p>
        </p:txBody>
      </p:sp>
    </p:spTree>
    <p:extLst>
      <p:ext uri="{BB962C8B-B14F-4D97-AF65-F5344CB8AC3E}">
        <p14:creationId xmlns:p14="http://schemas.microsoft.com/office/powerpoint/2010/main" val="27989757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23</a:t>
            </a:fld>
            <a:endParaRPr lang="en-GB" altLang="en-US"/>
          </a:p>
        </p:txBody>
      </p:sp>
    </p:spTree>
    <p:extLst>
      <p:ext uri="{BB962C8B-B14F-4D97-AF65-F5344CB8AC3E}">
        <p14:creationId xmlns:p14="http://schemas.microsoft.com/office/powerpoint/2010/main" val="16527978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24</a:t>
            </a:fld>
            <a:endParaRPr lang="en-GB" altLang="en-US"/>
          </a:p>
        </p:txBody>
      </p:sp>
    </p:spTree>
    <p:extLst>
      <p:ext uri="{BB962C8B-B14F-4D97-AF65-F5344CB8AC3E}">
        <p14:creationId xmlns:p14="http://schemas.microsoft.com/office/powerpoint/2010/main" val="3523350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25</a:t>
            </a:fld>
            <a:endParaRPr lang="en-GB" altLang="en-US"/>
          </a:p>
        </p:txBody>
      </p:sp>
    </p:spTree>
    <p:extLst>
      <p:ext uri="{BB962C8B-B14F-4D97-AF65-F5344CB8AC3E}">
        <p14:creationId xmlns:p14="http://schemas.microsoft.com/office/powerpoint/2010/main" val="20082048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US"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26</a:t>
            </a:fld>
            <a:endParaRPr lang="en-GB" altLang="en-US"/>
          </a:p>
        </p:txBody>
      </p:sp>
    </p:spTree>
    <p:extLst>
      <p:ext uri="{BB962C8B-B14F-4D97-AF65-F5344CB8AC3E}">
        <p14:creationId xmlns:p14="http://schemas.microsoft.com/office/powerpoint/2010/main" val="36499849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27</a:t>
            </a:fld>
            <a:endParaRPr lang="en-GB" altLang="en-US"/>
          </a:p>
        </p:txBody>
      </p:sp>
    </p:spTree>
    <p:extLst>
      <p:ext uri="{BB962C8B-B14F-4D97-AF65-F5344CB8AC3E}">
        <p14:creationId xmlns:p14="http://schemas.microsoft.com/office/powerpoint/2010/main" val="563996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34844352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a:p>
        </p:txBody>
      </p:sp>
    </p:spTree>
    <p:extLst>
      <p:ext uri="{BB962C8B-B14F-4D97-AF65-F5344CB8AC3E}">
        <p14:creationId xmlns:p14="http://schemas.microsoft.com/office/powerpoint/2010/main" val="12510998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30</a:t>
            </a:fld>
            <a:endParaRPr lang="en-GB" altLang="en-US"/>
          </a:p>
        </p:txBody>
      </p:sp>
    </p:spTree>
    <p:extLst>
      <p:ext uri="{BB962C8B-B14F-4D97-AF65-F5344CB8AC3E}">
        <p14:creationId xmlns:p14="http://schemas.microsoft.com/office/powerpoint/2010/main" val="23009894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31</a:t>
            </a:fld>
            <a:endParaRPr lang="en-GB" altLang="en-US"/>
          </a:p>
        </p:txBody>
      </p:sp>
    </p:spTree>
    <p:extLst>
      <p:ext uri="{BB962C8B-B14F-4D97-AF65-F5344CB8AC3E}">
        <p14:creationId xmlns:p14="http://schemas.microsoft.com/office/powerpoint/2010/main" val="17216143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32</a:t>
            </a:fld>
            <a:endParaRPr lang="en-GB" altLang="en-US"/>
          </a:p>
        </p:txBody>
      </p:sp>
    </p:spTree>
    <p:extLst>
      <p:ext uri="{BB962C8B-B14F-4D97-AF65-F5344CB8AC3E}">
        <p14:creationId xmlns:p14="http://schemas.microsoft.com/office/powerpoint/2010/main" val="14733241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33</a:t>
            </a:fld>
            <a:endParaRPr lang="en-GB" altLang="en-US"/>
          </a:p>
        </p:txBody>
      </p:sp>
    </p:spTree>
    <p:extLst>
      <p:ext uri="{BB962C8B-B14F-4D97-AF65-F5344CB8AC3E}">
        <p14:creationId xmlns:p14="http://schemas.microsoft.com/office/powerpoint/2010/main" val="38177094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1"/>
          <a:lstStyle/>
          <a:p>
            <a:pPr rtl="1"/>
            <a:endParaRPr lang="en-GB" dirty="0"/>
          </a:p>
        </p:txBody>
      </p:sp>
      <p:sp>
        <p:nvSpPr>
          <p:cNvPr id="4" name="Slide Number Placeholder 3"/>
          <p:cNvSpPr>
            <a:spLocks noGrp="1"/>
          </p:cNvSpPr>
          <p:nvPr>
            <p:ph type="sldNum" sz="quarter" idx="5"/>
          </p:nvPr>
        </p:nvSpPr>
        <p:spPr/>
        <p:txBody>
          <a:bodyPr rtlCol="1"/>
          <a:lstStyle/>
          <a:p>
            <a:pPr rtl="1">
              <a:defRPr/>
            </a:pPr>
            <a:fld id="{4D3E6F70-5D4D-4B7F-8590-7D87CFB0B671}" type="slidenum">
              <a:rPr lang="en-GB" altLang="en-US" smtClean="0"/>
              <a:pPr>
                <a:defRPr/>
              </a:pPr>
              <a:t>34</a:t>
            </a:fld>
            <a:endParaRPr lang="en-GB" altLang="en-US"/>
          </a:p>
        </p:txBody>
      </p:sp>
    </p:spTree>
    <p:extLst>
      <p:ext uri="{BB962C8B-B14F-4D97-AF65-F5344CB8AC3E}">
        <p14:creationId xmlns:p14="http://schemas.microsoft.com/office/powerpoint/2010/main" val="34290153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35</a:t>
            </a:fld>
            <a:endParaRPr lang="en-GB" altLang="en-US"/>
          </a:p>
        </p:txBody>
      </p:sp>
    </p:spTree>
    <p:extLst>
      <p:ext uri="{BB962C8B-B14F-4D97-AF65-F5344CB8AC3E}">
        <p14:creationId xmlns:p14="http://schemas.microsoft.com/office/powerpoint/2010/main" val="22280302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36</a:t>
            </a:fld>
            <a:endParaRPr lang="en-GB" altLang="en-US"/>
          </a:p>
        </p:txBody>
      </p:sp>
    </p:spTree>
    <p:extLst>
      <p:ext uri="{BB962C8B-B14F-4D97-AF65-F5344CB8AC3E}">
        <p14:creationId xmlns:p14="http://schemas.microsoft.com/office/powerpoint/2010/main" val="14311889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49077198"/>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49566662"/>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60485046"/>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2592856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88277242"/>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52.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64.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64.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64.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64.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64.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64.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64.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64.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55.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56.xml"/><Relationship Id="rId5" Type="http://schemas.openxmlformats.org/officeDocument/2006/relationships/image" Target="../media/image14.jpeg"/><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53.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55.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55.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64.xml"/></Relationships>
</file>

<file path=ppt/slides/_rels/slide20.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audio" Target="../media/audio1.bin"/><Relationship Id="rId7"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64.xml"/><Relationship Id="rId6" Type="http://schemas.openxmlformats.org/officeDocument/2006/relationships/image" Target="../media/image18.jpeg"/><Relationship Id="rId5" Type="http://schemas.microsoft.com/office/2007/relationships/hdphoto" Target="../media/hdphoto1.wdp"/><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53.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53.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55.xml"/><Relationship Id="rId4" Type="http://schemas.openxmlformats.org/officeDocument/2006/relationships/image" Target="../media/image21.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64.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53.xml"/><Relationship Id="rId4" Type="http://schemas.openxmlformats.org/officeDocument/2006/relationships/image" Target="../media/image22.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55.xml"/><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53.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64.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64.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64.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64.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64.xml"/><Relationship Id="rId4" Type="http://schemas.openxmlformats.org/officeDocument/2006/relationships/image" Target="../media/image24.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64.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57.xml"/><Relationship Id="rId4" Type="http://schemas.openxmlformats.org/officeDocument/2006/relationships/image" Target="../media/image25.jpe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64.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1EAE-BCB5-F841-80CC-B1FEE29686BF}"/>
              </a:ext>
            </a:extLst>
          </p:cNvPr>
          <p:cNvSpPr>
            <a:spLocks noGrp="1"/>
          </p:cNvSpPr>
          <p:nvPr>
            <p:ph type="ctrTitle"/>
          </p:nvPr>
        </p:nvSpPr>
        <p:spPr>
          <a:xfrm>
            <a:off x="685800" y="2693987"/>
            <a:ext cx="7772400" cy="1470025"/>
          </a:xfrm>
        </p:spPr>
        <p:txBody>
          <a:bodyPr rtlCol="1"/>
          <a:lstStyle/>
          <a:p>
            <a:pPr rtl="1"/>
            <a:r>
              <a:rPr lang="ar" sz="4600" dirty="0">
                <a:latin typeface="Sakkal Majalla" panose="02000000000000000000" pitchFamily="2" charset="-78"/>
                <a:cs typeface="Sakkal Majalla" panose="02000000000000000000" pitchFamily="2" charset="-78"/>
              </a:rPr>
              <a:t>الوحدة 6</a:t>
            </a:r>
            <a:br>
              <a:rPr lang="en-GB" sz="4600" dirty="0">
                <a:latin typeface="Sakkal Majalla" panose="02000000000000000000" pitchFamily="2" charset="-78"/>
                <a:cs typeface="Sakkal Majalla" panose="02000000000000000000" pitchFamily="2" charset="-78"/>
              </a:rPr>
            </a:br>
            <a:r>
              <a:rPr lang="ar" sz="4600" dirty="0">
                <a:latin typeface="Sakkal Majalla" panose="02000000000000000000" pitchFamily="2" charset="-78"/>
                <a:cs typeface="Sakkal Majalla" panose="02000000000000000000" pitchFamily="2" charset="-78"/>
              </a:rPr>
              <a:t>التعامل مع موجز التصميم الجرافيكي</a:t>
            </a:r>
          </a:p>
        </p:txBody>
      </p:sp>
      <p:sp>
        <p:nvSpPr>
          <p:cNvPr id="4" name="Footer Placeholder 2">
            <a:extLst>
              <a:ext uri="{FF2B5EF4-FFF2-40B4-BE49-F238E27FC236}">
                <a16:creationId xmlns:a16="http://schemas.microsoft.com/office/drawing/2014/main" id="{07DB274B-EB8E-5949-BACA-63372B510110}"/>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600" dirty="0">
                <a:latin typeface="Sakkal Majalla" panose="02000000000000000000" pitchFamily="2" charset="-78"/>
                <a:cs typeface="Sakkal Majalla" panose="02000000000000000000" pitchFamily="2" charset="-78"/>
              </a:rPr>
              <a:t>© شركة بيرسون إيديوكيشن ليمتد 2024. لا يُسمح بالنسخ إلا للمؤسسة المُشترية فقط. </a:t>
            </a:r>
          </a:p>
        </p:txBody>
      </p:sp>
      <p:sp>
        <p:nvSpPr>
          <p:cNvPr id="3" name="Footer Placeholder 2">
            <a:extLst>
              <a:ext uri="{FF2B5EF4-FFF2-40B4-BE49-F238E27FC236}">
                <a16:creationId xmlns:a16="http://schemas.microsoft.com/office/drawing/2014/main" id="{0A214E91-BC88-CD15-B6D4-9171089C8BA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1505216828"/>
      </p:ext>
    </p:extLst>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492896"/>
            <a:ext cx="8208712" cy="32403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5600" rtl="1"/>
            <a:r>
              <a:rPr lang="ar" sz="2600" dirty="0">
                <a:latin typeface="Sakkal Majalla" panose="02000000000000000000" pitchFamily="2" charset="-78"/>
                <a:cs typeface="Sakkal Majalla" panose="02000000000000000000" pitchFamily="2" charset="-78"/>
              </a:rPr>
              <a:t>في هذه الوحدة سوف تتعلم كيفية تفسير موجز تصميم جرافيكي.</a:t>
            </a:r>
          </a:p>
          <a:p>
            <a:pPr marL="355600" rtl="1"/>
            <a:r>
              <a:rPr lang="ar" sz="2600" dirty="0">
                <a:latin typeface="Sakkal Majalla" panose="02000000000000000000" pitchFamily="2" charset="-78"/>
                <a:cs typeface="Sakkal Majalla" panose="02000000000000000000" pitchFamily="2" charset="-78"/>
              </a:rPr>
              <a:t>ستستكشف نطاقًا واسعًا من الوسائط والمواد والتقنيات والعمليات ذات الصلة بالتصميم الجرافيكي. </a:t>
            </a:r>
          </a:p>
          <a:p>
            <a:pPr marL="355600" rtl="1"/>
            <a:r>
              <a:rPr lang="ar" sz="2600" dirty="0">
                <a:latin typeface="Sakkal Majalla" panose="02000000000000000000" pitchFamily="2" charset="-78"/>
                <a:cs typeface="Sakkal Majalla" panose="02000000000000000000" pitchFamily="2" charset="-78"/>
              </a:rPr>
              <a:t>ستقوم بالاستقصاء وإنتاج الأفكار وتطوير المخرجات وفقًا لما جاء في الموجز.</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التعامل مع موجز التصميم الجرافيكي</a:t>
            </a:r>
          </a:p>
        </p:txBody>
      </p:sp>
      <p:sp>
        <p:nvSpPr>
          <p:cNvPr id="2" name="Footer Placeholder 2">
            <a:extLst>
              <a:ext uri="{FF2B5EF4-FFF2-40B4-BE49-F238E27FC236}">
                <a16:creationId xmlns:a16="http://schemas.microsoft.com/office/drawing/2014/main" id="{31354417-E4B0-C978-DF92-AEB49BDDBC6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1386089668"/>
      </p:ext>
    </p:extLst>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b="1" dirty="0">
                <a:latin typeface="Sakkal Majalla" panose="02000000000000000000" pitchFamily="2" charset="-78"/>
                <a:cs typeface="Sakkal Majalla" panose="02000000000000000000" pitchFamily="2" charset="-78"/>
              </a:rPr>
              <a:t>أهداف التعلُّم</a:t>
            </a:r>
            <a:endParaRPr lang="en-GB" altLang="en-US" sz="4600" b="1" dirty="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61464"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dirty="0">
                <a:latin typeface="Sakkal Majalla" panose="02000000000000000000" pitchFamily="2" charset="-78"/>
                <a:cs typeface="Sakkal Majalla" panose="02000000000000000000" pitchFamily="2" charset="-78"/>
              </a:rPr>
              <a:t>أ	</a:t>
            </a:r>
            <a:r>
              <a:rPr lang="ar" sz="2600" b="1"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توليد الأفكار وتوصيلها بالاعتماد على عملية الاستقصاء لتتوافق مع موجز التصميم الجرافيكي</a:t>
            </a:r>
            <a:endParaRPr lang="en-GB" sz="2600" dirty="0">
              <a:effectLst/>
              <a:latin typeface="Sakkal Majalla" panose="02000000000000000000" pitchFamily="2" charset="-78"/>
              <a:cs typeface="Sakkal Majalla" panose="02000000000000000000" pitchFamily="2" charset="-78"/>
            </a:endParaRPr>
          </a:p>
          <a:p>
            <a:pPr marL="404813" indent="-387350" defTabSz="431800" rtl="1">
              <a:buNone/>
            </a:pPr>
            <a:r>
              <a:rPr lang="ar" sz="2600" b="1" dirty="0">
                <a:latin typeface="Sakkal Majalla" panose="02000000000000000000" pitchFamily="2" charset="-78"/>
                <a:cs typeface="Sakkal Majalla" panose="02000000000000000000" pitchFamily="2" charset="-78"/>
              </a:rPr>
              <a:t>ب	</a:t>
            </a:r>
            <a:r>
              <a:rPr lang="ar" sz="2600" b="1"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تطوير وإنتاج مخرجات متوافقة مع موجز التصميم الجرافيكي</a:t>
            </a:r>
            <a:endParaRPr lang="en-GB" sz="2600" dirty="0">
              <a:effectLst/>
              <a:latin typeface="Sakkal Majalla" panose="02000000000000000000" pitchFamily="2" charset="-78"/>
              <a:cs typeface="Sakkal Majalla" panose="02000000000000000000" pitchFamily="2" charset="-78"/>
            </a:endParaRPr>
          </a:p>
          <a:p>
            <a:pPr marL="404813" indent="-387350" defTabSz="431800" rtl="1">
              <a:buNone/>
            </a:pPr>
            <a:r>
              <a:rPr lang="ar" sz="2600" b="1" dirty="0">
                <a:latin typeface="Sakkal Majalla" panose="02000000000000000000" pitchFamily="2" charset="-78"/>
                <a:cs typeface="Sakkal Majalla" panose="02000000000000000000" pitchFamily="2" charset="-78"/>
              </a:rPr>
              <a:t>ج	</a:t>
            </a:r>
            <a:r>
              <a:rPr lang="ar" sz="2600" b="1"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مراجعة آليات العمل والمخرجات المنتجة لتنفيذ موجز تصميمٍ جرافيكي</a:t>
            </a:r>
            <a:endParaRPr lang="en-GB" altLang="en-US" sz="2600" b="1" dirty="0">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endParaRPr lang="en-GB" altLang="en-US" sz="2600" b="1" dirty="0">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br>
              <a:rPr lang="en-GB" altLang="en-US"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	</a:t>
            </a:r>
          </a:p>
        </p:txBody>
      </p:sp>
      <p:sp>
        <p:nvSpPr>
          <p:cNvPr id="2" name="Footer Placeholder 2">
            <a:extLst>
              <a:ext uri="{FF2B5EF4-FFF2-40B4-BE49-F238E27FC236}">
                <a16:creationId xmlns:a16="http://schemas.microsoft.com/office/drawing/2014/main" id="{F28D3079-9230-2BB7-4EC3-B9E62339517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85762" y="1247086"/>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هدف التعلّم أ</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2" y="3140969"/>
            <a:ext cx="6769100" cy="2880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indent="-358775" rtl="1"/>
            <a:r>
              <a:rPr lang="ar" sz="2600" dirty="0">
                <a:latin typeface="Sakkal Majalla" panose="02000000000000000000" pitchFamily="2" charset="-78"/>
                <a:cs typeface="Sakkal Majalla" panose="02000000000000000000" pitchFamily="2" charset="-78"/>
              </a:rPr>
              <a:t>الاستقصاء</a:t>
            </a:r>
          </a:p>
          <a:p>
            <a:pPr marL="358775" indent="-358775" rtl="1"/>
            <a:r>
              <a:rPr lang="ar" sz="2600" dirty="0">
                <a:latin typeface="Sakkal Majalla" panose="02000000000000000000" pitchFamily="2" charset="-78"/>
                <a:cs typeface="Sakkal Majalla" panose="02000000000000000000" pitchFamily="2" charset="-78"/>
              </a:rPr>
              <a:t>توليد الأفكار</a:t>
            </a:r>
          </a:p>
          <a:p>
            <a:pPr marL="358775" indent="-358775" rtl="1"/>
            <a:r>
              <a:rPr lang="ar" sz="2600" dirty="0">
                <a:latin typeface="Sakkal Majalla" panose="02000000000000000000" pitchFamily="2" charset="-78"/>
                <a:cs typeface="Sakkal Majalla" panose="02000000000000000000" pitchFamily="2" charset="-78"/>
              </a:rPr>
              <a:t>توصيل الأفكار</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1" y="1739107"/>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000" b="1"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توليد الأفكار وتوصيلها بالاعتماد على عملية الاستقصاء لتتوافق مع موجز التصميم الجرافيكي</a:t>
            </a:r>
            <a:endParaRPr lang="en-GB" altLang="en-US" sz="30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487ACBF-28EE-EB73-31D6-2B72AC425CE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CA96-426B-42FC-DA41-1C9375DDCB64}"/>
              </a:ext>
            </a:extLst>
          </p:cNvPr>
          <p:cNvSpPr>
            <a:spLocks noGrp="1"/>
          </p:cNvSpPr>
          <p:nvPr>
            <p:ph type="title"/>
          </p:nvPr>
        </p:nvSpPr>
        <p:spPr>
          <a:xfrm>
            <a:off x="230832" y="1412776"/>
            <a:ext cx="8229600" cy="863600"/>
          </a:xfrm>
        </p:spPr>
        <p:txBody>
          <a:bodyPr rtlCol="1"/>
          <a:lstStyle/>
          <a:p>
            <a:pPr rtl="1"/>
            <a:r>
              <a:rPr lang="en" sz="3800" b="1" dirty="0">
                <a:latin typeface="Sakkal Majalla" panose="02000000000000000000" pitchFamily="2" charset="-78"/>
                <a:cs typeface="Sakkal Majalla" panose="02000000000000000000" pitchFamily="2" charset="-78"/>
              </a:rPr>
              <a:t>أ</a:t>
            </a:r>
            <a:r>
              <a:rPr lang="ar-EG" sz="3800" b="1" dirty="0">
                <a:latin typeface="Sakkal Majalla" panose="02000000000000000000" pitchFamily="2" charset="-78"/>
                <a:cs typeface="Sakkal Majalla" panose="02000000000000000000" pitchFamily="2" charset="-78"/>
              </a:rPr>
              <a:t>1</a:t>
            </a:r>
            <a:r>
              <a:rPr lang="en" sz="3800" b="1" dirty="0">
                <a:latin typeface="Sakkal Majalla" panose="02000000000000000000" pitchFamily="2" charset="-78"/>
                <a:cs typeface="Sakkal Majalla" panose="02000000000000000000" pitchFamily="2" charset="-78"/>
              </a:rPr>
              <a:t> الاستقصاء</a:t>
            </a:r>
          </a:p>
        </p:txBody>
      </p:sp>
      <p:sp>
        <p:nvSpPr>
          <p:cNvPr id="3" name="Content Placeholder 2">
            <a:extLst>
              <a:ext uri="{FF2B5EF4-FFF2-40B4-BE49-F238E27FC236}">
                <a16:creationId xmlns:a16="http://schemas.microsoft.com/office/drawing/2014/main" id="{BC116019-9962-EE56-B8FF-AF5D439A797E}"/>
              </a:ext>
            </a:extLst>
          </p:cNvPr>
          <p:cNvSpPr txBox="1">
            <a:spLocks/>
          </p:cNvSpPr>
          <p:nvPr/>
        </p:nvSpPr>
        <p:spPr>
          <a:xfrm>
            <a:off x="468311" y="2196000"/>
            <a:ext cx="8207375" cy="3878436"/>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2600" kern="0" dirty="0">
                <a:latin typeface="Sakkal Majalla" panose="02000000000000000000" pitchFamily="2" charset="-78"/>
                <a:cs typeface="Sakkal Majalla" panose="02000000000000000000" pitchFamily="2" charset="-78"/>
              </a:rPr>
              <a:t>سيغطي هذا البحث ما يلي:</a:t>
            </a:r>
          </a:p>
          <a:p>
            <a:pPr rtl="1"/>
            <a:r>
              <a:rPr lang="ar" sz="2600" kern="0" dirty="0">
                <a:latin typeface="Sakkal Majalla" panose="02000000000000000000" pitchFamily="2" charset="-78"/>
                <a:cs typeface="Sakkal Majalla" panose="02000000000000000000" pitchFamily="2" charset="-78"/>
              </a:rPr>
              <a:t>تفسير الموجز</a:t>
            </a:r>
          </a:p>
          <a:p>
            <a:pPr rtl="1"/>
            <a:r>
              <a:rPr lang="ar" sz="2600" kern="0" dirty="0">
                <a:latin typeface="Sakkal Majalla" panose="02000000000000000000" pitchFamily="2" charset="-78"/>
                <a:cs typeface="Sakkal Majalla" panose="02000000000000000000" pitchFamily="2" charset="-78"/>
              </a:rPr>
              <a:t>مصادر البحث</a:t>
            </a:r>
          </a:p>
          <a:p>
            <a:pPr rtl="1"/>
            <a:r>
              <a:rPr lang="ar" sz="2600" kern="0" dirty="0">
                <a:latin typeface="Sakkal Majalla" panose="02000000000000000000" pitchFamily="2" charset="-78"/>
                <a:cs typeface="Sakkal Majalla" panose="02000000000000000000" pitchFamily="2" charset="-78"/>
              </a:rPr>
              <a:t>طرق الاستقصاء</a:t>
            </a:r>
          </a:p>
          <a:p>
            <a:pPr rtl="1"/>
            <a:r>
              <a:rPr lang="ar" sz="2600" kern="0" dirty="0">
                <a:latin typeface="Sakkal Majalla" panose="02000000000000000000" pitchFamily="2" charset="-78"/>
                <a:cs typeface="Sakkal Majalla" panose="02000000000000000000" pitchFamily="2" charset="-78"/>
              </a:rPr>
              <a:t>فهم مهنة التصميم الجرافيكي.</a:t>
            </a:r>
          </a:p>
          <a:p>
            <a:pPr rtl="1"/>
            <a:endParaRPr lang="en-US" sz="2600" kern="0" dirty="0">
              <a:latin typeface="Sakkal Majalla" panose="02000000000000000000" pitchFamily="2" charset="-78"/>
              <a:cs typeface="Sakkal Majalla" panose="02000000000000000000" pitchFamily="2" charset="-78"/>
            </a:endParaRPr>
          </a:p>
          <a:p>
            <a:pPr rtl="1"/>
            <a:endParaRPr lang="en-US" sz="2600" kern="0"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US" sz="2600" kern="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55686624-BC4D-B7A1-C81E-09E955BF21A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3700842998"/>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5FCAF-24E0-2B80-80B7-F675AA5C0021}"/>
              </a:ext>
            </a:extLst>
          </p:cNvPr>
          <p:cNvSpPr>
            <a:spLocks noGrp="1"/>
          </p:cNvSpPr>
          <p:nvPr>
            <p:ph type="title"/>
          </p:nvPr>
        </p:nvSpPr>
        <p:spPr>
          <a:xfrm>
            <a:off x="457200" y="1195200"/>
            <a:ext cx="8229600" cy="864000"/>
          </a:xfrm>
        </p:spPr>
        <p:txBody>
          <a:bodyPr rtlCol="1"/>
          <a:lstStyle/>
          <a:p>
            <a:pPr rtl="1"/>
            <a:r>
              <a:rPr lang="ar" sz="3800" b="1" dirty="0">
                <a:latin typeface="Sakkal Majalla" panose="02000000000000000000" pitchFamily="2" charset="-78"/>
                <a:cs typeface="Sakkal Majalla" panose="02000000000000000000" pitchFamily="2" charset="-78"/>
              </a:rPr>
              <a:t>ما هو موجز العميل؟</a:t>
            </a:r>
          </a:p>
        </p:txBody>
      </p:sp>
      <p:sp>
        <p:nvSpPr>
          <p:cNvPr id="3" name="Content Placeholder 2">
            <a:extLst>
              <a:ext uri="{FF2B5EF4-FFF2-40B4-BE49-F238E27FC236}">
                <a16:creationId xmlns:a16="http://schemas.microsoft.com/office/drawing/2014/main" id="{82C10E09-A439-C1C1-216E-9F951DF6C0B2}"/>
              </a:ext>
            </a:extLst>
          </p:cNvPr>
          <p:cNvSpPr>
            <a:spLocks noGrp="1"/>
          </p:cNvSpPr>
          <p:nvPr>
            <p:ph idx="1"/>
          </p:nvPr>
        </p:nvSpPr>
        <p:spPr>
          <a:xfrm>
            <a:off x="468311" y="2196000"/>
            <a:ext cx="8207375" cy="3878436"/>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موجز العميل هو نقطة البداية لأي مشروع ابداعي. فهو صيغة للتواصل بين العميل والمصمم، إذ أنه يعد تلخيصًا للمعلومات الأساسية لمشروع التصميم الجرافيكي. </a:t>
            </a:r>
          </a:p>
          <a:p>
            <a:pPr marL="0" indent="0" rtl="1">
              <a:buNone/>
            </a:pPr>
            <a:endParaRPr lang="en-US" sz="2600" dirty="0">
              <a:latin typeface="Sakkal Majalla" panose="02000000000000000000" pitchFamily="2" charset="-78"/>
              <a:cs typeface="Sakkal Majalla" panose="02000000000000000000" pitchFamily="2" charset="-78"/>
            </a:endParaRPr>
          </a:p>
          <a:p>
            <a:pPr marL="0" indent="0" rtl="1">
              <a:buNone/>
            </a:pPr>
            <a:r>
              <a:rPr lang="ar" sz="2600" dirty="0">
                <a:latin typeface="Sakkal Majalla" panose="02000000000000000000" pitchFamily="2" charset="-78"/>
                <a:cs typeface="Sakkal Majalla" panose="02000000000000000000" pitchFamily="2" charset="-78"/>
              </a:rPr>
              <a:t>وسيتضمن الموجز الجدول الزمني وموضوعات الموجز والجمهور المستهدف والمخرجات المتوقعة وتفاصيل كيفية تقديم المخرجات بالإضافة إلى معلومات عن شركة العميل أو منتجه.</a:t>
            </a:r>
          </a:p>
        </p:txBody>
      </p:sp>
      <p:sp>
        <p:nvSpPr>
          <p:cNvPr id="4" name="Footer Placeholder 2">
            <a:extLst>
              <a:ext uri="{FF2B5EF4-FFF2-40B4-BE49-F238E27FC236}">
                <a16:creationId xmlns:a16="http://schemas.microsoft.com/office/drawing/2014/main" id="{3634345B-C1DA-C877-1E64-B5A8FBC9221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1371360904"/>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9" y="1988840"/>
            <a:ext cx="8262614" cy="38164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marR="68580" lvl="0" indent="0" rtl="1">
              <a:spcBef>
                <a:spcPts val="300"/>
              </a:spcBef>
              <a:spcAft>
                <a:spcPts val="300"/>
              </a:spcAft>
              <a:buNone/>
              <a:tabLst>
                <a:tab pos="320675" algn="l"/>
              </a:tabLst>
            </a:pPr>
            <a:r>
              <a:rPr lang="ar" sz="2800" dirty="0">
                <a:solidFill>
                  <a:srgbClr val="000000"/>
                </a:solidFill>
                <a:latin typeface="Sakkal Majalla" panose="02000000000000000000" pitchFamily="2" charset="-78"/>
                <a:ea typeface="Times New Roman" panose="02020603050405020304" pitchFamily="18" charset="0"/>
                <a:cs typeface="Sakkal Majalla" panose="02000000000000000000" pitchFamily="2" charset="-78"/>
              </a:rPr>
              <a:t>عندما تبدأ بعملية التقييم ستحتاج إلى فهم وتفسير والموجز. مما يعني أنك ستحتاج إلى انتقاء المعلومات الأساسية التي يتواصل معك العميل لأجلها ويبحث عنها. </a:t>
            </a:r>
          </a:p>
          <a:p>
            <a:pPr marL="0" marR="68580" lvl="0" indent="0" rtl="1">
              <a:spcBef>
                <a:spcPts val="300"/>
              </a:spcBef>
              <a:spcAft>
                <a:spcPts val="300"/>
              </a:spcAft>
              <a:buNone/>
              <a:tabLst>
                <a:tab pos="320675" algn="l"/>
              </a:tabLst>
            </a:pPr>
            <a:r>
              <a:rPr lang="ar" sz="2800" dirty="0">
                <a:solidFill>
                  <a:srgbClr val="000000"/>
                </a:solidFill>
                <a:latin typeface="Sakkal Majalla" panose="02000000000000000000" pitchFamily="2" charset="-78"/>
                <a:ea typeface="Times New Roman" panose="02020603050405020304" pitchFamily="18" charset="0"/>
                <a:cs typeface="Sakkal Majalla" panose="02000000000000000000" pitchFamily="2" charset="-78"/>
              </a:rPr>
              <a:t>يمكنك فعل ذلك عبر طرح الأسئلة. على سبيل المثال:</a:t>
            </a:r>
            <a:endParaRPr lang="en-GB" sz="28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endParaRPr>
          </a:p>
          <a:p>
            <a:pPr marL="342900" marR="68580" lvl="0" indent="-342900" rtl="1">
              <a:spcBef>
                <a:spcPts val="300"/>
              </a:spcBef>
              <a:spcAft>
                <a:spcPts val="300"/>
              </a:spcAft>
              <a:buFont typeface="+mj-lt"/>
              <a:buAutoNum type="arabicPeriod"/>
              <a:tabLst>
                <a:tab pos="320675" algn="l"/>
              </a:tabLst>
            </a:pPr>
            <a:r>
              <a:rPr lang="ar" sz="28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ماذا يطلب منك العميل تصميمه؟ </a:t>
            </a:r>
            <a:endParaRPr lang="en-GB" sz="2800" dirty="0">
              <a:effectLst/>
              <a:latin typeface="Sakkal Majalla" panose="02000000000000000000" pitchFamily="2" charset="-78"/>
              <a:ea typeface="Times New Roman" panose="02020603050405020304" pitchFamily="18" charset="0"/>
              <a:cs typeface="Sakkal Majalla" panose="02000000000000000000" pitchFamily="2" charset="-78"/>
            </a:endParaRPr>
          </a:p>
          <a:p>
            <a:pPr marL="342900" marR="68580" lvl="0" indent="-342900" rtl="1">
              <a:spcBef>
                <a:spcPts val="300"/>
              </a:spcBef>
              <a:spcAft>
                <a:spcPts val="300"/>
              </a:spcAft>
              <a:buFont typeface="+mj-lt"/>
              <a:buAutoNum type="arabicPeriod"/>
              <a:tabLst>
                <a:tab pos="320675" algn="l"/>
              </a:tabLst>
            </a:pPr>
            <a:r>
              <a:rPr lang="ar" sz="28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من هو الجمهور المستهدف؟ </a:t>
            </a:r>
          </a:p>
          <a:p>
            <a:pPr marL="342900" marR="68580" lvl="0" indent="-342900" rtl="1">
              <a:spcBef>
                <a:spcPts val="300"/>
              </a:spcBef>
              <a:spcAft>
                <a:spcPts val="300"/>
              </a:spcAft>
              <a:buFont typeface="+mj-lt"/>
              <a:buAutoNum type="arabicPeriod"/>
              <a:tabLst>
                <a:tab pos="320675" algn="l"/>
              </a:tabLst>
            </a:pPr>
            <a:r>
              <a:rPr lang="ar" sz="2800" dirty="0">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هل هنالك أي متطلبات خاصة في الموجز؟ </a:t>
            </a:r>
          </a:p>
          <a:p>
            <a:pPr marL="342900" marR="68580" lvl="0" indent="-342900" rtl="1">
              <a:spcBef>
                <a:spcPts val="300"/>
              </a:spcBef>
              <a:spcAft>
                <a:spcPts val="300"/>
              </a:spcAft>
              <a:buFont typeface="+mj-lt"/>
              <a:buAutoNum type="arabicPeriod"/>
              <a:tabLst>
                <a:tab pos="320675" algn="l"/>
              </a:tabLst>
            </a:pPr>
            <a:endParaRPr lang="en-GB" sz="2800" dirty="0">
              <a:solidFill>
                <a:srgbClr val="000000"/>
              </a:solidFill>
              <a:latin typeface="Sakkal Majalla" panose="02000000000000000000" pitchFamily="2" charset="-78"/>
              <a:ea typeface="Times New Roman" panose="02020603050405020304" pitchFamily="18" charset="0"/>
              <a:cs typeface="Sakkal Majalla" panose="02000000000000000000" pitchFamily="2" charset="-78"/>
            </a:endParaRPr>
          </a:p>
          <a:p>
            <a:pPr marL="0" marR="68580" lvl="0" indent="0" rtl="1">
              <a:spcBef>
                <a:spcPts val="300"/>
              </a:spcBef>
              <a:spcAft>
                <a:spcPts val="300"/>
              </a:spcAft>
              <a:buNone/>
              <a:tabLst>
                <a:tab pos="320675" algn="l"/>
              </a:tabLst>
            </a:pPr>
            <a:r>
              <a:rPr lang="ar" sz="2800" dirty="0">
                <a:solidFill>
                  <a:srgbClr val="000000"/>
                </a:solidFill>
                <a:latin typeface="Sakkal Majalla" panose="02000000000000000000" pitchFamily="2" charset="-78"/>
                <a:ea typeface="Times New Roman" panose="02020603050405020304" pitchFamily="18" charset="0"/>
                <a:cs typeface="Sakkal Majalla" panose="02000000000000000000" pitchFamily="2" charset="-78"/>
              </a:rPr>
              <a:t>ستجد في الشريحة التالية مثالًا على الموجز يمكنك الإطلاع عليه وطرح هذه الأسئلة.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تفسير الموجز</a:t>
            </a:r>
          </a:p>
        </p:txBody>
      </p:sp>
      <p:sp>
        <p:nvSpPr>
          <p:cNvPr id="2" name="Footer Placeholder 2">
            <a:extLst>
              <a:ext uri="{FF2B5EF4-FFF2-40B4-BE49-F238E27FC236}">
                <a16:creationId xmlns:a16="http://schemas.microsoft.com/office/drawing/2014/main" id="{1FCDC3FC-9847-922A-E7F6-710DC7EC128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DF4DB-7EF2-515C-DD2A-23AE10E6C117}"/>
              </a:ext>
            </a:extLst>
          </p:cNvPr>
          <p:cNvSpPr>
            <a:spLocks noGrp="1"/>
          </p:cNvSpPr>
          <p:nvPr>
            <p:ph type="title"/>
          </p:nvPr>
        </p:nvSpPr>
        <p:spPr>
          <a:xfrm>
            <a:off x="457200" y="1195200"/>
            <a:ext cx="8229600" cy="864000"/>
          </a:xfrm>
        </p:spPr>
        <p:txBody>
          <a:bodyPr rtlCol="1"/>
          <a:lstStyle/>
          <a:p>
            <a:pPr rtl="1"/>
            <a:r>
              <a:rPr lang="ar" sz="3800" b="1" dirty="0">
                <a:latin typeface="Sakkal Majalla" panose="02000000000000000000" pitchFamily="2" charset="-78"/>
                <a:cs typeface="Sakkal Majalla" panose="02000000000000000000" pitchFamily="2" charset="-78"/>
              </a:rPr>
              <a:t>مثالٌ على الموجز</a:t>
            </a:r>
          </a:p>
        </p:txBody>
      </p:sp>
      <p:sp>
        <p:nvSpPr>
          <p:cNvPr id="3" name="Content Placeholder 2">
            <a:extLst>
              <a:ext uri="{FF2B5EF4-FFF2-40B4-BE49-F238E27FC236}">
                <a16:creationId xmlns:a16="http://schemas.microsoft.com/office/drawing/2014/main" id="{ED65659F-F296-AD00-FE1B-2CAE737AA5AF}"/>
              </a:ext>
            </a:extLst>
          </p:cNvPr>
          <p:cNvSpPr>
            <a:spLocks noGrp="1"/>
          </p:cNvSpPr>
          <p:nvPr>
            <p:ph idx="1"/>
          </p:nvPr>
        </p:nvSpPr>
        <p:spPr>
          <a:xfrm>
            <a:off x="457200" y="2059200"/>
            <a:ext cx="8207375" cy="3878436"/>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تعد Particular Pets علامة تجارية جديدة لمستلزمات الكلاب، إذ إنها تُصنع أطواقًا وستراتٍ وغيرها من الإكسسوارات المبتكرة لتجعل كلبك مميزًا. </a:t>
            </a:r>
          </a:p>
          <a:p>
            <a:pPr marL="0" indent="0" rtl="1">
              <a:buNone/>
            </a:pPr>
            <a:r>
              <a:rPr lang="ar" sz="2600" dirty="0">
                <a:latin typeface="Sakkal Majalla" panose="02000000000000000000" pitchFamily="2" charset="-78"/>
                <a:cs typeface="Sakkal Majalla" panose="02000000000000000000" pitchFamily="2" charset="-78"/>
              </a:rPr>
              <a:t>إنهم يبحثون عن مصممٍ لإنشاء موقع إلكتروني جديد والإعلان عن تواجدهم عبر الإنترنت وتصميم الصفحة الرئيسية بغرض جذب انتباه عملاء جدد. </a:t>
            </a:r>
          </a:p>
          <a:p>
            <a:pPr marL="0" indent="0" rtl="1">
              <a:buNone/>
            </a:pPr>
            <a:r>
              <a:rPr lang="ar" sz="2600" dirty="0">
                <a:latin typeface="Sakkal Majalla" panose="02000000000000000000" pitchFamily="2" charset="-78"/>
                <a:cs typeface="Sakkal Majalla" panose="02000000000000000000" pitchFamily="2" charset="-78"/>
              </a:rPr>
              <a:t>كذلك ينبغي وجود معرضٍ لصور كلابٍ ترتدي منتجاتهم. ولابد للتصميم أن يبدو عصريًا وجميلًا ويظهر الحب للكلاب وأن يتميز بلمسة مختلفة. </a:t>
            </a:r>
          </a:p>
          <a:p>
            <a:pPr marL="0" indent="0" rtl="1">
              <a:buNone/>
            </a:pPr>
            <a:endParaRPr lang="en-US" sz="2600" b="1" dirty="0">
              <a:latin typeface="Sakkal Majalla" panose="02000000000000000000" pitchFamily="2" charset="-78"/>
              <a:cs typeface="Sakkal Majalla" panose="02000000000000000000" pitchFamily="2" charset="-78"/>
            </a:endParaRPr>
          </a:p>
          <a:p>
            <a:pPr marL="0" indent="0" rtl="1">
              <a:buNone/>
            </a:pPr>
            <a:r>
              <a:rPr lang="ar" sz="2600" b="1" dirty="0">
                <a:latin typeface="Sakkal Majalla" panose="02000000000000000000" pitchFamily="2" charset="-78"/>
                <a:cs typeface="Sakkal Majalla" panose="02000000000000000000" pitchFamily="2" charset="-78"/>
              </a:rPr>
              <a:t>سؤال:</a:t>
            </a:r>
            <a:r>
              <a:rPr lang="ar" sz="2600" dirty="0">
                <a:latin typeface="Sakkal Majalla" panose="02000000000000000000" pitchFamily="2" charset="-78"/>
                <a:cs typeface="Sakkal Majalla" panose="02000000000000000000" pitchFamily="2" charset="-78"/>
              </a:rPr>
              <a:t> ماهي المعلومات الأساسية في هذا الموجز؟</a:t>
            </a:r>
          </a:p>
        </p:txBody>
      </p:sp>
      <p:sp>
        <p:nvSpPr>
          <p:cNvPr id="4" name="Footer Placeholder 2">
            <a:extLst>
              <a:ext uri="{FF2B5EF4-FFF2-40B4-BE49-F238E27FC236}">
                <a16:creationId xmlns:a16="http://schemas.microsoft.com/office/drawing/2014/main" id="{84522D9D-F4E7-8A17-5259-80A7A61B698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2974922440"/>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5F9F4-AF86-65D0-244A-55203F863CB9}"/>
              </a:ext>
            </a:extLst>
          </p:cNvPr>
          <p:cNvSpPr>
            <a:spLocks noGrp="1"/>
          </p:cNvSpPr>
          <p:nvPr>
            <p:ph type="title"/>
          </p:nvPr>
        </p:nvSpPr>
        <p:spPr>
          <a:xfrm>
            <a:off x="457200" y="1195200"/>
            <a:ext cx="8229600" cy="864000"/>
          </a:xfrm>
        </p:spPr>
        <p:txBody>
          <a:bodyPr rtlCol="1"/>
          <a:lstStyle/>
          <a:p>
            <a:pPr rtl="1"/>
            <a:r>
              <a:rPr lang="ar" sz="3800" b="1" dirty="0">
                <a:latin typeface="Sakkal Majalla" panose="02000000000000000000" pitchFamily="2" charset="-78"/>
                <a:cs typeface="Sakkal Majalla" panose="02000000000000000000" pitchFamily="2" charset="-78"/>
              </a:rPr>
              <a:t>مصادر البحث</a:t>
            </a:r>
          </a:p>
        </p:txBody>
      </p:sp>
      <p:sp>
        <p:nvSpPr>
          <p:cNvPr id="3" name="Content Placeholder 2">
            <a:extLst>
              <a:ext uri="{FF2B5EF4-FFF2-40B4-BE49-F238E27FC236}">
                <a16:creationId xmlns:a16="http://schemas.microsoft.com/office/drawing/2014/main" id="{650C662A-2C2E-45CD-1943-8F61CD73F54B}"/>
              </a:ext>
            </a:extLst>
          </p:cNvPr>
          <p:cNvSpPr>
            <a:spLocks noGrp="1"/>
          </p:cNvSpPr>
          <p:nvPr>
            <p:ph idx="1"/>
          </p:nvPr>
        </p:nvSpPr>
        <p:spPr>
          <a:xfrm>
            <a:off x="468311" y="2196000"/>
            <a:ext cx="8207375" cy="3878436"/>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ستتضمن المصادر الأساسية والمصادر الثانوية.</a:t>
            </a:r>
          </a:p>
          <a:p>
            <a:pPr marL="0" indent="0" rtl="1">
              <a:buNone/>
            </a:pPr>
            <a:endParaRPr lang="en-GB" sz="2600" dirty="0">
              <a:latin typeface="Sakkal Majalla" panose="02000000000000000000" pitchFamily="2" charset="-78"/>
              <a:cs typeface="Sakkal Majalla" panose="02000000000000000000" pitchFamily="2" charset="-78"/>
            </a:endParaRPr>
          </a:p>
          <a:p>
            <a:pPr marL="0" indent="0" rtl="1">
              <a:buNone/>
            </a:pPr>
            <a:r>
              <a:rPr lang="ar" sz="2600" dirty="0">
                <a:latin typeface="Sakkal Majalla" panose="02000000000000000000" pitchFamily="2" charset="-78"/>
                <a:cs typeface="Sakkal Majalla" panose="02000000000000000000" pitchFamily="2" charset="-78"/>
              </a:rPr>
              <a:t>إنها مهارة ستطورها وفقًا لموجز محدد.</a:t>
            </a:r>
          </a:p>
          <a:p>
            <a:pPr marL="0" indent="0" rtl="1">
              <a:buNone/>
            </a:pPr>
            <a:endParaRPr lang="en-GB" sz="2600" dirty="0">
              <a:latin typeface="Sakkal Majalla" panose="02000000000000000000" pitchFamily="2" charset="-78"/>
              <a:cs typeface="Sakkal Majalla" panose="02000000000000000000" pitchFamily="2" charset="-78"/>
            </a:endParaRPr>
          </a:p>
          <a:p>
            <a:pPr marL="0" indent="0" rtl="1">
              <a:buNone/>
            </a:pPr>
            <a:r>
              <a:rPr lang="ar" sz="2600" b="1" dirty="0">
                <a:latin typeface="Sakkal Majalla" panose="02000000000000000000" pitchFamily="2" charset="-78"/>
                <a:cs typeface="Sakkal Majalla" panose="02000000000000000000" pitchFamily="2" charset="-78"/>
              </a:rPr>
              <a:t>سؤال:</a:t>
            </a:r>
            <a:r>
              <a:rPr lang="ar" sz="2600" dirty="0">
                <a:latin typeface="Sakkal Majalla" panose="02000000000000000000" pitchFamily="2" charset="-78"/>
                <a:cs typeface="Sakkal Majalla" panose="02000000000000000000" pitchFamily="2" charset="-78"/>
              </a:rPr>
              <a:t> هل تعلم ماهي هذه المصادر وما أوجه اختلافها؟ في المثال على الموجز هل يمكنك التفكير في أي بحث لإجرائه؟</a:t>
            </a:r>
          </a:p>
          <a:p>
            <a:pPr rtl="1"/>
            <a:endParaRPr lang="en-GB"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46E5CCC7-168B-54A8-A1DD-3F0077BDDCA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2881911137"/>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760738" y="2420888"/>
            <a:ext cx="2915718"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dirty="0">
                <a:latin typeface="Sakkal Majalla" panose="02000000000000000000" pitchFamily="2" charset="-78"/>
                <a:cs typeface="Sakkal Majalla" panose="02000000000000000000" pitchFamily="2" charset="-78"/>
              </a:rPr>
              <a:t>المعلومات المكتسبة من الخبرة المباشرة والاستطلاعات والملاحظات الحياتية وجمع المصنوعات اليدوية مثل التغليفات والمنتجات.</a:t>
            </a:r>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المصادر الأولية</a:t>
            </a:r>
          </a:p>
        </p:txBody>
      </p:sp>
      <p:sp>
        <p:nvSpPr>
          <p:cNvPr id="3" name="Footer Placeholder 2">
            <a:extLst>
              <a:ext uri="{FF2B5EF4-FFF2-40B4-BE49-F238E27FC236}">
                <a16:creationId xmlns:a16="http://schemas.microsoft.com/office/drawing/2014/main" id="{E0118250-30A6-C309-5EA4-F20A9B49F6A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pic>
        <p:nvPicPr>
          <p:cNvPr id="4" name="Picture 3" descr="Shelves of shelves with different perfumes&#10;&#10;Description automatically generated with medium confidence">
            <a:extLst>
              <a:ext uri="{FF2B5EF4-FFF2-40B4-BE49-F238E27FC236}">
                <a16:creationId xmlns:a16="http://schemas.microsoft.com/office/drawing/2014/main" id="{52519004-48B6-7423-0881-45525A77C941}"/>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683568" y="2492896"/>
            <a:ext cx="4652068" cy="3096344"/>
          </a:xfrm>
          <a:prstGeom prst="rect">
            <a:avLst/>
          </a:prstGeom>
        </p:spPr>
      </p:pic>
    </p:spTree>
    <p:extLst>
      <p:ext uri="{BB962C8B-B14F-4D97-AF65-F5344CB8AC3E}">
        <p14:creationId xmlns:p14="http://schemas.microsoft.com/office/powerpoint/2010/main" val="3978143264"/>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511661" y="2204864"/>
            <a:ext cx="6732747"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dirty="0">
                <a:latin typeface="Sakkal Majalla" panose="02000000000000000000" pitchFamily="2" charset="-78"/>
                <a:cs typeface="Sakkal Majalla" panose="02000000000000000000" pitchFamily="2" charset="-78"/>
              </a:rPr>
              <a:t>المعلومات الثانوية الواردة من مواد أنتجها الآخرون مثل:</a:t>
            </a:r>
          </a:p>
          <a:p>
            <a:pPr rtl="1"/>
            <a:r>
              <a:rPr lang="ar" sz="2200" dirty="0">
                <a:latin typeface="Sakkal Majalla" panose="02000000000000000000" pitchFamily="2" charset="-78"/>
                <a:cs typeface="Sakkal Majalla" panose="02000000000000000000" pitchFamily="2" charset="-78"/>
              </a:rPr>
              <a:t>الأفلام </a:t>
            </a:r>
          </a:p>
          <a:p>
            <a:pPr rtl="1"/>
            <a:r>
              <a:rPr lang="ar" sz="2200" dirty="0">
                <a:latin typeface="Sakkal Majalla" panose="02000000000000000000" pitchFamily="2" charset="-78"/>
                <a:cs typeface="Sakkal Majalla" panose="02000000000000000000" pitchFamily="2" charset="-78"/>
              </a:rPr>
              <a:t>المجلات</a:t>
            </a:r>
          </a:p>
          <a:p>
            <a:pPr rtl="1"/>
            <a:r>
              <a:rPr lang="ar" sz="2200" dirty="0">
                <a:latin typeface="Sakkal Majalla" panose="02000000000000000000" pitchFamily="2" charset="-78"/>
                <a:cs typeface="Sakkal Majalla" panose="02000000000000000000" pitchFamily="2" charset="-78"/>
              </a:rPr>
              <a:t>الصور الفوتوغرافية أو الأعمال الفنية</a:t>
            </a:r>
          </a:p>
          <a:p>
            <a:pPr rtl="1"/>
            <a:r>
              <a:rPr lang="ar" sz="2200" dirty="0">
                <a:latin typeface="Sakkal Majalla" panose="02000000000000000000" pitchFamily="2" charset="-78"/>
                <a:cs typeface="Sakkal Majalla" panose="02000000000000000000" pitchFamily="2" charset="-78"/>
              </a:rPr>
              <a:t>بيانات السوق </a:t>
            </a:r>
          </a:p>
          <a:p>
            <a:pPr rtl="1"/>
            <a:r>
              <a:rPr lang="ar" sz="2200" dirty="0">
                <a:latin typeface="Sakkal Majalla" panose="02000000000000000000" pitchFamily="2" charset="-78"/>
                <a:cs typeface="Sakkal Majalla" panose="02000000000000000000" pitchFamily="2" charset="-78"/>
              </a:rPr>
              <a:t>مواد موجودة على شبكة الإنترنت.</a:t>
            </a:r>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المصادر الثانوية</a:t>
            </a:r>
          </a:p>
        </p:txBody>
      </p:sp>
      <p:sp>
        <p:nvSpPr>
          <p:cNvPr id="2" name="Footer Placeholder 2">
            <a:extLst>
              <a:ext uri="{FF2B5EF4-FFF2-40B4-BE49-F238E27FC236}">
                <a16:creationId xmlns:a16="http://schemas.microsoft.com/office/drawing/2014/main" id="{853DFC6D-52FF-D31B-BCE1-3612D8F8DB0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1493606964"/>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568" y="2204864"/>
            <a:ext cx="8010587"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rtl="1"/>
            <a:r>
              <a:rPr lang="ar" sz="2600" dirty="0">
                <a:latin typeface="Sakkal Majalla" panose="02000000000000000000" pitchFamily="2" charset="-78"/>
                <a:cs typeface="Sakkal Majalla" panose="02000000000000000000" pitchFamily="2" charset="-78"/>
              </a:rPr>
              <a:t>الرسم </a:t>
            </a:r>
          </a:p>
          <a:p>
            <a:pPr marL="358775" rtl="1"/>
            <a:r>
              <a:rPr lang="ar" sz="2600" dirty="0">
                <a:latin typeface="Sakkal Majalla" panose="02000000000000000000" pitchFamily="2" charset="-78"/>
                <a:cs typeface="Sakkal Majalla" panose="02000000000000000000" pitchFamily="2" charset="-78"/>
              </a:rPr>
              <a:t>التصوير الفوتوغرافي </a:t>
            </a:r>
          </a:p>
          <a:p>
            <a:pPr marL="358775" rtl="1"/>
            <a:r>
              <a:rPr lang="ar" sz="2600" dirty="0">
                <a:latin typeface="Sakkal Majalla" panose="02000000000000000000" pitchFamily="2" charset="-78"/>
                <a:cs typeface="Sakkal Majalla" panose="02000000000000000000" pitchFamily="2" charset="-78"/>
              </a:rPr>
              <a:t>الكتابة </a:t>
            </a:r>
          </a:p>
          <a:p>
            <a:pPr marL="358775" rtl="1"/>
            <a:r>
              <a:rPr lang="ar" sz="2600" dirty="0">
                <a:latin typeface="Sakkal Majalla" panose="02000000000000000000" pitchFamily="2" charset="-78"/>
                <a:cs typeface="Sakkal Majalla" panose="02000000000000000000" pitchFamily="2" charset="-78"/>
              </a:rPr>
              <a:t>الجمع</a:t>
            </a:r>
          </a:p>
          <a:p>
            <a:pPr marL="358775" rtl="1"/>
            <a:r>
              <a:rPr lang="ar" sz="2600" dirty="0">
                <a:latin typeface="Sakkal Majalla" panose="02000000000000000000" pitchFamily="2" charset="-78"/>
                <a:cs typeface="Sakkal Majalla" panose="02000000000000000000" pitchFamily="2" charset="-78"/>
              </a:rPr>
              <a:t>التفاعل الحسي: النظر والسمع و</a:t>
            </a:r>
            <a:r>
              <a:rPr lang="ar-EG" sz="2600" dirty="0">
                <a:latin typeface="Sakkal Majalla" panose="02000000000000000000" pitchFamily="2" charset="-78"/>
                <a:cs typeface="Sakkal Majalla" panose="02000000000000000000" pitchFamily="2" charset="-78"/>
              </a:rPr>
              <a:t>اللمس</a:t>
            </a:r>
            <a:r>
              <a:rPr lang="ar" sz="2600" dirty="0">
                <a:latin typeface="Sakkal Majalla" panose="02000000000000000000" pitchFamily="2" charset="-78"/>
                <a:cs typeface="Sakkal Majalla" panose="02000000000000000000" pitchFamily="2" charset="-78"/>
              </a:rPr>
              <a:t> والوزن والقوام والتناسب الحجمي والبيئة المحيطة والهيئة والشكل.</a:t>
            </a:r>
          </a:p>
          <a:p>
            <a:pPr marL="358775" rtl="1"/>
            <a:r>
              <a:rPr lang="ar" sz="2600" dirty="0">
                <a:latin typeface="Sakkal Majalla" panose="02000000000000000000" pitchFamily="2" charset="-78"/>
                <a:cs typeface="Sakkal Majalla" panose="02000000000000000000" pitchFamily="2" charset="-78"/>
              </a:rPr>
              <a:t>القراءة والمناقشة</a:t>
            </a:r>
          </a:p>
          <a:p>
            <a:pPr marL="358775" rtl="1"/>
            <a:endParaRPr lang="en-GB" altLang="en-US" sz="2600" dirty="0">
              <a:latin typeface="Sakkal Majalla" panose="02000000000000000000" pitchFamily="2" charset="-78"/>
              <a:cs typeface="Sakkal Majalla" panose="02000000000000000000" pitchFamily="2" charset="-78"/>
            </a:endParaRPr>
          </a:p>
          <a:p>
            <a:pPr marL="15875" indent="0" rtl="1">
              <a:buNone/>
            </a:pPr>
            <a:r>
              <a:rPr lang="ar" sz="2600" b="1" dirty="0">
                <a:latin typeface="Sakkal Majalla" panose="02000000000000000000" pitchFamily="2" charset="-78"/>
                <a:cs typeface="Sakkal Majalla" panose="02000000000000000000" pitchFamily="2" charset="-78"/>
              </a:rPr>
              <a:t>سؤال: </a:t>
            </a:r>
            <a:r>
              <a:rPr lang="ar" sz="2600" dirty="0">
                <a:latin typeface="Sakkal Majalla" panose="02000000000000000000" pitchFamily="2" charset="-78"/>
                <a:cs typeface="Sakkal Majalla" panose="02000000000000000000" pitchFamily="2" charset="-78"/>
              </a:rPr>
              <a:t>كيف يمكن لهذه الطرق أن تكون مفيدة للاستجابة لموجز التصميم الجرافيكي؟</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1520"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طرق الاستقصاء</a:t>
            </a:r>
          </a:p>
        </p:txBody>
      </p:sp>
      <p:sp>
        <p:nvSpPr>
          <p:cNvPr id="2" name="Footer Placeholder 2">
            <a:extLst>
              <a:ext uri="{FF2B5EF4-FFF2-40B4-BE49-F238E27FC236}">
                <a16:creationId xmlns:a16="http://schemas.microsoft.com/office/drawing/2014/main" id="{222D9E90-A84C-61E9-95AB-E0D4FE0B22C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1699302388"/>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EFF2-BB7B-FFC9-557A-176551C34316}"/>
              </a:ext>
            </a:extLst>
          </p:cNvPr>
          <p:cNvSpPr>
            <a:spLocks noGrp="1"/>
          </p:cNvSpPr>
          <p:nvPr>
            <p:ph type="title"/>
          </p:nvPr>
        </p:nvSpPr>
        <p:spPr>
          <a:xfrm>
            <a:off x="457200" y="1195388"/>
            <a:ext cx="8229600" cy="863600"/>
          </a:xfrm>
        </p:spPr>
        <p:txBody>
          <a:bodyPr rtlCol="1"/>
          <a:lstStyle/>
          <a:p>
            <a:pPr rtl="1"/>
            <a:r>
              <a:rPr lang="ar" sz="3800" b="1" dirty="0">
                <a:latin typeface="Sakkal Majalla" panose="02000000000000000000" pitchFamily="2" charset="-78"/>
                <a:cs typeface="Sakkal Majalla" panose="02000000000000000000" pitchFamily="2" charset="-78"/>
              </a:rPr>
              <a:t>مهنة التصميم الجرافيكي</a:t>
            </a:r>
          </a:p>
        </p:txBody>
      </p:sp>
      <p:sp>
        <p:nvSpPr>
          <p:cNvPr id="3" name="Content Placeholder 2">
            <a:extLst>
              <a:ext uri="{FF2B5EF4-FFF2-40B4-BE49-F238E27FC236}">
                <a16:creationId xmlns:a16="http://schemas.microsoft.com/office/drawing/2014/main" id="{5BA8AE29-73E1-F42B-B9E4-E495350ED1E4}"/>
              </a:ext>
            </a:extLst>
          </p:cNvPr>
          <p:cNvSpPr>
            <a:spLocks noGrp="1"/>
          </p:cNvSpPr>
          <p:nvPr>
            <p:ph sz="half" idx="2"/>
          </p:nvPr>
        </p:nvSpPr>
        <p:spPr>
          <a:xfrm>
            <a:off x="457200" y="2204864"/>
            <a:ext cx="7991475" cy="3609975"/>
          </a:xfrm>
        </p:spPr>
        <p:txBody>
          <a:bodyPr rtlCol="1"/>
          <a:lstStyle/>
          <a:p>
            <a:pPr marL="0" indent="0" rtl="1">
              <a:buNone/>
            </a:pPr>
            <a:r>
              <a:rPr lang="ar" sz="2200" dirty="0">
                <a:latin typeface="Sakkal Majalla" panose="02000000000000000000" pitchFamily="2" charset="-78"/>
                <a:cs typeface="Sakkal Majalla" panose="02000000000000000000" pitchFamily="2" charset="-78"/>
              </a:rPr>
              <a:t>سيشمل تعلم هذه المهنة العديد من الأشياء المختلفة:</a:t>
            </a:r>
          </a:p>
          <a:p>
            <a:pPr rtl="1"/>
            <a:r>
              <a:rPr lang="ar" sz="2200" dirty="0">
                <a:latin typeface="Sakkal Majalla" panose="02000000000000000000" pitchFamily="2" charset="-78"/>
                <a:cs typeface="Sakkal Majalla" panose="02000000000000000000" pitchFamily="2" charset="-78"/>
              </a:rPr>
              <a:t>الهدف/الغاية - شرح العلاقة بين الأعمال التصميمية المنتجة</a:t>
            </a:r>
          </a:p>
          <a:p>
            <a:pPr rtl="1"/>
            <a:r>
              <a:rPr lang="ar" sz="2200" dirty="0">
                <a:latin typeface="Sakkal Majalla" panose="02000000000000000000" pitchFamily="2" charset="-78"/>
                <a:cs typeface="Sakkal Majalla" panose="02000000000000000000" pitchFamily="2" charset="-78"/>
              </a:rPr>
              <a:t>واستخدام اللغة البصرية الموظفة </a:t>
            </a:r>
          </a:p>
          <a:p>
            <a:pPr rtl="1"/>
            <a:r>
              <a:rPr lang="ar" sz="2200" dirty="0">
                <a:latin typeface="Sakkal Majalla" panose="02000000000000000000" pitchFamily="2" charset="-78"/>
                <a:cs typeface="Sakkal Majalla" panose="02000000000000000000" pitchFamily="2" charset="-78"/>
              </a:rPr>
              <a:t>والجمهور المستهدف وحاجاته</a:t>
            </a:r>
          </a:p>
          <a:p>
            <a:pPr rtl="1"/>
            <a:r>
              <a:rPr lang="ar" sz="2200" dirty="0">
                <a:latin typeface="Sakkal Majalla" panose="02000000000000000000" pitchFamily="2" charset="-78"/>
                <a:cs typeface="Sakkal Majalla" panose="02000000000000000000" pitchFamily="2" charset="-78"/>
              </a:rPr>
              <a:t>وممارسي المهنة المعاصرين والقدامى</a:t>
            </a:r>
          </a:p>
          <a:p>
            <a:pPr rtl="1"/>
            <a:r>
              <a:rPr lang="ar" sz="2200" dirty="0">
                <a:latin typeface="Sakkal Majalla" panose="02000000000000000000" pitchFamily="2" charset="-78"/>
                <a:cs typeface="Sakkal Majalla" panose="02000000000000000000" pitchFamily="2" charset="-78"/>
              </a:rPr>
              <a:t>تحديد: </a:t>
            </a:r>
          </a:p>
          <a:p>
            <a:pPr lvl="1"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المشاكل الإبداعية والحلول الابداعية</a:t>
            </a:r>
          </a:p>
          <a:p>
            <a:pPr lvl="1"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الأساليب والسمات الشائعة</a:t>
            </a:r>
          </a:p>
          <a:p>
            <a:pPr lvl="1"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نقاط البيع الفريدة (USPs)</a:t>
            </a:r>
          </a:p>
          <a:p>
            <a:pPr lvl="1"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تطبيق مصطلحات الفن والتصميم التخصصية.</a:t>
            </a:r>
          </a:p>
          <a:p>
            <a:pPr rtl="1"/>
            <a:endParaRPr lang="en-GB" sz="22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495705CF-AA4D-D5C7-CF81-9EFA816B280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3218671382"/>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3800" b="1" dirty="0">
                <a:solidFill>
                  <a:schemeClr val="tx2"/>
                </a:solidFill>
                <a:latin typeface="Sakkal Majalla" panose="02000000000000000000" pitchFamily="2" charset="-78"/>
                <a:cs typeface="Sakkal Majalla" panose="02000000000000000000" pitchFamily="2" charset="-78"/>
              </a:rPr>
              <a:t>اللغة البصرية في التصميم الجرافيكي</a:t>
            </a: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568" y="2196001"/>
            <a:ext cx="7992120"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268288" indent="-268288" rtl="1">
              <a:lnSpc>
                <a:spcPct val="90000"/>
              </a:lnSpc>
            </a:pPr>
            <a:r>
              <a:rPr lang="ar" sz="2600" dirty="0">
                <a:latin typeface="Sakkal Majalla" panose="02000000000000000000" pitchFamily="2" charset="-78"/>
                <a:cs typeface="Sakkal Majalla" panose="02000000000000000000" pitchFamily="2" charset="-78"/>
              </a:rPr>
              <a:t>إنها طريقة للوصول إلى الجمهور باستخدام عناصر بصرية أكثر من استخدام الكلمات. </a:t>
            </a:r>
          </a:p>
          <a:p>
            <a:pPr marL="0" indent="0" rtl="1">
              <a:lnSpc>
                <a:spcPct val="90000"/>
              </a:lnSpc>
              <a:buNone/>
            </a:pPr>
            <a:endParaRPr lang="en-GB" altLang="en-US" sz="2600" dirty="0">
              <a:latin typeface="Sakkal Majalla" panose="02000000000000000000" pitchFamily="2" charset="-78"/>
              <a:cs typeface="Sakkal Majalla" panose="02000000000000000000" pitchFamily="2" charset="-78"/>
            </a:endParaRPr>
          </a:p>
          <a:p>
            <a:pPr marL="268288" indent="-268288" rtl="1">
              <a:lnSpc>
                <a:spcPct val="90000"/>
              </a:lnSpc>
            </a:pPr>
            <a:r>
              <a:rPr lang="ar" sz="2600" dirty="0">
                <a:latin typeface="Sakkal Majalla" panose="02000000000000000000" pitchFamily="2" charset="-78"/>
                <a:cs typeface="Sakkal Majalla" panose="02000000000000000000" pitchFamily="2" charset="-78"/>
              </a:rPr>
              <a:t>ستتضمن الأمثلة الملصقات والإعلانات والتغليف</a:t>
            </a:r>
          </a:p>
          <a:p>
            <a:pPr marL="0" indent="0" rtl="1">
              <a:lnSpc>
                <a:spcPct val="90000"/>
              </a:lnSpc>
              <a:buNone/>
            </a:pPr>
            <a:endParaRPr lang="en-GB" altLang="en-US" sz="2600" dirty="0">
              <a:latin typeface="Sakkal Majalla" panose="02000000000000000000" pitchFamily="2" charset="-78"/>
              <a:cs typeface="Sakkal Majalla" panose="02000000000000000000" pitchFamily="2" charset="-78"/>
            </a:endParaRPr>
          </a:p>
          <a:p>
            <a:pPr marL="268288" indent="-268288" rtl="1">
              <a:lnSpc>
                <a:spcPct val="90000"/>
              </a:lnSpc>
            </a:pPr>
            <a:r>
              <a:rPr lang="ar" sz="2600" dirty="0">
                <a:latin typeface="Sakkal Majalla" panose="02000000000000000000" pitchFamily="2" charset="-78"/>
                <a:cs typeface="Sakkal Majalla" panose="02000000000000000000" pitchFamily="2" charset="-78"/>
              </a:rPr>
              <a:t>يستخدم مصممو الجرافيك أساليب طباعة الحروف والصور والألوان والتوليف فيما بينها وبناء العلامة التجارية وتوضيع المساحات البيضاء بين العناصر المرئية الأخرى لتوصيل رسالتهم.</a:t>
            </a:r>
          </a:p>
        </p:txBody>
      </p:sp>
      <p:sp>
        <p:nvSpPr>
          <p:cNvPr id="2" name="Footer Placeholder 2">
            <a:extLst>
              <a:ext uri="{FF2B5EF4-FFF2-40B4-BE49-F238E27FC236}">
                <a16:creationId xmlns:a16="http://schemas.microsoft.com/office/drawing/2014/main" id="{915502FC-D5D2-D12C-3B50-BD4C861E7B81}"/>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3321719766"/>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B0E44-EF7B-F3A0-B50B-FE5688C6E6AB}"/>
              </a:ext>
            </a:extLst>
          </p:cNvPr>
          <p:cNvSpPr>
            <a:spLocks noGrp="1"/>
          </p:cNvSpPr>
          <p:nvPr>
            <p:ph type="title"/>
          </p:nvPr>
        </p:nvSpPr>
        <p:spPr>
          <a:xfrm>
            <a:off x="470007" y="1430626"/>
            <a:ext cx="8229600" cy="864000"/>
          </a:xfrm>
        </p:spPr>
        <p:txBody>
          <a:bodyPr rtlCol="1"/>
          <a:lstStyle/>
          <a:p>
            <a:pPr algn="ctr" rtl="1"/>
            <a:r>
              <a:rPr lang="ar" sz="3800" b="1" dirty="0">
                <a:solidFill>
                  <a:schemeClr val="tx2"/>
                </a:solidFill>
                <a:latin typeface="Sakkal Majalla" panose="02000000000000000000" pitchFamily="2" charset="-78"/>
                <a:cs typeface="Sakkal Majalla" panose="02000000000000000000" pitchFamily="2" charset="-78"/>
              </a:rPr>
              <a:t>اللغة البصرية في التصميم الجرافيكي</a:t>
            </a:r>
            <a:br>
              <a:rPr lang="en-US" altLang="en-US" sz="3800" b="1" dirty="0">
                <a:solidFill>
                  <a:schemeClr val="tx2"/>
                </a:solidFill>
                <a:latin typeface="Sakkal Majalla" panose="02000000000000000000" pitchFamily="2" charset="-78"/>
                <a:cs typeface="Sakkal Majalla" panose="02000000000000000000" pitchFamily="2" charset="-78"/>
              </a:rPr>
            </a:br>
            <a:endParaRPr lang="en-US" sz="3800" dirty="0">
              <a:latin typeface="Sakkal Majalla" panose="02000000000000000000" pitchFamily="2" charset="-78"/>
              <a:cs typeface="Sakkal Majalla" panose="02000000000000000000" pitchFamily="2" charset="-78"/>
            </a:endParaRPr>
          </a:p>
        </p:txBody>
      </p:sp>
      <p:sp>
        <p:nvSpPr>
          <p:cNvPr id="5" name="Text Placeholder 4">
            <a:extLst>
              <a:ext uri="{FF2B5EF4-FFF2-40B4-BE49-F238E27FC236}">
                <a16:creationId xmlns:a16="http://schemas.microsoft.com/office/drawing/2014/main" id="{FFF622CD-8ED8-6C28-7C20-A7B48A6B3B6B}"/>
              </a:ext>
            </a:extLst>
          </p:cNvPr>
          <p:cNvSpPr>
            <a:spLocks noGrp="1"/>
          </p:cNvSpPr>
          <p:nvPr>
            <p:ph type="body" sz="quarter" idx="3"/>
          </p:nvPr>
        </p:nvSpPr>
        <p:spPr>
          <a:xfrm>
            <a:off x="611560" y="2417521"/>
            <a:ext cx="7920880" cy="737478"/>
          </a:xfrm>
        </p:spPr>
        <p:txBody>
          <a:bodyPr rtlCol="1"/>
          <a:lstStyle/>
          <a:p>
            <a:pPr rtl="1"/>
            <a:r>
              <a:rPr lang="ar" sz="2000" b="0" dirty="0">
                <a:latin typeface="Sakkal Majalla" panose="02000000000000000000" pitchFamily="2" charset="-78"/>
                <a:cs typeface="Sakkal Majalla" panose="02000000000000000000" pitchFamily="2" charset="-78"/>
              </a:rPr>
              <a:t>كيف يستخدم مخططُ المعلومات البياني - الموضح على اليسار- اللغةَ البصريةَ لإيصال المعنى؟ </a:t>
            </a:r>
          </a:p>
          <a:p>
            <a:pPr rtl="1"/>
            <a:r>
              <a:rPr lang="ar" sz="2000" b="0" dirty="0">
                <a:latin typeface="Sakkal Majalla" panose="02000000000000000000" pitchFamily="2" charset="-78"/>
                <a:cs typeface="Sakkal Majalla" panose="02000000000000000000" pitchFamily="2" charset="-78"/>
              </a:rPr>
              <a:t>ما هي الفكرة التي يحاول المصور الفوتوغرافي توصيلها عن عصير البرتقال عبر صورته هذه، وكيف يوصلها مستخدمًا اللغة البصرية؟</a:t>
            </a:r>
          </a:p>
        </p:txBody>
      </p:sp>
      <p:sp>
        <p:nvSpPr>
          <p:cNvPr id="3" name="Footer Placeholder 2">
            <a:extLst>
              <a:ext uri="{FF2B5EF4-FFF2-40B4-BE49-F238E27FC236}">
                <a16:creationId xmlns:a16="http://schemas.microsoft.com/office/drawing/2014/main" id="{9503E550-193A-B6CA-0229-2F4BB03C81D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pic>
        <p:nvPicPr>
          <p:cNvPr id="4" name="Picture 3" descr="A glass of orange juice&#10;&#10;Description automatically generated">
            <a:extLst>
              <a:ext uri="{FF2B5EF4-FFF2-40B4-BE49-F238E27FC236}">
                <a16:creationId xmlns:a16="http://schemas.microsoft.com/office/drawing/2014/main" id="{0B4ECC24-D9C1-75ED-F38A-9FFF0D03F6EC}"/>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39552" y="3428433"/>
            <a:ext cx="4161167" cy="2775261"/>
          </a:xfrm>
          <a:prstGeom prst="rect">
            <a:avLst/>
          </a:prstGeom>
        </p:spPr>
      </p:pic>
      <p:pic>
        <p:nvPicPr>
          <p:cNvPr id="6" name="Picture 5" descr="A map with cars and gps navigation&#10;&#10;Description automatically generated with medium confidence">
            <a:extLst>
              <a:ext uri="{FF2B5EF4-FFF2-40B4-BE49-F238E27FC236}">
                <a16:creationId xmlns:a16="http://schemas.microsoft.com/office/drawing/2014/main" id="{1FDF0DCD-5512-FA03-0437-B021EFA9F94F}"/>
              </a:ext>
            </a:extLst>
          </p:cNvPr>
          <p:cNvPicPr>
            <a:picLocks noChangeAspect="1"/>
          </p:cNvPicPr>
          <p:nvPr/>
        </p:nvPicPr>
        <p:blipFill>
          <a:blip r:embed="rId5" cstate="hqprint">
            <a:extLst>
              <a:ext uri="{28A0092B-C50C-407E-A947-70E740481C1C}">
                <a14:useLocalDpi xmlns:a14="http://schemas.microsoft.com/office/drawing/2010/main"/>
              </a:ext>
            </a:extLst>
          </a:blip>
          <a:stretch>
            <a:fillRect/>
          </a:stretch>
        </p:blipFill>
        <p:spPr>
          <a:xfrm>
            <a:off x="5652120" y="3428433"/>
            <a:ext cx="2775261" cy="2775261"/>
          </a:xfrm>
          <a:prstGeom prst="rect">
            <a:avLst/>
          </a:prstGeom>
        </p:spPr>
      </p:pic>
    </p:spTree>
    <p:extLst>
      <p:ext uri="{BB962C8B-B14F-4D97-AF65-F5344CB8AC3E}">
        <p14:creationId xmlns:p14="http://schemas.microsoft.com/office/powerpoint/2010/main" val="3009295551"/>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A8818-633D-BB34-5EE9-917B73874C18}"/>
              </a:ext>
            </a:extLst>
          </p:cNvPr>
          <p:cNvSpPr>
            <a:spLocks noGrp="1"/>
          </p:cNvSpPr>
          <p:nvPr>
            <p:ph type="title"/>
          </p:nvPr>
        </p:nvSpPr>
        <p:spPr/>
        <p:txBody>
          <a:bodyPr rtlCol="1"/>
          <a:lstStyle/>
          <a:p>
            <a:pPr rtl="1"/>
            <a:r>
              <a:rPr lang="ar" sz="3800" b="1" dirty="0">
                <a:latin typeface="Sakkal Majalla" panose="02000000000000000000" pitchFamily="2" charset="-78"/>
                <a:cs typeface="Sakkal Majalla" panose="02000000000000000000" pitchFamily="2" charset="-78"/>
              </a:rPr>
              <a:t>نقاط البيع الفريدة (USPs)</a:t>
            </a:r>
          </a:p>
        </p:txBody>
      </p:sp>
      <p:sp>
        <p:nvSpPr>
          <p:cNvPr id="8" name="Content Placeholder 7">
            <a:extLst>
              <a:ext uri="{FF2B5EF4-FFF2-40B4-BE49-F238E27FC236}">
                <a16:creationId xmlns:a16="http://schemas.microsoft.com/office/drawing/2014/main" id="{80885169-3418-BB24-DE0F-7F60C811AC4F}"/>
              </a:ext>
            </a:extLst>
          </p:cNvPr>
          <p:cNvSpPr>
            <a:spLocks noGrp="1"/>
          </p:cNvSpPr>
          <p:nvPr>
            <p:ph idx="1"/>
          </p:nvPr>
        </p:nvSpPr>
        <p:spPr/>
        <p:txBody>
          <a:bodyPr rtlCol="1"/>
          <a:lstStyle/>
          <a:p>
            <a:pPr rtl="1"/>
            <a:r>
              <a:rPr lang="ar" sz="2600" dirty="0">
                <a:latin typeface="Sakkal Majalla" panose="02000000000000000000" pitchFamily="2" charset="-78"/>
                <a:cs typeface="Sakkal Majalla" panose="02000000000000000000" pitchFamily="2" charset="-78"/>
              </a:rPr>
              <a:t>هل تعلم ما معنى هذا؟</a:t>
            </a:r>
          </a:p>
          <a:p>
            <a:pPr rtl="1"/>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مستخدمًا المثال على الموجز فكّر بماذا يمكنك فعله لجعل الموقع الإلكتروني مختلفًا ومميزًا.</a:t>
            </a:r>
          </a:p>
          <a:p>
            <a:pPr rtl="1"/>
            <a:endParaRPr lang="en-GB"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هل لديك أمثلة على تصاميمٍ جرافيكية تجدها مميزةً من وجهة نظرك؟</a:t>
            </a:r>
          </a:p>
        </p:txBody>
      </p:sp>
      <p:sp>
        <p:nvSpPr>
          <p:cNvPr id="3" name="Footer Placeholder 2">
            <a:extLst>
              <a:ext uri="{FF2B5EF4-FFF2-40B4-BE49-F238E27FC236}">
                <a16:creationId xmlns:a16="http://schemas.microsoft.com/office/drawing/2014/main" id="{D31A554F-8419-B624-A4B0-09705D4E52D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700418610"/>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FCC23A3B-4EFE-C7D4-2F41-EB01EDA9CF35}"/>
              </a:ext>
            </a:extLst>
          </p:cNvPr>
          <p:cNvSpPr>
            <a:spLocks noGrp="1" noChangeArrowheads="1"/>
          </p:cNvSpPr>
          <p:nvPr>
            <p:ph type="title"/>
          </p:nvPr>
        </p:nvSpPr>
        <p:spPr bwMode="auto">
          <a:xfrm>
            <a:off x="457200" y="1195388"/>
            <a:ext cx="8229600" cy="8651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b="1" dirty="0">
                <a:solidFill>
                  <a:schemeClr val="tx2"/>
                </a:solidFill>
                <a:latin typeface="Sakkal Majalla" panose="02000000000000000000" pitchFamily="2" charset="-78"/>
                <a:cs typeface="Sakkal Majalla" panose="02000000000000000000" pitchFamily="2" charset="-78"/>
              </a:rPr>
              <a:t>أ2: توليد الأفكار</a:t>
            </a:r>
          </a:p>
        </p:txBody>
      </p:sp>
      <p:sp>
        <p:nvSpPr>
          <p:cNvPr id="4" name="Content Placeholder 3">
            <a:extLst>
              <a:ext uri="{FF2B5EF4-FFF2-40B4-BE49-F238E27FC236}">
                <a16:creationId xmlns:a16="http://schemas.microsoft.com/office/drawing/2014/main" id="{E05E0219-B0A3-FEA2-13E0-1761AF9B49B5}"/>
              </a:ext>
            </a:extLst>
          </p:cNvPr>
          <p:cNvSpPr>
            <a:spLocks noGrp="1"/>
          </p:cNvSpPr>
          <p:nvPr>
            <p:ph sz="half" idx="2"/>
          </p:nvPr>
        </p:nvSpPr>
        <p:spPr>
          <a:xfrm>
            <a:off x="251520" y="2196001"/>
            <a:ext cx="3960440" cy="4024100"/>
          </a:xfrm>
        </p:spPr>
        <p:txBody>
          <a:bodyPr wrap="square" rtlCol="1" anchor="t">
            <a:normAutofit/>
          </a:bodyPr>
          <a:lstStyle/>
          <a:p>
            <a:pPr rtl="1">
              <a:lnSpc>
                <a:spcPct val="90000"/>
              </a:lnSpc>
            </a:pPr>
            <a:r>
              <a:rPr lang="ar" sz="2600" dirty="0">
                <a:latin typeface="Sakkal Majalla" panose="02000000000000000000" pitchFamily="2" charset="-78"/>
                <a:cs typeface="Sakkal Majalla" panose="02000000000000000000" pitchFamily="2" charset="-78"/>
              </a:rPr>
              <a:t>انظر إلى متطلبات الموجز</a:t>
            </a:r>
          </a:p>
          <a:p>
            <a:pPr rtl="1">
              <a:lnSpc>
                <a:spcPct val="90000"/>
              </a:lnSpc>
            </a:pPr>
            <a:r>
              <a:rPr lang="ar" sz="2600" dirty="0">
                <a:latin typeface="Sakkal Majalla" panose="02000000000000000000" pitchFamily="2" charset="-78"/>
                <a:cs typeface="Sakkal Majalla" panose="02000000000000000000" pitchFamily="2" charset="-78"/>
              </a:rPr>
              <a:t>اعكس بحثك واستقصاءاتك</a:t>
            </a:r>
          </a:p>
          <a:p>
            <a:pPr rtl="1">
              <a:lnSpc>
                <a:spcPct val="90000"/>
              </a:lnSpc>
            </a:pPr>
            <a:r>
              <a:rPr lang="ar" sz="2600" dirty="0">
                <a:latin typeface="Sakkal Majalla" panose="02000000000000000000" pitchFamily="2" charset="-78"/>
                <a:cs typeface="Sakkal Majalla" panose="02000000000000000000" pitchFamily="2" charset="-78"/>
              </a:rPr>
              <a:t>استخدم مجموعة من التقنيات لتوليد أفكارك</a:t>
            </a:r>
          </a:p>
          <a:p>
            <a:pPr rtl="1">
              <a:lnSpc>
                <a:spcPct val="90000"/>
              </a:lnSpc>
            </a:pPr>
            <a:r>
              <a:rPr lang="ar" sz="2600" dirty="0">
                <a:latin typeface="Sakkal Majalla" panose="02000000000000000000" pitchFamily="2" charset="-78"/>
                <a:cs typeface="Sakkal Majalla" panose="02000000000000000000" pitchFamily="2" charset="-78"/>
              </a:rPr>
              <a:t>تعد الخرائط الذهنية ولوحات الإلهام نقطة مناسبة للانطلاق.</a:t>
            </a:r>
          </a:p>
          <a:p>
            <a:pPr rtl="1">
              <a:lnSpc>
                <a:spcPct val="90000"/>
              </a:lnSpc>
            </a:pPr>
            <a:endParaRPr lang="en-US" sz="2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3BD1ABC-9F02-36B8-0851-D74878E26C8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pic>
        <p:nvPicPr>
          <p:cNvPr id="3" name="Picture 2" descr="A collage of different fruits&#10;&#10;Description automatically generated">
            <a:extLst>
              <a:ext uri="{FF2B5EF4-FFF2-40B4-BE49-F238E27FC236}">
                <a16:creationId xmlns:a16="http://schemas.microsoft.com/office/drawing/2014/main" id="{BDC2E215-EC3C-325C-2CCA-DFF7C051FCA0}"/>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590037" y="2708920"/>
            <a:ext cx="3996720" cy="2664296"/>
          </a:xfrm>
          <a:prstGeom prst="rect">
            <a:avLst/>
          </a:prstGeom>
        </p:spPr>
      </p:pic>
    </p:spTree>
    <p:extLst>
      <p:ext uri="{BB962C8B-B14F-4D97-AF65-F5344CB8AC3E}">
        <p14:creationId xmlns:p14="http://schemas.microsoft.com/office/powerpoint/2010/main" val="474925309"/>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FCC23A3B-4EFE-C7D4-2F41-EB01EDA9CF35}"/>
              </a:ext>
            </a:extLst>
          </p:cNvPr>
          <p:cNvSpPr>
            <a:spLocks noGrp="1" noChangeArrowheads="1"/>
          </p:cNvSpPr>
          <p:nvPr>
            <p:ph type="title"/>
          </p:nvPr>
        </p:nvSpPr>
        <p:spPr bwMode="auto">
          <a:xfrm>
            <a:off x="457200" y="1195388"/>
            <a:ext cx="8229600" cy="86518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b="1" dirty="0">
                <a:solidFill>
                  <a:schemeClr val="tx2"/>
                </a:solidFill>
                <a:latin typeface="Sakkal Majalla" panose="02000000000000000000" pitchFamily="2" charset="-78"/>
                <a:cs typeface="Sakkal Majalla" panose="02000000000000000000" pitchFamily="2" charset="-78"/>
              </a:rPr>
              <a:t>أ3: توصيل الأفكار</a:t>
            </a:r>
          </a:p>
        </p:txBody>
      </p:sp>
      <p:sp>
        <p:nvSpPr>
          <p:cNvPr id="4" name="Content Placeholder 3">
            <a:extLst>
              <a:ext uri="{FF2B5EF4-FFF2-40B4-BE49-F238E27FC236}">
                <a16:creationId xmlns:a16="http://schemas.microsoft.com/office/drawing/2014/main" id="{E05E0219-B0A3-FEA2-13E0-1761AF9B49B5}"/>
              </a:ext>
            </a:extLst>
          </p:cNvPr>
          <p:cNvSpPr>
            <a:spLocks noGrp="1"/>
          </p:cNvSpPr>
          <p:nvPr>
            <p:ph sz="half" idx="1"/>
          </p:nvPr>
        </p:nvSpPr>
        <p:spPr>
          <a:xfrm>
            <a:off x="4648199" y="2196001"/>
            <a:ext cx="4027487" cy="4024100"/>
          </a:xfrm>
        </p:spPr>
        <p:txBody>
          <a:bodyPr wrap="square" rtlCol="1" anchor="t">
            <a:normAutofit/>
          </a:bodyPr>
          <a:lstStyle/>
          <a:p>
            <a:pPr rtl="1">
              <a:lnSpc>
                <a:spcPct val="90000"/>
              </a:lnSpc>
            </a:pPr>
            <a:r>
              <a:rPr lang="ar" dirty="0">
                <a:latin typeface="Sakkal Majalla" panose="02000000000000000000" pitchFamily="2" charset="-78"/>
                <a:cs typeface="Sakkal Majalla" panose="02000000000000000000" pitchFamily="2" charset="-78"/>
              </a:rPr>
              <a:t>يتضمن التعامل مع الموجز نقلَ الأفكار بين مصمم الجرافيك والعميل </a:t>
            </a:r>
          </a:p>
          <a:p>
            <a:pPr rtl="1">
              <a:lnSpc>
                <a:spcPct val="90000"/>
              </a:lnSpc>
            </a:pPr>
            <a:r>
              <a:rPr lang="ar" dirty="0">
                <a:latin typeface="Sakkal Majalla" panose="02000000000000000000" pitchFamily="2" charset="-78"/>
                <a:cs typeface="Sakkal Majalla" panose="02000000000000000000" pitchFamily="2" charset="-78"/>
              </a:rPr>
              <a:t>كما قد يتضمن الحصول على تعليقات من الجمهور المستهدف على الأفكار الأولية </a:t>
            </a:r>
          </a:p>
          <a:p>
            <a:pPr rtl="1">
              <a:lnSpc>
                <a:spcPct val="90000"/>
              </a:lnSpc>
            </a:pPr>
            <a:r>
              <a:rPr lang="ar" dirty="0">
                <a:latin typeface="Sakkal Majalla" panose="02000000000000000000" pitchFamily="2" charset="-78"/>
                <a:cs typeface="Sakkal Majalla" panose="02000000000000000000" pitchFamily="2" charset="-78"/>
              </a:rPr>
              <a:t>كما قد يشمل أنواعًا مختلفة من التواصل فعلى سبيل المثال لدينا العروض التقديمية والنماذج الأولية ولوحات الإلهام والنماذج والقصص المصورة، وغير ذلك.</a:t>
            </a:r>
          </a:p>
        </p:txBody>
      </p:sp>
      <p:sp>
        <p:nvSpPr>
          <p:cNvPr id="2" name="Footer Placeholder 2">
            <a:extLst>
              <a:ext uri="{FF2B5EF4-FFF2-40B4-BE49-F238E27FC236}">
                <a16:creationId xmlns:a16="http://schemas.microsoft.com/office/drawing/2014/main" id="{53B2AECB-4985-2812-9DD8-943D9275B0D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pic>
        <p:nvPicPr>
          <p:cNvPr id="5" name="Picture 4" descr="A person drawing on a tablet&#10;&#10;Description automatically generated">
            <a:extLst>
              <a:ext uri="{FF2B5EF4-FFF2-40B4-BE49-F238E27FC236}">
                <a16:creationId xmlns:a16="http://schemas.microsoft.com/office/drawing/2014/main" id="{C821AF81-0A8C-A430-99BE-2FA3BD272D44}"/>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flipH="1">
            <a:off x="351307" y="2636912"/>
            <a:ext cx="4144495" cy="2766051"/>
          </a:xfrm>
          <a:prstGeom prst="rect">
            <a:avLst/>
          </a:prstGeom>
        </p:spPr>
      </p:pic>
    </p:spTree>
    <p:extLst>
      <p:ext uri="{BB962C8B-B14F-4D97-AF65-F5344CB8AC3E}">
        <p14:creationId xmlns:p14="http://schemas.microsoft.com/office/powerpoint/2010/main" val="111528100"/>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28638" y="1260729"/>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هدف التعلّم ب</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258888" y="3284985"/>
            <a:ext cx="6769100" cy="27364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rtl="1"/>
            <a:r>
              <a:rPr lang="ar" sz="2600" dirty="0">
                <a:latin typeface="Sakkal Majalla" panose="02000000000000000000" pitchFamily="2" charset="-78"/>
                <a:cs typeface="Sakkal Majalla" panose="02000000000000000000" pitchFamily="2" charset="-78"/>
              </a:rPr>
              <a:t>استكشاف الوسائط والمواد والتقنيات والعمليات</a:t>
            </a:r>
          </a:p>
          <a:p>
            <a:pPr marL="358775" rtl="1"/>
            <a:r>
              <a:rPr lang="ar" sz="2600" dirty="0">
                <a:latin typeface="Sakkal Majalla" panose="02000000000000000000" pitchFamily="2" charset="-78"/>
                <a:cs typeface="Sakkal Majalla" panose="02000000000000000000" pitchFamily="2" charset="-78"/>
              </a:rPr>
              <a:t>تطوير عمل إبداعي</a:t>
            </a:r>
          </a:p>
          <a:p>
            <a:pPr marL="358775" rtl="1"/>
            <a:r>
              <a:rPr lang="ar" sz="2600" dirty="0">
                <a:latin typeface="Sakkal Majalla" panose="02000000000000000000" pitchFamily="2" charset="-78"/>
                <a:cs typeface="Sakkal Majalla" panose="02000000000000000000" pitchFamily="2" charset="-78"/>
              </a:rPr>
              <a:t>العملية الإبداعية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63771" y="176447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400" b="1"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تطوير وإنتاج مخرجات متوافقة مع موجز التصميم الجرافيكي</a:t>
            </a:r>
            <a:endParaRPr lang="en-GB" sz="3400" dirty="0">
              <a:effectLst/>
              <a:latin typeface="Sakkal Majalla" panose="02000000000000000000" pitchFamily="2" charset="-78"/>
              <a:cs typeface="Sakkal Majalla" panose="02000000000000000000" pitchFamily="2" charset="-78"/>
            </a:endParaRPr>
          </a:p>
          <a:p>
            <a:pPr algn="ctr" rtl="1"/>
            <a:endParaRPr lang="en-GB" altLang="en-US" sz="34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D86DA4BA-B808-8A31-B52B-D40429C4156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588224" y="3257600"/>
            <a:ext cx="2522987"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en-US" sz="2200" dirty="0">
                <a:latin typeface="Sakkal Majalla" panose="02000000000000000000" pitchFamily="2" charset="-78"/>
                <a:cs typeface="Sakkal Majalla" panose="02000000000000000000" pitchFamily="2" charset="-78"/>
              </a:rPr>
              <a:t>2D</a:t>
            </a:r>
            <a:endParaRPr lang="ar" sz="2200" dirty="0">
              <a:latin typeface="Sakkal Majalla" panose="02000000000000000000" pitchFamily="2" charset="-78"/>
              <a:cs typeface="Sakkal Majalla" panose="02000000000000000000" pitchFamily="2" charset="-78"/>
            </a:endParaRPr>
          </a:p>
          <a:p>
            <a:pPr marL="685800" rtl="1"/>
            <a:r>
              <a:rPr lang="en-US" sz="2200" dirty="0">
                <a:latin typeface="Sakkal Majalla" panose="02000000000000000000" pitchFamily="2" charset="-78"/>
                <a:cs typeface="Sakkal Majalla" panose="02000000000000000000" pitchFamily="2" charset="-78"/>
              </a:rPr>
              <a:t>3D</a:t>
            </a:r>
            <a:endParaRPr lang="ar" sz="2200" dirty="0">
              <a:latin typeface="Sakkal Majalla" panose="02000000000000000000" pitchFamily="2" charset="-78"/>
              <a:cs typeface="Sakkal Majalla" panose="02000000000000000000" pitchFamily="2" charset="-78"/>
            </a:endParaRPr>
          </a:p>
          <a:p>
            <a:pPr marL="685800" rtl="1"/>
            <a:r>
              <a:rPr lang="ar" sz="2200" dirty="0">
                <a:latin typeface="Sakkal Majalla" panose="02000000000000000000" pitchFamily="2" charset="-78"/>
                <a:cs typeface="Sakkal Majalla" panose="02000000000000000000" pitchFamily="2" charset="-78"/>
              </a:rPr>
              <a:t>معتمدة على العدسة</a:t>
            </a:r>
          </a:p>
          <a:p>
            <a:pPr marL="685800" rtl="1"/>
            <a:r>
              <a:rPr lang="ar" sz="2200" dirty="0">
                <a:latin typeface="Sakkal Majalla" panose="02000000000000000000" pitchFamily="2" charset="-78"/>
                <a:cs typeface="Sakkal Majalla" panose="02000000000000000000" pitchFamily="2" charset="-78"/>
              </a:rPr>
              <a:t>رقمية </a:t>
            </a:r>
          </a:p>
          <a:p>
            <a:pPr marL="685800" rtl="1"/>
            <a:r>
              <a:rPr lang="ar" sz="2200" dirty="0">
                <a:latin typeface="Sakkal Majalla" panose="02000000000000000000" pitchFamily="2" charset="-78"/>
                <a:cs typeface="Sakkal Majalla" panose="02000000000000000000" pitchFamily="2" charset="-78"/>
              </a:rPr>
              <a:t>معتمدة على الوقت</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ب1 الوسائط والمواد والتقنيات والعمليات (1)</a:t>
            </a:r>
          </a:p>
        </p:txBody>
      </p:sp>
      <p:sp>
        <p:nvSpPr>
          <p:cNvPr id="3" name="Footer Placeholder 2">
            <a:extLst>
              <a:ext uri="{FF2B5EF4-FFF2-40B4-BE49-F238E27FC236}">
                <a16:creationId xmlns:a16="http://schemas.microsoft.com/office/drawing/2014/main" id="{3EF6CC6C-18DD-91AE-975D-F0A7DEB5237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pic>
        <p:nvPicPr>
          <p:cNvPr id="4" name="Picture 3" descr="A graffiti on a wall&#10;&#10;Description automatically generated">
            <a:extLst>
              <a:ext uri="{FF2B5EF4-FFF2-40B4-BE49-F238E27FC236}">
                <a16:creationId xmlns:a16="http://schemas.microsoft.com/office/drawing/2014/main" id="{898B65C6-4906-1665-FFCE-93472317DA53}"/>
              </a:ext>
            </a:extLst>
          </p:cNvPr>
          <p:cNvPicPr>
            <a:picLocks noChangeAspect="1"/>
          </p:cNvPicPr>
          <p:nvPr/>
        </p:nvPicPr>
        <p:blipFill rotWithShape="1">
          <a:blip r:embed="rId4" cstate="hqprint">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p:blipFill>
        <p:spPr>
          <a:xfrm>
            <a:off x="4355976" y="2023610"/>
            <a:ext cx="1897748" cy="1897748"/>
          </a:xfrm>
          <a:prstGeom prst="rect">
            <a:avLst/>
          </a:prstGeom>
        </p:spPr>
      </p:pic>
      <p:pic>
        <p:nvPicPr>
          <p:cNvPr id="5" name="Picture 4" descr="A group of people working on a computer&#10;&#10;Description automatically generated">
            <a:extLst>
              <a:ext uri="{FF2B5EF4-FFF2-40B4-BE49-F238E27FC236}">
                <a16:creationId xmlns:a16="http://schemas.microsoft.com/office/drawing/2014/main" id="{FAA63227-5CB5-494E-37FE-C31E1FA7F5D4}"/>
              </a:ext>
            </a:extLst>
          </p:cNvPr>
          <p:cNvPicPr>
            <a:picLocks noChangeAspect="1"/>
          </p:cNvPicPr>
          <p:nvPr/>
        </p:nvPicPr>
        <p:blipFill>
          <a:blip r:embed="rId6" cstate="hqprint">
            <a:extLst>
              <a:ext uri="{28A0092B-C50C-407E-A947-70E740481C1C}">
                <a14:useLocalDpi xmlns:a14="http://schemas.microsoft.com/office/drawing/2010/main"/>
              </a:ext>
            </a:extLst>
          </a:blip>
          <a:stretch>
            <a:fillRect/>
          </a:stretch>
        </p:blipFill>
        <p:spPr>
          <a:xfrm>
            <a:off x="634609" y="2031383"/>
            <a:ext cx="3514418" cy="1578571"/>
          </a:xfrm>
          <a:prstGeom prst="rect">
            <a:avLst/>
          </a:prstGeom>
        </p:spPr>
      </p:pic>
      <p:pic>
        <p:nvPicPr>
          <p:cNvPr id="6" name="Picture 5" descr="A group of cartons of juice&#10;&#10;Description automatically generated">
            <a:extLst>
              <a:ext uri="{FF2B5EF4-FFF2-40B4-BE49-F238E27FC236}">
                <a16:creationId xmlns:a16="http://schemas.microsoft.com/office/drawing/2014/main" id="{71C1AEB7-7EF1-CCA2-9C24-961DF3C2DF46}"/>
              </a:ext>
            </a:extLst>
          </p:cNvPr>
          <p:cNvPicPr>
            <a:picLocks noChangeAspect="1"/>
          </p:cNvPicPr>
          <p:nvPr/>
        </p:nvPicPr>
        <p:blipFill>
          <a:blip r:embed="rId7" cstate="hqprint">
            <a:extLst>
              <a:ext uri="{28A0092B-C50C-407E-A947-70E740481C1C}">
                <a14:useLocalDpi xmlns:a14="http://schemas.microsoft.com/office/drawing/2010/main"/>
              </a:ext>
            </a:extLst>
          </a:blip>
          <a:stretch>
            <a:fillRect/>
          </a:stretch>
        </p:blipFill>
        <p:spPr>
          <a:xfrm>
            <a:off x="3594829" y="4293096"/>
            <a:ext cx="2846908" cy="1897749"/>
          </a:xfrm>
          <a:prstGeom prst="rect">
            <a:avLst/>
          </a:prstGeom>
        </p:spPr>
      </p:pic>
      <p:pic>
        <p:nvPicPr>
          <p:cNvPr id="7" name="Picture 6" descr="A close-up of a bottle of perfume&#10;&#10;Description automatically generated">
            <a:extLst>
              <a:ext uri="{FF2B5EF4-FFF2-40B4-BE49-F238E27FC236}">
                <a16:creationId xmlns:a16="http://schemas.microsoft.com/office/drawing/2014/main" id="{14E34D2F-3EEF-2F5C-8062-E6A02370C9DC}"/>
              </a:ext>
            </a:extLst>
          </p:cNvPr>
          <p:cNvPicPr>
            <a:picLocks noChangeAspect="1"/>
          </p:cNvPicPr>
          <p:nvPr/>
        </p:nvPicPr>
        <p:blipFill>
          <a:blip r:embed="rId8" cstate="hqprint">
            <a:extLst>
              <a:ext uri="{28A0092B-C50C-407E-A947-70E740481C1C}">
                <a14:useLocalDpi xmlns:a14="http://schemas.microsoft.com/office/drawing/2010/main"/>
              </a:ext>
            </a:extLst>
          </a:blip>
          <a:stretch>
            <a:fillRect/>
          </a:stretch>
        </p:blipFill>
        <p:spPr>
          <a:xfrm>
            <a:off x="676263" y="4221088"/>
            <a:ext cx="2699792" cy="1799861"/>
          </a:xfrm>
          <a:prstGeom prst="rect">
            <a:avLst/>
          </a:prstGeom>
        </p:spPr>
      </p:pic>
    </p:spTree>
    <p:extLst>
      <p:ext uri="{BB962C8B-B14F-4D97-AF65-F5344CB8AC3E}">
        <p14:creationId xmlns:p14="http://schemas.microsoft.com/office/powerpoint/2010/main" val="3957469130"/>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73131-7177-09A8-1076-2826965625D1}"/>
              </a:ext>
            </a:extLst>
          </p:cNvPr>
          <p:cNvSpPr>
            <a:spLocks noGrp="1"/>
          </p:cNvSpPr>
          <p:nvPr>
            <p:ph type="title"/>
          </p:nvPr>
        </p:nvSpPr>
        <p:spPr>
          <a:xfrm>
            <a:off x="457200" y="1571449"/>
            <a:ext cx="8229600" cy="864000"/>
          </a:xfrm>
        </p:spPr>
        <p:txBody>
          <a:bodyPr rtlCol="1"/>
          <a:lstStyle/>
          <a:p>
            <a:pPr rtl="1"/>
            <a:r>
              <a:rPr lang="ar" sz="3800" b="1" dirty="0">
                <a:latin typeface="Sakkal Majalla" panose="02000000000000000000" pitchFamily="2" charset="-78"/>
                <a:cs typeface="Sakkal Majalla" panose="02000000000000000000" pitchFamily="2" charset="-78"/>
              </a:rPr>
              <a:t>الوسائط والمواد والتقنيات والعمليات (2)</a:t>
            </a:r>
            <a:br>
              <a:rPr lang="en-GB" altLang="en-US" sz="3800" b="1" dirty="0">
                <a:latin typeface="Sakkal Majalla" panose="02000000000000000000" pitchFamily="2" charset="-78"/>
                <a:cs typeface="Sakkal Majalla" panose="02000000000000000000" pitchFamily="2" charset="-78"/>
              </a:rPr>
            </a:br>
            <a:endParaRPr lang="en-US"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49045B9B-4CDD-4F9D-E0F5-64245F9A11C1}"/>
              </a:ext>
            </a:extLst>
          </p:cNvPr>
          <p:cNvSpPr>
            <a:spLocks noGrp="1"/>
          </p:cNvSpPr>
          <p:nvPr>
            <p:ph idx="1"/>
          </p:nvPr>
        </p:nvSpPr>
        <p:spPr>
          <a:xfrm>
            <a:off x="683568" y="2708920"/>
            <a:ext cx="7704856" cy="3960440"/>
          </a:xfrm>
        </p:spPr>
        <p:txBody>
          <a:bodyPr rtlCol="1"/>
          <a:lstStyle/>
          <a:p>
            <a:pPr rtl="1"/>
            <a:r>
              <a:rPr lang="en-US" sz="2600" dirty="0">
                <a:latin typeface="Sakkal Majalla" panose="02000000000000000000" pitchFamily="2" charset="-78"/>
                <a:cs typeface="Sakkal Majalla" panose="02000000000000000000" pitchFamily="2" charset="-78"/>
              </a:rPr>
              <a:t> 2D</a:t>
            </a:r>
            <a:r>
              <a:rPr lang="ar" sz="2600" dirty="0">
                <a:latin typeface="Sakkal Majalla" panose="02000000000000000000" pitchFamily="2" charset="-78"/>
                <a:cs typeface="Sakkal Majalla" panose="02000000000000000000" pitchFamily="2" charset="-78"/>
              </a:rPr>
              <a:t>- عمل ثنائي الأبعاد أي يمتلك ارتفاعًا وعرضًا. يشمل هذا التعريف الرسومات واللوحات والمطبوعات والفن التصويري (الكولاج)</a:t>
            </a:r>
          </a:p>
          <a:p>
            <a:pPr marL="0" indent="0" rtl="1">
              <a:buNone/>
            </a:pPr>
            <a:endParaRPr lang="en-GB" altLang="en-US" sz="2600" dirty="0">
              <a:latin typeface="Sakkal Majalla" panose="02000000000000000000" pitchFamily="2" charset="-78"/>
              <a:cs typeface="Sakkal Majalla" panose="02000000000000000000" pitchFamily="2" charset="-78"/>
            </a:endParaRPr>
          </a:p>
          <a:p>
            <a:pPr rtl="1"/>
            <a:r>
              <a:rPr lang="en-US" sz="2600" dirty="0">
                <a:latin typeface="Sakkal Majalla" panose="02000000000000000000" pitchFamily="2" charset="-78"/>
                <a:cs typeface="Sakkal Majalla" panose="02000000000000000000" pitchFamily="2" charset="-78"/>
              </a:rPr>
              <a:t>3D</a:t>
            </a:r>
            <a:r>
              <a:rPr lang="ar" sz="2600" dirty="0">
                <a:latin typeface="Sakkal Majalla" panose="02000000000000000000" pitchFamily="2" charset="-78"/>
                <a:cs typeface="Sakkal Majalla" panose="02000000000000000000" pitchFamily="2" charset="-78"/>
              </a:rPr>
              <a:t> - عمل ثلاثي الأبعاد أي أنه يمتلك ارتفاعًا وعرضًا وعمقًا. قد يشمل ذلك، في مجال الفنون الجميلة، فن النحت، ولكنه قد يتضمن في مجال التصميم الجرافيكي، تصميم التغليف والطباعة ثلاثية الأبعاد وصنع النماذج.</a:t>
            </a:r>
          </a:p>
          <a:p>
            <a:pPr rtl="1"/>
            <a:endParaRPr lang="en-US"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858179BD-0961-DBAF-F2CE-8BD3AD675FA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1202312651"/>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73131-7177-09A8-1076-2826965625D1}"/>
              </a:ext>
            </a:extLst>
          </p:cNvPr>
          <p:cNvSpPr>
            <a:spLocks noGrp="1"/>
          </p:cNvSpPr>
          <p:nvPr>
            <p:ph type="title"/>
          </p:nvPr>
        </p:nvSpPr>
        <p:spPr>
          <a:xfrm>
            <a:off x="457200" y="1571449"/>
            <a:ext cx="8229600" cy="864000"/>
          </a:xfrm>
        </p:spPr>
        <p:txBody>
          <a:bodyPr rtlCol="1"/>
          <a:lstStyle/>
          <a:p>
            <a:pPr rtl="1"/>
            <a:r>
              <a:rPr lang="ar" sz="3800" b="1" dirty="0">
                <a:latin typeface="Sakkal Majalla" panose="02000000000000000000" pitchFamily="2" charset="-78"/>
                <a:cs typeface="Sakkal Majalla" panose="02000000000000000000" pitchFamily="2" charset="-78"/>
              </a:rPr>
              <a:t>الوسائط والمواد والتقنيات والعمليات (3)</a:t>
            </a:r>
            <a:br>
              <a:rPr lang="en-GB" altLang="en-US" sz="3800" b="1" dirty="0">
                <a:latin typeface="Sakkal Majalla" panose="02000000000000000000" pitchFamily="2" charset="-78"/>
                <a:cs typeface="Sakkal Majalla" panose="02000000000000000000" pitchFamily="2" charset="-78"/>
              </a:rPr>
            </a:br>
            <a:endParaRPr lang="en-US" sz="3800" dirty="0">
              <a:latin typeface="Sakkal Majalla" panose="02000000000000000000" pitchFamily="2" charset="-78"/>
              <a:cs typeface="Sakkal Majalla" panose="02000000000000000000" pitchFamily="2" charset="-78"/>
            </a:endParaRPr>
          </a:p>
        </p:txBody>
      </p:sp>
      <p:sp>
        <p:nvSpPr>
          <p:cNvPr id="3" name="Content Placeholder 2">
            <a:extLst>
              <a:ext uri="{FF2B5EF4-FFF2-40B4-BE49-F238E27FC236}">
                <a16:creationId xmlns:a16="http://schemas.microsoft.com/office/drawing/2014/main" id="{49045B9B-4CDD-4F9D-E0F5-64245F9A11C1}"/>
              </a:ext>
            </a:extLst>
          </p:cNvPr>
          <p:cNvSpPr>
            <a:spLocks noGrp="1"/>
          </p:cNvSpPr>
          <p:nvPr>
            <p:ph idx="1"/>
          </p:nvPr>
        </p:nvSpPr>
        <p:spPr>
          <a:xfrm>
            <a:off x="482637" y="2348880"/>
            <a:ext cx="8363272" cy="3888432"/>
          </a:xfrm>
        </p:spPr>
        <p:txBody>
          <a:bodyPr rtlCol="1"/>
          <a:lstStyle/>
          <a:p>
            <a:pPr marL="685800" rtl="1"/>
            <a:r>
              <a:rPr lang="ar" sz="2600" dirty="0">
                <a:latin typeface="Sakkal Majalla" panose="02000000000000000000" pitchFamily="2" charset="-78"/>
                <a:cs typeface="Sakkal Majalla" panose="02000000000000000000" pitchFamily="2" charset="-78"/>
              </a:rPr>
              <a:t>معتمدة على العدسة - وهي تتضمن التصوير الفوتوغرافي وتصوير الأفلام وبعض أنواع الرسوم المتحركة.</a:t>
            </a:r>
          </a:p>
          <a:p>
            <a:pPr marL="685800" rtl="1"/>
            <a:r>
              <a:rPr lang="ar" sz="2600" dirty="0">
                <a:latin typeface="Sakkal Majalla" panose="02000000000000000000" pitchFamily="2" charset="-78"/>
                <a:cs typeface="Sakkal Majalla" panose="02000000000000000000" pitchFamily="2" charset="-78"/>
              </a:rPr>
              <a:t>رقمية - ستشمل الرسم على أجهزة الحاسوب اللوحية المخصصة للجرافيكس ومعالجة الصور الرقمية واستخدام الكاميرات الرقمية والتصميم بمساعدة الحاسوب (CAD) وتصميم المواقع الإلكترونية وذلك بمساعدة العديد من التقنيات.</a:t>
            </a:r>
          </a:p>
          <a:p>
            <a:pPr marL="685800" rtl="1"/>
            <a:r>
              <a:rPr lang="ar" sz="2600" dirty="0">
                <a:latin typeface="Sakkal Majalla" panose="02000000000000000000" pitchFamily="2" charset="-78"/>
                <a:cs typeface="Sakkal Majalla" panose="02000000000000000000" pitchFamily="2" charset="-78"/>
              </a:rPr>
              <a:t>معتمدة على الوقت – هذا هو النوع من الأعمال الذي يتضمن العنصر الزمني مثل الفيلم والصوت والرسوم المتحركة والتصميم القائم على الويب والتطبيقات وعروض الشرائح والريلز وما إلى ذلك</a:t>
            </a:r>
            <a:endParaRPr lang="en-GB" altLang="en-US" sz="2600" dirty="0">
              <a:latin typeface="Sakkal Majalla" panose="02000000000000000000" pitchFamily="2" charset="-78"/>
              <a:cs typeface="Sakkal Majalla" panose="02000000000000000000" pitchFamily="2" charset="-78"/>
            </a:endParaRPr>
          </a:p>
          <a:p>
            <a:pPr rtl="1"/>
            <a:endParaRPr lang="en-US" sz="260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9DFFBF9F-D4A0-24EB-445B-571557958D7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2066577729"/>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3E8EE-74B1-0B2F-E3C6-2D1A90921346}"/>
              </a:ext>
            </a:extLst>
          </p:cNvPr>
          <p:cNvSpPr>
            <a:spLocks noGrp="1"/>
          </p:cNvSpPr>
          <p:nvPr>
            <p:ph type="title"/>
          </p:nvPr>
        </p:nvSpPr>
        <p:spPr>
          <a:xfrm>
            <a:off x="457200" y="1195200"/>
            <a:ext cx="8229600" cy="864000"/>
          </a:xfrm>
        </p:spPr>
        <p:txBody>
          <a:bodyPr wrap="square" rtlCol="1" anchor="ctr">
            <a:normAutofit/>
          </a:bodyPr>
          <a:lstStyle/>
          <a:p>
            <a:pPr rtl="1"/>
            <a:r>
              <a:rPr lang="ar" sz="3800" b="1" dirty="0">
                <a:latin typeface="Sakkal Majalla" panose="02000000000000000000" pitchFamily="2" charset="-78"/>
                <a:cs typeface="Sakkal Majalla" panose="02000000000000000000" pitchFamily="2" charset="-78"/>
              </a:rPr>
              <a:t>أسلوب طباعة الحروف</a:t>
            </a:r>
          </a:p>
        </p:txBody>
      </p:sp>
      <p:sp>
        <p:nvSpPr>
          <p:cNvPr id="3" name="Content Placeholder 2">
            <a:extLst>
              <a:ext uri="{FF2B5EF4-FFF2-40B4-BE49-F238E27FC236}">
                <a16:creationId xmlns:a16="http://schemas.microsoft.com/office/drawing/2014/main" id="{7CC7C217-221A-D1D2-78B5-97FA47B94467}"/>
              </a:ext>
            </a:extLst>
          </p:cNvPr>
          <p:cNvSpPr>
            <a:spLocks noGrp="1"/>
          </p:cNvSpPr>
          <p:nvPr>
            <p:ph sz="half" idx="2"/>
          </p:nvPr>
        </p:nvSpPr>
        <p:spPr>
          <a:xfrm>
            <a:off x="468312" y="2196001"/>
            <a:ext cx="4027488" cy="4024100"/>
          </a:xfrm>
        </p:spPr>
        <p:txBody>
          <a:bodyPr wrap="square" rtlCol="1" anchor="t">
            <a:normAutofit/>
          </a:bodyPr>
          <a:lstStyle/>
          <a:p>
            <a:pPr rtl="1"/>
            <a:r>
              <a:rPr lang="ar" sz="2600" dirty="0">
                <a:latin typeface="Sakkal Majalla" panose="02000000000000000000" pitchFamily="2" charset="-78"/>
                <a:cs typeface="Sakkal Majalla" panose="02000000000000000000" pitchFamily="2" charset="-78"/>
              </a:rPr>
              <a:t>إن أسلوب طباعة الحروف هو العنصر الأساسي في التصميم الجرافيكي</a:t>
            </a:r>
          </a:p>
          <a:p>
            <a:pPr rtl="1"/>
            <a:r>
              <a:rPr lang="ar" sz="2600" dirty="0">
                <a:latin typeface="Sakkal Majalla" panose="02000000000000000000" pitchFamily="2" charset="-78"/>
                <a:cs typeface="Sakkal Majalla" panose="02000000000000000000" pitchFamily="2" charset="-78"/>
              </a:rPr>
              <a:t>إن الطباعة المحرفية أو الخطوط هي أنماط في كتابة الحروف يتم انتقاؤها لتعزيز المعنى</a:t>
            </a:r>
          </a:p>
          <a:p>
            <a:pPr rtl="1"/>
            <a:r>
              <a:rPr lang="ar" sz="2600" dirty="0">
                <a:latin typeface="Sakkal Majalla" panose="02000000000000000000" pitchFamily="2" charset="-78"/>
                <a:cs typeface="Sakkal Majalla" panose="02000000000000000000" pitchFamily="2" charset="-78"/>
              </a:rPr>
              <a:t>يمكن للطباعة المحرفية أن تكون مرسومة يدويًا أو مطبوعة أو رقمية</a:t>
            </a:r>
          </a:p>
          <a:p>
            <a:pPr rtl="1"/>
            <a:r>
              <a:rPr lang="ar" sz="2600" dirty="0">
                <a:latin typeface="Sakkal Majalla" panose="02000000000000000000" pitchFamily="2" charset="-78"/>
                <a:cs typeface="Sakkal Majalla" panose="02000000000000000000" pitchFamily="2" charset="-78"/>
              </a:rPr>
              <a:t>إن التوازن بين النص والصورة هو أمر هامٌ</a:t>
            </a:r>
          </a:p>
        </p:txBody>
      </p:sp>
      <p:sp>
        <p:nvSpPr>
          <p:cNvPr id="4" name="Footer Placeholder 2">
            <a:extLst>
              <a:ext uri="{FF2B5EF4-FFF2-40B4-BE49-F238E27FC236}">
                <a16:creationId xmlns:a16="http://schemas.microsoft.com/office/drawing/2014/main" id="{1B11793D-6D35-C0F8-434A-9883DF82948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pic>
        <p:nvPicPr>
          <p:cNvPr id="5" name="Picture 4" descr="A person writing on a piece of paper&#10;&#10;Description automatically generated">
            <a:extLst>
              <a:ext uri="{FF2B5EF4-FFF2-40B4-BE49-F238E27FC236}">
                <a16:creationId xmlns:a16="http://schemas.microsoft.com/office/drawing/2014/main" id="{CB64EE9A-092D-B64A-7282-1AC5D99A8876}"/>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4753744" y="2065976"/>
            <a:ext cx="3933056" cy="3933056"/>
          </a:xfrm>
          <a:prstGeom prst="rect">
            <a:avLst/>
          </a:prstGeom>
        </p:spPr>
      </p:pic>
    </p:spTree>
    <p:extLst>
      <p:ext uri="{BB962C8B-B14F-4D97-AF65-F5344CB8AC3E}">
        <p14:creationId xmlns:p14="http://schemas.microsoft.com/office/powerpoint/2010/main" val="1529318317"/>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6C120-BC40-7A64-F36A-D6F1F3283171}"/>
              </a:ext>
            </a:extLst>
          </p:cNvPr>
          <p:cNvSpPr>
            <a:spLocks noGrp="1"/>
          </p:cNvSpPr>
          <p:nvPr>
            <p:ph type="title"/>
          </p:nvPr>
        </p:nvSpPr>
        <p:spPr>
          <a:xfrm>
            <a:off x="457200" y="1195388"/>
            <a:ext cx="8229600" cy="863600"/>
          </a:xfrm>
        </p:spPr>
        <p:txBody>
          <a:bodyPr wrap="square" rtlCol="1" anchor="ctr">
            <a:normAutofit/>
          </a:bodyPr>
          <a:lstStyle/>
          <a:p>
            <a:pPr rtl="1"/>
            <a:r>
              <a:rPr lang="ar" sz="3800" b="1" dirty="0">
                <a:latin typeface="Sakkal Majalla" panose="02000000000000000000" pitchFamily="2" charset="-78"/>
                <a:cs typeface="Sakkal Majalla" panose="02000000000000000000" pitchFamily="2" charset="-78"/>
              </a:rPr>
              <a:t>هوية العلامة التجارية</a:t>
            </a:r>
          </a:p>
        </p:txBody>
      </p:sp>
      <p:sp>
        <p:nvSpPr>
          <p:cNvPr id="4" name="TextBox 3">
            <a:extLst>
              <a:ext uri="{FF2B5EF4-FFF2-40B4-BE49-F238E27FC236}">
                <a16:creationId xmlns:a16="http://schemas.microsoft.com/office/drawing/2014/main" id="{167396DF-D121-24C3-B256-E005AA3CB2CE}"/>
              </a:ext>
            </a:extLst>
          </p:cNvPr>
          <p:cNvSpPr txBox="1"/>
          <p:nvPr/>
        </p:nvSpPr>
        <p:spPr>
          <a:xfrm>
            <a:off x="714400" y="2276872"/>
            <a:ext cx="7715200" cy="4093428"/>
          </a:xfrm>
          <a:prstGeom prst="rect">
            <a:avLst/>
          </a:prstGeom>
          <a:noFill/>
        </p:spPr>
        <p:txBody>
          <a:bodyPr wrap="square" rtlCol="1">
            <a:spAutoFit/>
          </a:bodyPr>
          <a:lstStyle/>
          <a:p>
            <a:pPr marL="342900" indent="-342900" rtl="1">
              <a:buFont typeface="Wingdings" panose="05000000000000000000" pitchFamily="2" charset="2"/>
              <a:buChar char="§"/>
            </a:pPr>
            <a:r>
              <a:rPr lang="ar" sz="2600" dirty="0">
                <a:latin typeface="Sakkal Majalla" panose="02000000000000000000" pitchFamily="2" charset="-78"/>
                <a:cs typeface="Sakkal Majalla" panose="02000000000000000000" pitchFamily="2" charset="-78"/>
              </a:rPr>
              <a:t>تستخدم العلامات التجارية شعاراتٍ وسماتٍ لونية وطباعات محرفية وعبارات ترويجية وغيرها من عناصر التصميم الجرافيكي لتُشكل هويتها</a:t>
            </a:r>
          </a:p>
          <a:p>
            <a:pPr marL="342900" indent="-342900" rtl="1">
              <a:buFont typeface="Wingdings" panose="05000000000000000000" pitchFamily="2" charset="2"/>
              <a:buChar char="§"/>
            </a:pPr>
            <a:r>
              <a:rPr lang="ar" sz="2600" dirty="0">
                <a:latin typeface="Sakkal Majalla" panose="02000000000000000000" pitchFamily="2" charset="-78"/>
                <a:cs typeface="Sakkal Majalla" panose="02000000000000000000" pitchFamily="2" charset="-78"/>
              </a:rPr>
              <a:t>تتكون هوية العلامة التجارية من عناصر بصرية تشكل مظهرًا محددًا للتعبير عن الشركة أو المنتج أو الخدمة</a:t>
            </a:r>
          </a:p>
          <a:p>
            <a:pPr marL="285750" indent="-285750" rtl="1">
              <a:buFont typeface="Arial" panose="020B0604020202020204" pitchFamily="34" charset="0"/>
              <a:buChar char="•"/>
            </a:pPr>
            <a:endParaRPr lang="en-US" sz="2600"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سؤال: </a:t>
            </a:r>
            <a:r>
              <a:rPr lang="ar" sz="2600" dirty="0">
                <a:latin typeface="Sakkal Majalla" panose="02000000000000000000" pitchFamily="2" charset="-78"/>
                <a:cs typeface="Sakkal Majalla" panose="02000000000000000000" pitchFamily="2" charset="-78"/>
              </a:rPr>
              <a:t>ما هي العلامات التجارية التي يمكنك التفكير فيها والتي يمكن التعرف عليها على الفور من خلال عبارتها الترويجية أو سمتها اللونية أو أسلوب طباعة الحروف الخاص بها؟</a:t>
            </a:r>
          </a:p>
          <a:p>
            <a:pPr rtl="1"/>
            <a:endParaRPr lang="en-US" sz="2600" dirty="0">
              <a:latin typeface="Sakkal Majalla" panose="02000000000000000000" pitchFamily="2" charset="-78"/>
              <a:cs typeface="Sakkal Majalla" panose="02000000000000000000" pitchFamily="2" charset="-78"/>
            </a:endParaRPr>
          </a:p>
          <a:p>
            <a:pPr rtl="1"/>
            <a:endParaRPr lang="en-US" sz="260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21032DF1-78E7-CAB8-6BEF-58523C9FCCA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3107171136"/>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5D95-80FA-6875-2EAB-4AC3A23AD0E4}"/>
              </a:ext>
            </a:extLst>
          </p:cNvPr>
          <p:cNvSpPr>
            <a:spLocks noGrp="1"/>
          </p:cNvSpPr>
          <p:nvPr>
            <p:ph type="title"/>
          </p:nvPr>
        </p:nvSpPr>
        <p:spPr>
          <a:xfrm>
            <a:off x="457200" y="1195200"/>
            <a:ext cx="8229600" cy="864000"/>
          </a:xfrm>
        </p:spPr>
        <p:txBody>
          <a:bodyPr rtlCol="1"/>
          <a:lstStyle/>
          <a:p>
            <a:pPr rtl="1"/>
            <a:r>
              <a:rPr lang="ar" sz="3800" b="1" dirty="0">
                <a:latin typeface="Sakkal Majalla" panose="02000000000000000000" pitchFamily="2" charset="-78"/>
                <a:cs typeface="Sakkal Majalla" panose="02000000000000000000" pitchFamily="2" charset="-78"/>
              </a:rPr>
              <a:t>التصوير الفوتوغرافي</a:t>
            </a:r>
          </a:p>
        </p:txBody>
      </p:sp>
      <p:sp>
        <p:nvSpPr>
          <p:cNvPr id="3" name="Content Placeholder 2">
            <a:extLst>
              <a:ext uri="{FF2B5EF4-FFF2-40B4-BE49-F238E27FC236}">
                <a16:creationId xmlns:a16="http://schemas.microsoft.com/office/drawing/2014/main" id="{A90A8212-8224-4EEA-DBAE-38AB3BDCD7F3}"/>
              </a:ext>
            </a:extLst>
          </p:cNvPr>
          <p:cNvSpPr>
            <a:spLocks noGrp="1"/>
          </p:cNvSpPr>
          <p:nvPr>
            <p:ph idx="1"/>
          </p:nvPr>
        </p:nvSpPr>
        <p:spPr>
          <a:xfrm>
            <a:off x="4571999" y="2196000"/>
            <a:ext cx="4103686" cy="2313120"/>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يمكن استخدام التصوير الفوتوغرافي لأغراض:</a:t>
            </a:r>
          </a:p>
          <a:p>
            <a:pPr rtl="1"/>
            <a:r>
              <a:rPr lang="ar" sz="2600" dirty="0">
                <a:latin typeface="Sakkal Majalla" panose="02000000000000000000" pitchFamily="2" charset="-78"/>
                <a:cs typeface="Sakkal Majalla" panose="02000000000000000000" pitchFamily="2" charset="-78"/>
              </a:rPr>
              <a:t>التعبير عن الأفكار</a:t>
            </a:r>
          </a:p>
          <a:p>
            <a:pPr rtl="1"/>
            <a:r>
              <a:rPr lang="ar" sz="2600" dirty="0">
                <a:latin typeface="Sakkal Majalla" panose="02000000000000000000" pitchFamily="2" charset="-78"/>
                <a:cs typeface="Sakkal Majalla" panose="02000000000000000000" pitchFamily="2" charset="-78"/>
              </a:rPr>
              <a:t>إجراء بحث بصري</a:t>
            </a:r>
          </a:p>
          <a:p>
            <a:pPr rtl="1"/>
            <a:r>
              <a:rPr lang="ar" sz="2600" dirty="0">
                <a:latin typeface="Sakkal Majalla" panose="02000000000000000000" pitchFamily="2" charset="-78"/>
                <a:cs typeface="Sakkal Majalla" panose="02000000000000000000" pitchFamily="2" charset="-78"/>
              </a:rPr>
              <a:t>التقاط صور لتغطية المنتج بصريًا.</a:t>
            </a:r>
          </a:p>
          <a:p>
            <a:pPr marL="0" indent="0" rtl="1">
              <a:buNone/>
            </a:pPr>
            <a:endParaRPr lang="en-US" sz="2600" dirty="0">
              <a:latin typeface="Sakkal Majalla" panose="02000000000000000000" pitchFamily="2" charset="-78"/>
              <a:cs typeface="Sakkal Majalla" panose="02000000000000000000" pitchFamily="2" charset="-78"/>
            </a:endParaRPr>
          </a:p>
        </p:txBody>
      </p:sp>
      <p:sp>
        <p:nvSpPr>
          <p:cNvPr id="7" name="Content Placeholder 2">
            <a:extLst>
              <a:ext uri="{FF2B5EF4-FFF2-40B4-BE49-F238E27FC236}">
                <a16:creationId xmlns:a16="http://schemas.microsoft.com/office/drawing/2014/main" id="{2B64D5CD-951D-2859-16BF-1C414A12386C}"/>
              </a:ext>
            </a:extLst>
          </p:cNvPr>
          <p:cNvSpPr txBox="1">
            <a:spLocks/>
          </p:cNvSpPr>
          <p:nvPr/>
        </p:nvSpPr>
        <p:spPr bwMode="auto">
          <a:xfrm>
            <a:off x="37036" y="2196000"/>
            <a:ext cx="4103686" cy="387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600" kern="0" dirty="0">
                <a:latin typeface="Sakkal Majalla" panose="02000000000000000000" pitchFamily="2" charset="-78"/>
                <a:cs typeface="Sakkal Majalla" panose="02000000000000000000" pitchFamily="2" charset="-78"/>
              </a:rPr>
              <a:t>عند تصوير المنتجات فكّر بما يلي:</a:t>
            </a:r>
          </a:p>
          <a:p>
            <a:pPr rtl="1"/>
            <a:r>
              <a:rPr lang="ar" sz="2600" kern="0" dirty="0">
                <a:latin typeface="Sakkal Majalla" panose="02000000000000000000" pitchFamily="2" charset="-78"/>
                <a:cs typeface="Sakkal Majalla" panose="02000000000000000000" pitchFamily="2" charset="-78"/>
              </a:rPr>
              <a:t>الزوايا ونقاط العرض</a:t>
            </a:r>
          </a:p>
          <a:p>
            <a:pPr rtl="1"/>
            <a:r>
              <a:rPr lang="ar" sz="2600" kern="0" dirty="0">
                <a:latin typeface="Sakkal Majalla" panose="02000000000000000000" pitchFamily="2" charset="-78"/>
                <a:cs typeface="Sakkal Majalla" panose="02000000000000000000" pitchFamily="2" charset="-78"/>
              </a:rPr>
              <a:t>الخلفيات</a:t>
            </a:r>
          </a:p>
          <a:p>
            <a:pPr rtl="1"/>
            <a:r>
              <a:rPr lang="ar" sz="2600" kern="0" dirty="0">
                <a:latin typeface="Sakkal Majalla" panose="02000000000000000000" pitchFamily="2" charset="-78"/>
                <a:cs typeface="Sakkal Majalla" panose="02000000000000000000" pitchFamily="2" charset="-78"/>
              </a:rPr>
              <a:t>الجمهور المستهدف</a:t>
            </a:r>
          </a:p>
          <a:p>
            <a:pPr rtl="1"/>
            <a:r>
              <a:rPr lang="ar" sz="2600" kern="0" dirty="0">
                <a:latin typeface="Sakkal Majalla" panose="02000000000000000000" pitchFamily="2" charset="-78"/>
                <a:cs typeface="Sakkal Majalla" panose="02000000000000000000" pitchFamily="2" charset="-78"/>
              </a:rPr>
              <a:t>هوية العلامة التجارية</a:t>
            </a:r>
          </a:p>
          <a:p>
            <a:pPr rtl="1"/>
            <a:r>
              <a:rPr lang="ar" sz="2600" kern="0" dirty="0">
                <a:latin typeface="Sakkal Majalla" panose="02000000000000000000" pitchFamily="2" charset="-78"/>
                <a:cs typeface="Sakkal Majalla" panose="02000000000000000000" pitchFamily="2" charset="-78"/>
              </a:rPr>
              <a:t>ملحقات التصوير المساعدة</a:t>
            </a:r>
          </a:p>
          <a:p>
            <a:pPr rtl="1"/>
            <a:r>
              <a:rPr lang="ar" sz="2600" kern="0" dirty="0">
                <a:latin typeface="Sakkal Majalla" panose="02000000000000000000" pitchFamily="2" charset="-78"/>
                <a:cs typeface="Sakkal Majalla" panose="02000000000000000000" pitchFamily="2" charset="-78"/>
              </a:rPr>
              <a:t>الموقع/الإعداد.</a:t>
            </a:r>
          </a:p>
        </p:txBody>
      </p:sp>
      <p:sp>
        <p:nvSpPr>
          <p:cNvPr id="4" name="Footer Placeholder 2">
            <a:extLst>
              <a:ext uri="{FF2B5EF4-FFF2-40B4-BE49-F238E27FC236}">
                <a16:creationId xmlns:a16="http://schemas.microsoft.com/office/drawing/2014/main" id="{D4E7A560-F092-06E8-7459-1A465892B30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pic>
        <p:nvPicPr>
          <p:cNvPr id="5" name="Picture 4" descr="A bottle of perfume next to pink flowers&#10;&#10;Description automatically generated">
            <a:extLst>
              <a:ext uri="{FF2B5EF4-FFF2-40B4-BE49-F238E27FC236}">
                <a16:creationId xmlns:a16="http://schemas.microsoft.com/office/drawing/2014/main" id="{69F45E52-92BB-2DA0-ADAA-0FB450AADC0A}"/>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5508104" y="4552747"/>
            <a:ext cx="2916324" cy="1944216"/>
          </a:xfrm>
          <a:prstGeom prst="rect">
            <a:avLst/>
          </a:prstGeom>
        </p:spPr>
      </p:pic>
    </p:spTree>
    <p:extLst>
      <p:ext uri="{BB962C8B-B14F-4D97-AF65-F5344CB8AC3E}">
        <p14:creationId xmlns:p14="http://schemas.microsoft.com/office/powerpoint/2010/main" val="1525167097"/>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3E8EE-74B1-0B2F-E3C6-2D1A90921346}"/>
              </a:ext>
            </a:extLst>
          </p:cNvPr>
          <p:cNvSpPr>
            <a:spLocks noGrp="1"/>
          </p:cNvSpPr>
          <p:nvPr>
            <p:ph type="title"/>
          </p:nvPr>
        </p:nvSpPr>
        <p:spPr>
          <a:xfrm>
            <a:off x="457200" y="1195200"/>
            <a:ext cx="8229600" cy="864000"/>
          </a:xfrm>
        </p:spPr>
        <p:txBody>
          <a:bodyPr wrap="square" rtlCol="1" anchor="ctr">
            <a:normAutofit/>
          </a:bodyPr>
          <a:lstStyle/>
          <a:p>
            <a:pPr rtl="1"/>
            <a:r>
              <a:rPr lang="ar" sz="3800" b="1" dirty="0">
                <a:latin typeface="Sakkal Majalla" panose="02000000000000000000" pitchFamily="2" charset="-78"/>
                <a:cs typeface="Sakkal Majalla" panose="02000000000000000000" pitchFamily="2" charset="-78"/>
              </a:rPr>
              <a:t>التعبئة والتغليف</a:t>
            </a:r>
          </a:p>
        </p:txBody>
      </p:sp>
      <p:sp>
        <p:nvSpPr>
          <p:cNvPr id="3" name="Content Placeholder 2">
            <a:extLst>
              <a:ext uri="{FF2B5EF4-FFF2-40B4-BE49-F238E27FC236}">
                <a16:creationId xmlns:a16="http://schemas.microsoft.com/office/drawing/2014/main" id="{7CC7C217-221A-D1D2-78B5-97FA47B94467}"/>
              </a:ext>
            </a:extLst>
          </p:cNvPr>
          <p:cNvSpPr>
            <a:spLocks noGrp="1"/>
          </p:cNvSpPr>
          <p:nvPr>
            <p:ph sz="half" idx="2"/>
          </p:nvPr>
        </p:nvSpPr>
        <p:spPr>
          <a:xfrm>
            <a:off x="251520" y="2060848"/>
            <a:ext cx="8568952" cy="1512168"/>
          </a:xfrm>
        </p:spPr>
        <p:txBody>
          <a:bodyPr wrap="square" rtlCol="1" anchor="t">
            <a:normAutofit/>
          </a:bodyPr>
          <a:lstStyle/>
          <a:p>
            <a:pPr marL="0" indent="0" rtl="1">
              <a:buNone/>
            </a:pPr>
            <a:r>
              <a:rPr lang="ar" dirty="0">
                <a:latin typeface="Sakkal Majalla" panose="02000000000000000000" pitchFamily="2" charset="-78"/>
                <a:cs typeface="Sakkal Majalla" panose="02000000000000000000" pitchFamily="2" charset="-78"/>
              </a:rPr>
              <a:t>تعد مرحلة التعبئة والتغليف نقطة التقاء التصميم الجرافيكي بالمجسم ثلاثي الأبعاد. ويتعيّن على مصممي الجرافيك أن ينتبهوا لكل جوانب التغليف وأين سيوضع التغليف وكيفية جعل المنتج يتميز على غيره من المنتجات المنافسة في السوق.</a:t>
            </a:r>
          </a:p>
        </p:txBody>
      </p:sp>
      <p:sp>
        <p:nvSpPr>
          <p:cNvPr id="4" name="Content Placeholder 2">
            <a:extLst>
              <a:ext uri="{FF2B5EF4-FFF2-40B4-BE49-F238E27FC236}">
                <a16:creationId xmlns:a16="http://schemas.microsoft.com/office/drawing/2014/main" id="{E969EB4B-AEBB-FEF6-7179-0BFB91660F2B}"/>
              </a:ext>
            </a:extLst>
          </p:cNvPr>
          <p:cNvSpPr txBox="1">
            <a:spLocks/>
          </p:cNvSpPr>
          <p:nvPr/>
        </p:nvSpPr>
        <p:spPr bwMode="auto">
          <a:xfrm>
            <a:off x="3491880" y="3573016"/>
            <a:ext cx="5302034"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kern="0" dirty="0">
                <a:latin typeface="Sakkal Majalla" panose="02000000000000000000" pitchFamily="2" charset="-78"/>
                <a:cs typeface="Sakkal Majalla" panose="02000000000000000000" pitchFamily="2" charset="-78"/>
              </a:rPr>
              <a:t>دراسة وتحليل التغليف:</a:t>
            </a:r>
          </a:p>
          <a:p>
            <a:pPr rtl="1"/>
            <a:r>
              <a:rPr lang="ar" kern="0" dirty="0">
                <a:latin typeface="Sakkal Majalla" panose="02000000000000000000" pitchFamily="2" charset="-78"/>
                <a:cs typeface="Sakkal Majalla" panose="02000000000000000000" pitchFamily="2" charset="-78"/>
              </a:rPr>
              <a:t>ما هي الغاية من دراسة وتحليل التغليف؟</a:t>
            </a:r>
          </a:p>
          <a:p>
            <a:pPr rtl="1"/>
            <a:r>
              <a:rPr lang="ar" kern="0" dirty="0">
                <a:latin typeface="Sakkal Majalla" panose="02000000000000000000" pitchFamily="2" charset="-78"/>
                <a:cs typeface="Sakkal Majalla" panose="02000000000000000000" pitchFamily="2" charset="-78"/>
              </a:rPr>
              <a:t>كيف يتم بناؤه؟</a:t>
            </a:r>
          </a:p>
          <a:p>
            <a:pPr rtl="1"/>
            <a:r>
              <a:rPr lang="ar" kern="0" dirty="0">
                <a:latin typeface="Sakkal Majalla" panose="02000000000000000000" pitchFamily="2" charset="-78"/>
                <a:cs typeface="Sakkal Majalla" panose="02000000000000000000" pitchFamily="2" charset="-78"/>
              </a:rPr>
              <a:t>ما هي المعلومات الموجودة على التغليف؟</a:t>
            </a:r>
          </a:p>
          <a:p>
            <a:pPr rtl="1"/>
            <a:r>
              <a:rPr lang="ar" kern="0" dirty="0">
                <a:latin typeface="Sakkal Majalla" panose="02000000000000000000" pitchFamily="2" charset="-78"/>
                <a:cs typeface="Sakkal Majalla" panose="02000000000000000000" pitchFamily="2" charset="-78"/>
              </a:rPr>
              <a:t>ماهي العناصر البصرية المستخدمة؟</a:t>
            </a:r>
          </a:p>
          <a:p>
            <a:pPr rtl="1"/>
            <a:endParaRPr lang="en-US" kern="0" dirty="0">
              <a:latin typeface="Sakkal Majalla" panose="02000000000000000000" pitchFamily="2" charset="-78"/>
              <a:cs typeface="Sakkal Majalla" panose="02000000000000000000" pitchFamily="2" charset="-78"/>
            </a:endParaRPr>
          </a:p>
        </p:txBody>
      </p:sp>
      <p:sp>
        <p:nvSpPr>
          <p:cNvPr id="5" name="Footer Placeholder 2">
            <a:extLst>
              <a:ext uri="{FF2B5EF4-FFF2-40B4-BE49-F238E27FC236}">
                <a16:creationId xmlns:a16="http://schemas.microsoft.com/office/drawing/2014/main" id="{FBA86124-7ACC-BB71-EF36-1599882BF67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pic>
        <p:nvPicPr>
          <p:cNvPr id="6" name="Picture 5" descr="A person drawing a design on paper&#10;&#10;Description automatically generated">
            <a:extLst>
              <a:ext uri="{FF2B5EF4-FFF2-40B4-BE49-F238E27FC236}">
                <a16:creationId xmlns:a16="http://schemas.microsoft.com/office/drawing/2014/main" id="{0165B9D7-7474-1155-BE86-0FA7B3C649E9}"/>
              </a:ext>
            </a:extLst>
          </p:cNvPr>
          <p:cNvPicPr>
            <a:picLocks noChangeAspect="1"/>
          </p:cNvPicPr>
          <p:nvPr/>
        </p:nvPicPr>
        <p:blipFill>
          <a:blip r:embed="rId4" cstate="hqprint">
            <a:extLst>
              <a:ext uri="{28A0092B-C50C-407E-A947-70E740481C1C}">
                <a14:useLocalDpi xmlns:a14="http://schemas.microsoft.com/office/drawing/2010/main"/>
              </a:ext>
            </a:extLst>
          </a:blip>
          <a:stretch>
            <a:fillRect/>
          </a:stretch>
        </p:blipFill>
        <p:spPr>
          <a:xfrm>
            <a:off x="827584" y="3645024"/>
            <a:ext cx="3239264" cy="2160240"/>
          </a:xfrm>
          <a:prstGeom prst="rect">
            <a:avLst/>
          </a:prstGeom>
        </p:spPr>
      </p:pic>
    </p:spTree>
    <p:extLst>
      <p:ext uri="{BB962C8B-B14F-4D97-AF65-F5344CB8AC3E}">
        <p14:creationId xmlns:p14="http://schemas.microsoft.com/office/powerpoint/2010/main" val="1433009207"/>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35D95-80FA-6875-2EAB-4AC3A23AD0E4}"/>
              </a:ext>
            </a:extLst>
          </p:cNvPr>
          <p:cNvSpPr>
            <a:spLocks noGrp="1"/>
          </p:cNvSpPr>
          <p:nvPr>
            <p:ph type="title"/>
          </p:nvPr>
        </p:nvSpPr>
        <p:spPr>
          <a:xfrm>
            <a:off x="457200" y="1195200"/>
            <a:ext cx="8229600" cy="864000"/>
          </a:xfrm>
        </p:spPr>
        <p:txBody>
          <a:bodyPr rtlCol="1"/>
          <a:lstStyle/>
          <a:p>
            <a:pPr rtl="1"/>
            <a:r>
              <a:rPr lang="ar" sz="3800" b="1" dirty="0">
                <a:latin typeface="Sakkal Majalla" panose="02000000000000000000" pitchFamily="2" charset="-78"/>
                <a:cs typeface="Sakkal Majalla" panose="02000000000000000000" pitchFamily="2" charset="-78"/>
              </a:rPr>
              <a:t>تصميم التطبيقات والمواقع الإلكترونية</a:t>
            </a:r>
          </a:p>
        </p:txBody>
      </p:sp>
      <p:sp>
        <p:nvSpPr>
          <p:cNvPr id="3" name="Content Placeholder 2">
            <a:extLst>
              <a:ext uri="{FF2B5EF4-FFF2-40B4-BE49-F238E27FC236}">
                <a16:creationId xmlns:a16="http://schemas.microsoft.com/office/drawing/2014/main" id="{A90A8212-8224-4EEA-DBAE-38AB3BDCD7F3}"/>
              </a:ext>
            </a:extLst>
          </p:cNvPr>
          <p:cNvSpPr>
            <a:spLocks noGrp="1"/>
          </p:cNvSpPr>
          <p:nvPr>
            <p:ph idx="1"/>
          </p:nvPr>
        </p:nvSpPr>
        <p:spPr>
          <a:xfrm>
            <a:off x="322893" y="1995134"/>
            <a:ext cx="8352157" cy="1233000"/>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تستفيد المواقع الإلكترونية والتطبيقات من البرمجيات الرقمية وقد تحتوي على أفلام وصور فوتوغرافية ورسوم متحركة وصور ثابتة ونصوص أيضًا.</a:t>
            </a:r>
          </a:p>
        </p:txBody>
      </p:sp>
      <p:sp>
        <p:nvSpPr>
          <p:cNvPr id="5" name="Content Placeholder 2">
            <a:extLst>
              <a:ext uri="{FF2B5EF4-FFF2-40B4-BE49-F238E27FC236}">
                <a16:creationId xmlns:a16="http://schemas.microsoft.com/office/drawing/2014/main" id="{F8738222-29B4-5BEE-004A-309E08EA58F9}"/>
              </a:ext>
            </a:extLst>
          </p:cNvPr>
          <p:cNvSpPr txBox="1">
            <a:spLocks/>
          </p:cNvSpPr>
          <p:nvPr/>
        </p:nvSpPr>
        <p:spPr bwMode="auto">
          <a:xfrm>
            <a:off x="134063" y="3228134"/>
            <a:ext cx="8470385"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itchFamily="2" charset="2"/>
              <a:buChar char="§"/>
              <a:defRPr sz="2400">
                <a:solidFill>
                  <a:schemeClr val="tx1"/>
                </a:solidFill>
                <a:latin typeface="Arial" panose="020B0604020202020204" pitchFamily="34" charset="0"/>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kern="0" dirty="0">
                <a:latin typeface="Sakkal Majalla" panose="02000000000000000000" pitchFamily="2" charset="-78"/>
                <a:cs typeface="Sakkal Majalla" panose="02000000000000000000" pitchFamily="2" charset="-78"/>
              </a:rPr>
              <a:t>دراسة وتحليل المواقع الإلكترونية:</a:t>
            </a:r>
          </a:p>
          <a:p>
            <a:pPr rtl="1"/>
            <a:r>
              <a:rPr lang="ar" kern="0" dirty="0">
                <a:latin typeface="Sakkal Majalla" panose="02000000000000000000" pitchFamily="2" charset="-78"/>
                <a:cs typeface="Sakkal Majalla" panose="02000000000000000000" pitchFamily="2" charset="-78"/>
              </a:rPr>
              <a:t>ماهو الغرض من الموقع الإلكتروني/التطبيق؟ لمن أو لماذا يروّج؟</a:t>
            </a:r>
          </a:p>
          <a:p>
            <a:pPr rtl="1"/>
            <a:r>
              <a:rPr lang="ar" kern="0" dirty="0">
                <a:latin typeface="Sakkal Majalla" panose="02000000000000000000" pitchFamily="2" charset="-78"/>
                <a:cs typeface="Sakkal Majalla" panose="02000000000000000000" pitchFamily="2" charset="-78"/>
              </a:rPr>
              <a:t>ما هي المعلومات الموجودة في صفحة الهبوط؟ وكيف تستطيع هذه الصفحة جذب المشاهد؟</a:t>
            </a:r>
          </a:p>
          <a:p>
            <a:pPr rtl="1"/>
            <a:r>
              <a:rPr lang="ar" kern="0" dirty="0">
                <a:latin typeface="Sakkal Majalla" panose="02000000000000000000" pitchFamily="2" charset="-78"/>
                <a:cs typeface="Sakkal Majalla" panose="02000000000000000000" pitchFamily="2" charset="-78"/>
              </a:rPr>
              <a:t>كيف يتم تصميم الموقع الإلكتروني/التطبيق؟ وهل هو سهل الاستخدام؟</a:t>
            </a:r>
          </a:p>
          <a:p>
            <a:pPr rtl="1"/>
            <a:r>
              <a:rPr lang="ar" kern="0" dirty="0">
                <a:latin typeface="Sakkal Majalla" panose="02000000000000000000" pitchFamily="2" charset="-78"/>
                <a:cs typeface="Sakkal Majalla" panose="02000000000000000000" pitchFamily="2" charset="-78"/>
              </a:rPr>
              <a:t>ماهي العناصر البصرية المُستخدمة في الصفحات وداخل الموقع الإلكتروني/التطبيق؟ وهل هي فعالة؟ لماذا؟</a:t>
            </a:r>
            <a:endParaRPr lang="en-US" kern="0"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313EC957-F5FA-8656-D906-3CDA26C37F3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2233142922"/>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568" y="2132856"/>
            <a:ext cx="7992888" cy="42484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rtl="1"/>
            <a:r>
              <a:rPr lang="ar" sz="2600" dirty="0">
                <a:latin typeface="Sakkal Majalla" panose="02000000000000000000" pitchFamily="2" charset="-78"/>
                <a:cs typeface="Sakkal Majalla" panose="02000000000000000000" pitchFamily="2" charset="-78"/>
              </a:rPr>
              <a:t>تطوير الأفكار - ابدأ بالإطلاع على بحثك والموجز. قم بتنقيح الأفكار وتوضيحها</a:t>
            </a:r>
          </a:p>
          <a:p>
            <a:pPr marL="358775" rtl="1"/>
            <a:r>
              <a:rPr lang="ar" sz="2600" dirty="0">
                <a:latin typeface="Sakkal Majalla" panose="02000000000000000000" pitchFamily="2" charset="-78"/>
                <a:cs typeface="Sakkal Majalla" panose="02000000000000000000" pitchFamily="2" charset="-78"/>
              </a:rPr>
              <a:t>تطبيق المواد والعمليات والمهارات التقنية - إنجاز عينات واختبارات وتجارب. تذكر أن تأخذ الصحة والسلامة بعين الاعتبار</a:t>
            </a:r>
          </a:p>
          <a:p>
            <a:pPr marL="358775" rtl="1"/>
            <a:r>
              <a:rPr lang="ar" sz="2600" dirty="0">
                <a:latin typeface="Sakkal Majalla" panose="02000000000000000000" pitchFamily="2" charset="-78"/>
                <a:cs typeface="Sakkal Majalla" panose="02000000000000000000" pitchFamily="2" charset="-78"/>
              </a:rPr>
              <a:t>الاستقصاء والتجريب - انظر إلى إمكانيات وحدود المواد والتقنيات المستخدمة</a:t>
            </a:r>
          </a:p>
          <a:p>
            <a:pPr marL="358775" rtl="1"/>
            <a:r>
              <a:rPr lang="ar" sz="2600" dirty="0">
                <a:latin typeface="Sakkal Majalla" panose="02000000000000000000" pitchFamily="2" charset="-78"/>
                <a:cs typeface="Sakkal Majalla" panose="02000000000000000000" pitchFamily="2" charset="-78"/>
              </a:rPr>
              <a:t>قم بتسجيل تقدّمك بصيغة مناسبة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ب2 تطوير العمل الإبداعي</a:t>
            </a:r>
          </a:p>
        </p:txBody>
      </p:sp>
      <p:sp>
        <p:nvSpPr>
          <p:cNvPr id="2" name="Footer Placeholder 2">
            <a:extLst>
              <a:ext uri="{FF2B5EF4-FFF2-40B4-BE49-F238E27FC236}">
                <a16:creationId xmlns:a16="http://schemas.microsoft.com/office/drawing/2014/main" id="{4C452F1F-5921-CAE9-790C-5D03012EA1E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2798606905"/>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568" y="2132856"/>
            <a:ext cx="7992888" cy="42484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indent="-358775" rtl="1"/>
            <a:r>
              <a:rPr lang="ar" sz="2600" dirty="0">
                <a:latin typeface="Sakkal Majalla" panose="02000000000000000000" pitchFamily="2" charset="-78"/>
                <a:cs typeface="Sakkal Majalla" panose="02000000000000000000" pitchFamily="2" charset="-78"/>
              </a:rPr>
              <a:t>وضع الأفكار عبر الاستقصاء والتجريب</a:t>
            </a:r>
          </a:p>
          <a:p>
            <a:pPr marL="358775" indent="-358775" rtl="1"/>
            <a:r>
              <a:rPr lang="ar" sz="2600" dirty="0">
                <a:latin typeface="Sakkal Majalla" panose="02000000000000000000" pitchFamily="2" charset="-78"/>
                <a:cs typeface="Sakkal Majalla" panose="02000000000000000000" pitchFamily="2" charset="-78"/>
              </a:rPr>
              <a:t>التطوير عبر حل المشكلات والتفكير المبني على المخاطر والتجريب</a:t>
            </a:r>
          </a:p>
          <a:p>
            <a:pPr marL="358775" indent="-358775" rtl="1"/>
            <a:r>
              <a:rPr lang="ar" sz="2600" dirty="0">
                <a:latin typeface="Sakkal Majalla" panose="02000000000000000000" pitchFamily="2" charset="-78"/>
                <a:cs typeface="Sakkal Majalla" panose="02000000000000000000" pitchFamily="2" charset="-78"/>
              </a:rPr>
              <a:t>إنجاز مخرجات استجابة للموجز.</a:t>
            </a:r>
          </a:p>
          <a:p>
            <a:pPr marL="358775" indent="-358775" rtl="1"/>
            <a:r>
              <a:rPr lang="ar" sz="2600" dirty="0">
                <a:latin typeface="Sakkal Majalla" panose="02000000000000000000" pitchFamily="2" charset="-78"/>
                <a:cs typeface="Sakkal Majalla" panose="02000000000000000000" pitchFamily="2" charset="-78"/>
              </a:rPr>
              <a:t>قم بتوثيق جميع المراحل خلال العملية الإبداعية: الأفعال والاختيارات والقرارات</a:t>
            </a:r>
          </a:p>
          <a:p>
            <a:pPr marL="358775" indent="-358775" rtl="1"/>
            <a:r>
              <a:rPr lang="ar" sz="2600" dirty="0">
                <a:latin typeface="Sakkal Majalla" panose="02000000000000000000" pitchFamily="2" charset="-78"/>
                <a:cs typeface="Sakkal Majalla" panose="02000000000000000000" pitchFamily="2" charset="-78"/>
              </a:rPr>
              <a:t>قم بالتفكير مليًّا والمراجعة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ب3 العملية الإبداعية</a:t>
            </a:r>
          </a:p>
        </p:txBody>
      </p:sp>
      <p:sp>
        <p:nvSpPr>
          <p:cNvPr id="2" name="Footer Placeholder 2">
            <a:extLst>
              <a:ext uri="{FF2B5EF4-FFF2-40B4-BE49-F238E27FC236}">
                <a16:creationId xmlns:a16="http://schemas.microsoft.com/office/drawing/2014/main" id="{70F311B9-AF4E-6C10-DF04-9208F4B2754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1546869761"/>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385762" y="1265665"/>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latin typeface="Sakkal Majalla" panose="02000000000000000000" pitchFamily="2" charset="-78"/>
                <a:cs typeface="Sakkal Majalla" panose="02000000000000000000" pitchFamily="2" charset="-78"/>
              </a:rPr>
              <a:t>هدف التعلّم ج</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2" y="3212977"/>
            <a:ext cx="6769100" cy="2808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indent="-358775" rtl="1"/>
            <a:r>
              <a:rPr lang="ar" sz="2600" dirty="0">
                <a:latin typeface="Sakkal Majalla" panose="02000000000000000000" pitchFamily="2" charset="-78"/>
                <a:cs typeface="Sakkal Majalla" panose="02000000000000000000" pitchFamily="2" charset="-78"/>
              </a:rPr>
              <a:t>مراجعة العمل الذاتي</a:t>
            </a:r>
          </a:p>
          <a:p>
            <a:pPr marL="358775" indent="-358775" rtl="1"/>
            <a:r>
              <a:rPr lang="ar" sz="2600" dirty="0">
                <a:latin typeface="Sakkal Majalla" panose="02000000000000000000" pitchFamily="2" charset="-78"/>
                <a:cs typeface="Sakkal Majalla" panose="02000000000000000000" pitchFamily="2" charset="-78"/>
              </a:rPr>
              <a:t>مراجعة أعمال الآخرين</a:t>
            </a:r>
          </a:p>
          <a:p>
            <a:pPr marL="358775" indent="-358775" rtl="1"/>
            <a:r>
              <a:rPr lang="ar" sz="2600" dirty="0">
                <a:latin typeface="Sakkal Majalla" panose="02000000000000000000" pitchFamily="2" charset="-78"/>
                <a:cs typeface="Sakkal Majalla" panose="02000000000000000000" pitchFamily="2" charset="-78"/>
              </a:rPr>
              <a:t>التفكير مليًّا في إجراءات العمل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1" y="1772077"/>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000" b="1"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مراجعة آليات العمل والمخرجات المنتجة لتنفيذ موجز تصميمٍ جرافيكي</a:t>
            </a:r>
            <a:r>
              <a:rPr lang="ar" sz="3000" dirty="0">
                <a:effectLst/>
                <a:latin typeface="Sakkal Majalla" panose="02000000000000000000" pitchFamily="2" charset="-78"/>
                <a:cs typeface="Sakkal Majalla" panose="02000000000000000000" pitchFamily="2" charset="-78"/>
              </a:rPr>
              <a:t> </a:t>
            </a:r>
            <a:endParaRPr lang="en-GB" altLang="en-US" sz="3000" b="1" dirty="0">
              <a:highlight>
                <a:srgbClr val="FFFF00"/>
              </a:highlight>
              <a:latin typeface="Sakkal Majalla" panose="02000000000000000000" pitchFamily="2" charset="-78"/>
              <a:cs typeface="Sakkal Majalla" panose="02000000000000000000" pitchFamily="2" charset="-78"/>
            </a:endParaRPr>
          </a:p>
          <a:p>
            <a:pPr algn="ctr" rtl="1"/>
            <a:endParaRPr lang="en-GB" altLang="en-US" sz="30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8A8DC9B-5F94-AF38-EC2D-A4BFF7ABF73D}"/>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96065" y="2204864"/>
            <a:ext cx="8100294"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rtl="1"/>
            <a:r>
              <a:rPr lang="ar" sz="2200" dirty="0">
                <a:latin typeface="Sakkal Majalla" panose="02000000000000000000" pitchFamily="2" charset="-78"/>
                <a:cs typeface="Sakkal Majalla" panose="02000000000000000000" pitchFamily="2" charset="-78"/>
              </a:rPr>
              <a:t>استدامة الوسائط والمواد والتقنيات والعمليات</a:t>
            </a:r>
          </a:p>
          <a:p>
            <a:pPr marL="358775" rtl="1"/>
            <a:r>
              <a:rPr lang="ar" sz="2200" dirty="0">
                <a:latin typeface="Sakkal Majalla" panose="02000000000000000000" pitchFamily="2" charset="-78"/>
                <a:cs typeface="Sakkal Majalla" panose="02000000000000000000" pitchFamily="2" charset="-78"/>
              </a:rPr>
              <a:t>إمكانيات ومحدوديات الوسائط والمواد والتقنيات والعمليات </a:t>
            </a:r>
          </a:p>
          <a:p>
            <a:pPr marL="358775" rtl="1"/>
            <a:r>
              <a:rPr lang="ar" sz="2200" dirty="0">
                <a:latin typeface="Sakkal Majalla" panose="02000000000000000000" pitchFamily="2" charset="-78"/>
                <a:cs typeface="Sakkal Majalla" panose="02000000000000000000" pitchFamily="2" charset="-78"/>
              </a:rPr>
              <a:t>اتخاذ القرار</a:t>
            </a:r>
          </a:p>
          <a:p>
            <a:pPr marL="358775" rtl="1"/>
            <a:r>
              <a:rPr lang="ar" sz="2200" dirty="0">
                <a:latin typeface="Sakkal Majalla" panose="02000000000000000000" pitchFamily="2" charset="-78"/>
                <a:cs typeface="Sakkal Majalla" panose="02000000000000000000" pitchFamily="2" charset="-78"/>
              </a:rPr>
              <a:t>جودة الأفكار والمخرجات</a:t>
            </a:r>
          </a:p>
          <a:p>
            <a:pPr marL="358775" rtl="1"/>
            <a:r>
              <a:rPr lang="ar" sz="2200" dirty="0">
                <a:latin typeface="Sakkal Majalla" panose="02000000000000000000" pitchFamily="2" charset="-78"/>
                <a:cs typeface="Sakkal Majalla" panose="02000000000000000000" pitchFamily="2" charset="-78"/>
              </a:rPr>
              <a:t>إجراء مقارنات مع أعمال موجودة</a:t>
            </a:r>
          </a:p>
          <a:p>
            <a:pPr marL="358775" rtl="1"/>
            <a:r>
              <a:rPr lang="ar" sz="2200" dirty="0">
                <a:latin typeface="Sakkal Majalla" panose="02000000000000000000" pitchFamily="2" charset="-78"/>
                <a:cs typeface="Sakkal Majalla" panose="02000000000000000000" pitchFamily="2" charset="-78"/>
              </a:rPr>
              <a:t>نقاط القوة وجوانب التطوير</a:t>
            </a:r>
          </a:p>
          <a:p>
            <a:pPr marL="358775" rtl="1"/>
            <a:r>
              <a:rPr lang="ar" sz="2200" dirty="0">
                <a:latin typeface="Sakkal Majalla" panose="02000000000000000000" pitchFamily="2" charset="-78"/>
                <a:cs typeface="Sakkal Majalla" panose="02000000000000000000" pitchFamily="2" charset="-78"/>
              </a:rPr>
              <a:t>التعديلات والتنقيحات</a:t>
            </a:r>
          </a:p>
          <a:p>
            <a:pPr marL="358775" rtl="1"/>
            <a:r>
              <a:rPr lang="ar" sz="2200" dirty="0">
                <a:latin typeface="Sakkal Majalla" panose="02000000000000000000" pitchFamily="2" charset="-78"/>
                <a:cs typeface="Sakkal Majalla" panose="02000000000000000000" pitchFamily="2" charset="-78"/>
              </a:rPr>
              <a:t>الخطوات التالية</a:t>
            </a:r>
          </a:p>
          <a:p>
            <a:pPr marL="685800" rtl="1"/>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ج1 مراجعة العمل الذاتي (1)</a:t>
            </a:r>
          </a:p>
          <a:p>
            <a:pPr algn="ctr" rtl="1"/>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D1215E0-766F-AF1A-2D39-30C2A7689B3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2880668957"/>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32546" y="2636912"/>
            <a:ext cx="4715918"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rtl="1"/>
            <a:r>
              <a:rPr lang="ar" sz="2200" dirty="0">
                <a:latin typeface="Sakkal Majalla" panose="02000000000000000000" pitchFamily="2" charset="-78"/>
                <a:cs typeface="Sakkal Majalla" panose="02000000000000000000" pitchFamily="2" charset="-78"/>
              </a:rPr>
              <a:t>ما الذي كان مطلوبًا في الموجز؟ </a:t>
            </a:r>
          </a:p>
          <a:p>
            <a:pPr marL="358775" rtl="1"/>
            <a:r>
              <a:rPr lang="ar" sz="2200" dirty="0">
                <a:latin typeface="Sakkal Majalla" panose="02000000000000000000" pitchFamily="2" charset="-78"/>
                <a:cs typeface="Sakkal Majalla" panose="02000000000000000000" pitchFamily="2" charset="-78"/>
              </a:rPr>
              <a:t>هل قمت بإنجاز الشيء المطلوب؟ </a:t>
            </a:r>
          </a:p>
          <a:p>
            <a:pPr marL="358775" rtl="1"/>
            <a:r>
              <a:rPr lang="ar" sz="2200" dirty="0">
                <a:latin typeface="Sakkal Majalla" panose="02000000000000000000" pitchFamily="2" charset="-78"/>
                <a:cs typeface="Sakkal Majalla" panose="02000000000000000000" pitchFamily="2" charset="-78"/>
              </a:rPr>
              <a:t>هل تعتقد بأن العميل سيكون سعيدًا بما قدَّمْته؟</a:t>
            </a:r>
          </a:p>
          <a:p>
            <a:pPr marL="685800" rtl="1"/>
            <a:endParaRPr lang="en-GB" altLang="en-US" sz="2200" dirty="0">
              <a:latin typeface="Sakkal Majalla" panose="02000000000000000000" pitchFamily="2" charset="-78"/>
              <a:cs typeface="Sakkal Majalla" panose="02000000000000000000" pitchFamily="2" charset="-78"/>
            </a:endParaRPr>
          </a:p>
          <a:p>
            <a:pPr marL="685800" rtl="1"/>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مراجعة العمل الذاتي (2)</a:t>
            </a:r>
          </a:p>
          <a:p>
            <a:pPr algn="ctr" rtl="1"/>
            <a:endParaRPr lang="en-GB" altLang="en-US" sz="3800" b="1" dirty="0">
              <a:latin typeface="Sakkal Majalla" panose="02000000000000000000" pitchFamily="2" charset="-78"/>
              <a:cs typeface="Sakkal Majalla" panose="02000000000000000000" pitchFamily="2" charset="-78"/>
            </a:endParaRPr>
          </a:p>
        </p:txBody>
      </p:sp>
      <p:pic>
        <p:nvPicPr>
          <p:cNvPr id="3" name="Picture 2" descr="A person with glasses and a map&#10;&#10;Description automatically generated">
            <a:extLst>
              <a:ext uri="{FF2B5EF4-FFF2-40B4-BE49-F238E27FC236}">
                <a16:creationId xmlns:a16="http://schemas.microsoft.com/office/drawing/2014/main" id="{4D835EB5-F7D4-FB1C-024B-3FB1D53742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569" y="2314353"/>
            <a:ext cx="3490911" cy="3490911"/>
          </a:xfrm>
          <a:prstGeom prst="rect">
            <a:avLst/>
          </a:prstGeom>
        </p:spPr>
      </p:pic>
      <p:sp>
        <p:nvSpPr>
          <p:cNvPr id="2" name="Footer Placeholder 2">
            <a:extLst>
              <a:ext uri="{FF2B5EF4-FFF2-40B4-BE49-F238E27FC236}">
                <a16:creationId xmlns:a16="http://schemas.microsoft.com/office/drawing/2014/main" id="{8BCADA7D-5AE9-9E49-FFA6-8DA563CBB23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1870199901"/>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9552" y="2780928"/>
            <a:ext cx="8100294"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358775" rtl="1"/>
            <a:r>
              <a:rPr lang="ar" sz="2600" dirty="0">
                <a:latin typeface="Sakkal Majalla" panose="02000000000000000000" pitchFamily="2" charset="-78"/>
                <a:cs typeface="Sakkal Majalla" panose="02000000000000000000" pitchFamily="2" charset="-78"/>
              </a:rPr>
              <a:t>ماهي الأسباب وراء صنع هذه الأعمال</a:t>
            </a:r>
          </a:p>
          <a:p>
            <a:pPr marL="358775" rtl="1"/>
            <a:r>
              <a:rPr lang="ar" sz="2600" dirty="0">
                <a:latin typeface="Sakkal Majalla" panose="02000000000000000000" pitchFamily="2" charset="-78"/>
                <a:cs typeface="Sakkal Majalla" panose="02000000000000000000" pitchFamily="2" charset="-78"/>
              </a:rPr>
              <a:t>استخدام العناصر الأساسية والأنماط والتقاليد والسرد والمفاهيم في هذه الأعمال</a:t>
            </a:r>
          </a:p>
          <a:p>
            <a:pPr marL="358775" rtl="1"/>
            <a:r>
              <a:rPr lang="ar" sz="2600" dirty="0">
                <a:latin typeface="Sakkal Majalla" panose="02000000000000000000" pitchFamily="2" charset="-78"/>
                <a:cs typeface="Sakkal Majalla" panose="02000000000000000000" pitchFamily="2" charset="-78"/>
              </a:rPr>
              <a:t>الأساليب التقنية المتبعة</a:t>
            </a:r>
          </a:p>
          <a:p>
            <a:pPr marL="358775" rtl="1"/>
            <a:r>
              <a:rPr lang="ar" sz="2600" dirty="0">
                <a:latin typeface="Sakkal Majalla" panose="02000000000000000000" pitchFamily="2" charset="-78"/>
                <a:cs typeface="Sakkal Majalla" panose="02000000000000000000" pitchFamily="2" charset="-78"/>
              </a:rPr>
              <a:t>الطرق التي تجعلها مرتبطة بتجربتك الخاصة/عملك</a:t>
            </a: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ج2 مراجعة أعمال الآخرين (1)</a:t>
            </a:r>
          </a:p>
          <a:p>
            <a:pPr algn="ctr" rtl="1"/>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69194B4-4709-6E55-7B3A-CDED9199CCD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3279222656"/>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2384A-A05F-ADA8-FDAA-A8DE15085EF9}"/>
              </a:ext>
            </a:extLst>
          </p:cNvPr>
          <p:cNvSpPr>
            <a:spLocks noGrp="1"/>
          </p:cNvSpPr>
          <p:nvPr>
            <p:ph type="title"/>
          </p:nvPr>
        </p:nvSpPr>
        <p:spPr>
          <a:xfrm>
            <a:off x="457200" y="1412872"/>
            <a:ext cx="8229600" cy="864000"/>
          </a:xfrm>
        </p:spPr>
        <p:txBody>
          <a:bodyPr rtlCol="1"/>
          <a:lstStyle/>
          <a:p>
            <a:pPr rtl="1"/>
            <a:r>
              <a:rPr lang="ar" sz="3800" b="1" dirty="0">
                <a:latin typeface="Sakkal Majalla" panose="02000000000000000000" pitchFamily="2" charset="-78"/>
                <a:cs typeface="Sakkal Majalla" panose="02000000000000000000" pitchFamily="2" charset="-78"/>
              </a:rPr>
              <a:t>مراجعة أعمال الآخرين (2)</a:t>
            </a:r>
            <a:br>
              <a:rPr lang="en-GB" altLang="en-US" sz="3800" b="1" dirty="0">
                <a:latin typeface="Sakkal Majalla" panose="02000000000000000000" pitchFamily="2" charset="-78"/>
                <a:cs typeface="Sakkal Majalla" panose="02000000000000000000" pitchFamily="2" charset="-78"/>
              </a:rPr>
            </a:br>
            <a:endParaRPr lang="en-US" sz="3800" dirty="0">
              <a:latin typeface="Sakkal Majalla" panose="02000000000000000000" pitchFamily="2" charset="-78"/>
              <a:cs typeface="Sakkal Majalla" panose="02000000000000000000" pitchFamily="2" charset="-78"/>
            </a:endParaRPr>
          </a:p>
        </p:txBody>
      </p:sp>
      <p:sp>
        <p:nvSpPr>
          <p:cNvPr id="10" name="TextBox 9">
            <a:extLst>
              <a:ext uri="{FF2B5EF4-FFF2-40B4-BE49-F238E27FC236}">
                <a16:creationId xmlns:a16="http://schemas.microsoft.com/office/drawing/2014/main" id="{27AE11CA-08BC-B02F-947E-1EAF72B672EE}"/>
              </a:ext>
            </a:extLst>
          </p:cNvPr>
          <p:cNvSpPr txBox="1"/>
          <p:nvPr/>
        </p:nvSpPr>
        <p:spPr>
          <a:xfrm>
            <a:off x="4739404" y="2283716"/>
            <a:ext cx="4081068" cy="2246769"/>
          </a:xfrm>
          <a:prstGeom prst="rect">
            <a:avLst/>
          </a:prstGeom>
          <a:noFill/>
        </p:spPr>
        <p:txBody>
          <a:bodyPr wrap="square" lIns="91440" tIns="45720" rIns="91440" bIns="45720" rtlCol="1" anchor="t">
            <a:spAutoFit/>
          </a:bodyPr>
          <a:lstStyle/>
          <a:p>
            <a:pPr rtl="1"/>
            <a:r>
              <a:rPr lang="ar" sz="2000" dirty="0">
                <a:latin typeface="Sakkal Majalla" panose="02000000000000000000" pitchFamily="2" charset="-78"/>
                <a:cs typeface="Sakkal Majalla" panose="02000000000000000000" pitchFamily="2" charset="-78"/>
              </a:rPr>
              <a:t>هذا إعلان لسيارة بيجو من خمسينيات القرن الماضي.</a:t>
            </a:r>
          </a:p>
          <a:p>
            <a:pPr rtl="1"/>
            <a:endParaRPr lang="en-US"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لماذا تم إعداد هذا العمل الفني؟ </a:t>
            </a:r>
          </a:p>
          <a:p>
            <a:pPr rtl="1"/>
            <a:r>
              <a:rPr lang="ar" sz="2000" dirty="0">
                <a:latin typeface="Sakkal Majalla" panose="02000000000000000000" pitchFamily="2" charset="-78"/>
                <a:cs typeface="Sakkal Majalla" panose="02000000000000000000" pitchFamily="2" charset="-78"/>
              </a:rPr>
              <a:t>ماذا ترى؟</a:t>
            </a:r>
          </a:p>
          <a:p>
            <a:pPr rtl="1"/>
            <a:r>
              <a:rPr lang="ar" sz="2000" dirty="0">
                <a:latin typeface="Sakkal Majalla" panose="02000000000000000000" pitchFamily="2" charset="-78"/>
                <a:cs typeface="Sakkal Majalla" panose="02000000000000000000" pitchFamily="2" charset="-78"/>
              </a:rPr>
              <a:t>لمن يتم تسويق هذه السيارة برأيك؟ </a:t>
            </a:r>
          </a:p>
          <a:p>
            <a:pPr rtl="1"/>
            <a:r>
              <a:rPr lang="ar" sz="2000" dirty="0">
                <a:latin typeface="Sakkal Majalla" panose="02000000000000000000" pitchFamily="2" charset="-78"/>
                <a:cs typeface="Sakkal Majalla" panose="02000000000000000000" pitchFamily="2" charset="-78"/>
              </a:rPr>
              <a:t>كيف يمنحك استخدام اللغة البصرية أدلةً عن هوية الجمهور المستهدف ونوع السيارة؟</a:t>
            </a:r>
          </a:p>
        </p:txBody>
      </p:sp>
      <p:sp>
        <p:nvSpPr>
          <p:cNvPr id="4" name="Footer Placeholder 2">
            <a:extLst>
              <a:ext uri="{FF2B5EF4-FFF2-40B4-BE49-F238E27FC236}">
                <a16:creationId xmlns:a16="http://schemas.microsoft.com/office/drawing/2014/main" id="{7FC60267-5D14-B5CC-D1E7-965803D0CCE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pic>
        <p:nvPicPr>
          <p:cNvPr id="5" name="Picture 4" descr="A poster of a car&#10;&#10;Description automatically generated">
            <a:extLst>
              <a:ext uri="{FF2B5EF4-FFF2-40B4-BE49-F238E27FC236}">
                <a16:creationId xmlns:a16="http://schemas.microsoft.com/office/drawing/2014/main" id="{FB064184-C627-BC03-8D33-A38BD5EECFB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5576" y="2060848"/>
            <a:ext cx="3204356" cy="4080695"/>
          </a:xfrm>
          <a:prstGeom prst="rect">
            <a:avLst/>
          </a:prstGeom>
        </p:spPr>
      </p:pic>
    </p:spTree>
    <p:extLst>
      <p:ext uri="{BB962C8B-B14F-4D97-AF65-F5344CB8AC3E}">
        <p14:creationId xmlns:p14="http://schemas.microsoft.com/office/powerpoint/2010/main" val="1742758043"/>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21853" y="2348880"/>
            <a:ext cx="8100294"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dirty="0">
                <a:latin typeface="Sakkal Majalla" panose="02000000000000000000" pitchFamily="2" charset="-78"/>
                <a:cs typeface="Sakkal Majalla" panose="02000000000000000000" pitchFamily="2" charset="-78"/>
              </a:rPr>
              <a:t>قيّم مخرجاتك الإبداعية اعتمادًا على مخططاتك المسبقة لها</a:t>
            </a:r>
          </a:p>
          <a:p>
            <a:pPr rtl="1"/>
            <a:r>
              <a:rPr lang="ar" sz="2200" dirty="0">
                <a:latin typeface="Sakkal Majalla" panose="02000000000000000000" pitchFamily="2" charset="-78"/>
                <a:cs typeface="Sakkal Majalla" panose="02000000000000000000" pitchFamily="2" charset="-78"/>
              </a:rPr>
              <a:t>برهن على صحة قراراتك</a:t>
            </a:r>
          </a:p>
          <a:p>
            <a:pPr rtl="1"/>
            <a:r>
              <a:rPr lang="ar" sz="2200" dirty="0">
                <a:latin typeface="Sakkal Majalla" panose="02000000000000000000" pitchFamily="2" charset="-78"/>
                <a:cs typeface="Sakkal Majalla" panose="02000000000000000000" pitchFamily="2" charset="-78"/>
              </a:rPr>
              <a:t>قيّم أسلوبك في العمل</a:t>
            </a:r>
          </a:p>
          <a:p>
            <a:pPr marL="684213" lvl="1" indent="-342900"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المخطط الزمني</a:t>
            </a:r>
          </a:p>
          <a:p>
            <a:pPr marL="684213" lvl="1" indent="-342900"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أخلاقيات العمل</a:t>
            </a:r>
          </a:p>
          <a:p>
            <a:pPr marL="684213" lvl="1" indent="-342900"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المعايير الشخصية</a:t>
            </a:r>
          </a:p>
          <a:p>
            <a:pPr marL="684213" lvl="1" indent="-342900" rtl="1">
              <a:buFont typeface="Arial" panose="020B0604020202020204" pitchFamily="34" charset="0"/>
              <a:buChar char="•"/>
            </a:pPr>
            <a:r>
              <a:rPr lang="ar" sz="2200" dirty="0">
                <a:latin typeface="Sakkal Majalla" panose="02000000000000000000" pitchFamily="2" charset="-78"/>
                <a:cs typeface="Sakkal Majalla" panose="02000000000000000000" pitchFamily="2" charset="-78"/>
              </a:rPr>
              <a:t>الاحترافية</a:t>
            </a:r>
          </a:p>
          <a:p>
            <a:pPr marL="358775" rtl="1"/>
            <a:r>
              <a:rPr lang="ar" sz="2200" dirty="0">
                <a:latin typeface="Sakkal Majalla" panose="02000000000000000000" pitchFamily="2" charset="-78"/>
                <a:cs typeface="Sakkal Majalla" panose="02000000000000000000" pitchFamily="2" charset="-78"/>
              </a:rPr>
              <a:t>حدِّد ما الذي تعلمته</a:t>
            </a:r>
          </a:p>
          <a:p>
            <a:pPr marL="358775" rtl="1"/>
            <a:r>
              <a:rPr lang="ar" sz="2200" dirty="0">
                <a:latin typeface="Sakkal Majalla" panose="02000000000000000000" pitchFamily="2" charset="-78"/>
                <a:cs typeface="Sakkal Majalla" panose="02000000000000000000" pitchFamily="2" charset="-78"/>
              </a:rPr>
              <a:t>التوصيات المستقبلية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ج3 التفكير مليًّا في إجراءات العمل</a:t>
            </a:r>
          </a:p>
          <a:p>
            <a:pPr algn="ctr" rtl="1"/>
            <a:endParaRPr lang="en-GB" altLang="en-US"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85B0550-D479-E508-A4C1-72596EF53DD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2072091948"/>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1151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US" altLang="en-US" sz="3600" b="1">
              <a:latin typeface="Sakkal Majalla" panose="02000000000000000000" pitchFamily="2" charset="-78"/>
              <a:cs typeface="Sakkal Majalla" panose="02000000000000000000" pitchFamily="2" charset="-78"/>
            </a:endParaRPr>
          </a:p>
        </p:txBody>
      </p:sp>
      <p:sp>
        <p:nvSpPr>
          <p:cNvPr id="2" name="Title 1">
            <a:extLst>
              <a:ext uri="{FF2B5EF4-FFF2-40B4-BE49-F238E27FC236}">
                <a16:creationId xmlns:a16="http://schemas.microsoft.com/office/drawing/2014/main" id="{48FA5456-D9C1-A9E6-1146-D2B112E5F8F2}"/>
              </a:ext>
            </a:extLst>
          </p:cNvPr>
          <p:cNvSpPr>
            <a:spLocks noGrp="1"/>
          </p:cNvSpPr>
          <p:nvPr>
            <p:ph type="title"/>
          </p:nvPr>
        </p:nvSpPr>
        <p:spPr>
          <a:xfrm>
            <a:off x="475785" y="1279022"/>
            <a:ext cx="8229600" cy="793452"/>
          </a:xfrm>
        </p:spPr>
        <p:txBody>
          <a:bodyPr rtlCol="1"/>
          <a:lstStyle/>
          <a:p>
            <a:pPr rtl="1"/>
            <a:r>
              <a:rPr lang="ar" sz="4600" dirty="0">
                <a:latin typeface="Sakkal Majalla" panose="02000000000000000000" pitchFamily="2" charset="-78"/>
                <a:cs typeface="Sakkal Majalla" panose="02000000000000000000" pitchFamily="2" charset="-78"/>
              </a:rPr>
              <a:t>جزيل الشكر والتقدير</a:t>
            </a:r>
            <a:endParaRPr lang="en-US" sz="4600" dirty="0">
              <a:latin typeface="Sakkal Majalla" panose="02000000000000000000" pitchFamily="2" charset="-78"/>
              <a:cs typeface="Sakkal Majalla" panose="02000000000000000000" pitchFamily="2" charset="-78"/>
            </a:endParaRPr>
          </a:p>
        </p:txBody>
      </p:sp>
      <p:sp>
        <p:nvSpPr>
          <p:cNvPr id="5" name="Content Placeholder 4">
            <a:extLst>
              <a:ext uri="{FF2B5EF4-FFF2-40B4-BE49-F238E27FC236}">
                <a16:creationId xmlns:a16="http://schemas.microsoft.com/office/drawing/2014/main" id="{716BE1F3-2558-2049-1592-73C05758606F}"/>
              </a:ext>
            </a:extLst>
          </p:cNvPr>
          <p:cNvSpPr>
            <a:spLocks noGrp="1"/>
          </p:cNvSpPr>
          <p:nvPr>
            <p:ph sz="half" idx="2"/>
          </p:nvPr>
        </p:nvSpPr>
        <p:spPr>
          <a:xfrm>
            <a:off x="468312" y="2297732"/>
            <a:ext cx="7991475" cy="2466975"/>
          </a:xfrm>
        </p:spPr>
        <p:txBody>
          <a:bodyPr rtlCol="1"/>
          <a:lstStyle/>
          <a:p>
            <a:pPr marL="0" indent="0" rtl="1">
              <a:buNone/>
            </a:pPr>
            <a:r>
              <a:rPr lang="ar" sz="2600" b="1" dirty="0">
                <a:latin typeface="Sakkal Majalla" panose="02000000000000000000" pitchFamily="2" charset="-78"/>
                <a:cs typeface="Sakkal Majalla" panose="02000000000000000000" pitchFamily="2" charset="-78"/>
              </a:rPr>
              <a:t>الصور</a:t>
            </a:r>
            <a:endParaRPr lang="en-GB" sz="2600" dirty="0">
              <a:latin typeface="Sakkal Majalla" panose="02000000000000000000" pitchFamily="2" charset="-78"/>
              <a:cs typeface="Sakkal Majalla" panose="02000000000000000000" pitchFamily="2" charset="-78"/>
            </a:endParaRPr>
          </a:p>
          <a:p>
            <a:pPr marL="0" indent="0" rtl="1">
              <a:buNone/>
            </a:pPr>
            <a:r>
              <a:rPr lang="en-US" sz="2200" b="1" dirty="0">
                <a:latin typeface="Sakkal Majalla" panose="02000000000000000000" pitchFamily="2" charset="-78"/>
                <a:cs typeface="Sakkal Majalla" panose="02000000000000000000" pitchFamily="2" charset="-78"/>
              </a:rPr>
              <a:t>123RF</a:t>
            </a:r>
            <a:r>
              <a:rPr lang="ar" sz="2200" dirty="0">
                <a:latin typeface="Sakkal Majalla" panose="02000000000000000000" pitchFamily="2" charset="-78"/>
                <a:cs typeface="Sakkal Majalla" panose="02000000000000000000" pitchFamily="2" charset="-78"/>
              </a:rPr>
              <a:t>: توب ان تي بي (الشريحة 15-اليمين)، انكدروب (الشريحة 17)، rh2010 (الشريحة 18)</a:t>
            </a:r>
          </a:p>
          <a:p>
            <a:pPr marL="0" indent="0" rtl="1">
              <a:buNone/>
            </a:pPr>
            <a:r>
              <a:rPr lang="ar" sz="2200" b="1" dirty="0">
                <a:latin typeface="Sakkal Majalla" panose="02000000000000000000" pitchFamily="2" charset="-78"/>
                <a:cs typeface="Sakkal Majalla" panose="02000000000000000000" pitchFamily="2" charset="-78"/>
              </a:rPr>
              <a:t>صورة دعائية من منصة ألامي: </a:t>
            </a:r>
            <a:r>
              <a:rPr lang="ar" sz="2200" dirty="0">
                <a:latin typeface="Sakkal Majalla" panose="02000000000000000000" pitchFamily="2" charset="-78"/>
                <a:cs typeface="Sakkal Majalla" panose="02000000000000000000" pitchFamily="2" charset="-78"/>
              </a:rPr>
              <a:t>كيث موريس (الشريحة 10)، سيرجي كوسيلكو (الشريحة 20- أسفل اليسار)، شاوشوتس (الشريحة 34) </a:t>
            </a:r>
            <a:r>
              <a:rPr lang="ar" sz="2200" b="1" dirty="0">
                <a:latin typeface="Sakkal Majalla" panose="02000000000000000000" pitchFamily="2" charset="-78"/>
                <a:cs typeface="Sakkal Majalla" panose="02000000000000000000" pitchFamily="2" charset="-78"/>
              </a:rPr>
              <a:t>دانييل جودن: </a:t>
            </a:r>
            <a:r>
              <a:rPr lang="ar" sz="2200" dirty="0">
                <a:latin typeface="Sakkal Majalla" panose="02000000000000000000" pitchFamily="2" charset="-78"/>
                <a:cs typeface="Sakkal Majalla" panose="02000000000000000000" pitchFamily="2" charset="-78"/>
              </a:rPr>
              <a:t>(الشريحة 20- أعلى اليسار والشريحة 32)</a:t>
            </a:r>
          </a:p>
          <a:p>
            <a:pPr marL="0" indent="0" rtl="1">
              <a:buNone/>
            </a:pPr>
            <a:r>
              <a:rPr lang="ar" sz="2200" b="1" dirty="0">
                <a:latin typeface="Sakkal Majalla" panose="02000000000000000000" pitchFamily="2" charset="-78"/>
                <a:cs typeface="Sakkal Majalla" panose="02000000000000000000" pitchFamily="2" charset="-78"/>
              </a:rPr>
              <a:t>شوترستوك:</a:t>
            </a:r>
            <a:r>
              <a:rPr lang="ar" sz="2200" dirty="0">
                <a:latin typeface="Sakkal Majalla" panose="02000000000000000000" pitchFamily="2" charset="-78"/>
                <a:cs typeface="Sakkal Majalla" panose="02000000000000000000" pitchFamily="2" charset="-78"/>
              </a:rPr>
              <a:t> </a:t>
            </a:r>
            <a:r>
              <a:rPr lang="ar-EG" sz="2200" dirty="0">
                <a:latin typeface="Sakkal Majalla" panose="02000000000000000000" pitchFamily="2" charset="-78"/>
                <a:cs typeface="Sakkal Majalla" panose="02000000000000000000" pitchFamily="2" charset="-78"/>
              </a:rPr>
              <a:t>ا</a:t>
            </a:r>
            <a:r>
              <a:rPr lang="ar" sz="2200" dirty="0">
                <a:latin typeface="Sakkal Majalla" panose="02000000000000000000" pitchFamily="2" charset="-78"/>
                <a:cs typeface="Sakkal Majalla" panose="02000000000000000000" pitchFamily="2" charset="-78"/>
              </a:rPr>
              <a:t>ستوديو ليلي (الشريحة 15 إلى اليسار)، ستراجا (الشريحة 20-أسفل اليمين)، استوديو بلو بلانيت (الشريحة 20 إلى أعلى اليمين)، جوزيربيزارو (الشريحة 23)، بيليون فوتوز (الشريحة 25)، كاوسامران_استوديو (الشريحة 26).</a:t>
            </a:r>
          </a:p>
          <a:p>
            <a:pPr marL="0" indent="0" rtl="1">
              <a:buNone/>
            </a:pPr>
            <a:endParaRPr lang="en-US" dirty="0">
              <a:latin typeface="Sakkal Majalla" panose="02000000000000000000" pitchFamily="2" charset="-78"/>
              <a:cs typeface="Sakkal Majalla" panose="02000000000000000000" pitchFamily="2" charset="-78"/>
            </a:endParaRPr>
          </a:p>
          <a:p>
            <a:pPr marL="0" indent="0" rtl="1">
              <a:buNone/>
            </a:pPr>
            <a:endParaRPr lang="en-US" b="1" dirty="0">
              <a:latin typeface="Sakkal Majalla" panose="02000000000000000000" pitchFamily="2" charset="-78"/>
              <a:cs typeface="Sakkal Majalla" panose="02000000000000000000" pitchFamily="2" charset="-78"/>
            </a:endParaRPr>
          </a:p>
          <a:p>
            <a:pPr rtl="1"/>
            <a:endParaRPr lang="en-GB" b="1" dirty="0">
              <a:latin typeface="Sakkal Majalla" panose="02000000000000000000" pitchFamily="2" charset="-78"/>
              <a:cs typeface="Sakkal Majalla" panose="02000000000000000000" pitchFamily="2" charset="-78"/>
            </a:endParaRPr>
          </a:p>
        </p:txBody>
      </p:sp>
      <p:sp>
        <p:nvSpPr>
          <p:cNvPr id="4" name="Footer Placeholder 2">
            <a:extLst>
              <a:ext uri="{FF2B5EF4-FFF2-40B4-BE49-F238E27FC236}">
                <a16:creationId xmlns:a16="http://schemas.microsoft.com/office/drawing/2014/main" id="{D20D5AE4-2452-0983-BD0F-85FC521A586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A103000395029</a:t>
            </a:r>
            <a:endParaRPr lang="ar" sz="1000" dirty="0"/>
          </a:p>
        </p:txBody>
      </p:sp>
    </p:spTree>
    <p:extLst>
      <p:ext uri="{BB962C8B-B14F-4D97-AF65-F5344CB8AC3E}">
        <p14:creationId xmlns:p14="http://schemas.microsoft.com/office/powerpoint/2010/main" val="813671598"/>
      </p:ext>
    </p:extLst>
  </p:cSld>
  <p:clrMapOvr>
    <a:masterClrMapping/>
  </p:clrMapOvr>
  <p:transition>
    <p:sndAc>
      <p:stSnd>
        <p:snd r:embed="rId3" name="click.wav"/>
      </p:stSnd>
    </p:sndAc>
  </p:transition>
</p:sld>
</file>

<file path=ppt/theme/theme1.xml><?xml version="1.0" encoding="utf-8"?>
<a:theme xmlns:a="http://schemas.openxmlformats.org/drawingml/2006/main" name="1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Agriculture">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4" ma:contentTypeDescription="Create a new document." ma:contentTypeScope="" ma:versionID="4a6fe28517af40a4350532efd75208a6">
  <xsd:schema xmlns:xsd="http://www.w3.org/2001/XMLSchema" xmlns:xs="http://www.w3.org/2001/XMLSchema" xmlns:p="http://schemas.microsoft.com/office/2006/metadata/properties" xmlns:ns1="http://schemas.microsoft.com/sharepoint/v3" xmlns:ns2="f63d1639-2e8e-4dfe-b2d4-ff2deac92409" xmlns:ns3="7012c9df-7563-46f6-96ee-cebd66fd5577" targetNamespace="http://schemas.microsoft.com/office/2006/metadata/properties" ma:root="true" ma:fieldsID="d17e6436edd79e558b922fed90e52d35" ns1:_="" ns2:_="" ns3:_="">
    <xsd:import namespace="http://schemas.microsoft.com/sharepoint/v3"/>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_Flow_SignoffStatus xmlns="f63d1639-2e8e-4dfe-b2d4-ff2deac92409" xsi:nil="true"/>
    <AdditionalInfo xmlns="f63d1639-2e8e-4dfe-b2d4-ff2deac92409"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A3DD1E94-6A53-43D6-8038-6554B4E4C416}"/>
</file>

<file path=customXml/itemProps3.xml><?xml version="1.0" encoding="utf-8"?>
<ds:datastoreItem xmlns:ds="http://schemas.openxmlformats.org/officeDocument/2006/customXml" ds:itemID="{67E9D454-7315-400C-82C3-C591BC45CB39}">
  <ds:schemaRefs>
    <ds:schemaRef ds:uri="6125ffc9-2c56-435e-8267-1393444907b2"/>
    <ds:schemaRef ds:uri="http://schemas.microsoft.com/office/2006/metadata/properties"/>
    <ds:schemaRef ds:uri="http://purl.org/dc/elements/1.1/"/>
    <ds:schemaRef ds:uri="http://purl.org/dc/terms/"/>
    <ds:schemaRef ds:uri="http://schemas.openxmlformats.org/package/2006/metadata/core-properties"/>
    <ds:schemaRef ds:uri="7c1bd8dc-4e40-424f-a15f-9ffcd522197f"/>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11249</TotalTime>
  <Words>1697</Words>
  <Application>Microsoft Office PowerPoint</Application>
  <PresentationFormat>On-screen Show (4:3)</PresentationFormat>
  <Paragraphs>285</Paragraphs>
  <Slides>36</Slides>
  <Notes>36</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36</vt:i4>
      </vt:variant>
    </vt:vector>
  </HeadingPairs>
  <TitlesOfParts>
    <vt:vector size="51" baseType="lpstr">
      <vt:lpstr>Arial</vt:lpstr>
      <vt:lpstr>Calibri</vt:lpstr>
      <vt:lpstr>Sakkal Majalla</vt:lpstr>
      <vt:lpstr>Verdana</vt:lpstr>
      <vt:lpstr>Wingdings</vt:lpstr>
      <vt:lpstr>1_Information Technology</vt:lpstr>
      <vt:lpstr>2_Construction</vt:lpstr>
      <vt:lpstr>3_Business</vt:lpstr>
      <vt:lpstr>4_Engineering</vt:lpstr>
      <vt:lpstr>5_Art and Design</vt:lpstr>
      <vt:lpstr>6_Hospitality</vt:lpstr>
      <vt:lpstr>7_Agriculture</vt:lpstr>
      <vt:lpstr>8_Travel and Tourism</vt:lpstr>
      <vt:lpstr>9_Creative Media</vt:lpstr>
      <vt:lpstr>10_Beauty Therapy</vt:lpstr>
      <vt:lpstr>الوحدة 6 التعامل مع موجز التصميم الجرافيكي</vt:lpstr>
      <vt:lpstr>PowerPoint Presentation</vt:lpstr>
      <vt:lpstr>أهداف التعلُّم</vt:lpstr>
      <vt:lpstr>هدف التعلّم أ  </vt:lpstr>
      <vt:lpstr>أ1 الاستقصاء</vt:lpstr>
      <vt:lpstr>ما هو موجز العميل؟</vt:lpstr>
      <vt:lpstr>PowerPoint Presentation</vt:lpstr>
      <vt:lpstr>مثالٌ على الموجز</vt:lpstr>
      <vt:lpstr>مصادر البحث</vt:lpstr>
      <vt:lpstr>PowerPoint Presentation</vt:lpstr>
      <vt:lpstr>PowerPoint Presentation</vt:lpstr>
      <vt:lpstr>PowerPoint Presentation</vt:lpstr>
      <vt:lpstr>مهنة التصميم الجرافيكي</vt:lpstr>
      <vt:lpstr>PowerPoint Presentation</vt:lpstr>
      <vt:lpstr>اللغة البصرية في التصميم الجرافيكي </vt:lpstr>
      <vt:lpstr>نقاط البيع الفريدة (USPs)</vt:lpstr>
      <vt:lpstr>أ2: توليد الأفكار</vt:lpstr>
      <vt:lpstr>أ3: توصيل الأفكار</vt:lpstr>
      <vt:lpstr>هدف التعلّم ب  </vt:lpstr>
      <vt:lpstr>PowerPoint Presentation</vt:lpstr>
      <vt:lpstr>الوسائط والمواد والتقنيات والعمليات (2) </vt:lpstr>
      <vt:lpstr>الوسائط والمواد والتقنيات والعمليات (3) </vt:lpstr>
      <vt:lpstr>أسلوب طباعة الحروف</vt:lpstr>
      <vt:lpstr>هوية العلامة التجارية</vt:lpstr>
      <vt:lpstr>التصوير الفوتوغرافي</vt:lpstr>
      <vt:lpstr>التعبئة والتغليف</vt:lpstr>
      <vt:lpstr>تصميم التطبيقات والمواقع الإلكترونية</vt:lpstr>
      <vt:lpstr>PowerPoint Presentation</vt:lpstr>
      <vt:lpstr>PowerPoint Presentation</vt:lpstr>
      <vt:lpstr>هدف التعلّم ج  </vt:lpstr>
      <vt:lpstr>PowerPoint Presentation</vt:lpstr>
      <vt:lpstr>PowerPoint Presentation</vt:lpstr>
      <vt:lpstr>PowerPoint Presentation</vt:lpstr>
      <vt:lpstr>مراجعة أعمال الآخرين (2) </vt:lpstr>
      <vt:lpstr>PowerPoint Presentation</vt:lpstr>
      <vt:lpstr>جزيل الشكر والتقدير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158</cp:revision>
  <dcterms:created xsi:type="dcterms:W3CDTF">2020-07-15T07:14:47Z</dcterms:created>
  <dcterms:modified xsi:type="dcterms:W3CDTF">2024-05-28T12:54:16Z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13900600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