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7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8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9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05" r:id="rId18"/>
    <p:sldId id="318" r:id="rId19"/>
    <p:sldId id="321" r:id="rId20"/>
    <p:sldId id="337" r:id="rId21"/>
    <p:sldId id="320" r:id="rId22"/>
    <p:sldId id="311" r:id="rId23"/>
    <p:sldId id="322" r:id="rId24"/>
    <p:sldId id="323" r:id="rId25"/>
    <p:sldId id="306" r:id="rId26"/>
    <p:sldId id="307" r:id="rId27"/>
    <p:sldId id="327" r:id="rId28"/>
    <p:sldId id="326" r:id="rId29"/>
    <p:sldId id="324" r:id="rId30"/>
    <p:sldId id="325" r:id="rId31"/>
    <p:sldId id="313" r:id="rId32"/>
    <p:sldId id="328" r:id="rId33"/>
    <p:sldId id="314" r:id="rId34"/>
    <p:sldId id="329" r:id="rId35"/>
    <p:sldId id="330" r:id="rId36"/>
    <p:sldId id="308" r:id="rId37"/>
    <p:sldId id="309" r:id="rId38"/>
    <p:sldId id="331" r:id="rId39"/>
    <p:sldId id="332" r:id="rId40"/>
    <p:sldId id="315" r:id="rId41"/>
    <p:sldId id="316" r:id="rId42"/>
    <p:sldId id="333" r:id="rId43"/>
    <p:sldId id="334" r:id="rId44"/>
    <p:sldId id="335" r:id="rId45"/>
    <p:sldId id="317" r:id="rId46"/>
    <p:sldId id="336" r:id="rId47"/>
    <p:sldId id="338" r:id="rId48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1650F-8FD7-4791-B8C8-F8F9150D48E8}" v="63" dt="2024-05-28T15:47:09.42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41" autoAdjust="0"/>
    <p:restoredTop sz="87094" autoAdjust="0"/>
  </p:normalViewPr>
  <p:slideViewPr>
    <p:cSldViewPr>
      <p:cViewPr varScale="1">
        <p:scale>
          <a:sx n="140" d="100"/>
          <a:sy n="140" d="100"/>
        </p:scale>
        <p:origin x="2532" y="13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0C41650F-8FD7-4791-B8C8-F8F9150D48E8}"/>
    <pc:docChg chg="undo custSel addSld modSld">
      <pc:chgData name="Paul Winser" userId="c3146a91-e6bd-4264-bd86-e164e04bc32d" providerId="ADAL" clId="{0C41650F-8FD7-4791-B8C8-F8F9150D48E8}" dt="2024-05-28T15:47:10.979" v="86" actId="478"/>
      <pc:docMkLst>
        <pc:docMk/>
      </pc:docMkLst>
      <pc:sldChg chg="addSp delSp modSp mod">
        <pc:chgData name="Paul Winser" userId="c3146a91-e6bd-4264-bd86-e164e04bc32d" providerId="ADAL" clId="{0C41650F-8FD7-4791-B8C8-F8F9150D48E8}" dt="2024-05-28T10:28:10.377" v="42"/>
        <pc:sldMkLst>
          <pc:docMk/>
          <pc:sldMk cId="0" sldId="256"/>
        </pc:sldMkLst>
        <pc:spChg chg="add mod">
          <ac:chgData name="Paul Winser" userId="c3146a91-e6bd-4264-bd86-e164e04bc32d" providerId="ADAL" clId="{0C41650F-8FD7-4791-B8C8-F8F9150D48E8}" dt="2024-05-28T08:48:31.100" v="2" actId="20577"/>
          <ac:spMkLst>
            <pc:docMk/>
            <pc:sldMk cId="0" sldId="256"/>
            <ac:spMk id="2" creationId="{A3723C73-4621-7031-4093-E841458E4619}"/>
          </ac:spMkLst>
        </pc:spChg>
        <pc:picChg chg="add mod">
          <ac:chgData name="Paul Winser" userId="c3146a91-e6bd-4264-bd86-e164e04bc32d" providerId="ADAL" clId="{0C41650F-8FD7-4791-B8C8-F8F9150D48E8}" dt="2024-05-28T10:28:10.377" v="42"/>
          <ac:picMkLst>
            <pc:docMk/>
            <pc:sldMk cId="0" sldId="256"/>
            <ac:picMk id="4" creationId="{338256CD-9200-21E0-5CC9-B11356820573}"/>
          </ac:picMkLst>
        </pc:picChg>
        <pc:picChg chg="del">
          <ac:chgData name="Paul Winser" userId="c3146a91-e6bd-4264-bd86-e164e04bc32d" providerId="ADAL" clId="{0C41650F-8FD7-4791-B8C8-F8F9150D48E8}" dt="2024-05-28T10:28:10.140" v="41" actId="478"/>
          <ac:picMkLst>
            <pc:docMk/>
            <pc:sldMk cId="0" sldId="256"/>
            <ac:picMk id="1026" creationId="{5DB2C28F-09B9-51E6-86D5-8F405CDCF5EE}"/>
          </ac:picMkLst>
        </pc:picChg>
      </pc:sldChg>
      <pc:sldChg chg="addSp modSp">
        <pc:chgData name="Paul Winser" userId="c3146a91-e6bd-4264-bd86-e164e04bc32d" providerId="ADAL" clId="{0C41650F-8FD7-4791-B8C8-F8F9150D48E8}" dt="2024-05-28T08:48:33.889" v="3"/>
        <pc:sldMkLst>
          <pc:docMk/>
          <pc:sldMk cId="0" sldId="257"/>
        </pc:sldMkLst>
        <pc:spChg chg="add mod">
          <ac:chgData name="Paul Winser" userId="c3146a91-e6bd-4264-bd86-e164e04bc32d" providerId="ADAL" clId="{0C41650F-8FD7-4791-B8C8-F8F9150D48E8}" dt="2024-05-28T08:48:33.889" v="3"/>
          <ac:spMkLst>
            <pc:docMk/>
            <pc:sldMk cId="0" sldId="257"/>
            <ac:spMk id="2" creationId="{DD0E413C-A971-958D-1DC6-FEE7C3D0328F}"/>
          </ac:spMkLst>
        </pc:spChg>
      </pc:sldChg>
      <pc:sldChg chg="addSp modSp">
        <pc:chgData name="Paul Winser" userId="c3146a91-e6bd-4264-bd86-e164e04bc32d" providerId="ADAL" clId="{0C41650F-8FD7-4791-B8C8-F8F9150D48E8}" dt="2024-05-28T08:48:35.030" v="4"/>
        <pc:sldMkLst>
          <pc:docMk/>
          <pc:sldMk cId="0" sldId="258"/>
        </pc:sldMkLst>
        <pc:spChg chg="add mod">
          <ac:chgData name="Paul Winser" userId="c3146a91-e6bd-4264-bd86-e164e04bc32d" providerId="ADAL" clId="{0C41650F-8FD7-4791-B8C8-F8F9150D48E8}" dt="2024-05-28T08:48:35.030" v="4"/>
          <ac:spMkLst>
            <pc:docMk/>
            <pc:sldMk cId="0" sldId="258"/>
            <ac:spMk id="2" creationId="{AA68C107-E86E-389D-174C-5788C386C13B}"/>
          </ac:spMkLst>
        </pc:spChg>
      </pc:sldChg>
      <pc:sldChg chg="addSp modSp">
        <pc:chgData name="Paul Winser" userId="c3146a91-e6bd-4264-bd86-e164e04bc32d" providerId="ADAL" clId="{0C41650F-8FD7-4791-B8C8-F8F9150D48E8}" dt="2024-05-28T08:48:36.228" v="5"/>
        <pc:sldMkLst>
          <pc:docMk/>
          <pc:sldMk cId="0" sldId="272"/>
        </pc:sldMkLst>
        <pc:spChg chg="add mod">
          <ac:chgData name="Paul Winser" userId="c3146a91-e6bd-4264-bd86-e164e04bc32d" providerId="ADAL" clId="{0C41650F-8FD7-4791-B8C8-F8F9150D48E8}" dt="2024-05-28T08:48:36.228" v="5"/>
          <ac:spMkLst>
            <pc:docMk/>
            <pc:sldMk cId="0" sldId="272"/>
            <ac:spMk id="2" creationId="{25B9D69D-CAA5-5BA8-39FE-54CCBC7037FC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28:21.661" v="45" actId="1076"/>
        <pc:sldMkLst>
          <pc:docMk/>
          <pc:sldMk cId="884549766" sldId="305"/>
        </pc:sldMkLst>
        <pc:spChg chg="add mod">
          <ac:chgData name="Paul Winser" userId="c3146a91-e6bd-4264-bd86-e164e04bc32d" providerId="ADAL" clId="{0C41650F-8FD7-4791-B8C8-F8F9150D48E8}" dt="2024-05-28T08:48:37.679" v="6"/>
          <ac:spMkLst>
            <pc:docMk/>
            <pc:sldMk cId="884549766" sldId="305"/>
            <ac:spMk id="2" creationId="{1BE0654D-9B84-2DAD-B67D-5F612161DAFC}"/>
          </ac:spMkLst>
        </pc:spChg>
        <pc:picChg chg="add mod">
          <ac:chgData name="Paul Winser" userId="c3146a91-e6bd-4264-bd86-e164e04bc32d" providerId="ADAL" clId="{0C41650F-8FD7-4791-B8C8-F8F9150D48E8}" dt="2024-05-28T10:28:21.661" v="45" actId="1076"/>
          <ac:picMkLst>
            <pc:docMk/>
            <pc:sldMk cId="884549766" sldId="305"/>
            <ac:picMk id="3" creationId="{59143F75-2E5C-529C-8073-6F3F1AFFB6B9}"/>
          </ac:picMkLst>
        </pc:picChg>
        <pc:picChg chg="del">
          <ac:chgData name="Paul Winser" userId="c3146a91-e6bd-4264-bd86-e164e04bc32d" providerId="ADAL" clId="{0C41650F-8FD7-4791-B8C8-F8F9150D48E8}" dt="2024-05-28T10:28:18.424" v="43" actId="478"/>
          <ac:picMkLst>
            <pc:docMk/>
            <pc:sldMk cId="884549766" sldId="305"/>
            <ac:picMk id="2050" creationId="{4BD8BA5D-F665-1903-76D9-717B9C5BEDFC}"/>
          </ac:picMkLst>
        </pc:picChg>
      </pc:sldChg>
      <pc:sldChg chg="addSp delSp modSp">
        <pc:chgData name="Paul Winser" userId="c3146a91-e6bd-4264-bd86-e164e04bc32d" providerId="ADAL" clId="{0C41650F-8FD7-4791-B8C8-F8F9150D48E8}" dt="2024-05-28T08:48:55.392" v="17"/>
        <pc:sldMkLst>
          <pc:docMk/>
          <pc:sldMk cId="588007661" sldId="306"/>
        </pc:sldMkLst>
        <pc:spChg chg="add mod">
          <ac:chgData name="Paul Winser" userId="c3146a91-e6bd-4264-bd86-e164e04bc32d" providerId="ADAL" clId="{0C41650F-8FD7-4791-B8C8-F8F9150D48E8}" dt="2024-05-28T08:48:51.958" v="15"/>
          <ac:spMkLst>
            <pc:docMk/>
            <pc:sldMk cId="588007661" sldId="306"/>
            <ac:spMk id="2" creationId="{732A0748-5E93-1C5D-744A-B0E5AD642E70}"/>
          </ac:spMkLst>
        </pc:spChg>
        <pc:spChg chg="add del mod">
          <ac:chgData name="Paul Winser" userId="c3146a91-e6bd-4264-bd86-e164e04bc32d" providerId="ADAL" clId="{0C41650F-8FD7-4791-B8C8-F8F9150D48E8}" dt="2024-05-28T08:48:55.392" v="17"/>
          <ac:spMkLst>
            <pc:docMk/>
            <pc:sldMk cId="588007661" sldId="306"/>
            <ac:spMk id="3" creationId="{4FFF282B-CBEF-1A46-C237-86555085536C}"/>
          </ac:spMkLst>
        </pc:spChg>
      </pc:sldChg>
      <pc:sldChg chg="addSp modSp">
        <pc:chgData name="Paul Winser" userId="c3146a91-e6bd-4264-bd86-e164e04bc32d" providerId="ADAL" clId="{0C41650F-8FD7-4791-B8C8-F8F9150D48E8}" dt="2024-05-28T08:48:58.416" v="18"/>
        <pc:sldMkLst>
          <pc:docMk/>
          <pc:sldMk cId="3621417310" sldId="307"/>
        </pc:sldMkLst>
        <pc:spChg chg="add mod">
          <ac:chgData name="Paul Winser" userId="c3146a91-e6bd-4264-bd86-e164e04bc32d" providerId="ADAL" clId="{0C41650F-8FD7-4791-B8C8-F8F9150D48E8}" dt="2024-05-28T08:48:58.416" v="18"/>
          <ac:spMkLst>
            <pc:docMk/>
            <pc:sldMk cId="3621417310" sldId="307"/>
            <ac:spMk id="2" creationId="{7A736D82-5142-F2C1-5C2D-4A7B6F510448}"/>
          </ac:spMkLst>
        </pc:spChg>
      </pc:sldChg>
      <pc:sldChg chg="addSp modSp">
        <pc:chgData name="Paul Winser" userId="c3146a91-e6bd-4264-bd86-e164e04bc32d" providerId="ADAL" clId="{0C41650F-8FD7-4791-B8C8-F8F9150D48E8}" dt="2024-05-28T08:49:13.876" v="28"/>
        <pc:sldMkLst>
          <pc:docMk/>
          <pc:sldMk cId="2005355495" sldId="308"/>
        </pc:sldMkLst>
        <pc:spChg chg="add mod">
          <ac:chgData name="Paul Winser" userId="c3146a91-e6bd-4264-bd86-e164e04bc32d" providerId="ADAL" clId="{0C41650F-8FD7-4791-B8C8-F8F9150D48E8}" dt="2024-05-28T08:49:13.876" v="28"/>
          <ac:spMkLst>
            <pc:docMk/>
            <pc:sldMk cId="2005355495" sldId="308"/>
            <ac:spMk id="2" creationId="{863E6E1E-E599-6DE1-11E8-1B56F96165A8}"/>
          </ac:spMkLst>
        </pc:spChg>
      </pc:sldChg>
      <pc:sldChg chg="addSp modSp">
        <pc:chgData name="Paul Winser" userId="c3146a91-e6bd-4264-bd86-e164e04bc32d" providerId="ADAL" clId="{0C41650F-8FD7-4791-B8C8-F8F9150D48E8}" dt="2024-05-28T08:49:15.394" v="29"/>
        <pc:sldMkLst>
          <pc:docMk/>
          <pc:sldMk cId="47175209" sldId="309"/>
        </pc:sldMkLst>
        <pc:spChg chg="add mod">
          <ac:chgData name="Paul Winser" userId="c3146a91-e6bd-4264-bd86-e164e04bc32d" providerId="ADAL" clId="{0C41650F-8FD7-4791-B8C8-F8F9150D48E8}" dt="2024-05-28T08:49:15.394" v="29"/>
          <ac:spMkLst>
            <pc:docMk/>
            <pc:sldMk cId="47175209" sldId="309"/>
            <ac:spMk id="3" creationId="{F6BF7A72-11BC-D799-2D7F-988E00631C3F}"/>
          </ac:spMkLst>
        </pc:spChg>
      </pc:sldChg>
      <pc:sldChg chg="addSp modSp">
        <pc:chgData name="Paul Winser" userId="c3146a91-e6bd-4264-bd86-e164e04bc32d" providerId="ADAL" clId="{0C41650F-8FD7-4791-B8C8-F8F9150D48E8}" dt="2024-05-28T08:48:47.660" v="12"/>
        <pc:sldMkLst>
          <pc:docMk/>
          <pc:sldMk cId="2993455488" sldId="311"/>
        </pc:sldMkLst>
        <pc:spChg chg="add mod">
          <ac:chgData name="Paul Winser" userId="c3146a91-e6bd-4264-bd86-e164e04bc32d" providerId="ADAL" clId="{0C41650F-8FD7-4791-B8C8-F8F9150D48E8}" dt="2024-05-28T08:48:47.660" v="12"/>
          <ac:spMkLst>
            <pc:docMk/>
            <pc:sldMk cId="2993455488" sldId="311"/>
            <ac:spMk id="5" creationId="{7DEB2746-0148-28D6-4D61-943E5C89B0F7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29:46.584" v="74" actId="1076"/>
        <pc:sldMkLst>
          <pc:docMk/>
          <pc:sldMk cId="2707606589" sldId="313"/>
        </pc:sldMkLst>
        <pc:spChg chg="add mod">
          <ac:chgData name="Paul Winser" userId="c3146a91-e6bd-4264-bd86-e164e04bc32d" providerId="ADAL" clId="{0C41650F-8FD7-4791-B8C8-F8F9150D48E8}" dt="2024-05-28T08:49:06.212" v="23"/>
          <ac:spMkLst>
            <pc:docMk/>
            <pc:sldMk cId="2707606589" sldId="313"/>
            <ac:spMk id="7" creationId="{874FE02A-6125-3B70-3643-3A5EDCB527E9}"/>
          </ac:spMkLst>
        </pc:spChg>
        <pc:picChg chg="add mod">
          <ac:chgData name="Paul Winser" userId="c3146a91-e6bd-4264-bd86-e164e04bc32d" providerId="ADAL" clId="{0C41650F-8FD7-4791-B8C8-F8F9150D48E8}" dt="2024-05-28T10:29:46.584" v="74" actId="1076"/>
          <ac:picMkLst>
            <pc:docMk/>
            <pc:sldMk cId="2707606589" sldId="313"/>
            <ac:picMk id="8" creationId="{C1B7814D-14EC-348A-574A-DDD1A52BF825}"/>
          </ac:picMkLst>
        </pc:picChg>
        <pc:picChg chg="del">
          <ac:chgData name="Paul Winser" userId="c3146a91-e6bd-4264-bd86-e164e04bc32d" providerId="ADAL" clId="{0C41650F-8FD7-4791-B8C8-F8F9150D48E8}" dt="2024-05-28T10:29:40.986" v="70" actId="478"/>
          <ac:picMkLst>
            <pc:docMk/>
            <pc:sldMk cId="2707606589" sldId="313"/>
            <ac:picMk id="6146" creationId="{9D607B56-8337-91A5-106F-8C4A6B14EC05}"/>
          </ac:picMkLst>
        </pc:picChg>
      </pc:sldChg>
      <pc:sldChg chg="addSp modSp">
        <pc:chgData name="Paul Winser" userId="c3146a91-e6bd-4264-bd86-e164e04bc32d" providerId="ADAL" clId="{0C41650F-8FD7-4791-B8C8-F8F9150D48E8}" dt="2024-05-28T08:49:09.303" v="25"/>
        <pc:sldMkLst>
          <pc:docMk/>
          <pc:sldMk cId="2743436069" sldId="314"/>
        </pc:sldMkLst>
        <pc:spChg chg="add mod">
          <ac:chgData name="Paul Winser" userId="c3146a91-e6bd-4264-bd86-e164e04bc32d" providerId="ADAL" clId="{0C41650F-8FD7-4791-B8C8-F8F9150D48E8}" dt="2024-05-28T08:49:09.303" v="25"/>
          <ac:spMkLst>
            <pc:docMk/>
            <pc:sldMk cId="2743436069" sldId="314"/>
            <ac:spMk id="5" creationId="{B861AC05-ACB3-2F11-8CFB-D9A6A17FEC9B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30:04.588" v="79" actId="1076"/>
        <pc:sldMkLst>
          <pc:docMk/>
          <pc:sldMk cId="3289038134" sldId="315"/>
        </pc:sldMkLst>
        <pc:spChg chg="add mod">
          <ac:chgData name="Paul Winser" userId="c3146a91-e6bd-4264-bd86-e164e04bc32d" providerId="ADAL" clId="{0C41650F-8FD7-4791-B8C8-F8F9150D48E8}" dt="2024-05-28T08:49:23.333" v="34"/>
          <ac:spMkLst>
            <pc:docMk/>
            <pc:sldMk cId="3289038134" sldId="315"/>
            <ac:spMk id="2" creationId="{32199AC1-B649-0E0C-6C1A-76B4796BB2F3}"/>
          </ac:spMkLst>
        </pc:spChg>
        <pc:picChg chg="add mod">
          <ac:chgData name="Paul Winser" userId="c3146a91-e6bd-4264-bd86-e164e04bc32d" providerId="ADAL" clId="{0C41650F-8FD7-4791-B8C8-F8F9150D48E8}" dt="2024-05-28T10:30:04.588" v="79" actId="1076"/>
          <ac:picMkLst>
            <pc:docMk/>
            <pc:sldMk cId="3289038134" sldId="315"/>
            <ac:picMk id="3" creationId="{A9B431B3-66E2-21BF-BD7A-C30DAAF88334}"/>
          </ac:picMkLst>
        </pc:picChg>
        <pc:picChg chg="del">
          <ac:chgData name="Paul Winser" userId="c3146a91-e6bd-4264-bd86-e164e04bc32d" providerId="ADAL" clId="{0C41650F-8FD7-4791-B8C8-F8F9150D48E8}" dt="2024-05-28T10:29:58.131" v="75" actId="478"/>
          <ac:picMkLst>
            <pc:docMk/>
            <pc:sldMk cId="3289038134" sldId="315"/>
            <ac:picMk id="5122" creationId="{8CCDC347-DAF6-B8F0-6188-1538ABCCCE8B}"/>
          </ac:picMkLst>
        </pc:picChg>
      </pc:sldChg>
      <pc:sldChg chg="addSp modSp">
        <pc:chgData name="Paul Winser" userId="c3146a91-e6bd-4264-bd86-e164e04bc32d" providerId="ADAL" clId="{0C41650F-8FD7-4791-B8C8-F8F9150D48E8}" dt="2024-05-28T08:49:24.733" v="35"/>
        <pc:sldMkLst>
          <pc:docMk/>
          <pc:sldMk cId="400573582" sldId="316"/>
        </pc:sldMkLst>
        <pc:spChg chg="add mod">
          <ac:chgData name="Paul Winser" userId="c3146a91-e6bd-4264-bd86-e164e04bc32d" providerId="ADAL" clId="{0C41650F-8FD7-4791-B8C8-F8F9150D48E8}" dt="2024-05-28T08:49:24.733" v="35"/>
          <ac:spMkLst>
            <pc:docMk/>
            <pc:sldMk cId="400573582" sldId="316"/>
            <ac:spMk id="2" creationId="{A06D58C2-0917-2353-5140-601AC132FC24}"/>
          </ac:spMkLst>
        </pc:spChg>
      </pc:sldChg>
      <pc:sldChg chg="addSp modSp">
        <pc:chgData name="Paul Winser" userId="c3146a91-e6bd-4264-bd86-e164e04bc32d" providerId="ADAL" clId="{0C41650F-8FD7-4791-B8C8-F8F9150D48E8}" dt="2024-05-28T08:49:29.765" v="39"/>
        <pc:sldMkLst>
          <pc:docMk/>
          <pc:sldMk cId="756953212" sldId="317"/>
        </pc:sldMkLst>
        <pc:spChg chg="add mod">
          <ac:chgData name="Paul Winser" userId="c3146a91-e6bd-4264-bd86-e164e04bc32d" providerId="ADAL" clId="{0C41650F-8FD7-4791-B8C8-F8F9150D48E8}" dt="2024-05-28T08:49:29.765" v="39"/>
          <ac:spMkLst>
            <pc:docMk/>
            <pc:sldMk cId="756953212" sldId="317"/>
            <ac:spMk id="3" creationId="{A5DDA310-311B-9FAC-EAAE-7021F9604C61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28:29.449" v="48" actId="1076"/>
        <pc:sldMkLst>
          <pc:docMk/>
          <pc:sldMk cId="1107930145" sldId="318"/>
        </pc:sldMkLst>
        <pc:spChg chg="add mod">
          <ac:chgData name="Paul Winser" userId="c3146a91-e6bd-4264-bd86-e164e04bc32d" providerId="ADAL" clId="{0C41650F-8FD7-4791-B8C8-F8F9150D48E8}" dt="2024-05-28T08:48:39.061" v="7"/>
          <ac:spMkLst>
            <pc:docMk/>
            <pc:sldMk cId="1107930145" sldId="318"/>
            <ac:spMk id="4" creationId="{41CD42A9-F37B-3FB9-9C95-EAF659B42704}"/>
          </ac:spMkLst>
        </pc:spChg>
        <pc:picChg chg="add mod">
          <ac:chgData name="Paul Winser" userId="c3146a91-e6bd-4264-bd86-e164e04bc32d" providerId="ADAL" clId="{0C41650F-8FD7-4791-B8C8-F8F9150D48E8}" dt="2024-05-28T10:28:29.449" v="48" actId="1076"/>
          <ac:picMkLst>
            <pc:docMk/>
            <pc:sldMk cId="1107930145" sldId="318"/>
            <ac:picMk id="5" creationId="{34F1E130-60FA-303E-0CB5-42BBA6AD8A5F}"/>
          </ac:picMkLst>
        </pc:picChg>
        <pc:picChg chg="del mod">
          <ac:chgData name="Paul Winser" userId="c3146a91-e6bd-4264-bd86-e164e04bc32d" providerId="ADAL" clId="{0C41650F-8FD7-4791-B8C8-F8F9150D48E8}" dt="2024-05-28T10:28:27.464" v="46" actId="478"/>
          <ac:picMkLst>
            <pc:docMk/>
            <pc:sldMk cId="1107930145" sldId="318"/>
            <ac:picMk id="1026" creationId="{88C49E74-2790-56C4-F95C-0CEE712670E6}"/>
          </ac:picMkLst>
        </pc:picChg>
      </pc:sldChg>
      <pc:sldChg chg="addSp modSp">
        <pc:chgData name="Paul Winser" userId="c3146a91-e6bd-4264-bd86-e164e04bc32d" providerId="ADAL" clId="{0C41650F-8FD7-4791-B8C8-F8F9150D48E8}" dt="2024-05-28T08:48:45.630" v="11"/>
        <pc:sldMkLst>
          <pc:docMk/>
          <pc:sldMk cId="3833023804" sldId="320"/>
        </pc:sldMkLst>
        <pc:spChg chg="add mod">
          <ac:chgData name="Paul Winser" userId="c3146a91-e6bd-4264-bd86-e164e04bc32d" providerId="ADAL" clId="{0C41650F-8FD7-4791-B8C8-F8F9150D48E8}" dt="2024-05-28T08:48:45.630" v="11"/>
          <ac:spMkLst>
            <pc:docMk/>
            <pc:sldMk cId="3833023804" sldId="320"/>
            <ac:spMk id="6" creationId="{906BAFCC-FF2E-A8D9-9451-94C2B2A09ADA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28:42.635" v="53" actId="1076"/>
        <pc:sldMkLst>
          <pc:docMk/>
          <pc:sldMk cId="4170763208" sldId="321"/>
        </pc:sldMkLst>
        <pc:spChg chg="add mod">
          <ac:chgData name="Paul Winser" userId="c3146a91-e6bd-4264-bd86-e164e04bc32d" providerId="ADAL" clId="{0C41650F-8FD7-4791-B8C8-F8F9150D48E8}" dt="2024-05-28T08:48:42.500" v="9"/>
          <ac:spMkLst>
            <pc:docMk/>
            <pc:sldMk cId="4170763208" sldId="321"/>
            <ac:spMk id="3" creationId="{8F0548B0-AA85-1F64-1CC2-984F676FBEEC}"/>
          </ac:spMkLst>
        </pc:spChg>
        <pc:picChg chg="add mod">
          <ac:chgData name="Paul Winser" userId="c3146a91-e6bd-4264-bd86-e164e04bc32d" providerId="ADAL" clId="{0C41650F-8FD7-4791-B8C8-F8F9150D48E8}" dt="2024-05-28T10:28:42.635" v="53" actId="1076"/>
          <ac:picMkLst>
            <pc:docMk/>
            <pc:sldMk cId="4170763208" sldId="321"/>
            <ac:picMk id="4" creationId="{082D422A-176A-29D5-7914-36725BC3EF13}"/>
          </ac:picMkLst>
        </pc:picChg>
        <pc:picChg chg="del">
          <ac:chgData name="Paul Winser" userId="c3146a91-e6bd-4264-bd86-e164e04bc32d" providerId="ADAL" clId="{0C41650F-8FD7-4791-B8C8-F8F9150D48E8}" dt="2024-05-28T10:28:37.334" v="49" actId="478"/>
          <ac:picMkLst>
            <pc:docMk/>
            <pc:sldMk cId="4170763208" sldId="321"/>
            <ac:picMk id="2050" creationId="{385FF30A-BDF2-7326-4DDA-E3291520B193}"/>
          </ac:picMkLst>
        </pc:picChg>
      </pc:sldChg>
      <pc:sldChg chg="addSp modSp">
        <pc:chgData name="Paul Winser" userId="c3146a91-e6bd-4264-bd86-e164e04bc32d" providerId="ADAL" clId="{0C41650F-8FD7-4791-B8C8-F8F9150D48E8}" dt="2024-05-28T08:48:49.629" v="13"/>
        <pc:sldMkLst>
          <pc:docMk/>
          <pc:sldMk cId="1655398674" sldId="322"/>
        </pc:sldMkLst>
        <pc:spChg chg="add mod">
          <ac:chgData name="Paul Winser" userId="c3146a91-e6bd-4264-bd86-e164e04bc32d" providerId="ADAL" clId="{0C41650F-8FD7-4791-B8C8-F8F9150D48E8}" dt="2024-05-28T08:48:49.629" v="13"/>
          <ac:spMkLst>
            <pc:docMk/>
            <pc:sldMk cId="1655398674" sldId="322"/>
            <ac:spMk id="2" creationId="{F8614DAF-2FA2-A7B7-9796-76E94CAFB9B5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28:55.438" v="56" actId="1076"/>
        <pc:sldMkLst>
          <pc:docMk/>
          <pc:sldMk cId="3121544151" sldId="323"/>
        </pc:sldMkLst>
        <pc:spChg chg="add mod">
          <ac:chgData name="Paul Winser" userId="c3146a91-e6bd-4264-bd86-e164e04bc32d" providerId="ADAL" clId="{0C41650F-8FD7-4791-B8C8-F8F9150D48E8}" dt="2024-05-28T08:48:50.900" v="14"/>
          <ac:spMkLst>
            <pc:docMk/>
            <pc:sldMk cId="3121544151" sldId="323"/>
            <ac:spMk id="2" creationId="{84A435E0-570A-9394-01A1-6953CEC452FE}"/>
          </ac:spMkLst>
        </pc:spChg>
        <pc:picChg chg="add mod">
          <ac:chgData name="Paul Winser" userId="c3146a91-e6bd-4264-bd86-e164e04bc32d" providerId="ADAL" clId="{0C41650F-8FD7-4791-B8C8-F8F9150D48E8}" dt="2024-05-28T10:28:55.438" v="56" actId="1076"/>
          <ac:picMkLst>
            <pc:docMk/>
            <pc:sldMk cId="3121544151" sldId="323"/>
            <ac:picMk id="3" creationId="{4814D901-4D4C-181B-16AE-CF7733DC68DC}"/>
          </ac:picMkLst>
        </pc:picChg>
        <pc:picChg chg="del">
          <ac:chgData name="Paul Winser" userId="c3146a91-e6bd-4264-bd86-e164e04bc32d" providerId="ADAL" clId="{0C41650F-8FD7-4791-B8C8-F8F9150D48E8}" dt="2024-05-28T10:28:51.899" v="54" actId="478"/>
          <ac:picMkLst>
            <pc:docMk/>
            <pc:sldMk cId="3121544151" sldId="323"/>
            <ac:picMk id="3074" creationId="{57C3584E-40B9-3E61-50EB-3E273A9C88E2}"/>
          </ac:picMkLst>
        </pc:picChg>
      </pc:sldChg>
      <pc:sldChg chg="addSp delSp modSp mod">
        <pc:chgData name="Paul Winser" userId="c3146a91-e6bd-4264-bd86-e164e04bc32d" providerId="ADAL" clId="{0C41650F-8FD7-4791-B8C8-F8F9150D48E8}" dt="2024-05-28T10:29:34.245" v="69" actId="478"/>
        <pc:sldMkLst>
          <pc:docMk/>
          <pc:sldMk cId="1371375718" sldId="324"/>
        </pc:sldMkLst>
        <pc:spChg chg="add mod">
          <ac:chgData name="Paul Winser" userId="c3146a91-e6bd-4264-bd86-e164e04bc32d" providerId="ADAL" clId="{0C41650F-8FD7-4791-B8C8-F8F9150D48E8}" dt="2024-05-28T08:49:03.433" v="21"/>
          <ac:spMkLst>
            <pc:docMk/>
            <pc:sldMk cId="1371375718" sldId="324"/>
            <ac:spMk id="2" creationId="{0DB5DE81-9CD3-D74C-9E65-C06892B463FB}"/>
          </ac:spMkLst>
        </pc:spChg>
        <pc:spChg chg="add del mod">
          <ac:chgData name="Paul Winser" userId="c3146a91-e6bd-4264-bd86-e164e04bc32d" providerId="ADAL" clId="{0C41650F-8FD7-4791-B8C8-F8F9150D48E8}" dt="2024-05-28T10:29:34.245" v="69" actId="478"/>
          <ac:spMkLst>
            <pc:docMk/>
            <pc:sldMk cId="1371375718" sldId="324"/>
            <ac:spMk id="3" creationId="{9B3C756A-1F77-44E5-FC70-B24559E48280}"/>
          </ac:spMkLst>
        </pc:spChg>
        <pc:picChg chg="add mod">
          <ac:chgData name="Paul Winser" userId="c3146a91-e6bd-4264-bd86-e164e04bc32d" providerId="ADAL" clId="{0C41650F-8FD7-4791-B8C8-F8F9150D48E8}" dt="2024-05-28T10:29:31.115" v="68" actId="1076"/>
          <ac:picMkLst>
            <pc:docMk/>
            <pc:sldMk cId="1371375718" sldId="324"/>
            <ac:picMk id="4" creationId="{8F8C23D5-2B0E-33B6-D139-DDA4A008B129}"/>
          </ac:picMkLst>
        </pc:picChg>
        <pc:picChg chg="del">
          <ac:chgData name="Paul Winser" userId="c3146a91-e6bd-4264-bd86-e164e04bc32d" providerId="ADAL" clId="{0C41650F-8FD7-4791-B8C8-F8F9150D48E8}" dt="2024-05-28T10:29:27.042" v="64" actId="478"/>
          <ac:picMkLst>
            <pc:docMk/>
            <pc:sldMk cId="1371375718" sldId="324"/>
            <ac:picMk id="4098" creationId="{E22D6D70-2AB4-3244-C9B0-E7E89203D42B}"/>
          </ac:picMkLst>
        </pc:picChg>
      </pc:sldChg>
      <pc:sldChg chg="addSp modSp">
        <pc:chgData name="Paul Winser" userId="c3146a91-e6bd-4264-bd86-e164e04bc32d" providerId="ADAL" clId="{0C41650F-8FD7-4791-B8C8-F8F9150D48E8}" dt="2024-05-28T08:49:04.841" v="22"/>
        <pc:sldMkLst>
          <pc:docMk/>
          <pc:sldMk cId="3687246927" sldId="325"/>
        </pc:sldMkLst>
        <pc:spChg chg="add mod">
          <ac:chgData name="Paul Winser" userId="c3146a91-e6bd-4264-bd86-e164e04bc32d" providerId="ADAL" clId="{0C41650F-8FD7-4791-B8C8-F8F9150D48E8}" dt="2024-05-28T08:49:04.841" v="22"/>
          <ac:spMkLst>
            <pc:docMk/>
            <pc:sldMk cId="3687246927" sldId="325"/>
            <ac:spMk id="2" creationId="{73011D25-99DC-49E6-E1BB-DB9BBC9D558A}"/>
          </ac:spMkLst>
        </pc:spChg>
      </pc:sldChg>
      <pc:sldChg chg="addSp modSp">
        <pc:chgData name="Paul Winser" userId="c3146a91-e6bd-4264-bd86-e164e04bc32d" providerId="ADAL" clId="{0C41650F-8FD7-4791-B8C8-F8F9150D48E8}" dt="2024-05-28T08:49:01.455" v="20"/>
        <pc:sldMkLst>
          <pc:docMk/>
          <pc:sldMk cId="3898639967" sldId="326"/>
        </pc:sldMkLst>
        <pc:spChg chg="add mod">
          <ac:chgData name="Paul Winser" userId="c3146a91-e6bd-4264-bd86-e164e04bc32d" providerId="ADAL" clId="{0C41650F-8FD7-4791-B8C8-F8F9150D48E8}" dt="2024-05-28T08:49:01.455" v="20"/>
          <ac:spMkLst>
            <pc:docMk/>
            <pc:sldMk cId="3898639967" sldId="326"/>
            <ac:spMk id="2" creationId="{551B5C62-0DA8-B5EC-7588-25CCB0AEF26E}"/>
          </ac:spMkLst>
        </pc:spChg>
      </pc:sldChg>
      <pc:sldChg chg="addSp delSp modSp mod">
        <pc:chgData name="Paul Winser" userId="c3146a91-e6bd-4264-bd86-e164e04bc32d" providerId="ADAL" clId="{0C41650F-8FD7-4791-B8C8-F8F9150D48E8}" dt="2024-05-28T10:29:15.323" v="63" actId="1076"/>
        <pc:sldMkLst>
          <pc:docMk/>
          <pc:sldMk cId="2930459704" sldId="327"/>
        </pc:sldMkLst>
        <pc:spChg chg="add mod">
          <ac:chgData name="Paul Winser" userId="c3146a91-e6bd-4264-bd86-e164e04bc32d" providerId="ADAL" clId="{0C41650F-8FD7-4791-B8C8-F8F9150D48E8}" dt="2024-05-28T08:48:59.899" v="19"/>
          <ac:spMkLst>
            <pc:docMk/>
            <pc:sldMk cId="2930459704" sldId="327"/>
            <ac:spMk id="3" creationId="{8CEF8BD3-5E1C-6AEF-89CB-4CE83D8FBBC8}"/>
          </ac:spMkLst>
        </pc:spChg>
        <pc:picChg chg="add mod">
          <ac:chgData name="Paul Winser" userId="c3146a91-e6bd-4264-bd86-e164e04bc32d" providerId="ADAL" clId="{0C41650F-8FD7-4791-B8C8-F8F9150D48E8}" dt="2024-05-28T10:29:15.323" v="63" actId="1076"/>
          <ac:picMkLst>
            <pc:docMk/>
            <pc:sldMk cId="2930459704" sldId="327"/>
            <ac:picMk id="4" creationId="{87AC3AD1-4762-6C48-1B66-EA26A96C6FC6}"/>
          </ac:picMkLst>
        </pc:picChg>
        <pc:picChg chg="add del">
          <ac:chgData name="Paul Winser" userId="c3146a91-e6bd-4264-bd86-e164e04bc32d" providerId="ADAL" clId="{0C41650F-8FD7-4791-B8C8-F8F9150D48E8}" dt="2024-05-28T10:29:10.355" v="59" actId="478"/>
          <ac:picMkLst>
            <pc:docMk/>
            <pc:sldMk cId="2930459704" sldId="327"/>
            <ac:picMk id="4098" creationId="{AD560F10-A9DA-6E38-4897-C618B650830F}"/>
          </ac:picMkLst>
        </pc:picChg>
      </pc:sldChg>
      <pc:sldChg chg="addSp modSp">
        <pc:chgData name="Paul Winser" userId="c3146a91-e6bd-4264-bd86-e164e04bc32d" providerId="ADAL" clId="{0C41650F-8FD7-4791-B8C8-F8F9150D48E8}" dt="2024-05-28T08:49:07.524" v="24"/>
        <pc:sldMkLst>
          <pc:docMk/>
          <pc:sldMk cId="3463025011" sldId="328"/>
        </pc:sldMkLst>
        <pc:spChg chg="add mod">
          <ac:chgData name="Paul Winser" userId="c3146a91-e6bd-4264-bd86-e164e04bc32d" providerId="ADAL" clId="{0C41650F-8FD7-4791-B8C8-F8F9150D48E8}" dt="2024-05-28T08:49:07.524" v="24"/>
          <ac:spMkLst>
            <pc:docMk/>
            <pc:sldMk cId="3463025011" sldId="328"/>
            <ac:spMk id="3" creationId="{E7DE1D2C-F0E3-FC90-BFD2-AB4111988386}"/>
          </ac:spMkLst>
        </pc:spChg>
      </pc:sldChg>
      <pc:sldChg chg="addSp modSp">
        <pc:chgData name="Paul Winser" userId="c3146a91-e6bd-4264-bd86-e164e04bc32d" providerId="ADAL" clId="{0C41650F-8FD7-4791-B8C8-F8F9150D48E8}" dt="2024-05-28T08:49:10.868" v="26"/>
        <pc:sldMkLst>
          <pc:docMk/>
          <pc:sldMk cId="382391693" sldId="329"/>
        </pc:sldMkLst>
        <pc:spChg chg="add mod">
          <ac:chgData name="Paul Winser" userId="c3146a91-e6bd-4264-bd86-e164e04bc32d" providerId="ADAL" clId="{0C41650F-8FD7-4791-B8C8-F8F9150D48E8}" dt="2024-05-28T08:49:10.868" v="26"/>
          <ac:spMkLst>
            <pc:docMk/>
            <pc:sldMk cId="382391693" sldId="329"/>
            <ac:spMk id="2" creationId="{8B5D3787-3D72-3935-0F72-31E72126B0A8}"/>
          </ac:spMkLst>
        </pc:spChg>
      </pc:sldChg>
      <pc:sldChg chg="addSp modSp">
        <pc:chgData name="Paul Winser" userId="c3146a91-e6bd-4264-bd86-e164e04bc32d" providerId="ADAL" clId="{0C41650F-8FD7-4791-B8C8-F8F9150D48E8}" dt="2024-05-28T08:49:12.491" v="27"/>
        <pc:sldMkLst>
          <pc:docMk/>
          <pc:sldMk cId="1063097808" sldId="330"/>
        </pc:sldMkLst>
        <pc:spChg chg="add mod">
          <ac:chgData name="Paul Winser" userId="c3146a91-e6bd-4264-bd86-e164e04bc32d" providerId="ADAL" clId="{0C41650F-8FD7-4791-B8C8-F8F9150D48E8}" dt="2024-05-28T08:49:12.491" v="27"/>
          <ac:spMkLst>
            <pc:docMk/>
            <pc:sldMk cId="1063097808" sldId="330"/>
            <ac:spMk id="3" creationId="{C9E57B27-5D24-2640-A093-4E2B06ADACED}"/>
          </ac:spMkLst>
        </pc:spChg>
      </pc:sldChg>
      <pc:sldChg chg="addSp delSp modSp">
        <pc:chgData name="Paul Winser" userId="c3146a91-e6bd-4264-bd86-e164e04bc32d" providerId="ADAL" clId="{0C41650F-8FD7-4791-B8C8-F8F9150D48E8}" dt="2024-05-28T08:49:20.673" v="32"/>
        <pc:sldMkLst>
          <pc:docMk/>
          <pc:sldMk cId="3106268941" sldId="331"/>
        </pc:sldMkLst>
        <pc:spChg chg="add mod">
          <ac:chgData name="Paul Winser" userId="c3146a91-e6bd-4264-bd86-e164e04bc32d" providerId="ADAL" clId="{0C41650F-8FD7-4791-B8C8-F8F9150D48E8}" dt="2024-05-28T08:49:16.556" v="30"/>
          <ac:spMkLst>
            <pc:docMk/>
            <pc:sldMk cId="3106268941" sldId="331"/>
            <ac:spMk id="2" creationId="{EA90A41F-3DE6-9CA1-2F54-8BA9D344AFF6}"/>
          </ac:spMkLst>
        </pc:spChg>
        <pc:spChg chg="add del mod">
          <ac:chgData name="Paul Winser" userId="c3146a91-e6bd-4264-bd86-e164e04bc32d" providerId="ADAL" clId="{0C41650F-8FD7-4791-B8C8-F8F9150D48E8}" dt="2024-05-28T08:49:20.673" v="32"/>
          <ac:spMkLst>
            <pc:docMk/>
            <pc:sldMk cId="3106268941" sldId="331"/>
            <ac:spMk id="3" creationId="{3A2BD3D4-F952-A867-C172-830051C27A45}"/>
          </ac:spMkLst>
        </pc:spChg>
      </pc:sldChg>
      <pc:sldChg chg="addSp modSp">
        <pc:chgData name="Paul Winser" userId="c3146a91-e6bd-4264-bd86-e164e04bc32d" providerId="ADAL" clId="{0C41650F-8FD7-4791-B8C8-F8F9150D48E8}" dt="2024-05-28T08:49:21.854" v="33"/>
        <pc:sldMkLst>
          <pc:docMk/>
          <pc:sldMk cId="2299437464" sldId="332"/>
        </pc:sldMkLst>
        <pc:spChg chg="add mod">
          <ac:chgData name="Paul Winser" userId="c3146a91-e6bd-4264-bd86-e164e04bc32d" providerId="ADAL" clId="{0C41650F-8FD7-4791-B8C8-F8F9150D48E8}" dt="2024-05-28T08:49:21.854" v="33"/>
          <ac:spMkLst>
            <pc:docMk/>
            <pc:sldMk cId="2299437464" sldId="332"/>
            <ac:spMk id="2" creationId="{B66F62F3-6E12-CC65-BBAF-1CE562D5CDF8}"/>
          </ac:spMkLst>
        </pc:spChg>
      </pc:sldChg>
      <pc:sldChg chg="addSp modSp">
        <pc:chgData name="Paul Winser" userId="c3146a91-e6bd-4264-bd86-e164e04bc32d" providerId="ADAL" clId="{0C41650F-8FD7-4791-B8C8-F8F9150D48E8}" dt="2024-05-28T08:49:26.115" v="36"/>
        <pc:sldMkLst>
          <pc:docMk/>
          <pc:sldMk cId="2533728733" sldId="333"/>
        </pc:sldMkLst>
        <pc:spChg chg="add mod">
          <ac:chgData name="Paul Winser" userId="c3146a91-e6bd-4264-bd86-e164e04bc32d" providerId="ADAL" clId="{0C41650F-8FD7-4791-B8C8-F8F9150D48E8}" dt="2024-05-28T08:49:26.115" v="36"/>
          <ac:spMkLst>
            <pc:docMk/>
            <pc:sldMk cId="2533728733" sldId="333"/>
            <ac:spMk id="3" creationId="{359D3CD4-C2BE-AB70-436D-492A9C0F684C}"/>
          </ac:spMkLst>
        </pc:spChg>
      </pc:sldChg>
      <pc:sldChg chg="addSp modSp">
        <pc:chgData name="Paul Winser" userId="c3146a91-e6bd-4264-bd86-e164e04bc32d" providerId="ADAL" clId="{0C41650F-8FD7-4791-B8C8-F8F9150D48E8}" dt="2024-05-28T08:49:27.435" v="37"/>
        <pc:sldMkLst>
          <pc:docMk/>
          <pc:sldMk cId="841076939" sldId="334"/>
        </pc:sldMkLst>
        <pc:spChg chg="add mod">
          <ac:chgData name="Paul Winser" userId="c3146a91-e6bd-4264-bd86-e164e04bc32d" providerId="ADAL" clId="{0C41650F-8FD7-4791-B8C8-F8F9150D48E8}" dt="2024-05-28T08:49:27.435" v="37"/>
          <ac:spMkLst>
            <pc:docMk/>
            <pc:sldMk cId="841076939" sldId="334"/>
            <ac:spMk id="2" creationId="{EBC11F5B-6D77-41C8-29EA-C58E68212921}"/>
          </ac:spMkLst>
        </pc:spChg>
      </pc:sldChg>
      <pc:sldChg chg="addSp modSp">
        <pc:chgData name="Paul Winser" userId="c3146a91-e6bd-4264-bd86-e164e04bc32d" providerId="ADAL" clId="{0C41650F-8FD7-4791-B8C8-F8F9150D48E8}" dt="2024-05-28T08:49:28.598" v="38"/>
        <pc:sldMkLst>
          <pc:docMk/>
          <pc:sldMk cId="3550544203" sldId="335"/>
        </pc:sldMkLst>
        <pc:spChg chg="add mod">
          <ac:chgData name="Paul Winser" userId="c3146a91-e6bd-4264-bd86-e164e04bc32d" providerId="ADAL" clId="{0C41650F-8FD7-4791-B8C8-F8F9150D48E8}" dt="2024-05-28T08:49:28.598" v="38"/>
          <ac:spMkLst>
            <pc:docMk/>
            <pc:sldMk cId="3550544203" sldId="335"/>
            <ac:spMk id="2" creationId="{ECE56D0F-BAFF-3986-91E5-8B243FD1A07E}"/>
          </ac:spMkLst>
        </pc:spChg>
      </pc:sldChg>
      <pc:sldChg chg="addSp modSp mod">
        <pc:chgData name="Paul Winser" userId="c3146a91-e6bd-4264-bd86-e164e04bc32d" providerId="ADAL" clId="{0C41650F-8FD7-4791-B8C8-F8F9150D48E8}" dt="2024-05-28T15:47:02.495" v="83"/>
        <pc:sldMkLst>
          <pc:docMk/>
          <pc:sldMk cId="1344016241" sldId="336"/>
        </pc:sldMkLst>
        <pc:spChg chg="add mod">
          <ac:chgData name="Paul Winser" userId="c3146a91-e6bd-4264-bd86-e164e04bc32d" providerId="ADAL" clId="{0C41650F-8FD7-4791-B8C8-F8F9150D48E8}" dt="2024-05-28T08:49:32.130" v="40"/>
          <ac:spMkLst>
            <pc:docMk/>
            <pc:sldMk cId="1344016241" sldId="336"/>
            <ac:spMk id="2" creationId="{CB83D589-6A13-478E-F662-768DFE3406CC}"/>
          </ac:spMkLst>
        </pc:spChg>
        <pc:spChg chg="add mod">
          <ac:chgData name="Paul Winser" userId="c3146a91-e6bd-4264-bd86-e164e04bc32d" providerId="ADAL" clId="{0C41650F-8FD7-4791-B8C8-F8F9150D48E8}" dt="2024-05-28T15:47:02.495" v="83"/>
          <ac:spMkLst>
            <pc:docMk/>
            <pc:sldMk cId="1344016241" sldId="336"/>
            <ac:spMk id="3" creationId="{EF537548-6CB7-91A0-BE72-5829E3580D23}"/>
          </ac:spMkLst>
        </pc:spChg>
      </pc:sldChg>
      <pc:sldChg chg="addSp modSp">
        <pc:chgData name="Paul Winser" userId="c3146a91-e6bd-4264-bd86-e164e04bc32d" providerId="ADAL" clId="{0C41650F-8FD7-4791-B8C8-F8F9150D48E8}" dt="2024-05-28T08:48:43.880" v="10"/>
        <pc:sldMkLst>
          <pc:docMk/>
          <pc:sldMk cId="3075123326" sldId="337"/>
        </pc:sldMkLst>
        <pc:spChg chg="add mod">
          <ac:chgData name="Paul Winser" userId="c3146a91-e6bd-4264-bd86-e164e04bc32d" providerId="ADAL" clId="{0C41650F-8FD7-4791-B8C8-F8F9150D48E8}" dt="2024-05-28T08:48:43.880" v="10"/>
          <ac:spMkLst>
            <pc:docMk/>
            <pc:sldMk cId="3075123326" sldId="337"/>
            <ac:spMk id="3" creationId="{969501BE-5B9A-B7FA-8339-C877D9EE94C7}"/>
          </ac:spMkLst>
        </pc:spChg>
      </pc:sldChg>
      <pc:sldChg chg="addSp delSp modSp add mod modTransition">
        <pc:chgData name="Paul Winser" userId="c3146a91-e6bd-4264-bd86-e164e04bc32d" providerId="ADAL" clId="{0C41650F-8FD7-4791-B8C8-F8F9150D48E8}" dt="2024-05-28T15:47:10.979" v="86" actId="478"/>
        <pc:sldMkLst>
          <pc:docMk/>
          <pc:sldMk cId="0" sldId="338"/>
        </pc:sldMkLst>
        <pc:spChg chg="del">
          <ac:chgData name="Paul Winser" userId="c3146a91-e6bd-4264-bd86-e164e04bc32d" providerId="ADAL" clId="{0C41650F-8FD7-4791-B8C8-F8F9150D48E8}" dt="2024-05-28T15:47:10.979" v="86" actId="478"/>
          <ac:spMkLst>
            <pc:docMk/>
            <pc:sldMk cId="0" sldId="338"/>
            <ac:spMk id="3" creationId="{E17EAB0C-C605-3356-5F27-1CC0711E9C5F}"/>
          </ac:spMkLst>
        </pc:spChg>
        <pc:spChg chg="add mod">
          <ac:chgData name="Paul Winser" userId="c3146a91-e6bd-4264-bd86-e164e04bc32d" providerId="ADAL" clId="{0C41650F-8FD7-4791-B8C8-F8F9150D48E8}" dt="2024-05-28T15:47:09.420" v="85"/>
          <ac:spMkLst>
            <pc:docMk/>
            <pc:sldMk cId="0" sldId="338"/>
            <ac:spMk id="4" creationId="{213F8BD1-6A41-E8E7-7653-48D029E7CC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F1B0-E328-3999-8B8C-6003FF4A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9835659-BC30-B7BE-B226-7B63CB8731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8C6633F-B459-1A1B-4C7B-9BD3DB662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E483D3A-11A5-E260-A848-F272FE59E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99926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219E-0369-D1DE-2E3E-4B3C3001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D3EA66D-5D32-8C57-6C63-B0EB0DAE34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7D14222-DE8F-DB05-6091-68BDFE370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36D1A9E-178C-2F25-1C30-DB6C33A3C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8603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58799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4D13-E2E0-6E1D-7EED-4B60645A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282E06F-7179-2D6C-D3F9-0EEACF129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E607CA5-F8E0-630E-2D7B-6C2CF78B9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977C16A-1102-ACB5-A969-CD962D46B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5991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5507-A8D5-0522-775F-4846421B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A3D2DF2-DF63-67BF-2148-313AC67D9D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50CCDBA5-2E12-5490-BD3C-938D012F8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A1C433C-ECFE-0214-D1C7-FDE9DB9FF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51803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 dirty="0"/>
              <a:t>.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32EE-6E4D-9C9C-50A6-430777AB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69A4BF6-737A-8744-9604-6427F6EDA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E2C1A49-5DEE-2927-A8C8-767E6CC3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EC73B86-8645-470D-421E-8B9C3B503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43206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9DE5-D27A-1891-6552-B99B1A7B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360F7B3-2B47-F08D-7E14-352A5BA9C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E014675-9E7B-3D8B-17E1-E186E4B98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1478A25-1C56-6DB9-21BD-7A6F2254D5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76163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ACB4-FD9C-C726-EDED-CD24303B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6015C2F-6D3C-26E9-F8EF-780D3177C3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FE8F3FD-9199-6E0C-9FD9-69685CCEE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793706D3-7862-742A-1B64-A8BA81C80B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6627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BE31-D6A2-C9BE-95A3-83EC25FC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E61D36B-EFEE-A55E-9F9B-9474122E23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57557DF-3525-8459-E3A7-D8A793CEC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887B6F2-00F0-9702-38D0-49704B3BA9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8832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9851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F53E1-2446-FE39-7AB2-A1DD101F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AC1A2EC-8463-58AB-A3D2-967BB431D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71FF75E-27A5-37E4-D322-53C2889F3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6BEB1E4-A28F-7295-0E27-7B73B91830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816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331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030B7-51C3-CDB7-56CF-AE91C442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DD0D68E-342B-CD6E-BCEC-784F6A2FEF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D63AAFF-5843-A72C-EC57-D4161B2A74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7745644-A305-74EC-9434-9DE29F5F9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05136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FFC4-80D7-D76C-397B-F4499063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A4372056-0996-E0FD-1BC1-6C023BACE8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3BBF7A2-23FC-8915-0B6C-113C5705D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D73B1ED-9B71-D4B8-5F97-1868FC8FD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410827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8BE2-3EF7-2458-0631-831A809D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BBB8651-682C-3931-3E49-F670C25CFE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A6FC918-FA81-B341-730C-EE7E46D8E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16C7A7A-57A7-A944-A740-6F49F867D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08924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32450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6108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39A66-D574-49D2-8718-5402EC45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D6A4264-B218-263C-74EB-EF3D520EE0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D501B6C-766C-FFAE-8382-817519E5A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AEFC635-34C8-87FD-72DE-99482C9EBE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738366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C2BC-CFC2-22FA-7363-B5D539E7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FC912B3-17D8-01EC-0BFD-D02228486F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78EDD28-BD7B-70E1-0507-3B416EAE1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CC14394D-0CC1-C605-1163-48B6792496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168907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D4C7-5A48-C5AC-C73F-030EF6AB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4D6CC19-D08E-05AD-5B8D-54DB093938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2CDBD13-5EED-C89E-E3AB-04659D00AA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C212F1F2-DC72-7969-2494-3DB72F0046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284209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33261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F0AE-B03F-7AB8-3CF3-7D0D5EEE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4A62A65-23C3-EEBC-E462-6A9C79C334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3AE7989-5377-FA99-9B04-105629FF5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E7A25B4-AB6A-2DAA-1BC6-5083BB110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72835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 rtl="1"/>
              <a:t>35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292308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38162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56498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111691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35013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94035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8.jp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image" Target="../media/image10.jpg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5" Type="http://schemas.openxmlformats.org/officeDocument/2006/relationships/image" Target="../media/image11.jpg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  <p:sldLayoutId id="214748493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5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audio" Target="../media/audio1.bin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audio" Target="../media/audio1.bin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30.png"/><Relationship Id="rId11" Type="http://schemas.openxmlformats.org/officeDocument/2006/relationships/image" Target="../media/image33.svg"/><Relationship Id="rId5" Type="http://schemas.openxmlformats.org/officeDocument/2006/relationships/image" Target="../media/image29.sv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9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3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799" y="1196752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الوحدة 3</a:t>
            </a:r>
            <a:br>
              <a:rPr lang="en-GB" altLang="en-US" sz="4600" dirty="0"/>
            </a:br>
            <a:r>
              <a:rPr lang="ar" sz="4600" dirty="0"/>
              <a:t>توفير خدمة العملاء </a:t>
            </a:r>
            <a:br>
              <a:rPr lang="ar-EG" sz="4600" dirty="0"/>
            </a:br>
            <a:r>
              <a:rPr lang="ar" sz="4600" dirty="0"/>
              <a:t>في مجال الضيافة</a:t>
            </a:r>
            <a:br>
              <a:rPr lang="en-GB" altLang="en-US" sz="4600" dirty="0"/>
            </a:b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/>
              <a:t>© شركة بيرسون إيديوكيشن ليمتد 2023. لا يُسمح بالنسخ إلا للمؤسسة المُشترية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3723C73-4621-7031-4093-E841458E461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4" name="Picture 3" descr="A finger touching a bell&#10;&#10;Description automatically generated">
            <a:extLst>
              <a:ext uri="{FF2B5EF4-FFF2-40B4-BE49-F238E27FC236}">
                <a16:creationId xmlns:a16="http://schemas.microsoft.com/office/drawing/2014/main" id="{338256CD-9200-21E0-5CC9-B113568205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" r="1"/>
          <a:stretch/>
        </p:blipFill>
        <p:spPr>
          <a:xfrm>
            <a:off x="2520011" y="3459052"/>
            <a:ext cx="4103977" cy="2776575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توفير خدمة العملاء في مجال الضيافة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544" y="2636912"/>
            <a:ext cx="8352927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20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</a:rPr>
              <a:t>في هذه الوحدة، ستفهم كيفية تقديم خدمة العملاء الممتازة وكيفية قيادة الفريق بنجاح لتحقيق التحسينات. وستتعرف على أهمية تلبية رغبات العملاء والوفاء باحتياجاتهم وتوقعاتهم وتجاوزها وكيفية تشجيع الولاء</a:t>
            </a:r>
            <a:br>
              <a:rPr lang="en-US" sz="20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</a:rPr>
            </a:br>
            <a:r>
              <a:rPr lang="ar" sz="20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</a:rPr>
              <a:t>لدى العملاء. </a:t>
            </a:r>
          </a:p>
          <a:p>
            <a:pPr marL="0" indent="0" rtl="1">
              <a:lnSpc>
                <a:spcPct val="120000"/>
              </a:lnSpc>
              <a:buNone/>
            </a:pPr>
            <a:r>
              <a:rPr lang="ar" sz="20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</a:rPr>
              <a:t>ستطور مهارات للتعامل مع مواقف خدمة العملاء المتنوعة وضمان نتيجة إيجابية للعميل والشركة معًا.</a:t>
            </a:r>
          </a:p>
          <a:p>
            <a:pPr marL="0" indent="0" rtl="1">
              <a:lnSpc>
                <a:spcPct val="120000"/>
              </a:lnSpc>
              <a:buNone/>
            </a:pPr>
            <a:r>
              <a:rPr lang="ar" sz="2000" dirty="0">
                <a:solidFill>
                  <a:srgbClr val="000000"/>
                </a:solidFill>
                <a:latin typeface="Open Sans" panose="020B0606030504020204" pitchFamily="34" charset="0"/>
              </a:rPr>
              <a:t>ستتعلم كيفية تطوير مهارات الإشراف على الفريق في خدمة العملاء وتطوير المهارات اللازمة لتقديم </a:t>
            </a:r>
            <a:b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</a:rPr>
            </a:br>
            <a:r>
              <a:rPr lang="ar" sz="2000" dirty="0">
                <a:solidFill>
                  <a:srgbClr val="000000"/>
                </a:solidFill>
                <a:latin typeface="Open Sans" panose="020B0606030504020204" pitchFamily="34" charset="0"/>
              </a:rPr>
              <a:t>التوصيات والتحسينات.</a:t>
            </a:r>
            <a:endParaRPr lang="en-GB" altLang="en-US" sz="2000" dirty="0">
              <a:solidFill>
                <a:srgbClr val="FF0000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D0E413C-A971-958D-1DC6-FEE7C3D0328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أهداف التعلم</a:t>
            </a:r>
            <a:endParaRPr lang="en-GB" altLang="en-US" sz="4600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1464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lnSpc>
                <a:spcPct val="120000"/>
              </a:lnSpc>
              <a:buNone/>
            </a:pPr>
            <a:r>
              <a:rPr lang="ar" sz="2600" b="1" dirty="0"/>
              <a:t>أ	</a:t>
            </a:r>
            <a:r>
              <a:rPr lang="ar" sz="2600" dirty="0"/>
              <a:t>فهم كيفية تطوير خدمة العملاء في منظمة خدمة الضيافة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404813" indent="-404813" defTabSz="431800" rtl="1">
              <a:lnSpc>
                <a:spcPct val="120000"/>
              </a:lnSpc>
              <a:spcBef>
                <a:spcPts val="1200"/>
              </a:spcBef>
              <a:buNone/>
            </a:pPr>
            <a:r>
              <a:rPr lang="ar" sz="2600" b="1" dirty="0"/>
              <a:t>ب	</a:t>
            </a:r>
            <a:r>
              <a:rPr lang="ar" sz="2600" dirty="0"/>
              <a:t>تنفيذ الإشراف على خدمة العملاء في المواقف المختلفة، </a:t>
            </a:r>
            <a:br>
              <a:rPr lang="en-US" sz="2600" dirty="0"/>
            </a:br>
            <a:r>
              <a:rPr lang="ar" sz="2600" dirty="0"/>
              <a:t>باستخدام السلوكيات المناسبة لتلبية التوقعات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404813" indent="-404813" defTabSz="431800" rtl="1">
              <a:lnSpc>
                <a:spcPct val="120000"/>
              </a:lnSpc>
              <a:spcBef>
                <a:spcPts val="1200"/>
              </a:spcBef>
              <a:buNone/>
            </a:pPr>
            <a:r>
              <a:rPr lang="ar" sz="2600" b="1" dirty="0"/>
              <a:t>ج	</a:t>
            </a:r>
            <a:r>
              <a:rPr lang="ar" sz="2600" dirty="0"/>
              <a:t>اكتشاف طرق مراقبة أداء خدمة العملاء وتحسينها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 dirty="0"/>
            </a:br>
            <a:r>
              <a:rPr lang="ar" sz="2600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A68C107-E86E-389D-174C-5788C386C13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536" y="1196752"/>
            <a:ext cx="8507287" cy="10801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" sz="2600" dirty="0"/>
              <a:t>هدف التعلّم أ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2132857"/>
            <a:ext cx="8003231" cy="399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110000"/>
              </a:lnSpc>
              <a:spcBef>
                <a:spcPct val="20000"/>
              </a:spcBef>
            </a:pPr>
            <a:r>
              <a:rPr lang="ar" sz="26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فهم كيفية تطوير خدمة العملاء في منظمة خدمة الضيافة</a:t>
            </a:r>
          </a:p>
          <a:p>
            <a:pPr rtl="1">
              <a:lnSpc>
                <a:spcPct val="110000"/>
              </a:lnSpc>
              <a:spcBef>
                <a:spcPct val="20000"/>
              </a:spcBef>
            </a:pPr>
            <a:endParaRPr lang="en-GB" altLang="en-US" sz="2600" dirty="0"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  <a:spcBef>
                <a:spcPct val="20000"/>
              </a:spcBef>
              <a:tabLst>
                <a:tab pos="571500" algn="r"/>
              </a:tabLst>
            </a:pPr>
            <a:r>
              <a:rPr lang="ar" sz="26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أ1 	خدمة العملاء في مجال الضيافة</a:t>
            </a:r>
          </a:p>
          <a:p>
            <a:pPr rtl="1">
              <a:lnSpc>
                <a:spcPct val="110000"/>
              </a:lnSpc>
              <a:spcBef>
                <a:spcPct val="20000"/>
              </a:spcBef>
              <a:tabLst>
                <a:tab pos="571500" algn="r"/>
              </a:tabLst>
            </a:pPr>
            <a:r>
              <a:rPr lang="ar" sz="26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أ2 	خدمة العملاء وتحقيق الأهداف التنظيمية</a:t>
            </a:r>
          </a:p>
          <a:p>
            <a:pPr rtl="1">
              <a:lnSpc>
                <a:spcPct val="110000"/>
              </a:lnSpc>
              <a:spcBef>
                <a:spcPct val="20000"/>
              </a:spcBef>
              <a:tabLst>
                <a:tab pos="571500" algn="r"/>
              </a:tabLst>
            </a:pPr>
            <a:r>
              <a:rPr lang="ar" sz="26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أ3 	دور المشرف في خدمة العملاء</a:t>
            </a:r>
            <a:endParaRPr lang="en-US" altLang="en-US" sz="2600" dirty="0"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  <a:spcBef>
                <a:spcPct val="20000"/>
              </a:spcBef>
            </a:pPr>
            <a:endParaRPr lang="en-US" altLang="en-US" sz="2600" b="1" dirty="0">
              <a:highlight>
                <a:srgbClr val="FFFF00"/>
              </a:highlight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5B9D69D-CAA5-5BA8-39FE-54CCBC7037F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68856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en" sz="39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أ‏</a:t>
            </a:r>
            <a:r>
              <a:rPr lang="ar-EG" sz="39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‏</a:t>
            </a:r>
            <a:r>
              <a:rPr lang="en" sz="39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1‏‏‏</a:t>
            </a:r>
            <a:r>
              <a:rPr lang="ar-EG" sz="39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39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خدمة العملاء في مجال الضيافة</a:t>
            </a: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endParaRPr lang="en-US" altLang="en-US" sz="39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 dirty="0"/>
              <a:t>في مجال الضيافة، نحتاج إلى التعامل مع الأنواع المختلفة من العملاء وتعلم المهارات اللازمة لتلبية احتياجاتهم بفعالية. </a:t>
            </a:r>
            <a:br>
              <a:rPr lang="en-US" sz="2600" dirty="0"/>
            </a:br>
            <a:r>
              <a:rPr lang="ar" sz="2600" dirty="0"/>
              <a:t>ينقسم العملاء إلى نوعين رئيسيين:</a:t>
            </a:r>
          </a:p>
          <a:p>
            <a:pPr marL="0" rtl="1">
              <a:lnSpc>
                <a:spcPct val="110000"/>
              </a:lnSpc>
            </a:pPr>
            <a:r>
              <a:rPr lang="ar" sz="2600" dirty="0"/>
              <a:t>عملاء داخليون</a:t>
            </a:r>
          </a:p>
          <a:p>
            <a:pPr marL="0" rtl="1">
              <a:lnSpc>
                <a:spcPct val="110000"/>
              </a:lnSpc>
            </a:pPr>
            <a:r>
              <a:rPr lang="ar" sz="2600" dirty="0"/>
              <a:t>عملاء خارجيون</a:t>
            </a:r>
          </a:p>
          <a:p>
            <a:pPr indent="0" rtl="1">
              <a:lnSpc>
                <a:spcPct val="110000"/>
              </a:lnSpc>
            </a:pPr>
            <a:endParaRPr lang="en-GB" altLang="en-US" sz="2600" dirty="0"/>
          </a:p>
          <a:p>
            <a:pPr marL="685800" rtl="1">
              <a:lnSpc>
                <a:spcPct val="110000"/>
              </a:lnSpc>
            </a:pPr>
            <a:endParaRPr lang="en-GB" altLang="en-US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BE0654D-9B84-2DAD-B67D-5F612161DAF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3" name="Picture 2" descr="A person handing a piece of paper to a desk&#10;&#10;Description automatically generated">
            <a:extLst>
              <a:ext uri="{FF2B5EF4-FFF2-40B4-BE49-F238E27FC236}">
                <a16:creationId xmlns:a16="http://schemas.microsoft.com/office/drawing/2014/main" id="{59143F75-2E5C-529C-8073-6F3F1AFFB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060848"/>
            <a:ext cx="3018075" cy="40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90D7-BEF1-1D6B-B534-7F0489D0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07E84839-CE51-0542-EED3-8CE975071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2" y="1530207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en" sz="22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أ1‏ خدمة العملاء في مجال الضيافة</a:t>
            </a:r>
          </a:p>
          <a:p>
            <a:pPr rtl="1">
              <a:spcAft>
                <a:spcPts val="600"/>
              </a:spcAft>
            </a:pPr>
            <a:endParaRPr lang="en-US" altLang="en-US" sz="22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E6CAC-9146-0B1E-AEAE-BE32AE2EA256}"/>
              </a:ext>
            </a:extLst>
          </p:cNvPr>
          <p:cNvSpPr txBox="1"/>
          <p:nvPr/>
        </p:nvSpPr>
        <p:spPr bwMode="auto">
          <a:xfrm>
            <a:off x="5678486" y="2132857"/>
            <a:ext cx="3008313" cy="14401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10000"/>
              </a:lnSpc>
              <a:spcBef>
                <a:spcPct val="20000"/>
              </a:spcBef>
            </a:pPr>
            <a:r>
              <a:rPr lang="ar" sz="22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توفير السلع والخدمات للعملاء الداخليين يؤدي إلى رضا العملاء الخارجيين. سعادة وراحة العاملين ستقودهم إلى أداء وظائفهم بفعالية وخلق الولاء</a:t>
            </a:r>
            <a:r>
              <a:rPr lang="en-US" sz="22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 </a:t>
            </a:r>
            <a:r>
              <a:rPr lang="ar" sz="22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للشركة.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6EBEEE-6959-040B-4C7D-DAD33B777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5" y="1468350"/>
            <a:ext cx="4490261" cy="3921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rtl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عميل داخلي: </a:t>
            </a: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عميل ليس على صلة بالشركة ويدفع مقابل الخدمات المقدمة.</a:t>
            </a:r>
          </a:p>
          <a:p>
            <a:pPr marL="342900" indent="-342900" rtl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عميل خارجي: </a:t>
            </a: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عميل على صلة مباشرة بالشركة.</a:t>
            </a:r>
          </a:p>
          <a:p>
            <a:pPr marL="342900" indent="-342900" rtl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كم نوعًا يمكنك ذكره من أنواع العملاء الداخليين والخارجيين؟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1CD42A9-F37B-3FB9-9C95-EAF659B4270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5" name="Picture 4" descr="A person serving a group of women&#10;&#10;Description automatically generated">
            <a:extLst>
              <a:ext uri="{FF2B5EF4-FFF2-40B4-BE49-F238E27FC236}">
                <a16:creationId xmlns:a16="http://schemas.microsoft.com/office/drawing/2014/main" id="{34F1E130-60FA-303E-0CB5-42BBA6AD8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585913"/>
            <a:ext cx="3539361" cy="265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301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544D-1EDF-2EC2-457F-1C3E9ABD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95388"/>
            <a:ext cx="8219256" cy="1657548"/>
          </a:xfrm>
        </p:spPr>
        <p:txBody>
          <a:bodyPr rtlCol="1"/>
          <a:lstStyle/>
          <a:p>
            <a:pPr rtl="1"/>
            <a:br>
              <a:rPr lang="en-GB" sz="2600" dirty="0"/>
            </a:br>
            <a:br>
              <a:rPr lang="en-GB" sz="2600" dirty="0"/>
            </a:br>
            <a:br>
              <a:rPr lang="en-GB" sz="2600" dirty="0"/>
            </a:br>
            <a:r>
              <a:rPr lang="en" sz="2600" b="1" dirty="0"/>
              <a:t>أ2</a:t>
            </a:r>
            <a:r>
              <a:rPr lang="en" sz="2600" dirty="0"/>
              <a:t>‏</a:t>
            </a:r>
            <a:r>
              <a:rPr lang="ar-EG" sz="2600" dirty="0"/>
              <a:t> </a:t>
            </a:r>
            <a:r>
              <a:rPr lang="en" sz="2600" dirty="0"/>
              <a:t>خدمة العملاء وتحقيق الأهداف التنظيمية 
</a:t>
            </a:r>
            <a:r>
              <a:rPr lang="ar" sz="2600" b="1" dirty="0"/>
              <a:t>الميزات الرئيسية لخدمة العملاء وكيف يمكن تطويرها</a:t>
            </a:r>
            <a:br>
              <a:rPr lang="en-US" sz="2600" b="1" dirty="0"/>
            </a:br>
            <a:r>
              <a:rPr lang="ar" sz="2600" b="1" dirty="0"/>
              <a:t> لتلبية احتياجات العمل. (1)</a:t>
            </a:r>
            <a:br>
              <a:rPr lang="en-GB" sz="2600" dirty="0"/>
            </a:br>
            <a:br>
              <a:rPr lang="en-GB" sz="2600" dirty="0"/>
            </a:br>
            <a:br>
              <a:rPr lang="en-GB" sz="2600" dirty="0"/>
            </a:br>
            <a:endParaRPr lang="en-GB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41C69-8B0A-0A72-D2FD-6528BBD7433D}"/>
              </a:ext>
            </a:extLst>
          </p:cNvPr>
          <p:cNvSpPr txBox="1"/>
          <p:nvPr/>
        </p:nvSpPr>
        <p:spPr>
          <a:xfrm>
            <a:off x="4860032" y="2996952"/>
            <a:ext cx="396044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تعريف خدمة العملاء: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الخطوات العملية لتلبية توقعات واحتياجات العملاء.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2933E-C7D7-A2B4-96AB-877EBA847231}"/>
              </a:ext>
            </a:extLst>
          </p:cNvPr>
          <p:cNvSpPr txBox="1"/>
          <p:nvPr/>
        </p:nvSpPr>
        <p:spPr>
          <a:xfrm>
            <a:off x="4427984" y="4315162"/>
            <a:ext cx="4392488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خدمة العملاء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(وتشمل):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تحسين شعور العملاء بالرضا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ولاء العملاء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تكرار العمل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ثقة العملاء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0548B0-AA85-1F64-1CC2-984F676FBEE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4" name="Picture 3" descr="A person serving food to a group of people&#10;&#10;Description automatically generated">
            <a:extLst>
              <a:ext uri="{FF2B5EF4-FFF2-40B4-BE49-F238E27FC236}">
                <a16:creationId xmlns:a16="http://schemas.microsoft.com/office/drawing/2014/main" id="{082D422A-176A-29D5-7914-36725BC3E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67" y="3212976"/>
            <a:ext cx="3624481" cy="280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6320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AE91-D9B5-0A30-AB48-B6EFC7B8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88D1-3AE8-6D55-7839-BE949613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19256" cy="1657548"/>
          </a:xfrm>
        </p:spPr>
        <p:txBody>
          <a:bodyPr rtlCol="1"/>
          <a:lstStyle/>
          <a:p>
            <a:pPr rtl="1"/>
            <a:br>
              <a:rPr lang="en-GB" sz="2600" dirty="0"/>
            </a:br>
            <a:br>
              <a:rPr lang="en-GB" sz="2600" dirty="0"/>
            </a:br>
            <a:br>
              <a:rPr lang="en-GB" sz="2600" dirty="0"/>
            </a:br>
            <a:r>
              <a:rPr lang="en" sz="2600" b="1" dirty="0"/>
              <a:t>أ2</a:t>
            </a:r>
            <a:r>
              <a:rPr lang="en" sz="2600" dirty="0"/>
              <a:t>‏</a:t>
            </a:r>
            <a:r>
              <a:rPr lang="ar-EG" sz="2600" dirty="0"/>
              <a:t> </a:t>
            </a:r>
            <a:r>
              <a:rPr lang="en" sz="2600" dirty="0"/>
              <a:t>خدمة العملاء وتحقيق الأهداف التنظيمية 
</a:t>
            </a:r>
            <a:r>
              <a:rPr lang="ar" sz="2600" b="1" dirty="0"/>
              <a:t>الميزات الرئيسية لخدمة العملاء وكيف يمكن تطويرها </a:t>
            </a:r>
            <a:br>
              <a:rPr lang="en-US" sz="2600" b="1" dirty="0"/>
            </a:br>
            <a:r>
              <a:rPr lang="ar" sz="2600" b="1" dirty="0"/>
              <a:t>لتلبية احتياجات العمل. (2)</a:t>
            </a:r>
            <a:br>
              <a:rPr lang="en-GB" sz="2600" dirty="0"/>
            </a:br>
            <a:br>
              <a:rPr lang="en-GB" sz="2600" dirty="0"/>
            </a:br>
            <a:br>
              <a:rPr lang="en-GB" sz="2600" dirty="0"/>
            </a:br>
            <a:endParaRPr lang="en-GB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448CA-369C-9529-E7D3-0BFBAC2F69F4}"/>
              </a:ext>
            </a:extLst>
          </p:cNvPr>
          <p:cNvSpPr txBox="1"/>
          <p:nvPr/>
        </p:nvSpPr>
        <p:spPr>
          <a:xfrm>
            <a:off x="433983" y="3150840"/>
            <a:ext cx="3991069" cy="195438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ميزات خدمة العملاء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(وتشمل): 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معرفة المنتج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الحفاظ على معايير العلامة التجارية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سياسة خدمة العملاء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تدريب الموظفين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850E8-6CF2-AC5C-31FB-2DEA4329E18C}"/>
              </a:ext>
            </a:extLst>
          </p:cNvPr>
          <p:cNvSpPr txBox="1"/>
          <p:nvPr/>
        </p:nvSpPr>
        <p:spPr>
          <a:xfrm>
            <a:off x="4917554" y="3150840"/>
            <a:ext cx="4104456" cy="158197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عواقب خدمة العملاء الضعيفة: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الإساءة لسمعة الشركة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انخفاض عدد العملاء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تراجع الإيرادات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9501BE-5B9A-B7FA-8339-C877D9EE94C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7512332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9682-82AE-3415-7F15-F8335EA5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B33656CD-2623-F768-3A2D-394EB95A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الميزات الرئيسية لخدمة العملاء وكيف يمكن تطويرها </a:t>
            </a:r>
            <a:br>
              <a:rPr lang="en-US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</a:br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لتلبية احتياجات العمل. (3)</a:t>
            </a:r>
          </a:p>
          <a:p>
            <a:pPr algn="ctr" rtl="1"/>
            <a:endParaRPr lang="en-GB" sz="2600" dirty="0">
              <a:solidFill>
                <a:srgbClr val="000000"/>
              </a:solidFill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582A6-B813-4C89-7839-07B1C7C6AD7A}"/>
              </a:ext>
            </a:extLst>
          </p:cNvPr>
          <p:cNvSpPr txBox="1"/>
          <p:nvPr/>
        </p:nvSpPr>
        <p:spPr>
          <a:xfrm>
            <a:off x="4960589" y="2403860"/>
            <a:ext cx="352839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تلبية احتياجات العملاء وتجاوز توقعاتهم (وتشمل):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توقعات العملاء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الموقف الإيجابي من الشركة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تعزيز سمعة الشركة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زيادة عدد الزيارات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0E1BA-00C1-A8FD-B626-3834DFAABD95}"/>
              </a:ext>
            </a:extLst>
          </p:cNvPr>
          <p:cNvSpPr txBox="1"/>
          <p:nvPr/>
        </p:nvSpPr>
        <p:spPr>
          <a:xfrm>
            <a:off x="755576" y="2406480"/>
            <a:ext cx="3456384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خدمة العملاء (وتشمل):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الأهداف التنظيمية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ترتيبات مستوى الخدمة </a:t>
            </a:r>
            <a:b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(للتعامل مع الشكاوى)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BAF7B-9D1B-6B5A-05B6-0CEF67A76A20}"/>
              </a:ext>
            </a:extLst>
          </p:cNvPr>
          <p:cNvSpPr txBox="1"/>
          <p:nvPr/>
        </p:nvSpPr>
        <p:spPr>
          <a:xfrm>
            <a:off x="5268018" y="4335872"/>
            <a:ext cx="3240360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اتجاهات خدمة العملاء (وتشمل):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موظفو التواصل مع العملاء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الإصدار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تطبيقات الهاتف الجوال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البيانات الصحفية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C61B4-B46D-CF1C-D6C1-344A842C8F08}"/>
              </a:ext>
            </a:extLst>
          </p:cNvPr>
          <p:cNvSpPr txBox="1"/>
          <p:nvPr/>
        </p:nvSpPr>
        <p:spPr>
          <a:xfrm>
            <a:off x="323529" y="6237312"/>
            <a:ext cx="856895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الميزات الرئيسية الأخرى لخدمة العملاء؟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06BAFCC-FF2E-A8D9-9451-94C2B2A09AD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330238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447218"/>
            <a:ext cx="8208712" cy="16561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 dirty="0"/>
              <a:t>عند تطوير الفرق، يجب على المشرف ضمان استمرارية بيئة خدمة العملاء الفعّالة، ويمكن تحقيق ذلك بطرق مختلفة، منها: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15" y="1244043"/>
            <a:ext cx="856895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أ3 </a:t>
            </a:r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خدمة العملاء وتحقيق الأهداف التنظيمية </a:t>
            </a:r>
          </a:p>
          <a:p>
            <a:pPr algn="ctr" rtl="1"/>
            <a:r>
              <a:rPr lang="ar" sz="26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تطوير فرق فعالة.</a:t>
            </a:r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  <a:p>
            <a:pPr algn="ctr" rtl="1"/>
            <a:endParaRPr lang="en-GB" sz="2600" b="0" i="0" u="none" strike="noStrike" baseline="0" dirty="0">
              <a:solidFill>
                <a:srgbClr val="000000"/>
              </a:solidFill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56107-A1E0-6B74-A466-43301FE02ADD}"/>
              </a:ext>
            </a:extLst>
          </p:cNvPr>
          <p:cNvSpPr txBox="1"/>
          <p:nvPr/>
        </p:nvSpPr>
        <p:spPr>
          <a:xfrm>
            <a:off x="4661446" y="3895794"/>
            <a:ext cx="3960440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قيادة الفريق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تحفيز الفريق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أخذ زمام المبادرة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تهدئة النزاعات وحلها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العدالة في اتخاذ القرارات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4CD49-9C3B-F116-CBD4-B63F43DD1AAC}"/>
              </a:ext>
            </a:extLst>
          </p:cNvPr>
          <p:cNvSpPr txBox="1"/>
          <p:nvPr/>
        </p:nvSpPr>
        <p:spPr>
          <a:xfrm>
            <a:off x="17859" y="3895794"/>
            <a:ext cx="4608512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أدوار الفريق (المكتب الأمامي والخلفي للمنشأة)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التفويض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الصلاحيات (المسؤولية)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التوجيه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9A879-91C4-F30E-F862-B551C370B6A2}"/>
              </a:ext>
            </a:extLst>
          </p:cNvPr>
          <p:cNvSpPr txBox="1"/>
          <p:nvPr/>
        </p:nvSpPr>
        <p:spPr>
          <a:xfrm>
            <a:off x="431134" y="5899856"/>
            <a:ext cx="82087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الفوائد التي تظن أنها ستترتب على تطوير فريق فعّال؟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DEB2746-0148-28D6-4D61-943E5C89B0F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934554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8E5C-52C5-3F74-3CC0-8E5B6F6A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51DC5ADB-C3E0-322D-FD60-8A0475135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267208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26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الفريق </a:t>
            </a:r>
          </a:p>
          <a:p>
            <a:pPr rtl="1">
              <a:spcAft>
                <a:spcPts val="600"/>
              </a:spcAft>
            </a:pPr>
            <a:endParaRPr lang="en-US" altLang="en-US" sz="26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2ABCC-462D-E598-5B9F-7DD31847CAF3}"/>
              </a:ext>
            </a:extLst>
          </p:cNvPr>
          <p:cNvSpPr txBox="1"/>
          <p:nvPr/>
        </p:nvSpPr>
        <p:spPr bwMode="auto">
          <a:xfrm>
            <a:off x="5220072" y="2132857"/>
            <a:ext cx="3466727" cy="39933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" sz="2200" b="1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سؤال: </a:t>
            </a:r>
            <a:r>
              <a:rPr lang="ar" sz="22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في رأيك، كيف يمكن أن يدعم المشرف أفراد الفريق لتحقيق أهداف الفريق؟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230070-3C9C-5E9B-EA91-2855BF063E35}"/>
              </a:ext>
            </a:extLst>
          </p:cNvPr>
          <p:cNvGrpSpPr/>
          <p:nvPr/>
        </p:nvGrpSpPr>
        <p:grpSpPr>
          <a:xfrm>
            <a:off x="921324" y="1919089"/>
            <a:ext cx="4140096" cy="4203264"/>
            <a:chOff x="921324" y="1919089"/>
            <a:chExt cx="4140096" cy="4203264"/>
          </a:xfrm>
        </p:grpSpPr>
        <p:sp>
          <p:nvSpPr>
            <p:cNvPr id="3" name="Rectangle 2" descr="Smiling Face with No Fill">
              <a:extLst>
                <a:ext uri="{FF2B5EF4-FFF2-40B4-BE49-F238E27FC236}">
                  <a16:creationId xmlns:a16="http://schemas.microsoft.com/office/drawing/2014/main" id="{0122E4DD-6B4C-CBB0-F045-9C1A1B201CB5}"/>
                </a:ext>
              </a:extLst>
            </p:cNvPr>
            <p:cNvSpPr/>
            <p:nvPr/>
          </p:nvSpPr>
          <p:spPr>
            <a:xfrm flipH="1">
              <a:off x="3681388" y="1919089"/>
              <a:ext cx="856571" cy="856571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6F5A379-DCA4-07E8-674F-9FD242C5A024}"/>
                </a:ext>
              </a:extLst>
            </p:cNvPr>
            <p:cNvSpPr/>
            <p:nvPr/>
          </p:nvSpPr>
          <p:spPr>
            <a:xfrm flipH="1">
              <a:off x="3157928" y="3062784"/>
              <a:ext cx="1903492" cy="720000"/>
            </a:xfrm>
            <a:custGeom>
              <a:avLst/>
              <a:gdLst>
                <a:gd name="connsiteX0" fmla="*/ 0 w 1903492"/>
                <a:gd name="connsiteY0" fmla="*/ 0 h 720000"/>
                <a:gd name="connsiteX1" fmla="*/ 1903492 w 1903492"/>
                <a:gd name="connsiteY1" fmla="*/ 0 h 720000"/>
                <a:gd name="connsiteX2" fmla="*/ 1903492 w 1903492"/>
                <a:gd name="connsiteY2" fmla="*/ 720000 h 720000"/>
                <a:gd name="connsiteX3" fmla="*/ 0 w 1903492"/>
                <a:gd name="connsiteY3" fmla="*/ 720000 h 720000"/>
                <a:gd name="connsiteX4" fmla="*/ 0 w 1903492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3492" h="720000">
                  <a:moveTo>
                    <a:pt x="0" y="0"/>
                  </a:moveTo>
                  <a:lnTo>
                    <a:pt x="1903492" y="0"/>
                  </a:lnTo>
                  <a:lnTo>
                    <a:pt x="1903492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11557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السلوك </a:t>
              </a:r>
              <a:br>
                <a:rPr lang="en-US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الإيجابي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Rectangle 5" descr="Users">
              <a:extLst>
                <a:ext uri="{FF2B5EF4-FFF2-40B4-BE49-F238E27FC236}">
                  <a16:creationId xmlns:a16="http://schemas.microsoft.com/office/drawing/2014/main" id="{2A3B930C-7395-5D46-0DC3-F7DAFA6BB4DE}"/>
                </a:ext>
              </a:extLst>
            </p:cNvPr>
            <p:cNvSpPr/>
            <p:nvPr/>
          </p:nvSpPr>
          <p:spPr>
            <a:xfrm>
              <a:off x="1444785" y="1919089"/>
              <a:ext cx="856571" cy="856571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A45909A-0997-1C6C-94AE-A05146C0C5D5}"/>
                </a:ext>
              </a:extLst>
            </p:cNvPr>
            <p:cNvSpPr/>
            <p:nvPr/>
          </p:nvSpPr>
          <p:spPr>
            <a:xfrm flipH="1">
              <a:off x="921324" y="3062784"/>
              <a:ext cx="1903492" cy="720000"/>
            </a:xfrm>
            <a:custGeom>
              <a:avLst/>
              <a:gdLst>
                <a:gd name="connsiteX0" fmla="*/ 0 w 1903492"/>
                <a:gd name="connsiteY0" fmla="*/ 0 h 720000"/>
                <a:gd name="connsiteX1" fmla="*/ 1903492 w 1903492"/>
                <a:gd name="connsiteY1" fmla="*/ 0 h 720000"/>
                <a:gd name="connsiteX2" fmla="*/ 1903492 w 1903492"/>
                <a:gd name="connsiteY2" fmla="*/ 720000 h 720000"/>
                <a:gd name="connsiteX3" fmla="*/ 0 w 1903492"/>
                <a:gd name="connsiteY3" fmla="*/ 720000 h 720000"/>
                <a:gd name="connsiteX4" fmla="*/ 0 w 1903492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3492" h="720000">
                  <a:moveTo>
                    <a:pt x="0" y="0"/>
                  </a:moveTo>
                  <a:lnTo>
                    <a:pt x="1903492" y="0"/>
                  </a:lnTo>
                  <a:lnTo>
                    <a:pt x="1903492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11557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بيئة </a:t>
              </a:r>
              <a:br>
                <a:rPr lang="en-US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Rectangle 7" descr="Tick">
              <a:extLst>
                <a:ext uri="{FF2B5EF4-FFF2-40B4-BE49-F238E27FC236}">
                  <a16:creationId xmlns:a16="http://schemas.microsoft.com/office/drawing/2014/main" id="{2AE04CAD-C2A9-684B-63DD-18FFB632E104}"/>
                </a:ext>
              </a:extLst>
            </p:cNvPr>
            <p:cNvSpPr/>
            <p:nvPr/>
          </p:nvSpPr>
          <p:spPr>
            <a:xfrm>
              <a:off x="3681388" y="4258658"/>
              <a:ext cx="856571" cy="856571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6B9F53-B4FA-75BC-94AA-366932B0EFC5}"/>
                </a:ext>
              </a:extLst>
            </p:cNvPr>
            <p:cNvSpPr/>
            <p:nvPr/>
          </p:nvSpPr>
          <p:spPr>
            <a:xfrm flipH="1">
              <a:off x="3157928" y="5402353"/>
              <a:ext cx="1903492" cy="720000"/>
            </a:xfrm>
            <a:custGeom>
              <a:avLst/>
              <a:gdLst>
                <a:gd name="connsiteX0" fmla="*/ 0 w 1903492"/>
                <a:gd name="connsiteY0" fmla="*/ 0 h 720000"/>
                <a:gd name="connsiteX1" fmla="*/ 1903492 w 1903492"/>
                <a:gd name="connsiteY1" fmla="*/ 0 h 720000"/>
                <a:gd name="connsiteX2" fmla="*/ 1903492 w 1903492"/>
                <a:gd name="connsiteY2" fmla="*/ 720000 h 720000"/>
                <a:gd name="connsiteX3" fmla="*/ 0 w 1903492"/>
                <a:gd name="connsiteY3" fmla="*/ 720000 h 720000"/>
                <a:gd name="connsiteX4" fmla="*/ 0 w 1903492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3492" h="720000">
                  <a:moveTo>
                    <a:pt x="0" y="0"/>
                  </a:moveTo>
                  <a:lnTo>
                    <a:pt x="1903492" y="0"/>
                  </a:lnTo>
                  <a:lnTo>
                    <a:pt x="1903492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11557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جو </a:t>
              </a:r>
              <a:br>
                <a:rPr lang="en-US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العمل المثمر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 9" descr="Upward trend">
              <a:extLst>
                <a:ext uri="{FF2B5EF4-FFF2-40B4-BE49-F238E27FC236}">
                  <a16:creationId xmlns:a16="http://schemas.microsoft.com/office/drawing/2014/main" id="{17D7A22C-70DE-3519-8185-BC70BA08CA0A}"/>
                </a:ext>
              </a:extLst>
            </p:cNvPr>
            <p:cNvSpPr/>
            <p:nvPr/>
          </p:nvSpPr>
          <p:spPr>
            <a:xfrm>
              <a:off x="1444785" y="4258658"/>
              <a:ext cx="856571" cy="856571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934F12-9EF2-EED7-2E22-D43ED370316B}"/>
                </a:ext>
              </a:extLst>
            </p:cNvPr>
            <p:cNvSpPr/>
            <p:nvPr/>
          </p:nvSpPr>
          <p:spPr>
            <a:xfrm flipH="1">
              <a:off x="921324" y="5402353"/>
              <a:ext cx="1903492" cy="720000"/>
            </a:xfrm>
            <a:custGeom>
              <a:avLst/>
              <a:gdLst>
                <a:gd name="connsiteX0" fmla="*/ 0 w 1903492"/>
                <a:gd name="connsiteY0" fmla="*/ 0 h 720000"/>
                <a:gd name="connsiteX1" fmla="*/ 1903492 w 1903492"/>
                <a:gd name="connsiteY1" fmla="*/ 0 h 720000"/>
                <a:gd name="connsiteX2" fmla="*/ 1903492 w 1903492"/>
                <a:gd name="connsiteY2" fmla="*/ 720000 h 720000"/>
                <a:gd name="connsiteX3" fmla="*/ 0 w 1903492"/>
                <a:gd name="connsiteY3" fmla="*/ 720000 h 720000"/>
                <a:gd name="connsiteX4" fmla="*/ 0 w 1903492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3492" h="720000">
                  <a:moveTo>
                    <a:pt x="0" y="0"/>
                  </a:moveTo>
                  <a:lnTo>
                    <a:pt x="1903492" y="0"/>
                  </a:lnTo>
                  <a:lnTo>
                    <a:pt x="1903492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1" anchor="t" anchorCtr="0">
              <a:noAutofit/>
            </a:bodyPr>
            <a:lstStyle/>
            <a:p>
              <a:pPr marL="0" lvl="0" indent="0" algn="ctr" defTabSz="11557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رفع مستوى </a:t>
              </a:r>
              <a:br>
                <a:rPr lang="en-US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الرضا الوظيفي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8614DAF-2FA2-A7B7-9796-76E94CAFB9B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553986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E2C2-0A4C-1766-25A3-86432AFE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C779D515-AAD4-E81E-1271-A77944085D1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54302" y="2060848"/>
            <a:ext cx="3960440" cy="18722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200" b="1" dirty="0"/>
              <a:t>عرض تقديمي شخصي</a:t>
            </a:r>
          </a:p>
          <a:p>
            <a:pPr marL="685800" rtl="1">
              <a:buFont typeface="Arial" panose="020B0604020202020204" pitchFamily="34" charset="0"/>
              <a:buChar char="•"/>
            </a:pPr>
            <a:r>
              <a:rPr lang="ar" sz="2200" dirty="0"/>
              <a:t>النظافة </a:t>
            </a:r>
          </a:p>
          <a:p>
            <a:pPr marL="685800" rtl="1">
              <a:buFont typeface="Arial" panose="020B0604020202020204" pitchFamily="34" charset="0"/>
              <a:buChar char="•"/>
            </a:pPr>
            <a:r>
              <a:rPr lang="ar" sz="2200" dirty="0"/>
              <a:t>الشكل الخارجي </a:t>
            </a:r>
          </a:p>
          <a:p>
            <a:pPr marL="685800" rtl="1">
              <a:buFont typeface="Arial" panose="020B0604020202020204" pitchFamily="34" charset="0"/>
              <a:buChar char="•"/>
            </a:pPr>
            <a:r>
              <a:rPr lang="ar" sz="2200" dirty="0"/>
              <a:t>الأسلوب</a:t>
            </a:r>
          </a:p>
          <a:p>
            <a:pPr marL="685800" rtl="1">
              <a:buFont typeface="Arial" panose="020B0604020202020204" pitchFamily="34" charset="0"/>
              <a:buChar char="•"/>
            </a:pPr>
            <a:r>
              <a:rPr lang="ar" sz="2200" dirty="0"/>
              <a:t>الانطباعات الأولى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A7C7E206-6E3F-9318-6147-DB7328573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الالتزام بمهارات خدمة العملاء الجيدة  </a:t>
            </a: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DCF77-CD03-D6BC-6E41-880DA40DBCD6}"/>
              </a:ext>
            </a:extLst>
          </p:cNvPr>
          <p:cNvSpPr txBox="1"/>
          <p:nvPr/>
        </p:nvSpPr>
        <p:spPr>
          <a:xfrm>
            <a:off x="107504" y="2132856"/>
            <a:ext cx="4320480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الإلمام بالمنتجات والخدمات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C1D3F-69B2-B476-F38F-E67533123550}"/>
              </a:ext>
            </a:extLst>
          </p:cNvPr>
          <p:cNvSpPr txBox="1"/>
          <p:nvPr/>
        </p:nvSpPr>
        <p:spPr>
          <a:xfrm>
            <a:off x="3707905" y="4157303"/>
            <a:ext cx="5036343" cy="20559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مهارات التواصل وحسن الاستماع</a:t>
            </a:r>
          </a:p>
          <a:p>
            <a:pPr indent="-34290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الأسئلة المفتوحة والمغلقة.</a:t>
            </a:r>
          </a:p>
          <a:p>
            <a:pPr indent="-34290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الكلمات والعبارات المناسبة</a:t>
            </a:r>
          </a:p>
          <a:p>
            <a:pPr indent="-34290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درجة وشدة الصوت</a:t>
            </a:r>
          </a:p>
          <a:p>
            <a:pPr indent="-34290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مستويات التعاطف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4A435E0-570A-9394-01A1-6953CEC452F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3" name="Picture 2" descr="A person handing a tray of food to another person&#10;&#10;Description automatically generated">
            <a:extLst>
              <a:ext uri="{FF2B5EF4-FFF2-40B4-BE49-F238E27FC236}">
                <a16:creationId xmlns:a16="http://schemas.microsoft.com/office/drawing/2014/main" id="{4814D901-4D4C-181B-16AE-CF7733DC68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1" r="12931"/>
          <a:stretch/>
        </p:blipFill>
        <p:spPr>
          <a:xfrm>
            <a:off x="722276" y="3092683"/>
            <a:ext cx="3367423" cy="282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441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3656" y="144700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b="1" dirty="0"/>
              <a:t>هدف التعلّم ب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3656" y="3573016"/>
            <a:ext cx="8344808" cy="28810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en" sz="2600" b="1" dirty="0"/>
              <a:t>ب1</a:t>
            </a:r>
            <a:r>
              <a:rPr lang="en" sz="2600" dirty="0"/>
              <a:t> خدمة العملاء لأنواع مختلفة من العملاء</a:t>
            </a:r>
          </a:p>
          <a:p>
            <a:pPr indent="0" rtl="1">
              <a:buNone/>
            </a:pPr>
            <a:r>
              <a:rPr lang="en" sz="2600" b="1" dirty="0"/>
              <a:t>ب2</a:t>
            </a:r>
            <a:r>
              <a:rPr lang="en" sz="2600" dirty="0"/>
              <a:t> توقع احتياجات وتوقعات العملاء المختلفة</a:t>
            </a:r>
          </a:p>
          <a:p>
            <a:pPr indent="0" rtl="1">
              <a:buNone/>
            </a:pPr>
            <a:r>
              <a:rPr lang="en" sz="2600" b="1" dirty="0"/>
              <a:t>ب3</a:t>
            </a:r>
            <a:r>
              <a:rPr lang="en" sz="2600" dirty="0"/>
              <a:t> سلوكيات ومهارات تقديم الخدمة للعملاء</a:t>
            </a:r>
          </a:p>
          <a:p>
            <a:pPr indent="0" rtl="1">
              <a:buNone/>
            </a:pPr>
            <a:r>
              <a:rPr lang="en" sz="2600" b="1" dirty="0"/>
              <a:t>ب4</a:t>
            </a:r>
            <a:r>
              <a:rPr lang="en" sz="2600" dirty="0"/>
              <a:t> التعامل مع متطلبات العملاء المختلفة بشكل فعال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24" y="2132856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الإشراف على خدمة العملاء في المواقف المختلفة، </a:t>
            </a:r>
            <a:br>
              <a:rPr lang="en-US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باستخدام السلوكيات المناسبة لتلبية التوقعات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32A0748-5E93-1C5D-744A-B0E5AD642E7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9552" y="2492896"/>
            <a:ext cx="8100294" cy="792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sz="2000" dirty="0"/>
              <a:t>يجب على المشرفين أن يكونوا مستعدين لمواجهة مواقف خدمة العملاء المتنوعة </a:t>
            </a:r>
            <a:br>
              <a:rPr lang="en-US" sz="2000" dirty="0"/>
            </a:br>
            <a:r>
              <a:rPr lang="ar" sz="2000" dirty="0"/>
              <a:t>وفهم كيفية التعامل بفعالية معها.</a:t>
            </a:r>
          </a:p>
          <a:p>
            <a:pPr indent="0" algn="ctr" rtl="1">
              <a:buNone/>
            </a:pPr>
            <a:endParaRPr lang="en-GB" altLang="en-US" sz="20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10000"/>
              </a:lnSpc>
            </a:pPr>
            <a:r>
              <a:rPr lang="en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ب‏1‏ خدمة العملاء لأنواع مختلفة من العملاء </a:t>
            </a:r>
          </a:p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الأنواع المختلفة من العملاء </a:t>
            </a:r>
          </a:p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160A3-AAC4-658B-969E-DB991FB6012C}"/>
              </a:ext>
            </a:extLst>
          </p:cNvPr>
          <p:cNvSpPr txBox="1"/>
          <p:nvPr/>
        </p:nvSpPr>
        <p:spPr>
          <a:xfrm>
            <a:off x="4755604" y="3375554"/>
            <a:ext cx="396044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العملاء الداخليون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المكتب الأمامي للمنشأة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المكتب الخلفي للمنشأة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موظفو الدعم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9A5B0-8B05-8602-B99A-DD678D627603}"/>
              </a:ext>
            </a:extLst>
          </p:cNvPr>
          <p:cNvSpPr txBox="1"/>
          <p:nvPr/>
        </p:nvSpPr>
        <p:spPr>
          <a:xfrm>
            <a:off x="539552" y="3374412"/>
            <a:ext cx="3672408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العملاء الخارجيون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المسافرون في رحلات عمل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الشركات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 الذين لديهم أطفال صغار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2AE95-BF98-147B-C533-2BCF13C635B3}"/>
              </a:ext>
            </a:extLst>
          </p:cNvPr>
          <p:cNvSpPr txBox="1"/>
          <p:nvPr/>
        </p:nvSpPr>
        <p:spPr>
          <a:xfrm>
            <a:off x="2411760" y="4941168"/>
            <a:ext cx="6336704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 ذوو الاحتياجات الخاصة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 ذوو الإعاقة في الحركة، مثل: مستخدمي الكراسي المتحركة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 ذوو الإعاقة الحسية مثل الأشخاص الذين يعانون من صعوبة في السمع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 الذين لديهم احتياجات غذائية خاصة مثل النباتيين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أصحاب الثقافات المختلفة مثل الأوروبيين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736D82-5142-F2C1-5C2D-4A7B6F51044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778B-B1C7-20D9-34BF-58F2A7A9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95DB7648-4FF6-D1D4-091A-BCDC8F6DFF4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2780928"/>
            <a:ext cx="4433250" cy="17999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28650" indent="-285750" rtl="1">
              <a:lnSpc>
                <a:spcPct val="110000"/>
              </a:lnSpc>
            </a:pPr>
            <a:r>
              <a:rPr lang="ar" sz="2200" dirty="0"/>
              <a:t>الاحتفاظ بالهدوء</a:t>
            </a:r>
          </a:p>
          <a:p>
            <a:pPr marL="628650" indent="-285750" rtl="1">
              <a:lnSpc>
                <a:spcPct val="110000"/>
              </a:lnSpc>
            </a:pPr>
            <a:r>
              <a:rPr lang="ar" sz="2200" dirty="0"/>
              <a:t>تقديم خدمة ممتازة لجميع العملاء </a:t>
            </a:r>
            <a:br>
              <a:rPr lang="en-US" sz="2200" dirty="0"/>
            </a:br>
            <a:r>
              <a:rPr lang="ar" sz="2200" dirty="0"/>
              <a:t>على اختلاف مواقفهم واحتياجاتهم</a:t>
            </a:r>
          </a:p>
          <a:p>
            <a:pPr marL="628650" indent="-285750" rtl="1">
              <a:lnSpc>
                <a:spcPct val="110000"/>
              </a:lnSpc>
            </a:pPr>
            <a:r>
              <a:rPr lang="ar" sz="2200" dirty="0"/>
              <a:t>التعاطف مع العملاء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69B1C7BB-4270-DFA9-536F-D5115FBE6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المبادرة والإبداع </a:t>
            </a:r>
            <a:br>
              <a:rPr lang="en-US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حل المشكلات </a:t>
            </a:r>
          </a:p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A47E4-65DF-E7AA-10E1-6F4B80A7DAA4}"/>
              </a:ext>
            </a:extLst>
          </p:cNvPr>
          <p:cNvSpPr txBox="1"/>
          <p:nvPr/>
        </p:nvSpPr>
        <p:spPr>
          <a:xfrm>
            <a:off x="179513" y="5659685"/>
            <a:ext cx="864095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التفكير في أي موقف لخدمة العملاء حيث سيساعد الهدوء في حل الوضع؟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F8BD3-5E1C-6AEF-89CB-4CE83D8FBBC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4" name="Picture 3" descr="A person in a black dress holding a piece of paper&#10;&#10;Description automatically generated">
            <a:extLst>
              <a:ext uri="{FF2B5EF4-FFF2-40B4-BE49-F238E27FC236}">
                <a16:creationId xmlns:a16="http://schemas.microsoft.com/office/drawing/2014/main" id="{87AC3AD1-4762-6C48-1B66-EA26A96C6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15" y="2780928"/>
            <a:ext cx="3727588" cy="248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597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D78C1-4D7C-17F4-2398-BA2107AD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ED8AD4F-2F01-D664-32A4-BC602483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10000"/>
              </a:lnSpc>
            </a:pPr>
            <a:r>
              <a:rPr lang="en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ب2‏ توقع احتياجات وتوقعات العملاء المختلفة</a:t>
            </a:r>
          </a:p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احتياجات العميل </a:t>
            </a:r>
          </a:p>
          <a:p>
            <a:pPr algn="ctr" rtl="1">
              <a:lnSpc>
                <a:spcPct val="110000"/>
              </a:lnSpc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80324-D352-F54C-41CE-BD33F1C4C3DC}"/>
              </a:ext>
            </a:extLst>
          </p:cNvPr>
          <p:cNvSpPr txBox="1"/>
          <p:nvPr/>
        </p:nvSpPr>
        <p:spPr>
          <a:xfrm>
            <a:off x="4608005" y="2940331"/>
            <a:ext cx="3960440" cy="23267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جودة المنتجات والخدمات المقدمة في قطاع الضيافة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القيمة مقابل المال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التوقيت</a:t>
            </a:r>
          </a:p>
          <a:p>
            <a:pPr marL="285750" indent="-285750" rt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عاجل</a:t>
            </a:r>
          </a:p>
          <a:p>
            <a:pPr marL="285750" indent="-285750" rt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غير عاجل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68995-A679-B1B2-B17F-8C6D5DF69285}"/>
              </a:ext>
            </a:extLst>
          </p:cNvPr>
          <p:cNvSpPr txBox="1"/>
          <p:nvPr/>
        </p:nvSpPr>
        <p:spPr>
          <a:xfrm>
            <a:off x="683568" y="2996952"/>
            <a:ext cx="3672408" cy="195438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المتطلبات الخاصة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الوظائف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الغرف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سليم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بيئة آمنة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06A47-4158-C1CB-92A4-836F42337B98}"/>
              </a:ext>
            </a:extLst>
          </p:cNvPr>
          <p:cNvSpPr txBox="1"/>
          <p:nvPr/>
        </p:nvSpPr>
        <p:spPr>
          <a:xfrm>
            <a:off x="32345" y="5507648"/>
            <a:ext cx="878497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التفكير في مواقف متنوعة لخدمة العملاء يمكن ربطها بالنقاط أعلاه؟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51B5C62-0DA8-B5EC-7588-25CCB0AEF26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986399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7AD17-A4C6-9B47-AF9F-3312FC96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0904F901-583E-73BE-58E7-FDAFD9808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فهم أنواع الإعاقة  </a:t>
            </a: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131DD781-2533-4EC8-F7E5-68CBAA1E061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6611" y="1844824"/>
            <a:ext cx="4389885" cy="453650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sz="2000" b="1" dirty="0"/>
              <a:t>تنقسم الإعاقة إلى ثلاث فئات:</a:t>
            </a:r>
          </a:p>
          <a:p>
            <a:pPr marL="628650" indent="-285750" rtl="1">
              <a:lnSpc>
                <a:spcPct val="110000"/>
              </a:lnSpc>
            </a:pPr>
            <a:r>
              <a:rPr lang="ar" sz="2000" b="1" dirty="0"/>
              <a:t>الإعاقة الجسدية - </a:t>
            </a:r>
            <a:r>
              <a:rPr lang="ar" sz="2000" dirty="0"/>
              <a:t>صعوبة  قد تؤثر على الحركة</a:t>
            </a:r>
          </a:p>
          <a:p>
            <a:pPr marL="628650" indent="-285750" rtl="1">
              <a:lnSpc>
                <a:spcPct val="110000"/>
              </a:lnSpc>
            </a:pPr>
            <a:r>
              <a:rPr lang="ar" sz="2000" b="1" dirty="0"/>
              <a:t>الإعاقة الحسية - </a:t>
            </a:r>
            <a:r>
              <a:rPr lang="ar" sz="2000" dirty="0"/>
              <a:t>صعوبة  قد تؤثر على كيفية تفاعل الشخص مع البيئة من حوله</a:t>
            </a:r>
          </a:p>
          <a:p>
            <a:pPr marL="628650" indent="-285750" rtl="1">
              <a:lnSpc>
                <a:spcPct val="110000"/>
              </a:lnSpc>
            </a:pPr>
            <a:r>
              <a:rPr lang="ar" sz="2000" b="1" dirty="0"/>
              <a:t>الإعاقة العقلية - </a:t>
            </a:r>
            <a:r>
              <a:rPr lang="ar" sz="2000" dirty="0"/>
              <a:t>صعوبة عقلية أو عاطفية </a:t>
            </a:r>
            <a:br>
              <a:rPr lang="en-US" sz="2000" dirty="0"/>
            </a:br>
            <a:r>
              <a:rPr lang="ar" sz="2000" dirty="0"/>
              <a:t>قد تؤثر على التواصل</a:t>
            </a:r>
          </a:p>
          <a:p>
            <a:pPr indent="0" rtl="1">
              <a:lnSpc>
                <a:spcPct val="110000"/>
              </a:lnSpc>
              <a:buNone/>
            </a:pPr>
            <a:endParaRPr lang="en-GB" altLang="en-US" sz="2000" dirty="0"/>
          </a:p>
          <a:p>
            <a:pPr indent="0" rtl="1">
              <a:lnSpc>
                <a:spcPct val="110000"/>
              </a:lnSpc>
              <a:buNone/>
            </a:pPr>
            <a:r>
              <a:rPr lang="ar" sz="2000" dirty="0"/>
              <a:t>يجب على المشرفين فهم كيفية التواصل</a:t>
            </a:r>
            <a:br>
              <a:rPr lang="en-US" sz="2000" dirty="0"/>
            </a:br>
            <a:r>
              <a:rPr lang="ar" sz="2000" dirty="0"/>
              <a:t>باستخدام الأساليب الصحيحة التي تناسب </a:t>
            </a:r>
            <a:br>
              <a:rPr lang="en-US" sz="2000" dirty="0"/>
            </a:br>
            <a:r>
              <a:rPr lang="ar" sz="2000" dirty="0"/>
              <a:t>العملاء ذوي الإعاقات المختلفة.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DB5DE81-9CD3-D74C-9E65-C06892B463F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4" name="Picture 3" descr="A person in a white coat and a white robe holding an old person in a wheelchair&#10;&#10;Description automatically generated">
            <a:extLst>
              <a:ext uri="{FF2B5EF4-FFF2-40B4-BE49-F238E27FC236}">
                <a16:creationId xmlns:a16="http://schemas.microsoft.com/office/drawing/2014/main" id="{8F8C23D5-2B0E-33B6-D139-DDA4A008B1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" r="13145"/>
          <a:stretch/>
        </p:blipFill>
        <p:spPr>
          <a:xfrm>
            <a:off x="395536" y="2564904"/>
            <a:ext cx="3651909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757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0AE07-3089-2E03-0818-975636F6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7D6141AC-A938-C8DB-38DE-D7DBA16B793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4154" y="2492896"/>
            <a:ext cx="8100294" cy="17281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sz="2200" dirty="0"/>
              <a:t>في قطاع الضيافة، يأتي الناس من مختلف البلدان في جميع أنحاء العالم. وتتعدد ديانات العملاء وخلفياتهم الثقافية. </a:t>
            </a:r>
          </a:p>
          <a:p>
            <a:pPr indent="0" rtl="1">
              <a:lnSpc>
                <a:spcPct val="110000"/>
              </a:lnSpc>
              <a:buNone/>
            </a:pPr>
            <a:r>
              <a:rPr lang="ar" sz="2200" dirty="0"/>
              <a:t>عند التعامل مع المتطلبات الثقافية للعملاء، يجب التواصل معهم بفعّالية وفهم احتياجاتهم لتجنب المشاكل التي قد تحدث نتيجة لسوء التواصل.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71917EBE-DD0D-8246-6A38-89B972A3A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412776"/>
            <a:ext cx="8568951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المتطلبات الثقافية  </a:t>
            </a:r>
          </a:p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3011D25-99DC-49E6-E1BB-DB9BBC9D558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872469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508104" y="2780928"/>
            <a:ext cx="313174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ب3 </a:t>
            </a:r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سلوكيات ومهارات تقديم الخدمة للعملاء </a:t>
            </a:r>
          </a:p>
          <a:p>
            <a:pPr algn="ctr" rtl="1"/>
            <a:r>
              <a:rPr lang="ar" sz="26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مهارات التواصل</a:t>
            </a:r>
            <a:r>
              <a:rPr lang="ar" sz="26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	</a:t>
            </a:r>
          </a:p>
          <a:p>
            <a:pPr algn="ctr" rtl="1"/>
            <a:r>
              <a:rPr lang="ar" sz="2600" b="0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	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CF6370F-18F8-21A9-5CCD-4249EC48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617416"/>
            <a:ext cx="1907606" cy="1143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lnSpc>
                <a:spcPct val="110000"/>
              </a:lnSpc>
              <a:buNone/>
            </a:pPr>
            <a:r>
              <a:rPr lang="ar" sz="20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أساليب لفظية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0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وجهًا لوجه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0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هاتفيًا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28D59-9601-D9D5-49F4-5D6A7CDF8CF8}"/>
              </a:ext>
            </a:extLst>
          </p:cNvPr>
          <p:cNvSpPr txBox="1"/>
          <p:nvPr/>
        </p:nvSpPr>
        <p:spPr>
          <a:xfrm>
            <a:off x="4367902" y="2613719"/>
            <a:ext cx="1848356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أساليب سمعية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الكتابة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البريد الإلكتروني 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الإنترنت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لغة الجسد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F741A-A152-CB79-608D-79B9BB795BE2}"/>
              </a:ext>
            </a:extLst>
          </p:cNvPr>
          <p:cNvSpPr txBox="1"/>
          <p:nvPr/>
        </p:nvSpPr>
        <p:spPr>
          <a:xfrm>
            <a:off x="215516" y="5686853"/>
            <a:ext cx="871296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يكون استخدام الاتصال غير اللفظي مناسبًا في مواقف مثل الترحيب بالعملاء بابتسامة ومصافحة في مجال الضيافة.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5AD21-8108-A813-1570-04584BD3AADD}"/>
              </a:ext>
            </a:extLst>
          </p:cNvPr>
          <p:cNvSpPr txBox="1"/>
          <p:nvPr/>
        </p:nvSpPr>
        <p:spPr>
          <a:xfrm>
            <a:off x="5687518" y="4418071"/>
            <a:ext cx="295232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مهارات الاستماع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7C874-5763-0456-7570-83BA9B1F75AA}"/>
              </a:ext>
            </a:extLst>
          </p:cNvPr>
          <p:cNvSpPr txBox="1"/>
          <p:nvPr/>
        </p:nvSpPr>
        <p:spPr>
          <a:xfrm>
            <a:off x="5191796" y="4926289"/>
            <a:ext cx="345638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عوائق الاتصال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74FE02A-6125-3B70-3643-3A5EDCB527E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8" name="Picture 7" descr="A person typing on a keyboard">
            <a:extLst>
              <a:ext uri="{FF2B5EF4-FFF2-40B4-BE49-F238E27FC236}">
                <a16:creationId xmlns:a16="http://schemas.microsoft.com/office/drawing/2014/main" id="{C1B7814D-14EC-348A-574A-DDD1A52BF8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50" y="2780928"/>
            <a:ext cx="3637128" cy="242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065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F558-7B25-B668-9ABB-2B6D2B1AF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CAE2FA6D-7378-17C5-CD61-641C59A63DB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4154" y="2780928"/>
            <a:ext cx="313174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27A29F3D-57D5-EB39-4C03-799976104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19" y="1313334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متطلبات العملاء</a:t>
            </a:r>
            <a:r>
              <a:rPr lang="ar" sz="2600" b="0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  <a:p>
            <a:pPr algn="ctr" rtl="1"/>
            <a:r>
              <a:rPr lang="ar" sz="2600" b="0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	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F8A7AA4-79E9-7BFA-AA66-9836A65E0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60" y="2348880"/>
            <a:ext cx="7731870" cy="2871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عندما يقوم العملاء بحجز، يجب أن يؤكد الرد أن المعلومات دقيقة </a:t>
            </a:r>
            <a:br>
              <a:rPr lang="en-US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ويتم تنفيذها في الوقت المناسب.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GB" alt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إذا قدم العملاء شكوى، فيجب عليهم أن يعلموا أن المشكلة قد تم فهمها، </a:t>
            </a:r>
            <a:br>
              <a:rPr lang="en-US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وسيتم التواصل معهم بشأن نتيجة الشكوى.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GB" alt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2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التعامل بفعالية مع احتياجات العملاء ذوي الاحتياجات الخاصة.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E1D2C-F0E3-FC90-BFD2-AB411198838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630250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9367" y="2336790"/>
            <a:ext cx="8208712" cy="12961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200" dirty="0"/>
              <a:t>يحتاج المشرفون إلى فهم كيفية إدارة مجموعة متنوعة من طلبات ومواقف خدمة العملاء </a:t>
            </a:r>
            <a:br>
              <a:rPr lang="ar-EG" sz="2200" dirty="0"/>
            </a:br>
            <a:r>
              <a:rPr lang="ar" sz="2200" dirty="0"/>
              <a:t>بشكل واقعي. يجب أيضًا أن يتعاملوا مع المواقف بكفاءة وفعالية (وفقًا لسياسات المؤسسة) </a:t>
            </a:r>
            <a:br>
              <a:rPr lang="ar-EG" sz="2200" dirty="0"/>
            </a:br>
            <a:r>
              <a:rPr lang="ar" sz="2200" dirty="0"/>
              <a:t>وأن يتجاوبوا مع الثناء (شفهيًا أو كتابيًا).</a:t>
            </a:r>
            <a:endParaRPr lang="en-GB" altLang="en-US" sz="2200" dirty="0"/>
          </a:p>
          <a:p>
            <a:pPr indent="0" algn="r" rtl="1">
              <a:lnSpc>
                <a:spcPct val="110000"/>
              </a:lnSpc>
              <a:buNone/>
            </a:pP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ب4‏‏ التعامل مع متطلبات العملاء المختلفة بشكل فعال </a:t>
            </a:r>
          </a:p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مواقف العملاء</a:t>
            </a:r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	</a:t>
            </a:r>
          </a:p>
          <a:p>
            <a:pPr algn="ctr" rtl="1"/>
            <a:r>
              <a:rPr lang="ar" sz="2600" b="0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	</a:t>
            </a:r>
          </a:p>
          <a:p>
            <a:pPr algn="ctr" rtl="1"/>
            <a:r>
              <a:rPr lang="ar" sz="2600" b="1" dirty="0"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6C4DD-513E-704D-FC93-DF868829C6F2}"/>
              </a:ext>
            </a:extLst>
          </p:cNvPr>
          <p:cNvSpPr txBox="1"/>
          <p:nvPr/>
        </p:nvSpPr>
        <p:spPr>
          <a:xfrm>
            <a:off x="2771801" y="3843851"/>
            <a:ext cx="3672408" cy="158197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تقديم المعلومات أو النصائح:</a:t>
            </a:r>
          </a:p>
          <a:p>
            <a:pPr marL="342900" indent="-34290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المشكلات</a:t>
            </a:r>
          </a:p>
          <a:p>
            <a:pPr marL="342900" indent="-34290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الشكاوى</a:t>
            </a:r>
          </a:p>
          <a:p>
            <a:pPr rtl="1">
              <a:lnSpc>
                <a:spcPct val="110000"/>
              </a:lnSpc>
            </a:pP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8D7FE-61B9-0470-8E53-30350FA6A90D}"/>
              </a:ext>
            </a:extLst>
          </p:cNvPr>
          <p:cNvSpPr txBox="1"/>
          <p:nvPr/>
        </p:nvSpPr>
        <p:spPr>
          <a:xfrm>
            <a:off x="6300192" y="5229200"/>
            <a:ext cx="1944216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مباشر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وجهًا لوجه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وقته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A0DC5-F0E1-2828-773C-64A90BD4F283}"/>
              </a:ext>
            </a:extLst>
          </p:cNvPr>
          <p:cNvSpPr txBox="1"/>
          <p:nvPr/>
        </p:nvSpPr>
        <p:spPr>
          <a:xfrm>
            <a:off x="1084739" y="5290577"/>
            <a:ext cx="2047355" cy="7694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غير مباشر</a:t>
            </a:r>
          </a:p>
          <a:p>
            <a:pPr rtl="1">
              <a:lnSpc>
                <a:spcPct val="110000"/>
              </a:lnSpc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المواقع الإلكترونية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861AC05-ACB3-2F11-8CFB-D9A6A17FEC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434360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57CA-D744-B045-7E48-4D87B8BC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729A37D1-4E4A-F184-8F0E-C5E243090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123" y="1484784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24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الاحتفاظ بسجلات دقيقة</a:t>
            </a:r>
            <a:r>
              <a:rPr lang="ar" sz="2400" b="1" i="0" u="none" strike="noStrike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	</a:t>
            </a:r>
            <a:endParaRPr lang="ar-EG" sz="24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0000"/>
              </a:lnSpc>
              <a:spcAft>
                <a:spcPts val="600"/>
              </a:spcAft>
            </a:pPr>
            <a:endParaRPr lang="ar" sz="2400" b="1" i="0" u="none" strike="noStrike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68DD1-E76F-D962-9945-1E36383A67BA}"/>
              </a:ext>
            </a:extLst>
          </p:cNvPr>
          <p:cNvSpPr txBox="1"/>
          <p:nvPr/>
        </p:nvSpPr>
        <p:spPr bwMode="auto">
          <a:xfrm>
            <a:off x="5812159" y="3464818"/>
            <a:ext cx="3008313" cy="15121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110000"/>
              </a:lnSpc>
              <a:spcBef>
                <a:spcPct val="20000"/>
              </a:spcBef>
            </a:pP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سؤال: في رأيك، </a:t>
            </a:r>
            <a:br>
              <a:rPr lang="ar-EG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</a:b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ما أهمية الاحتفاظ بسجلات دقيقة؟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94DCC9-CA49-7901-3986-A265C0B7E7DE}"/>
              </a:ext>
            </a:extLst>
          </p:cNvPr>
          <p:cNvGrpSpPr/>
          <p:nvPr/>
        </p:nvGrpSpPr>
        <p:grpSpPr>
          <a:xfrm>
            <a:off x="467544" y="1846617"/>
            <a:ext cx="4536504" cy="4316893"/>
            <a:chOff x="467544" y="1846617"/>
            <a:chExt cx="4536504" cy="431689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C497237-7B27-70D4-520C-852885272237}"/>
                </a:ext>
              </a:extLst>
            </p:cNvPr>
            <p:cNvSpPr/>
            <p:nvPr/>
          </p:nvSpPr>
          <p:spPr>
            <a:xfrm flipH="1">
              <a:off x="467544" y="1846617"/>
              <a:ext cx="4536504" cy="90881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Rectangle 4" descr="Money">
              <a:extLst>
                <a:ext uri="{FF2B5EF4-FFF2-40B4-BE49-F238E27FC236}">
                  <a16:creationId xmlns:a16="http://schemas.microsoft.com/office/drawing/2014/main" id="{9D04F61C-3604-3FC0-474E-9F42DA1A5F48}"/>
                </a:ext>
              </a:extLst>
            </p:cNvPr>
            <p:cNvSpPr/>
            <p:nvPr/>
          </p:nvSpPr>
          <p:spPr>
            <a:xfrm>
              <a:off x="4229281" y="2051101"/>
              <a:ext cx="499850" cy="499850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7CF4ADC-8283-7AC6-6367-A7EC4820AEEF}"/>
                </a:ext>
              </a:extLst>
            </p:cNvPr>
            <p:cNvSpPr/>
            <p:nvPr/>
          </p:nvSpPr>
          <p:spPr>
            <a:xfrm flipH="1">
              <a:off x="467545" y="1846617"/>
              <a:ext cx="3486817" cy="908819"/>
            </a:xfrm>
            <a:custGeom>
              <a:avLst/>
              <a:gdLst>
                <a:gd name="connsiteX0" fmla="*/ 0 w 3486817"/>
                <a:gd name="connsiteY0" fmla="*/ 0 h 908819"/>
                <a:gd name="connsiteX1" fmla="*/ 3486817 w 3486817"/>
                <a:gd name="connsiteY1" fmla="*/ 0 h 908819"/>
                <a:gd name="connsiteX2" fmla="*/ 3486817 w 3486817"/>
                <a:gd name="connsiteY2" fmla="*/ 908819 h 908819"/>
                <a:gd name="connsiteX3" fmla="*/ 0 w 3486817"/>
                <a:gd name="connsiteY3" fmla="*/ 908819 h 908819"/>
                <a:gd name="connsiteX4" fmla="*/ 0 w 3486817"/>
                <a:gd name="connsiteY4" fmla="*/ 0 h 90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817" h="908819">
                  <a:moveTo>
                    <a:pt x="0" y="0"/>
                  </a:moveTo>
                  <a:lnTo>
                    <a:pt x="3486817" y="0"/>
                  </a:lnTo>
                  <a:lnTo>
                    <a:pt x="3486817" y="908819"/>
                  </a:lnTo>
                  <a:lnTo>
                    <a:pt x="0" y="9088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183" tIns="96183" rIns="96183" bIns="96183" numCol="1" spcCol="1270" rtlCol="1" anchor="ctr" anchorCtr="0">
              <a:noAutofit/>
            </a:bodyPr>
            <a:lstStyle/>
            <a:p>
              <a:pPr marL="0" lvl="0" indent="0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استقبال المدفوعات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9273AEA-70FD-9D78-695D-5EF593F9E82E}"/>
                </a:ext>
              </a:extLst>
            </p:cNvPr>
            <p:cNvSpPr/>
            <p:nvPr/>
          </p:nvSpPr>
          <p:spPr>
            <a:xfrm flipH="1">
              <a:off x="467544" y="2982641"/>
              <a:ext cx="4536504" cy="90881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 7" descr="Document">
              <a:extLst>
                <a:ext uri="{FF2B5EF4-FFF2-40B4-BE49-F238E27FC236}">
                  <a16:creationId xmlns:a16="http://schemas.microsoft.com/office/drawing/2014/main" id="{426D7F87-CBEF-88EC-6D40-9690770B1BC4}"/>
                </a:ext>
              </a:extLst>
            </p:cNvPr>
            <p:cNvSpPr/>
            <p:nvPr/>
          </p:nvSpPr>
          <p:spPr>
            <a:xfrm>
              <a:off x="4229281" y="3187126"/>
              <a:ext cx="499850" cy="499850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CE3E6E-DB7E-8D3B-99D4-A4D93E44EA07}"/>
                </a:ext>
              </a:extLst>
            </p:cNvPr>
            <p:cNvSpPr/>
            <p:nvPr/>
          </p:nvSpPr>
          <p:spPr>
            <a:xfrm flipH="1">
              <a:off x="467545" y="2982641"/>
              <a:ext cx="3486817" cy="908819"/>
            </a:xfrm>
            <a:custGeom>
              <a:avLst/>
              <a:gdLst>
                <a:gd name="connsiteX0" fmla="*/ 0 w 3486817"/>
                <a:gd name="connsiteY0" fmla="*/ 0 h 908819"/>
                <a:gd name="connsiteX1" fmla="*/ 3486817 w 3486817"/>
                <a:gd name="connsiteY1" fmla="*/ 0 h 908819"/>
                <a:gd name="connsiteX2" fmla="*/ 3486817 w 3486817"/>
                <a:gd name="connsiteY2" fmla="*/ 908819 h 908819"/>
                <a:gd name="connsiteX3" fmla="*/ 0 w 3486817"/>
                <a:gd name="connsiteY3" fmla="*/ 908819 h 908819"/>
                <a:gd name="connsiteX4" fmla="*/ 0 w 3486817"/>
                <a:gd name="connsiteY4" fmla="*/ 0 h 90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817" h="908819">
                  <a:moveTo>
                    <a:pt x="0" y="0"/>
                  </a:moveTo>
                  <a:lnTo>
                    <a:pt x="3486817" y="0"/>
                  </a:lnTo>
                  <a:lnTo>
                    <a:pt x="3486817" y="908819"/>
                  </a:lnTo>
                  <a:lnTo>
                    <a:pt x="0" y="9088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183" tIns="96183" rIns="96183" bIns="96183" numCol="1" spcCol="1270" rtlCol="1" anchor="ctr" anchorCtr="0">
              <a:noAutofit/>
            </a:bodyPr>
            <a:lstStyle/>
            <a:p>
              <a:pPr marL="0" lvl="0" indent="0" defTabSz="9779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إصدار الإيصالات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3BDD2E5-31CD-3A4B-31F3-9593B0D6BE42}"/>
                </a:ext>
              </a:extLst>
            </p:cNvPr>
            <p:cNvSpPr/>
            <p:nvPr/>
          </p:nvSpPr>
          <p:spPr>
            <a:xfrm flipH="1">
              <a:off x="467544" y="4118666"/>
              <a:ext cx="4536504" cy="90881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 descr="Tick">
              <a:extLst>
                <a:ext uri="{FF2B5EF4-FFF2-40B4-BE49-F238E27FC236}">
                  <a16:creationId xmlns:a16="http://schemas.microsoft.com/office/drawing/2014/main" id="{62EDA805-9A5C-34D6-FC6B-4B5BFF296C9B}"/>
                </a:ext>
              </a:extLst>
            </p:cNvPr>
            <p:cNvSpPr/>
            <p:nvPr/>
          </p:nvSpPr>
          <p:spPr>
            <a:xfrm>
              <a:off x="4229281" y="4323150"/>
              <a:ext cx="499850" cy="499850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6CE19A-CC54-0FCE-B2D3-9CD0734C9B91}"/>
                </a:ext>
              </a:extLst>
            </p:cNvPr>
            <p:cNvSpPr/>
            <p:nvPr/>
          </p:nvSpPr>
          <p:spPr>
            <a:xfrm flipH="1">
              <a:off x="467545" y="4118666"/>
              <a:ext cx="3486817" cy="908819"/>
            </a:xfrm>
            <a:custGeom>
              <a:avLst/>
              <a:gdLst>
                <a:gd name="connsiteX0" fmla="*/ 0 w 3486817"/>
                <a:gd name="connsiteY0" fmla="*/ 0 h 908819"/>
                <a:gd name="connsiteX1" fmla="*/ 3486817 w 3486817"/>
                <a:gd name="connsiteY1" fmla="*/ 0 h 908819"/>
                <a:gd name="connsiteX2" fmla="*/ 3486817 w 3486817"/>
                <a:gd name="connsiteY2" fmla="*/ 908819 h 908819"/>
                <a:gd name="connsiteX3" fmla="*/ 0 w 3486817"/>
                <a:gd name="connsiteY3" fmla="*/ 908819 h 908819"/>
                <a:gd name="connsiteX4" fmla="*/ 0 w 3486817"/>
                <a:gd name="connsiteY4" fmla="*/ 0 h 90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817" h="908819">
                  <a:moveTo>
                    <a:pt x="0" y="0"/>
                  </a:moveTo>
                  <a:lnTo>
                    <a:pt x="3486817" y="0"/>
                  </a:lnTo>
                  <a:lnTo>
                    <a:pt x="3486817" y="908819"/>
                  </a:lnTo>
                  <a:lnTo>
                    <a:pt x="0" y="9088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183" tIns="96183" rIns="96183" bIns="96183" numCol="1" spcCol="1270" rtlCol="1" anchor="ctr" anchorCtr="0">
              <a:noAutofit/>
            </a:bodyPr>
            <a:lstStyle/>
            <a:p>
              <a:pPr marL="0" lvl="0" indent="0" defTabSz="9779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استقبال الحجوزات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1ABA1CB-73BA-F5B8-AFE1-1E8093FBD284}"/>
                </a:ext>
              </a:extLst>
            </p:cNvPr>
            <p:cNvSpPr/>
            <p:nvPr/>
          </p:nvSpPr>
          <p:spPr>
            <a:xfrm flipH="1">
              <a:off x="467544" y="5254691"/>
              <a:ext cx="4536504" cy="90881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13" descr="First Aid Kit">
              <a:extLst>
                <a:ext uri="{FF2B5EF4-FFF2-40B4-BE49-F238E27FC236}">
                  <a16:creationId xmlns:a16="http://schemas.microsoft.com/office/drawing/2014/main" id="{6C3E7224-A2C6-77D2-3893-17162364C36A}"/>
                </a:ext>
              </a:extLst>
            </p:cNvPr>
            <p:cNvSpPr/>
            <p:nvPr/>
          </p:nvSpPr>
          <p:spPr>
            <a:xfrm>
              <a:off x="4229281" y="5459175"/>
              <a:ext cx="499850" cy="499850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B316877-92AD-05B8-2D1B-522796D1817B}"/>
                </a:ext>
              </a:extLst>
            </p:cNvPr>
            <p:cNvSpPr/>
            <p:nvPr/>
          </p:nvSpPr>
          <p:spPr>
            <a:xfrm flipH="1">
              <a:off x="467545" y="5254691"/>
              <a:ext cx="3486817" cy="908819"/>
            </a:xfrm>
            <a:custGeom>
              <a:avLst/>
              <a:gdLst>
                <a:gd name="connsiteX0" fmla="*/ 0 w 3486817"/>
                <a:gd name="connsiteY0" fmla="*/ 0 h 908819"/>
                <a:gd name="connsiteX1" fmla="*/ 3486817 w 3486817"/>
                <a:gd name="connsiteY1" fmla="*/ 0 h 908819"/>
                <a:gd name="connsiteX2" fmla="*/ 3486817 w 3486817"/>
                <a:gd name="connsiteY2" fmla="*/ 908819 h 908819"/>
                <a:gd name="connsiteX3" fmla="*/ 0 w 3486817"/>
                <a:gd name="connsiteY3" fmla="*/ 908819 h 908819"/>
                <a:gd name="connsiteX4" fmla="*/ 0 w 3486817"/>
                <a:gd name="connsiteY4" fmla="*/ 0 h 90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817" h="908819">
                  <a:moveTo>
                    <a:pt x="0" y="0"/>
                  </a:moveTo>
                  <a:lnTo>
                    <a:pt x="3486817" y="0"/>
                  </a:lnTo>
                  <a:lnTo>
                    <a:pt x="3486817" y="908819"/>
                  </a:lnTo>
                  <a:lnTo>
                    <a:pt x="0" y="9088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183" tIns="96183" rIns="96183" bIns="96183" numCol="1" spcCol="1270" rtlCol="1" anchor="ctr" anchorCtr="0">
              <a:noAutofit/>
            </a:bodyPr>
            <a:lstStyle/>
            <a:p>
              <a:pPr marL="0" lvl="0" indent="0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الاحتفاظ بسجلات الصحة والسلامة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B5D3787-3D72-3935-0F72-31E72126B0A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23916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C8F6-FCF7-5731-75B1-7578DFD1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br>
              <a:rPr lang="en-GB" dirty="0"/>
            </a:br>
            <a:r>
              <a:rPr lang="ar" sz="2400" b="1" dirty="0"/>
              <a:t>العمل ضمن حدود الدور الوظيفي والتعامل مع المشكلات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8FB83-86CD-2CC5-5CCA-6EFAFADEC208}"/>
              </a:ext>
            </a:extLst>
          </p:cNvPr>
          <p:cNvSpPr txBox="1"/>
          <p:nvPr/>
        </p:nvSpPr>
        <p:spPr>
          <a:xfrm flipH="1">
            <a:off x="4684248" y="2708920"/>
            <a:ext cx="2408032" cy="110799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طلب النصيحة عند الحاجة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التدابير التصحيحية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اتباع السياسة التنظيمية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38B2E-8FA0-A3B9-74F1-EF15BADC8275}"/>
              </a:ext>
            </a:extLst>
          </p:cNvPr>
          <p:cNvSpPr txBox="1"/>
          <p:nvPr/>
        </p:nvSpPr>
        <p:spPr>
          <a:xfrm flipH="1">
            <a:off x="3847482" y="4291181"/>
            <a:ext cx="3244798" cy="110799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الشكاوى وسلوكيات العملاء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اتباع البروتوكولات المطلوبة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سلوك العملاء الجيد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57B27-5D24-2640-A093-4E2B06ADACE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6309780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12776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3800" dirty="0"/>
              <a:t>هدف التعلّم ج</a:t>
            </a:r>
            <a:br>
              <a:rPr lang="en-US" altLang="en-US" sz="3600" dirty="0"/>
            </a:br>
            <a:br>
              <a:rPr lang="en-US" altLang="en-US" sz="3600" dirty="0"/>
            </a:br>
            <a:r>
              <a:rPr lang="ar" sz="2600" b="1" dirty="0"/>
              <a:t>اكتشاف طرق مراقبة أداء خدمة العملاء وتحسينها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27584" y="3573017"/>
            <a:ext cx="6480720" cy="24483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sz="2600" dirty="0"/>
              <a:t>ج1 	مراقبة وتقييم أداء خدمة العملاء 	 </a:t>
            </a:r>
          </a:p>
          <a:p>
            <a:pPr indent="0" rtl="1">
              <a:lnSpc>
                <a:spcPct val="110000"/>
              </a:lnSpc>
              <a:buNone/>
            </a:pPr>
            <a:r>
              <a:rPr lang="ar" sz="2600" dirty="0"/>
              <a:t>ج2 	مؤشرات تحسن الأداء</a:t>
            </a:r>
          </a:p>
          <a:p>
            <a:pPr indent="0" rtl="1">
              <a:lnSpc>
                <a:spcPct val="110000"/>
              </a:lnSpc>
              <a:buNone/>
            </a:pPr>
            <a:r>
              <a:rPr lang="ar" sz="2600" dirty="0"/>
              <a:t>ج3 	تنفيذ إجراءات لتحسين خدمة العملاء 	 </a:t>
            </a:r>
          </a:p>
          <a:p>
            <a:pPr indent="0" rtl="1">
              <a:lnSpc>
                <a:spcPct val="110000"/>
              </a:lnSpc>
              <a:buNone/>
            </a:pPr>
            <a:r>
              <a:rPr lang="ar" sz="2600" dirty="0"/>
              <a:t>ج4 	تحسين الأداء المستقبلي لخدمة العملاء 	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GB" altLang="en-US" sz="3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63E6E1E-E599-6DE1-11E8-1B56F96165A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636912"/>
            <a:ext cx="8208712" cy="15841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 dirty="0"/>
              <a:t>تُستخدم مصادر مختلفة من المعلومات لقياس وتقييم فعالية خدمة العملاء.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600" dirty="0"/>
              <a:t>يمكن أن يوفر هذه المعلومات العملاء والزملاء والإدارة.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indent="0" algn="ctr" rtl="1">
              <a:buNone/>
            </a:pPr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ج1‏ مراقبة وتقييم أداء خدمة العملاء (1)</a:t>
            </a: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B3EE0B-E343-2A1C-8736-18B1304D35B9}"/>
              </a:ext>
            </a:extLst>
          </p:cNvPr>
          <p:cNvSpPr txBox="1"/>
          <p:nvPr/>
        </p:nvSpPr>
        <p:spPr>
          <a:xfrm>
            <a:off x="-28625" y="5229200"/>
            <a:ext cx="8856984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التفكير في معلومة من المعلومات المقدمة من قبل العميل يمكن استخدامها لقياس </a:t>
            </a:r>
            <a:b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وتقييم فعالية خدمة العملاء؟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F7A72-11BC-D799-2D7F-988E00631C3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31B3-CCD9-9A18-4026-91E79778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4585EEF5-8031-A870-B53C-71D5A2FCD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141277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 مراقبة وقياس أداء الفريق</a:t>
            </a: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5D65A-7095-761A-6933-0421F65F40F2}"/>
              </a:ext>
            </a:extLst>
          </p:cNvPr>
          <p:cNvSpPr txBox="1"/>
          <p:nvPr/>
        </p:nvSpPr>
        <p:spPr>
          <a:xfrm>
            <a:off x="4157067" y="2924944"/>
            <a:ext cx="4336363" cy="27330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العميل الغامض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مجموعات التركيز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الاستبيانات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التعليقات اللفظية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التعليقات غير الرسمية، </a:t>
            </a:r>
            <a:br>
              <a:rPr lang="ar-EG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مثل الشكاوى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3C143-1178-2E3A-EF1A-4A5D70A16325}"/>
              </a:ext>
            </a:extLst>
          </p:cNvPr>
          <p:cNvSpPr txBox="1"/>
          <p:nvPr/>
        </p:nvSpPr>
        <p:spPr>
          <a:xfrm>
            <a:off x="1013258" y="2950865"/>
            <a:ext cx="2533065" cy="229293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ملاحظات العاملين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تعليقات العملاء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بطاقات الأسئلة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المراجعات عبر الإنترنت</a:t>
            </a:r>
          </a:p>
          <a:p>
            <a:pPr marL="285750" indent="-285750" rt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اقتراحات العاملين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A90A41F-3DE6-9CA1-2F54-8BA9D344AF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062689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F643-2256-C53F-E4B2-C366B565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551CC8EF-4CF3-CC86-777B-8D8DD795A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589732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3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ج1 البيانات المالية ونشاط المنافسين</a:t>
            </a: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endParaRPr lang="en-GB" altLang="en-US" sz="33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37FCC-8BCB-B687-DF29-68C60BE1B811}"/>
              </a:ext>
            </a:extLst>
          </p:cNvPr>
          <p:cNvSpPr txBox="1"/>
          <p:nvPr/>
        </p:nvSpPr>
        <p:spPr>
          <a:xfrm>
            <a:off x="539553" y="3396605"/>
            <a:ext cx="7920880" cy="1871663"/>
          </a:xfrm>
          <a:prstGeom prst="rect">
            <a:avLst/>
          </a:prstGeom>
          <a:noFill/>
        </p:spPr>
        <p:txBody>
          <a:bodyPr wrap="square" rtlCol="1" anchor="t">
            <a:normAutofit/>
          </a:bodyPr>
          <a:lstStyle/>
          <a:p>
            <a:pPr marL="457200" indent="-457200" rtl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البيانات المالية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تُتيح لنا النظر إلى معدل الدوران بالشركات </a:t>
            </a:r>
            <a:br>
              <a:rPr lang="ar-EG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ونسبة العملاء المتكررين.</a:t>
            </a:r>
          </a:p>
          <a:p>
            <a:pPr marL="457200" indent="-457200" rtl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نشاط المنافسين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يُمكّننا من المقارنة مع منتجاتهم وخدماتهم.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6F62F3-6E12-CC65-BBAF-1CE562D5CDF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994374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48064" y="2235620"/>
            <a:ext cx="3888432" cy="7200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0000"/>
              </a:lnSpc>
            </a:pPr>
            <a:r>
              <a:rPr lang="ar" sz="2600" dirty="0"/>
              <a:t>تقليل عدد الشكاوى</a:t>
            </a:r>
          </a:p>
          <a:p>
            <a:pPr marL="685800" rtl="1">
              <a:lnSpc>
                <a:spcPct val="110000"/>
              </a:lnSpc>
            </a:pPr>
            <a:r>
              <a:rPr lang="ar" sz="2600" dirty="0"/>
              <a:t>زيادة الأرباح</a:t>
            </a:r>
          </a:p>
          <a:p>
            <a:pPr marL="685800" rtl="1">
              <a:lnSpc>
                <a:spcPct val="110000"/>
              </a:lnSpc>
            </a:pPr>
            <a:r>
              <a:rPr lang="ar" sz="2600" dirty="0"/>
              <a:t>خفض معدل دوران الموظفين</a:t>
            </a:r>
          </a:p>
          <a:p>
            <a:pPr marL="685800" rtl="1">
              <a:lnSpc>
                <a:spcPct val="110000"/>
              </a:lnSpc>
            </a:pPr>
            <a:r>
              <a:rPr lang="ar" sz="2600" dirty="0"/>
              <a:t>الأعمال المتكررة من العملاء المخلصين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ج2 مؤشرات تحسن الأداء</a:t>
            </a: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4E024-CBB3-CAA7-8F73-AB1066EDBB36}"/>
              </a:ext>
            </a:extLst>
          </p:cNvPr>
          <p:cNvSpPr txBox="1"/>
          <p:nvPr/>
        </p:nvSpPr>
        <p:spPr>
          <a:xfrm>
            <a:off x="215359" y="5661248"/>
            <a:ext cx="4889480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لماذا تعتقد أن مؤشرات تحسين الأداء يمكن أن تكون مفيدة؟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للشركة؟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2199AC1-B649-0E0C-6C1A-76B4796BB2F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  <p:pic>
        <p:nvPicPr>
          <p:cNvPr id="3" name="Picture 2" descr="A person holding a gold bar&#10;&#10;Description automatically generated">
            <a:extLst>
              <a:ext uri="{FF2B5EF4-FFF2-40B4-BE49-F238E27FC236}">
                <a16:creationId xmlns:a16="http://schemas.microsoft.com/office/drawing/2014/main" id="{A9B431B3-66E2-21BF-BD7A-C30DAAF88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62" y="2524025"/>
            <a:ext cx="3748272" cy="248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0381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4154" y="2780928"/>
            <a:ext cx="745222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000" dirty="0"/>
              <a:t>على المشرفين أن يكونوا قادرين على تطبيق إجراءات خدمة العملاء الفعّالة </a:t>
            </a:r>
            <a:br>
              <a:rPr lang="ar-EG" sz="2000" dirty="0"/>
            </a:br>
            <a:r>
              <a:rPr lang="ar" sz="2000" dirty="0"/>
              <a:t>لتطوير مهارات خدمة العملاءداخل الشركات العاملة في مجال الضيافة. </a:t>
            </a:r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GB" altLang="en-US" sz="2000" dirty="0"/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000" dirty="0"/>
              <a:t>يمكن تحقيق ذلك من خلال الكفاءة، وتوجيه الأداء، والتواصل حول </a:t>
            </a:r>
            <a:br>
              <a:rPr lang="ar-EG" sz="2000" dirty="0"/>
            </a:br>
            <a:r>
              <a:rPr lang="ar" sz="2000" dirty="0"/>
              <a:t>تحسينات في سياسة خدمة العملاء.</a:t>
            </a:r>
          </a:p>
          <a:p>
            <a:pPr indent="0" algn="ctr" rtl="1">
              <a:lnSpc>
                <a:spcPct val="120000"/>
              </a:lnSpc>
              <a:buNone/>
            </a:pPr>
            <a:endParaRPr lang="en-GB" altLang="en-US" sz="2000" dirty="0"/>
          </a:p>
          <a:p>
            <a:pPr marL="685800" rtl="1">
              <a:lnSpc>
                <a:spcPct val="120000"/>
              </a:lnSpc>
            </a:pPr>
            <a:endParaRPr lang="en-GB" altLang="en-US" sz="20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تنفيذ إجراءات لتحسين خدمة العملاء (1)</a:t>
            </a: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06D58C2-0917-2353-5140-601AC132FC2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05735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5E1BA-0F0B-6E4B-1C29-13B6B025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0CD96BBB-FD9D-C5AD-9649-4968437282B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1988840"/>
            <a:ext cx="8208712" cy="5040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r>
              <a:rPr lang="ar" sz="2600" b="1" dirty="0"/>
              <a:t>الكفاءة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667EA65-5FA5-4454-99F4-996E0E434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تنفيذ إجراءات لتحسين خدمة العملاء (2)</a:t>
            </a: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F85C9-1C35-054B-4027-0798066D65C7}"/>
              </a:ext>
            </a:extLst>
          </p:cNvPr>
          <p:cNvSpPr txBox="1"/>
          <p:nvPr/>
        </p:nvSpPr>
        <p:spPr>
          <a:xfrm>
            <a:off x="527194" y="2948750"/>
            <a:ext cx="7789222" cy="345325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مستويات الموظفين، على سبيل المثال، القائمة المرجعية للمعايير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وتقييم ترتيبات العمل الجماعي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تدريب الموظفين، على سبيل المثال: مشاركة القيم الأساسية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مستوى أعضاء الفريق الذين يقدمون أداءً غير مرضٍ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مسؤوليات الفريق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التقييم الذاتي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التدريب الفردي للموظفين على رأس العمل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التدريب داخل وخارج الموقع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D3CD4-C2BE-AB70-436D-492A9C0F684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337287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16C3-29E9-EB38-1E83-7684398B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82957242-80DA-CF70-2CB8-8E287DB2628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1988840"/>
            <a:ext cx="8208712" cy="5040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r>
              <a:rPr lang="ar" sz="2600" b="1"/>
              <a:t>التواصل حول الأداء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300AA29B-51B2-22B6-0ED5-0901D8F60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173870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تنفيذ إجراءات لتحسين خدمة العملاء (3)</a:t>
            </a: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ADB3C-D867-9782-F672-1B5EF0EB1CDD}"/>
              </a:ext>
            </a:extLst>
          </p:cNvPr>
          <p:cNvSpPr txBox="1"/>
          <p:nvPr/>
        </p:nvSpPr>
        <p:spPr>
          <a:xfrm>
            <a:off x="755576" y="3284984"/>
            <a:ext cx="7560840" cy="26130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مقابلة التقييم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أساليب تقديم الملاحظات للموظفين، </a:t>
            </a:r>
            <a:br>
              <a:rPr lang="ar-EG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مثل الاجتماعات، والرسائل البريدية، والنشرات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اجتماعات الفريق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الملاحظات، مثل تحفيز الفريق، </a:t>
            </a:r>
            <a:br>
              <a:rPr lang="ar-EG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والحفاظ على تركيز الفريق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BC11F5B-6D77-41C8-29EA-C58E6821292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410769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5FB6C-9562-5434-0937-1929129E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9792C300-F69F-78A7-52E1-D36CB67D94A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1988840"/>
            <a:ext cx="8208712" cy="5040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r>
              <a:rPr lang="ar" sz="2600" b="1"/>
              <a:t>تحسينات على سياسة خدمة العملاء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B56765E8-C54D-A4C6-8BD7-E2AB754C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9" y="1185718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تنفيذ إجراءات لتحسين خدمة العملاء (4)</a:t>
            </a:r>
          </a:p>
          <a:p>
            <a:pPr algn="ctr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1BBA6-6961-F0D0-D8B5-9872C311C8E1}"/>
              </a:ext>
            </a:extLst>
          </p:cNvPr>
          <p:cNvSpPr txBox="1"/>
          <p:nvPr/>
        </p:nvSpPr>
        <p:spPr>
          <a:xfrm>
            <a:off x="611560" y="3107576"/>
            <a:ext cx="7704856" cy="303313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بتقديم جائزة موظف الشهر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تحسينات على المنتجات والخدمات المقدمة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نظام المكافأة الإلكترونية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الجودة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مجموعة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الولاء </a:t>
            </a:r>
          </a:p>
          <a:p>
            <a:pPr marL="285750" indent="-285750" rtl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السعر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CE56D0F-BAFF-3986-91E5-8B243FD1A07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505442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2348880"/>
            <a:ext cx="8208712" cy="9361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r>
              <a:rPr lang="ar" sz="2600" b="1"/>
              <a:t>تنفيذ تدابير أداء جديدة لتحسين خدمة العملاء</a:t>
            </a:r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i="0" u="none" strike="noStrike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ج4 تحسين الأداء المستقبلي لخدمة العملاء </a:t>
            </a:r>
            <a:r>
              <a:rPr lang="ar" sz="2600" b="1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(1)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B55FF2-0918-D62E-5238-E091E90FE9BE}"/>
              </a:ext>
            </a:extLst>
          </p:cNvPr>
          <p:cNvSpPr txBox="1"/>
          <p:nvPr/>
        </p:nvSpPr>
        <p:spPr>
          <a:xfrm>
            <a:off x="683568" y="3861048"/>
            <a:ext cx="7704856" cy="17727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rt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معايير خدمة العملاء (أهداف ذكية SMART) على سبيل المثال، </a:t>
            </a:r>
            <a:br>
              <a:rPr lang="ar-EG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واضحة، وقابلة للقياس، ومكتوبة، ومتاحة، ومناسبة للمنتج أو الخدمة.</a:t>
            </a:r>
          </a:p>
          <a:p>
            <a:pPr marL="285750" indent="-285750" rt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المعايير من خلال تدريب الموظفين.</a:t>
            </a:r>
          </a:p>
          <a:p>
            <a:pPr marL="285750" indent="-285750" rt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تكييف القيم الأساسية.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DA310-311B-9FAC-EAAE-7021F9604C6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569532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8CB0-65C6-64CB-D7D2-3D69324C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756628C6-295E-8BF3-7EC0-F722F2991C2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2348880"/>
            <a:ext cx="8208712" cy="9361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r>
              <a:rPr lang="ar" sz="2600" b="1" dirty="0"/>
              <a:t>تنفيذ بيان الرسالة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4E8BB153-831A-C999-9261-6BBECF89A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 b="1" i="0" u="none" strike="noStrike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ج4 تحسين الأداء المستقبلي لخدمة العملاء (2)</a:t>
            </a:r>
            <a:r>
              <a:rPr lang="ar" sz="2600" b="0" i="0" u="none" strike="noStrike" dirty="0">
                <a:solidFill>
                  <a:srgbClr val="000000"/>
                </a:solidFill>
                <a:latin typeface="Open Sans" panose="020B0606030504020204" pitchFamily="34" charset="0"/>
                <a:cs typeface="Sakkal Majalla" panose="02000000000000000000" pitchFamily="2" charset="-78"/>
              </a:rPr>
              <a:t>	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05954-DFF2-113B-28EB-E8378241A38E}"/>
              </a:ext>
            </a:extLst>
          </p:cNvPr>
          <p:cNvSpPr txBox="1"/>
          <p:nvPr/>
        </p:nvSpPr>
        <p:spPr>
          <a:xfrm>
            <a:off x="503647" y="2983304"/>
            <a:ext cx="7884777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الأهداف التنظيمية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تأكد من أنهم على دراية باحتياجات الشركة الحالية.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إدراج بيانات خدمة العملاء.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مجموعة المنتجات والخدمات المقدمة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A3A86-EB1F-D827-2D7F-E21F8ED985F6}"/>
              </a:ext>
            </a:extLst>
          </p:cNvPr>
          <p:cNvSpPr txBox="1"/>
          <p:nvPr/>
        </p:nvSpPr>
        <p:spPr>
          <a:xfrm>
            <a:off x="503647" y="4507086"/>
            <a:ext cx="7884777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الملاءمة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تنوع المنتجات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لخدمات المقدمة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مراقبة مواقع المراجعات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الاستماع للملاحظات والاستجابة لها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مراقبة ترتيبات مستوى الخدمة (للتعامل مع الشكاوى)</a:t>
            </a:r>
          </a:p>
          <a:p>
            <a:pPr rtl="1"/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B83D589-6A13-478E-F662-768DFE3406C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440162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68760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ED6DB-1193-D7D6-14BD-76307D6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123RF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: سكوت جريزيل (الشريحة 7) </a:t>
            </a:r>
          </a:p>
          <a:p>
            <a:pPr rtl="1"/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شوترستوك: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واسانت (الشريحة 1)، ديفيد جلايدر (الشريحة 5)، امتمفوتو(الشريحة 6)، نستور ريزينياك (الشريحة 12)، ان ايه ار استوديو (الشريحة 15)، دايدن (الشريحة 17)، كامولبورناك (الشريحة 19)، ليفينت كونوك (الشريحة 28).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13F8BD1-6A41-E8E7-7653-48D029E7CC3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Land-based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A108F4-4F90-44A8-9C74-7FCBE706F40D}"/>
</file>

<file path=customXml/itemProps2.xml><?xml version="1.0" encoding="utf-8"?>
<ds:datastoreItem xmlns:ds="http://schemas.openxmlformats.org/officeDocument/2006/customXml" ds:itemID="{AC23B947-7365-46E6-97D8-39CC3AB7528F}">
  <ds:schemaRefs>
    <ds:schemaRef ds:uri="http://schemas.openxmlformats.org/package/2006/metadata/core-properties"/>
    <ds:schemaRef ds:uri="http://purl.org/dc/elements/1.1/"/>
    <ds:schemaRef ds:uri="6125ffc9-2c56-435e-8267-1393444907b2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7c1bd8dc-4e40-424f-a15f-9ffcd522197f"/>
    <ds:schemaRef ds:uri="http://purl.org/dc/dcmitype/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9931</TotalTime>
  <Words>1805</Words>
  <Application>Microsoft Office PowerPoint</Application>
  <PresentationFormat>On-screen Show (4:3)</PresentationFormat>
  <Paragraphs>349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2" baseType="lpstr">
      <vt:lpstr>Arial</vt:lpstr>
      <vt:lpstr>Calibri</vt:lpstr>
      <vt:lpstr>Courier New</vt:lpstr>
      <vt:lpstr>Open Sans</vt:lpstr>
      <vt:lpstr>Sakkal Majalla</vt:lpstr>
      <vt:lpstr>Verdana</vt:lpstr>
      <vt:lpstr>Wingdings</vt:lpstr>
      <vt:lpstr>1_Art and Design</vt:lpstr>
      <vt:lpstr>2_Beauty Therapy</vt:lpstr>
      <vt:lpstr>3_Business</vt:lpstr>
      <vt:lpstr>4_Construction</vt:lpstr>
      <vt:lpstr>5_Creative Media</vt:lpstr>
      <vt:lpstr>6_Engineering</vt:lpstr>
      <vt:lpstr>7_Hospitality</vt:lpstr>
      <vt:lpstr>8_Information Technology</vt:lpstr>
      <vt:lpstr>9_Land-based</vt:lpstr>
      <vt:lpstr>10_Travel and Tourism</vt:lpstr>
      <vt:lpstr>الوحدة 3 توفير خدمة العملاء  في مجال الضيافة   </vt:lpstr>
      <vt:lpstr>توفير خدمة العملاء في مجال الضيافة</vt:lpstr>
      <vt:lpstr>أهداف التعلم</vt:lpstr>
      <vt:lpstr>هدف التعلّم أ  </vt:lpstr>
      <vt:lpstr>PowerPoint Presentation</vt:lpstr>
      <vt:lpstr>PowerPoint Presentation</vt:lpstr>
      <vt:lpstr>   أ2‏ خدمة العملاء وتحقيق الأهداف التنظيمية 
الميزات الرئيسية لخدمة العملاء وكيف يمكن تطويرها  لتلبية احتياجات العمل. (1)   </vt:lpstr>
      <vt:lpstr>   أ2‏ خدمة العملاء وتحقيق الأهداف التنظيمية 
الميزات الرئيسية لخدمة العملاء وكيف يمكن تطويرها  لتلبية احتياجات العمل. (2)   </vt:lpstr>
      <vt:lpstr>PowerPoint Presentation</vt:lpstr>
      <vt:lpstr>PowerPoint Presentation</vt:lpstr>
      <vt:lpstr>PowerPoint Presentation</vt:lpstr>
      <vt:lpstr>PowerPoint Presentation</vt:lpstr>
      <vt:lpstr>هدف التعلّم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العمل ضمن حدود الدور الوظيفي والتعامل مع المشكلات</vt:lpstr>
      <vt:lpstr>هدف التعلّم ج  اكتشاف طرق مراقبة أداء خدمة العملاء وتحسينها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163</cp:revision>
  <dcterms:created xsi:type="dcterms:W3CDTF">2020-07-15T07:14:47Z</dcterms:created>
  <dcterms:modified xsi:type="dcterms:W3CDTF">2024-05-28T15:47:19Z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