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7.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8.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9.xml" ContentType="application/vnd.openxmlformats-officedocument.theme+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9"/>
  </p:notesMasterIdLst>
  <p:sldIdLst>
    <p:sldId id="256" r:id="rId14"/>
    <p:sldId id="257" r:id="rId15"/>
    <p:sldId id="258" r:id="rId16"/>
    <p:sldId id="272" r:id="rId17"/>
    <p:sldId id="334" r:id="rId18"/>
    <p:sldId id="335" r:id="rId19"/>
    <p:sldId id="305" r:id="rId20"/>
    <p:sldId id="331" r:id="rId21"/>
    <p:sldId id="310" r:id="rId22"/>
    <p:sldId id="311" r:id="rId23"/>
    <p:sldId id="336" r:id="rId24"/>
    <p:sldId id="312" r:id="rId25"/>
    <p:sldId id="313" r:id="rId26"/>
    <p:sldId id="314" r:id="rId27"/>
    <p:sldId id="315" r:id="rId28"/>
    <p:sldId id="306" r:id="rId29"/>
    <p:sldId id="307" r:id="rId30"/>
    <p:sldId id="337" r:id="rId31"/>
    <p:sldId id="338" r:id="rId32"/>
    <p:sldId id="321" r:id="rId33"/>
    <p:sldId id="323" r:id="rId34"/>
    <p:sldId id="322" r:id="rId35"/>
    <p:sldId id="324" r:id="rId36"/>
    <p:sldId id="333" r:id="rId37"/>
    <p:sldId id="325" r:id="rId38"/>
    <p:sldId id="329" r:id="rId39"/>
    <p:sldId id="308" r:id="rId40"/>
    <p:sldId id="309" r:id="rId41"/>
    <p:sldId id="326" r:id="rId42"/>
    <p:sldId id="327" r:id="rId43"/>
    <p:sldId id="328" r:id="rId44"/>
    <p:sldId id="339" r:id="rId45"/>
    <p:sldId id="330" r:id="rId46"/>
    <p:sldId id="332" r:id="rId47"/>
    <p:sldId id="347" r:id="rId48"/>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A5EA62A-13EA-21B5-3635-002244FC12EF}" name="Joyce Harvey" initials="JH" userId="1e04374d961c3b67" providerId="Windows Live"/>
  <p188:author id="{8EF2998A-632D-7DD3-001C-456425904A3C}" name="Claire Chester" initials="CC" userId="2bbad52d21f39eb5"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A0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B14765-6798-4E1B-829F-E6BE902DE12C}" v="36" dt="2024-11-26T16:54:59.404"/>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721" autoAdjust="0"/>
    <p:restoredTop sz="96238" autoAdjust="0"/>
  </p:normalViewPr>
  <p:slideViewPr>
    <p:cSldViewPr>
      <p:cViewPr>
        <p:scale>
          <a:sx n="110" d="100"/>
          <a:sy n="110" d="100"/>
        </p:scale>
        <p:origin x="3084" y="1164"/>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notesMaster" Target="notesMasters/notesMaster1.xml"/><Relationship Id="rId57" Type="http://schemas.microsoft.com/office/2018/10/relationships/authors" Target="authors.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680E567C-1148-9A68-2BC6-CD54D35B662F}"/>
    <pc:docChg chg="modSld">
      <pc:chgData name="" userId="" providerId="" clId="Web-{680E567C-1148-9A68-2BC6-CD54D35B662F}" dt="2024-11-06T16:04:32.821" v="0"/>
      <pc:docMkLst>
        <pc:docMk/>
      </pc:docMkLst>
      <pc:sldChg chg="delSp">
        <pc:chgData name="" userId="" providerId="" clId="Web-{680E567C-1148-9A68-2BC6-CD54D35B662F}" dt="2024-11-06T16:04:32.821" v="0"/>
        <pc:sldMkLst>
          <pc:docMk/>
          <pc:sldMk cId="0" sldId="272"/>
        </pc:sldMkLst>
        <pc:spChg chg="del">
          <ac:chgData name="" userId="" providerId="" clId="Web-{680E567C-1148-9A68-2BC6-CD54D35B662F}" dt="2024-11-06T16:04:32.821" v="0"/>
          <ac:spMkLst>
            <pc:docMk/>
            <pc:sldMk cId="0" sldId="272"/>
            <ac:spMk id="34825" creationId="{68FF49BC-4E22-8A65-730C-6A7774B14E3E}"/>
          </ac:spMkLst>
        </pc:spChg>
      </pc:sldChg>
    </pc:docChg>
  </pc:docChgLst>
  <pc:docChgLst>
    <pc:chgData name="Paul Winser" userId="S::paul.winser@pearson.com::c3146a91-e6bd-4264-bd86-e164e04bc32d" providerId="AD" clId="Web-{734829AB-55B1-989B-FB1E-7D15F1A09C97}"/>
    <pc:docChg chg="modSld">
      <pc:chgData name="Paul Winser" userId="S::paul.winser@pearson.com::c3146a91-e6bd-4264-bd86-e164e04bc32d" providerId="AD" clId="Web-{734829AB-55B1-989B-FB1E-7D15F1A09C97}" dt="2024-11-13T14:38:13.529" v="0" actId="20577"/>
      <pc:docMkLst>
        <pc:docMk/>
      </pc:docMkLst>
      <pc:sldChg chg="modSp">
        <pc:chgData name="Paul Winser" userId="S::paul.winser@pearson.com::c3146a91-e6bd-4264-bd86-e164e04bc32d" providerId="AD" clId="Web-{734829AB-55B1-989B-FB1E-7D15F1A09C97}" dt="2024-11-13T14:38:13.529" v="0" actId="20577"/>
        <pc:sldMkLst>
          <pc:docMk/>
          <pc:sldMk cId="0" sldId="256"/>
        </pc:sldMkLst>
        <pc:spChg chg="mod">
          <ac:chgData name="Paul Winser" userId="S::paul.winser@pearson.com::c3146a91-e6bd-4264-bd86-e164e04bc32d" providerId="AD" clId="Web-{734829AB-55B1-989B-FB1E-7D15F1A09C97}" dt="2024-11-13T14:38:13.529" v="0" actId="20577"/>
          <ac:spMkLst>
            <pc:docMk/>
            <pc:sldMk cId="0" sldId="256"/>
            <ac:spMk id="28680" creationId="{250B1923-7747-07CF-317E-05CAA217CFCA}"/>
          </ac:spMkLst>
        </pc:spChg>
      </pc:sldChg>
    </pc:docChg>
  </pc:docChgLst>
  <pc:docChgLst>
    <pc:chgData name="Sarah Langley" userId="S::sarah.langley@pearson.com::239c5547-87b3-47be-8ff1-783a9a4cc887" providerId="AD" clId="Web-{955FCA83-A699-9DDD-9BFC-606235E076A0}"/>
    <pc:docChg chg="modSld">
      <pc:chgData name="Sarah Langley" userId="S::sarah.langley@pearson.com::239c5547-87b3-47be-8ff1-783a9a4cc887" providerId="AD" clId="Web-{955FCA83-A699-9DDD-9BFC-606235E076A0}" dt="2024-11-06T16:08:46.763" v="7" actId="20577"/>
      <pc:docMkLst>
        <pc:docMk/>
      </pc:docMkLst>
      <pc:sldChg chg="modSp">
        <pc:chgData name="Sarah Langley" userId="S::sarah.langley@pearson.com::239c5547-87b3-47be-8ff1-783a9a4cc887" providerId="AD" clId="Web-{955FCA83-A699-9DDD-9BFC-606235E076A0}" dt="2024-11-06T16:08:46.763" v="7" actId="20577"/>
        <pc:sldMkLst>
          <pc:docMk/>
          <pc:sldMk cId="0" sldId="347"/>
        </pc:sldMkLst>
        <pc:spChg chg="mod">
          <ac:chgData name="Sarah Langley" userId="S::sarah.langley@pearson.com::239c5547-87b3-47be-8ff1-783a9a4cc887" providerId="AD" clId="Web-{955FCA83-A699-9DDD-9BFC-606235E076A0}" dt="2024-11-06T16:08:46.763" v="7" actId="20577"/>
          <ac:spMkLst>
            <pc:docMk/>
            <pc:sldMk cId="0" sldId="347"/>
            <ac:spMk id="2" creationId="{571ED6DB-1193-D7D6-14BD-76307D6EBFD2}"/>
          </ac:spMkLst>
        </pc:spChg>
      </pc:sldChg>
    </pc:docChg>
  </pc:docChgLst>
  <pc:docChgLst>
    <pc:chgData name="Paul Winser" userId="c3146a91-e6bd-4264-bd86-e164e04bc32d" providerId="ADAL" clId="{77D9CF07-F921-4503-A13C-62583A14DFE6}"/>
    <pc:docChg chg="custSel modSld">
      <pc:chgData name="Paul Winser" userId="c3146a91-e6bd-4264-bd86-e164e04bc32d" providerId="ADAL" clId="{77D9CF07-F921-4503-A13C-62583A14DFE6}" dt="2024-11-13T14:13:55.891" v="51" actId="6549"/>
      <pc:docMkLst>
        <pc:docMk/>
      </pc:docMkLst>
      <pc:sldChg chg="modSp mod">
        <pc:chgData name="Paul Winser" userId="c3146a91-e6bd-4264-bd86-e164e04bc32d" providerId="ADAL" clId="{77D9CF07-F921-4503-A13C-62583A14DFE6}" dt="2024-11-13T14:10:35.011" v="0" actId="6549"/>
        <pc:sldMkLst>
          <pc:docMk/>
          <pc:sldMk cId="0" sldId="257"/>
        </pc:sldMkLst>
        <pc:spChg chg="mod">
          <ac:chgData name="Paul Winser" userId="c3146a91-e6bd-4264-bd86-e164e04bc32d" providerId="ADAL" clId="{77D9CF07-F921-4503-A13C-62583A14DFE6}" dt="2024-11-13T14:10:35.011" v="0" actId="6549"/>
          <ac:spMkLst>
            <pc:docMk/>
            <pc:sldMk cId="0" sldId="257"/>
            <ac:spMk id="30723" creationId="{3C79F714-332C-AB63-03D9-E6D0CAE0623F}"/>
          </ac:spMkLst>
        </pc:spChg>
      </pc:sldChg>
      <pc:sldChg chg="modSp mod">
        <pc:chgData name="Paul Winser" userId="c3146a91-e6bd-4264-bd86-e164e04bc32d" providerId="ADAL" clId="{77D9CF07-F921-4503-A13C-62583A14DFE6}" dt="2024-11-13T14:10:45.846" v="6" actId="14100"/>
        <pc:sldMkLst>
          <pc:docMk/>
          <pc:sldMk cId="0" sldId="272"/>
        </pc:sldMkLst>
        <pc:spChg chg="mod">
          <ac:chgData name="Paul Winser" userId="c3146a91-e6bd-4264-bd86-e164e04bc32d" providerId="ADAL" clId="{77D9CF07-F921-4503-A13C-62583A14DFE6}" dt="2024-11-13T14:10:45.846" v="6" actId="14100"/>
          <ac:spMkLst>
            <pc:docMk/>
            <pc:sldMk cId="0" sldId="272"/>
            <ac:spMk id="34818" creationId="{DF8F9D08-DF4C-4351-F6A0-75D9B8290DA6}"/>
          </ac:spMkLst>
        </pc:spChg>
      </pc:sldChg>
      <pc:sldChg chg="modSp mod delCm">
        <pc:chgData name="Paul Winser" userId="c3146a91-e6bd-4264-bd86-e164e04bc32d" providerId="ADAL" clId="{77D9CF07-F921-4503-A13C-62583A14DFE6}" dt="2024-11-13T14:11:10.986" v="15" actId="120"/>
        <pc:sldMkLst>
          <pc:docMk/>
          <pc:sldMk cId="884549766" sldId="305"/>
        </pc:sldMkLst>
        <pc:spChg chg="mod">
          <ac:chgData name="Paul Winser" userId="c3146a91-e6bd-4264-bd86-e164e04bc32d" providerId="ADAL" clId="{77D9CF07-F921-4503-A13C-62583A14DFE6}" dt="2024-11-13T14:11:10.986" v="15" actId="120"/>
          <ac:spMkLst>
            <pc:docMk/>
            <pc:sldMk cId="884549766" sldId="305"/>
            <ac:spMk id="2" creationId="{B8FA4405-9A0E-BB29-BE46-6E739719D06D}"/>
          </ac:spMkLst>
        </pc:spChg>
        <pc:spChg chg="mod">
          <ac:chgData name="Paul Winser" userId="c3146a91-e6bd-4264-bd86-e164e04bc32d" providerId="ADAL" clId="{77D9CF07-F921-4503-A13C-62583A14DFE6}" dt="2024-11-13T14:11:07.681" v="14" actId="113"/>
          <ac:spMkLst>
            <pc:docMk/>
            <pc:sldMk cId="884549766" sldId="305"/>
            <ac:spMk id="34819" creationId="{453C7683-8588-7ABC-32E0-8A4E68218620}"/>
          </ac:spMkLst>
        </pc:spChg>
        <pc:extLst>
          <p:ext xmlns:p="http://schemas.openxmlformats.org/presentationml/2006/main" uri="{D6D511B9-2390-475A-947B-AFAB55BFBCF1}">
            <pc226:cmChg xmlns:pc226="http://schemas.microsoft.com/office/powerpoint/2022/06/main/command" chg="del">
              <pc226:chgData name="Paul Winser" userId="c3146a91-e6bd-4264-bd86-e164e04bc32d" providerId="ADAL" clId="{77D9CF07-F921-4503-A13C-62583A14DFE6}" dt="2024-11-13T14:10:57.570" v="9"/>
              <pc2:cmMkLst xmlns:pc2="http://schemas.microsoft.com/office/powerpoint/2019/9/main/command">
                <pc:docMk/>
                <pc:sldMk cId="884549766" sldId="305"/>
                <pc2:cmMk id="{4E141A4C-56E6-4C67-AA9A-FC8307D433B9}"/>
              </pc2:cmMkLst>
            </pc226:cmChg>
          </p:ext>
        </pc:extLst>
      </pc:sldChg>
      <pc:sldChg chg="delSp mod">
        <pc:chgData name="Paul Winser" userId="c3146a91-e6bd-4264-bd86-e164e04bc32d" providerId="ADAL" clId="{77D9CF07-F921-4503-A13C-62583A14DFE6}" dt="2024-11-13T14:12:06.525" v="24" actId="478"/>
        <pc:sldMkLst>
          <pc:docMk/>
          <pc:sldMk cId="588007661" sldId="306"/>
        </pc:sldMkLst>
        <pc:spChg chg="del">
          <ac:chgData name="Paul Winser" userId="c3146a91-e6bd-4264-bd86-e164e04bc32d" providerId="ADAL" clId="{77D9CF07-F921-4503-A13C-62583A14DFE6}" dt="2024-11-13T14:12:06.525" v="24" actId="478"/>
          <ac:spMkLst>
            <pc:docMk/>
            <pc:sldMk cId="588007661" sldId="306"/>
            <ac:spMk id="34825" creationId="{95194511-D2C7-07F4-7C3D-C834A7420ACD}"/>
          </ac:spMkLst>
        </pc:spChg>
      </pc:sldChg>
      <pc:sldChg chg="modSp mod">
        <pc:chgData name="Paul Winser" userId="c3146a91-e6bd-4264-bd86-e164e04bc32d" providerId="ADAL" clId="{77D9CF07-F921-4503-A13C-62583A14DFE6}" dt="2024-11-13T14:12:10.685" v="25" actId="20577"/>
        <pc:sldMkLst>
          <pc:docMk/>
          <pc:sldMk cId="3621417310" sldId="307"/>
        </pc:sldMkLst>
        <pc:spChg chg="mod">
          <ac:chgData name="Paul Winser" userId="c3146a91-e6bd-4264-bd86-e164e04bc32d" providerId="ADAL" clId="{77D9CF07-F921-4503-A13C-62583A14DFE6}" dt="2024-11-13T14:12:10.685" v="25" actId="20577"/>
          <ac:spMkLst>
            <pc:docMk/>
            <pc:sldMk cId="3621417310" sldId="307"/>
            <ac:spMk id="3" creationId="{9F3C428D-5E76-FDEB-7B4A-BFEE5248AA03}"/>
          </ac:spMkLst>
        </pc:spChg>
      </pc:sldChg>
      <pc:sldChg chg="modSp mod">
        <pc:chgData name="Paul Winser" userId="c3146a91-e6bd-4264-bd86-e164e04bc32d" providerId="ADAL" clId="{77D9CF07-F921-4503-A13C-62583A14DFE6}" dt="2024-11-13T14:11:20.800" v="16" actId="6549"/>
        <pc:sldMkLst>
          <pc:docMk/>
          <pc:sldMk cId="825411231" sldId="311"/>
        </pc:sldMkLst>
        <pc:spChg chg="mod">
          <ac:chgData name="Paul Winser" userId="c3146a91-e6bd-4264-bd86-e164e04bc32d" providerId="ADAL" clId="{77D9CF07-F921-4503-A13C-62583A14DFE6}" dt="2024-11-13T14:11:20.800" v="16" actId="6549"/>
          <ac:spMkLst>
            <pc:docMk/>
            <pc:sldMk cId="825411231" sldId="311"/>
            <ac:spMk id="3" creationId="{D6B527E6-903C-44B5-B6D0-73B9758BF1A6}"/>
          </ac:spMkLst>
        </pc:spChg>
      </pc:sldChg>
      <pc:sldChg chg="modSp mod">
        <pc:chgData name="Paul Winser" userId="c3146a91-e6bd-4264-bd86-e164e04bc32d" providerId="ADAL" clId="{77D9CF07-F921-4503-A13C-62583A14DFE6}" dt="2024-11-13T14:11:51.504" v="22" actId="20577"/>
        <pc:sldMkLst>
          <pc:docMk/>
          <pc:sldMk cId="343237170" sldId="313"/>
        </pc:sldMkLst>
        <pc:spChg chg="mod">
          <ac:chgData name="Paul Winser" userId="c3146a91-e6bd-4264-bd86-e164e04bc32d" providerId="ADAL" clId="{77D9CF07-F921-4503-A13C-62583A14DFE6}" dt="2024-11-13T14:11:51.504" v="22" actId="20577"/>
          <ac:spMkLst>
            <pc:docMk/>
            <pc:sldMk cId="343237170" sldId="313"/>
            <ac:spMk id="34819" creationId="{F12703BB-441B-1D7B-B4A6-8477DA1BEE13}"/>
          </ac:spMkLst>
        </pc:spChg>
      </pc:sldChg>
      <pc:sldChg chg="modSp mod">
        <pc:chgData name="Paul Winser" userId="c3146a91-e6bd-4264-bd86-e164e04bc32d" providerId="ADAL" clId="{77D9CF07-F921-4503-A13C-62583A14DFE6}" dt="2024-11-13T14:12:02.610" v="23" actId="113"/>
        <pc:sldMkLst>
          <pc:docMk/>
          <pc:sldMk cId="3960301219" sldId="315"/>
        </pc:sldMkLst>
        <pc:spChg chg="mod">
          <ac:chgData name="Paul Winser" userId="c3146a91-e6bd-4264-bd86-e164e04bc32d" providerId="ADAL" clId="{77D9CF07-F921-4503-A13C-62583A14DFE6}" dt="2024-11-13T14:12:02.610" v="23" actId="113"/>
          <ac:spMkLst>
            <pc:docMk/>
            <pc:sldMk cId="3960301219" sldId="315"/>
            <ac:spMk id="34819" creationId="{A30CA37B-AC94-FAF6-6F90-3DF379538F84}"/>
          </ac:spMkLst>
        </pc:spChg>
      </pc:sldChg>
      <pc:sldChg chg="modSp mod">
        <pc:chgData name="Paul Winser" userId="c3146a91-e6bd-4264-bd86-e164e04bc32d" providerId="ADAL" clId="{77D9CF07-F921-4503-A13C-62583A14DFE6}" dt="2024-11-13T14:12:55.633" v="30" actId="113"/>
        <pc:sldMkLst>
          <pc:docMk/>
          <pc:sldMk cId="2238087766" sldId="321"/>
        </pc:sldMkLst>
        <pc:spChg chg="mod">
          <ac:chgData name="Paul Winser" userId="c3146a91-e6bd-4264-bd86-e164e04bc32d" providerId="ADAL" clId="{77D9CF07-F921-4503-A13C-62583A14DFE6}" dt="2024-11-13T14:12:55.633" v="30" actId="113"/>
          <ac:spMkLst>
            <pc:docMk/>
            <pc:sldMk cId="2238087766" sldId="321"/>
            <ac:spMk id="34819" creationId="{F6264C51-E7E2-5DC2-C2F8-97608211DBE4}"/>
          </ac:spMkLst>
        </pc:spChg>
      </pc:sldChg>
      <pc:sldChg chg="modSp mod">
        <pc:chgData name="Paul Winser" userId="c3146a91-e6bd-4264-bd86-e164e04bc32d" providerId="ADAL" clId="{77D9CF07-F921-4503-A13C-62583A14DFE6}" dt="2024-11-13T14:13:14.147" v="39" actId="1076"/>
        <pc:sldMkLst>
          <pc:docMk/>
          <pc:sldMk cId="3218704908" sldId="322"/>
        </pc:sldMkLst>
        <pc:picChg chg="mod">
          <ac:chgData name="Paul Winser" userId="c3146a91-e6bd-4264-bd86-e164e04bc32d" providerId="ADAL" clId="{77D9CF07-F921-4503-A13C-62583A14DFE6}" dt="2024-11-13T14:13:14.147" v="39" actId="1076"/>
          <ac:picMkLst>
            <pc:docMk/>
            <pc:sldMk cId="3218704908" sldId="322"/>
            <ac:picMk id="4" creationId="{CCAFF174-236C-5D47-AF15-2F696520B31E}"/>
          </ac:picMkLst>
        </pc:picChg>
      </pc:sldChg>
      <pc:sldChg chg="modSp mod">
        <pc:chgData name="Paul Winser" userId="c3146a91-e6bd-4264-bd86-e164e04bc32d" providerId="ADAL" clId="{77D9CF07-F921-4503-A13C-62583A14DFE6}" dt="2024-11-13T14:13:06.414" v="37" actId="20577"/>
        <pc:sldMkLst>
          <pc:docMk/>
          <pc:sldMk cId="968870800" sldId="323"/>
        </pc:sldMkLst>
        <pc:spChg chg="mod">
          <ac:chgData name="Paul Winser" userId="c3146a91-e6bd-4264-bd86-e164e04bc32d" providerId="ADAL" clId="{77D9CF07-F921-4503-A13C-62583A14DFE6}" dt="2024-11-13T14:13:06.414" v="37" actId="20577"/>
          <ac:spMkLst>
            <pc:docMk/>
            <pc:sldMk cId="968870800" sldId="323"/>
            <ac:spMk id="34819" creationId="{220BCC6E-BC07-CC7D-8491-6404F4637338}"/>
          </ac:spMkLst>
        </pc:spChg>
      </pc:sldChg>
      <pc:sldChg chg="modSp mod">
        <pc:chgData name="Paul Winser" userId="c3146a91-e6bd-4264-bd86-e164e04bc32d" providerId="ADAL" clId="{77D9CF07-F921-4503-A13C-62583A14DFE6}" dt="2024-11-13T14:13:22.973" v="40" actId="6549"/>
        <pc:sldMkLst>
          <pc:docMk/>
          <pc:sldMk cId="4043446142" sldId="325"/>
        </pc:sldMkLst>
        <pc:spChg chg="mod">
          <ac:chgData name="Paul Winser" userId="c3146a91-e6bd-4264-bd86-e164e04bc32d" providerId="ADAL" clId="{77D9CF07-F921-4503-A13C-62583A14DFE6}" dt="2024-11-13T14:13:22.973" v="40" actId="6549"/>
          <ac:spMkLst>
            <pc:docMk/>
            <pc:sldMk cId="4043446142" sldId="325"/>
            <ac:spMk id="34819" creationId="{3EA0D864-F14D-58C6-9AC4-BF4C81A1A172}"/>
          </ac:spMkLst>
        </pc:spChg>
      </pc:sldChg>
      <pc:sldChg chg="modSp mod">
        <pc:chgData name="Paul Winser" userId="c3146a91-e6bd-4264-bd86-e164e04bc32d" providerId="ADAL" clId="{77D9CF07-F921-4503-A13C-62583A14DFE6}" dt="2024-11-13T14:13:35.013" v="43" actId="1076"/>
        <pc:sldMkLst>
          <pc:docMk/>
          <pc:sldMk cId="1350507704" sldId="327"/>
        </pc:sldMkLst>
        <pc:picChg chg="mod">
          <ac:chgData name="Paul Winser" userId="c3146a91-e6bd-4264-bd86-e164e04bc32d" providerId="ADAL" clId="{77D9CF07-F921-4503-A13C-62583A14DFE6}" dt="2024-11-13T14:13:35.013" v="43" actId="1076"/>
          <ac:picMkLst>
            <pc:docMk/>
            <pc:sldMk cId="1350507704" sldId="327"/>
            <ac:picMk id="4" creationId="{30198448-462B-6B23-441D-3732C241A4B1}"/>
          </ac:picMkLst>
        </pc:picChg>
      </pc:sldChg>
      <pc:sldChg chg="modSp mod">
        <pc:chgData name="Paul Winser" userId="c3146a91-e6bd-4264-bd86-e164e04bc32d" providerId="ADAL" clId="{77D9CF07-F921-4503-A13C-62583A14DFE6}" dt="2024-11-13T14:13:41.853" v="46" actId="6549"/>
        <pc:sldMkLst>
          <pc:docMk/>
          <pc:sldMk cId="666101176" sldId="328"/>
        </pc:sldMkLst>
        <pc:spChg chg="mod">
          <ac:chgData name="Paul Winser" userId="c3146a91-e6bd-4264-bd86-e164e04bc32d" providerId="ADAL" clId="{77D9CF07-F921-4503-A13C-62583A14DFE6}" dt="2024-11-13T14:13:41.853" v="46" actId="6549"/>
          <ac:spMkLst>
            <pc:docMk/>
            <pc:sldMk cId="666101176" sldId="328"/>
            <ac:spMk id="34819" creationId="{12E4337E-CCEF-57E6-EC04-E2B7DC12A966}"/>
          </ac:spMkLst>
        </pc:spChg>
        <pc:picChg chg="mod">
          <ac:chgData name="Paul Winser" userId="c3146a91-e6bd-4264-bd86-e164e04bc32d" providerId="ADAL" clId="{77D9CF07-F921-4503-A13C-62583A14DFE6}" dt="2024-11-13T14:13:40.638" v="45" actId="1076"/>
          <ac:picMkLst>
            <pc:docMk/>
            <pc:sldMk cId="666101176" sldId="328"/>
            <ac:picMk id="4" creationId="{7044CFCC-5C18-9187-B6C0-BC5C1BA635D7}"/>
          </ac:picMkLst>
        </pc:picChg>
      </pc:sldChg>
      <pc:sldChg chg="modSp mod">
        <pc:chgData name="Paul Winser" userId="c3146a91-e6bd-4264-bd86-e164e04bc32d" providerId="ADAL" clId="{77D9CF07-F921-4503-A13C-62583A14DFE6}" dt="2024-11-13T14:13:24.958" v="41" actId="6549"/>
        <pc:sldMkLst>
          <pc:docMk/>
          <pc:sldMk cId="243095261" sldId="329"/>
        </pc:sldMkLst>
        <pc:spChg chg="mod">
          <ac:chgData name="Paul Winser" userId="c3146a91-e6bd-4264-bd86-e164e04bc32d" providerId="ADAL" clId="{77D9CF07-F921-4503-A13C-62583A14DFE6}" dt="2024-11-13T14:13:24.958" v="41" actId="6549"/>
          <ac:spMkLst>
            <pc:docMk/>
            <pc:sldMk cId="243095261" sldId="329"/>
            <ac:spMk id="34819" creationId="{0FE98211-D4F6-F69E-8967-C4C618E830AD}"/>
          </ac:spMkLst>
        </pc:spChg>
      </pc:sldChg>
      <pc:sldChg chg="modSp mod">
        <pc:chgData name="Paul Winser" userId="c3146a91-e6bd-4264-bd86-e164e04bc32d" providerId="ADAL" clId="{77D9CF07-F921-4503-A13C-62583A14DFE6}" dt="2024-11-13T14:13:49.389" v="50" actId="6549"/>
        <pc:sldMkLst>
          <pc:docMk/>
          <pc:sldMk cId="3835370463" sldId="330"/>
        </pc:sldMkLst>
        <pc:spChg chg="mod">
          <ac:chgData name="Paul Winser" userId="c3146a91-e6bd-4264-bd86-e164e04bc32d" providerId="ADAL" clId="{77D9CF07-F921-4503-A13C-62583A14DFE6}" dt="2024-11-13T14:13:49.389" v="50" actId="6549"/>
          <ac:spMkLst>
            <pc:docMk/>
            <pc:sldMk cId="3835370463" sldId="330"/>
            <ac:spMk id="34819" creationId="{8BBB737E-43A7-34A7-C7D9-70FE4150D161}"/>
          </ac:spMkLst>
        </pc:spChg>
        <pc:picChg chg="mod">
          <ac:chgData name="Paul Winser" userId="c3146a91-e6bd-4264-bd86-e164e04bc32d" providerId="ADAL" clId="{77D9CF07-F921-4503-A13C-62583A14DFE6}" dt="2024-11-13T14:13:48.102" v="48" actId="1076"/>
          <ac:picMkLst>
            <pc:docMk/>
            <pc:sldMk cId="3835370463" sldId="330"/>
            <ac:picMk id="4" creationId="{AA7A61CC-D367-C3D1-1D78-6EA3009F02CB}"/>
          </ac:picMkLst>
        </pc:picChg>
      </pc:sldChg>
      <pc:sldChg chg="modSp mod">
        <pc:chgData name="Paul Winser" userId="c3146a91-e6bd-4264-bd86-e164e04bc32d" providerId="ADAL" clId="{77D9CF07-F921-4503-A13C-62583A14DFE6}" dt="2024-11-13T14:10:52.175" v="8" actId="5793"/>
        <pc:sldMkLst>
          <pc:docMk/>
          <pc:sldMk cId="777630986" sldId="334"/>
        </pc:sldMkLst>
        <pc:spChg chg="mod">
          <ac:chgData name="Paul Winser" userId="c3146a91-e6bd-4264-bd86-e164e04bc32d" providerId="ADAL" clId="{77D9CF07-F921-4503-A13C-62583A14DFE6}" dt="2024-11-13T14:10:52.175" v="8" actId="5793"/>
          <ac:spMkLst>
            <pc:docMk/>
            <pc:sldMk cId="777630986" sldId="334"/>
            <ac:spMk id="34819" creationId="{CC25B070-8BC2-28BC-006A-7636018E0F1B}"/>
          </ac:spMkLst>
        </pc:spChg>
      </pc:sldChg>
      <pc:sldChg chg="modSp mod">
        <pc:chgData name="Paul Winser" userId="c3146a91-e6bd-4264-bd86-e164e04bc32d" providerId="ADAL" clId="{77D9CF07-F921-4503-A13C-62583A14DFE6}" dt="2024-11-13T14:11:28.937" v="18" actId="20577"/>
        <pc:sldMkLst>
          <pc:docMk/>
          <pc:sldMk cId="3006475369" sldId="336"/>
        </pc:sldMkLst>
        <pc:graphicFrameChg chg="mod">
          <ac:chgData name="Paul Winser" userId="c3146a91-e6bd-4264-bd86-e164e04bc32d" providerId="ADAL" clId="{77D9CF07-F921-4503-A13C-62583A14DFE6}" dt="2024-11-13T14:11:28.937" v="18" actId="20577"/>
          <ac:graphicFrameMkLst>
            <pc:docMk/>
            <pc:sldMk cId="3006475369" sldId="336"/>
            <ac:graphicFrameMk id="34822" creationId="{D30C9126-8C59-2E35-3E8A-7D07598BA33A}"/>
          </ac:graphicFrameMkLst>
        </pc:graphicFrameChg>
      </pc:sldChg>
      <pc:sldChg chg="modSp mod">
        <pc:chgData name="Paul Winser" userId="c3146a91-e6bd-4264-bd86-e164e04bc32d" providerId="ADAL" clId="{77D9CF07-F921-4503-A13C-62583A14DFE6}" dt="2024-11-13T14:12:19.894" v="28" actId="1076"/>
        <pc:sldMkLst>
          <pc:docMk/>
          <pc:sldMk cId="221838270" sldId="337"/>
        </pc:sldMkLst>
        <pc:spChg chg="mod">
          <ac:chgData name="Paul Winser" userId="c3146a91-e6bd-4264-bd86-e164e04bc32d" providerId="ADAL" clId="{77D9CF07-F921-4503-A13C-62583A14DFE6}" dt="2024-11-13T14:12:15.572" v="26" actId="1076"/>
          <ac:spMkLst>
            <pc:docMk/>
            <pc:sldMk cId="221838270" sldId="337"/>
            <ac:spMk id="34819" creationId="{AB3050E3-86FA-096D-6D11-D41AD4B9A18D}"/>
          </ac:spMkLst>
        </pc:spChg>
        <pc:picChg chg="mod">
          <ac:chgData name="Paul Winser" userId="c3146a91-e6bd-4264-bd86-e164e04bc32d" providerId="ADAL" clId="{77D9CF07-F921-4503-A13C-62583A14DFE6}" dt="2024-11-13T14:12:19.894" v="28" actId="1076"/>
          <ac:picMkLst>
            <pc:docMk/>
            <pc:sldMk cId="221838270" sldId="337"/>
            <ac:picMk id="4" creationId="{4F7D9C13-AC26-81F9-FCC6-30164DA96D75}"/>
          </ac:picMkLst>
        </pc:picChg>
      </pc:sldChg>
      <pc:sldChg chg="modSp mod">
        <pc:chgData name="Paul Winser" userId="c3146a91-e6bd-4264-bd86-e164e04bc32d" providerId="ADAL" clId="{77D9CF07-F921-4503-A13C-62583A14DFE6}" dt="2024-11-13T14:12:29.919" v="29" actId="108"/>
        <pc:sldMkLst>
          <pc:docMk/>
          <pc:sldMk cId="2350435868" sldId="338"/>
        </pc:sldMkLst>
        <pc:spChg chg="mod">
          <ac:chgData name="Paul Winser" userId="c3146a91-e6bd-4264-bd86-e164e04bc32d" providerId="ADAL" clId="{77D9CF07-F921-4503-A13C-62583A14DFE6}" dt="2024-11-13T14:12:29.919" v="29" actId="108"/>
          <ac:spMkLst>
            <pc:docMk/>
            <pc:sldMk cId="2350435868" sldId="338"/>
            <ac:spMk id="34819" creationId="{11E8BEAA-15A8-09AB-A1A3-E9CECE1A95FA}"/>
          </ac:spMkLst>
        </pc:spChg>
      </pc:sldChg>
      <pc:sldChg chg="modSp mod">
        <pc:chgData name="Paul Winser" userId="c3146a91-e6bd-4264-bd86-e164e04bc32d" providerId="ADAL" clId="{77D9CF07-F921-4503-A13C-62583A14DFE6}" dt="2024-11-13T14:13:55.891" v="51" actId="6549"/>
        <pc:sldMkLst>
          <pc:docMk/>
          <pc:sldMk cId="0" sldId="347"/>
        </pc:sldMkLst>
        <pc:spChg chg="mod">
          <ac:chgData name="Paul Winser" userId="c3146a91-e6bd-4264-bd86-e164e04bc32d" providerId="ADAL" clId="{77D9CF07-F921-4503-A13C-62583A14DFE6}" dt="2024-11-13T14:13:55.891" v="51" actId="6549"/>
          <ac:spMkLst>
            <pc:docMk/>
            <pc:sldMk cId="0" sldId="347"/>
            <ac:spMk id="2" creationId="{571ED6DB-1193-D7D6-14BD-76307D6EBFD2}"/>
          </ac:spMkLst>
        </pc:spChg>
      </pc:sldChg>
    </pc:docChg>
  </pc:docChgLst>
  <pc:docChgLst>
    <pc:chgData name="Sarah Langley" userId="239c5547-87b3-47be-8ff1-783a9a4cc887" providerId="ADAL" clId="{06FB28E6-CD4B-42DB-891D-FEFED342F16E}"/>
    <pc:docChg chg="undo custSel modSld">
      <pc:chgData name="Sarah Langley" userId="239c5547-87b3-47be-8ff1-783a9a4cc887" providerId="ADAL" clId="{06FB28E6-CD4B-42DB-891D-FEFED342F16E}" dt="2024-11-06T16:02:52.507" v="83" actId="1076"/>
      <pc:docMkLst>
        <pc:docMk/>
      </pc:docMkLst>
      <pc:sldChg chg="delCm">
        <pc:chgData name="Sarah Langley" userId="239c5547-87b3-47be-8ff1-783a9a4cc887" providerId="ADAL" clId="{06FB28E6-CD4B-42DB-891D-FEFED342F16E}" dt="2024-11-06T15:57:04.581" v="16"/>
        <pc:sldMkLst>
          <pc:docMk/>
          <pc:sldMk cId="3621417310" sldId="307"/>
        </pc:sldMkLst>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06FB28E6-CD4B-42DB-891D-FEFED342F16E}" dt="2024-11-06T15:57:04.581" v="16"/>
              <pc2:cmMkLst xmlns:pc2="http://schemas.microsoft.com/office/powerpoint/2019/9/main/command">
                <pc:docMk/>
                <pc:sldMk cId="3621417310" sldId="307"/>
                <pc2:cmMk id="{C7EEA30C-9B85-46FE-A370-1A8B2DF8527D}"/>
              </pc2:cmMkLst>
            </pc226:cmChg>
          </p:ext>
        </pc:extLst>
      </pc:sldChg>
      <pc:sldChg chg="delCm">
        <pc:chgData name="Sarah Langley" userId="239c5547-87b3-47be-8ff1-783a9a4cc887" providerId="ADAL" clId="{06FB28E6-CD4B-42DB-891D-FEFED342F16E}" dt="2024-11-06T15:56:51.419" v="15"/>
        <pc:sldMkLst>
          <pc:docMk/>
          <pc:sldMk cId="47175209" sldId="309"/>
        </pc:sldMkLst>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06FB28E6-CD4B-42DB-891D-FEFED342F16E}" dt="2024-11-06T15:56:51.419" v="15"/>
              <pc2:cmMkLst xmlns:pc2="http://schemas.microsoft.com/office/powerpoint/2019/9/main/command">
                <pc:docMk/>
                <pc:sldMk cId="47175209" sldId="309"/>
                <pc2:cmMk id="{C64DD9CF-BDBB-40B9-8C22-CDAF509EC897}"/>
              </pc2:cmMkLst>
            </pc226:cmChg>
          </p:ext>
        </pc:extLst>
      </pc:sldChg>
      <pc:sldChg chg="delCm">
        <pc:chgData name="Sarah Langley" userId="239c5547-87b3-47be-8ff1-783a9a4cc887" providerId="ADAL" clId="{06FB28E6-CD4B-42DB-891D-FEFED342F16E}" dt="2024-11-06T15:57:22.089" v="17"/>
        <pc:sldMkLst>
          <pc:docMk/>
          <pc:sldMk cId="343237170" sldId="313"/>
        </pc:sldMkLst>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06FB28E6-CD4B-42DB-891D-FEFED342F16E}" dt="2024-11-06T15:57:22.089" v="17"/>
              <pc2:cmMkLst xmlns:pc2="http://schemas.microsoft.com/office/powerpoint/2019/9/main/command">
                <pc:docMk/>
                <pc:sldMk cId="343237170" sldId="313"/>
                <pc2:cmMk id="{2DA3FBFB-4430-48D9-BA5C-DF388399A046}"/>
              </pc2:cmMkLst>
            </pc226:cmChg>
          </p:ext>
        </pc:extLst>
      </pc:sldChg>
      <pc:sldChg chg="addSp delSp modSp mod">
        <pc:chgData name="Sarah Langley" userId="239c5547-87b3-47be-8ff1-783a9a4cc887" providerId="ADAL" clId="{06FB28E6-CD4B-42DB-891D-FEFED342F16E}" dt="2024-11-06T16:00:41.411" v="50" actId="167"/>
        <pc:sldMkLst>
          <pc:docMk/>
          <pc:sldMk cId="3218704908" sldId="322"/>
        </pc:sldMkLst>
        <pc:picChg chg="del">
          <ac:chgData name="Sarah Langley" userId="239c5547-87b3-47be-8ff1-783a9a4cc887" providerId="ADAL" clId="{06FB28E6-CD4B-42DB-891D-FEFED342F16E}" dt="2024-11-06T16:00:33.400" v="48" actId="478"/>
          <ac:picMkLst>
            <pc:docMk/>
            <pc:sldMk cId="3218704908" sldId="322"/>
            <ac:picMk id="2" creationId="{01E07ED7-9FB3-700C-83E1-32A93C95BD66}"/>
          </ac:picMkLst>
        </pc:picChg>
        <pc:picChg chg="add mod ord">
          <ac:chgData name="Sarah Langley" userId="239c5547-87b3-47be-8ff1-783a9a4cc887" providerId="ADAL" clId="{06FB28E6-CD4B-42DB-891D-FEFED342F16E}" dt="2024-11-06T16:00:41.411" v="50" actId="167"/>
          <ac:picMkLst>
            <pc:docMk/>
            <pc:sldMk cId="3218704908" sldId="322"/>
            <ac:picMk id="4" creationId="{CCAFF174-236C-5D47-AF15-2F696520B31E}"/>
          </ac:picMkLst>
        </pc:picChg>
      </pc:sldChg>
      <pc:sldChg chg="addSp delSp modSp mod">
        <pc:chgData name="Sarah Langley" userId="239c5547-87b3-47be-8ff1-783a9a4cc887" providerId="ADAL" clId="{06FB28E6-CD4B-42DB-891D-FEFED342F16E}" dt="2024-11-06T16:01:20.501" v="60" actId="1076"/>
        <pc:sldMkLst>
          <pc:docMk/>
          <pc:sldMk cId="1350507704" sldId="327"/>
        </pc:sldMkLst>
        <pc:picChg chg="del">
          <ac:chgData name="Sarah Langley" userId="239c5547-87b3-47be-8ff1-783a9a4cc887" providerId="ADAL" clId="{06FB28E6-CD4B-42DB-891D-FEFED342F16E}" dt="2024-11-06T16:01:09.746" v="57" actId="478"/>
          <ac:picMkLst>
            <pc:docMk/>
            <pc:sldMk cId="1350507704" sldId="327"/>
            <ac:picMk id="3" creationId="{FF4FC9FB-1689-1650-5041-816734FCAECF}"/>
          </ac:picMkLst>
        </pc:picChg>
        <pc:picChg chg="add mod">
          <ac:chgData name="Sarah Langley" userId="239c5547-87b3-47be-8ff1-783a9a4cc887" providerId="ADAL" clId="{06FB28E6-CD4B-42DB-891D-FEFED342F16E}" dt="2024-11-06T16:01:20.501" v="60" actId="1076"/>
          <ac:picMkLst>
            <pc:docMk/>
            <pc:sldMk cId="1350507704" sldId="327"/>
            <ac:picMk id="4" creationId="{30198448-462B-6B23-441D-3732C241A4B1}"/>
          </ac:picMkLst>
        </pc:picChg>
      </pc:sldChg>
      <pc:sldChg chg="addSp delSp modSp mod">
        <pc:chgData name="Sarah Langley" userId="239c5547-87b3-47be-8ff1-783a9a4cc887" providerId="ADAL" clId="{06FB28E6-CD4B-42DB-891D-FEFED342F16E}" dt="2024-11-06T16:01:55.770" v="71" actId="1076"/>
        <pc:sldMkLst>
          <pc:docMk/>
          <pc:sldMk cId="666101176" sldId="328"/>
        </pc:sldMkLst>
        <pc:picChg chg="del">
          <ac:chgData name="Sarah Langley" userId="239c5547-87b3-47be-8ff1-783a9a4cc887" providerId="ADAL" clId="{06FB28E6-CD4B-42DB-891D-FEFED342F16E}" dt="2024-11-06T16:01:42.138" v="66" actId="478"/>
          <ac:picMkLst>
            <pc:docMk/>
            <pc:sldMk cId="666101176" sldId="328"/>
            <ac:picMk id="3" creationId="{FF2F2FD3-9D0D-A124-5C3B-8A64F8650511}"/>
          </ac:picMkLst>
        </pc:picChg>
        <pc:picChg chg="add mod modCrop">
          <ac:chgData name="Sarah Langley" userId="239c5547-87b3-47be-8ff1-783a9a4cc887" providerId="ADAL" clId="{06FB28E6-CD4B-42DB-891D-FEFED342F16E}" dt="2024-11-06T16:01:55.770" v="71" actId="1076"/>
          <ac:picMkLst>
            <pc:docMk/>
            <pc:sldMk cId="666101176" sldId="328"/>
            <ac:picMk id="4" creationId="{7044CFCC-5C18-9187-B6C0-BC5C1BA635D7}"/>
          </ac:picMkLst>
        </pc:picChg>
      </pc:sldChg>
      <pc:sldChg chg="addSp delSp modSp mod">
        <pc:chgData name="Sarah Langley" userId="239c5547-87b3-47be-8ff1-783a9a4cc887" providerId="ADAL" clId="{06FB28E6-CD4B-42DB-891D-FEFED342F16E}" dt="2024-11-06T16:02:52.507" v="83" actId="1076"/>
        <pc:sldMkLst>
          <pc:docMk/>
          <pc:sldMk cId="3835370463" sldId="330"/>
        </pc:sldMkLst>
        <pc:spChg chg="mod">
          <ac:chgData name="Sarah Langley" userId="239c5547-87b3-47be-8ff1-783a9a4cc887" providerId="ADAL" clId="{06FB28E6-CD4B-42DB-891D-FEFED342F16E}" dt="2024-11-06T16:02:46.515" v="81" actId="1076"/>
          <ac:spMkLst>
            <pc:docMk/>
            <pc:sldMk cId="3835370463" sldId="330"/>
            <ac:spMk id="34819" creationId="{8BBB737E-43A7-34A7-C7D9-70FE4150D161}"/>
          </ac:spMkLst>
        </pc:spChg>
        <pc:picChg chg="del">
          <ac:chgData name="Sarah Langley" userId="239c5547-87b3-47be-8ff1-783a9a4cc887" providerId="ADAL" clId="{06FB28E6-CD4B-42DB-891D-FEFED342F16E}" dt="2024-11-06T16:02:19.835" v="74" actId="478"/>
          <ac:picMkLst>
            <pc:docMk/>
            <pc:sldMk cId="3835370463" sldId="330"/>
            <ac:picMk id="3" creationId="{39475EAE-D691-00B7-4148-AC732AFC0124}"/>
          </ac:picMkLst>
        </pc:picChg>
        <pc:picChg chg="add mod modCrop">
          <ac:chgData name="Sarah Langley" userId="239c5547-87b3-47be-8ff1-783a9a4cc887" providerId="ADAL" clId="{06FB28E6-CD4B-42DB-891D-FEFED342F16E}" dt="2024-11-06T16:02:52.507" v="83" actId="1076"/>
          <ac:picMkLst>
            <pc:docMk/>
            <pc:sldMk cId="3835370463" sldId="330"/>
            <ac:picMk id="4" creationId="{AA7A61CC-D367-C3D1-1D78-6EA3009F02CB}"/>
          </ac:picMkLst>
        </pc:picChg>
      </pc:sldChg>
      <pc:sldChg chg="delCm">
        <pc:chgData name="Sarah Langley" userId="239c5547-87b3-47be-8ff1-783a9a4cc887" providerId="ADAL" clId="{06FB28E6-CD4B-42DB-891D-FEFED342F16E}" dt="2024-11-06T15:57:37.662" v="18"/>
        <pc:sldMkLst>
          <pc:docMk/>
          <pc:sldMk cId="668069145" sldId="331"/>
        </pc:sldMkLst>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06FB28E6-CD4B-42DB-891D-FEFED342F16E}" dt="2024-11-06T15:57:37.662" v="18"/>
              <pc2:cmMkLst xmlns:pc2="http://schemas.microsoft.com/office/powerpoint/2019/9/main/command">
                <pc:docMk/>
                <pc:sldMk cId="668069145" sldId="331"/>
                <pc2:cmMk id="{934EDEA8-4BF7-4585-9BBC-B5129F4052E6}"/>
              </pc2:cmMkLst>
            </pc226:cmChg>
          </p:ext>
        </pc:extLst>
      </pc:sldChg>
      <pc:sldChg chg="addSp delSp modSp mod delCm">
        <pc:chgData name="Sarah Langley" userId="239c5547-87b3-47be-8ff1-783a9a4cc887" providerId="ADAL" clId="{06FB28E6-CD4B-42DB-891D-FEFED342F16E}" dt="2024-11-06T15:58:57.036" v="31" actId="1076"/>
        <pc:sldMkLst>
          <pc:docMk/>
          <pc:sldMk cId="777630986" sldId="334"/>
        </pc:sldMkLst>
        <pc:picChg chg="del">
          <ac:chgData name="Sarah Langley" userId="239c5547-87b3-47be-8ff1-783a9a4cc887" providerId="ADAL" clId="{06FB28E6-CD4B-42DB-891D-FEFED342F16E}" dt="2024-11-06T15:58:46.458" v="27" actId="478"/>
          <ac:picMkLst>
            <pc:docMk/>
            <pc:sldMk cId="777630986" sldId="334"/>
            <ac:picMk id="2" creationId="{63BAFF34-A922-8E8E-9143-1FABA7E84BDC}"/>
          </ac:picMkLst>
        </pc:picChg>
        <pc:picChg chg="add mod">
          <ac:chgData name="Sarah Langley" userId="239c5547-87b3-47be-8ff1-783a9a4cc887" providerId="ADAL" clId="{06FB28E6-CD4B-42DB-891D-FEFED342F16E}" dt="2024-11-06T15:58:57.036" v="31" actId="1076"/>
          <ac:picMkLst>
            <pc:docMk/>
            <pc:sldMk cId="777630986" sldId="334"/>
            <ac:picMk id="4" creationId="{2C7059F4-80DC-7A1A-4534-E8003CE040CB}"/>
          </ac:picMkLst>
        </pc:picChg>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06FB28E6-CD4B-42DB-891D-FEFED342F16E}" dt="2024-11-06T15:58:07.491" v="20"/>
              <pc2:cmMkLst xmlns:pc2="http://schemas.microsoft.com/office/powerpoint/2019/9/main/command">
                <pc:docMk/>
                <pc:sldMk cId="777630986" sldId="334"/>
                <pc2:cmMk id="{D93E0BF7-6DA2-4E9D-9680-568BB17558AD}"/>
              </pc2:cmMkLst>
            </pc226:cmChg>
          </p:ext>
        </pc:extLst>
      </pc:sldChg>
      <pc:sldChg chg="delCm">
        <pc:chgData name="Sarah Langley" userId="239c5547-87b3-47be-8ff1-783a9a4cc887" providerId="ADAL" clId="{06FB28E6-CD4B-42DB-891D-FEFED342F16E}" dt="2024-11-06T15:57:43.647" v="19"/>
        <pc:sldMkLst>
          <pc:docMk/>
          <pc:sldMk cId="206230372" sldId="335"/>
        </pc:sldMkLst>
        <pc:extLst>
          <p:ext xmlns:p="http://schemas.openxmlformats.org/presentationml/2006/main" uri="{D6D511B9-2390-475A-947B-AFAB55BFBCF1}">
            <pc226:cmChg xmlns:pc226="http://schemas.microsoft.com/office/powerpoint/2022/06/main/command" chg="del">
              <pc226:chgData name="Sarah Langley" userId="239c5547-87b3-47be-8ff1-783a9a4cc887" providerId="ADAL" clId="{06FB28E6-CD4B-42DB-891D-FEFED342F16E}" dt="2024-11-06T15:57:43.647" v="19"/>
              <pc2:cmMkLst xmlns:pc2="http://schemas.microsoft.com/office/powerpoint/2019/9/main/command">
                <pc:docMk/>
                <pc:sldMk cId="206230372" sldId="335"/>
                <pc2:cmMk id="{9C9AADBA-29DD-406C-A35F-4A683CBCF630}"/>
              </pc2:cmMkLst>
            </pc226:cmChg>
          </p:ext>
        </pc:extLst>
      </pc:sldChg>
      <pc:sldChg chg="addSp delSp modSp mod">
        <pc:chgData name="Sarah Langley" userId="239c5547-87b3-47be-8ff1-783a9a4cc887" providerId="ADAL" clId="{06FB28E6-CD4B-42DB-891D-FEFED342F16E}" dt="2024-11-06T16:00:07.878" v="41" actId="1076"/>
        <pc:sldMkLst>
          <pc:docMk/>
          <pc:sldMk cId="221838270" sldId="337"/>
        </pc:sldMkLst>
        <pc:picChg chg="del">
          <ac:chgData name="Sarah Langley" userId="239c5547-87b3-47be-8ff1-783a9a4cc887" providerId="ADAL" clId="{06FB28E6-CD4B-42DB-891D-FEFED342F16E}" dt="2024-11-06T15:59:56.538" v="39" actId="478"/>
          <ac:picMkLst>
            <pc:docMk/>
            <pc:sldMk cId="221838270" sldId="337"/>
            <ac:picMk id="2" creationId="{2A73CD4C-AA38-CD6F-447D-CC5EB931C900}"/>
          </ac:picMkLst>
        </pc:picChg>
        <pc:picChg chg="add mod modCrop">
          <ac:chgData name="Sarah Langley" userId="239c5547-87b3-47be-8ff1-783a9a4cc887" providerId="ADAL" clId="{06FB28E6-CD4B-42DB-891D-FEFED342F16E}" dt="2024-11-06T16:00:07.878" v="41" actId="1076"/>
          <ac:picMkLst>
            <pc:docMk/>
            <pc:sldMk cId="221838270" sldId="337"/>
            <ac:picMk id="4" creationId="{4F7D9C13-AC26-81F9-FCC6-30164DA96D75}"/>
          </ac:picMkLst>
        </pc:picChg>
      </pc:sldChg>
      <pc:sldChg chg="modSp mod">
        <pc:chgData name="Sarah Langley" userId="239c5547-87b3-47be-8ff1-783a9a4cc887" providerId="ADAL" clId="{06FB28E6-CD4B-42DB-891D-FEFED342F16E}" dt="2024-11-06T15:56:37.604" v="14" actId="12"/>
        <pc:sldMkLst>
          <pc:docMk/>
          <pc:sldMk cId="0" sldId="347"/>
        </pc:sldMkLst>
        <pc:spChg chg="mod">
          <ac:chgData name="Sarah Langley" userId="239c5547-87b3-47be-8ff1-783a9a4cc887" providerId="ADAL" clId="{06FB28E6-CD4B-42DB-891D-FEFED342F16E}" dt="2024-11-06T15:56:37.604" v="14" actId="12"/>
          <ac:spMkLst>
            <pc:docMk/>
            <pc:sldMk cId="0" sldId="347"/>
            <ac:spMk id="2" creationId="{571ED6DB-1193-D7D6-14BD-76307D6EBFD2}"/>
          </ac:spMkLst>
        </pc:spChg>
      </pc:sldChg>
    </pc:docChg>
  </pc:docChgLst>
  <pc:docChgLst>
    <pc:chgData name="Paul Winser" userId="c3146a91-e6bd-4264-bd86-e164e04bc32d" providerId="ADAL" clId="{7AB14765-6798-4E1B-829F-E6BE902DE12C}"/>
    <pc:docChg chg="modSld">
      <pc:chgData name="Paul Winser" userId="c3146a91-e6bd-4264-bd86-e164e04bc32d" providerId="ADAL" clId="{7AB14765-6798-4E1B-829F-E6BE902DE12C}" dt="2024-11-26T16:54:25.473" v="41"/>
      <pc:docMkLst>
        <pc:docMk/>
      </pc:docMkLst>
      <pc:sldChg chg="addSp modSp mod">
        <pc:chgData name="Paul Winser" userId="c3146a91-e6bd-4264-bd86-e164e04bc32d" providerId="ADAL" clId="{7AB14765-6798-4E1B-829F-E6BE902DE12C}" dt="2024-11-26T16:53:35.280" v="7" actId="20577"/>
        <pc:sldMkLst>
          <pc:docMk/>
          <pc:sldMk cId="0" sldId="256"/>
        </pc:sldMkLst>
        <pc:spChg chg="add mod">
          <ac:chgData name="Paul Winser" userId="c3146a91-e6bd-4264-bd86-e164e04bc32d" providerId="ADAL" clId="{7AB14765-6798-4E1B-829F-E6BE902DE12C}" dt="2024-11-26T16:53:35.280" v="7" actId="20577"/>
          <ac:spMkLst>
            <pc:docMk/>
            <pc:sldMk cId="0" sldId="256"/>
            <ac:spMk id="2" creationId="{195623DE-A93E-BCD1-2B40-A72385DB8EC5}"/>
          </ac:spMkLst>
        </pc:spChg>
      </pc:sldChg>
      <pc:sldChg chg="addSp modSp">
        <pc:chgData name="Paul Winser" userId="c3146a91-e6bd-4264-bd86-e164e04bc32d" providerId="ADAL" clId="{7AB14765-6798-4E1B-829F-E6BE902DE12C}" dt="2024-11-26T16:53:41.379" v="8"/>
        <pc:sldMkLst>
          <pc:docMk/>
          <pc:sldMk cId="0" sldId="257"/>
        </pc:sldMkLst>
        <pc:spChg chg="add mod">
          <ac:chgData name="Paul Winser" userId="c3146a91-e6bd-4264-bd86-e164e04bc32d" providerId="ADAL" clId="{7AB14765-6798-4E1B-829F-E6BE902DE12C}" dt="2024-11-26T16:53:41.379" v="8"/>
          <ac:spMkLst>
            <pc:docMk/>
            <pc:sldMk cId="0" sldId="257"/>
            <ac:spMk id="2" creationId="{12E2A61F-C323-B2B6-CE5E-2B3D46048394}"/>
          </ac:spMkLst>
        </pc:spChg>
      </pc:sldChg>
      <pc:sldChg chg="addSp modSp">
        <pc:chgData name="Paul Winser" userId="c3146a91-e6bd-4264-bd86-e164e04bc32d" providerId="ADAL" clId="{7AB14765-6798-4E1B-829F-E6BE902DE12C}" dt="2024-11-26T16:53:42.680" v="9"/>
        <pc:sldMkLst>
          <pc:docMk/>
          <pc:sldMk cId="0" sldId="258"/>
        </pc:sldMkLst>
        <pc:spChg chg="add mod">
          <ac:chgData name="Paul Winser" userId="c3146a91-e6bd-4264-bd86-e164e04bc32d" providerId="ADAL" clId="{7AB14765-6798-4E1B-829F-E6BE902DE12C}" dt="2024-11-26T16:53:42.680" v="9"/>
          <ac:spMkLst>
            <pc:docMk/>
            <pc:sldMk cId="0" sldId="258"/>
            <ac:spMk id="2" creationId="{7DAE623D-251C-8381-708D-9FCA1F3053CA}"/>
          </ac:spMkLst>
        </pc:spChg>
      </pc:sldChg>
      <pc:sldChg chg="addSp modSp">
        <pc:chgData name="Paul Winser" userId="c3146a91-e6bd-4264-bd86-e164e04bc32d" providerId="ADAL" clId="{7AB14765-6798-4E1B-829F-E6BE902DE12C}" dt="2024-11-26T16:53:44.103" v="10"/>
        <pc:sldMkLst>
          <pc:docMk/>
          <pc:sldMk cId="0" sldId="272"/>
        </pc:sldMkLst>
        <pc:spChg chg="add mod">
          <ac:chgData name="Paul Winser" userId="c3146a91-e6bd-4264-bd86-e164e04bc32d" providerId="ADAL" clId="{7AB14765-6798-4E1B-829F-E6BE902DE12C}" dt="2024-11-26T16:53:44.103" v="10"/>
          <ac:spMkLst>
            <pc:docMk/>
            <pc:sldMk cId="0" sldId="272"/>
            <ac:spMk id="3" creationId="{23E4F627-19DA-F557-9E24-53EE88033AA8}"/>
          </ac:spMkLst>
        </pc:spChg>
      </pc:sldChg>
      <pc:sldChg chg="addSp modSp">
        <pc:chgData name="Paul Winser" userId="c3146a91-e6bd-4264-bd86-e164e04bc32d" providerId="ADAL" clId="{7AB14765-6798-4E1B-829F-E6BE902DE12C}" dt="2024-11-26T16:53:48.088" v="13"/>
        <pc:sldMkLst>
          <pc:docMk/>
          <pc:sldMk cId="884549766" sldId="305"/>
        </pc:sldMkLst>
        <pc:spChg chg="add mod">
          <ac:chgData name="Paul Winser" userId="c3146a91-e6bd-4264-bd86-e164e04bc32d" providerId="ADAL" clId="{7AB14765-6798-4E1B-829F-E6BE902DE12C}" dt="2024-11-26T16:53:48.088" v="13"/>
          <ac:spMkLst>
            <pc:docMk/>
            <pc:sldMk cId="884549766" sldId="305"/>
            <ac:spMk id="3" creationId="{664BEBFF-7996-5238-BC97-65806E8797FB}"/>
          </ac:spMkLst>
        </pc:spChg>
      </pc:sldChg>
      <pc:sldChg chg="addSp modSp">
        <pc:chgData name="Paul Winser" userId="c3146a91-e6bd-4264-bd86-e164e04bc32d" providerId="ADAL" clId="{7AB14765-6798-4E1B-829F-E6BE902DE12C}" dt="2024-11-26T16:53:59.147" v="22"/>
        <pc:sldMkLst>
          <pc:docMk/>
          <pc:sldMk cId="588007661" sldId="306"/>
        </pc:sldMkLst>
        <pc:spChg chg="add mod">
          <ac:chgData name="Paul Winser" userId="c3146a91-e6bd-4264-bd86-e164e04bc32d" providerId="ADAL" clId="{7AB14765-6798-4E1B-829F-E6BE902DE12C}" dt="2024-11-26T16:53:59.147" v="22"/>
          <ac:spMkLst>
            <pc:docMk/>
            <pc:sldMk cId="588007661" sldId="306"/>
            <ac:spMk id="2" creationId="{DC561676-7C4E-FF99-385F-9D04A4075B8E}"/>
          </ac:spMkLst>
        </pc:spChg>
      </pc:sldChg>
      <pc:sldChg chg="addSp modSp">
        <pc:chgData name="Paul Winser" userId="c3146a91-e6bd-4264-bd86-e164e04bc32d" providerId="ADAL" clId="{7AB14765-6798-4E1B-829F-E6BE902DE12C}" dt="2024-11-26T16:54:00.697" v="23"/>
        <pc:sldMkLst>
          <pc:docMk/>
          <pc:sldMk cId="3621417310" sldId="307"/>
        </pc:sldMkLst>
        <pc:spChg chg="add mod">
          <ac:chgData name="Paul Winser" userId="c3146a91-e6bd-4264-bd86-e164e04bc32d" providerId="ADAL" clId="{7AB14765-6798-4E1B-829F-E6BE902DE12C}" dt="2024-11-26T16:54:00.697" v="23"/>
          <ac:spMkLst>
            <pc:docMk/>
            <pc:sldMk cId="3621417310" sldId="307"/>
            <ac:spMk id="4" creationId="{FB2E08F9-AF76-FF71-B763-8D34B34C0D37}"/>
          </ac:spMkLst>
        </pc:spChg>
      </pc:sldChg>
      <pc:sldChg chg="addSp modSp">
        <pc:chgData name="Paul Winser" userId="c3146a91-e6bd-4264-bd86-e164e04bc32d" providerId="ADAL" clId="{7AB14765-6798-4E1B-829F-E6BE902DE12C}" dt="2024-11-26T16:54:14.202" v="33"/>
        <pc:sldMkLst>
          <pc:docMk/>
          <pc:sldMk cId="2005355495" sldId="308"/>
        </pc:sldMkLst>
        <pc:spChg chg="add mod">
          <ac:chgData name="Paul Winser" userId="c3146a91-e6bd-4264-bd86-e164e04bc32d" providerId="ADAL" clId="{7AB14765-6798-4E1B-829F-E6BE902DE12C}" dt="2024-11-26T16:54:14.202" v="33"/>
          <ac:spMkLst>
            <pc:docMk/>
            <pc:sldMk cId="2005355495" sldId="308"/>
            <ac:spMk id="2" creationId="{53392274-0943-98F2-80AD-E59C1C0F944F}"/>
          </ac:spMkLst>
        </pc:spChg>
      </pc:sldChg>
      <pc:sldChg chg="addSp modSp">
        <pc:chgData name="Paul Winser" userId="c3146a91-e6bd-4264-bd86-e164e04bc32d" providerId="ADAL" clId="{7AB14765-6798-4E1B-829F-E6BE902DE12C}" dt="2024-11-26T16:54:15.768" v="34"/>
        <pc:sldMkLst>
          <pc:docMk/>
          <pc:sldMk cId="47175209" sldId="309"/>
        </pc:sldMkLst>
        <pc:spChg chg="add mod">
          <ac:chgData name="Paul Winser" userId="c3146a91-e6bd-4264-bd86-e164e04bc32d" providerId="ADAL" clId="{7AB14765-6798-4E1B-829F-E6BE902DE12C}" dt="2024-11-26T16:54:15.768" v="34"/>
          <ac:spMkLst>
            <pc:docMk/>
            <pc:sldMk cId="47175209" sldId="309"/>
            <ac:spMk id="3" creationId="{A18C817E-EA20-D64B-00DC-9CF0B2E15C51}"/>
          </ac:spMkLst>
        </pc:spChg>
      </pc:sldChg>
      <pc:sldChg chg="addSp modSp">
        <pc:chgData name="Paul Winser" userId="c3146a91-e6bd-4264-bd86-e164e04bc32d" providerId="ADAL" clId="{7AB14765-6798-4E1B-829F-E6BE902DE12C}" dt="2024-11-26T16:53:50.410" v="15"/>
        <pc:sldMkLst>
          <pc:docMk/>
          <pc:sldMk cId="3781081701" sldId="310"/>
        </pc:sldMkLst>
        <pc:spChg chg="add mod">
          <ac:chgData name="Paul Winser" userId="c3146a91-e6bd-4264-bd86-e164e04bc32d" providerId="ADAL" clId="{7AB14765-6798-4E1B-829F-E6BE902DE12C}" dt="2024-11-26T16:53:50.410" v="15"/>
          <ac:spMkLst>
            <pc:docMk/>
            <pc:sldMk cId="3781081701" sldId="310"/>
            <ac:spMk id="15" creationId="{BDB6F0B9-D4E1-663F-3291-FB458D94FACC}"/>
          </ac:spMkLst>
        </pc:spChg>
      </pc:sldChg>
      <pc:sldChg chg="addSp modSp">
        <pc:chgData name="Paul Winser" userId="c3146a91-e6bd-4264-bd86-e164e04bc32d" providerId="ADAL" clId="{7AB14765-6798-4E1B-829F-E6BE902DE12C}" dt="2024-11-26T16:53:51.623" v="16"/>
        <pc:sldMkLst>
          <pc:docMk/>
          <pc:sldMk cId="825411231" sldId="311"/>
        </pc:sldMkLst>
        <pc:spChg chg="add mod">
          <ac:chgData name="Paul Winser" userId="c3146a91-e6bd-4264-bd86-e164e04bc32d" providerId="ADAL" clId="{7AB14765-6798-4E1B-829F-E6BE902DE12C}" dt="2024-11-26T16:53:51.623" v="16"/>
          <ac:spMkLst>
            <pc:docMk/>
            <pc:sldMk cId="825411231" sldId="311"/>
            <ac:spMk id="2" creationId="{A346682D-7069-C3B4-9DE3-7C831224C248}"/>
          </ac:spMkLst>
        </pc:spChg>
      </pc:sldChg>
      <pc:sldChg chg="addSp modSp">
        <pc:chgData name="Paul Winser" userId="c3146a91-e6bd-4264-bd86-e164e04bc32d" providerId="ADAL" clId="{7AB14765-6798-4E1B-829F-E6BE902DE12C}" dt="2024-11-26T16:53:54.326" v="18"/>
        <pc:sldMkLst>
          <pc:docMk/>
          <pc:sldMk cId="1369757912" sldId="312"/>
        </pc:sldMkLst>
        <pc:spChg chg="add mod">
          <ac:chgData name="Paul Winser" userId="c3146a91-e6bd-4264-bd86-e164e04bc32d" providerId="ADAL" clId="{7AB14765-6798-4E1B-829F-E6BE902DE12C}" dt="2024-11-26T16:53:54.326" v="18"/>
          <ac:spMkLst>
            <pc:docMk/>
            <pc:sldMk cId="1369757912" sldId="312"/>
            <ac:spMk id="2" creationId="{F4992D91-CB78-0593-69C6-D655A17494DA}"/>
          </ac:spMkLst>
        </pc:spChg>
      </pc:sldChg>
      <pc:sldChg chg="addSp modSp">
        <pc:chgData name="Paul Winser" userId="c3146a91-e6bd-4264-bd86-e164e04bc32d" providerId="ADAL" clId="{7AB14765-6798-4E1B-829F-E6BE902DE12C}" dt="2024-11-26T16:53:55.541" v="19"/>
        <pc:sldMkLst>
          <pc:docMk/>
          <pc:sldMk cId="343237170" sldId="313"/>
        </pc:sldMkLst>
        <pc:spChg chg="add mod">
          <ac:chgData name="Paul Winser" userId="c3146a91-e6bd-4264-bd86-e164e04bc32d" providerId="ADAL" clId="{7AB14765-6798-4E1B-829F-E6BE902DE12C}" dt="2024-11-26T16:53:55.541" v="19"/>
          <ac:spMkLst>
            <pc:docMk/>
            <pc:sldMk cId="343237170" sldId="313"/>
            <ac:spMk id="2" creationId="{FDDE24C2-B33E-C7BF-3F13-26BB45CF1C70}"/>
          </ac:spMkLst>
        </pc:spChg>
      </pc:sldChg>
      <pc:sldChg chg="addSp modSp">
        <pc:chgData name="Paul Winser" userId="c3146a91-e6bd-4264-bd86-e164e04bc32d" providerId="ADAL" clId="{7AB14765-6798-4E1B-829F-E6BE902DE12C}" dt="2024-11-26T16:53:56.715" v="20"/>
        <pc:sldMkLst>
          <pc:docMk/>
          <pc:sldMk cId="317506166" sldId="314"/>
        </pc:sldMkLst>
        <pc:spChg chg="add mod">
          <ac:chgData name="Paul Winser" userId="c3146a91-e6bd-4264-bd86-e164e04bc32d" providerId="ADAL" clId="{7AB14765-6798-4E1B-829F-E6BE902DE12C}" dt="2024-11-26T16:53:56.715" v="20"/>
          <ac:spMkLst>
            <pc:docMk/>
            <pc:sldMk cId="317506166" sldId="314"/>
            <ac:spMk id="2" creationId="{A327FB80-3BE6-C71D-6E3F-4D371E6FE775}"/>
          </ac:spMkLst>
        </pc:spChg>
      </pc:sldChg>
      <pc:sldChg chg="addSp modSp">
        <pc:chgData name="Paul Winser" userId="c3146a91-e6bd-4264-bd86-e164e04bc32d" providerId="ADAL" clId="{7AB14765-6798-4E1B-829F-E6BE902DE12C}" dt="2024-11-26T16:53:57.780" v="21"/>
        <pc:sldMkLst>
          <pc:docMk/>
          <pc:sldMk cId="3960301219" sldId="315"/>
        </pc:sldMkLst>
        <pc:spChg chg="add mod">
          <ac:chgData name="Paul Winser" userId="c3146a91-e6bd-4264-bd86-e164e04bc32d" providerId="ADAL" clId="{7AB14765-6798-4E1B-829F-E6BE902DE12C}" dt="2024-11-26T16:53:57.780" v="21"/>
          <ac:spMkLst>
            <pc:docMk/>
            <pc:sldMk cId="3960301219" sldId="315"/>
            <ac:spMk id="2" creationId="{0E8BA308-7E50-1096-EC7E-CB39E1C3FDA4}"/>
          </ac:spMkLst>
        </pc:spChg>
      </pc:sldChg>
      <pc:sldChg chg="addSp modSp">
        <pc:chgData name="Paul Winser" userId="c3146a91-e6bd-4264-bd86-e164e04bc32d" providerId="ADAL" clId="{7AB14765-6798-4E1B-829F-E6BE902DE12C}" dt="2024-11-26T16:54:04.788" v="26"/>
        <pc:sldMkLst>
          <pc:docMk/>
          <pc:sldMk cId="2238087766" sldId="321"/>
        </pc:sldMkLst>
        <pc:spChg chg="add mod">
          <ac:chgData name="Paul Winser" userId="c3146a91-e6bd-4264-bd86-e164e04bc32d" providerId="ADAL" clId="{7AB14765-6798-4E1B-829F-E6BE902DE12C}" dt="2024-11-26T16:54:04.788" v="26"/>
          <ac:spMkLst>
            <pc:docMk/>
            <pc:sldMk cId="2238087766" sldId="321"/>
            <ac:spMk id="2" creationId="{2B8BB20A-6938-545C-37D2-B7F985D44AFD}"/>
          </ac:spMkLst>
        </pc:spChg>
      </pc:sldChg>
      <pc:sldChg chg="addSp modSp">
        <pc:chgData name="Paul Winser" userId="c3146a91-e6bd-4264-bd86-e164e04bc32d" providerId="ADAL" clId="{7AB14765-6798-4E1B-829F-E6BE902DE12C}" dt="2024-11-26T16:54:07.444" v="28"/>
        <pc:sldMkLst>
          <pc:docMk/>
          <pc:sldMk cId="3218704908" sldId="322"/>
        </pc:sldMkLst>
        <pc:spChg chg="add mod">
          <ac:chgData name="Paul Winser" userId="c3146a91-e6bd-4264-bd86-e164e04bc32d" providerId="ADAL" clId="{7AB14765-6798-4E1B-829F-E6BE902DE12C}" dt="2024-11-26T16:54:07.444" v="28"/>
          <ac:spMkLst>
            <pc:docMk/>
            <pc:sldMk cId="3218704908" sldId="322"/>
            <ac:spMk id="2" creationId="{9E218BF3-73F6-F232-ACAD-21FB30B6D577}"/>
          </ac:spMkLst>
        </pc:spChg>
      </pc:sldChg>
      <pc:sldChg chg="addSp modSp">
        <pc:chgData name="Paul Winser" userId="c3146a91-e6bd-4264-bd86-e164e04bc32d" providerId="ADAL" clId="{7AB14765-6798-4E1B-829F-E6BE902DE12C}" dt="2024-11-26T16:54:05.995" v="27"/>
        <pc:sldMkLst>
          <pc:docMk/>
          <pc:sldMk cId="968870800" sldId="323"/>
        </pc:sldMkLst>
        <pc:spChg chg="add mod">
          <ac:chgData name="Paul Winser" userId="c3146a91-e6bd-4264-bd86-e164e04bc32d" providerId="ADAL" clId="{7AB14765-6798-4E1B-829F-E6BE902DE12C}" dt="2024-11-26T16:54:05.995" v="27"/>
          <ac:spMkLst>
            <pc:docMk/>
            <pc:sldMk cId="968870800" sldId="323"/>
            <ac:spMk id="2" creationId="{708BCC84-A140-44D2-1EE0-C9D4EA90093B}"/>
          </ac:spMkLst>
        </pc:spChg>
      </pc:sldChg>
      <pc:sldChg chg="addSp modSp">
        <pc:chgData name="Paul Winser" userId="c3146a91-e6bd-4264-bd86-e164e04bc32d" providerId="ADAL" clId="{7AB14765-6798-4E1B-829F-E6BE902DE12C}" dt="2024-11-26T16:54:08.861" v="29"/>
        <pc:sldMkLst>
          <pc:docMk/>
          <pc:sldMk cId="3438760594" sldId="324"/>
        </pc:sldMkLst>
        <pc:spChg chg="add mod">
          <ac:chgData name="Paul Winser" userId="c3146a91-e6bd-4264-bd86-e164e04bc32d" providerId="ADAL" clId="{7AB14765-6798-4E1B-829F-E6BE902DE12C}" dt="2024-11-26T16:54:08.861" v="29"/>
          <ac:spMkLst>
            <pc:docMk/>
            <pc:sldMk cId="3438760594" sldId="324"/>
            <ac:spMk id="2" creationId="{CB3DF644-5AEC-D4E0-674C-4FE39EE58BB6}"/>
          </ac:spMkLst>
        </pc:spChg>
      </pc:sldChg>
      <pc:sldChg chg="addSp modSp">
        <pc:chgData name="Paul Winser" userId="c3146a91-e6bd-4264-bd86-e164e04bc32d" providerId="ADAL" clId="{7AB14765-6798-4E1B-829F-E6BE902DE12C}" dt="2024-11-26T16:54:11.756" v="31"/>
        <pc:sldMkLst>
          <pc:docMk/>
          <pc:sldMk cId="4043446142" sldId="325"/>
        </pc:sldMkLst>
        <pc:spChg chg="add mod">
          <ac:chgData name="Paul Winser" userId="c3146a91-e6bd-4264-bd86-e164e04bc32d" providerId="ADAL" clId="{7AB14765-6798-4E1B-829F-E6BE902DE12C}" dt="2024-11-26T16:54:11.756" v="31"/>
          <ac:spMkLst>
            <pc:docMk/>
            <pc:sldMk cId="4043446142" sldId="325"/>
            <ac:spMk id="2" creationId="{B45E6AF5-D591-6E9C-F270-20675C53FB76}"/>
          </ac:spMkLst>
        </pc:spChg>
      </pc:sldChg>
      <pc:sldChg chg="addSp modSp">
        <pc:chgData name="Paul Winser" userId="c3146a91-e6bd-4264-bd86-e164e04bc32d" providerId="ADAL" clId="{7AB14765-6798-4E1B-829F-E6BE902DE12C}" dt="2024-11-26T16:54:16.919" v="35"/>
        <pc:sldMkLst>
          <pc:docMk/>
          <pc:sldMk cId="3767376193" sldId="326"/>
        </pc:sldMkLst>
        <pc:spChg chg="add mod">
          <ac:chgData name="Paul Winser" userId="c3146a91-e6bd-4264-bd86-e164e04bc32d" providerId="ADAL" clId="{7AB14765-6798-4E1B-829F-E6BE902DE12C}" dt="2024-11-26T16:54:16.919" v="35"/>
          <ac:spMkLst>
            <pc:docMk/>
            <pc:sldMk cId="3767376193" sldId="326"/>
            <ac:spMk id="2" creationId="{851D8E48-969D-8BAB-89DE-A5C1CECF9B81}"/>
          </ac:spMkLst>
        </pc:spChg>
      </pc:sldChg>
      <pc:sldChg chg="addSp modSp">
        <pc:chgData name="Paul Winser" userId="c3146a91-e6bd-4264-bd86-e164e04bc32d" providerId="ADAL" clId="{7AB14765-6798-4E1B-829F-E6BE902DE12C}" dt="2024-11-26T16:54:18.929" v="36"/>
        <pc:sldMkLst>
          <pc:docMk/>
          <pc:sldMk cId="1350507704" sldId="327"/>
        </pc:sldMkLst>
        <pc:spChg chg="add mod">
          <ac:chgData name="Paul Winser" userId="c3146a91-e6bd-4264-bd86-e164e04bc32d" providerId="ADAL" clId="{7AB14765-6798-4E1B-829F-E6BE902DE12C}" dt="2024-11-26T16:54:18.929" v="36"/>
          <ac:spMkLst>
            <pc:docMk/>
            <pc:sldMk cId="1350507704" sldId="327"/>
            <ac:spMk id="2" creationId="{ECF322C1-E449-C7CC-D12E-4162B0C32BEE}"/>
          </ac:spMkLst>
        </pc:spChg>
      </pc:sldChg>
      <pc:sldChg chg="addSp modSp">
        <pc:chgData name="Paul Winser" userId="c3146a91-e6bd-4264-bd86-e164e04bc32d" providerId="ADAL" clId="{7AB14765-6798-4E1B-829F-E6BE902DE12C}" dt="2024-11-26T16:54:20.219" v="37"/>
        <pc:sldMkLst>
          <pc:docMk/>
          <pc:sldMk cId="666101176" sldId="328"/>
        </pc:sldMkLst>
        <pc:spChg chg="add mod">
          <ac:chgData name="Paul Winser" userId="c3146a91-e6bd-4264-bd86-e164e04bc32d" providerId="ADAL" clId="{7AB14765-6798-4E1B-829F-E6BE902DE12C}" dt="2024-11-26T16:54:20.219" v="37"/>
          <ac:spMkLst>
            <pc:docMk/>
            <pc:sldMk cId="666101176" sldId="328"/>
            <ac:spMk id="2" creationId="{2A81F16A-D719-AC9B-277A-1BD2738BF24B}"/>
          </ac:spMkLst>
        </pc:spChg>
      </pc:sldChg>
      <pc:sldChg chg="addSp modSp">
        <pc:chgData name="Paul Winser" userId="c3146a91-e6bd-4264-bd86-e164e04bc32d" providerId="ADAL" clId="{7AB14765-6798-4E1B-829F-E6BE902DE12C}" dt="2024-11-26T16:54:13.001" v="32"/>
        <pc:sldMkLst>
          <pc:docMk/>
          <pc:sldMk cId="243095261" sldId="329"/>
        </pc:sldMkLst>
        <pc:spChg chg="add mod">
          <ac:chgData name="Paul Winser" userId="c3146a91-e6bd-4264-bd86-e164e04bc32d" providerId="ADAL" clId="{7AB14765-6798-4E1B-829F-E6BE902DE12C}" dt="2024-11-26T16:54:13.001" v="32"/>
          <ac:spMkLst>
            <pc:docMk/>
            <pc:sldMk cId="243095261" sldId="329"/>
            <ac:spMk id="2" creationId="{DB8F1B37-C903-5D6C-9480-409572B18FBE}"/>
          </ac:spMkLst>
        </pc:spChg>
      </pc:sldChg>
      <pc:sldChg chg="addSp modSp">
        <pc:chgData name="Paul Winser" userId="c3146a91-e6bd-4264-bd86-e164e04bc32d" providerId="ADAL" clId="{7AB14765-6798-4E1B-829F-E6BE902DE12C}" dt="2024-11-26T16:54:22.435" v="39"/>
        <pc:sldMkLst>
          <pc:docMk/>
          <pc:sldMk cId="3835370463" sldId="330"/>
        </pc:sldMkLst>
        <pc:spChg chg="add mod">
          <ac:chgData name="Paul Winser" userId="c3146a91-e6bd-4264-bd86-e164e04bc32d" providerId="ADAL" clId="{7AB14765-6798-4E1B-829F-E6BE902DE12C}" dt="2024-11-26T16:54:22.435" v="39"/>
          <ac:spMkLst>
            <pc:docMk/>
            <pc:sldMk cId="3835370463" sldId="330"/>
            <ac:spMk id="2" creationId="{48E7C1CD-FC1A-8734-0908-6DDC4CA51834}"/>
          </ac:spMkLst>
        </pc:spChg>
      </pc:sldChg>
      <pc:sldChg chg="addSp modSp">
        <pc:chgData name="Paul Winser" userId="c3146a91-e6bd-4264-bd86-e164e04bc32d" providerId="ADAL" clId="{7AB14765-6798-4E1B-829F-E6BE902DE12C}" dt="2024-11-26T16:53:49.190" v="14"/>
        <pc:sldMkLst>
          <pc:docMk/>
          <pc:sldMk cId="668069145" sldId="331"/>
        </pc:sldMkLst>
        <pc:spChg chg="add mod">
          <ac:chgData name="Paul Winser" userId="c3146a91-e6bd-4264-bd86-e164e04bc32d" providerId="ADAL" clId="{7AB14765-6798-4E1B-829F-E6BE902DE12C}" dt="2024-11-26T16:53:49.190" v="14"/>
          <ac:spMkLst>
            <pc:docMk/>
            <pc:sldMk cId="668069145" sldId="331"/>
            <ac:spMk id="3" creationId="{C47A6148-66F6-D7B6-8EF0-6EB238EBF8F1}"/>
          </ac:spMkLst>
        </pc:spChg>
      </pc:sldChg>
      <pc:sldChg chg="addSp modSp">
        <pc:chgData name="Paul Winser" userId="c3146a91-e6bd-4264-bd86-e164e04bc32d" providerId="ADAL" clId="{7AB14765-6798-4E1B-829F-E6BE902DE12C}" dt="2024-11-26T16:54:23.463" v="40"/>
        <pc:sldMkLst>
          <pc:docMk/>
          <pc:sldMk cId="308298539" sldId="332"/>
        </pc:sldMkLst>
        <pc:spChg chg="add mod">
          <ac:chgData name="Paul Winser" userId="c3146a91-e6bd-4264-bd86-e164e04bc32d" providerId="ADAL" clId="{7AB14765-6798-4E1B-829F-E6BE902DE12C}" dt="2024-11-26T16:54:23.463" v="40"/>
          <ac:spMkLst>
            <pc:docMk/>
            <pc:sldMk cId="308298539" sldId="332"/>
            <ac:spMk id="2" creationId="{3A6A84E5-F537-F37C-0F94-D6E02A54D55F}"/>
          </ac:spMkLst>
        </pc:spChg>
      </pc:sldChg>
      <pc:sldChg chg="addSp modSp">
        <pc:chgData name="Paul Winser" userId="c3146a91-e6bd-4264-bd86-e164e04bc32d" providerId="ADAL" clId="{7AB14765-6798-4E1B-829F-E6BE902DE12C}" dt="2024-11-26T16:54:10.316" v="30"/>
        <pc:sldMkLst>
          <pc:docMk/>
          <pc:sldMk cId="747827775" sldId="333"/>
        </pc:sldMkLst>
        <pc:spChg chg="add mod">
          <ac:chgData name="Paul Winser" userId="c3146a91-e6bd-4264-bd86-e164e04bc32d" providerId="ADAL" clId="{7AB14765-6798-4E1B-829F-E6BE902DE12C}" dt="2024-11-26T16:54:10.316" v="30"/>
          <ac:spMkLst>
            <pc:docMk/>
            <pc:sldMk cId="747827775" sldId="333"/>
            <ac:spMk id="2" creationId="{94F5D3C3-E005-54D9-2E46-58F9182396A1}"/>
          </ac:spMkLst>
        </pc:spChg>
      </pc:sldChg>
      <pc:sldChg chg="addSp modSp">
        <pc:chgData name="Paul Winser" userId="c3146a91-e6bd-4264-bd86-e164e04bc32d" providerId="ADAL" clId="{7AB14765-6798-4E1B-829F-E6BE902DE12C}" dt="2024-11-26T16:53:45.578" v="11"/>
        <pc:sldMkLst>
          <pc:docMk/>
          <pc:sldMk cId="777630986" sldId="334"/>
        </pc:sldMkLst>
        <pc:spChg chg="add mod">
          <ac:chgData name="Paul Winser" userId="c3146a91-e6bd-4264-bd86-e164e04bc32d" providerId="ADAL" clId="{7AB14765-6798-4E1B-829F-E6BE902DE12C}" dt="2024-11-26T16:53:45.578" v="11"/>
          <ac:spMkLst>
            <pc:docMk/>
            <pc:sldMk cId="777630986" sldId="334"/>
            <ac:spMk id="2" creationId="{F774205B-235E-85CB-4C04-EA1C2142F06F}"/>
          </ac:spMkLst>
        </pc:spChg>
      </pc:sldChg>
      <pc:sldChg chg="addSp modSp">
        <pc:chgData name="Paul Winser" userId="c3146a91-e6bd-4264-bd86-e164e04bc32d" providerId="ADAL" clId="{7AB14765-6798-4E1B-829F-E6BE902DE12C}" dt="2024-11-26T16:53:46.986" v="12"/>
        <pc:sldMkLst>
          <pc:docMk/>
          <pc:sldMk cId="206230372" sldId="335"/>
        </pc:sldMkLst>
        <pc:spChg chg="add mod">
          <ac:chgData name="Paul Winser" userId="c3146a91-e6bd-4264-bd86-e164e04bc32d" providerId="ADAL" clId="{7AB14765-6798-4E1B-829F-E6BE902DE12C}" dt="2024-11-26T16:53:46.986" v="12"/>
          <ac:spMkLst>
            <pc:docMk/>
            <pc:sldMk cId="206230372" sldId="335"/>
            <ac:spMk id="2" creationId="{8FB25464-F80A-7D98-068F-B84048AA077E}"/>
          </ac:spMkLst>
        </pc:spChg>
      </pc:sldChg>
      <pc:sldChg chg="addSp modSp">
        <pc:chgData name="Paul Winser" userId="c3146a91-e6bd-4264-bd86-e164e04bc32d" providerId="ADAL" clId="{7AB14765-6798-4E1B-829F-E6BE902DE12C}" dt="2024-11-26T16:53:53.020" v="17"/>
        <pc:sldMkLst>
          <pc:docMk/>
          <pc:sldMk cId="3006475369" sldId="336"/>
        </pc:sldMkLst>
        <pc:spChg chg="add mod">
          <ac:chgData name="Paul Winser" userId="c3146a91-e6bd-4264-bd86-e164e04bc32d" providerId="ADAL" clId="{7AB14765-6798-4E1B-829F-E6BE902DE12C}" dt="2024-11-26T16:53:53.020" v="17"/>
          <ac:spMkLst>
            <pc:docMk/>
            <pc:sldMk cId="3006475369" sldId="336"/>
            <ac:spMk id="2" creationId="{28A425C7-DFB4-3D66-BE18-AA9C8CB661F7}"/>
          </ac:spMkLst>
        </pc:spChg>
      </pc:sldChg>
      <pc:sldChg chg="addSp modSp">
        <pc:chgData name="Paul Winser" userId="c3146a91-e6bd-4264-bd86-e164e04bc32d" providerId="ADAL" clId="{7AB14765-6798-4E1B-829F-E6BE902DE12C}" dt="2024-11-26T16:54:02.114" v="24"/>
        <pc:sldMkLst>
          <pc:docMk/>
          <pc:sldMk cId="221838270" sldId="337"/>
        </pc:sldMkLst>
        <pc:spChg chg="add mod">
          <ac:chgData name="Paul Winser" userId="c3146a91-e6bd-4264-bd86-e164e04bc32d" providerId="ADAL" clId="{7AB14765-6798-4E1B-829F-E6BE902DE12C}" dt="2024-11-26T16:54:02.114" v="24"/>
          <ac:spMkLst>
            <pc:docMk/>
            <pc:sldMk cId="221838270" sldId="337"/>
            <ac:spMk id="2" creationId="{F55FC614-0B86-B190-ECDA-6326CB361491}"/>
          </ac:spMkLst>
        </pc:spChg>
      </pc:sldChg>
      <pc:sldChg chg="addSp modSp">
        <pc:chgData name="Paul Winser" userId="c3146a91-e6bd-4264-bd86-e164e04bc32d" providerId="ADAL" clId="{7AB14765-6798-4E1B-829F-E6BE902DE12C}" dt="2024-11-26T16:54:03.436" v="25"/>
        <pc:sldMkLst>
          <pc:docMk/>
          <pc:sldMk cId="2350435868" sldId="338"/>
        </pc:sldMkLst>
        <pc:spChg chg="add mod">
          <ac:chgData name="Paul Winser" userId="c3146a91-e6bd-4264-bd86-e164e04bc32d" providerId="ADAL" clId="{7AB14765-6798-4E1B-829F-E6BE902DE12C}" dt="2024-11-26T16:54:03.436" v="25"/>
          <ac:spMkLst>
            <pc:docMk/>
            <pc:sldMk cId="2350435868" sldId="338"/>
            <ac:spMk id="2" creationId="{108BDB9C-37BF-290C-635D-DB4D61E40F2F}"/>
          </ac:spMkLst>
        </pc:spChg>
      </pc:sldChg>
      <pc:sldChg chg="addSp modSp">
        <pc:chgData name="Paul Winser" userId="c3146a91-e6bd-4264-bd86-e164e04bc32d" providerId="ADAL" clId="{7AB14765-6798-4E1B-829F-E6BE902DE12C}" dt="2024-11-26T16:54:21.336" v="38"/>
        <pc:sldMkLst>
          <pc:docMk/>
          <pc:sldMk cId="1878497442" sldId="339"/>
        </pc:sldMkLst>
        <pc:spChg chg="add mod">
          <ac:chgData name="Paul Winser" userId="c3146a91-e6bd-4264-bd86-e164e04bc32d" providerId="ADAL" clId="{7AB14765-6798-4E1B-829F-E6BE902DE12C}" dt="2024-11-26T16:54:21.336" v="38"/>
          <ac:spMkLst>
            <pc:docMk/>
            <pc:sldMk cId="1878497442" sldId="339"/>
            <ac:spMk id="2" creationId="{FC5BC23F-04A2-9406-59EF-8B2DE66BA1CC}"/>
          </ac:spMkLst>
        </pc:spChg>
      </pc:sldChg>
      <pc:sldChg chg="addSp modSp">
        <pc:chgData name="Paul Winser" userId="c3146a91-e6bd-4264-bd86-e164e04bc32d" providerId="ADAL" clId="{7AB14765-6798-4E1B-829F-E6BE902DE12C}" dt="2024-11-26T16:54:25.473" v="41"/>
        <pc:sldMkLst>
          <pc:docMk/>
          <pc:sldMk cId="0" sldId="347"/>
        </pc:sldMkLst>
        <pc:spChg chg="add mod">
          <ac:chgData name="Paul Winser" userId="c3146a91-e6bd-4264-bd86-e164e04bc32d" providerId="ADAL" clId="{7AB14765-6798-4E1B-829F-E6BE902DE12C}" dt="2024-11-26T16:54:25.473" v="41"/>
          <ac:spMkLst>
            <pc:docMk/>
            <pc:sldMk cId="0" sldId="347"/>
            <ac:spMk id="3" creationId="{9E054F2B-E635-9910-7CEF-659E716E581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68A386-A098-7A48-9E93-2253A4FC0E70}" type="doc">
      <dgm:prSet loTypeId="urn:microsoft.com/office/officeart/2005/8/layout/radial1" loCatId="" qsTypeId="urn:microsoft.com/office/officeart/2005/8/quickstyle/simple4" qsCatId="simple" csTypeId="urn:microsoft.com/office/officeart/2005/8/colors/accent2_2" csCatId="accent2" phldr="1"/>
      <dgm:spPr/>
      <dgm:t>
        <a:bodyPr rtlCol="1"/>
        <a:lstStyle/>
        <a:p>
          <a:pPr rtl="1"/>
          <a:endParaRPr lang="en-GB"/>
        </a:p>
      </dgm:t>
    </dgm:pt>
    <dgm:pt modelId="{1F7C2B46-398E-C146-991F-CD91D34B5F04}">
      <dgm:prSet phldrT="[Text]"/>
      <dgm:spPr/>
      <dgm:t>
        <a:bodyPr rtlCol="1"/>
        <a:lstStyle/>
        <a:p>
          <a:pPr rtl="1"/>
          <a:r>
            <a:rPr lang="ar">
              <a:latin typeface="Sakkal Majalla" panose="02000000000000000000" pitchFamily="2" charset="-78"/>
              <a:cs typeface="Sakkal Majalla" panose="02000000000000000000" pitchFamily="2" charset="-78"/>
            </a:rPr>
            <a:t>المزيج الترويجي</a:t>
          </a:r>
        </a:p>
      </dgm:t>
    </dgm:pt>
    <dgm:pt modelId="{B3EFF805-A5D3-714A-B623-69BDF1D2E00B}" type="parTrans" cxnId="{2949C5D4-8865-104D-8AE0-F851D788765F}">
      <dgm:prSet/>
      <dgm:spPr/>
      <dgm:t>
        <a:bodyPr rtlCol="1"/>
        <a:lstStyle/>
        <a:p>
          <a:pPr rtl="1"/>
          <a:endParaRPr lang="en-GB">
            <a:latin typeface="Sakkal Majalla" panose="02000000000000000000" pitchFamily="2" charset="-78"/>
            <a:cs typeface="Sakkal Majalla" panose="02000000000000000000" pitchFamily="2" charset="-78"/>
          </a:endParaRPr>
        </a:p>
      </dgm:t>
    </dgm:pt>
    <dgm:pt modelId="{EBDA1147-2FB3-EE44-B905-F6E969AA3F7E}" type="sibTrans" cxnId="{2949C5D4-8865-104D-8AE0-F851D788765F}">
      <dgm:prSet/>
      <dgm:spPr/>
      <dgm:t>
        <a:bodyPr rtlCol="1"/>
        <a:lstStyle/>
        <a:p>
          <a:pPr rtl="1"/>
          <a:endParaRPr lang="en-GB">
            <a:latin typeface="Sakkal Majalla" panose="02000000000000000000" pitchFamily="2" charset="-78"/>
            <a:cs typeface="Sakkal Majalla" panose="02000000000000000000" pitchFamily="2" charset="-78"/>
          </a:endParaRPr>
        </a:p>
      </dgm:t>
    </dgm:pt>
    <dgm:pt modelId="{A03BAABC-4198-8C49-A945-0E9083C6A5E8}">
      <dgm:prSet phldrT="[Text]"/>
      <dgm:spPr/>
      <dgm:t>
        <a:bodyPr rtlCol="1"/>
        <a:lstStyle/>
        <a:p>
          <a:pPr rtl="1"/>
          <a:r>
            <a:rPr lang="ar" dirty="0">
              <a:latin typeface="Sakkal Majalla" panose="02000000000000000000" pitchFamily="2" charset="-78"/>
              <a:cs typeface="Sakkal Majalla" panose="02000000000000000000" pitchFamily="2" charset="-78"/>
            </a:rPr>
            <a:t>التسويق الرقمي</a:t>
          </a:r>
        </a:p>
      </dgm:t>
    </dgm:pt>
    <dgm:pt modelId="{7B78AB90-A9EB-C54C-B779-5E2E966B383A}" type="parTrans" cxnId="{270DC858-99B7-C54B-8478-97E368A2EB94}">
      <dgm:prSet/>
      <dgm:spPr/>
      <dgm:t>
        <a:bodyPr rtlCol="1"/>
        <a:lstStyle/>
        <a:p>
          <a:pPr rtl="1"/>
          <a:endParaRPr lang="en-GB" dirty="0">
            <a:latin typeface="Sakkal Majalla" panose="02000000000000000000" pitchFamily="2" charset="-78"/>
            <a:cs typeface="Sakkal Majalla" panose="02000000000000000000" pitchFamily="2" charset="-78"/>
          </a:endParaRPr>
        </a:p>
      </dgm:t>
    </dgm:pt>
    <dgm:pt modelId="{13F579E4-644A-3448-AA87-6454835CE0AC}" type="sibTrans" cxnId="{270DC858-99B7-C54B-8478-97E368A2EB94}">
      <dgm:prSet/>
      <dgm:spPr/>
      <dgm:t>
        <a:bodyPr rtlCol="1"/>
        <a:lstStyle/>
        <a:p>
          <a:pPr rtl="1"/>
          <a:endParaRPr lang="en-GB">
            <a:latin typeface="Sakkal Majalla" panose="02000000000000000000" pitchFamily="2" charset="-78"/>
            <a:cs typeface="Sakkal Majalla" panose="02000000000000000000" pitchFamily="2" charset="-78"/>
          </a:endParaRPr>
        </a:p>
      </dgm:t>
    </dgm:pt>
    <dgm:pt modelId="{D308D9B8-794F-D540-827D-7207940682EB}">
      <dgm:prSet phldrT="[Text]"/>
      <dgm:spPr/>
      <dgm:t>
        <a:bodyPr rtlCol="1"/>
        <a:lstStyle/>
        <a:p>
          <a:pPr rtl="1"/>
          <a:r>
            <a:rPr lang="ar">
              <a:latin typeface="Sakkal Majalla" panose="02000000000000000000" pitchFamily="2" charset="-78"/>
              <a:cs typeface="Sakkal Majalla" panose="02000000000000000000" pitchFamily="2" charset="-78"/>
            </a:rPr>
            <a:t>الإعلان العام</a:t>
          </a:r>
        </a:p>
      </dgm:t>
    </dgm:pt>
    <dgm:pt modelId="{F0FE7CA0-BBFE-8049-B3C5-819AA10E0AFA}" type="parTrans" cxnId="{90E7ADB7-235E-734C-97AE-6F3372EDFB26}">
      <dgm:prSet/>
      <dgm:spPr/>
      <dgm:t>
        <a:bodyPr rtlCol="1"/>
        <a:lstStyle/>
        <a:p>
          <a:pPr rtl="1"/>
          <a:endParaRPr lang="en-GB" dirty="0">
            <a:latin typeface="Sakkal Majalla" panose="02000000000000000000" pitchFamily="2" charset="-78"/>
            <a:cs typeface="Sakkal Majalla" panose="02000000000000000000" pitchFamily="2" charset="-78"/>
          </a:endParaRPr>
        </a:p>
      </dgm:t>
    </dgm:pt>
    <dgm:pt modelId="{0C16EBC2-F300-3342-BEF5-578F37B590EA}" type="sibTrans" cxnId="{90E7ADB7-235E-734C-97AE-6F3372EDFB26}">
      <dgm:prSet/>
      <dgm:spPr/>
      <dgm:t>
        <a:bodyPr rtlCol="1"/>
        <a:lstStyle/>
        <a:p>
          <a:pPr rtl="1"/>
          <a:endParaRPr lang="en-GB">
            <a:latin typeface="Sakkal Majalla" panose="02000000000000000000" pitchFamily="2" charset="-78"/>
            <a:cs typeface="Sakkal Majalla" panose="02000000000000000000" pitchFamily="2" charset="-78"/>
          </a:endParaRPr>
        </a:p>
      </dgm:t>
    </dgm:pt>
    <dgm:pt modelId="{3F649C89-9014-5B45-8667-014C1FF5CCB6}">
      <dgm:prSet phldrT="[Text]"/>
      <dgm:spPr/>
      <dgm:t>
        <a:bodyPr rtlCol="1"/>
        <a:lstStyle/>
        <a:p>
          <a:pPr rtl="1"/>
          <a:r>
            <a:rPr lang="ar">
              <a:latin typeface="Sakkal Majalla" panose="02000000000000000000" pitchFamily="2" charset="-78"/>
              <a:cs typeface="Sakkal Majalla" panose="02000000000000000000" pitchFamily="2" charset="-78"/>
            </a:rPr>
            <a:t>البيع الشخصي</a:t>
          </a:r>
        </a:p>
      </dgm:t>
    </dgm:pt>
    <dgm:pt modelId="{2827D0C8-8C0A-4645-A9C0-C8F8D0117D0F}" type="parTrans" cxnId="{D26E9138-3FA1-EC48-AA03-922D32537673}">
      <dgm:prSet/>
      <dgm:spPr/>
      <dgm:t>
        <a:bodyPr rtlCol="1"/>
        <a:lstStyle/>
        <a:p>
          <a:pPr rtl="1"/>
          <a:endParaRPr lang="en-GB" dirty="0">
            <a:latin typeface="Sakkal Majalla" panose="02000000000000000000" pitchFamily="2" charset="-78"/>
            <a:cs typeface="Sakkal Majalla" panose="02000000000000000000" pitchFamily="2" charset="-78"/>
          </a:endParaRPr>
        </a:p>
      </dgm:t>
    </dgm:pt>
    <dgm:pt modelId="{A827C89E-6BAB-DA45-8B43-3CB534FB73F8}" type="sibTrans" cxnId="{D26E9138-3FA1-EC48-AA03-922D32537673}">
      <dgm:prSet/>
      <dgm:spPr/>
      <dgm:t>
        <a:bodyPr rtlCol="1"/>
        <a:lstStyle/>
        <a:p>
          <a:pPr rtl="1"/>
          <a:endParaRPr lang="en-GB">
            <a:latin typeface="Sakkal Majalla" panose="02000000000000000000" pitchFamily="2" charset="-78"/>
            <a:cs typeface="Sakkal Majalla" panose="02000000000000000000" pitchFamily="2" charset="-78"/>
          </a:endParaRPr>
        </a:p>
      </dgm:t>
    </dgm:pt>
    <dgm:pt modelId="{6A47F86A-91A3-4846-9EFF-3D5508F14741}">
      <dgm:prSet phldrT="[Text]"/>
      <dgm:spPr/>
      <dgm:t>
        <a:bodyPr rtlCol="1"/>
        <a:lstStyle/>
        <a:p>
          <a:pPr rtl="1"/>
          <a:r>
            <a:rPr lang="ar">
              <a:latin typeface="Sakkal Majalla" panose="02000000000000000000" pitchFamily="2" charset="-78"/>
              <a:cs typeface="Sakkal Majalla" panose="02000000000000000000" pitchFamily="2" charset="-78"/>
            </a:rPr>
            <a:t>العلاقات العامة</a:t>
          </a:r>
        </a:p>
      </dgm:t>
    </dgm:pt>
    <dgm:pt modelId="{9B6CAB8C-CE52-2842-AE47-386703B8838B}" type="parTrans" cxnId="{82EF217C-6C46-A740-9776-08EBAC4169DE}">
      <dgm:prSet/>
      <dgm:spPr/>
      <dgm:t>
        <a:bodyPr rtlCol="1"/>
        <a:lstStyle/>
        <a:p>
          <a:pPr rtl="1"/>
          <a:endParaRPr lang="en-GB" dirty="0">
            <a:latin typeface="Sakkal Majalla" panose="02000000000000000000" pitchFamily="2" charset="-78"/>
            <a:cs typeface="Sakkal Majalla" panose="02000000000000000000" pitchFamily="2" charset="-78"/>
          </a:endParaRPr>
        </a:p>
      </dgm:t>
    </dgm:pt>
    <dgm:pt modelId="{D4A5223F-58E1-D84C-B4E9-0584EE9CFE1C}" type="sibTrans" cxnId="{82EF217C-6C46-A740-9776-08EBAC4169DE}">
      <dgm:prSet/>
      <dgm:spPr/>
      <dgm:t>
        <a:bodyPr rtlCol="1"/>
        <a:lstStyle/>
        <a:p>
          <a:pPr rtl="1"/>
          <a:endParaRPr lang="en-GB">
            <a:latin typeface="Sakkal Majalla" panose="02000000000000000000" pitchFamily="2" charset="-78"/>
            <a:cs typeface="Sakkal Majalla" panose="02000000000000000000" pitchFamily="2" charset="-78"/>
          </a:endParaRPr>
        </a:p>
      </dgm:t>
    </dgm:pt>
    <dgm:pt modelId="{8DD79FB7-3BA1-0845-9713-4CC52441D683}">
      <dgm:prSet/>
      <dgm:spPr/>
      <dgm:t>
        <a:bodyPr rtlCol="1"/>
        <a:lstStyle/>
        <a:p>
          <a:pPr rtl="1"/>
          <a:r>
            <a:rPr lang="ar">
              <a:latin typeface="Sakkal Majalla" panose="02000000000000000000" pitchFamily="2" charset="-78"/>
              <a:cs typeface="Sakkal Majalla" panose="02000000000000000000" pitchFamily="2" charset="-78"/>
            </a:rPr>
            <a:t>التسويق المباشر</a:t>
          </a:r>
        </a:p>
      </dgm:t>
    </dgm:pt>
    <dgm:pt modelId="{8E7EDC6D-0DBA-2343-8D93-B2CEC2F827F1}" type="parTrans" cxnId="{757DB082-6B35-B645-A416-A5775BF1AA08}">
      <dgm:prSet/>
      <dgm:spPr/>
      <dgm:t>
        <a:bodyPr rtlCol="1"/>
        <a:lstStyle/>
        <a:p>
          <a:pPr rtl="1"/>
          <a:endParaRPr lang="en-GB" dirty="0">
            <a:latin typeface="Sakkal Majalla" panose="02000000000000000000" pitchFamily="2" charset="-78"/>
            <a:cs typeface="Sakkal Majalla" panose="02000000000000000000" pitchFamily="2" charset="-78"/>
          </a:endParaRPr>
        </a:p>
      </dgm:t>
    </dgm:pt>
    <dgm:pt modelId="{0E1EA098-2C76-CA4E-AB2B-A000257AC5F9}" type="sibTrans" cxnId="{757DB082-6B35-B645-A416-A5775BF1AA08}">
      <dgm:prSet/>
      <dgm:spPr/>
      <dgm:t>
        <a:bodyPr rtlCol="1"/>
        <a:lstStyle/>
        <a:p>
          <a:pPr rtl="1"/>
          <a:endParaRPr lang="en-GB">
            <a:latin typeface="Sakkal Majalla" panose="02000000000000000000" pitchFamily="2" charset="-78"/>
            <a:cs typeface="Sakkal Majalla" panose="02000000000000000000" pitchFamily="2" charset="-78"/>
          </a:endParaRPr>
        </a:p>
      </dgm:t>
    </dgm:pt>
    <dgm:pt modelId="{17FE25B0-F9D5-AB4A-B801-5D30A07D9D02}">
      <dgm:prSet/>
      <dgm:spPr/>
      <dgm:t>
        <a:bodyPr rtlCol="1"/>
        <a:lstStyle/>
        <a:p>
          <a:pPr rtl="1"/>
          <a:r>
            <a:rPr lang="ar">
              <a:latin typeface="Sakkal Majalla" panose="02000000000000000000" pitchFamily="2" charset="-78"/>
              <a:cs typeface="Sakkal Majalla" panose="02000000000000000000" pitchFamily="2" charset="-78"/>
            </a:rPr>
            <a:t>ترويج المبيعات</a:t>
          </a:r>
        </a:p>
      </dgm:t>
    </dgm:pt>
    <dgm:pt modelId="{819594B3-0C46-4444-8E2E-71C35C1D61E6}" type="parTrans" cxnId="{C7C903A5-E09A-FE41-99AD-BF7FFFFFE1B8}">
      <dgm:prSet/>
      <dgm:spPr/>
      <dgm:t>
        <a:bodyPr rtlCol="1"/>
        <a:lstStyle/>
        <a:p>
          <a:pPr rtl="1"/>
          <a:endParaRPr lang="en-GB" dirty="0">
            <a:latin typeface="Sakkal Majalla" panose="02000000000000000000" pitchFamily="2" charset="-78"/>
            <a:cs typeface="Sakkal Majalla" panose="02000000000000000000" pitchFamily="2" charset="-78"/>
          </a:endParaRPr>
        </a:p>
      </dgm:t>
    </dgm:pt>
    <dgm:pt modelId="{D0AEB7BD-3718-484E-9633-3BCF7FBF7134}" type="sibTrans" cxnId="{C7C903A5-E09A-FE41-99AD-BF7FFFFFE1B8}">
      <dgm:prSet/>
      <dgm:spPr/>
      <dgm:t>
        <a:bodyPr rtlCol="1"/>
        <a:lstStyle/>
        <a:p>
          <a:pPr rtl="1"/>
          <a:endParaRPr lang="en-GB">
            <a:latin typeface="Sakkal Majalla" panose="02000000000000000000" pitchFamily="2" charset="-78"/>
            <a:cs typeface="Sakkal Majalla" panose="02000000000000000000" pitchFamily="2" charset="-78"/>
          </a:endParaRPr>
        </a:p>
      </dgm:t>
    </dgm:pt>
    <dgm:pt modelId="{765A143D-572F-144B-9CC8-9B6E6E4D91B8}" type="pres">
      <dgm:prSet presAssocID="{9368A386-A098-7A48-9E93-2253A4FC0E70}" presName="cycle" presStyleCnt="0">
        <dgm:presLayoutVars>
          <dgm:chMax val="1"/>
          <dgm:dir/>
          <dgm:animLvl val="ctr"/>
          <dgm:resizeHandles val="exact"/>
        </dgm:presLayoutVars>
      </dgm:prSet>
      <dgm:spPr/>
    </dgm:pt>
    <dgm:pt modelId="{683D483E-02BA-1745-9412-BE6079F4FE62}" type="pres">
      <dgm:prSet presAssocID="{1F7C2B46-398E-C146-991F-CD91D34B5F04}" presName="centerShape" presStyleLbl="node0" presStyleIdx="0" presStyleCnt="1"/>
      <dgm:spPr/>
    </dgm:pt>
    <dgm:pt modelId="{1B155B4C-8380-A842-8CD7-27B2EA3CB326}" type="pres">
      <dgm:prSet presAssocID="{7B78AB90-A9EB-C54C-B779-5E2E966B383A}" presName="Name9" presStyleLbl="parChTrans1D2" presStyleIdx="0" presStyleCnt="6"/>
      <dgm:spPr/>
    </dgm:pt>
    <dgm:pt modelId="{DE9D7054-C6B4-C843-BC22-591511E58E84}" type="pres">
      <dgm:prSet presAssocID="{7B78AB90-A9EB-C54C-B779-5E2E966B383A}" presName="connTx" presStyleLbl="parChTrans1D2" presStyleIdx="0" presStyleCnt="6"/>
      <dgm:spPr/>
    </dgm:pt>
    <dgm:pt modelId="{274356B5-5615-A74C-85B5-ABB4B4B33E5D}" type="pres">
      <dgm:prSet presAssocID="{A03BAABC-4198-8C49-A945-0E9083C6A5E8}" presName="node" presStyleLbl="node1" presStyleIdx="0" presStyleCnt="6">
        <dgm:presLayoutVars>
          <dgm:bulletEnabled val="1"/>
        </dgm:presLayoutVars>
      </dgm:prSet>
      <dgm:spPr/>
    </dgm:pt>
    <dgm:pt modelId="{E46BF2B1-AF10-984C-A63D-713CBF5DFFE1}" type="pres">
      <dgm:prSet presAssocID="{F0FE7CA0-BBFE-8049-B3C5-819AA10E0AFA}" presName="Name9" presStyleLbl="parChTrans1D2" presStyleIdx="1" presStyleCnt="6"/>
      <dgm:spPr/>
    </dgm:pt>
    <dgm:pt modelId="{276C01C8-C283-164E-9F80-0A293361AA8E}" type="pres">
      <dgm:prSet presAssocID="{F0FE7CA0-BBFE-8049-B3C5-819AA10E0AFA}" presName="connTx" presStyleLbl="parChTrans1D2" presStyleIdx="1" presStyleCnt="6"/>
      <dgm:spPr/>
    </dgm:pt>
    <dgm:pt modelId="{DCCAC026-D64A-7F4A-865F-84788B8BBB86}" type="pres">
      <dgm:prSet presAssocID="{D308D9B8-794F-D540-827D-7207940682EB}" presName="node" presStyleLbl="node1" presStyleIdx="1" presStyleCnt="6">
        <dgm:presLayoutVars>
          <dgm:bulletEnabled val="1"/>
        </dgm:presLayoutVars>
      </dgm:prSet>
      <dgm:spPr/>
    </dgm:pt>
    <dgm:pt modelId="{F2F317D6-1E7B-F44E-997A-2A051D07BD93}" type="pres">
      <dgm:prSet presAssocID="{2827D0C8-8C0A-4645-A9C0-C8F8D0117D0F}" presName="Name9" presStyleLbl="parChTrans1D2" presStyleIdx="2" presStyleCnt="6"/>
      <dgm:spPr/>
    </dgm:pt>
    <dgm:pt modelId="{F69FE580-82AE-AF4C-9A95-D81067BF0D2B}" type="pres">
      <dgm:prSet presAssocID="{2827D0C8-8C0A-4645-A9C0-C8F8D0117D0F}" presName="connTx" presStyleLbl="parChTrans1D2" presStyleIdx="2" presStyleCnt="6"/>
      <dgm:spPr/>
    </dgm:pt>
    <dgm:pt modelId="{8759F0FF-D50F-3144-8F71-C5E491A82945}" type="pres">
      <dgm:prSet presAssocID="{3F649C89-9014-5B45-8667-014C1FF5CCB6}" presName="node" presStyleLbl="node1" presStyleIdx="2" presStyleCnt="6">
        <dgm:presLayoutVars>
          <dgm:bulletEnabled val="1"/>
        </dgm:presLayoutVars>
      </dgm:prSet>
      <dgm:spPr/>
    </dgm:pt>
    <dgm:pt modelId="{56CDAD07-4DED-4F44-970C-91B8DEBEF2C9}" type="pres">
      <dgm:prSet presAssocID="{9B6CAB8C-CE52-2842-AE47-386703B8838B}" presName="Name9" presStyleLbl="parChTrans1D2" presStyleIdx="3" presStyleCnt="6"/>
      <dgm:spPr/>
    </dgm:pt>
    <dgm:pt modelId="{DC0B458C-8829-224C-90D8-A30C6899AF83}" type="pres">
      <dgm:prSet presAssocID="{9B6CAB8C-CE52-2842-AE47-386703B8838B}" presName="connTx" presStyleLbl="parChTrans1D2" presStyleIdx="3" presStyleCnt="6"/>
      <dgm:spPr/>
    </dgm:pt>
    <dgm:pt modelId="{B785A7C3-F4F2-634D-B8DF-98689C9BC92D}" type="pres">
      <dgm:prSet presAssocID="{6A47F86A-91A3-4846-9EFF-3D5508F14741}" presName="node" presStyleLbl="node1" presStyleIdx="3" presStyleCnt="6">
        <dgm:presLayoutVars>
          <dgm:bulletEnabled val="1"/>
        </dgm:presLayoutVars>
      </dgm:prSet>
      <dgm:spPr/>
    </dgm:pt>
    <dgm:pt modelId="{90ACF8EA-BA07-564D-85A0-DF74FC9AEDE4}" type="pres">
      <dgm:prSet presAssocID="{8E7EDC6D-0DBA-2343-8D93-B2CEC2F827F1}" presName="Name9" presStyleLbl="parChTrans1D2" presStyleIdx="4" presStyleCnt="6"/>
      <dgm:spPr/>
    </dgm:pt>
    <dgm:pt modelId="{B8FB9053-5CF2-FA4C-B9C3-052B74725871}" type="pres">
      <dgm:prSet presAssocID="{8E7EDC6D-0DBA-2343-8D93-B2CEC2F827F1}" presName="connTx" presStyleLbl="parChTrans1D2" presStyleIdx="4" presStyleCnt="6"/>
      <dgm:spPr/>
    </dgm:pt>
    <dgm:pt modelId="{B77C2B2C-80E0-6744-B489-2F5F91AD18FF}" type="pres">
      <dgm:prSet presAssocID="{8DD79FB7-3BA1-0845-9713-4CC52441D683}" presName="node" presStyleLbl="node1" presStyleIdx="4" presStyleCnt="6">
        <dgm:presLayoutVars>
          <dgm:bulletEnabled val="1"/>
        </dgm:presLayoutVars>
      </dgm:prSet>
      <dgm:spPr/>
    </dgm:pt>
    <dgm:pt modelId="{4DBB7836-C8E6-6746-90FD-B20A890931F2}" type="pres">
      <dgm:prSet presAssocID="{819594B3-0C46-4444-8E2E-71C35C1D61E6}" presName="Name9" presStyleLbl="parChTrans1D2" presStyleIdx="5" presStyleCnt="6"/>
      <dgm:spPr/>
    </dgm:pt>
    <dgm:pt modelId="{89DE42E8-11FC-B644-9177-50A0121F773A}" type="pres">
      <dgm:prSet presAssocID="{819594B3-0C46-4444-8E2E-71C35C1D61E6}" presName="connTx" presStyleLbl="parChTrans1D2" presStyleIdx="5" presStyleCnt="6"/>
      <dgm:spPr/>
    </dgm:pt>
    <dgm:pt modelId="{E1C13D3E-6C70-594D-BA07-3780558E6EBF}" type="pres">
      <dgm:prSet presAssocID="{17FE25B0-F9D5-AB4A-B801-5D30A07D9D02}" presName="node" presStyleLbl="node1" presStyleIdx="5" presStyleCnt="6">
        <dgm:presLayoutVars>
          <dgm:bulletEnabled val="1"/>
        </dgm:presLayoutVars>
      </dgm:prSet>
      <dgm:spPr/>
    </dgm:pt>
  </dgm:ptLst>
  <dgm:cxnLst>
    <dgm:cxn modelId="{6A7B0D13-CECE-1E41-930D-EE0350D9CE78}" type="presOf" srcId="{819594B3-0C46-4444-8E2E-71C35C1D61E6}" destId="{89DE42E8-11FC-B644-9177-50A0121F773A}" srcOrd="1" destOrd="0" presId="urn:microsoft.com/office/officeart/2005/8/layout/radial1"/>
    <dgm:cxn modelId="{6CA11124-2F65-3D48-909C-5EDB05A8B5BA}" type="presOf" srcId="{819594B3-0C46-4444-8E2E-71C35C1D61E6}" destId="{4DBB7836-C8E6-6746-90FD-B20A890931F2}" srcOrd="0" destOrd="0" presId="urn:microsoft.com/office/officeart/2005/8/layout/radial1"/>
    <dgm:cxn modelId="{94DDEA31-0C4D-0645-9E36-40DE062B049C}" type="presOf" srcId="{2827D0C8-8C0A-4645-A9C0-C8F8D0117D0F}" destId="{F2F317D6-1E7B-F44E-997A-2A051D07BD93}" srcOrd="0" destOrd="0" presId="urn:microsoft.com/office/officeart/2005/8/layout/radial1"/>
    <dgm:cxn modelId="{D26E9138-3FA1-EC48-AA03-922D32537673}" srcId="{1F7C2B46-398E-C146-991F-CD91D34B5F04}" destId="{3F649C89-9014-5B45-8667-014C1FF5CCB6}" srcOrd="2" destOrd="0" parTransId="{2827D0C8-8C0A-4645-A9C0-C8F8D0117D0F}" sibTransId="{A827C89E-6BAB-DA45-8B43-3CB534FB73F8}"/>
    <dgm:cxn modelId="{886CEE61-0680-F743-808B-A1CD4231F353}" type="presOf" srcId="{A03BAABC-4198-8C49-A945-0E9083C6A5E8}" destId="{274356B5-5615-A74C-85B5-ABB4B4B33E5D}" srcOrd="0" destOrd="0" presId="urn:microsoft.com/office/officeart/2005/8/layout/radial1"/>
    <dgm:cxn modelId="{3F64DF45-8141-C74C-8C01-04B1B224F2DC}" type="presOf" srcId="{6A47F86A-91A3-4846-9EFF-3D5508F14741}" destId="{B785A7C3-F4F2-634D-B8DF-98689C9BC92D}" srcOrd="0" destOrd="0" presId="urn:microsoft.com/office/officeart/2005/8/layout/radial1"/>
    <dgm:cxn modelId="{58BC7A47-DA11-2349-B01D-C01A9CCBE883}" type="presOf" srcId="{9B6CAB8C-CE52-2842-AE47-386703B8838B}" destId="{DC0B458C-8829-224C-90D8-A30C6899AF83}" srcOrd="1" destOrd="0" presId="urn:microsoft.com/office/officeart/2005/8/layout/radial1"/>
    <dgm:cxn modelId="{29A3AA49-EE43-AB4E-A981-8F1440CAA3A6}" type="presOf" srcId="{3F649C89-9014-5B45-8667-014C1FF5CCB6}" destId="{8759F0FF-D50F-3144-8F71-C5E491A82945}" srcOrd="0" destOrd="0" presId="urn:microsoft.com/office/officeart/2005/8/layout/radial1"/>
    <dgm:cxn modelId="{37148054-415B-D54E-A454-E0ADA5D43419}" type="presOf" srcId="{7B78AB90-A9EB-C54C-B779-5E2E966B383A}" destId="{1B155B4C-8380-A842-8CD7-27B2EA3CB326}" srcOrd="0" destOrd="0" presId="urn:microsoft.com/office/officeart/2005/8/layout/radial1"/>
    <dgm:cxn modelId="{270DC858-99B7-C54B-8478-97E368A2EB94}" srcId="{1F7C2B46-398E-C146-991F-CD91D34B5F04}" destId="{A03BAABC-4198-8C49-A945-0E9083C6A5E8}" srcOrd="0" destOrd="0" parTransId="{7B78AB90-A9EB-C54C-B779-5E2E966B383A}" sibTransId="{13F579E4-644A-3448-AA87-6454835CE0AC}"/>
    <dgm:cxn modelId="{82EF217C-6C46-A740-9776-08EBAC4169DE}" srcId="{1F7C2B46-398E-C146-991F-CD91D34B5F04}" destId="{6A47F86A-91A3-4846-9EFF-3D5508F14741}" srcOrd="3" destOrd="0" parTransId="{9B6CAB8C-CE52-2842-AE47-386703B8838B}" sibTransId="{D4A5223F-58E1-D84C-B4E9-0584EE9CFE1C}"/>
    <dgm:cxn modelId="{66315E7C-144C-A24D-9C20-803CD8A2A411}" type="presOf" srcId="{8DD79FB7-3BA1-0845-9713-4CC52441D683}" destId="{B77C2B2C-80E0-6744-B489-2F5F91AD18FF}" srcOrd="0" destOrd="0" presId="urn:microsoft.com/office/officeart/2005/8/layout/radial1"/>
    <dgm:cxn modelId="{757DB082-6B35-B645-A416-A5775BF1AA08}" srcId="{1F7C2B46-398E-C146-991F-CD91D34B5F04}" destId="{8DD79FB7-3BA1-0845-9713-4CC52441D683}" srcOrd="4" destOrd="0" parTransId="{8E7EDC6D-0DBA-2343-8D93-B2CEC2F827F1}" sibTransId="{0E1EA098-2C76-CA4E-AB2B-A000257AC5F9}"/>
    <dgm:cxn modelId="{C643C587-2EFE-2C49-B12F-0B960514A82F}" type="presOf" srcId="{9B6CAB8C-CE52-2842-AE47-386703B8838B}" destId="{56CDAD07-4DED-4F44-970C-91B8DEBEF2C9}" srcOrd="0" destOrd="0" presId="urn:microsoft.com/office/officeart/2005/8/layout/radial1"/>
    <dgm:cxn modelId="{8BF6E088-5F1F-EA49-A196-429DE6B7D8AC}" type="presOf" srcId="{F0FE7CA0-BBFE-8049-B3C5-819AA10E0AFA}" destId="{E46BF2B1-AF10-984C-A63D-713CBF5DFFE1}" srcOrd="0" destOrd="0" presId="urn:microsoft.com/office/officeart/2005/8/layout/radial1"/>
    <dgm:cxn modelId="{F215118C-9787-254D-83AD-D3E7F5B199B7}" type="presOf" srcId="{8E7EDC6D-0DBA-2343-8D93-B2CEC2F827F1}" destId="{B8FB9053-5CF2-FA4C-B9C3-052B74725871}" srcOrd="1" destOrd="0" presId="urn:microsoft.com/office/officeart/2005/8/layout/radial1"/>
    <dgm:cxn modelId="{0AB1E18E-B750-124F-9EF3-48CAD79CC5B6}" type="presOf" srcId="{9368A386-A098-7A48-9E93-2253A4FC0E70}" destId="{765A143D-572F-144B-9CC8-9B6E6E4D91B8}" srcOrd="0" destOrd="0" presId="urn:microsoft.com/office/officeart/2005/8/layout/radial1"/>
    <dgm:cxn modelId="{C7C903A5-E09A-FE41-99AD-BF7FFFFFE1B8}" srcId="{1F7C2B46-398E-C146-991F-CD91D34B5F04}" destId="{17FE25B0-F9D5-AB4A-B801-5D30A07D9D02}" srcOrd="5" destOrd="0" parTransId="{819594B3-0C46-4444-8E2E-71C35C1D61E6}" sibTransId="{D0AEB7BD-3718-484E-9633-3BCF7FBF7134}"/>
    <dgm:cxn modelId="{90E7ADB7-235E-734C-97AE-6F3372EDFB26}" srcId="{1F7C2B46-398E-C146-991F-CD91D34B5F04}" destId="{D308D9B8-794F-D540-827D-7207940682EB}" srcOrd="1" destOrd="0" parTransId="{F0FE7CA0-BBFE-8049-B3C5-819AA10E0AFA}" sibTransId="{0C16EBC2-F300-3342-BEF5-578F37B590EA}"/>
    <dgm:cxn modelId="{9F29FAC1-7BE3-6A44-9999-B3EEF24B6FC0}" type="presOf" srcId="{F0FE7CA0-BBFE-8049-B3C5-819AA10E0AFA}" destId="{276C01C8-C283-164E-9F80-0A293361AA8E}" srcOrd="1" destOrd="0" presId="urn:microsoft.com/office/officeart/2005/8/layout/radial1"/>
    <dgm:cxn modelId="{518A1BCF-7CFC-2F48-BF31-6B022BD535E0}" type="presOf" srcId="{1F7C2B46-398E-C146-991F-CD91D34B5F04}" destId="{683D483E-02BA-1745-9412-BE6079F4FE62}" srcOrd="0" destOrd="0" presId="urn:microsoft.com/office/officeart/2005/8/layout/radial1"/>
    <dgm:cxn modelId="{2949C5D4-8865-104D-8AE0-F851D788765F}" srcId="{9368A386-A098-7A48-9E93-2253A4FC0E70}" destId="{1F7C2B46-398E-C146-991F-CD91D34B5F04}" srcOrd="0" destOrd="0" parTransId="{B3EFF805-A5D3-714A-B623-69BDF1D2E00B}" sibTransId="{EBDA1147-2FB3-EE44-B905-F6E969AA3F7E}"/>
    <dgm:cxn modelId="{C6C926D7-9513-384C-BBF2-51048A466818}" type="presOf" srcId="{7B78AB90-A9EB-C54C-B779-5E2E966B383A}" destId="{DE9D7054-C6B4-C843-BC22-591511E58E84}" srcOrd="1" destOrd="0" presId="urn:microsoft.com/office/officeart/2005/8/layout/radial1"/>
    <dgm:cxn modelId="{9EF533DB-985D-774C-A8A2-AD4D9D5CBDAA}" type="presOf" srcId="{8E7EDC6D-0DBA-2343-8D93-B2CEC2F827F1}" destId="{90ACF8EA-BA07-564D-85A0-DF74FC9AEDE4}" srcOrd="0" destOrd="0" presId="urn:microsoft.com/office/officeart/2005/8/layout/radial1"/>
    <dgm:cxn modelId="{7ECB6EDC-8BE3-A249-9872-44195B90F99D}" type="presOf" srcId="{2827D0C8-8C0A-4645-A9C0-C8F8D0117D0F}" destId="{F69FE580-82AE-AF4C-9A95-D81067BF0D2B}" srcOrd="1" destOrd="0" presId="urn:microsoft.com/office/officeart/2005/8/layout/radial1"/>
    <dgm:cxn modelId="{DCC0FBF8-BE51-3648-9292-50F3DB43796D}" type="presOf" srcId="{17FE25B0-F9D5-AB4A-B801-5D30A07D9D02}" destId="{E1C13D3E-6C70-594D-BA07-3780558E6EBF}" srcOrd="0" destOrd="0" presId="urn:microsoft.com/office/officeart/2005/8/layout/radial1"/>
    <dgm:cxn modelId="{89DB96F9-603B-FA4A-9E70-68E8278E7ED2}" type="presOf" srcId="{D308D9B8-794F-D540-827D-7207940682EB}" destId="{DCCAC026-D64A-7F4A-865F-84788B8BBB86}" srcOrd="0" destOrd="0" presId="urn:microsoft.com/office/officeart/2005/8/layout/radial1"/>
    <dgm:cxn modelId="{892519C1-A3B1-264E-80DE-4DAA82EFD28A}" type="presParOf" srcId="{765A143D-572F-144B-9CC8-9B6E6E4D91B8}" destId="{683D483E-02BA-1745-9412-BE6079F4FE62}" srcOrd="0" destOrd="0" presId="urn:microsoft.com/office/officeart/2005/8/layout/radial1"/>
    <dgm:cxn modelId="{333D85D0-A048-D843-9399-37A197D2AA1C}" type="presParOf" srcId="{765A143D-572F-144B-9CC8-9B6E6E4D91B8}" destId="{1B155B4C-8380-A842-8CD7-27B2EA3CB326}" srcOrd="1" destOrd="0" presId="urn:microsoft.com/office/officeart/2005/8/layout/radial1"/>
    <dgm:cxn modelId="{1A7AF24F-CF9B-CF4D-B0C3-3D668ECF254D}" type="presParOf" srcId="{1B155B4C-8380-A842-8CD7-27B2EA3CB326}" destId="{DE9D7054-C6B4-C843-BC22-591511E58E84}" srcOrd="0" destOrd="0" presId="urn:microsoft.com/office/officeart/2005/8/layout/radial1"/>
    <dgm:cxn modelId="{B3CC05CA-3007-D941-ADB5-8A84F88079F2}" type="presParOf" srcId="{765A143D-572F-144B-9CC8-9B6E6E4D91B8}" destId="{274356B5-5615-A74C-85B5-ABB4B4B33E5D}" srcOrd="2" destOrd="0" presId="urn:microsoft.com/office/officeart/2005/8/layout/radial1"/>
    <dgm:cxn modelId="{9C644527-EB7B-554C-8689-8E5DFD052360}" type="presParOf" srcId="{765A143D-572F-144B-9CC8-9B6E6E4D91B8}" destId="{E46BF2B1-AF10-984C-A63D-713CBF5DFFE1}" srcOrd="3" destOrd="0" presId="urn:microsoft.com/office/officeart/2005/8/layout/radial1"/>
    <dgm:cxn modelId="{E06EEF32-5C54-654D-867E-07E09FCADF78}" type="presParOf" srcId="{E46BF2B1-AF10-984C-A63D-713CBF5DFFE1}" destId="{276C01C8-C283-164E-9F80-0A293361AA8E}" srcOrd="0" destOrd="0" presId="urn:microsoft.com/office/officeart/2005/8/layout/radial1"/>
    <dgm:cxn modelId="{9E264CD6-3E20-3744-B557-6E4BD9D8DC8C}" type="presParOf" srcId="{765A143D-572F-144B-9CC8-9B6E6E4D91B8}" destId="{DCCAC026-D64A-7F4A-865F-84788B8BBB86}" srcOrd="4" destOrd="0" presId="urn:microsoft.com/office/officeart/2005/8/layout/radial1"/>
    <dgm:cxn modelId="{5F876A5B-696A-9544-8883-E0B214AE4586}" type="presParOf" srcId="{765A143D-572F-144B-9CC8-9B6E6E4D91B8}" destId="{F2F317D6-1E7B-F44E-997A-2A051D07BD93}" srcOrd="5" destOrd="0" presId="urn:microsoft.com/office/officeart/2005/8/layout/radial1"/>
    <dgm:cxn modelId="{2E4058CC-5693-204E-BD04-1F7823295CFD}" type="presParOf" srcId="{F2F317D6-1E7B-F44E-997A-2A051D07BD93}" destId="{F69FE580-82AE-AF4C-9A95-D81067BF0D2B}" srcOrd="0" destOrd="0" presId="urn:microsoft.com/office/officeart/2005/8/layout/radial1"/>
    <dgm:cxn modelId="{200560DE-286B-444C-B6A2-6AC5EFD2784D}" type="presParOf" srcId="{765A143D-572F-144B-9CC8-9B6E6E4D91B8}" destId="{8759F0FF-D50F-3144-8F71-C5E491A82945}" srcOrd="6" destOrd="0" presId="urn:microsoft.com/office/officeart/2005/8/layout/radial1"/>
    <dgm:cxn modelId="{5A470451-35CE-1240-A2A6-5662977155E5}" type="presParOf" srcId="{765A143D-572F-144B-9CC8-9B6E6E4D91B8}" destId="{56CDAD07-4DED-4F44-970C-91B8DEBEF2C9}" srcOrd="7" destOrd="0" presId="urn:microsoft.com/office/officeart/2005/8/layout/radial1"/>
    <dgm:cxn modelId="{CB7DA02A-6790-E14B-8C32-67028B741DD2}" type="presParOf" srcId="{56CDAD07-4DED-4F44-970C-91B8DEBEF2C9}" destId="{DC0B458C-8829-224C-90D8-A30C6899AF83}" srcOrd="0" destOrd="0" presId="urn:microsoft.com/office/officeart/2005/8/layout/radial1"/>
    <dgm:cxn modelId="{09D85768-D9AC-EA4D-A4E5-E28B408AC6A8}" type="presParOf" srcId="{765A143D-572F-144B-9CC8-9B6E6E4D91B8}" destId="{B785A7C3-F4F2-634D-B8DF-98689C9BC92D}" srcOrd="8" destOrd="0" presId="urn:microsoft.com/office/officeart/2005/8/layout/radial1"/>
    <dgm:cxn modelId="{F36B4E45-5894-0744-BF38-E25740FB508F}" type="presParOf" srcId="{765A143D-572F-144B-9CC8-9B6E6E4D91B8}" destId="{90ACF8EA-BA07-564D-85A0-DF74FC9AEDE4}" srcOrd="9" destOrd="0" presId="urn:microsoft.com/office/officeart/2005/8/layout/radial1"/>
    <dgm:cxn modelId="{204D2D8E-B19E-A74F-8806-10F0DCD01FB9}" type="presParOf" srcId="{90ACF8EA-BA07-564D-85A0-DF74FC9AEDE4}" destId="{B8FB9053-5CF2-FA4C-B9C3-052B74725871}" srcOrd="0" destOrd="0" presId="urn:microsoft.com/office/officeart/2005/8/layout/radial1"/>
    <dgm:cxn modelId="{B96455B1-4F70-AA43-8FA5-E55AE22EF8DE}" type="presParOf" srcId="{765A143D-572F-144B-9CC8-9B6E6E4D91B8}" destId="{B77C2B2C-80E0-6744-B489-2F5F91AD18FF}" srcOrd="10" destOrd="0" presId="urn:microsoft.com/office/officeart/2005/8/layout/radial1"/>
    <dgm:cxn modelId="{5EF29D2B-E457-C94B-97B7-259772D5D2FC}" type="presParOf" srcId="{765A143D-572F-144B-9CC8-9B6E6E4D91B8}" destId="{4DBB7836-C8E6-6746-90FD-B20A890931F2}" srcOrd="11" destOrd="0" presId="urn:microsoft.com/office/officeart/2005/8/layout/radial1"/>
    <dgm:cxn modelId="{8CEAD007-1F85-934D-8775-C4B8BBE6110E}" type="presParOf" srcId="{4DBB7836-C8E6-6746-90FD-B20A890931F2}" destId="{89DE42E8-11FC-B644-9177-50A0121F773A}" srcOrd="0" destOrd="0" presId="urn:microsoft.com/office/officeart/2005/8/layout/radial1"/>
    <dgm:cxn modelId="{231069BD-D7EE-B448-899E-55F46552BB47}" type="presParOf" srcId="{765A143D-572F-144B-9CC8-9B6E6E4D91B8}" destId="{E1C13D3E-6C70-594D-BA07-3780558E6EBF}" srcOrd="12" destOrd="0" presId="urn:microsoft.com/office/officeart/2005/8/layout/radial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AB946C-4EA6-49C4-B1A0-72B29FF9DC79}" type="doc">
      <dgm:prSet loTypeId="urn:microsoft.com/office/officeart/2005/8/layout/default" loCatId="list" qsTypeId="urn:microsoft.com/office/officeart/2005/8/quickstyle/simple4" qsCatId="simple" csTypeId="urn:microsoft.com/office/officeart/2005/8/colors/accent2_2" csCatId="accent2" phldr="1"/>
      <dgm:spPr/>
      <dgm:t>
        <a:bodyPr rtlCol="1"/>
        <a:lstStyle/>
        <a:p>
          <a:pPr rtl="1"/>
          <a:endParaRPr lang="en-US"/>
        </a:p>
      </dgm:t>
    </dgm:pt>
    <dgm:pt modelId="{57959CB8-5127-4F21-9FB9-290BB0FF4EF2}">
      <dgm:prSet custT="1"/>
      <dgm:spPr/>
      <dgm:t>
        <a:bodyPr rtlCol="1"/>
        <a:lstStyle/>
        <a:p>
          <a:pPr rtl="1"/>
          <a:r>
            <a:rPr lang="ar" sz="3200" dirty="0">
              <a:latin typeface="Sakkal Majalla" panose="02000000000000000000" pitchFamily="2" charset="-78"/>
              <a:cs typeface="Sakkal Majalla" panose="02000000000000000000" pitchFamily="2" charset="-78"/>
            </a:rPr>
            <a:t>الطرق الترويجية:</a:t>
          </a:r>
        </a:p>
        <a:p>
          <a:pPr rtl="1"/>
          <a:r>
            <a:rPr lang="ar" sz="2400" dirty="0">
              <a:latin typeface="Sakkal Majalla" panose="02000000000000000000" pitchFamily="2" charset="-78"/>
              <a:cs typeface="Sakkal Majalla" panose="02000000000000000000" pitchFamily="2" charset="-78"/>
            </a:rPr>
            <a:t>جلسات تذوق العينات والهدايا المجانية</a:t>
          </a:r>
          <a:endParaRPr lang="en-GB" sz="2400" dirty="0">
            <a:latin typeface="Sakkal Majalla" panose="02000000000000000000" pitchFamily="2" charset="-78"/>
            <a:cs typeface="Sakkal Majalla" panose="02000000000000000000" pitchFamily="2" charset="-78"/>
          </a:endParaRPr>
        </a:p>
      </dgm:t>
    </dgm:pt>
    <dgm:pt modelId="{C399A1EC-42B9-4630-B26E-D25EB055A14B}" type="parTrans" cxnId="{ED2232C5-BA4F-407B-8FC5-2C041056795A}">
      <dgm:prSet/>
      <dgm:spPr/>
      <dgm:t>
        <a:bodyPr rtlCol="1"/>
        <a:lstStyle/>
        <a:p>
          <a:pPr rtl="1"/>
          <a:endParaRPr lang="en-US">
            <a:latin typeface="Sakkal Majalla" panose="02000000000000000000" pitchFamily="2" charset="-78"/>
            <a:cs typeface="Sakkal Majalla" panose="02000000000000000000" pitchFamily="2" charset="-78"/>
          </a:endParaRPr>
        </a:p>
      </dgm:t>
    </dgm:pt>
    <dgm:pt modelId="{E62E9512-6A4C-4593-94FD-4ACA62CB97B3}" type="sibTrans" cxnId="{ED2232C5-BA4F-407B-8FC5-2C041056795A}">
      <dgm:prSet/>
      <dgm:spPr/>
      <dgm:t>
        <a:bodyPr rtlCol="1"/>
        <a:lstStyle/>
        <a:p>
          <a:pPr rtl="1"/>
          <a:endParaRPr lang="en-US">
            <a:latin typeface="Sakkal Majalla" panose="02000000000000000000" pitchFamily="2" charset="-78"/>
            <a:cs typeface="Sakkal Majalla" panose="02000000000000000000" pitchFamily="2" charset="-78"/>
          </a:endParaRPr>
        </a:p>
      </dgm:t>
    </dgm:pt>
    <dgm:pt modelId="{F3680174-0BB9-4CF8-9905-6BCC1BBECBA3}">
      <dgm:prSet custT="1"/>
      <dgm:spPr/>
      <dgm:t>
        <a:bodyPr rtlCol="1"/>
        <a:lstStyle/>
        <a:p>
          <a:pPr rtl="1"/>
          <a:r>
            <a:rPr lang="ar" sz="2400" dirty="0">
              <a:latin typeface="Sakkal Majalla" panose="02000000000000000000" pitchFamily="2" charset="-78"/>
              <a:cs typeface="Sakkal Majalla" panose="02000000000000000000" pitchFamily="2" charset="-78"/>
            </a:rPr>
            <a:t>العروض الخاصة، وقسائم التخفيضات والخصومات</a:t>
          </a:r>
          <a:endParaRPr lang="en-US" sz="2400" dirty="0">
            <a:latin typeface="Sakkal Majalla" panose="02000000000000000000" pitchFamily="2" charset="-78"/>
            <a:cs typeface="Sakkal Majalla" panose="02000000000000000000" pitchFamily="2" charset="-78"/>
          </a:endParaRPr>
        </a:p>
      </dgm:t>
    </dgm:pt>
    <dgm:pt modelId="{EC68ADA8-0184-49CF-BA46-1CC1BB366CCB}" type="parTrans" cxnId="{65350CE2-1371-4780-883A-CF611F3FF922}">
      <dgm:prSet/>
      <dgm:spPr/>
      <dgm:t>
        <a:bodyPr rtlCol="1"/>
        <a:lstStyle/>
        <a:p>
          <a:pPr rtl="1"/>
          <a:endParaRPr lang="en-US">
            <a:latin typeface="Sakkal Majalla" panose="02000000000000000000" pitchFamily="2" charset="-78"/>
            <a:cs typeface="Sakkal Majalla" panose="02000000000000000000" pitchFamily="2" charset="-78"/>
          </a:endParaRPr>
        </a:p>
      </dgm:t>
    </dgm:pt>
    <dgm:pt modelId="{5520D6A6-619D-4A87-9148-45F30D44F2CC}" type="sibTrans" cxnId="{65350CE2-1371-4780-883A-CF611F3FF922}">
      <dgm:prSet/>
      <dgm:spPr/>
      <dgm:t>
        <a:bodyPr rtlCol="1"/>
        <a:lstStyle/>
        <a:p>
          <a:pPr rtl="1"/>
          <a:endParaRPr lang="en-US">
            <a:latin typeface="Sakkal Majalla" panose="02000000000000000000" pitchFamily="2" charset="-78"/>
            <a:cs typeface="Sakkal Majalla" panose="02000000000000000000" pitchFamily="2" charset="-78"/>
          </a:endParaRPr>
        </a:p>
      </dgm:t>
    </dgm:pt>
    <dgm:pt modelId="{A672095F-50B1-4E7F-83B9-CC2BC4E63A5E}">
      <dgm:prSet custT="1"/>
      <dgm:spPr/>
      <dgm:t>
        <a:bodyPr rtlCol="1"/>
        <a:lstStyle/>
        <a:p>
          <a:pPr rtl="1"/>
          <a:r>
            <a:rPr lang="ar" sz="2400">
              <a:latin typeface="Sakkal Majalla" panose="02000000000000000000" pitchFamily="2" charset="-78"/>
              <a:cs typeface="Sakkal Majalla" panose="02000000000000000000" pitchFamily="2" charset="-78"/>
            </a:rPr>
            <a:t>وجبات لأوائل المشترين</a:t>
          </a:r>
          <a:endParaRPr lang="en-US" sz="2400" dirty="0">
            <a:latin typeface="Sakkal Majalla" panose="02000000000000000000" pitchFamily="2" charset="-78"/>
            <a:cs typeface="Sakkal Majalla" panose="02000000000000000000" pitchFamily="2" charset="-78"/>
          </a:endParaRPr>
        </a:p>
      </dgm:t>
    </dgm:pt>
    <dgm:pt modelId="{BE274720-9CF1-4B65-8A18-8ACD730FA623}" type="parTrans" cxnId="{EEFB956C-FAB2-475B-8D6D-2BD950835D8F}">
      <dgm:prSet/>
      <dgm:spPr/>
      <dgm:t>
        <a:bodyPr rtlCol="1"/>
        <a:lstStyle/>
        <a:p>
          <a:pPr rtl="1"/>
          <a:endParaRPr lang="en-US">
            <a:latin typeface="Sakkal Majalla" panose="02000000000000000000" pitchFamily="2" charset="-78"/>
            <a:cs typeface="Sakkal Majalla" panose="02000000000000000000" pitchFamily="2" charset="-78"/>
          </a:endParaRPr>
        </a:p>
      </dgm:t>
    </dgm:pt>
    <dgm:pt modelId="{23350DBF-45F7-438D-A004-6E31B29D68AB}" type="sibTrans" cxnId="{EEFB956C-FAB2-475B-8D6D-2BD950835D8F}">
      <dgm:prSet/>
      <dgm:spPr/>
      <dgm:t>
        <a:bodyPr rtlCol="1"/>
        <a:lstStyle/>
        <a:p>
          <a:pPr rtl="1"/>
          <a:endParaRPr lang="en-US">
            <a:latin typeface="Sakkal Majalla" panose="02000000000000000000" pitchFamily="2" charset="-78"/>
            <a:cs typeface="Sakkal Majalla" panose="02000000000000000000" pitchFamily="2" charset="-78"/>
          </a:endParaRPr>
        </a:p>
      </dgm:t>
    </dgm:pt>
    <dgm:pt modelId="{A14710EA-FE28-43FA-9958-A1D747D06C60}">
      <dgm:prSet custT="1"/>
      <dgm:spPr/>
      <dgm:t>
        <a:bodyPr rtlCol="1"/>
        <a:lstStyle/>
        <a:p>
          <a:pPr rtl="1"/>
          <a:r>
            <a:rPr lang="ar" sz="2400">
              <a:latin typeface="Sakkal Majalla" panose="02000000000000000000" pitchFamily="2" charset="-78"/>
              <a:cs typeface="Sakkal Majalla" panose="02000000000000000000" pitchFamily="2" charset="-78"/>
            </a:rPr>
            <a:t>اشترِ منتجًا واحصل على الآخر مجانًا</a:t>
          </a:r>
          <a:endParaRPr lang="en-US" sz="2400" dirty="0">
            <a:latin typeface="Sakkal Majalla" panose="02000000000000000000" pitchFamily="2" charset="-78"/>
            <a:cs typeface="Sakkal Majalla" panose="02000000000000000000" pitchFamily="2" charset="-78"/>
          </a:endParaRPr>
        </a:p>
      </dgm:t>
    </dgm:pt>
    <dgm:pt modelId="{E3E0DD55-F08E-4599-B79C-7CD6A13936A1}" type="parTrans" cxnId="{49C5010D-5EEF-4738-A787-7AA982D9A85A}">
      <dgm:prSet/>
      <dgm:spPr/>
      <dgm:t>
        <a:bodyPr rtlCol="1"/>
        <a:lstStyle/>
        <a:p>
          <a:pPr rtl="1"/>
          <a:endParaRPr lang="en-US">
            <a:latin typeface="Sakkal Majalla" panose="02000000000000000000" pitchFamily="2" charset="-78"/>
            <a:cs typeface="Sakkal Majalla" panose="02000000000000000000" pitchFamily="2" charset="-78"/>
          </a:endParaRPr>
        </a:p>
      </dgm:t>
    </dgm:pt>
    <dgm:pt modelId="{65B3A856-309F-48F8-B9C1-28BB6588E4DC}" type="sibTrans" cxnId="{49C5010D-5EEF-4738-A787-7AA982D9A85A}">
      <dgm:prSet/>
      <dgm:spPr/>
      <dgm:t>
        <a:bodyPr rtlCol="1"/>
        <a:lstStyle/>
        <a:p>
          <a:pPr rtl="1"/>
          <a:endParaRPr lang="en-US">
            <a:latin typeface="Sakkal Majalla" panose="02000000000000000000" pitchFamily="2" charset="-78"/>
            <a:cs typeface="Sakkal Majalla" panose="02000000000000000000" pitchFamily="2" charset="-78"/>
          </a:endParaRPr>
        </a:p>
      </dgm:t>
    </dgm:pt>
    <dgm:pt modelId="{82103537-358E-471B-AE69-7F74330CC942}">
      <dgm:prSet custT="1"/>
      <dgm:spPr/>
      <dgm:t>
        <a:bodyPr rtlCol="1"/>
        <a:lstStyle/>
        <a:p>
          <a:pPr rtl="1"/>
          <a:r>
            <a:rPr lang="ar" sz="2400">
              <a:latin typeface="Sakkal Majalla" panose="02000000000000000000" pitchFamily="2" charset="-78"/>
              <a:cs typeface="Sakkal Majalla" panose="02000000000000000000" pitchFamily="2" charset="-78"/>
            </a:rPr>
            <a:t>المسابقات</a:t>
          </a:r>
          <a:endParaRPr lang="en-US" sz="2400" dirty="0">
            <a:latin typeface="Sakkal Majalla" panose="02000000000000000000" pitchFamily="2" charset="-78"/>
            <a:cs typeface="Sakkal Majalla" panose="02000000000000000000" pitchFamily="2" charset="-78"/>
          </a:endParaRPr>
        </a:p>
      </dgm:t>
    </dgm:pt>
    <dgm:pt modelId="{32055098-23B7-4818-BE69-20C2D903F123}" type="parTrans" cxnId="{E2BE17B9-A33C-4088-AAD0-51C0A46971D5}">
      <dgm:prSet/>
      <dgm:spPr/>
      <dgm:t>
        <a:bodyPr rtlCol="1"/>
        <a:lstStyle/>
        <a:p>
          <a:pPr rtl="1"/>
          <a:endParaRPr lang="en-US">
            <a:latin typeface="Sakkal Majalla" panose="02000000000000000000" pitchFamily="2" charset="-78"/>
            <a:cs typeface="Sakkal Majalla" panose="02000000000000000000" pitchFamily="2" charset="-78"/>
          </a:endParaRPr>
        </a:p>
      </dgm:t>
    </dgm:pt>
    <dgm:pt modelId="{A90D0BE5-4AFA-488A-8A5C-991CCFDCF0F6}" type="sibTrans" cxnId="{E2BE17B9-A33C-4088-AAD0-51C0A46971D5}">
      <dgm:prSet/>
      <dgm:spPr/>
      <dgm:t>
        <a:bodyPr rtlCol="1"/>
        <a:lstStyle/>
        <a:p>
          <a:pPr rtl="1"/>
          <a:endParaRPr lang="en-US">
            <a:latin typeface="Sakkal Majalla" panose="02000000000000000000" pitchFamily="2" charset="-78"/>
            <a:cs typeface="Sakkal Majalla" panose="02000000000000000000" pitchFamily="2" charset="-78"/>
          </a:endParaRPr>
        </a:p>
      </dgm:t>
    </dgm:pt>
    <dgm:pt modelId="{A37E5B8E-EB12-45A5-AA07-16D9C76C8990}">
      <dgm:prSet custT="1"/>
      <dgm:spPr/>
      <dgm:t>
        <a:bodyPr rtlCol="1"/>
        <a:lstStyle/>
        <a:p>
          <a:pPr rtl="1"/>
          <a:r>
            <a:rPr lang="ar" sz="2400">
              <a:latin typeface="Sakkal Majalla" panose="02000000000000000000" pitchFamily="2" charset="-78"/>
              <a:cs typeface="Sakkal Majalla" panose="02000000000000000000" pitchFamily="2" charset="-78"/>
            </a:rPr>
            <a:t>برامج الولاء</a:t>
          </a:r>
          <a:endParaRPr lang="en-US" sz="2400" dirty="0">
            <a:latin typeface="Sakkal Majalla" panose="02000000000000000000" pitchFamily="2" charset="-78"/>
            <a:cs typeface="Sakkal Majalla" panose="02000000000000000000" pitchFamily="2" charset="-78"/>
          </a:endParaRPr>
        </a:p>
      </dgm:t>
    </dgm:pt>
    <dgm:pt modelId="{94D0D1A1-89FE-4201-86EC-AE518ACA817C}" type="parTrans" cxnId="{16FDDFAE-78D9-405D-81F4-6EF7C39987BE}">
      <dgm:prSet/>
      <dgm:spPr/>
      <dgm:t>
        <a:bodyPr rtlCol="1"/>
        <a:lstStyle/>
        <a:p>
          <a:pPr rtl="1"/>
          <a:endParaRPr lang="en-US">
            <a:latin typeface="Sakkal Majalla" panose="02000000000000000000" pitchFamily="2" charset="-78"/>
            <a:cs typeface="Sakkal Majalla" panose="02000000000000000000" pitchFamily="2" charset="-78"/>
          </a:endParaRPr>
        </a:p>
      </dgm:t>
    </dgm:pt>
    <dgm:pt modelId="{DF6228F9-F28F-4602-AAB1-B12D00914577}" type="sibTrans" cxnId="{16FDDFAE-78D9-405D-81F4-6EF7C39987BE}">
      <dgm:prSet/>
      <dgm:spPr/>
      <dgm:t>
        <a:bodyPr rtlCol="1"/>
        <a:lstStyle/>
        <a:p>
          <a:pPr rtl="1"/>
          <a:endParaRPr lang="en-US">
            <a:latin typeface="Sakkal Majalla" panose="02000000000000000000" pitchFamily="2" charset="-78"/>
            <a:cs typeface="Sakkal Majalla" panose="02000000000000000000" pitchFamily="2" charset="-78"/>
          </a:endParaRPr>
        </a:p>
      </dgm:t>
    </dgm:pt>
    <dgm:pt modelId="{D268602C-CE9E-40EA-B5CD-4E96903FFA15}">
      <dgm:prSet custT="1"/>
      <dgm:spPr/>
      <dgm:t>
        <a:bodyPr rtlCol="1"/>
        <a:lstStyle/>
        <a:p>
          <a:pPr rtl="1"/>
          <a:r>
            <a:rPr lang="ar" sz="2400" dirty="0">
              <a:latin typeface="Sakkal Majalla" panose="02000000000000000000" pitchFamily="2" charset="-78"/>
              <a:cs typeface="Sakkal Majalla" panose="02000000000000000000" pitchFamily="2" charset="-78"/>
            </a:rPr>
            <a:t>مواد نقطة البيع (POS).</a:t>
          </a:r>
          <a:endParaRPr lang="en-US" sz="2400" dirty="0">
            <a:latin typeface="Sakkal Majalla" panose="02000000000000000000" pitchFamily="2" charset="-78"/>
            <a:cs typeface="Sakkal Majalla" panose="02000000000000000000" pitchFamily="2" charset="-78"/>
          </a:endParaRPr>
        </a:p>
      </dgm:t>
    </dgm:pt>
    <dgm:pt modelId="{2FE1EA58-865A-4033-A2D4-312B613B7D58}" type="parTrans" cxnId="{BCC1562C-6CE2-4CBC-B8A6-32CDA8FC8723}">
      <dgm:prSet/>
      <dgm:spPr/>
      <dgm:t>
        <a:bodyPr rtlCol="1"/>
        <a:lstStyle/>
        <a:p>
          <a:pPr rtl="1"/>
          <a:endParaRPr lang="en-US">
            <a:latin typeface="Sakkal Majalla" panose="02000000000000000000" pitchFamily="2" charset="-78"/>
            <a:cs typeface="Sakkal Majalla" panose="02000000000000000000" pitchFamily="2" charset="-78"/>
          </a:endParaRPr>
        </a:p>
      </dgm:t>
    </dgm:pt>
    <dgm:pt modelId="{DDA18803-ECEC-4036-8B38-10DE2F54550A}" type="sibTrans" cxnId="{BCC1562C-6CE2-4CBC-B8A6-32CDA8FC8723}">
      <dgm:prSet/>
      <dgm:spPr/>
      <dgm:t>
        <a:bodyPr rtlCol="1"/>
        <a:lstStyle/>
        <a:p>
          <a:pPr rtl="1"/>
          <a:endParaRPr lang="en-US">
            <a:latin typeface="Sakkal Majalla" panose="02000000000000000000" pitchFamily="2" charset="-78"/>
            <a:cs typeface="Sakkal Majalla" panose="02000000000000000000" pitchFamily="2" charset="-78"/>
          </a:endParaRPr>
        </a:p>
      </dgm:t>
    </dgm:pt>
    <dgm:pt modelId="{DFDD402F-3F6E-0C46-AAC5-19015848C3B4}" type="pres">
      <dgm:prSet presAssocID="{48AB946C-4EA6-49C4-B1A0-72B29FF9DC79}" presName="diagram" presStyleCnt="0">
        <dgm:presLayoutVars>
          <dgm:dir/>
          <dgm:resizeHandles val="exact"/>
        </dgm:presLayoutVars>
      </dgm:prSet>
      <dgm:spPr/>
    </dgm:pt>
    <dgm:pt modelId="{935D38FD-E626-904E-B596-D79B69A1EA15}" type="pres">
      <dgm:prSet presAssocID="{57959CB8-5127-4F21-9FB9-290BB0FF4EF2}" presName="node" presStyleLbl="node1" presStyleIdx="0" presStyleCnt="1">
        <dgm:presLayoutVars>
          <dgm:bulletEnabled val="1"/>
        </dgm:presLayoutVars>
      </dgm:prSet>
      <dgm:spPr/>
    </dgm:pt>
  </dgm:ptLst>
  <dgm:cxnLst>
    <dgm:cxn modelId="{471B4A01-8616-9C45-BA64-90D7D77FD230}" type="presOf" srcId="{D268602C-CE9E-40EA-B5CD-4E96903FFA15}" destId="{935D38FD-E626-904E-B596-D79B69A1EA15}" srcOrd="0" destOrd="6" presId="urn:microsoft.com/office/officeart/2005/8/layout/default"/>
    <dgm:cxn modelId="{49C5010D-5EEF-4738-A787-7AA982D9A85A}" srcId="{57959CB8-5127-4F21-9FB9-290BB0FF4EF2}" destId="{A14710EA-FE28-43FA-9958-A1D747D06C60}" srcOrd="2" destOrd="0" parTransId="{E3E0DD55-F08E-4599-B79C-7CD6A13936A1}" sibTransId="{65B3A856-309F-48F8-B9C1-28BB6588E4DC}"/>
    <dgm:cxn modelId="{3C7C4E18-ABB2-1C43-9C66-2FEFCCD1C7FE}" type="presOf" srcId="{57959CB8-5127-4F21-9FB9-290BB0FF4EF2}" destId="{935D38FD-E626-904E-B596-D79B69A1EA15}" srcOrd="0" destOrd="0" presId="urn:microsoft.com/office/officeart/2005/8/layout/default"/>
    <dgm:cxn modelId="{BCC1562C-6CE2-4CBC-B8A6-32CDA8FC8723}" srcId="{57959CB8-5127-4F21-9FB9-290BB0FF4EF2}" destId="{D268602C-CE9E-40EA-B5CD-4E96903FFA15}" srcOrd="5" destOrd="0" parTransId="{2FE1EA58-865A-4033-A2D4-312B613B7D58}" sibTransId="{DDA18803-ECEC-4036-8B38-10DE2F54550A}"/>
    <dgm:cxn modelId="{5684483C-752D-6748-9FA4-61D629CBE2AA}" type="presOf" srcId="{A672095F-50B1-4E7F-83B9-CC2BC4E63A5E}" destId="{935D38FD-E626-904E-B596-D79B69A1EA15}" srcOrd="0" destOrd="2" presId="urn:microsoft.com/office/officeart/2005/8/layout/default"/>
    <dgm:cxn modelId="{EEFB956C-FAB2-475B-8D6D-2BD950835D8F}" srcId="{57959CB8-5127-4F21-9FB9-290BB0FF4EF2}" destId="{A672095F-50B1-4E7F-83B9-CC2BC4E63A5E}" srcOrd="1" destOrd="0" parTransId="{BE274720-9CF1-4B65-8A18-8ACD730FA623}" sibTransId="{23350DBF-45F7-438D-A004-6E31B29D68AB}"/>
    <dgm:cxn modelId="{19911A6D-63D5-784C-B657-E637ED99DB25}" type="presOf" srcId="{A37E5B8E-EB12-45A5-AA07-16D9C76C8990}" destId="{935D38FD-E626-904E-B596-D79B69A1EA15}" srcOrd="0" destOrd="5" presId="urn:microsoft.com/office/officeart/2005/8/layout/default"/>
    <dgm:cxn modelId="{1DD72877-ED31-1C4C-BE35-99A0B768D4D8}" type="presOf" srcId="{A14710EA-FE28-43FA-9958-A1D747D06C60}" destId="{935D38FD-E626-904E-B596-D79B69A1EA15}" srcOrd="0" destOrd="3" presId="urn:microsoft.com/office/officeart/2005/8/layout/default"/>
    <dgm:cxn modelId="{25561286-424F-8147-BD15-8D16F19B138F}" type="presOf" srcId="{F3680174-0BB9-4CF8-9905-6BCC1BBECBA3}" destId="{935D38FD-E626-904E-B596-D79B69A1EA15}" srcOrd="0" destOrd="1" presId="urn:microsoft.com/office/officeart/2005/8/layout/default"/>
    <dgm:cxn modelId="{1E179D93-0EE4-E94D-BDA5-163665839C39}" type="presOf" srcId="{82103537-358E-471B-AE69-7F74330CC942}" destId="{935D38FD-E626-904E-B596-D79B69A1EA15}" srcOrd="0" destOrd="4" presId="urn:microsoft.com/office/officeart/2005/8/layout/default"/>
    <dgm:cxn modelId="{16FDDFAE-78D9-405D-81F4-6EF7C39987BE}" srcId="{57959CB8-5127-4F21-9FB9-290BB0FF4EF2}" destId="{A37E5B8E-EB12-45A5-AA07-16D9C76C8990}" srcOrd="4" destOrd="0" parTransId="{94D0D1A1-89FE-4201-86EC-AE518ACA817C}" sibTransId="{DF6228F9-F28F-4602-AAB1-B12D00914577}"/>
    <dgm:cxn modelId="{E2BE17B9-A33C-4088-AAD0-51C0A46971D5}" srcId="{57959CB8-5127-4F21-9FB9-290BB0FF4EF2}" destId="{82103537-358E-471B-AE69-7F74330CC942}" srcOrd="3" destOrd="0" parTransId="{32055098-23B7-4818-BE69-20C2D903F123}" sibTransId="{A90D0BE5-4AFA-488A-8A5C-991CCFDCF0F6}"/>
    <dgm:cxn modelId="{ED2232C5-BA4F-407B-8FC5-2C041056795A}" srcId="{48AB946C-4EA6-49C4-B1A0-72B29FF9DC79}" destId="{57959CB8-5127-4F21-9FB9-290BB0FF4EF2}" srcOrd="0" destOrd="0" parTransId="{C399A1EC-42B9-4630-B26E-D25EB055A14B}" sibTransId="{E62E9512-6A4C-4593-94FD-4ACA62CB97B3}"/>
    <dgm:cxn modelId="{0B6EBDE1-8643-424E-ACAC-2C4A1577DA6F}" type="presOf" srcId="{48AB946C-4EA6-49C4-B1A0-72B29FF9DC79}" destId="{DFDD402F-3F6E-0C46-AAC5-19015848C3B4}" srcOrd="0" destOrd="0" presId="urn:microsoft.com/office/officeart/2005/8/layout/default"/>
    <dgm:cxn modelId="{65350CE2-1371-4780-883A-CF611F3FF922}" srcId="{57959CB8-5127-4F21-9FB9-290BB0FF4EF2}" destId="{F3680174-0BB9-4CF8-9905-6BCC1BBECBA3}" srcOrd="0" destOrd="0" parTransId="{EC68ADA8-0184-49CF-BA46-1CC1BB366CCB}" sibTransId="{5520D6A6-619D-4A87-9148-45F30D44F2CC}"/>
    <dgm:cxn modelId="{5E6214A5-5D76-2148-81AE-CE4FCF22B4DB}" type="presParOf" srcId="{DFDD402F-3F6E-0C46-AAC5-19015848C3B4}" destId="{935D38FD-E626-904E-B596-D79B69A1EA15}" srcOrd="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245E63-4FB4-744E-A2F6-E7642863E0F1}" type="doc">
      <dgm:prSet loTypeId="urn:microsoft.com/office/officeart/2005/8/layout/radial5" loCatId="" qsTypeId="urn:microsoft.com/office/officeart/2005/8/quickstyle/simple1" qsCatId="simple" csTypeId="urn:microsoft.com/office/officeart/2005/8/colors/accent1_2" csCatId="accent1" phldr="1"/>
      <dgm:spPr/>
      <dgm:t>
        <a:bodyPr rtlCol="1"/>
        <a:lstStyle/>
        <a:p>
          <a:pPr rtl="1"/>
          <a:endParaRPr lang="en-GB"/>
        </a:p>
      </dgm:t>
    </dgm:pt>
    <dgm:pt modelId="{D3BC1271-61BA-8747-8172-29F775E84560}">
      <dgm:prSet phldrT="[Text]" custT="1"/>
      <dgm:spPr>
        <a:solidFill>
          <a:schemeClr val="accent6">
            <a:lumMod val="75000"/>
          </a:schemeClr>
        </a:solidFill>
      </dgm:spPr>
      <dgm:t>
        <a:bodyPr rtlCol="1"/>
        <a:lstStyle/>
        <a:p>
          <a:pPr rtl="1"/>
          <a:r>
            <a:rPr lang="ar" sz="1200" b="1">
              <a:latin typeface="Sakkal Majalla" panose="02000000000000000000" pitchFamily="2" charset="-78"/>
              <a:cs typeface="Sakkal Majalla" panose="02000000000000000000" pitchFamily="2" charset="-78"/>
            </a:rPr>
            <a:t>أنواع خدمات الإقامة</a:t>
          </a:r>
        </a:p>
      </dgm:t>
    </dgm:pt>
    <dgm:pt modelId="{2B6172DD-AAA7-9647-9418-ECAD8CB6E885}" type="parTrans" cxnId="{956E76DF-5B10-024C-A886-E4243447C28A}">
      <dgm:prSet/>
      <dgm:spPr/>
      <dgm:t>
        <a:bodyPr rtlCol="1"/>
        <a:lstStyle/>
        <a:p>
          <a:pPr rtl="1"/>
          <a:endParaRPr lang="en-GB" sz="1200">
            <a:latin typeface="Sakkal Majalla" panose="02000000000000000000" pitchFamily="2" charset="-78"/>
            <a:cs typeface="Sakkal Majalla" panose="02000000000000000000" pitchFamily="2" charset="-78"/>
          </a:endParaRPr>
        </a:p>
      </dgm:t>
    </dgm:pt>
    <dgm:pt modelId="{76FD57A4-9016-0244-A9E2-393ABBCC987D}" type="sibTrans" cxnId="{956E76DF-5B10-024C-A886-E4243447C28A}">
      <dgm:prSet/>
      <dgm:spPr/>
      <dgm:t>
        <a:bodyPr rtlCol="1"/>
        <a:lstStyle/>
        <a:p>
          <a:pPr rtl="1"/>
          <a:endParaRPr lang="en-GB" sz="1200">
            <a:latin typeface="Sakkal Majalla" panose="02000000000000000000" pitchFamily="2" charset="-78"/>
            <a:cs typeface="Sakkal Majalla" panose="02000000000000000000" pitchFamily="2" charset="-78"/>
          </a:endParaRPr>
        </a:p>
      </dgm:t>
    </dgm:pt>
    <dgm:pt modelId="{042F3176-A168-2540-8CB1-58516DFF7151}">
      <dgm:prSet phldrT="[Text]" custT="1"/>
      <dgm:spPr>
        <a:solidFill>
          <a:schemeClr val="accent6">
            <a:lumMod val="75000"/>
          </a:schemeClr>
        </a:solidFill>
      </dgm:spPr>
      <dgm:t>
        <a:bodyPr rtlCol="1"/>
        <a:lstStyle/>
        <a:p>
          <a:pPr rtl="1"/>
          <a:r>
            <a:rPr lang="ar" sz="1200" b="1">
              <a:latin typeface="Sakkal Majalla" panose="02000000000000000000" pitchFamily="2" charset="-78"/>
              <a:cs typeface="Sakkal Majalla" panose="02000000000000000000" pitchFamily="2" charset="-78"/>
            </a:rPr>
            <a:t>فندق بوتيك </a:t>
          </a:r>
        </a:p>
      </dgm:t>
    </dgm:pt>
    <dgm:pt modelId="{7ED0C036-114E-304D-B57A-0E61E0BD6B53}" type="parTrans" cxnId="{2AE3A429-9148-494F-8629-413E8CEF80D6}">
      <dgm:prSet custT="1"/>
      <dgm:spPr>
        <a:solidFill>
          <a:schemeClr val="accent6">
            <a:lumMod val="75000"/>
          </a:schemeClr>
        </a:solidFill>
      </dgm:spPr>
      <dgm:t>
        <a:bodyPr rtlCol="1"/>
        <a:lstStyle/>
        <a:p>
          <a:pPr rtl="1"/>
          <a:endParaRPr lang="en-GB" sz="1200" dirty="0">
            <a:latin typeface="Sakkal Majalla" panose="02000000000000000000" pitchFamily="2" charset="-78"/>
            <a:cs typeface="Sakkal Majalla" panose="02000000000000000000" pitchFamily="2" charset="-78"/>
          </a:endParaRPr>
        </a:p>
      </dgm:t>
    </dgm:pt>
    <dgm:pt modelId="{B03A9C65-2BF1-4E43-8310-61ABA6F3F038}" type="sibTrans" cxnId="{2AE3A429-9148-494F-8629-413E8CEF80D6}">
      <dgm:prSet/>
      <dgm:spPr/>
      <dgm:t>
        <a:bodyPr rtlCol="1"/>
        <a:lstStyle/>
        <a:p>
          <a:pPr rtl="1"/>
          <a:endParaRPr lang="en-GB" sz="1200">
            <a:latin typeface="Sakkal Majalla" panose="02000000000000000000" pitchFamily="2" charset="-78"/>
            <a:cs typeface="Sakkal Majalla" panose="02000000000000000000" pitchFamily="2" charset="-78"/>
          </a:endParaRPr>
        </a:p>
      </dgm:t>
    </dgm:pt>
    <dgm:pt modelId="{2FAB419C-64C9-4E40-B381-7551DBB24E6C}">
      <dgm:prSet phldrT="[Text]" custT="1"/>
      <dgm:spPr>
        <a:solidFill>
          <a:schemeClr val="accent6">
            <a:lumMod val="75000"/>
          </a:schemeClr>
        </a:solidFill>
      </dgm:spPr>
      <dgm:t>
        <a:bodyPr rtlCol="1"/>
        <a:lstStyle/>
        <a:p>
          <a:pPr rtl="1"/>
          <a:r>
            <a:rPr lang="ar" sz="1200" b="1">
              <a:latin typeface="Sakkal Majalla" panose="02000000000000000000" pitchFamily="2" charset="-78"/>
              <a:cs typeface="Sakkal Majalla" panose="02000000000000000000" pitchFamily="2" charset="-78"/>
            </a:rPr>
            <a:t>المبيت مع الفطور</a:t>
          </a:r>
        </a:p>
      </dgm:t>
    </dgm:pt>
    <dgm:pt modelId="{1EC8A39D-A6B1-5A4B-8A41-5CF346EC8C5A}" type="parTrans" cxnId="{CA18CE89-7301-3D42-AF90-502A23E38AB1}">
      <dgm:prSet custT="1"/>
      <dgm:spPr>
        <a:solidFill>
          <a:schemeClr val="accent6">
            <a:lumMod val="75000"/>
          </a:schemeClr>
        </a:solidFill>
      </dgm:spPr>
      <dgm:t>
        <a:bodyPr rtlCol="1"/>
        <a:lstStyle/>
        <a:p>
          <a:pPr rtl="1"/>
          <a:endParaRPr lang="en-GB" sz="1200" dirty="0">
            <a:latin typeface="Sakkal Majalla" panose="02000000000000000000" pitchFamily="2" charset="-78"/>
            <a:cs typeface="Sakkal Majalla" panose="02000000000000000000" pitchFamily="2" charset="-78"/>
          </a:endParaRPr>
        </a:p>
      </dgm:t>
    </dgm:pt>
    <dgm:pt modelId="{106B4088-69B4-7446-8279-8919D54DC7F4}" type="sibTrans" cxnId="{CA18CE89-7301-3D42-AF90-502A23E38AB1}">
      <dgm:prSet/>
      <dgm:spPr/>
      <dgm:t>
        <a:bodyPr rtlCol="1"/>
        <a:lstStyle/>
        <a:p>
          <a:pPr rtl="1"/>
          <a:endParaRPr lang="en-GB" sz="1200">
            <a:latin typeface="Sakkal Majalla" panose="02000000000000000000" pitchFamily="2" charset="-78"/>
            <a:cs typeface="Sakkal Majalla" panose="02000000000000000000" pitchFamily="2" charset="-78"/>
          </a:endParaRPr>
        </a:p>
      </dgm:t>
    </dgm:pt>
    <dgm:pt modelId="{E48590F6-F15F-C548-9EA7-20B9DD67CF95}">
      <dgm:prSet phldrT="[Text]" custT="1"/>
      <dgm:spPr>
        <a:solidFill>
          <a:schemeClr val="accent6">
            <a:lumMod val="75000"/>
          </a:schemeClr>
        </a:solidFill>
      </dgm:spPr>
      <dgm:t>
        <a:bodyPr rtlCol="1"/>
        <a:lstStyle/>
        <a:p>
          <a:pPr rtl="1"/>
          <a:r>
            <a:rPr lang="ar" sz="1200" b="1">
              <a:latin typeface="Sakkal Majalla" panose="02000000000000000000" pitchFamily="2" charset="-78"/>
              <a:cs typeface="Sakkal Majalla" panose="02000000000000000000" pitchFamily="2" charset="-78"/>
            </a:rPr>
            <a:t>دور الضيافة</a:t>
          </a:r>
        </a:p>
      </dgm:t>
    </dgm:pt>
    <dgm:pt modelId="{E4C6F42E-AFF7-DD43-A184-3347021EEE49}" type="parTrans" cxnId="{E765BE85-9452-BC4A-B1D6-D8AA7C6515EB}">
      <dgm:prSet custT="1"/>
      <dgm:spPr>
        <a:solidFill>
          <a:schemeClr val="accent6">
            <a:lumMod val="75000"/>
          </a:schemeClr>
        </a:solidFill>
      </dgm:spPr>
      <dgm:t>
        <a:bodyPr rtlCol="1"/>
        <a:lstStyle/>
        <a:p>
          <a:pPr rtl="1"/>
          <a:endParaRPr lang="en-GB" sz="1200" dirty="0">
            <a:latin typeface="Sakkal Majalla" panose="02000000000000000000" pitchFamily="2" charset="-78"/>
            <a:cs typeface="Sakkal Majalla" panose="02000000000000000000" pitchFamily="2" charset="-78"/>
          </a:endParaRPr>
        </a:p>
      </dgm:t>
    </dgm:pt>
    <dgm:pt modelId="{D796B099-94CD-B641-BEFD-7B70B38FB73E}" type="sibTrans" cxnId="{E765BE85-9452-BC4A-B1D6-D8AA7C6515EB}">
      <dgm:prSet/>
      <dgm:spPr/>
      <dgm:t>
        <a:bodyPr rtlCol="1"/>
        <a:lstStyle/>
        <a:p>
          <a:pPr rtl="1"/>
          <a:endParaRPr lang="en-GB" sz="1200">
            <a:latin typeface="Sakkal Majalla" panose="02000000000000000000" pitchFamily="2" charset="-78"/>
            <a:cs typeface="Sakkal Majalla" panose="02000000000000000000" pitchFamily="2" charset="-78"/>
          </a:endParaRPr>
        </a:p>
      </dgm:t>
    </dgm:pt>
    <dgm:pt modelId="{FCAF751A-E690-204E-B416-5210C804966E}">
      <dgm:prSet phldrT="[Text]" custT="1"/>
      <dgm:spPr>
        <a:solidFill>
          <a:schemeClr val="accent6">
            <a:lumMod val="75000"/>
          </a:schemeClr>
        </a:solidFill>
      </dgm:spPr>
      <dgm:t>
        <a:bodyPr rtlCol="1"/>
        <a:lstStyle/>
        <a:p>
          <a:pPr rtl="1"/>
          <a:r>
            <a:rPr lang="ar" sz="1200" b="1">
              <a:latin typeface="Sakkal Majalla" panose="02000000000000000000" pitchFamily="2" charset="-78"/>
              <a:cs typeface="Sakkal Majalla" panose="02000000000000000000" pitchFamily="2" charset="-78"/>
            </a:rPr>
            <a:t>الرفاهية المترفة </a:t>
          </a:r>
        </a:p>
      </dgm:t>
    </dgm:pt>
    <dgm:pt modelId="{D67A7A19-6418-DF42-8F05-B8DA56B8161A}" type="parTrans" cxnId="{683EEEE5-9EC4-EA48-A126-A918E0AC47BC}">
      <dgm:prSet custT="1"/>
      <dgm:spPr>
        <a:solidFill>
          <a:schemeClr val="accent6">
            <a:lumMod val="75000"/>
          </a:schemeClr>
        </a:solidFill>
      </dgm:spPr>
      <dgm:t>
        <a:bodyPr rtlCol="1"/>
        <a:lstStyle/>
        <a:p>
          <a:pPr rtl="1"/>
          <a:endParaRPr lang="en-GB" sz="1200" dirty="0">
            <a:latin typeface="Sakkal Majalla" panose="02000000000000000000" pitchFamily="2" charset="-78"/>
            <a:cs typeface="Sakkal Majalla" panose="02000000000000000000" pitchFamily="2" charset="-78"/>
          </a:endParaRPr>
        </a:p>
      </dgm:t>
    </dgm:pt>
    <dgm:pt modelId="{3BDC4457-93DB-3D4C-8F40-CADF09461AE0}" type="sibTrans" cxnId="{683EEEE5-9EC4-EA48-A126-A918E0AC47BC}">
      <dgm:prSet/>
      <dgm:spPr/>
      <dgm:t>
        <a:bodyPr rtlCol="1"/>
        <a:lstStyle/>
        <a:p>
          <a:pPr rtl="1"/>
          <a:endParaRPr lang="en-GB" sz="1200">
            <a:latin typeface="Sakkal Majalla" panose="02000000000000000000" pitchFamily="2" charset="-78"/>
            <a:cs typeface="Sakkal Majalla" panose="02000000000000000000" pitchFamily="2" charset="-78"/>
          </a:endParaRPr>
        </a:p>
      </dgm:t>
    </dgm:pt>
    <dgm:pt modelId="{0BE37D8D-D25F-AD40-B6C7-5E56BC195A0B}">
      <dgm:prSet custT="1"/>
      <dgm:spPr>
        <a:solidFill>
          <a:schemeClr val="accent6">
            <a:lumMod val="75000"/>
          </a:schemeClr>
        </a:solidFill>
      </dgm:spPr>
      <dgm:t>
        <a:bodyPr rtlCol="1"/>
        <a:lstStyle/>
        <a:p>
          <a:pPr rtl="1"/>
          <a:r>
            <a:rPr lang="ar" sz="1200" b="1">
              <a:latin typeface="Sakkal Majalla" panose="02000000000000000000" pitchFamily="2" charset="-78"/>
              <a:cs typeface="Sakkal Majalla" panose="02000000000000000000" pitchFamily="2" charset="-78"/>
            </a:rPr>
            <a:t>الميزانية</a:t>
          </a:r>
        </a:p>
      </dgm:t>
    </dgm:pt>
    <dgm:pt modelId="{E1E64687-6D0C-2A48-A9A3-89EA6CE84C3C}" type="parTrans" cxnId="{2259A04D-24C3-C142-A06E-291872BF396C}">
      <dgm:prSet custT="1"/>
      <dgm:spPr>
        <a:solidFill>
          <a:schemeClr val="accent6">
            <a:lumMod val="75000"/>
          </a:schemeClr>
        </a:solidFill>
      </dgm:spPr>
      <dgm:t>
        <a:bodyPr rtlCol="1"/>
        <a:lstStyle/>
        <a:p>
          <a:pPr rtl="1"/>
          <a:endParaRPr lang="en-GB" sz="1200" dirty="0">
            <a:latin typeface="Sakkal Majalla" panose="02000000000000000000" pitchFamily="2" charset="-78"/>
            <a:cs typeface="Sakkal Majalla" panose="02000000000000000000" pitchFamily="2" charset="-78"/>
          </a:endParaRPr>
        </a:p>
      </dgm:t>
    </dgm:pt>
    <dgm:pt modelId="{E591C82F-07EC-5A49-9773-D1E1EDC32A33}" type="sibTrans" cxnId="{2259A04D-24C3-C142-A06E-291872BF396C}">
      <dgm:prSet/>
      <dgm:spPr/>
      <dgm:t>
        <a:bodyPr rtlCol="1"/>
        <a:lstStyle/>
        <a:p>
          <a:pPr rtl="1"/>
          <a:endParaRPr lang="en-GB" sz="1200">
            <a:latin typeface="Sakkal Majalla" panose="02000000000000000000" pitchFamily="2" charset="-78"/>
            <a:cs typeface="Sakkal Majalla" panose="02000000000000000000" pitchFamily="2" charset="-78"/>
          </a:endParaRPr>
        </a:p>
      </dgm:t>
    </dgm:pt>
    <dgm:pt modelId="{59F43BB6-F561-EE4E-AB5F-347E860D5026}">
      <dgm:prSet custT="1"/>
      <dgm:spPr>
        <a:solidFill>
          <a:schemeClr val="accent6">
            <a:lumMod val="75000"/>
          </a:schemeClr>
        </a:solidFill>
      </dgm:spPr>
      <dgm:t>
        <a:bodyPr rtlCol="1"/>
        <a:lstStyle/>
        <a:p>
          <a:pPr rtl="1"/>
          <a:r>
            <a:rPr lang="ar" sz="1200" b="1">
              <a:latin typeface="Sakkal Majalla" panose="02000000000000000000" pitchFamily="2" charset="-78"/>
              <a:cs typeface="Sakkal Majalla" panose="02000000000000000000" pitchFamily="2" charset="-78"/>
            </a:rPr>
            <a:t>نزل الشباب</a:t>
          </a:r>
        </a:p>
      </dgm:t>
    </dgm:pt>
    <dgm:pt modelId="{AD79CFA6-942C-B843-B68D-7A41B7DA1668}" type="parTrans" cxnId="{7D97E811-0C5C-2140-86B0-CF04B8EC854B}">
      <dgm:prSet custT="1"/>
      <dgm:spPr>
        <a:solidFill>
          <a:schemeClr val="accent6">
            <a:lumMod val="75000"/>
          </a:schemeClr>
        </a:solidFill>
      </dgm:spPr>
      <dgm:t>
        <a:bodyPr rtlCol="1"/>
        <a:lstStyle/>
        <a:p>
          <a:pPr rtl="1"/>
          <a:endParaRPr lang="en-GB" sz="1200" dirty="0">
            <a:latin typeface="Sakkal Majalla" panose="02000000000000000000" pitchFamily="2" charset="-78"/>
            <a:cs typeface="Sakkal Majalla" panose="02000000000000000000" pitchFamily="2" charset="-78"/>
          </a:endParaRPr>
        </a:p>
      </dgm:t>
    </dgm:pt>
    <dgm:pt modelId="{00306C5A-7AA5-5E4B-9A3E-C2AB327A44B8}" type="sibTrans" cxnId="{7D97E811-0C5C-2140-86B0-CF04B8EC854B}">
      <dgm:prSet/>
      <dgm:spPr/>
      <dgm:t>
        <a:bodyPr rtlCol="1"/>
        <a:lstStyle/>
        <a:p>
          <a:pPr rtl="1"/>
          <a:endParaRPr lang="en-GB" sz="1200">
            <a:latin typeface="Sakkal Majalla" panose="02000000000000000000" pitchFamily="2" charset="-78"/>
            <a:cs typeface="Sakkal Majalla" panose="02000000000000000000" pitchFamily="2" charset="-78"/>
          </a:endParaRPr>
        </a:p>
      </dgm:t>
    </dgm:pt>
    <dgm:pt modelId="{428FF269-820B-8849-9497-033942AEF329}">
      <dgm:prSet custT="1"/>
      <dgm:spPr>
        <a:solidFill>
          <a:schemeClr val="accent6">
            <a:lumMod val="75000"/>
          </a:schemeClr>
        </a:solidFill>
      </dgm:spPr>
      <dgm:t>
        <a:bodyPr rtlCol="1"/>
        <a:lstStyle/>
        <a:p>
          <a:pPr rtl="1"/>
          <a:r>
            <a:rPr lang="ar" sz="1200" b="1">
              <a:latin typeface="Sakkal Majalla" panose="02000000000000000000" pitchFamily="2" charset="-78"/>
              <a:cs typeface="Sakkal Majalla" panose="02000000000000000000" pitchFamily="2" charset="-78"/>
            </a:rPr>
            <a:t>المنتجعات</a:t>
          </a:r>
          <a:endParaRPr lang="en-GB" sz="1200" b="1" dirty="0">
            <a:latin typeface="Sakkal Majalla" panose="02000000000000000000" pitchFamily="2" charset="-78"/>
            <a:cs typeface="Sakkal Majalla" panose="02000000000000000000" pitchFamily="2" charset="-78"/>
          </a:endParaRPr>
        </a:p>
      </dgm:t>
    </dgm:pt>
    <dgm:pt modelId="{1EF41F20-69A8-954F-9900-416497629E9F}" type="parTrans" cxnId="{B3E936E5-C6B4-6B4C-A84F-B1FD6CD5E264}">
      <dgm:prSet custT="1"/>
      <dgm:spPr>
        <a:solidFill>
          <a:schemeClr val="accent6">
            <a:lumMod val="75000"/>
          </a:schemeClr>
        </a:solidFill>
      </dgm:spPr>
      <dgm:t>
        <a:bodyPr rtlCol="1"/>
        <a:lstStyle/>
        <a:p>
          <a:pPr rtl="1"/>
          <a:endParaRPr lang="en-GB" sz="1200" dirty="0">
            <a:latin typeface="Sakkal Majalla" panose="02000000000000000000" pitchFamily="2" charset="-78"/>
            <a:cs typeface="Sakkal Majalla" panose="02000000000000000000" pitchFamily="2" charset="-78"/>
          </a:endParaRPr>
        </a:p>
      </dgm:t>
    </dgm:pt>
    <dgm:pt modelId="{82B71111-EFCB-9549-B3D5-55846FB96C0A}" type="sibTrans" cxnId="{B3E936E5-C6B4-6B4C-A84F-B1FD6CD5E264}">
      <dgm:prSet/>
      <dgm:spPr/>
      <dgm:t>
        <a:bodyPr rtlCol="1"/>
        <a:lstStyle/>
        <a:p>
          <a:pPr rtl="1"/>
          <a:endParaRPr lang="en-GB" sz="1200">
            <a:latin typeface="Sakkal Majalla" panose="02000000000000000000" pitchFamily="2" charset="-78"/>
            <a:cs typeface="Sakkal Majalla" panose="02000000000000000000" pitchFamily="2" charset="-78"/>
          </a:endParaRPr>
        </a:p>
      </dgm:t>
    </dgm:pt>
    <dgm:pt modelId="{D4E9D214-3E0D-9742-9E5B-07D766D1B62A}">
      <dgm:prSet custT="1"/>
      <dgm:spPr>
        <a:solidFill>
          <a:schemeClr val="accent6">
            <a:lumMod val="75000"/>
          </a:schemeClr>
        </a:solidFill>
      </dgm:spPr>
      <dgm:t>
        <a:bodyPr rtlCol="1"/>
        <a:lstStyle/>
        <a:p>
          <a:pPr rtl="1"/>
          <a:r>
            <a:rPr lang="ar" sz="1200" b="1">
              <a:latin typeface="Sakkal Majalla" panose="02000000000000000000" pitchFamily="2" charset="-78"/>
              <a:cs typeface="Sakkal Majalla" panose="02000000000000000000" pitchFamily="2" charset="-78"/>
            </a:rPr>
            <a:t>توفير بديل</a:t>
          </a:r>
        </a:p>
      </dgm:t>
    </dgm:pt>
    <dgm:pt modelId="{DEA8B515-A0B9-1443-B0C6-F09D3828D690}" type="parTrans" cxnId="{CEB9B7E4-DDE9-5641-9E84-CE061551F2F9}">
      <dgm:prSet custT="1"/>
      <dgm:spPr>
        <a:solidFill>
          <a:schemeClr val="accent6">
            <a:lumMod val="75000"/>
          </a:schemeClr>
        </a:solidFill>
      </dgm:spPr>
      <dgm:t>
        <a:bodyPr rtlCol="1"/>
        <a:lstStyle/>
        <a:p>
          <a:pPr rtl="1"/>
          <a:endParaRPr lang="en-GB" sz="1200" dirty="0">
            <a:latin typeface="Sakkal Majalla" panose="02000000000000000000" pitchFamily="2" charset="-78"/>
            <a:cs typeface="Sakkal Majalla" panose="02000000000000000000" pitchFamily="2" charset="-78"/>
          </a:endParaRPr>
        </a:p>
      </dgm:t>
    </dgm:pt>
    <dgm:pt modelId="{97FA8B9C-1BAC-F246-ACAD-E00A4D232C52}" type="sibTrans" cxnId="{CEB9B7E4-DDE9-5641-9E84-CE061551F2F9}">
      <dgm:prSet/>
      <dgm:spPr/>
      <dgm:t>
        <a:bodyPr rtlCol="1"/>
        <a:lstStyle/>
        <a:p>
          <a:pPr rtl="1"/>
          <a:endParaRPr lang="en-GB" sz="1200">
            <a:latin typeface="Sakkal Majalla" panose="02000000000000000000" pitchFamily="2" charset="-78"/>
            <a:cs typeface="Sakkal Majalla" panose="02000000000000000000" pitchFamily="2" charset="-78"/>
          </a:endParaRPr>
        </a:p>
      </dgm:t>
    </dgm:pt>
    <dgm:pt modelId="{47531895-E271-6C49-AAF8-E47842618400}" type="pres">
      <dgm:prSet presAssocID="{D0245E63-4FB4-744E-A2F6-E7642863E0F1}" presName="Name0" presStyleCnt="0">
        <dgm:presLayoutVars>
          <dgm:chMax val="1"/>
          <dgm:dir/>
          <dgm:animLvl val="ctr"/>
          <dgm:resizeHandles val="exact"/>
        </dgm:presLayoutVars>
      </dgm:prSet>
      <dgm:spPr/>
    </dgm:pt>
    <dgm:pt modelId="{3091620C-DF02-A540-B06F-0B4B9D831DE5}" type="pres">
      <dgm:prSet presAssocID="{D3BC1271-61BA-8747-8172-29F775E84560}" presName="centerShape" presStyleLbl="node0" presStyleIdx="0" presStyleCnt="1" custScaleX="183372" custScaleY="126079"/>
      <dgm:spPr/>
    </dgm:pt>
    <dgm:pt modelId="{3841D92C-64CF-7B44-8BA1-318C2A947854}" type="pres">
      <dgm:prSet presAssocID="{7ED0C036-114E-304D-B57A-0E61E0BD6B53}" presName="parTrans" presStyleLbl="sibTrans2D1" presStyleIdx="0" presStyleCnt="8"/>
      <dgm:spPr/>
    </dgm:pt>
    <dgm:pt modelId="{35B3032A-92F6-D04B-9241-262344152CF1}" type="pres">
      <dgm:prSet presAssocID="{7ED0C036-114E-304D-B57A-0E61E0BD6B53}" presName="connectorText" presStyleLbl="sibTrans2D1" presStyleIdx="0" presStyleCnt="8"/>
      <dgm:spPr/>
    </dgm:pt>
    <dgm:pt modelId="{81D7743C-FFF1-D947-A524-64ADB9E99B03}" type="pres">
      <dgm:prSet presAssocID="{042F3176-A168-2540-8CB1-58516DFF7151}" presName="node" presStyleLbl="node1" presStyleIdx="0" presStyleCnt="8">
        <dgm:presLayoutVars>
          <dgm:bulletEnabled val="1"/>
        </dgm:presLayoutVars>
      </dgm:prSet>
      <dgm:spPr/>
    </dgm:pt>
    <dgm:pt modelId="{CB198123-AA71-4A48-8978-1533DCCC7927}" type="pres">
      <dgm:prSet presAssocID="{1EF41F20-69A8-954F-9900-416497629E9F}" presName="parTrans" presStyleLbl="sibTrans2D1" presStyleIdx="1" presStyleCnt="8"/>
      <dgm:spPr/>
    </dgm:pt>
    <dgm:pt modelId="{7227F118-95A9-2C42-9D67-08D459CFC229}" type="pres">
      <dgm:prSet presAssocID="{1EF41F20-69A8-954F-9900-416497629E9F}" presName="connectorText" presStyleLbl="sibTrans2D1" presStyleIdx="1" presStyleCnt="8"/>
      <dgm:spPr/>
    </dgm:pt>
    <dgm:pt modelId="{10447C91-975B-0A41-8BA0-E911D76316CC}" type="pres">
      <dgm:prSet presAssocID="{428FF269-820B-8849-9497-033942AEF329}" presName="node" presStyleLbl="node1" presStyleIdx="1" presStyleCnt="8">
        <dgm:presLayoutVars>
          <dgm:bulletEnabled val="1"/>
        </dgm:presLayoutVars>
      </dgm:prSet>
      <dgm:spPr/>
    </dgm:pt>
    <dgm:pt modelId="{C74321DE-B5B1-BD42-AAC3-208E0125A9D6}" type="pres">
      <dgm:prSet presAssocID="{DEA8B515-A0B9-1443-B0C6-F09D3828D690}" presName="parTrans" presStyleLbl="sibTrans2D1" presStyleIdx="2" presStyleCnt="8"/>
      <dgm:spPr/>
    </dgm:pt>
    <dgm:pt modelId="{BBC848D2-4652-9A41-B5E8-7318488DD9D8}" type="pres">
      <dgm:prSet presAssocID="{DEA8B515-A0B9-1443-B0C6-F09D3828D690}" presName="connectorText" presStyleLbl="sibTrans2D1" presStyleIdx="2" presStyleCnt="8"/>
      <dgm:spPr/>
    </dgm:pt>
    <dgm:pt modelId="{02E37AF4-5529-7445-B08C-D6DF46F69F1C}" type="pres">
      <dgm:prSet presAssocID="{D4E9D214-3E0D-9742-9E5B-07D766D1B62A}" presName="node" presStyleLbl="node1" presStyleIdx="2" presStyleCnt="8" custScaleX="109238">
        <dgm:presLayoutVars>
          <dgm:bulletEnabled val="1"/>
        </dgm:presLayoutVars>
      </dgm:prSet>
      <dgm:spPr/>
    </dgm:pt>
    <dgm:pt modelId="{6A029F6F-B830-CF4F-BADD-80EE1414AE2A}" type="pres">
      <dgm:prSet presAssocID="{1EC8A39D-A6B1-5A4B-8A41-5CF346EC8C5A}" presName="parTrans" presStyleLbl="sibTrans2D1" presStyleIdx="3" presStyleCnt="8"/>
      <dgm:spPr/>
    </dgm:pt>
    <dgm:pt modelId="{4EF0D9B3-8960-B741-9386-6671F0D8097D}" type="pres">
      <dgm:prSet presAssocID="{1EC8A39D-A6B1-5A4B-8A41-5CF346EC8C5A}" presName="connectorText" presStyleLbl="sibTrans2D1" presStyleIdx="3" presStyleCnt="8"/>
      <dgm:spPr/>
    </dgm:pt>
    <dgm:pt modelId="{E23F1338-66B6-9544-9B22-FD3F82FC1B06}" type="pres">
      <dgm:prSet presAssocID="{2FAB419C-64C9-4E40-B381-7551DBB24E6C}" presName="node" presStyleLbl="node1" presStyleIdx="3" presStyleCnt="8">
        <dgm:presLayoutVars>
          <dgm:bulletEnabled val="1"/>
        </dgm:presLayoutVars>
      </dgm:prSet>
      <dgm:spPr/>
    </dgm:pt>
    <dgm:pt modelId="{6584B8DC-DB8F-E34D-BF79-8D1301451E0C}" type="pres">
      <dgm:prSet presAssocID="{E4C6F42E-AFF7-DD43-A184-3347021EEE49}" presName="parTrans" presStyleLbl="sibTrans2D1" presStyleIdx="4" presStyleCnt="8"/>
      <dgm:spPr/>
    </dgm:pt>
    <dgm:pt modelId="{DE3A2475-1553-2046-894E-A36478586A01}" type="pres">
      <dgm:prSet presAssocID="{E4C6F42E-AFF7-DD43-A184-3347021EEE49}" presName="connectorText" presStyleLbl="sibTrans2D1" presStyleIdx="4" presStyleCnt="8"/>
      <dgm:spPr/>
    </dgm:pt>
    <dgm:pt modelId="{C5CA217B-3770-D64F-AFA3-5269B7DE37DE}" type="pres">
      <dgm:prSet presAssocID="{E48590F6-F15F-C548-9EA7-20B9DD67CF95}" presName="node" presStyleLbl="node1" presStyleIdx="4" presStyleCnt="8" custScaleX="116716">
        <dgm:presLayoutVars>
          <dgm:bulletEnabled val="1"/>
        </dgm:presLayoutVars>
      </dgm:prSet>
      <dgm:spPr/>
    </dgm:pt>
    <dgm:pt modelId="{399077EA-D676-6C42-B50C-4102234DB231}" type="pres">
      <dgm:prSet presAssocID="{D67A7A19-6418-DF42-8F05-B8DA56B8161A}" presName="parTrans" presStyleLbl="sibTrans2D1" presStyleIdx="5" presStyleCnt="8"/>
      <dgm:spPr/>
    </dgm:pt>
    <dgm:pt modelId="{71F9B198-112C-2A4D-9F88-C6F365BDE273}" type="pres">
      <dgm:prSet presAssocID="{D67A7A19-6418-DF42-8F05-B8DA56B8161A}" presName="connectorText" presStyleLbl="sibTrans2D1" presStyleIdx="5" presStyleCnt="8"/>
      <dgm:spPr/>
    </dgm:pt>
    <dgm:pt modelId="{66351FF6-D083-EC47-BF46-42D2B61F2048}" type="pres">
      <dgm:prSet presAssocID="{FCAF751A-E690-204E-B416-5210C804966E}" presName="node" presStyleLbl="node1" presStyleIdx="5" presStyleCnt="8">
        <dgm:presLayoutVars>
          <dgm:bulletEnabled val="1"/>
        </dgm:presLayoutVars>
      </dgm:prSet>
      <dgm:spPr/>
    </dgm:pt>
    <dgm:pt modelId="{A882B12F-A857-F341-93F2-89A3DA63A75F}" type="pres">
      <dgm:prSet presAssocID="{E1E64687-6D0C-2A48-A9A3-89EA6CE84C3C}" presName="parTrans" presStyleLbl="sibTrans2D1" presStyleIdx="6" presStyleCnt="8"/>
      <dgm:spPr/>
    </dgm:pt>
    <dgm:pt modelId="{60EC22A4-D421-004A-BF8C-C06338DE4CAB}" type="pres">
      <dgm:prSet presAssocID="{E1E64687-6D0C-2A48-A9A3-89EA6CE84C3C}" presName="connectorText" presStyleLbl="sibTrans2D1" presStyleIdx="6" presStyleCnt="8"/>
      <dgm:spPr/>
    </dgm:pt>
    <dgm:pt modelId="{73C2BC91-7763-2C4E-B23B-0B349521EA3B}" type="pres">
      <dgm:prSet presAssocID="{0BE37D8D-D25F-AD40-B6C7-5E56BC195A0B}" presName="node" presStyleLbl="node1" presStyleIdx="6" presStyleCnt="8">
        <dgm:presLayoutVars>
          <dgm:bulletEnabled val="1"/>
        </dgm:presLayoutVars>
      </dgm:prSet>
      <dgm:spPr/>
    </dgm:pt>
    <dgm:pt modelId="{7549E699-4309-CC46-9E37-FCA359CE6D11}" type="pres">
      <dgm:prSet presAssocID="{AD79CFA6-942C-B843-B68D-7A41B7DA1668}" presName="parTrans" presStyleLbl="sibTrans2D1" presStyleIdx="7" presStyleCnt="8"/>
      <dgm:spPr/>
    </dgm:pt>
    <dgm:pt modelId="{4CE7B1A8-8BCA-F24C-AF3A-EB00C4246560}" type="pres">
      <dgm:prSet presAssocID="{AD79CFA6-942C-B843-B68D-7A41B7DA1668}" presName="connectorText" presStyleLbl="sibTrans2D1" presStyleIdx="7" presStyleCnt="8"/>
      <dgm:spPr/>
    </dgm:pt>
    <dgm:pt modelId="{5C062E5A-DA72-7C4B-B744-10E06CE8AEEB}" type="pres">
      <dgm:prSet presAssocID="{59F43BB6-F561-EE4E-AB5F-347E860D5026}" presName="node" presStyleLbl="node1" presStyleIdx="7" presStyleCnt="8">
        <dgm:presLayoutVars>
          <dgm:bulletEnabled val="1"/>
        </dgm:presLayoutVars>
      </dgm:prSet>
      <dgm:spPr/>
    </dgm:pt>
  </dgm:ptLst>
  <dgm:cxnLst>
    <dgm:cxn modelId="{61636501-3864-2B4B-B6EC-FCF9BAF0EBB6}" type="presOf" srcId="{0BE37D8D-D25F-AD40-B6C7-5E56BC195A0B}" destId="{73C2BC91-7763-2C4E-B23B-0B349521EA3B}" srcOrd="0" destOrd="0" presId="urn:microsoft.com/office/officeart/2005/8/layout/radial5"/>
    <dgm:cxn modelId="{4470D80D-4126-D640-8859-B76A4D87103E}" type="presOf" srcId="{D0245E63-4FB4-744E-A2F6-E7642863E0F1}" destId="{47531895-E271-6C49-AAF8-E47842618400}" srcOrd="0" destOrd="0" presId="urn:microsoft.com/office/officeart/2005/8/layout/radial5"/>
    <dgm:cxn modelId="{7D97E811-0C5C-2140-86B0-CF04B8EC854B}" srcId="{D3BC1271-61BA-8747-8172-29F775E84560}" destId="{59F43BB6-F561-EE4E-AB5F-347E860D5026}" srcOrd="7" destOrd="0" parTransId="{AD79CFA6-942C-B843-B68D-7A41B7DA1668}" sibTransId="{00306C5A-7AA5-5E4B-9A3E-C2AB327A44B8}"/>
    <dgm:cxn modelId="{375EE014-2AB1-134E-BD37-E53CCD0487E1}" type="presOf" srcId="{59F43BB6-F561-EE4E-AB5F-347E860D5026}" destId="{5C062E5A-DA72-7C4B-B744-10E06CE8AEEB}" srcOrd="0" destOrd="0" presId="urn:microsoft.com/office/officeart/2005/8/layout/radial5"/>
    <dgm:cxn modelId="{B56BD81C-F8E2-B045-AE7C-8399089C7FE0}" type="presOf" srcId="{D67A7A19-6418-DF42-8F05-B8DA56B8161A}" destId="{71F9B198-112C-2A4D-9F88-C6F365BDE273}" srcOrd="1" destOrd="0" presId="urn:microsoft.com/office/officeart/2005/8/layout/radial5"/>
    <dgm:cxn modelId="{2AE3A429-9148-494F-8629-413E8CEF80D6}" srcId="{D3BC1271-61BA-8747-8172-29F775E84560}" destId="{042F3176-A168-2540-8CB1-58516DFF7151}" srcOrd="0" destOrd="0" parTransId="{7ED0C036-114E-304D-B57A-0E61E0BD6B53}" sibTransId="{B03A9C65-2BF1-4E43-8310-61ABA6F3F038}"/>
    <dgm:cxn modelId="{AA42522E-6E0D-7B47-9F5C-3CC90838FA56}" type="presOf" srcId="{E1E64687-6D0C-2A48-A9A3-89EA6CE84C3C}" destId="{60EC22A4-D421-004A-BF8C-C06338DE4CAB}" srcOrd="1" destOrd="0" presId="urn:microsoft.com/office/officeart/2005/8/layout/radial5"/>
    <dgm:cxn modelId="{E0E2E92F-14A3-684E-B310-03549E340E74}" type="presOf" srcId="{2FAB419C-64C9-4E40-B381-7551DBB24E6C}" destId="{E23F1338-66B6-9544-9B22-FD3F82FC1B06}" srcOrd="0" destOrd="0" presId="urn:microsoft.com/office/officeart/2005/8/layout/radial5"/>
    <dgm:cxn modelId="{A00A8534-6E34-6746-960D-0B46B587156F}" type="presOf" srcId="{AD79CFA6-942C-B843-B68D-7A41B7DA1668}" destId="{4CE7B1A8-8BCA-F24C-AF3A-EB00C4246560}" srcOrd="1" destOrd="0" presId="urn:microsoft.com/office/officeart/2005/8/layout/radial5"/>
    <dgm:cxn modelId="{2C021837-74ED-0D48-9697-E4BA0BDB706D}" type="presOf" srcId="{DEA8B515-A0B9-1443-B0C6-F09D3828D690}" destId="{BBC848D2-4652-9A41-B5E8-7318488DD9D8}" srcOrd="1" destOrd="0" presId="urn:microsoft.com/office/officeart/2005/8/layout/radial5"/>
    <dgm:cxn modelId="{03C75F5E-2DFC-A44E-934D-B141E13FFE37}" type="presOf" srcId="{E1E64687-6D0C-2A48-A9A3-89EA6CE84C3C}" destId="{A882B12F-A857-F341-93F2-89A3DA63A75F}" srcOrd="0" destOrd="0" presId="urn:microsoft.com/office/officeart/2005/8/layout/radial5"/>
    <dgm:cxn modelId="{DF39575E-C777-2A49-892C-54F77A3EAA54}" type="presOf" srcId="{D67A7A19-6418-DF42-8F05-B8DA56B8161A}" destId="{399077EA-D676-6C42-B50C-4102234DB231}" srcOrd="0" destOrd="0" presId="urn:microsoft.com/office/officeart/2005/8/layout/radial5"/>
    <dgm:cxn modelId="{EEE9C365-95DE-A444-B3AA-FEFBF441639C}" type="presOf" srcId="{AD79CFA6-942C-B843-B68D-7A41B7DA1668}" destId="{7549E699-4309-CC46-9E37-FCA359CE6D11}" srcOrd="0" destOrd="0" presId="urn:microsoft.com/office/officeart/2005/8/layout/radial5"/>
    <dgm:cxn modelId="{E2A2D647-772A-F449-9570-3563083E78E1}" type="presOf" srcId="{1EF41F20-69A8-954F-9900-416497629E9F}" destId="{7227F118-95A9-2C42-9D67-08D459CFC229}" srcOrd="1" destOrd="0" presId="urn:microsoft.com/office/officeart/2005/8/layout/radial5"/>
    <dgm:cxn modelId="{2259A04D-24C3-C142-A06E-291872BF396C}" srcId="{D3BC1271-61BA-8747-8172-29F775E84560}" destId="{0BE37D8D-D25F-AD40-B6C7-5E56BC195A0B}" srcOrd="6" destOrd="0" parTransId="{E1E64687-6D0C-2A48-A9A3-89EA6CE84C3C}" sibTransId="{E591C82F-07EC-5A49-9773-D1E1EDC32A33}"/>
    <dgm:cxn modelId="{AB36DC6E-1C7F-9845-9CD3-953D18398A9F}" type="presOf" srcId="{1EC8A39D-A6B1-5A4B-8A41-5CF346EC8C5A}" destId="{4EF0D9B3-8960-B741-9386-6671F0D8097D}" srcOrd="1" destOrd="0" presId="urn:microsoft.com/office/officeart/2005/8/layout/radial5"/>
    <dgm:cxn modelId="{B572BB57-EE6B-3242-BDA9-03322F9A3247}" type="presOf" srcId="{7ED0C036-114E-304D-B57A-0E61E0BD6B53}" destId="{3841D92C-64CF-7B44-8BA1-318C2A947854}" srcOrd="0" destOrd="0" presId="urn:microsoft.com/office/officeart/2005/8/layout/radial5"/>
    <dgm:cxn modelId="{3BCFCD58-F169-F64D-893D-0C664856BB4E}" type="presOf" srcId="{E4C6F42E-AFF7-DD43-A184-3347021EEE49}" destId="{DE3A2475-1553-2046-894E-A36478586A01}" srcOrd="1" destOrd="0" presId="urn:microsoft.com/office/officeart/2005/8/layout/radial5"/>
    <dgm:cxn modelId="{E765BE85-9452-BC4A-B1D6-D8AA7C6515EB}" srcId="{D3BC1271-61BA-8747-8172-29F775E84560}" destId="{E48590F6-F15F-C548-9EA7-20B9DD67CF95}" srcOrd="4" destOrd="0" parTransId="{E4C6F42E-AFF7-DD43-A184-3347021EEE49}" sibTransId="{D796B099-94CD-B641-BEFD-7B70B38FB73E}"/>
    <dgm:cxn modelId="{CA18CE89-7301-3D42-AF90-502A23E38AB1}" srcId="{D3BC1271-61BA-8747-8172-29F775E84560}" destId="{2FAB419C-64C9-4E40-B381-7551DBB24E6C}" srcOrd="3" destOrd="0" parTransId="{1EC8A39D-A6B1-5A4B-8A41-5CF346EC8C5A}" sibTransId="{106B4088-69B4-7446-8279-8919D54DC7F4}"/>
    <dgm:cxn modelId="{E933A48B-F562-554D-88A9-0DFAA2CCC79C}" type="presOf" srcId="{1EF41F20-69A8-954F-9900-416497629E9F}" destId="{CB198123-AA71-4A48-8978-1533DCCC7927}" srcOrd="0" destOrd="0" presId="urn:microsoft.com/office/officeart/2005/8/layout/radial5"/>
    <dgm:cxn modelId="{77CDB48D-0EEE-634E-8E17-5249C5C1F386}" type="presOf" srcId="{FCAF751A-E690-204E-B416-5210C804966E}" destId="{66351FF6-D083-EC47-BF46-42D2B61F2048}" srcOrd="0" destOrd="0" presId="urn:microsoft.com/office/officeart/2005/8/layout/radial5"/>
    <dgm:cxn modelId="{852F0A90-3257-F74E-91F8-B70310BED8C1}" type="presOf" srcId="{1EC8A39D-A6B1-5A4B-8A41-5CF346EC8C5A}" destId="{6A029F6F-B830-CF4F-BADD-80EE1414AE2A}" srcOrd="0" destOrd="0" presId="urn:microsoft.com/office/officeart/2005/8/layout/radial5"/>
    <dgm:cxn modelId="{F17A9093-CE6A-F445-8491-C62F807E48EE}" type="presOf" srcId="{DEA8B515-A0B9-1443-B0C6-F09D3828D690}" destId="{C74321DE-B5B1-BD42-AAC3-208E0125A9D6}" srcOrd="0" destOrd="0" presId="urn:microsoft.com/office/officeart/2005/8/layout/radial5"/>
    <dgm:cxn modelId="{62F3CE9D-13C1-B141-8EC5-84F821CCBEA2}" type="presOf" srcId="{E48590F6-F15F-C548-9EA7-20B9DD67CF95}" destId="{C5CA217B-3770-D64F-AFA3-5269B7DE37DE}" srcOrd="0" destOrd="0" presId="urn:microsoft.com/office/officeart/2005/8/layout/radial5"/>
    <dgm:cxn modelId="{8D8AC3B9-1B90-AF48-B6E2-D4F8B019D566}" type="presOf" srcId="{D3BC1271-61BA-8747-8172-29F775E84560}" destId="{3091620C-DF02-A540-B06F-0B4B9D831DE5}" srcOrd="0" destOrd="0" presId="urn:microsoft.com/office/officeart/2005/8/layout/radial5"/>
    <dgm:cxn modelId="{3EDA9DBC-0773-D94C-AA4D-9EA568778932}" type="presOf" srcId="{042F3176-A168-2540-8CB1-58516DFF7151}" destId="{81D7743C-FFF1-D947-A524-64ADB9E99B03}" srcOrd="0" destOrd="0" presId="urn:microsoft.com/office/officeart/2005/8/layout/radial5"/>
    <dgm:cxn modelId="{F73C02C1-EBE4-2C43-B339-2711B83A0910}" type="presOf" srcId="{D4E9D214-3E0D-9742-9E5B-07D766D1B62A}" destId="{02E37AF4-5529-7445-B08C-D6DF46F69F1C}" srcOrd="0" destOrd="0" presId="urn:microsoft.com/office/officeart/2005/8/layout/radial5"/>
    <dgm:cxn modelId="{3C6106DA-3A76-B94F-AE5B-642A2B82420D}" type="presOf" srcId="{7ED0C036-114E-304D-B57A-0E61E0BD6B53}" destId="{35B3032A-92F6-D04B-9241-262344152CF1}" srcOrd="1" destOrd="0" presId="urn:microsoft.com/office/officeart/2005/8/layout/radial5"/>
    <dgm:cxn modelId="{956E76DF-5B10-024C-A886-E4243447C28A}" srcId="{D0245E63-4FB4-744E-A2F6-E7642863E0F1}" destId="{D3BC1271-61BA-8747-8172-29F775E84560}" srcOrd="0" destOrd="0" parTransId="{2B6172DD-AAA7-9647-9418-ECAD8CB6E885}" sibTransId="{76FD57A4-9016-0244-A9E2-393ABBCC987D}"/>
    <dgm:cxn modelId="{CEB9B7E4-DDE9-5641-9E84-CE061551F2F9}" srcId="{D3BC1271-61BA-8747-8172-29F775E84560}" destId="{D4E9D214-3E0D-9742-9E5B-07D766D1B62A}" srcOrd="2" destOrd="0" parTransId="{DEA8B515-A0B9-1443-B0C6-F09D3828D690}" sibTransId="{97FA8B9C-1BAC-F246-ACAD-E00A4D232C52}"/>
    <dgm:cxn modelId="{B3E936E5-C6B4-6B4C-A84F-B1FD6CD5E264}" srcId="{D3BC1271-61BA-8747-8172-29F775E84560}" destId="{428FF269-820B-8849-9497-033942AEF329}" srcOrd="1" destOrd="0" parTransId="{1EF41F20-69A8-954F-9900-416497629E9F}" sibTransId="{82B71111-EFCB-9549-B3D5-55846FB96C0A}"/>
    <dgm:cxn modelId="{683EEEE5-9EC4-EA48-A126-A918E0AC47BC}" srcId="{D3BC1271-61BA-8747-8172-29F775E84560}" destId="{FCAF751A-E690-204E-B416-5210C804966E}" srcOrd="5" destOrd="0" parTransId="{D67A7A19-6418-DF42-8F05-B8DA56B8161A}" sibTransId="{3BDC4457-93DB-3D4C-8F40-CADF09461AE0}"/>
    <dgm:cxn modelId="{BA38C2F7-CE50-7540-B8EE-00C4F10E59E5}" type="presOf" srcId="{428FF269-820B-8849-9497-033942AEF329}" destId="{10447C91-975B-0A41-8BA0-E911D76316CC}" srcOrd="0" destOrd="0" presId="urn:microsoft.com/office/officeart/2005/8/layout/radial5"/>
    <dgm:cxn modelId="{834480FE-9D35-C040-9795-D89553934839}" type="presOf" srcId="{E4C6F42E-AFF7-DD43-A184-3347021EEE49}" destId="{6584B8DC-DB8F-E34D-BF79-8D1301451E0C}" srcOrd="0" destOrd="0" presId="urn:microsoft.com/office/officeart/2005/8/layout/radial5"/>
    <dgm:cxn modelId="{EEE1566B-CB85-9F48-AA4A-F2B022560384}" type="presParOf" srcId="{47531895-E271-6C49-AAF8-E47842618400}" destId="{3091620C-DF02-A540-B06F-0B4B9D831DE5}" srcOrd="0" destOrd="0" presId="urn:microsoft.com/office/officeart/2005/8/layout/radial5"/>
    <dgm:cxn modelId="{0F9A38C2-3FB7-C547-8969-1C44532F1981}" type="presParOf" srcId="{47531895-E271-6C49-AAF8-E47842618400}" destId="{3841D92C-64CF-7B44-8BA1-318C2A947854}" srcOrd="1" destOrd="0" presId="urn:microsoft.com/office/officeart/2005/8/layout/radial5"/>
    <dgm:cxn modelId="{9E5B81C2-178C-8947-A658-8AA366D99366}" type="presParOf" srcId="{3841D92C-64CF-7B44-8BA1-318C2A947854}" destId="{35B3032A-92F6-D04B-9241-262344152CF1}" srcOrd="0" destOrd="0" presId="urn:microsoft.com/office/officeart/2005/8/layout/radial5"/>
    <dgm:cxn modelId="{2B29844C-BA0F-F94F-8A4B-CF33CC456EE6}" type="presParOf" srcId="{47531895-E271-6C49-AAF8-E47842618400}" destId="{81D7743C-FFF1-D947-A524-64ADB9E99B03}" srcOrd="2" destOrd="0" presId="urn:microsoft.com/office/officeart/2005/8/layout/radial5"/>
    <dgm:cxn modelId="{B23B2BD3-DECE-8B4B-907C-73040C93A3F6}" type="presParOf" srcId="{47531895-E271-6C49-AAF8-E47842618400}" destId="{CB198123-AA71-4A48-8978-1533DCCC7927}" srcOrd="3" destOrd="0" presId="urn:microsoft.com/office/officeart/2005/8/layout/radial5"/>
    <dgm:cxn modelId="{A2FF47C9-05E1-DD48-82A9-2911207C08F4}" type="presParOf" srcId="{CB198123-AA71-4A48-8978-1533DCCC7927}" destId="{7227F118-95A9-2C42-9D67-08D459CFC229}" srcOrd="0" destOrd="0" presId="urn:microsoft.com/office/officeart/2005/8/layout/radial5"/>
    <dgm:cxn modelId="{43DDF4A3-F2A4-3044-9206-A7C20776C8D4}" type="presParOf" srcId="{47531895-E271-6C49-AAF8-E47842618400}" destId="{10447C91-975B-0A41-8BA0-E911D76316CC}" srcOrd="4" destOrd="0" presId="urn:microsoft.com/office/officeart/2005/8/layout/radial5"/>
    <dgm:cxn modelId="{5C7340B5-D22E-7147-8279-493E61E55DC0}" type="presParOf" srcId="{47531895-E271-6C49-AAF8-E47842618400}" destId="{C74321DE-B5B1-BD42-AAC3-208E0125A9D6}" srcOrd="5" destOrd="0" presId="urn:microsoft.com/office/officeart/2005/8/layout/radial5"/>
    <dgm:cxn modelId="{97406EF0-50C6-0242-ADED-E3EB86BB22EB}" type="presParOf" srcId="{C74321DE-B5B1-BD42-AAC3-208E0125A9D6}" destId="{BBC848D2-4652-9A41-B5E8-7318488DD9D8}" srcOrd="0" destOrd="0" presId="urn:microsoft.com/office/officeart/2005/8/layout/radial5"/>
    <dgm:cxn modelId="{BE9EA709-640C-3A41-B00D-DC63668F49BC}" type="presParOf" srcId="{47531895-E271-6C49-AAF8-E47842618400}" destId="{02E37AF4-5529-7445-B08C-D6DF46F69F1C}" srcOrd="6" destOrd="0" presId="urn:microsoft.com/office/officeart/2005/8/layout/radial5"/>
    <dgm:cxn modelId="{A29F78E0-134A-5C43-BE42-26C6252807EB}" type="presParOf" srcId="{47531895-E271-6C49-AAF8-E47842618400}" destId="{6A029F6F-B830-CF4F-BADD-80EE1414AE2A}" srcOrd="7" destOrd="0" presId="urn:microsoft.com/office/officeart/2005/8/layout/radial5"/>
    <dgm:cxn modelId="{C1B104BB-6A00-374D-BE82-C7C9E3C9BDC2}" type="presParOf" srcId="{6A029F6F-B830-CF4F-BADD-80EE1414AE2A}" destId="{4EF0D9B3-8960-B741-9386-6671F0D8097D}" srcOrd="0" destOrd="0" presId="urn:microsoft.com/office/officeart/2005/8/layout/radial5"/>
    <dgm:cxn modelId="{088658CF-AA9C-CE4A-8245-6FA37FE10142}" type="presParOf" srcId="{47531895-E271-6C49-AAF8-E47842618400}" destId="{E23F1338-66B6-9544-9B22-FD3F82FC1B06}" srcOrd="8" destOrd="0" presId="urn:microsoft.com/office/officeart/2005/8/layout/radial5"/>
    <dgm:cxn modelId="{6A9F1CEF-39BD-C548-9069-888FF7F1A1DA}" type="presParOf" srcId="{47531895-E271-6C49-AAF8-E47842618400}" destId="{6584B8DC-DB8F-E34D-BF79-8D1301451E0C}" srcOrd="9" destOrd="0" presId="urn:microsoft.com/office/officeart/2005/8/layout/radial5"/>
    <dgm:cxn modelId="{A8DC7C38-9BBB-1F41-97D1-BF4EE0A47FC5}" type="presParOf" srcId="{6584B8DC-DB8F-E34D-BF79-8D1301451E0C}" destId="{DE3A2475-1553-2046-894E-A36478586A01}" srcOrd="0" destOrd="0" presId="urn:microsoft.com/office/officeart/2005/8/layout/radial5"/>
    <dgm:cxn modelId="{928A58B0-1147-FB4E-B1E9-487DB1E47567}" type="presParOf" srcId="{47531895-E271-6C49-AAF8-E47842618400}" destId="{C5CA217B-3770-D64F-AFA3-5269B7DE37DE}" srcOrd="10" destOrd="0" presId="urn:microsoft.com/office/officeart/2005/8/layout/radial5"/>
    <dgm:cxn modelId="{D35D3DD9-AD6A-2347-9EDB-053678F44345}" type="presParOf" srcId="{47531895-E271-6C49-AAF8-E47842618400}" destId="{399077EA-D676-6C42-B50C-4102234DB231}" srcOrd="11" destOrd="0" presId="urn:microsoft.com/office/officeart/2005/8/layout/radial5"/>
    <dgm:cxn modelId="{4F85BACB-B19B-4541-BA82-7FEFD0626F17}" type="presParOf" srcId="{399077EA-D676-6C42-B50C-4102234DB231}" destId="{71F9B198-112C-2A4D-9F88-C6F365BDE273}" srcOrd="0" destOrd="0" presId="urn:microsoft.com/office/officeart/2005/8/layout/radial5"/>
    <dgm:cxn modelId="{DB189D76-D865-3B4D-998A-CDB25728882D}" type="presParOf" srcId="{47531895-E271-6C49-AAF8-E47842618400}" destId="{66351FF6-D083-EC47-BF46-42D2B61F2048}" srcOrd="12" destOrd="0" presId="urn:microsoft.com/office/officeart/2005/8/layout/radial5"/>
    <dgm:cxn modelId="{33F14154-EB1E-6F45-97EF-E501B989AACC}" type="presParOf" srcId="{47531895-E271-6C49-AAF8-E47842618400}" destId="{A882B12F-A857-F341-93F2-89A3DA63A75F}" srcOrd="13" destOrd="0" presId="urn:microsoft.com/office/officeart/2005/8/layout/radial5"/>
    <dgm:cxn modelId="{EF95F78D-DF56-BC47-A483-007DE053F258}" type="presParOf" srcId="{A882B12F-A857-F341-93F2-89A3DA63A75F}" destId="{60EC22A4-D421-004A-BF8C-C06338DE4CAB}" srcOrd="0" destOrd="0" presId="urn:microsoft.com/office/officeart/2005/8/layout/radial5"/>
    <dgm:cxn modelId="{62CD39F2-FB90-B148-ADAD-A7337762DDD0}" type="presParOf" srcId="{47531895-E271-6C49-AAF8-E47842618400}" destId="{73C2BC91-7763-2C4E-B23B-0B349521EA3B}" srcOrd="14" destOrd="0" presId="urn:microsoft.com/office/officeart/2005/8/layout/radial5"/>
    <dgm:cxn modelId="{1539DDF2-AECA-0E4E-9531-63F13F0CEDAF}" type="presParOf" srcId="{47531895-E271-6C49-AAF8-E47842618400}" destId="{7549E699-4309-CC46-9E37-FCA359CE6D11}" srcOrd="15" destOrd="0" presId="urn:microsoft.com/office/officeart/2005/8/layout/radial5"/>
    <dgm:cxn modelId="{728BC773-35DA-B742-931C-9E457E53FBCC}" type="presParOf" srcId="{7549E699-4309-CC46-9E37-FCA359CE6D11}" destId="{4CE7B1A8-8BCA-F24C-AF3A-EB00C4246560}" srcOrd="0" destOrd="0" presId="urn:microsoft.com/office/officeart/2005/8/layout/radial5"/>
    <dgm:cxn modelId="{0CF08B74-9FB4-0D40-9921-CB7B23628CA5}" type="presParOf" srcId="{47531895-E271-6C49-AAF8-E47842618400}" destId="{5C062E5A-DA72-7C4B-B744-10E06CE8AEEB}" srcOrd="16"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4ED74A1-583A-584F-AA3E-B00D1441053E}" type="doc">
      <dgm:prSet loTypeId="urn:microsoft.com/office/officeart/2005/8/layout/cycle2" loCatId="" qsTypeId="urn:microsoft.com/office/officeart/2005/8/quickstyle/simple5" qsCatId="simple" csTypeId="urn:microsoft.com/office/officeart/2005/8/colors/accent2_2" csCatId="accent2" phldr="1"/>
      <dgm:spPr/>
      <dgm:t>
        <a:bodyPr rtlCol="1"/>
        <a:lstStyle/>
        <a:p>
          <a:pPr rtl="1"/>
          <a:endParaRPr lang="en-GB"/>
        </a:p>
      </dgm:t>
    </dgm:pt>
    <dgm:pt modelId="{BF9779F3-394C-CF47-837D-912005F47968}">
      <dgm:prSet phldrT="[Text]"/>
      <dgm:spPr/>
      <dgm:t>
        <a:bodyPr rtlCol="1"/>
        <a:lstStyle/>
        <a:p>
          <a:pPr rtl="1"/>
          <a:r>
            <a:rPr lang="ar" dirty="0">
              <a:latin typeface="Sakkal Majalla" panose="02000000000000000000" pitchFamily="2" charset="-78"/>
              <a:cs typeface="Sakkal Majalla" panose="02000000000000000000" pitchFamily="2" charset="-78"/>
            </a:rPr>
            <a:t>تعرف احتياجات العميل</a:t>
          </a:r>
          <a:endParaRPr lang="en-GB" dirty="0">
            <a:latin typeface="Sakkal Majalla" panose="02000000000000000000" pitchFamily="2" charset="-78"/>
            <a:cs typeface="Sakkal Majalla" panose="02000000000000000000" pitchFamily="2" charset="-78"/>
          </a:endParaRPr>
        </a:p>
      </dgm:t>
    </dgm:pt>
    <dgm:pt modelId="{68B3311A-3317-5642-8A4A-3D8353D6B9F9}" type="parTrans" cxnId="{F97F9DAF-010D-974A-9C5C-96658922F9B7}">
      <dgm:prSet/>
      <dgm:spPr/>
      <dgm:t>
        <a:bodyPr rtlCol="1"/>
        <a:lstStyle/>
        <a:p>
          <a:pPr rtl="1"/>
          <a:endParaRPr lang="en-GB">
            <a:latin typeface="Sakkal Majalla" panose="02000000000000000000" pitchFamily="2" charset="-78"/>
            <a:cs typeface="Sakkal Majalla" panose="02000000000000000000" pitchFamily="2" charset="-78"/>
          </a:endParaRPr>
        </a:p>
      </dgm:t>
    </dgm:pt>
    <dgm:pt modelId="{B896AAED-9F1E-D84C-8924-48C1A65E5080}" type="sibTrans" cxnId="{F97F9DAF-010D-974A-9C5C-96658922F9B7}">
      <dgm:prSet/>
      <dgm:spPr/>
      <dgm:t>
        <a:bodyPr rtlCol="1"/>
        <a:lstStyle/>
        <a:p>
          <a:pPr rtl="1"/>
          <a:endParaRPr lang="en-GB" dirty="0">
            <a:latin typeface="Sakkal Majalla" panose="02000000000000000000" pitchFamily="2" charset="-78"/>
            <a:cs typeface="Sakkal Majalla" panose="02000000000000000000" pitchFamily="2" charset="-78"/>
          </a:endParaRPr>
        </a:p>
      </dgm:t>
    </dgm:pt>
    <dgm:pt modelId="{BC25F7AB-53FE-804A-BB76-88C7631A0DBF}">
      <dgm:prSet phldrT="[Text]"/>
      <dgm:spPr/>
      <dgm:t>
        <a:bodyPr rtlCol="1"/>
        <a:lstStyle/>
        <a:p>
          <a:pPr rtl="1">
            <a:buFont typeface="Wingdings" panose="05000000000000000000" pitchFamily="2" charset="2"/>
            <a:buNone/>
          </a:pPr>
          <a:r>
            <a:rPr lang="ar" dirty="0">
              <a:latin typeface="Sakkal Majalla" panose="02000000000000000000" pitchFamily="2" charset="-78"/>
              <a:cs typeface="Sakkal Majalla" panose="02000000000000000000" pitchFamily="2" charset="-78"/>
            </a:rPr>
            <a:t>البحث عن المعلومات</a:t>
          </a:r>
          <a:endParaRPr lang="en-GB" dirty="0">
            <a:latin typeface="Sakkal Majalla" panose="02000000000000000000" pitchFamily="2" charset="-78"/>
            <a:cs typeface="Sakkal Majalla" panose="02000000000000000000" pitchFamily="2" charset="-78"/>
          </a:endParaRPr>
        </a:p>
      </dgm:t>
    </dgm:pt>
    <dgm:pt modelId="{9B637716-1929-CD45-910A-7E0DB5381A60}" type="parTrans" cxnId="{E8A7184A-2CA7-5441-A55C-F5E241EFFD57}">
      <dgm:prSet/>
      <dgm:spPr/>
      <dgm:t>
        <a:bodyPr rtlCol="1"/>
        <a:lstStyle/>
        <a:p>
          <a:pPr rtl="1"/>
          <a:endParaRPr lang="en-GB">
            <a:latin typeface="Sakkal Majalla" panose="02000000000000000000" pitchFamily="2" charset="-78"/>
            <a:cs typeface="Sakkal Majalla" panose="02000000000000000000" pitchFamily="2" charset="-78"/>
          </a:endParaRPr>
        </a:p>
      </dgm:t>
    </dgm:pt>
    <dgm:pt modelId="{0EA87AC4-98DE-9044-92AC-9910503F5373}" type="sibTrans" cxnId="{E8A7184A-2CA7-5441-A55C-F5E241EFFD57}">
      <dgm:prSet/>
      <dgm:spPr/>
      <dgm:t>
        <a:bodyPr rtlCol="1"/>
        <a:lstStyle/>
        <a:p>
          <a:pPr rtl="1"/>
          <a:endParaRPr lang="en-GB" dirty="0">
            <a:latin typeface="Sakkal Majalla" panose="02000000000000000000" pitchFamily="2" charset="-78"/>
            <a:cs typeface="Sakkal Majalla" panose="02000000000000000000" pitchFamily="2" charset="-78"/>
          </a:endParaRPr>
        </a:p>
      </dgm:t>
    </dgm:pt>
    <dgm:pt modelId="{6B3B3DB8-9003-E749-81D2-1121AFC8B305}">
      <dgm:prSet phldrT="[Text]"/>
      <dgm:spPr/>
      <dgm:t>
        <a:bodyPr rtlCol="1"/>
        <a:lstStyle/>
        <a:p>
          <a:pPr rtl="1"/>
          <a:r>
            <a:rPr lang="ar">
              <a:latin typeface="Sakkal Majalla" panose="02000000000000000000" pitchFamily="2" charset="-78"/>
              <a:cs typeface="Sakkal Majalla" panose="02000000000000000000" pitchFamily="2" charset="-78"/>
            </a:rPr>
            <a:t>تقييم البدائل</a:t>
          </a:r>
          <a:endParaRPr lang="en-GB" dirty="0">
            <a:latin typeface="Sakkal Majalla" panose="02000000000000000000" pitchFamily="2" charset="-78"/>
            <a:cs typeface="Sakkal Majalla" panose="02000000000000000000" pitchFamily="2" charset="-78"/>
          </a:endParaRPr>
        </a:p>
      </dgm:t>
    </dgm:pt>
    <dgm:pt modelId="{90FC1940-2098-194E-987C-F8698CABD0E4}" type="parTrans" cxnId="{6D8BD658-7422-9A47-B8C7-2887BAAF34F4}">
      <dgm:prSet/>
      <dgm:spPr/>
      <dgm:t>
        <a:bodyPr rtlCol="1"/>
        <a:lstStyle/>
        <a:p>
          <a:pPr rtl="1"/>
          <a:endParaRPr lang="en-GB">
            <a:latin typeface="Sakkal Majalla" panose="02000000000000000000" pitchFamily="2" charset="-78"/>
            <a:cs typeface="Sakkal Majalla" panose="02000000000000000000" pitchFamily="2" charset="-78"/>
          </a:endParaRPr>
        </a:p>
      </dgm:t>
    </dgm:pt>
    <dgm:pt modelId="{138B7991-25C2-7346-8E0D-FA665BEC5F11}" type="sibTrans" cxnId="{6D8BD658-7422-9A47-B8C7-2887BAAF34F4}">
      <dgm:prSet/>
      <dgm:spPr/>
      <dgm:t>
        <a:bodyPr rtlCol="1"/>
        <a:lstStyle/>
        <a:p>
          <a:pPr rtl="1"/>
          <a:endParaRPr lang="en-GB" dirty="0">
            <a:latin typeface="Sakkal Majalla" panose="02000000000000000000" pitchFamily="2" charset="-78"/>
            <a:cs typeface="Sakkal Majalla" panose="02000000000000000000" pitchFamily="2" charset="-78"/>
          </a:endParaRPr>
        </a:p>
      </dgm:t>
    </dgm:pt>
    <dgm:pt modelId="{506E6BB2-E5FE-864A-A02B-2FA88E964A71}">
      <dgm:prSet phldrT="[Text]"/>
      <dgm:spPr/>
      <dgm:t>
        <a:bodyPr rtlCol="1"/>
        <a:lstStyle/>
        <a:p>
          <a:pPr rtl="1">
            <a:buFont typeface="Wingdings" panose="05000000000000000000" pitchFamily="2" charset="2"/>
            <a:buNone/>
          </a:pPr>
          <a:r>
            <a:rPr lang="ar">
              <a:latin typeface="Sakkal Majalla" panose="02000000000000000000" pitchFamily="2" charset="-78"/>
              <a:cs typeface="Sakkal Majalla" panose="02000000000000000000" pitchFamily="2" charset="-78"/>
            </a:rPr>
            <a:t>قرار الشراء</a:t>
          </a:r>
          <a:endParaRPr lang="en-GB" dirty="0">
            <a:latin typeface="Sakkal Majalla" panose="02000000000000000000" pitchFamily="2" charset="-78"/>
            <a:cs typeface="Sakkal Majalla" panose="02000000000000000000" pitchFamily="2" charset="-78"/>
          </a:endParaRPr>
        </a:p>
      </dgm:t>
    </dgm:pt>
    <dgm:pt modelId="{E91819CC-A845-2044-AFD6-BB105439DB33}" type="parTrans" cxnId="{D185BDBF-6DA0-F946-89C1-CB9A7B88CE27}">
      <dgm:prSet/>
      <dgm:spPr/>
      <dgm:t>
        <a:bodyPr rtlCol="1"/>
        <a:lstStyle/>
        <a:p>
          <a:pPr rtl="1"/>
          <a:endParaRPr lang="en-GB">
            <a:latin typeface="Sakkal Majalla" panose="02000000000000000000" pitchFamily="2" charset="-78"/>
            <a:cs typeface="Sakkal Majalla" panose="02000000000000000000" pitchFamily="2" charset="-78"/>
          </a:endParaRPr>
        </a:p>
      </dgm:t>
    </dgm:pt>
    <dgm:pt modelId="{CFFA427B-5F66-E042-B74F-954C05A97EBE}" type="sibTrans" cxnId="{D185BDBF-6DA0-F946-89C1-CB9A7B88CE27}">
      <dgm:prSet/>
      <dgm:spPr/>
      <dgm:t>
        <a:bodyPr rtlCol="1"/>
        <a:lstStyle/>
        <a:p>
          <a:pPr rtl="1"/>
          <a:endParaRPr lang="en-GB" dirty="0">
            <a:latin typeface="Sakkal Majalla" panose="02000000000000000000" pitchFamily="2" charset="-78"/>
            <a:cs typeface="Sakkal Majalla" panose="02000000000000000000" pitchFamily="2" charset="-78"/>
          </a:endParaRPr>
        </a:p>
      </dgm:t>
    </dgm:pt>
    <dgm:pt modelId="{642D88FE-5597-494B-B3F2-0253E4D1D605}">
      <dgm:prSet phldrT="[Text]"/>
      <dgm:spPr/>
      <dgm:t>
        <a:bodyPr rtlCol="1"/>
        <a:lstStyle/>
        <a:p>
          <a:pPr rtl="1">
            <a:buFont typeface="Wingdings" panose="05000000000000000000" pitchFamily="2" charset="2"/>
            <a:buNone/>
          </a:pPr>
          <a:r>
            <a:rPr lang="ar">
              <a:latin typeface="Sakkal Majalla" panose="02000000000000000000" pitchFamily="2" charset="-78"/>
              <a:cs typeface="Sakkal Majalla" panose="02000000000000000000" pitchFamily="2" charset="-78"/>
            </a:rPr>
            <a:t>الشراء</a:t>
          </a:r>
          <a:endParaRPr lang="en-GB" dirty="0">
            <a:latin typeface="Sakkal Majalla" panose="02000000000000000000" pitchFamily="2" charset="-78"/>
            <a:cs typeface="Sakkal Majalla" panose="02000000000000000000" pitchFamily="2" charset="-78"/>
          </a:endParaRPr>
        </a:p>
      </dgm:t>
    </dgm:pt>
    <dgm:pt modelId="{3747D2E4-1BC9-EC40-9434-C6202052828E}" type="parTrans" cxnId="{4C7BBEB9-4883-EB44-8FBF-8AFCD2F88564}">
      <dgm:prSet/>
      <dgm:spPr/>
      <dgm:t>
        <a:bodyPr rtlCol="1"/>
        <a:lstStyle/>
        <a:p>
          <a:pPr rtl="1"/>
          <a:endParaRPr lang="en-GB">
            <a:latin typeface="Sakkal Majalla" panose="02000000000000000000" pitchFamily="2" charset="-78"/>
            <a:cs typeface="Sakkal Majalla" panose="02000000000000000000" pitchFamily="2" charset="-78"/>
          </a:endParaRPr>
        </a:p>
      </dgm:t>
    </dgm:pt>
    <dgm:pt modelId="{EA2FEF12-651C-DE4B-B5D4-310282AF6467}" type="sibTrans" cxnId="{4C7BBEB9-4883-EB44-8FBF-8AFCD2F88564}">
      <dgm:prSet/>
      <dgm:spPr/>
      <dgm:t>
        <a:bodyPr rtlCol="1"/>
        <a:lstStyle/>
        <a:p>
          <a:pPr rtl="1"/>
          <a:endParaRPr lang="en-GB" dirty="0">
            <a:latin typeface="Sakkal Majalla" panose="02000000000000000000" pitchFamily="2" charset="-78"/>
            <a:cs typeface="Sakkal Majalla" panose="02000000000000000000" pitchFamily="2" charset="-78"/>
          </a:endParaRPr>
        </a:p>
      </dgm:t>
    </dgm:pt>
    <dgm:pt modelId="{0B5521E8-0F69-F045-AA50-D7A063B4E17F}">
      <dgm:prSet/>
      <dgm:spPr/>
      <dgm:t>
        <a:bodyPr rtlCol="1"/>
        <a:lstStyle/>
        <a:p>
          <a:pPr rtl="1">
            <a:buFont typeface="Wingdings" panose="05000000000000000000" pitchFamily="2" charset="2"/>
            <a:buNone/>
          </a:pPr>
          <a:r>
            <a:rPr lang="ar">
              <a:latin typeface="Sakkal Majalla" panose="02000000000000000000" pitchFamily="2" charset="-78"/>
              <a:cs typeface="Sakkal Majalla" panose="02000000000000000000" pitchFamily="2" charset="-78"/>
            </a:rPr>
            <a:t>تقييم ما بعد الشراء</a:t>
          </a:r>
          <a:endParaRPr lang="en-GB" dirty="0">
            <a:latin typeface="Sakkal Majalla" panose="02000000000000000000" pitchFamily="2" charset="-78"/>
            <a:cs typeface="Sakkal Majalla" panose="02000000000000000000" pitchFamily="2" charset="-78"/>
          </a:endParaRPr>
        </a:p>
      </dgm:t>
    </dgm:pt>
    <dgm:pt modelId="{EDA51184-0526-6442-A18F-514493643798}" type="parTrans" cxnId="{2C214BF8-B837-7C40-A124-8F407C6465A6}">
      <dgm:prSet/>
      <dgm:spPr/>
      <dgm:t>
        <a:bodyPr rtlCol="1"/>
        <a:lstStyle/>
        <a:p>
          <a:pPr rtl="1"/>
          <a:endParaRPr lang="en-GB">
            <a:latin typeface="Sakkal Majalla" panose="02000000000000000000" pitchFamily="2" charset="-78"/>
            <a:cs typeface="Sakkal Majalla" panose="02000000000000000000" pitchFamily="2" charset="-78"/>
          </a:endParaRPr>
        </a:p>
      </dgm:t>
    </dgm:pt>
    <dgm:pt modelId="{3BBBF9E5-9816-8640-839A-6AC0B89F6CCF}" type="sibTrans" cxnId="{2C214BF8-B837-7C40-A124-8F407C6465A6}">
      <dgm:prSet/>
      <dgm:spPr/>
      <dgm:t>
        <a:bodyPr rtlCol="1"/>
        <a:lstStyle/>
        <a:p>
          <a:pPr rtl="1"/>
          <a:endParaRPr lang="en-GB" dirty="0">
            <a:latin typeface="Sakkal Majalla" panose="02000000000000000000" pitchFamily="2" charset="-78"/>
            <a:cs typeface="Sakkal Majalla" panose="02000000000000000000" pitchFamily="2" charset="-78"/>
          </a:endParaRPr>
        </a:p>
      </dgm:t>
    </dgm:pt>
    <dgm:pt modelId="{944A0614-C321-8F46-B865-2B257BC7F2C2}" type="pres">
      <dgm:prSet presAssocID="{14ED74A1-583A-584F-AA3E-B00D1441053E}" presName="cycle" presStyleCnt="0">
        <dgm:presLayoutVars>
          <dgm:dir/>
          <dgm:resizeHandles val="exact"/>
        </dgm:presLayoutVars>
      </dgm:prSet>
      <dgm:spPr/>
    </dgm:pt>
    <dgm:pt modelId="{83978FF4-5C8A-7547-9B4D-0B083C6DB408}" type="pres">
      <dgm:prSet presAssocID="{BF9779F3-394C-CF47-837D-912005F47968}" presName="node" presStyleLbl="node1" presStyleIdx="0" presStyleCnt="6">
        <dgm:presLayoutVars>
          <dgm:bulletEnabled val="1"/>
        </dgm:presLayoutVars>
      </dgm:prSet>
      <dgm:spPr/>
    </dgm:pt>
    <dgm:pt modelId="{AC1B0535-C5B5-BE45-AF9F-A4D98093991F}" type="pres">
      <dgm:prSet presAssocID="{B896AAED-9F1E-D84C-8924-48C1A65E5080}" presName="sibTrans" presStyleLbl="sibTrans2D1" presStyleIdx="0" presStyleCnt="6"/>
      <dgm:spPr/>
    </dgm:pt>
    <dgm:pt modelId="{5FDB6816-A1B5-F04C-B43B-9B47B989DD6F}" type="pres">
      <dgm:prSet presAssocID="{B896AAED-9F1E-D84C-8924-48C1A65E5080}" presName="connectorText" presStyleLbl="sibTrans2D1" presStyleIdx="0" presStyleCnt="6"/>
      <dgm:spPr/>
    </dgm:pt>
    <dgm:pt modelId="{319E4454-31D4-C04F-9856-3253EB46B614}" type="pres">
      <dgm:prSet presAssocID="{BC25F7AB-53FE-804A-BB76-88C7631A0DBF}" presName="node" presStyleLbl="node1" presStyleIdx="1" presStyleCnt="6">
        <dgm:presLayoutVars>
          <dgm:bulletEnabled val="1"/>
        </dgm:presLayoutVars>
      </dgm:prSet>
      <dgm:spPr/>
    </dgm:pt>
    <dgm:pt modelId="{27512262-86D8-A243-AE90-BEE20084D97B}" type="pres">
      <dgm:prSet presAssocID="{0EA87AC4-98DE-9044-92AC-9910503F5373}" presName="sibTrans" presStyleLbl="sibTrans2D1" presStyleIdx="1" presStyleCnt="6"/>
      <dgm:spPr/>
    </dgm:pt>
    <dgm:pt modelId="{6EA0C46B-3121-674D-914D-1E486EEF3870}" type="pres">
      <dgm:prSet presAssocID="{0EA87AC4-98DE-9044-92AC-9910503F5373}" presName="connectorText" presStyleLbl="sibTrans2D1" presStyleIdx="1" presStyleCnt="6"/>
      <dgm:spPr/>
    </dgm:pt>
    <dgm:pt modelId="{82E22213-233A-2C44-B8AD-4D80CCAC2523}" type="pres">
      <dgm:prSet presAssocID="{6B3B3DB8-9003-E749-81D2-1121AFC8B305}" presName="node" presStyleLbl="node1" presStyleIdx="2" presStyleCnt="6">
        <dgm:presLayoutVars>
          <dgm:bulletEnabled val="1"/>
        </dgm:presLayoutVars>
      </dgm:prSet>
      <dgm:spPr/>
    </dgm:pt>
    <dgm:pt modelId="{11DF6B6A-E35E-C449-99F6-29501EC98B9E}" type="pres">
      <dgm:prSet presAssocID="{138B7991-25C2-7346-8E0D-FA665BEC5F11}" presName="sibTrans" presStyleLbl="sibTrans2D1" presStyleIdx="2" presStyleCnt="6"/>
      <dgm:spPr/>
    </dgm:pt>
    <dgm:pt modelId="{5B9A2BA6-990C-7545-8515-157A8C0F90E4}" type="pres">
      <dgm:prSet presAssocID="{138B7991-25C2-7346-8E0D-FA665BEC5F11}" presName="connectorText" presStyleLbl="sibTrans2D1" presStyleIdx="2" presStyleCnt="6"/>
      <dgm:spPr/>
    </dgm:pt>
    <dgm:pt modelId="{34120628-F15D-3849-93C5-C38DD4E318F3}" type="pres">
      <dgm:prSet presAssocID="{506E6BB2-E5FE-864A-A02B-2FA88E964A71}" presName="node" presStyleLbl="node1" presStyleIdx="3" presStyleCnt="6">
        <dgm:presLayoutVars>
          <dgm:bulletEnabled val="1"/>
        </dgm:presLayoutVars>
      </dgm:prSet>
      <dgm:spPr/>
    </dgm:pt>
    <dgm:pt modelId="{27113B6E-1C6C-C047-917B-C9EE6D7C2B58}" type="pres">
      <dgm:prSet presAssocID="{CFFA427B-5F66-E042-B74F-954C05A97EBE}" presName="sibTrans" presStyleLbl="sibTrans2D1" presStyleIdx="3" presStyleCnt="6"/>
      <dgm:spPr/>
    </dgm:pt>
    <dgm:pt modelId="{EEFA6C47-4599-C44F-BB12-802731CCA436}" type="pres">
      <dgm:prSet presAssocID="{CFFA427B-5F66-E042-B74F-954C05A97EBE}" presName="connectorText" presStyleLbl="sibTrans2D1" presStyleIdx="3" presStyleCnt="6"/>
      <dgm:spPr/>
    </dgm:pt>
    <dgm:pt modelId="{C0AC1E55-CA33-BD40-9382-B75920F02A10}" type="pres">
      <dgm:prSet presAssocID="{642D88FE-5597-494B-B3F2-0253E4D1D605}" presName="node" presStyleLbl="node1" presStyleIdx="4" presStyleCnt="6">
        <dgm:presLayoutVars>
          <dgm:bulletEnabled val="1"/>
        </dgm:presLayoutVars>
      </dgm:prSet>
      <dgm:spPr/>
    </dgm:pt>
    <dgm:pt modelId="{E5A19EC2-C517-5341-9418-A7C7F6D4C4DC}" type="pres">
      <dgm:prSet presAssocID="{EA2FEF12-651C-DE4B-B5D4-310282AF6467}" presName="sibTrans" presStyleLbl="sibTrans2D1" presStyleIdx="4" presStyleCnt="6"/>
      <dgm:spPr/>
    </dgm:pt>
    <dgm:pt modelId="{CB3A4D37-15AA-2C4D-8254-317FFA526B3A}" type="pres">
      <dgm:prSet presAssocID="{EA2FEF12-651C-DE4B-B5D4-310282AF6467}" presName="connectorText" presStyleLbl="sibTrans2D1" presStyleIdx="4" presStyleCnt="6"/>
      <dgm:spPr/>
    </dgm:pt>
    <dgm:pt modelId="{E3330B37-AA2F-FF4A-B79D-B98F47DF7D4A}" type="pres">
      <dgm:prSet presAssocID="{0B5521E8-0F69-F045-AA50-D7A063B4E17F}" presName="node" presStyleLbl="node1" presStyleIdx="5" presStyleCnt="6">
        <dgm:presLayoutVars>
          <dgm:bulletEnabled val="1"/>
        </dgm:presLayoutVars>
      </dgm:prSet>
      <dgm:spPr/>
    </dgm:pt>
    <dgm:pt modelId="{C0BF3FC7-89DF-554A-9EE8-578790E57FAE}" type="pres">
      <dgm:prSet presAssocID="{3BBBF9E5-9816-8640-839A-6AC0B89F6CCF}" presName="sibTrans" presStyleLbl="sibTrans2D1" presStyleIdx="5" presStyleCnt="6"/>
      <dgm:spPr/>
    </dgm:pt>
    <dgm:pt modelId="{B285D9C1-CD8E-E248-A4CF-A9C70CD19A2B}" type="pres">
      <dgm:prSet presAssocID="{3BBBF9E5-9816-8640-839A-6AC0B89F6CCF}" presName="connectorText" presStyleLbl="sibTrans2D1" presStyleIdx="5" presStyleCnt="6"/>
      <dgm:spPr/>
    </dgm:pt>
  </dgm:ptLst>
  <dgm:cxnLst>
    <dgm:cxn modelId="{9C4B310E-B0F0-D245-BEE0-13F60CD9C21C}" type="presOf" srcId="{EA2FEF12-651C-DE4B-B5D4-310282AF6467}" destId="{CB3A4D37-15AA-2C4D-8254-317FFA526B3A}" srcOrd="1" destOrd="0" presId="urn:microsoft.com/office/officeart/2005/8/layout/cycle2"/>
    <dgm:cxn modelId="{2B682F13-AF51-CB4F-A212-661C41DEF04A}" type="presOf" srcId="{CFFA427B-5F66-E042-B74F-954C05A97EBE}" destId="{27113B6E-1C6C-C047-917B-C9EE6D7C2B58}" srcOrd="0" destOrd="0" presId="urn:microsoft.com/office/officeart/2005/8/layout/cycle2"/>
    <dgm:cxn modelId="{B7C15D5F-DFFE-5948-8A03-99033AADCA49}" type="presOf" srcId="{B896AAED-9F1E-D84C-8924-48C1A65E5080}" destId="{AC1B0535-C5B5-BE45-AF9F-A4D98093991F}" srcOrd="0" destOrd="0" presId="urn:microsoft.com/office/officeart/2005/8/layout/cycle2"/>
    <dgm:cxn modelId="{EBD68D68-2198-1C42-9964-44DB48FA3411}" type="presOf" srcId="{14ED74A1-583A-584F-AA3E-B00D1441053E}" destId="{944A0614-C321-8F46-B865-2B257BC7F2C2}" srcOrd="0" destOrd="0" presId="urn:microsoft.com/office/officeart/2005/8/layout/cycle2"/>
    <dgm:cxn modelId="{E8A7184A-2CA7-5441-A55C-F5E241EFFD57}" srcId="{14ED74A1-583A-584F-AA3E-B00D1441053E}" destId="{BC25F7AB-53FE-804A-BB76-88C7631A0DBF}" srcOrd="1" destOrd="0" parTransId="{9B637716-1929-CD45-910A-7E0DB5381A60}" sibTransId="{0EA87AC4-98DE-9044-92AC-9910503F5373}"/>
    <dgm:cxn modelId="{0EB94E74-E5A6-5F48-BB91-80C8455A575B}" type="presOf" srcId="{3BBBF9E5-9816-8640-839A-6AC0B89F6CCF}" destId="{B285D9C1-CD8E-E248-A4CF-A9C70CD19A2B}" srcOrd="1" destOrd="0" presId="urn:microsoft.com/office/officeart/2005/8/layout/cycle2"/>
    <dgm:cxn modelId="{FD900277-78D2-8D43-8D50-F28A66320CAC}" type="presOf" srcId="{3BBBF9E5-9816-8640-839A-6AC0B89F6CCF}" destId="{C0BF3FC7-89DF-554A-9EE8-578790E57FAE}" srcOrd="0" destOrd="0" presId="urn:microsoft.com/office/officeart/2005/8/layout/cycle2"/>
    <dgm:cxn modelId="{6D8BD658-7422-9A47-B8C7-2887BAAF34F4}" srcId="{14ED74A1-583A-584F-AA3E-B00D1441053E}" destId="{6B3B3DB8-9003-E749-81D2-1121AFC8B305}" srcOrd="2" destOrd="0" parTransId="{90FC1940-2098-194E-987C-F8698CABD0E4}" sibTransId="{138B7991-25C2-7346-8E0D-FA665BEC5F11}"/>
    <dgm:cxn modelId="{EB761559-D99C-CD41-A98B-F227A1649B5B}" type="presOf" srcId="{EA2FEF12-651C-DE4B-B5D4-310282AF6467}" destId="{E5A19EC2-C517-5341-9418-A7C7F6D4C4DC}" srcOrd="0" destOrd="0" presId="urn:microsoft.com/office/officeart/2005/8/layout/cycle2"/>
    <dgm:cxn modelId="{4E12A781-E35F-0B40-B22C-6A27D69D16CF}" type="presOf" srcId="{BC25F7AB-53FE-804A-BB76-88C7631A0DBF}" destId="{319E4454-31D4-C04F-9856-3253EB46B614}" srcOrd="0" destOrd="0" presId="urn:microsoft.com/office/officeart/2005/8/layout/cycle2"/>
    <dgm:cxn modelId="{3A97F489-D815-1A4B-9C7B-5A8EDF767716}" type="presOf" srcId="{642D88FE-5597-494B-B3F2-0253E4D1D605}" destId="{C0AC1E55-CA33-BD40-9382-B75920F02A10}" srcOrd="0" destOrd="0" presId="urn:microsoft.com/office/officeart/2005/8/layout/cycle2"/>
    <dgm:cxn modelId="{EA526698-E081-974C-BE81-B7FA19D9F49D}" type="presOf" srcId="{0EA87AC4-98DE-9044-92AC-9910503F5373}" destId="{27512262-86D8-A243-AE90-BEE20084D97B}" srcOrd="0" destOrd="0" presId="urn:microsoft.com/office/officeart/2005/8/layout/cycle2"/>
    <dgm:cxn modelId="{0EA20599-3953-BE45-9720-F58262043CA1}" type="presOf" srcId="{CFFA427B-5F66-E042-B74F-954C05A97EBE}" destId="{EEFA6C47-4599-C44F-BB12-802731CCA436}" srcOrd="1" destOrd="0" presId="urn:microsoft.com/office/officeart/2005/8/layout/cycle2"/>
    <dgm:cxn modelId="{B4143E9A-3727-0348-A9B7-2B9AA871B709}" type="presOf" srcId="{138B7991-25C2-7346-8E0D-FA665BEC5F11}" destId="{11DF6B6A-E35E-C449-99F6-29501EC98B9E}" srcOrd="0" destOrd="0" presId="urn:microsoft.com/office/officeart/2005/8/layout/cycle2"/>
    <dgm:cxn modelId="{8BD15D9C-2B5B-9D40-8A34-743200E757EC}" type="presOf" srcId="{6B3B3DB8-9003-E749-81D2-1121AFC8B305}" destId="{82E22213-233A-2C44-B8AD-4D80CCAC2523}" srcOrd="0" destOrd="0" presId="urn:microsoft.com/office/officeart/2005/8/layout/cycle2"/>
    <dgm:cxn modelId="{F97F9DAF-010D-974A-9C5C-96658922F9B7}" srcId="{14ED74A1-583A-584F-AA3E-B00D1441053E}" destId="{BF9779F3-394C-CF47-837D-912005F47968}" srcOrd="0" destOrd="0" parTransId="{68B3311A-3317-5642-8A4A-3D8353D6B9F9}" sibTransId="{B896AAED-9F1E-D84C-8924-48C1A65E5080}"/>
    <dgm:cxn modelId="{CEA552B8-F494-F842-813F-2932B2FF8BCC}" type="presOf" srcId="{BF9779F3-394C-CF47-837D-912005F47968}" destId="{83978FF4-5C8A-7547-9B4D-0B083C6DB408}" srcOrd="0" destOrd="0" presId="urn:microsoft.com/office/officeart/2005/8/layout/cycle2"/>
    <dgm:cxn modelId="{4C7BBEB9-4883-EB44-8FBF-8AFCD2F88564}" srcId="{14ED74A1-583A-584F-AA3E-B00D1441053E}" destId="{642D88FE-5597-494B-B3F2-0253E4D1D605}" srcOrd="4" destOrd="0" parTransId="{3747D2E4-1BC9-EC40-9434-C6202052828E}" sibTransId="{EA2FEF12-651C-DE4B-B5D4-310282AF6467}"/>
    <dgm:cxn modelId="{F9577CBF-2007-FD49-AA79-50A9DC0697B3}" type="presOf" srcId="{138B7991-25C2-7346-8E0D-FA665BEC5F11}" destId="{5B9A2BA6-990C-7545-8515-157A8C0F90E4}" srcOrd="1" destOrd="0" presId="urn:microsoft.com/office/officeart/2005/8/layout/cycle2"/>
    <dgm:cxn modelId="{D185BDBF-6DA0-F946-89C1-CB9A7B88CE27}" srcId="{14ED74A1-583A-584F-AA3E-B00D1441053E}" destId="{506E6BB2-E5FE-864A-A02B-2FA88E964A71}" srcOrd="3" destOrd="0" parTransId="{E91819CC-A845-2044-AFD6-BB105439DB33}" sibTransId="{CFFA427B-5F66-E042-B74F-954C05A97EBE}"/>
    <dgm:cxn modelId="{FCA499D4-7AEB-CF49-B25D-DB5A866CA58F}" type="presOf" srcId="{0EA87AC4-98DE-9044-92AC-9910503F5373}" destId="{6EA0C46B-3121-674D-914D-1E486EEF3870}" srcOrd="1" destOrd="0" presId="urn:microsoft.com/office/officeart/2005/8/layout/cycle2"/>
    <dgm:cxn modelId="{63A895E9-03DD-484A-B568-00C946AF68FC}" type="presOf" srcId="{0B5521E8-0F69-F045-AA50-D7A063B4E17F}" destId="{E3330B37-AA2F-FF4A-B79D-B98F47DF7D4A}" srcOrd="0" destOrd="0" presId="urn:microsoft.com/office/officeart/2005/8/layout/cycle2"/>
    <dgm:cxn modelId="{00CDA9F4-6E5D-3542-8045-92DEA30A00BE}" type="presOf" srcId="{B896AAED-9F1E-D84C-8924-48C1A65E5080}" destId="{5FDB6816-A1B5-F04C-B43B-9B47B989DD6F}" srcOrd="1" destOrd="0" presId="urn:microsoft.com/office/officeart/2005/8/layout/cycle2"/>
    <dgm:cxn modelId="{2C214BF8-B837-7C40-A124-8F407C6465A6}" srcId="{14ED74A1-583A-584F-AA3E-B00D1441053E}" destId="{0B5521E8-0F69-F045-AA50-D7A063B4E17F}" srcOrd="5" destOrd="0" parTransId="{EDA51184-0526-6442-A18F-514493643798}" sibTransId="{3BBBF9E5-9816-8640-839A-6AC0B89F6CCF}"/>
    <dgm:cxn modelId="{E6E4A8FB-8C9A-CD4C-B538-F3C538ED629E}" type="presOf" srcId="{506E6BB2-E5FE-864A-A02B-2FA88E964A71}" destId="{34120628-F15D-3849-93C5-C38DD4E318F3}" srcOrd="0" destOrd="0" presId="urn:microsoft.com/office/officeart/2005/8/layout/cycle2"/>
    <dgm:cxn modelId="{12F7222A-3AFD-EC40-B804-D6A89D9C53C3}" type="presParOf" srcId="{944A0614-C321-8F46-B865-2B257BC7F2C2}" destId="{83978FF4-5C8A-7547-9B4D-0B083C6DB408}" srcOrd="0" destOrd="0" presId="urn:microsoft.com/office/officeart/2005/8/layout/cycle2"/>
    <dgm:cxn modelId="{DAFB83D5-2B7E-8147-8C81-E672BA0BD58C}" type="presParOf" srcId="{944A0614-C321-8F46-B865-2B257BC7F2C2}" destId="{AC1B0535-C5B5-BE45-AF9F-A4D98093991F}" srcOrd="1" destOrd="0" presId="urn:microsoft.com/office/officeart/2005/8/layout/cycle2"/>
    <dgm:cxn modelId="{E243CB25-B31F-C747-A6EE-703CB76CF3A5}" type="presParOf" srcId="{AC1B0535-C5B5-BE45-AF9F-A4D98093991F}" destId="{5FDB6816-A1B5-F04C-B43B-9B47B989DD6F}" srcOrd="0" destOrd="0" presId="urn:microsoft.com/office/officeart/2005/8/layout/cycle2"/>
    <dgm:cxn modelId="{C94C647F-2218-114A-AF56-51262F97F7BC}" type="presParOf" srcId="{944A0614-C321-8F46-B865-2B257BC7F2C2}" destId="{319E4454-31D4-C04F-9856-3253EB46B614}" srcOrd="2" destOrd="0" presId="urn:microsoft.com/office/officeart/2005/8/layout/cycle2"/>
    <dgm:cxn modelId="{FC52B8DD-7A0A-A14C-9ACC-D645F46BBE32}" type="presParOf" srcId="{944A0614-C321-8F46-B865-2B257BC7F2C2}" destId="{27512262-86D8-A243-AE90-BEE20084D97B}" srcOrd="3" destOrd="0" presId="urn:microsoft.com/office/officeart/2005/8/layout/cycle2"/>
    <dgm:cxn modelId="{FDF6AE66-27C3-C24B-A89A-B882D288ED2C}" type="presParOf" srcId="{27512262-86D8-A243-AE90-BEE20084D97B}" destId="{6EA0C46B-3121-674D-914D-1E486EEF3870}" srcOrd="0" destOrd="0" presId="urn:microsoft.com/office/officeart/2005/8/layout/cycle2"/>
    <dgm:cxn modelId="{DA271AD7-D9DC-7B49-868A-59DBFE4B2CFE}" type="presParOf" srcId="{944A0614-C321-8F46-B865-2B257BC7F2C2}" destId="{82E22213-233A-2C44-B8AD-4D80CCAC2523}" srcOrd="4" destOrd="0" presId="urn:microsoft.com/office/officeart/2005/8/layout/cycle2"/>
    <dgm:cxn modelId="{E3AD3700-4ACA-5444-812B-DC249167DECC}" type="presParOf" srcId="{944A0614-C321-8F46-B865-2B257BC7F2C2}" destId="{11DF6B6A-E35E-C449-99F6-29501EC98B9E}" srcOrd="5" destOrd="0" presId="urn:microsoft.com/office/officeart/2005/8/layout/cycle2"/>
    <dgm:cxn modelId="{98CC2B07-80D2-1746-BEAA-E7C0B3C4CD30}" type="presParOf" srcId="{11DF6B6A-E35E-C449-99F6-29501EC98B9E}" destId="{5B9A2BA6-990C-7545-8515-157A8C0F90E4}" srcOrd="0" destOrd="0" presId="urn:microsoft.com/office/officeart/2005/8/layout/cycle2"/>
    <dgm:cxn modelId="{D9B86F63-40B6-EE4E-9991-6048085F62E8}" type="presParOf" srcId="{944A0614-C321-8F46-B865-2B257BC7F2C2}" destId="{34120628-F15D-3849-93C5-C38DD4E318F3}" srcOrd="6" destOrd="0" presId="urn:microsoft.com/office/officeart/2005/8/layout/cycle2"/>
    <dgm:cxn modelId="{DF1E34CD-5F80-234A-B49C-E51B906CA8D5}" type="presParOf" srcId="{944A0614-C321-8F46-B865-2B257BC7F2C2}" destId="{27113B6E-1C6C-C047-917B-C9EE6D7C2B58}" srcOrd="7" destOrd="0" presId="urn:microsoft.com/office/officeart/2005/8/layout/cycle2"/>
    <dgm:cxn modelId="{A0A05631-FEBB-DE4A-8769-B12D9DD35027}" type="presParOf" srcId="{27113B6E-1C6C-C047-917B-C9EE6D7C2B58}" destId="{EEFA6C47-4599-C44F-BB12-802731CCA436}" srcOrd="0" destOrd="0" presId="urn:microsoft.com/office/officeart/2005/8/layout/cycle2"/>
    <dgm:cxn modelId="{CD6C169D-FFCE-194E-A17A-AB0894534010}" type="presParOf" srcId="{944A0614-C321-8F46-B865-2B257BC7F2C2}" destId="{C0AC1E55-CA33-BD40-9382-B75920F02A10}" srcOrd="8" destOrd="0" presId="urn:microsoft.com/office/officeart/2005/8/layout/cycle2"/>
    <dgm:cxn modelId="{079318C5-52B0-B64C-B281-BABDFA56115C}" type="presParOf" srcId="{944A0614-C321-8F46-B865-2B257BC7F2C2}" destId="{E5A19EC2-C517-5341-9418-A7C7F6D4C4DC}" srcOrd="9" destOrd="0" presId="urn:microsoft.com/office/officeart/2005/8/layout/cycle2"/>
    <dgm:cxn modelId="{710081B5-46E8-234B-9F40-16A10E2EE48C}" type="presParOf" srcId="{E5A19EC2-C517-5341-9418-A7C7F6D4C4DC}" destId="{CB3A4D37-15AA-2C4D-8254-317FFA526B3A}" srcOrd="0" destOrd="0" presId="urn:microsoft.com/office/officeart/2005/8/layout/cycle2"/>
    <dgm:cxn modelId="{EE611234-1ED4-B643-B11A-ABEC57B5072F}" type="presParOf" srcId="{944A0614-C321-8F46-B865-2B257BC7F2C2}" destId="{E3330B37-AA2F-FF4A-B79D-B98F47DF7D4A}" srcOrd="10" destOrd="0" presId="urn:microsoft.com/office/officeart/2005/8/layout/cycle2"/>
    <dgm:cxn modelId="{468D0BAA-E036-8E49-8927-4A32DB0794D6}" type="presParOf" srcId="{944A0614-C321-8F46-B865-2B257BC7F2C2}" destId="{C0BF3FC7-89DF-554A-9EE8-578790E57FAE}" srcOrd="11" destOrd="0" presId="urn:microsoft.com/office/officeart/2005/8/layout/cycle2"/>
    <dgm:cxn modelId="{22180F70-493F-754C-AE69-DF95B1CDF72C}" type="presParOf" srcId="{C0BF3FC7-89DF-554A-9EE8-578790E57FAE}" destId="{B285D9C1-CD8E-E248-A4CF-A9C70CD19A2B}" srcOrd="0" destOrd="0" presId="urn:microsoft.com/office/officeart/2005/8/layout/cycle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3D483E-02BA-1745-9412-BE6079F4FE62}">
      <dsp:nvSpPr>
        <dsp:cNvPr id="0" name=""/>
        <dsp:cNvSpPr/>
      </dsp:nvSpPr>
      <dsp:spPr>
        <a:xfrm>
          <a:off x="1459607" y="1457914"/>
          <a:ext cx="1108271" cy="1108271"/>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rtlCol="1" anchor="ctr" anchorCtr="0">
          <a:noAutofit/>
        </a:bodyPr>
        <a:lstStyle/>
        <a:p>
          <a:pPr marL="0" lvl="0" indent="0" algn="ctr" defTabSz="1022350" rtl="1">
            <a:lnSpc>
              <a:spcPct val="90000"/>
            </a:lnSpc>
            <a:spcBef>
              <a:spcPct val="0"/>
            </a:spcBef>
            <a:spcAft>
              <a:spcPct val="35000"/>
            </a:spcAft>
            <a:buNone/>
          </a:pPr>
          <a:r>
            <a:rPr lang="ar" sz="2300" kern="1200">
              <a:latin typeface="Sakkal Majalla" panose="02000000000000000000" pitchFamily="2" charset="-78"/>
              <a:cs typeface="Sakkal Majalla" panose="02000000000000000000" pitchFamily="2" charset="-78"/>
            </a:rPr>
            <a:t>المزيج الترويجي</a:t>
          </a:r>
        </a:p>
      </dsp:txBody>
      <dsp:txXfrm>
        <a:off x="1621910" y="1620217"/>
        <a:ext cx="783665" cy="783665"/>
      </dsp:txXfrm>
    </dsp:sp>
    <dsp:sp modelId="{1B155B4C-8380-A842-8CD7-27B2EA3CB326}">
      <dsp:nvSpPr>
        <dsp:cNvPr id="0" name=""/>
        <dsp:cNvSpPr/>
      </dsp:nvSpPr>
      <dsp:spPr>
        <a:xfrm rot="16200000">
          <a:off x="1846242" y="1265647"/>
          <a:ext cx="335001" cy="49531"/>
        </a:xfrm>
        <a:custGeom>
          <a:avLst/>
          <a:gdLst/>
          <a:ahLst/>
          <a:cxnLst/>
          <a:rect l="0" t="0" r="0" b="0"/>
          <a:pathLst>
            <a:path>
              <a:moveTo>
                <a:pt x="0" y="24765"/>
              </a:moveTo>
              <a:lnTo>
                <a:pt x="335001" y="24765"/>
              </a:lnTo>
            </a:path>
          </a:pathLst>
        </a:custGeom>
        <a:noFill/>
        <a:ln w="9525" cap="flat"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rtlCol="1" anchor="ctr" anchorCtr="0">
          <a:noAutofit/>
        </a:bodyPr>
        <a:lstStyle/>
        <a:p>
          <a:pPr marL="0" lvl="0" indent="0" algn="ctr" defTabSz="222250" rtl="1">
            <a:lnSpc>
              <a:spcPct val="90000"/>
            </a:lnSpc>
            <a:spcBef>
              <a:spcPct val="0"/>
            </a:spcBef>
            <a:spcAft>
              <a:spcPct val="35000"/>
            </a:spcAft>
            <a:buNone/>
          </a:pPr>
          <a:endParaRPr lang="en-GB" sz="500" kern="1200" dirty="0">
            <a:latin typeface="Sakkal Majalla" panose="02000000000000000000" pitchFamily="2" charset="-78"/>
            <a:cs typeface="Sakkal Majalla" panose="02000000000000000000" pitchFamily="2" charset="-78"/>
          </a:endParaRPr>
        </a:p>
      </dsp:txBody>
      <dsp:txXfrm>
        <a:off x="2005368" y="1282038"/>
        <a:ext cx="16750" cy="16750"/>
      </dsp:txXfrm>
    </dsp:sp>
    <dsp:sp modelId="{274356B5-5615-A74C-85B5-ABB4B4B33E5D}">
      <dsp:nvSpPr>
        <dsp:cNvPr id="0" name=""/>
        <dsp:cNvSpPr/>
      </dsp:nvSpPr>
      <dsp:spPr>
        <a:xfrm>
          <a:off x="1459607" y="14640"/>
          <a:ext cx="1108271" cy="1108271"/>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rtlCol="1" anchor="ctr" anchorCtr="0">
          <a:noAutofit/>
        </a:bodyPr>
        <a:lstStyle/>
        <a:p>
          <a:pPr marL="0" lvl="0" indent="0" algn="ctr" defTabSz="933450" rtl="1">
            <a:lnSpc>
              <a:spcPct val="90000"/>
            </a:lnSpc>
            <a:spcBef>
              <a:spcPct val="0"/>
            </a:spcBef>
            <a:spcAft>
              <a:spcPct val="35000"/>
            </a:spcAft>
            <a:buNone/>
          </a:pPr>
          <a:r>
            <a:rPr lang="ar" sz="2100" kern="1200" dirty="0">
              <a:latin typeface="Sakkal Majalla" panose="02000000000000000000" pitchFamily="2" charset="-78"/>
              <a:cs typeface="Sakkal Majalla" panose="02000000000000000000" pitchFamily="2" charset="-78"/>
            </a:rPr>
            <a:t>التسويق الرقمي</a:t>
          </a:r>
        </a:p>
      </dsp:txBody>
      <dsp:txXfrm>
        <a:off x="1621910" y="176943"/>
        <a:ext cx="783665" cy="783665"/>
      </dsp:txXfrm>
    </dsp:sp>
    <dsp:sp modelId="{E46BF2B1-AF10-984C-A63D-713CBF5DFFE1}">
      <dsp:nvSpPr>
        <dsp:cNvPr id="0" name=""/>
        <dsp:cNvSpPr/>
      </dsp:nvSpPr>
      <dsp:spPr>
        <a:xfrm rot="19800000">
          <a:off x="2471198" y="1626465"/>
          <a:ext cx="335001" cy="49531"/>
        </a:xfrm>
        <a:custGeom>
          <a:avLst/>
          <a:gdLst/>
          <a:ahLst/>
          <a:cxnLst/>
          <a:rect l="0" t="0" r="0" b="0"/>
          <a:pathLst>
            <a:path>
              <a:moveTo>
                <a:pt x="0" y="24765"/>
              </a:moveTo>
              <a:lnTo>
                <a:pt x="335001" y="24765"/>
              </a:lnTo>
            </a:path>
          </a:pathLst>
        </a:custGeom>
        <a:noFill/>
        <a:ln w="9525" cap="flat"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rtlCol="1" anchor="ctr" anchorCtr="0">
          <a:noAutofit/>
        </a:bodyPr>
        <a:lstStyle/>
        <a:p>
          <a:pPr marL="0" lvl="0" indent="0" algn="ctr" defTabSz="222250" rtl="1">
            <a:lnSpc>
              <a:spcPct val="90000"/>
            </a:lnSpc>
            <a:spcBef>
              <a:spcPct val="0"/>
            </a:spcBef>
            <a:spcAft>
              <a:spcPct val="35000"/>
            </a:spcAft>
            <a:buNone/>
          </a:pPr>
          <a:endParaRPr lang="en-GB" sz="500" kern="1200" dirty="0">
            <a:latin typeface="Sakkal Majalla" panose="02000000000000000000" pitchFamily="2" charset="-78"/>
            <a:cs typeface="Sakkal Majalla" panose="02000000000000000000" pitchFamily="2" charset="-78"/>
          </a:endParaRPr>
        </a:p>
      </dsp:txBody>
      <dsp:txXfrm>
        <a:off x="2630324" y="1642856"/>
        <a:ext cx="16750" cy="16750"/>
      </dsp:txXfrm>
    </dsp:sp>
    <dsp:sp modelId="{DCCAC026-D64A-7F4A-865F-84788B8BBB86}">
      <dsp:nvSpPr>
        <dsp:cNvPr id="0" name=""/>
        <dsp:cNvSpPr/>
      </dsp:nvSpPr>
      <dsp:spPr>
        <a:xfrm>
          <a:off x="2709519" y="736277"/>
          <a:ext cx="1108271" cy="1108271"/>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rtlCol="1" anchor="ctr" anchorCtr="0">
          <a:noAutofit/>
        </a:bodyPr>
        <a:lstStyle/>
        <a:p>
          <a:pPr marL="0" lvl="0" indent="0" algn="ctr" defTabSz="933450" rtl="1">
            <a:lnSpc>
              <a:spcPct val="90000"/>
            </a:lnSpc>
            <a:spcBef>
              <a:spcPct val="0"/>
            </a:spcBef>
            <a:spcAft>
              <a:spcPct val="35000"/>
            </a:spcAft>
            <a:buNone/>
          </a:pPr>
          <a:r>
            <a:rPr lang="ar" sz="2100" kern="1200">
              <a:latin typeface="Sakkal Majalla" panose="02000000000000000000" pitchFamily="2" charset="-78"/>
              <a:cs typeface="Sakkal Majalla" panose="02000000000000000000" pitchFamily="2" charset="-78"/>
            </a:rPr>
            <a:t>الإعلان العام</a:t>
          </a:r>
        </a:p>
      </dsp:txBody>
      <dsp:txXfrm>
        <a:off x="2871822" y="898580"/>
        <a:ext cx="783665" cy="783665"/>
      </dsp:txXfrm>
    </dsp:sp>
    <dsp:sp modelId="{F2F317D6-1E7B-F44E-997A-2A051D07BD93}">
      <dsp:nvSpPr>
        <dsp:cNvPr id="0" name=""/>
        <dsp:cNvSpPr/>
      </dsp:nvSpPr>
      <dsp:spPr>
        <a:xfrm rot="1800000">
          <a:off x="2471198" y="2348102"/>
          <a:ext cx="335001" cy="49531"/>
        </a:xfrm>
        <a:custGeom>
          <a:avLst/>
          <a:gdLst/>
          <a:ahLst/>
          <a:cxnLst/>
          <a:rect l="0" t="0" r="0" b="0"/>
          <a:pathLst>
            <a:path>
              <a:moveTo>
                <a:pt x="0" y="24765"/>
              </a:moveTo>
              <a:lnTo>
                <a:pt x="335001" y="24765"/>
              </a:lnTo>
            </a:path>
          </a:pathLst>
        </a:custGeom>
        <a:noFill/>
        <a:ln w="9525" cap="flat"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rtlCol="1" anchor="ctr" anchorCtr="0">
          <a:noAutofit/>
        </a:bodyPr>
        <a:lstStyle/>
        <a:p>
          <a:pPr marL="0" lvl="0" indent="0" algn="ctr" defTabSz="222250" rtl="1">
            <a:lnSpc>
              <a:spcPct val="90000"/>
            </a:lnSpc>
            <a:spcBef>
              <a:spcPct val="0"/>
            </a:spcBef>
            <a:spcAft>
              <a:spcPct val="35000"/>
            </a:spcAft>
            <a:buNone/>
          </a:pPr>
          <a:endParaRPr lang="en-GB" sz="500" kern="1200" dirty="0">
            <a:latin typeface="Sakkal Majalla" panose="02000000000000000000" pitchFamily="2" charset="-78"/>
            <a:cs typeface="Sakkal Majalla" panose="02000000000000000000" pitchFamily="2" charset="-78"/>
          </a:endParaRPr>
        </a:p>
      </dsp:txBody>
      <dsp:txXfrm>
        <a:off x="2630324" y="2364493"/>
        <a:ext cx="16750" cy="16750"/>
      </dsp:txXfrm>
    </dsp:sp>
    <dsp:sp modelId="{8759F0FF-D50F-3144-8F71-C5E491A82945}">
      <dsp:nvSpPr>
        <dsp:cNvPr id="0" name=""/>
        <dsp:cNvSpPr/>
      </dsp:nvSpPr>
      <dsp:spPr>
        <a:xfrm>
          <a:off x="2709519" y="2179550"/>
          <a:ext cx="1108271" cy="1108271"/>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rtlCol="1" anchor="ctr" anchorCtr="0">
          <a:noAutofit/>
        </a:bodyPr>
        <a:lstStyle/>
        <a:p>
          <a:pPr marL="0" lvl="0" indent="0" algn="ctr" defTabSz="933450" rtl="1">
            <a:lnSpc>
              <a:spcPct val="90000"/>
            </a:lnSpc>
            <a:spcBef>
              <a:spcPct val="0"/>
            </a:spcBef>
            <a:spcAft>
              <a:spcPct val="35000"/>
            </a:spcAft>
            <a:buNone/>
          </a:pPr>
          <a:r>
            <a:rPr lang="ar" sz="2100" kern="1200">
              <a:latin typeface="Sakkal Majalla" panose="02000000000000000000" pitchFamily="2" charset="-78"/>
              <a:cs typeface="Sakkal Majalla" panose="02000000000000000000" pitchFamily="2" charset="-78"/>
            </a:rPr>
            <a:t>البيع الشخصي</a:t>
          </a:r>
        </a:p>
      </dsp:txBody>
      <dsp:txXfrm>
        <a:off x="2871822" y="2341853"/>
        <a:ext cx="783665" cy="783665"/>
      </dsp:txXfrm>
    </dsp:sp>
    <dsp:sp modelId="{56CDAD07-4DED-4F44-970C-91B8DEBEF2C9}">
      <dsp:nvSpPr>
        <dsp:cNvPr id="0" name=""/>
        <dsp:cNvSpPr/>
      </dsp:nvSpPr>
      <dsp:spPr>
        <a:xfrm rot="5400000">
          <a:off x="1846242" y="2708920"/>
          <a:ext cx="335001" cy="49531"/>
        </a:xfrm>
        <a:custGeom>
          <a:avLst/>
          <a:gdLst/>
          <a:ahLst/>
          <a:cxnLst/>
          <a:rect l="0" t="0" r="0" b="0"/>
          <a:pathLst>
            <a:path>
              <a:moveTo>
                <a:pt x="0" y="24765"/>
              </a:moveTo>
              <a:lnTo>
                <a:pt x="335001" y="24765"/>
              </a:lnTo>
            </a:path>
          </a:pathLst>
        </a:custGeom>
        <a:noFill/>
        <a:ln w="9525" cap="flat"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rtlCol="1" anchor="ctr" anchorCtr="0">
          <a:noAutofit/>
        </a:bodyPr>
        <a:lstStyle/>
        <a:p>
          <a:pPr marL="0" lvl="0" indent="0" algn="ctr" defTabSz="222250" rtl="1">
            <a:lnSpc>
              <a:spcPct val="90000"/>
            </a:lnSpc>
            <a:spcBef>
              <a:spcPct val="0"/>
            </a:spcBef>
            <a:spcAft>
              <a:spcPct val="35000"/>
            </a:spcAft>
            <a:buNone/>
          </a:pPr>
          <a:endParaRPr lang="en-GB" sz="500" kern="1200" dirty="0">
            <a:latin typeface="Sakkal Majalla" panose="02000000000000000000" pitchFamily="2" charset="-78"/>
            <a:cs typeface="Sakkal Majalla" panose="02000000000000000000" pitchFamily="2" charset="-78"/>
          </a:endParaRPr>
        </a:p>
      </dsp:txBody>
      <dsp:txXfrm>
        <a:off x="2005368" y="2725311"/>
        <a:ext cx="16750" cy="16750"/>
      </dsp:txXfrm>
    </dsp:sp>
    <dsp:sp modelId="{B785A7C3-F4F2-634D-B8DF-98689C9BC92D}">
      <dsp:nvSpPr>
        <dsp:cNvPr id="0" name=""/>
        <dsp:cNvSpPr/>
      </dsp:nvSpPr>
      <dsp:spPr>
        <a:xfrm>
          <a:off x="1459607" y="2901187"/>
          <a:ext cx="1108271" cy="1108271"/>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rtlCol="1" anchor="ctr" anchorCtr="0">
          <a:noAutofit/>
        </a:bodyPr>
        <a:lstStyle/>
        <a:p>
          <a:pPr marL="0" lvl="0" indent="0" algn="ctr" defTabSz="933450" rtl="1">
            <a:lnSpc>
              <a:spcPct val="90000"/>
            </a:lnSpc>
            <a:spcBef>
              <a:spcPct val="0"/>
            </a:spcBef>
            <a:spcAft>
              <a:spcPct val="35000"/>
            </a:spcAft>
            <a:buNone/>
          </a:pPr>
          <a:r>
            <a:rPr lang="ar" sz="2100" kern="1200">
              <a:latin typeface="Sakkal Majalla" panose="02000000000000000000" pitchFamily="2" charset="-78"/>
              <a:cs typeface="Sakkal Majalla" panose="02000000000000000000" pitchFamily="2" charset="-78"/>
            </a:rPr>
            <a:t>العلاقات العامة</a:t>
          </a:r>
        </a:p>
      </dsp:txBody>
      <dsp:txXfrm>
        <a:off x="1621910" y="3063490"/>
        <a:ext cx="783665" cy="783665"/>
      </dsp:txXfrm>
    </dsp:sp>
    <dsp:sp modelId="{90ACF8EA-BA07-564D-85A0-DF74FC9AEDE4}">
      <dsp:nvSpPr>
        <dsp:cNvPr id="0" name=""/>
        <dsp:cNvSpPr/>
      </dsp:nvSpPr>
      <dsp:spPr>
        <a:xfrm rot="9000000">
          <a:off x="1221286" y="2348102"/>
          <a:ext cx="335001" cy="49531"/>
        </a:xfrm>
        <a:custGeom>
          <a:avLst/>
          <a:gdLst/>
          <a:ahLst/>
          <a:cxnLst/>
          <a:rect l="0" t="0" r="0" b="0"/>
          <a:pathLst>
            <a:path>
              <a:moveTo>
                <a:pt x="0" y="24765"/>
              </a:moveTo>
              <a:lnTo>
                <a:pt x="335001" y="24765"/>
              </a:lnTo>
            </a:path>
          </a:pathLst>
        </a:custGeom>
        <a:noFill/>
        <a:ln w="9525" cap="flat"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rtlCol="1" anchor="ctr" anchorCtr="0">
          <a:noAutofit/>
        </a:bodyPr>
        <a:lstStyle/>
        <a:p>
          <a:pPr marL="0" lvl="0" indent="0" algn="ctr" defTabSz="222250" rtl="1">
            <a:lnSpc>
              <a:spcPct val="90000"/>
            </a:lnSpc>
            <a:spcBef>
              <a:spcPct val="0"/>
            </a:spcBef>
            <a:spcAft>
              <a:spcPct val="35000"/>
            </a:spcAft>
            <a:buNone/>
          </a:pPr>
          <a:endParaRPr lang="en-GB" sz="500" kern="1200" dirty="0">
            <a:latin typeface="Sakkal Majalla" panose="02000000000000000000" pitchFamily="2" charset="-78"/>
            <a:cs typeface="Sakkal Majalla" panose="02000000000000000000" pitchFamily="2" charset="-78"/>
          </a:endParaRPr>
        </a:p>
      </dsp:txBody>
      <dsp:txXfrm rot="10800000">
        <a:off x="1380412" y="2364493"/>
        <a:ext cx="16750" cy="16750"/>
      </dsp:txXfrm>
    </dsp:sp>
    <dsp:sp modelId="{B77C2B2C-80E0-6744-B489-2F5F91AD18FF}">
      <dsp:nvSpPr>
        <dsp:cNvPr id="0" name=""/>
        <dsp:cNvSpPr/>
      </dsp:nvSpPr>
      <dsp:spPr>
        <a:xfrm>
          <a:off x="209696" y="2179550"/>
          <a:ext cx="1108271" cy="1108271"/>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rtlCol="1" anchor="ctr" anchorCtr="0">
          <a:noAutofit/>
        </a:bodyPr>
        <a:lstStyle/>
        <a:p>
          <a:pPr marL="0" lvl="0" indent="0" algn="ctr" defTabSz="933450" rtl="1">
            <a:lnSpc>
              <a:spcPct val="90000"/>
            </a:lnSpc>
            <a:spcBef>
              <a:spcPct val="0"/>
            </a:spcBef>
            <a:spcAft>
              <a:spcPct val="35000"/>
            </a:spcAft>
            <a:buNone/>
          </a:pPr>
          <a:r>
            <a:rPr lang="ar" sz="2100" kern="1200">
              <a:latin typeface="Sakkal Majalla" panose="02000000000000000000" pitchFamily="2" charset="-78"/>
              <a:cs typeface="Sakkal Majalla" panose="02000000000000000000" pitchFamily="2" charset="-78"/>
            </a:rPr>
            <a:t>التسويق المباشر</a:t>
          </a:r>
        </a:p>
      </dsp:txBody>
      <dsp:txXfrm>
        <a:off x="371999" y="2341853"/>
        <a:ext cx="783665" cy="783665"/>
      </dsp:txXfrm>
    </dsp:sp>
    <dsp:sp modelId="{4DBB7836-C8E6-6746-90FD-B20A890931F2}">
      <dsp:nvSpPr>
        <dsp:cNvPr id="0" name=""/>
        <dsp:cNvSpPr/>
      </dsp:nvSpPr>
      <dsp:spPr>
        <a:xfrm rot="12600000">
          <a:off x="1221286" y="1626465"/>
          <a:ext cx="335001" cy="49531"/>
        </a:xfrm>
        <a:custGeom>
          <a:avLst/>
          <a:gdLst/>
          <a:ahLst/>
          <a:cxnLst/>
          <a:rect l="0" t="0" r="0" b="0"/>
          <a:pathLst>
            <a:path>
              <a:moveTo>
                <a:pt x="0" y="24765"/>
              </a:moveTo>
              <a:lnTo>
                <a:pt x="335001" y="24765"/>
              </a:lnTo>
            </a:path>
          </a:pathLst>
        </a:custGeom>
        <a:noFill/>
        <a:ln w="9525" cap="flat"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rtlCol="1" anchor="ctr" anchorCtr="0">
          <a:noAutofit/>
        </a:bodyPr>
        <a:lstStyle/>
        <a:p>
          <a:pPr marL="0" lvl="0" indent="0" algn="ctr" defTabSz="222250" rtl="1">
            <a:lnSpc>
              <a:spcPct val="90000"/>
            </a:lnSpc>
            <a:spcBef>
              <a:spcPct val="0"/>
            </a:spcBef>
            <a:spcAft>
              <a:spcPct val="35000"/>
            </a:spcAft>
            <a:buNone/>
          </a:pPr>
          <a:endParaRPr lang="en-GB" sz="500" kern="1200" dirty="0">
            <a:latin typeface="Sakkal Majalla" panose="02000000000000000000" pitchFamily="2" charset="-78"/>
            <a:cs typeface="Sakkal Majalla" panose="02000000000000000000" pitchFamily="2" charset="-78"/>
          </a:endParaRPr>
        </a:p>
      </dsp:txBody>
      <dsp:txXfrm rot="10800000">
        <a:off x="1380412" y="1642856"/>
        <a:ext cx="16750" cy="16750"/>
      </dsp:txXfrm>
    </dsp:sp>
    <dsp:sp modelId="{E1C13D3E-6C70-594D-BA07-3780558E6EBF}">
      <dsp:nvSpPr>
        <dsp:cNvPr id="0" name=""/>
        <dsp:cNvSpPr/>
      </dsp:nvSpPr>
      <dsp:spPr>
        <a:xfrm>
          <a:off x="209696" y="736277"/>
          <a:ext cx="1108271" cy="1108271"/>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rtlCol="1" anchor="ctr" anchorCtr="0">
          <a:noAutofit/>
        </a:bodyPr>
        <a:lstStyle/>
        <a:p>
          <a:pPr marL="0" lvl="0" indent="0" algn="ctr" defTabSz="933450" rtl="1">
            <a:lnSpc>
              <a:spcPct val="90000"/>
            </a:lnSpc>
            <a:spcBef>
              <a:spcPct val="0"/>
            </a:spcBef>
            <a:spcAft>
              <a:spcPct val="35000"/>
            </a:spcAft>
            <a:buNone/>
          </a:pPr>
          <a:r>
            <a:rPr lang="ar" sz="2100" kern="1200">
              <a:latin typeface="Sakkal Majalla" panose="02000000000000000000" pitchFamily="2" charset="-78"/>
              <a:cs typeface="Sakkal Majalla" panose="02000000000000000000" pitchFamily="2" charset="-78"/>
            </a:rPr>
            <a:t>ترويج المبيعات</a:t>
          </a:r>
        </a:p>
      </dsp:txBody>
      <dsp:txXfrm>
        <a:off x="371999" y="898580"/>
        <a:ext cx="783665" cy="7836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5D38FD-E626-904E-B596-D79B69A1EA15}">
      <dsp:nvSpPr>
        <dsp:cNvPr id="0" name=""/>
        <dsp:cNvSpPr/>
      </dsp:nvSpPr>
      <dsp:spPr>
        <a:xfrm>
          <a:off x="511173" y="2169"/>
          <a:ext cx="6969128" cy="4181476"/>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rtlCol="1" anchor="t" anchorCtr="0">
          <a:noAutofit/>
        </a:bodyPr>
        <a:lstStyle/>
        <a:p>
          <a:pPr marL="0" lvl="0" indent="0" algn="r" defTabSz="1422400" rtl="1">
            <a:lnSpc>
              <a:spcPct val="90000"/>
            </a:lnSpc>
            <a:spcBef>
              <a:spcPct val="0"/>
            </a:spcBef>
            <a:spcAft>
              <a:spcPct val="35000"/>
            </a:spcAft>
            <a:buNone/>
          </a:pPr>
          <a:r>
            <a:rPr lang="ar" sz="3200" kern="1200" dirty="0">
              <a:latin typeface="Sakkal Majalla" panose="02000000000000000000" pitchFamily="2" charset="-78"/>
              <a:cs typeface="Sakkal Majalla" panose="02000000000000000000" pitchFamily="2" charset="-78"/>
            </a:rPr>
            <a:t>الطرق الترويجية:</a:t>
          </a:r>
        </a:p>
        <a:p>
          <a:pPr marL="0" lvl="0" indent="0" algn="r" defTabSz="1422400" rtl="1">
            <a:lnSpc>
              <a:spcPct val="90000"/>
            </a:lnSpc>
            <a:spcBef>
              <a:spcPct val="0"/>
            </a:spcBef>
            <a:spcAft>
              <a:spcPct val="35000"/>
            </a:spcAft>
            <a:buNone/>
          </a:pPr>
          <a:r>
            <a:rPr lang="ar" sz="2400" kern="1200" dirty="0">
              <a:latin typeface="Sakkal Majalla" panose="02000000000000000000" pitchFamily="2" charset="-78"/>
              <a:cs typeface="Sakkal Majalla" panose="02000000000000000000" pitchFamily="2" charset="-78"/>
            </a:rPr>
            <a:t>جلسات تذوق العينات والهدايا المجانية</a:t>
          </a:r>
          <a:endParaRPr lang="en-GB" sz="2400" kern="1200" dirty="0">
            <a:latin typeface="Sakkal Majalla" panose="02000000000000000000" pitchFamily="2" charset="-78"/>
            <a:cs typeface="Sakkal Majalla" panose="02000000000000000000" pitchFamily="2" charset="-78"/>
          </a:endParaRPr>
        </a:p>
        <a:p>
          <a:pPr marL="228600" lvl="1" indent="-228600" algn="r" defTabSz="1066800" rtl="1">
            <a:lnSpc>
              <a:spcPct val="90000"/>
            </a:lnSpc>
            <a:spcBef>
              <a:spcPct val="0"/>
            </a:spcBef>
            <a:spcAft>
              <a:spcPct val="15000"/>
            </a:spcAft>
            <a:buChar char="•"/>
          </a:pPr>
          <a:r>
            <a:rPr lang="ar" sz="2400" kern="1200" dirty="0">
              <a:latin typeface="Sakkal Majalla" panose="02000000000000000000" pitchFamily="2" charset="-78"/>
              <a:cs typeface="Sakkal Majalla" panose="02000000000000000000" pitchFamily="2" charset="-78"/>
            </a:rPr>
            <a:t>العروض الخاصة، وقسائم التخفيضات والخصومات</a:t>
          </a:r>
          <a:endParaRPr lang="en-US" sz="2400" kern="1200" dirty="0">
            <a:latin typeface="Sakkal Majalla" panose="02000000000000000000" pitchFamily="2" charset="-78"/>
            <a:cs typeface="Sakkal Majalla" panose="02000000000000000000" pitchFamily="2" charset="-78"/>
          </a:endParaRPr>
        </a:p>
        <a:p>
          <a:pPr marL="228600" lvl="1" indent="-228600" algn="r" defTabSz="1066800" rtl="1">
            <a:lnSpc>
              <a:spcPct val="90000"/>
            </a:lnSpc>
            <a:spcBef>
              <a:spcPct val="0"/>
            </a:spcBef>
            <a:spcAft>
              <a:spcPct val="15000"/>
            </a:spcAft>
            <a:buChar char="•"/>
          </a:pPr>
          <a:r>
            <a:rPr lang="ar" sz="2400" kern="1200">
              <a:latin typeface="Sakkal Majalla" panose="02000000000000000000" pitchFamily="2" charset="-78"/>
              <a:cs typeface="Sakkal Majalla" panose="02000000000000000000" pitchFamily="2" charset="-78"/>
            </a:rPr>
            <a:t>وجبات لأوائل المشترين</a:t>
          </a:r>
          <a:endParaRPr lang="en-US" sz="2400" kern="1200" dirty="0">
            <a:latin typeface="Sakkal Majalla" panose="02000000000000000000" pitchFamily="2" charset="-78"/>
            <a:cs typeface="Sakkal Majalla" panose="02000000000000000000" pitchFamily="2" charset="-78"/>
          </a:endParaRPr>
        </a:p>
        <a:p>
          <a:pPr marL="228600" lvl="1" indent="-228600" algn="r" defTabSz="1066800" rtl="1">
            <a:lnSpc>
              <a:spcPct val="90000"/>
            </a:lnSpc>
            <a:spcBef>
              <a:spcPct val="0"/>
            </a:spcBef>
            <a:spcAft>
              <a:spcPct val="15000"/>
            </a:spcAft>
            <a:buChar char="•"/>
          </a:pPr>
          <a:r>
            <a:rPr lang="ar" sz="2400" kern="1200">
              <a:latin typeface="Sakkal Majalla" panose="02000000000000000000" pitchFamily="2" charset="-78"/>
              <a:cs typeface="Sakkal Majalla" panose="02000000000000000000" pitchFamily="2" charset="-78"/>
            </a:rPr>
            <a:t>اشترِ منتجًا واحصل على الآخر مجانًا</a:t>
          </a:r>
          <a:endParaRPr lang="en-US" sz="2400" kern="1200" dirty="0">
            <a:latin typeface="Sakkal Majalla" panose="02000000000000000000" pitchFamily="2" charset="-78"/>
            <a:cs typeface="Sakkal Majalla" panose="02000000000000000000" pitchFamily="2" charset="-78"/>
          </a:endParaRPr>
        </a:p>
        <a:p>
          <a:pPr marL="228600" lvl="1" indent="-228600" algn="r" defTabSz="1066800" rtl="1">
            <a:lnSpc>
              <a:spcPct val="90000"/>
            </a:lnSpc>
            <a:spcBef>
              <a:spcPct val="0"/>
            </a:spcBef>
            <a:spcAft>
              <a:spcPct val="15000"/>
            </a:spcAft>
            <a:buChar char="•"/>
          </a:pPr>
          <a:r>
            <a:rPr lang="ar" sz="2400" kern="1200">
              <a:latin typeface="Sakkal Majalla" panose="02000000000000000000" pitchFamily="2" charset="-78"/>
              <a:cs typeface="Sakkal Majalla" panose="02000000000000000000" pitchFamily="2" charset="-78"/>
            </a:rPr>
            <a:t>المسابقات</a:t>
          </a:r>
          <a:endParaRPr lang="en-US" sz="2400" kern="1200" dirty="0">
            <a:latin typeface="Sakkal Majalla" panose="02000000000000000000" pitchFamily="2" charset="-78"/>
            <a:cs typeface="Sakkal Majalla" panose="02000000000000000000" pitchFamily="2" charset="-78"/>
          </a:endParaRPr>
        </a:p>
        <a:p>
          <a:pPr marL="228600" lvl="1" indent="-228600" algn="r" defTabSz="1066800" rtl="1">
            <a:lnSpc>
              <a:spcPct val="90000"/>
            </a:lnSpc>
            <a:spcBef>
              <a:spcPct val="0"/>
            </a:spcBef>
            <a:spcAft>
              <a:spcPct val="15000"/>
            </a:spcAft>
            <a:buChar char="•"/>
          </a:pPr>
          <a:r>
            <a:rPr lang="ar" sz="2400" kern="1200">
              <a:latin typeface="Sakkal Majalla" panose="02000000000000000000" pitchFamily="2" charset="-78"/>
              <a:cs typeface="Sakkal Majalla" panose="02000000000000000000" pitchFamily="2" charset="-78"/>
            </a:rPr>
            <a:t>برامج الولاء</a:t>
          </a:r>
          <a:endParaRPr lang="en-US" sz="2400" kern="1200" dirty="0">
            <a:latin typeface="Sakkal Majalla" panose="02000000000000000000" pitchFamily="2" charset="-78"/>
            <a:cs typeface="Sakkal Majalla" panose="02000000000000000000" pitchFamily="2" charset="-78"/>
          </a:endParaRPr>
        </a:p>
        <a:p>
          <a:pPr marL="228600" lvl="1" indent="-228600" algn="r" defTabSz="1066800" rtl="1">
            <a:lnSpc>
              <a:spcPct val="90000"/>
            </a:lnSpc>
            <a:spcBef>
              <a:spcPct val="0"/>
            </a:spcBef>
            <a:spcAft>
              <a:spcPct val="15000"/>
            </a:spcAft>
            <a:buChar char="•"/>
          </a:pPr>
          <a:r>
            <a:rPr lang="ar" sz="2400" kern="1200" dirty="0">
              <a:latin typeface="Sakkal Majalla" panose="02000000000000000000" pitchFamily="2" charset="-78"/>
              <a:cs typeface="Sakkal Majalla" panose="02000000000000000000" pitchFamily="2" charset="-78"/>
            </a:rPr>
            <a:t>مواد نقطة البيع (POS).</a:t>
          </a:r>
          <a:endParaRPr lang="en-US" sz="2400" kern="1200" dirty="0">
            <a:latin typeface="Sakkal Majalla" panose="02000000000000000000" pitchFamily="2" charset="-78"/>
            <a:cs typeface="Sakkal Majalla" panose="02000000000000000000" pitchFamily="2" charset="-78"/>
          </a:endParaRPr>
        </a:p>
      </dsp:txBody>
      <dsp:txXfrm>
        <a:off x="511173" y="2169"/>
        <a:ext cx="6969128" cy="41814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91620C-DF02-A540-B06F-0B4B9D831DE5}">
      <dsp:nvSpPr>
        <dsp:cNvPr id="0" name=""/>
        <dsp:cNvSpPr/>
      </dsp:nvSpPr>
      <dsp:spPr>
        <a:xfrm>
          <a:off x="1896037" y="1675276"/>
          <a:ext cx="2248522" cy="1545991"/>
        </a:xfrm>
        <a:prstGeom prst="ellipse">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rtlCol="1" anchor="ctr" anchorCtr="0">
          <a:noAutofit/>
        </a:bodyPr>
        <a:lstStyle/>
        <a:p>
          <a:pPr marL="0" lvl="0" indent="0" algn="ctr" defTabSz="533400" rtl="1">
            <a:lnSpc>
              <a:spcPct val="90000"/>
            </a:lnSpc>
            <a:spcBef>
              <a:spcPct val="0"/>
            </a:spcBef>
            <a:spcAft>
              <a:spcPct val="35000"/>
            </a:spcAft>
            <a:buNone/>
          </a:pPr>
          <a:r>
            <a:rPr lang="ar" sz="1200" b="1" kern="1200">
              <a:latin typeface="Sakkal Majalla" panose="02000000000000000000" pitchFamily="2" charset="-78"/>
              <a:cs typeface="Sakkal Majalla" panose="02000000000000000000" pitchFamily="2" charset="-78"/>
            </a:rPr>
            <a:t>أنواع خدمات الإقامة</a:t>
          </a:r>
        </a:p>
      </dsp:txBody>
      <dsp:txXfrm>
        <a:off x="2225325" y="1901681"/>
        <a:ext cx="1589946" cy="1093181"/>
      </dsp:txXfrm>
    </dsp:sp>
    <dsp:sp modelId="{3841D92C-64CF-7B44-8BA1-318C2A947854}">
      <dsp:nvSpPr>
        <dsp:cNvPr id="0" name=""/>
        <dsp:cNvSpPr/>
      </dsp:nvSpPr>
      <dsp:spPr>
        <a:xfrm rot="16200000">
          <a:off x="2873840" y="1198773"/>
          <a:ext cx="292918" cy="416910"/>
        </a:xfrm>
        <a:prstGeom prst="rightArrow">
          <a:avLst>
            <a:gd name="adj1" fmla="val 60000"/>
            <a:gd name="adj2" fmla="val 50000"/>
          </a:avLst>
        </a:prstGeom>
        <a:solidFill>
          <a:schemeClr val="accent6">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dirty="0">
            <a:latin typeface="Sakkal Majalla" panose="02000000000000000000" pitchFamily="2" charset="-78"/>
            <a:cs typeface="Sakkal Majalla" panose="02000000000000000000" pitchFamily="2" charset="-78"/>
          </a:endParaRPr>
        </a:p>
      </dsp:txBody>
      <dsp:txXfrm>
        <a:off x="2917778" y="1326093"/>
        <a:ext cx="205043" cy="250146"/>
      </dsp:txXfrm>
    </dsp:sp>
    <dsp:sp modelId="{81D7743C-FFF1-D947-A524-64ADB9E99B03}">
      <dsp:nvSpPr>
        <dsp:cNvPr id="0" name=""/>
        <dsp:cNvSpPr/>
      </dsp:nvSpPr>
      <dsp:spPr>
        <a:xfrm>
          <a:off x="2468505" y="19012"/>
          <a:ext cx="1103587" cy="1103587"/>
        </a:xfrm>
        <a:prstGeom prst="ellipse">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rtlCol="1" anchor="ctr" anchorCtr="0">
          <a:noAutofit/>
        </a:bodyPr>
        <a:lstStyle/>
        <a:p>
          <a:pPr marL="0" lvl="0" indent="0" algn="ctr" defTabSz="533400" rtl="1">
            <a:lnSpc>
              <a:spcPct val="90000"/>
            </a:lnSpc>
            <a:spcBef>
              <a:spcPct val="0"/>
            </a:spcBef>
            <a:spcAft>
              <a:spcPct val="35000"/>
            </a:spcAft>
            <a:buNone/>
          </a:pPr>
          <a:r>
            <a:rPr lang="ar" sz="1200" b="1" kern="1200">
              <a:latin typeface="Sakkal Majalla" panose="02000000000000000000" pitchFamily="2" charset="-78"/>
              <a:cs typeface="Sakkal Majalla" panose="02000000000000000000" pitchFamily="2" charset="-78"/>
            </a:rPr>
            <a:t>فندق بوتيك </a:t>
          </a:r>
        </a:p>
      </dsp:txBody>
      <dsp:txXfrm>
        <a:off x="2630122" y="180629"/>
        <a:ext cx="780353" cy="780353"/>
      </dsp:txXfrm>
    </dsp:sp>
    <dsp:sp modelId="{CB198123-AA71-4A48-8978-1533DCCC7927}">
      <dsp:nvSpPr>
        <dsp:cNvPr id="0" name=""/>
        <dsp:cNvSpPr/>
      </dsp:nvSpPr>
      <dsp:spPr>
        <a:xfrm rot="18900000">
          <a:off x="3690379" y="1457145"/>
          <a:ext cx="225180" cy="416910"/>
        </a:xfrm>
        <a:prstGeom prst="rightArrow">
          <a:avLst>
            <a:gd name="adj1" fmla="val 60000"/>
            <a:gd name="adj2" fmla="val 50000"/>
          </a:avLst>
        </a:prstGeom>
        <a:solidFill>
          <a:schemeClr val="accent6">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dirty="0">
            <a:latin typeface="Sakkal Majalla" panose="02000000000000000000" pitchFamily="2" charset="-78"/>
            <a:cs typeface="Sakkal Majalla" panose="02000000000000000000" pitchFamily="2" charset="-78"/>
          </a:endParaRPr>
        </a:p>
      </dsp:txBody>
      <dsp:txXfrm>
        <a:off x="3700272" y="1564411"/>
        <a:ext cx="157626" cy="250146"/>
      </dsp:txXfrm>
    </dsp:sp>
    <dsp:sp modelId="{10447C91-975B-0A41-8BA0-E911D76316CC}">
      <dsp:nvSpPr>
        <dsp:cNvPr id="0" name=""/>
        <dsp:cNvSpPr/>
      </dsp:nvSpPr>
      <dsp:spPr>
        <a:xfrm>
          <a:off x="3796073" y="568909"/>
          <a:ext cx="1103587" cy="1103587"/>
        </a:xfrm>
        <a:prstGeom prst="ellipse">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rtlCol="1" anchor="ctr" anchorCtr="0">
          <a:noAutofit/>
        </a:bodyPr>
        <a:lstStyle/>
        <a:p>
          <a:pPr marL="0" lvl="0" indent="0" algn="ctr" defTabSz="533400" rtl="1">
            <a:lnSpc>
              <a:spcPct val="90000"/>
            </a:lnSpc>
            <a:spcBef>
              <a:spcPct val="0"/>
            </a:spcBef>
            <a:spcAft>
              <a:spcPct val="35000"/>
            </a:spcAft>
            <a:buNone/>
          </a:pPr>
          <a:r>
            <a:rPr lang="ar" sz="1200" b="1" kern="1200">
              <a:latin typeface="Sakkal Majalla" panose="02000000000000000000" pitchFamily="2" charset="-78"/>
              <a:cs typeface="Sakkal Majalla" panose="02000000000000000000" pitchFamily="2" charset="-78"/>
            </a:rPr>
            <a:t>المنتجعات</a:t>
          </a:r>
          <a:endParaRPr lang="en-GB" sz="1200" b="1" kern="1200" dirty="0">
            <a:latin typeface="Sakkal Majalla" panose="02000000000000000000" pitchFamily="2" charset="-78"/>
            <a:cs typeface="Sakkal Majalla" panose="02000000000000000000" pitchFamily="2" charset="-78"/>
          </a:endParaRPr>
        </a:p>
      </dsp:txBody>
      <dsp:txXfrm>
        <a:off x="3957690" y="730526"/>
        <a:ext cx="780353" cy="780353"/>
      </dsp:txXfrm>
    </dsp:sp>
    <dsp:sp modelId="{C74321DE-B5B1-BD42-AAC3-208E0125A9D6}">
      <dsp:nvSpPr>
        <dsp:cNvPr id="0" name=""/>
        <dsp:cNvSpPr/>
      </dsp:nvSpPr>
      <dsp:spPr>
        <a:xfrm>
          <a:off x="4177656" y="2239816"/>
          <a:ext cx="79730" cy="416910"/>
        </a:xfrm>
        <a:prstGeom prst="rightArrow">
          <a:avLst>
            <a:gd name="adj1" fmla="val 60000"/>
            <a:gd name="adj2" fmla="val 50000"/>
          </a:avLst>
        </a:prstGeom>
        <a:solidFill>
          <a:schemeClr val="accent6">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dirty="0">
            <a:latin typeface="Sakkal Majalla" panose="02000000000000000000" pitchFamily="2" charset="-78"/>
            <a:cs typeface="Sakkal Majalla" panose="02000000000000000000" pitchFamily="2" charset="-78"/>
          </a:endParaRPr>
        </a:p>
      </dsp:txBody>
      <dsp:txXfrm>
        <a:off x="4177656" y="2323198"/>
        <a:ext cx="55811" cy="250146"/>
      </dsp:txXfrm>
    </dsp:sp>
    <dsp:sp modelId="{02E37AF4-5529-7445-B08C-D6DF46F69F1C}">
      <dsp:nvSpPr>
        <dsp:cNvPr id="0" name=""/>
        <dsp:cNvSpPr/>
      </dsp:nvSpPr>
      <dsp:spPr>
        <a:xfrm>
          <a:off x="4294995" y="1896478"/>
          <a:ext cx="1205536" cy="1103587"/>
        </a:xfrm>
        <a:prstGeom prst="ellipse">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rtlCol="1" anchor="ctr" anchorCtr="0">
          <a:noAutofit/>
        </a:bodyPr>
        <a:lstStyle/>
        <a:p>
          <a:pPr marL="0" lvl="0" indent="0" algn="ctr" defTabSz="533400" rtl="1">
            <a:lnSpc>
              <a:spcPct val="90000"/>
            </a:lnSpc>
            <a:spcBef>
              <a:spcPct val="0"/>
            </a:spcBef>
            <a:spcAft>
              <a:spcPct val="35000"/>
            </a:spcAft>
            <a:buNone/>
          </a:pPr>
          <a:r>
            <a:rPr lang="ar" sz="1200" b="1" kern="1200">
              <a:latin typeface="Sakkal Majalla" panose="02000000000000000000" pitchFamily="2" charset="-78"/>
              <a:cs typeface="Sakkal Majalla" panose="02000000000000000000" pitchFamily="2" charset="-78"/>
            </a:rPr>
            <a:t>توفير بديل</a:t>
          </a:r>
        </a:p>
      </dsp:txBody>
      <dsp:txXfrm>
        <a:off x="4471542" y="2058095"/>
        <a:ext cx="852442" cy="780353"/>
      </dsp:txXfrm>
    </dsp:sp>
    <dsp:sp modelId="{6A029F6F-B830-CF4F-BADD-80EE1414AE2A}">
      <dsp:nvSpPr>
        <dsp:cNvPr id="0" name=""/>
        <dsp:cNvSpPr/>
      </dsp:nvSpPr>
      <dsp:spPr>
        <a:xfrm rot="2700000">
          <a:off x="3690379" y="3022487"/>
          <a:ext cx="225180" cy="416910"/>
        </a:xfrm>
        <a:prstGeom prst="rightArrow">
          <a:avLst>
            <a:gd name="adj1" fmla="val 60000"/>
            <a:gd name="adj2" fmla="val 50000"/>
          </a:avLst>
        </a:prstGeom>
        <a:solidFill>
          <a:schemeClr val="accent6">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dirty="0">
            <a:latin typeface="Sakkal Majalla" panose="02000000000000000000" pitchFamily="2" charset="-78"/>
            <a:cs typeface="Sakkal Majalla" panose="02000000000000000000" pitchFamily="2" charset="-78"/>
          </a:endParaRPr>
        </a:p>
      </dsp:txBody>
      <dsp:txXfrm>
        <a:off x="3700272" y="3081985"/>
        <a:ext cx="157626" cy="250146"/>
      </dsp:txXfrm>
    </dsp:sp>
    <dsp:sp modelId="{E23F1338-66B6-9544-9B22-FD3F82FC1B06}">
      <dsp:nvSpPr>
        <dsp:cNvPr id="0" name=""/>
        <dsp:cNvSpPr/>
      </dsp:nvSpPr>
      <dsp:spPr>
        <a:xfrm>
          <a:off x="3796073" y="3224046"/>
          <a:ext cx="1103587" cy="1103587"/>
        </a:xfrm>
        <a:prstGeom prst="ellipse">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rtlCol="1" anchor="ctr" anchorCtr="0">
          <a:noAutofit/>
        </a:bodyPr>
        <a:lstStyle/>
        <a:p>
          <a:pPr marL="0" lvl="0" indent="0" algn="ctr" defTabSz="533400" rtl="1">
            <a:lnSpc>
              <a:spcPct val="90000"/>
            </a:lnSpc>
            <a:spcBef>
              <a:spcPct val="0"/>
            </a:spcBef>
            <a:spcAft>
              <a:spcPct val="35000"/>
            </a:spcAft>
            <a:buNone/>
          </a:pPr>
          <a:r>
            <a:rPr lang="ar" sz="1200" b="1" kern="1200">
              <a:latin typeface="Sakkal Majalla" panose="02000000000000000000" pitchFamily="2" charset="-78"/>
              <a:cs typeface="Sakkal Majalla" panose="02000000000000000000" pitchFamily="2" charset="-78"/>
            </a:rPr>
            <a:t>المبيت مع الفطور</a:t>
          </a:r>
        </a:p>
      </dsp:txBody>
      <dsp:txXfrm>
        <a:off x="3957690" y="3385663"/>
        <a:ext cx="780353" cy="780353"/>
      </dsp:txXfrm>
    </dsp:sp>
    <dsp:sp modelId="{6584B8DC-DB8F-E34D-BF79-8D1301451E0C}">
      <dsp:nvSpPr>
        <dsp:cNvPr id="0" name=""/>
        <dsp:cNvSpPr/>
      </dsp:nvSpPr>
      <dsp:spPr>
        <a:xfrm rot="5400000">
          <a:off x="2873840" y="3280860"/>
          <a:ext cx="292918" cy="416910"/>
        </a:xfrm>
        <a:prstGeom prst="rightArrow">
          <a:avLst>
            <a:gd name="adj1" fmla="val 60000"/>
            <a:gd name="adj2" fmla="val 50000"/>
          </a:avLst>
        </a:prstGeom>
        <a:solidFill>
          <a:schemeClr val="accent6">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dirty="0">
            <a:latin typeface="Sakkal Majalla" panose="02000000000000000000" pitchFamily="2" charset="-78"/>
            <a:cs typeface="Sakkal Majalla" panose="02000000000000000000" pitchFamily="2" charset="-78"/>
          </a:endParaRPr>
        </a:p>
      </dsp:txBody>
      <dsp:txXfrm>
        <a:off x="2917778" y="3320305"/>
        <a:ext cx="205043" cy="250146"/>
      </dsp:txXfrm>
    </dsp:sp>
    <dsp:sp modelId="{C5CA217B-3770-D64F-AFA3-5269B7DE37DE}">
      <dsp:nvSpPr>
        <dsp:cNvPr id="0" name=""/>
        <dsp:cNvSpPr/>
      </dsp:nvSpPr>
      <dsp:spPr>
        <a:xfrm>
          <a:off x="2376267" y="3773943"/>
          <a:ext cx="1288063" cy="1103587"/>
        </a:xfrm>
        <a:prstGeom prst="ellipse">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rtlCol="1" anchor="ctr" anchorCtr="0">
          <a:noAutofit/>
        </a:bodyPr>
        <a:lstStyle/>
        <a:p>
          <a:pPr marL="0" lvl="0" indent="0" algn="ctr" defTabSz="533400" rtl="1">
            <a:lnSpc>
              <a:spcPct val="90000"/>
            </a:lnSpc>
            <a:spcBef>
              <a:spcPct val="0"/>
            </a:spcBef>
            <a:spcAft>
              <a:spcPct val="35000"/>
            </a:spcAft>
            <a:buNone/>
          </a:pPr>
          <a:r>
            <a:rPr lang="ar" sz="1200" b="1" kern="1200">
              <a:latin typeface="Sakkal Majalla" panose="02000000000000000000" pitchFamily="2" charset="-78"/>
              <a:cs typeface="Sakkal Majalla" panose="02000000000000000000" pitchFamily="2" charset="-78"/>
            </a:rPr>
            <a:t>دور الضيافة</a:t>
          </a:r>
        </a:p>
      </dsp:txBody>
      <dsp:txXfrm>
        <a:off x="2564899" y="3935560"/>
        <a:ext cx="910799" cy="780353"/>
      </dsp:txXfrm>
    </dsp:sp>
    <dsp:sp modelId="{399077EA-D676-6C42-B50C-4102234DB231}">
      <dsp:nvSpPr>
        <dsp:cNvPr id="0" name=""/>
        <dsp:cNvSpPr/>
      </dsp:nvSpPr>
      <dsp:spPr>
        <a:xfrm rot="8100000">
          <a:off x="2125037" y="3022487"/>
          <a:ext cx="225180" cy="416910"/>
        </a:xfrm>
        <a:prstGeom prst="rightArrow">
          <a:avLst>
            <a:gd name="adj1" fmla="val 60000"/>
            <a:gd name="adj2" fmla="val 50000"/>
          </a:avLst>
        </a:prstGeom>
        <a:solidFill>
          <a:schemeClr val="accent6">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dirty="0">
            <a:latin typeface="Sakkal Majalla" panose="02000000000000000000" pitchFamily="2" charset="-78"/>
            <a:cs typeface="Sakkal Majalla" panose="02000000000000000000" pitchFamily="2" charset="-78"/>
          </a:endParaRPr>
        </a:p>
      </dsp:txBody>
      <dsp:txXfrm rot="10800000">
        <a:off x="2182698" y="3081985"/>
        <a:ext cx="157626" cy="250146"/>
      </dsp:txXfrm>
    </dsp:sp>
    <dsp:sp modelId="{66351FF6-D083-EC47-BF46-42D2B61F2048}">
      <dsp:nvSpPr>
        <dsp:cNvPr id="0" name=""/>
        <dsp:cNvSpPr/>
      </dsp:nvSpPr>
      <dsp:spPr>
        <a:xfrm>
          <a:off x="1140936" y="3224046"/>
          <a:ext cx="1103587" cy="1103587"/>
        </a:xfrm>
        <a:prstGeom prst="ellipse">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rtlCol="1" anchor="ctr" anchorCtr="0">
          <a:noAutofit/>
        </a:bodyPr>
        <a:lstStyle/>
        <a:p>
          <a:pPr marL="0" lvl="0" indent="0" algn="ctr" defTabSz="533400" rtl="1">
            <a:lnSpc>
              <a:spcPct val="90000"/>
            </a:lnSpc>
            <a:spcBef>
              <a:spcPct val="0"/>
            </a:spcBef>
            <a:spcAft>
              <a:spcPct val="35000"/>
            </a:spcAft>
            <a:buNone/>
          </a:pPr>
          <a:r>
            <a:rPr lang="ar" sz="1200" b="1" kern="1200">
              <a:latin typeface="Sakkal Majalla" panose="02000000000000000000" pitchFamily="2" charset="-78"/>
              <a:cs typeface="Sakkal Majalla" panose="02000000000000000000" pitchFamily="2" charset="-78"/>
            </a:rPr>
            <a:t>الرفاهية المترفة </a:t>
          </a:r>
        </a:p>
      </dsp:txBody>
      <dsp:txXfrm>
        <a:off x="1302553" y="3385663"/>
        <a:ext cx="780353" cy="780353"/>
      </dsp:txXfrm>
    </dsp:sp>
    <dsp:sp modelId="{A882B12F-A857-F341-93F2-89A3DA63A75F}">
      <dsp:nvSpPr>
        <dsp:cNvPr id="0" name=""/>
        <dsp:cNvSpPr/>
      </dsp:nvSpPr>
      <dsp:spPr>
        <a:xfrm rot="10800000">
          <a:off x="1744980" y="2239816"/>
          <a:ext cx="106747" cy="416910"/>
        </a:xfrm>
        <a:prstGeom prst="rightArrow">
          <a:avLst>
            <a:gd name="adj1" fmla="val 60000"/>
            <a:gd name="adj2" fmla="val 50000"/>
          </a:avLst>
        </a:prstGeom>
        <a:solidFill>
          <a:schemeClr val="accent6">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dirty="0">
            <a:latin typeface="Sakkal Majalla" panose="02000000000000000000" pitchFamily="2" charset="-78"/>
            <a:cs typeface="Sakkal Majalla" panose="02000000000000000000" pitchFamily="2" charset="-78"/>
          </a:endParaRPr>
        </a:p>
      </dsp:txBody>
      <dsp:txXfrm rot="10800000">
        <a:off x="1777004" y="2323198"/>
        <a:ext cx="74723" cy="250146"/>
      </dsp:txXfrm>
    </dsp:sp>
    <dsp:sp modelId="{73C2BC91-7763-2C4E-B23B-0B349521EA3B}">
      <dsp:nvSpPr>
        <dsp:cNvPr id="0" name=""/>
        <dsp:cNvSpPr/>
      </dsp:nvSpPr>
      <dsp:spPr>
        <a:xfrm>
          <a:off x="591040" y="1896478"/>
          <a:ext cx="1103587" cy="1103587"/>
        </a:xfrm>
        <a:prstGeom prst="ellipse">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rtlCol="1" anchor="ctr" anchorCtr="0">
          <a:noAutofit/>
        </a:bodyPr>
        <a:lstStyle/>
        <a:p>
          <a:pPr marL="0" lvl="0" indent="0" algn="ctr" defTabSz="533400" rtl="1">
            <a:lnSpc>
              <a:spcPct val="90000"/>
            </a:lnSpc>
            <a:spcBef>
              <a:spcPct val="0"/>
            </a:spcBef>
            <a:spcAft>
              <a:spcPct val="35000"/>
            </a:spcAft>
            <a:buNone/>
          </a:pPr>
          <a:r>
            <a:rPr lang="ar" sz="1200" b="1" kern="1200">
              <a:latin typeface="Sakkal Majalla" panose="02000000000000000000" pitchFamily="2" charset="-78"/>
              <a:cs typeface="Sakkal Majalla" panose="02000000000000000000" pitchFamily="2" charset="-78"/>
            </a:rPr>
            <a:t>الميزانية</a:t>
          </a:r>
        </a:p>
      </dsp:txBody>
      <dsp:txXfrm>
        <a:off x="752657" y="2058095"/>
        <a:ext cx="780353" cy="780353"/>
      </dsp:txXfrm>
    </dsp:sp>
    <dsp:sp modelId="{7549E699-4309-CC46-9E37-FCA359CE6D11}">
      <dsp:nvSpPr>
        <dsp:cNvPr id="0" name=""/>
        <dsp:cNvSpPr/>
      </dsp:nvSpPr>
      <dsp:spPr>
        <a:xfrm rot="13500000">
          <a:off x="2125037" y="1457145"/>
          <a:ext cx="225180" cy="416910"/>
        </a:xfrm>
        <a:prstGeom prst="rightArrow">
          <a:avLst>
            <a:gd name="adj1" fmla="val 60000"/>
            <a:gd name="adj2" fmla="val 50000"/>
          </a:avLst>
        </a:prstGeom>
        <a:solidFill>
          <a:schemeClr val="accent6">
            <a:lumMod val="7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dirty="0">
            <a:latin typeface="Sakkal Majalla" panose="02000000000000000000" pitchFamily="2" charset="-78"/>
            <a:cs typeface="Sakkal Majalla" panose="02000000000000000000" pitchFamily="2" charset="-78"/>
          </a:endParaRPr>
        </a:p>
      </dsp:txBody>
      <dsp:txXfrm rot="10800000">
        <a:off x="2182698" y="1564411"/>
        <a:ext cx="157626" cy="250146"/>
      </dsp:txXfrm>
    </dsp:sp>
    <dsp:sp modelId="{5C062E5A-DA72-7C4B-B744-10E06CE8AEEB}">
      <dsp:nvSpPr>
        <dsp:cNvPr id="0" name=""/>
        <dsp:cNvSpPr/>
      </dsp:nvSpPr>
      <dsp:spPr>
        <a:xfrm>
          <a:off x="1140936" y="568909"/>
          <a:ext cx="1103587" cy="1103587"/>
        </a:xfrm>
        <a:prstGeom prst="ellipse">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rtlCol="1" anchor="ctr" anchorCtr="0">
          <a:noAutofit/>
        </a:bodyPr>
        <a:lstStyle/>
        <a:p>
          <a:pPr marL="0" lvl="0" indent="0" algn="ctr" defTabSz="533400" rtl="1">
            <a:lnSpc>
              <a:spcPct val="90000"/>
            </a:lnSpc>
            <a:spcBef>
              <a:spcPct val="0"/>
            </a:spcBef>
            <a:spcAft>
              <a:spcPct val="35000"/>
            </a:spcAft>
            <a:buNone/>
          </a:pPr>
          <a:r>
            <a:rPr lang="ar" sz="1200" b="1" kern="1200">
              <a:latin typeface="Sakkal Majalla" panose="02000000000000000000" pitchFamily="2" charset="-78"/>
              <a:cs typeface="Sakkal Majalla" panose="02000000000000000000" pitchFamily="2" charset="-78"/>
            </a:rPr>
            <a:t>نزل الشباب</a:t>
          </a:r>
        </a:p>
      </dsp:txBody>
      <dsp:txXfrm>
        <a:off x="1302553" y="730526"/>
        <a:ext cx="780353" cy="78035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978FF4-5C8A-7547-9B4D-0B083C6DB408}">
      <dsp:nvSpPr>
        <dsp:cNvPr id="0" name=""/>
        <dsp:cNvSpPr/>
      </dsp:nvSpPr>
      <dsp:spPr>
        <a:xfrm>
          <a:off x="3554658" y="786"/>
          <a:ext cx="1098057" cy="109805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rtlCol="1" anchor="ctr" anchorCtr="0">
          <a:noAutofit/>
        </a:bodyPr>
        <a:lstStyle/>
        <a:p>
          <a:pPr marL="0" lvl="0" indent="0" algn="ctr" defTabSz="666750" rtl="1">
            <a:lnSpc>
              <a:spcPct val="90000"/>
            </a:lnSpc>
            <a:spcBef>
              <a:spcPct val="0"/>
            </a:spcBef>
            <a:spcAft>
              <a:spcPct val="35000"/>
            </a:spcAft>
            <a:buNone/>
          </a:pPr>
          <a:r>
            <a:rPr lang="ar" sz="1500" kern="1200" dirty="0">
              <a:latin typeface="Sakkal Majalla" panose="02000000000000000000" pitchFamily="2" charset="-78"/>
              <a:cs typeface="Sakkal Majalla" panose="02000000000000000000" pitchFamily="2" charset="-78"/>
            </a:rPr>
            <a:t>تعرف احتياجات العميل</a:t>
          </a:r>
          <a:endParaRPr lang="en-GB" sz="1500" kern="1200" dirty="0">
            <a:latin typeface="Sakkal Majalla" panose="02000000000000000000" pitchFamily="2" charset="-78"/>
            <a:cs typeface="Sakkal Majalla" panose="02000000000000000000" pitchFamily="2" charset="-78"/>
          </a:endParaRPr>
        </a:p>
      </dsp:txBody>
      <dsp:txXfrm>
        <a:off x="3715465" y="161593"/>
        <a:ext cx="776443" cy="776443"/>
      </dsp:txXfrm>
    </dsp:sp>
    <dsp:sp modelId="{AC1B0535-C5B5-BE45-AF9F-A4D98093991F}">
      <dsp:nvSpPr>
        <dsp:cNvPr id="0" name=""/>
        <dsp:cNvSpPr/>
      </dsp:nvSpPr>
      <dsp:spPr>
        <a:xfrm rot="1800000">
          <a:off x="4664857" y="773087"/>
          <a:ext cx="292986" cy="370594"/>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dirty="0">
            <a:latin typeface="Sakkal Majalla" panose="02000000000000000000" pitchFamily="2" charset="-78"/>
            <a:cs typeface="Sakkal Majalla" panose="02000000000000000000" pitchFamily="2" charset="-78"/>
          </a:endParaRPr>
        </a:p>
      </dsp:txBody>
      <dsp:txXfrm>
        <a:off x="4670745" y="825232"/>
        <a:ext cx="205090" cy="222356"/>
      </dsp:txXfrm>
    </dsp:sp>
    <dsp:sp modelId="{319E4454-31D4-C04F-9856-3253EB46B614}">
      <dsp:nvSpPr>
        <dsp:cNvPr id="0" name=""/>
        <dsp:cNvSpPr/>
      </dsp:nvSpPr>
      <dsp:spPr>
        <a:xfrm>
          <a:off x="4984346" y="826217"/>
          <a:ext cx="1098057" cy="109805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rtlCol="1" anchor="ctr" anchorCtr="0">
          <a:noAutofit/>
        </a:bodyPr>
        <a:lstStyle/>
        <a:p>
          <a:pPr marL="0" lvl="0" indent="0" algn="ctr" defTabSz="666750" rtl="1">
            <a:lnSpc>
              <a:spcPct val="90000"/>
            </a:lnSpc>
            <a:spcBef>
              <a:spcPct val="0"/>
            </a:spcBef>
            <a:spcAft>
              <a:spcPct val="35000"/>
            </a:spcAft>
            <a:buFont typeface="Wingdings" panose="05000000000000000000" pitchFamily="2" charset="2"/>
            <a:buNone/>
          </a:pPr>
          <a:r>
            <a:rPr lang="ar" sz="1500" kern="1200" dirty="0">
              <a:latin typeface="Sakkal Majalla" panose="02000000000000000000" pitchFamily="2" charset="-78"/>
              <a:cs typeface="Sakkal Majalla" panose="02000000000000000000" pitchFamily="2" charset="-78"/>
            </a:rPr>
            <a:t>البحث عن المعلومات</a:t>
          </a:r>
          <a:endParaRPr lang="en-GB" sz="1500" kern="1200" dirty="0">
            <a:latin typeface="Sakkal Majalla" panose="02000000000000000000" pitchFamily="2" charset="-78"/>
            <a:cs typeface="Sakkal Majalla" panose="02000000000000000000" pitchFamily="2" charset="-78"/>
          </a:endParaRPr>
        </a:p>
      </dsp:txBody>
      <dsp:txXfrm>
        <a:off x="5145153" y="987024"/>
        <a:ext cx="776443" cy="776443"/>
      </dsp:txXfrm>
    </dsp:sp>
    <dsp:sp modelId="{27512262-86D8-A243-AE90-BEE20084D97B}">
      <dsp:nvSpPr>
        <dsp:cNvPr id="0" name=""/>
        <dsp:cNvSpPr/>
      </dsp:nvSpPr>
      <dsp:spPr>
        <a:xfrm rot="5400000">
          <a:off x="5386881" y="2007086"/>
          <a:ext cx="292986" cy="370594"/>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dirty="0">
            <a:latin typeface="Sakkal Majalla" panose="02000000000000000000" pitchFamily="2" charset="-78"/>
            <a:cs typeface="Sakkal Majalla" panose="02000000000000000000" pitchFamily="2" charset="-78"/>
          </a:endParaRPr>
        </a:p>
      </dsp:txBody>
      <dsp:txXfrm>
        <a:off x="5430829" y="2037257"/>
        <a:ext cx="205090" cy="222356"/>
      </dsp:txXfrm>
    </dsp:sp>
    <dsp:sp modelId="{82E22213-233A-2C44-B8AD-4D80CCAC2523}">
      <dsp:nvSpPr>
        <dsp:cNvPr id="0" name=""/>
        <dsp:cNvSpPr/>
      </dsp:nvSpPr>
      <dsp:spPr>
        <a:xfrm>
          <a:off x="4984346" y="2477077"/>
          <a:ext cx="1098057" cy="109805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rtlCol="1" anchor="ctr" anchorCtr="0">
          <a:noAutofit/>
        </a:bodyPr>
        <a:lstStyle/>
        <a:p>
          <a:pPr marL="0" lvl="0" indent="0" algn="ctr" defTabSz="666750" rtl="1">
            <a:lnSpc>
              <a:spcPct val="90000"/>
            </a:lnSpc>
            <a:spcBef>
              <a:spcPct val="0"/>
            </a:spcBef>
            <a:spcAft>
              <a:spcPct val="35000"/>
            </a:spcAft>
            <a:buNone/>
          </a:pPr>
          <a:r>
            <a:rPr lang="ar" sz="1500" kern="1200">
              <a:latin typeface="Sakkal Majalla" panose="02000000000000000000" pitchFamily="2" charset="-78"/>
              <a:cs typeface="Sakkal Majalla" panose="02000000000000000000" pitchFamily="2" charset="-78"/>
            </a:rPr>
            <a:t>تقييم البدائل</a:t>
          </a:r>
          <a:endParaRPr lang="en-GB" sz="1500" kern="1200" dirty="0">
            <a:latin typeface="Sakkal Majalla" panose="02000000000000000000" pitchFamily="2" charset="-78"/>
            <a:cs typeface="Sakkal Majalla" panose="02000000000000000000" pitchFamily="2" charset="-78"/>
          </a:endParaRPr>
        </a:p>
      </dsp:txBody>
      <dsp:txXfrm>
        <a:off x="5145153" y="2637884"/>
        <a:ext cx="776443" cy="776443"/>
      </dsp:txXfrm>
    </dsp:sp>
    <dsp:sp modelId="{11DF6B6A-E35E-C449-99F6-29501EC98B9E}">
      <dsp:nvSpPr>
        <dsp:cNvPr id="0" name=""/>
        <dsp:cNvSpPr/>
      </dsp:nvSpPr>
      <dsp:spPr>
        <a:xfrm rot="9000000">
          <a:off x="4679219" y="3249378"/>
          <a:ext cx="292986" cy="370594"/>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dirty="0">
            <a:latin typeface="Sakkal Majalla" panose="02000000000000000000" pitchFamily="2" charset="-78"/>
            <a:cs typeface="Sakkal Majalla" panose="02000000000000000000" pitchFamily="2" charset="-78"/>
          </a:endParaRPr>
        </a:p>
      </dsp:txBody>
      <dsp:txXfrm rot="10800000">
        <a:off x="4761227" y="3301523"/>
        <a:ext cx="205090" cy="222356"/>
      </dsp:txXfrm>
    </dsp:sp>
    <dsp:sp modelId="{34120628-F15D-3849-93C5-C38DD4E318F3}">
      <dsp:nvSpPr>
        <dsp:cNvPr id="0" name=""/>
        <dsp:cNvSpPr/>
      </dsp:nvSpPr>
      <dsp:spPr>
        <a:xfrm>
          <a:off x="3554658" y="3302508"/>
          <a:ext cx="1098057" cy="109805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rtlCol="1" anchor="ctr" anchorCtr="0">
          <a:noAutofit/>
        </a:bodyPr>
        <a:lstStyle/>
        <a:p>
          <a:pPr marL="0" lvl="0" indent="0" algn="ctr" defTabSz="666750" rtl="1">
            <a:lnSpc>
              <a:spcPct val="90000"/>
            </a:lnSpc>
            <a:spcBef>
              <a:spcPct val="0"/>
            </a:spcBef>
            <a:spcAft>
              <a:spcPct val="35000"/>
            </a:spcAft>
            <a:buFont typeface="Wingdings" panose="05000000000000000000" pitchFamily="2" charset="2"/>
            <a:buNone/>
          </a:pPr>
          <a:r>
            <a:rPr lang="ar" sz="1500" kern="1200">
              <a:latin typeface="Sakkal Majalla" panose="02000000000000000000" pitchFamily="2" charset="-78"/>
              <a:cs typeface="Sakkal Majalla" panose="02000000000000000000" pitchFamily="2" charset="-78"/>
            </a:rPr>
            <a:t>قرار الشراء</a:t>
          </a:r>
          <a:endParaRPr lang="en-GB" sz="1500" kern="1200" dirty="0">
            <a:latin typeface="Sakkal Majalla" panose="02000000000000000000" pitchFamily="2" charset="-78"/>
            <a:cs typeface="Sakkal Majalla" panose="02000000000000000000" pitchFamily="2" charset="-78"/>
          </a:endParaRPr>
        </a:p>
      </dsp:txBody>
      <dsp:txXfrm>
        <a:off x="3715465" y="3463315"/>
        <a:ext cx="776443" cy="776443"/>
      </dsp:txXfrm>
    </dsp:sp>
    <dsp:sp modelId="{27113B6E-1C6C-C047-917B-C9EE6D7C2B58}">
      <dsp:nvSpPr>
        <dsp:cNvPr id="0" name=""/>
        <dsp:cNvSpPr/>
      </dsp:nvSpPr>
      <dsp:spPr>
        <a:xfrm rot="12600000">
          <a:off x="3249531" y="3257670"/>
          <a:ext cx="292986" cy="370594"/>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dirty="0">
            <a:latin typeface="Sakkal Majalla" panose="02000000000000000000" pitchFamily="2" charset="-78"/>
            <a:cs typeface="Sakkal Majalla" panose="02000000000000000000" pitchFamily="2" charset="-78"/>
          </a:endParaRPr>
        </a:p>
      </dsp:txBody>
      <dsp:txXfrm rot="10800000">
        <a:off x="3331539" y="3353763"/>
        <a:ext cx="205090" cy="222356"/>
      </dsp:txXfrm>
    </dsp:sp>
    <dsp:sp modelId="{C0AC1E55-CA33-BD40-9382-B75920F02A10}">
      <dsp:nvSpPr>
        <dsp:cNvPr id="0" name=""/>
        <dsp:cNvSpPr/>
      </dsp:nvSpPr>
      <dsp:spPr>
        <a:xfrm>
          <a:off x="2124971" y="2477077"/>
          <a:ext cx="1098057" cy="109805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rtlCol="1" anchor="ctr" anchorCtr="0">
          <a:noAutofit/>
        </a:bodyPr>
        <a:lstStyle/>
        <a:p>
          <a:pPr marL="0" lvl="0" indent="0" algn="ctr" defTabSz="666750" rtl="1">
            <a:lnSpc>
              <a:spcPct val="90000"/>
            </a:lnSpc>
            <a:spcBef>
              <a:spcPct val="0"/>
            </a:spcBef>
            <a:spcAft>
              <a:spcPct val="35000"/>
            </a:spcAft>
            <a:buFont typeface="Wingdings" panose="05000000000000000000" pitchFamily="2" charset="2"/>
            <a:buNone/>
          </a:pPr>
          <a:r>
            <a:rPr lang="ar" sz="1500" kern="1200">
              <a:latin typeface="Sakkal Majalla" panose="02000000000000000000" pitchFamily="2" charset="-78"/>
              <a:cs typeface="Sakkal Majalla" panose="02000000000000000000" pitchFamily="2" charset="-78"/>
            </a:rPr>
            <a:t>الشراء</a:t>
          </a:r>
          <a:endParaRPr lang="en-GB" sz="1500" kern="1200" dirty="0">
            <a:latin typeface="Sakkal Majalla" panose="02000000000000000000" pitchFamily="2" charset="-78"/>
            <a:cs typeface="Sakkal Majalla" panose="02000000000000000000" pitchFamily="2" charset="-78"/>
          </a:endParaRPr>
        </a:p>
      </dsp:txBody>
      <dsp:txXfrm>
        <a:off x="2285778" y="2637884"/>
        <a:ext cx="776443" cy="776443"/>
      </dsp:txXfrm>
    </dsp:sp>
    <dsp:sp modelId="{E5A19EC2-C517-5341-9418-A7C7F6D4C4DC}">
      <dsp:nvSpPr>
        <dsp:cNvPr id="0" name=""/>
        <dsp:cNvSpPr/>
      </dsp:nvSpPr>
      <dsp:spPr>
        <a:xfrm rot="16200000">
          <a:off x="2527506" y="2023670"/>
          <a:ext cx="292986" cy="370594"/>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dirty="0">
            <a:latin typeface="Sakkal Majalla" panose="02000000000000000000" pitchFamily="2" charset="-78"/>
            <a:cs typeface="Sakkal Majalla" panose="02000000000000000000" pitchFamily="2" charset="-78"/>
          </a:endParaRPr>
        </a:p>
      </dsp:txBody>
      <dsp:txXfrm>
        <a:off x="2571454" y="2141737"/>
        <a:ext cx="205090" cy="222356"/>
      </dsp:txXfrm>
    </dsp:sp>
    <dsp:sp modelId="{E3330B37-AA2F-FF4A-B79D-B98F47DF7D4A}">
      <dsp:nvSpPr>
        <dsp:cNvPr id="0" name=""/>
        <dsp:cNvSpPr/>
      </dsp:nvSpPr>
      <dsp:spPr>
        <a:xfrm>
          <a:off x="2124971" y="826217"/>
          <a:ext cx="1098057" cy="109805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rtlCol="1" anchor="ctr" anchorCtr="0">
          <a:noAutofit/>
        </a:bodyPr>
        <a:lstStyle/>
        <a:p>
          <a:pPr marL="0" lvl="0" indent="0" algn="ctr" defTabSz="666750" rtl="1">
            <a:lnSpc>
              <a:spcPct val="90000"/>
            </a:lnSpc>
            <a:spcBef>
              <a:spcPct val="0"/>
            </a:spcBef>
            <a:spcAft>
              <a:spcPct val="35000"/>
            </a:spcAft>
            <a:buFont typeface="Wingdings" panose="05000000000000000000" pitchFamily="2" charset="2"/>
            <a:buNone/>
          </a:pPr>
          <a:r>
            <a:rPr lang="ar" sz="1500" kern="1200">
              <a:latin typeface="Sakkal Majalla" panose="02000000000000000000" pitchFamily="2" charset="-78"/>
              <a:cs typeface="Sakkal Majalla" panose="02000000000000000000" pitchFamily="2" charset="-78"/>
            </a:rPr>
            <a:t>تقييم ما بعد الشراء</a:t>
          </a:r>
          <a:endParaRPr lang="en-GB" sz="1500" kern="1200" dirty="0">
            <a:latin typeface="Sakkal Majalla" panose="02000000000000000000" pitchFamily="2" charset="-78"/>
            <a:cs typeface="Sakkal Majalla" panose="02000000000000000000" pitchFamily="2" charset="-78"/>
          </a:endParaRPr>
        </a:p>
      </dsp:txBody>
      <dsp:txXfrm>
        <a:off x="2285778" y="987024"/>
        <a:ext cx="776443" cy="776443"/>
      </dsp:txXfrm>
    </dsp:sp>
    <dsp:sp modelId="{C0BF3FC7-89DF-554A-9EE8-578790E57FAE}">
      <dsp:nvSpPr>
        <dsp:cNvPr id="0" name=""/>
        <dsp:cNvSpPr/>
      </dsp:nvSpPr>
      <dsp:spPr>
        <a:xfrm rot="19800000">
          <a:off x="3235169" y="781379"/>
          <a:ext cx="292986" cy="370594"/>
        </a:xfrm>
        <a:prstGeom prst="rightArrow">
          <a:avLst>
            <a:gd name="adj1" fmla="val 60000"/>
            <a:gd name="adj2" fmla="val 50000"/>
          </a:avLst>
        </a:prstGeom>
        <a:gradFill rotWithShape="0">
          <a:gsLst>
            <a:gs pos="0">
              <a:schemeClr val="accent2">
                <a:tint val="60000"/>
                <a:hueOff val="0"/>
                <a:satOff val="0"/>
                <a:lumOff val="0"/>
                <a:alphaOff val="0"/>
                <a:shade val="51000"/>
                <a:satMod val="130000"/>
              </a:schemeClr>
            </a:gs>
            <a:gs pos="80000">
              <a:schemeClr val="accent2">
                <a:tint val="60000"/>
                <a:hueOff val="0"/>
                <a:satOff val="0"/>
                <a:lumOff val="0"/>
                <a:alphaOff val="0"/>
                <a:shade val="93000"/>
                <a:satMod val="130000"/>
              </a:schemeClr>
            </a:gs>
            <a:gs pos="100000">
              <a:schemeClr val="accent2">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533400" rtl="1">
            <a:lnSpc>
              <a:spcPct val="90000"/>
            </a:lnSpc>
            <a:spcBef>
              <a:spcPct val="0"/>
            </a:spcBef>
            <a:spcAft>
              <a:spcPct val="35000"/>
            </a:spcAft>
            <a:buNone/>
          </a:pPr>
          <a:endParaRPr lang="en-GB" sz="1200" kern="1200" dirty="0">
            <a:latin typeface="Sakkal Majalla" panose="02000000000000000000" pitchFamily="2" charset="-78"/>
            <a:cs typeface="Sakkal Majalla" panose="02000000000000000000" pitchFamily="2" charset="-78"/>
          </a:endParaRPr>
        </a:p>
      </dsp:txBody>
      <dsp:txXfrm>
        <a:off x="3241057" y="877472"/>
        <a:ext cx="205090" cy="222356"/>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3</a:t>
            </a:fld>
            <a:endParaRPr lang="en-GB"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a:t>
            </a:fld>
            <a:endParaRPr lang="en-GB"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5798E-E139-87C7-EE5A-9F1A36C85E41}"/>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9B6B8281-2D05-1209-6D8F-32C3175A4144}"/>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208138B2-68DC-5829-AD36-2DFD0CE183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D3EEA123-EA05-52EC-6B98-92AA70E0EF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5</a:t>
            </a:fld>
            <a:endParaRPr lang="en-GB" altLang="en-US" dirty="0"/>
          </a:p>
        </p:txBody>
      </p:sp>
    </p:spTree>
    <p:extLst>
      <p:ext uri="{BB962C8B-B14F-4D97-AF65-F5344CB8AC3E}">
        <p14:creationId xmlns:p14="http://schemas.microsoft.com/office/powerpoint/2010/main" val="1853400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87D00-40BA-36D6-DD36-8D1B4343C04A}"/>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65F3D45A-E39F-A0C6-6193-F4FFC0DD8A14}"/>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E26B89CB-AE55-05E2-53E3-FEEC8ED41B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6DB309E9-9886-E5A3-A979-CB660131F7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6</a:t>
            </a:fld>
            <a:endParaRPr lang="en-GB" altLang="en-US" dirty="0"/>
          </a:p>
        </p:txBody>
      </p:sp>
    </p:spTree>
    <p:extLst>
      <p:ext uri="{BB962C8B-B14F-4D97-AF65-F5344CB8AC3E}">
        <p14:creationId xmlns:p14="http://schemas.microsoft.com/office/powerpoint/2010/main" val="1669525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7</a:t>
            </a:fld>
            <a:endParaRPr lang="en-GB" altLang="en-US" dirty="0"/>
          </a:p>
        </p:txBody>
      </p:sp>
    </p:spTree>
    <p:extLst>
      <p:ext uri="{BB962C8B-B14F-4D97-AF65-F5344CB8AC3E}">
        <p14:creationId xmlns:p14="http://schemas.microsoft.com/office/powerpoint/2010/main" val="568751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FC02F-B481-C27F-D704-57849CAEA75C}"/>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B2FD946E-3F53-DBB8-17EF-F482592E0FC8}"/>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45B900D0-1046-AB3C-3175-C7FDCDB0CC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650E180F-988A-FD23-4404-7CD2908A6B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8</a:t>
            </a:fld>
            <a:endParaRPr lang="en-GB" altLang="en-US" dirty="0"/>
          </a:p>
        </p:txBody>
      </p:sp>
    </p:spTree>
    <p:extLst>
      <p:ext uri="{BB962C8B-B14F-4D97-AF65-F5344CB8AC3E}">
        <p14:creationId xmlns:p14="http://schemas.microsoft.com/office/powerpoint/2010/main" val="19467800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F3F65-78EF-7443-FDCC-0B8CA5051E84}"/>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4366687A-4AD0-0F27-9781-E28FF36334F3}"/>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741B11BD-EC65-E168-1CAD-B534C7A668B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B209CB76-C810-6EDD-8CB8-E15FB248B8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9</a:t>
            </a:fld>
            <a:endParaRPr lang="en-GB" altLang="en-US" dirty="0"/>
          </a:p>
        </p:txBody>
      </p:sp>
    </p:spTree>
    <p:extLst>
      <p:ext uri="{BB962C8B-B14F-4D97-AF65-F5344CB8AC3E}">
        <p14:creationId xmlns:p14="http://schemas.microsoft.com/office/powerpoint/2010/main" val="5280201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C7575-CF05-DA7A-9942-CEBC6B6EC832}"/>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B5016460-6429-FD28-739F-8DC1C174ED81}"/>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EE75F3C0-D102-6EC1-E841-FBB6ED75E2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410C71DD-DBC8-93C8-A66F-787292A6FA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10</a:t>
            </a:fld>
            <a:endParaRPr lang="en-GB" altLang="en-US" dirty="0"/>
          </a:p>
        </p:txBody>
      </p:sp>
    </p:spTree>
    <p:extLst>
      <p:ext uri="{BB962C8B-B14F-4D97-AF65-F5344CB8AC3E}">
        <p14:creationId xmlns:p14="http://schemas.microsoft.com/office/powerpoint/2010/main" val="30021195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B33B3-D9C6-8CEA-7B0E-EFF25A08802D}"/>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67C953DC-15F2-E489-8005-697414FAFCD1}"/>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4EACCB71-5AF1-6998-E2DC-AAC62877D4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1EFAE4BC-5D2B-C273-B8CF-46CFDC8DDF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11</a:t>
            </a:fld>
            <a:endParaRPr lang="en-GB" altLang="en-US" dirty="0"/>
          </a:p>
        </p:txBody>
      </p:sp>
    </p:spTree>
    <p:extLst>
      <p:ext uri="{BB962C8B-B14F-4D97-AF65-F5344CB8AC3E}">
        <p14:creationId xmlns:p14="http://schemas.microsoft.com/office/powerpoint/2010/main" val="8876643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8BDEB-4EFC-2A8A-C7E5-65CD4B48797B}"/>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AD0F7717-3ABC-C140-2BA8-DBCE6155DFA3}"/>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D5D679E-A945-6A62-5A09-66BF9F8259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CD372C1C-A008-1E09-9A44-10F00B6B0C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12</a:t>
            </a:fld>
            <a:endParaRPr lang="en-GB" altLang="en-US" dirty="0"/>
          </a:p>
        </p:txBody>
      </p:sp>
    </p:spTree>
    <p:extLst>
      <p:ext uri="{BB962C8B-B14F-4D97-AF65-F5344CB8AC3E}">
        <p14:creationId xmlns:p14="http://schemas.microsoft.com/office/powerpoint/2010/main" val="31057271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DDF29-A441-1602-9922-453CD2AEBF5F}"/>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9F0C1975-0E4A-479E-5C5B-4DAE15BBEB39}"/>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A28DCBFB-ACC3-C467-F6DF-0095950744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B7D784-996E-7453-53A1-DC86E5F801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13</a:t>
            </a:fld>
            <a:endParaRPr lang="en-GB" altLang="en-US" dirty="0"/>
          </a:p>
        </p:txBody>
      </p:sp>
    </p:spTree>
    <p:extLst>
      <p:ext uri="{BB962C8B-B14F-4D97-AF65-F5344CB8AC3E}">
        <p14:creationId xmlns:p14="http://schemas.microsoft.com/office/powerpoint/2010/main" val="23456213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D645F-934C-2482-BE79-F9C260106497}"/>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B02719C5-7511-8E1E-C14B-8B7A3DF5242E}"/>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DB04DFF0-C4C8-62D1-E79C-C182F53513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50262461-7555-02BA-EF92-87E122BD8B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14</a:t>
            </a:fld>
            <a:endParaRPr lang="en-GB" altLang="en-US" dirty="0"/>
          </a:p>
        </p:txBody>
      </p:sp>
    </p:spTree>
    <p:extLst>
      <p:ext uri="{BB962C8B-B14F-4D97-AF65-F5344CB8AC3E}">
        <p14:creationId xmlns:p14="http://schemas.microsoft.com/office/powerpoint/2010/main" val="1322828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F8B76-457A-A39A-5218-89C741BE1A8B}"/>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60474644-BAE3-0481-D717-A94F5C5606DD}"/>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E4821429-F432-1675-51F6-84004902D8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584DC105-7A63-49BF-EF99-2FF75F9831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15</a:t>
            </a:fld>
            <a:endParaRPr lang="en-GB" altLang="en-US" dirty="0"/>
          </a:p>
        </p:txBody>
      </p:sp>
    </p:spTree>
    <p:extLst>
      <p:ext uri="{BB962C8B-B14F-4D97-AF65-F5344CB8AC3E}">
        <p14:creationId xmlns:p14="http://schemas.microsoft.com/office/powerpoint/2010/main" val="27743356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16</a:t>
            </a:fld>
            <a:endParaRPr lang="en-GB" altLang="en-US" dirty="0"/>
          </a:p>
        </p:txBody>
      </p:sp>
    </p:spTree>
    <p:extLst>
      <p:ext uri="{BB962C8B-B14F-4D97-AF65-F5344CB8AC3E}">
        <p14:creationId xmlns:p14="http://schemas.microsoft.com/office/powerpoint/2010/main" val="34787746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17</a:t>
            </a:fld>
            <a:endParaRPr lang="en-GB" altLang="en-US" dirty="0"/>
          </a:p>
        </p:txBody>
      </p:sp>
    </p:spTree>
    <p:extLst>
      <p:ext uri="{BB962C8B-B14F-4D97-AF65-F5344CB8AC3E}">
        <p14:creationId xmlns:p14="http://schemas.microsoft.com/office/powerpoint/2010/main" val="40947746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A2826-12DC-80C2-4D6E-FDD1453A59DC}"/>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415555FD-567F-1356-C088-054E17C52E6C}"/>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70BA8B37-36BD-B48A-926A-907870E2BA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2A1C4E52-E1DB-FBF0-B72D-EFCDB2CD1E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18</a:t>
            </a:fld>
            <a:endParaRPr lang="en-GB" altLang="en-US" dirty="0"/>
          </a:p>
        </p:txBody>
      </p:sp>
    </p:spTree>
    <p:extLst>
      <p:ext uri="{BB962C8B-B14F-4D97-AF65-F5344CB8AC3E}">
        <p14:creationId xmlns:p14="http://schemas.microsoft.com/office/powerpoint/2010/main" val="23963574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80CA8-1FA0-6453-78C6-3FF8D6F08CD1}"/>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87CB7A4A-A023-CA7F-850F-BAFF9F23B098}"/>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6FF0478D-A04A-AE2B-CE28-B91D063F65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9F569117-2993-04E4-6E0E-7FF25AE6AB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19</a:t>
            </a:fld>
            <a:endParaRPr lang="en-GB" altLang="en-US" dirty="0"/>
          </a:p>
        </p:txBody>
      </p:sp>
    </p:spTree>
    <p:extLst>
      <p:ext uri="{BB962C8B-B14F-4D97-AF65-F5344CB8AC3E}">
        <p14:creationId xmlns:p14="http://schemas.microsoft.com/office/powerpoint/2010/main" val="25286889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ADA11-199F-DA93-BE4C-C986BB297B0A}"/>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39965B47-B29A-0DEF-1422-428FC39481DF}"/>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0B0E51B6-40C5-C13E-4F0A-1A17A4DDDA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4A0BD099-29A1-B1E6-A19A-FDEC35B45E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20</a:t>
            </a:fld>
            <a:endParaRPr lang="en-GB" altLang="en-US" dirty="0"/>
          </a:p>
        </p:txBody>
      </p:sp>
    </p:spTree>
    <p:extLst>
      <p:ext uri="{BB962C8B-B14F-4D97-AF65-F5344CB8AC3E}">
        <p14:creationId xmlns:p14="http://schemas.microsoft.com/office/powerpoint/2010/main" val="42895930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D338D-FFD8-7782-6C5F-0F39E75DABB5}"/>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833B1803-614B-6C5D-3009-EE4EE4F0B2FD}"/>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56220E56-8B2C-10D7-6908-08DEC6BF1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7125107C-92A4-C33E-61B8-AE1270CE24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21</a:t>
            </a:fld>
            <a:endParaRPr lang="en-GB" altLang="en-US" dirty="0"/>
          </a:p>
        </p:txBody>
      </p:sp>
    </p:spTree>
    <p:extLst>
      <p:ext uri="{BB962C8B-B14F-4D97-AF65-F5344CB8AC3E}">
        <p14:creationId xmlns:p14="http://schemas.microsoft.com/office/powerpoint/2010/main" val="41275224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E9E44-9813-ECFD-95B6-6EF3AA759C3F}"/>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F2C91467-0503-882F-D1A3-E2FEF355DBD1}"/>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81485B73-C483-8CF5-36E3-98CF532B8E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6ECAF8A0-2D75-5E1F-95D4-E4EA51B981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22</a:t>
            </a:fld>
            <a:endParaRPr lang="en-GB" altLang="en-US" dirty="0"/>
          </a:p>
        </p:txBody>
      </p:sp>
    </p:spTree>
    <p:extLst>
      <p:ext uri="{BB962C8B-B14F-4D97-AF65-F5344CB8AC3E}">
        <p14:creationId xmlns:p14="http://schemas.microsoft.com/office/powerpoint/2010/main" val="19075697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9A745-202C-73EA-7781-0E62585E6715}"/>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BE4DFDE9-AF09-F576-CC28-5D7E8B91490A}"/>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83828B91-4011-82BA-88D9-1A6101D95C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9718580A-FB75-4ECD-9971-6BAD411548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23</a:t>
            </a:fld>
            <a:endParaRPr lang="en-GB" altLang="en-US" dirty="0"/>
          </a:p>
        </p:txBody>
      </p:sp>
    </p:spTree>
    <p:extLst>
      <p:ext uri="{BB962C8B-B14F-4D97-AF65-F5344CB8AC3E}">
        <p14:creationId xmlns:p14="http://schemas.microsoft.com/office/powerpoint/2010/main" val="14080300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9F7D-C3FD-27BB-E190-0002A69DDB57}"/>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958F5F80-9CE1-0597-926E-9CB9D20A19F0}"/>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915F1574-9D0C-60E3-0D5A-2AE65797D5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E206AC0D-FB97-F615-1C42-65534ED886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24</a:t>
            </a:fld>
            <a:endParaRPr lang="en-GB" altLang="en-US" dirty="0"/>
          </a:p>
        </p:txBody>
      </p:sp>
    </p:spTree>
    <p:extLst>
      <p:ext uri="{BB962C8B-B14F-4D97-AF65-F5344CB8AC3E}">
        <p14:creationId xmlns:p14="http://schemas.microsoft.com/office/powerpoint/2010/main" val="21695872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4BF81-0491-2E1D-EFC8-71912C888378}"/>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400CEBA4-7F20-74EA-5AB1-49EEAE066D93}"/>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8B6ED502-0959-DA30-FEFE-4A19063D9D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C2231A1C-0EC0-FD30-D172-976DD14C4D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25</a:t>
            </a:fld>
            <a:endParaRPr lang="en-GB" altLang="en-US" dirty="0"/>
          </a:p>
        </p:txBody>
      </p:sp>
    </p:spTree>
    <p:extLst>
      <p:ext uri="{BB962C8B-B14F-4D97-AF65-F5344CB8AC3E}">
        <p14:creationId xmlns:p14="http://schemas.microsoft.com/office/powerpoint/2010/main" val="41623538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D5D6C-02CA-3EF3-CDA4-E13D1A5562E3}"/>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46C29F59-0461-4095-A731-44F025CDB8C0}"/>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BB2EB608-B4DC-C1D4-4A5F-E8B212A33C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9B4B54A7-39FE-292A-FEDC-3D3A4534B5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26</a:t>
            </a:fld>
            <a:endParaRPr lang="en-GB" altLang="en-US" dirty="0"/>
          </a:p>
        </p:txBody>
      </p:sp>
    </p:spTree>
    <p:extLst>
      <p:ext uri="{BB962C8B-B14F-4D97-AF65-F5344CB8AC3E}">
        <p14:creationId xmlns:p14="http://schemas.microsoft.com/office/powerpoint/2010/main" val="30240007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27</a:t>
            </a:fld>
            <a:endParaRPr lang="en-GB" altLang="en-US" dirty="0"/>
          </a:p>
        </p:txBody>
      </p:sp>
    </p:spTree>
    <p:extLst>
      <p:ext uri="{BB962C8B-B14F-4D97-AF65-F5344CB8AC3E}">
        <p14:creationId xmlns:p14="http://schemas.microsoft.com/office/powerpoint/2010/main" val="23009894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28</a:t>
            </a:fld>
            <a:endParaRPr lang="en-GB" altLang="en-US" dirty="0"/>
          </a:p>
        </p:txBody>
      </p:sp>
    </p:spTree>
    <p:extLst>
      <p:ext uri="{BB962C8B-B14F-4D97-AF65-F5344CB8AC3E}">
        <p14:creationId xmlns:p14="http://schemas.microsoft.com/office/powerpoint/2010/main" val="33019683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7A865-594D-63BE-EA92-34B15044122F}"/>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8FF96690-ED60-52EB-2861-409181BDA828}"/>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B4CF533B-8B28-A083-53E3-409A31FACD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90FCC868-E109-03D3-BC02-D1D6F4530F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29</a:t>
            </a:fld>
            <a:endParaRPr lang="en-GB" altLang="en-US" dirty="0"/>
          </a:p>
        </p:txBody>
      </p:sp>
    </p:spTree>
    <p:extLst>
      <p:ext uri="{BB962C8B-B14F-4D97-AF65-F5344CB8AC3E}">
        <p14:creationId xmlns:p14="http://schemas.microsoft.com/office/powerpoint/2010/main" val="2997569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CCBD4-F2D6-4E7D-5299-1286773C54BC}"/>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60567CAF-469D-3BD0-803D-AA455C4B828B}"/>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9F6F9644-731D-5F38-5DA1-F3C026F5CB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E33DAE68-E8DE-9A50-B770-957D12CF90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30</a:t>
            </a:fld>
            <a:endParaRPr lang="en-GB" altLang="en-US" dirty="0"/>
          </a:p>
        </p:txBody>
      </p:sp>
    </p:spTree>
    <p:extLst>
      <p:ext uri="{BB962C8B-B14F-4D97-AF65-F5344CB8AC3E}">
        <p14:creationId xmlns:p14="http://schemas.microsoft.com/office/powerpoint/2010/main" val="23287740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E6CE5-E849-9FDA-A416-EE3D4BA051DD}"/>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61ADB045-D735-F85C-B0BE-54C23F7ED520}"/>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B69D57E4-3DF9-409B-C273-36F52F37A5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DFB9F8C5-A5F3-7E99-EBA9-5398EF2A91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31</a:t>
            </a:fld>
            <a:endParaRPr lang="en-GB" altLang="en-US" dirty="0"/>
          </a:p>
        </p:txBody>
      </p:sp>
    </p:spTree>
    <p:extLst>
      <p:ext uri="{BB962C8B-B14F-4D97-AF65-F5344CB8AC3E}">
        <p14:creationId xmlns:p14="http://schemas.microsoft.com/office/powerpoint/2010/main" val="22551837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B2AB9-CEC6-5821-DEA3-3F9D40493C45}"/>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DC9FFD51-E3CD-FC9A-DC76-12952DBE510D}"/>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03CFDF08-963B-5304-AB1C-DBE8373E88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1719D6A8-5743-423C-1205-A245CD2754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32</a:t>
            </a:fld>
            <a:endParaRPr lang="en-GB" altLang="en-US" dirty="0"/>
          </a:p>
        </p:txBody>
      </p:sp>
    </p:spTree>
    <p:extLst>
      <p:ext uri="{BB962C8B-B14F-4D97-AF65-F5344CB8AC3E}">
        <p14:creationId xmlns:p14="http://schemas.microsoft.com/office/powerpoint/2010/main" val="16523904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A5B20-3E87-6CE6-3094-B2D785FEBA9B}"/>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AB890B34-A086-9FEE-818B-469BB17E073B}"/>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DAB60A0-E2CE-DB3B-8C17-8D0C5C7CA6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535AD20E-0D9E-1AF9-C949-531EFD46A2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33</a:t>
            </a:fld>
            <a:endParaRPr lang="en-GB" altLang="en-US" dirty="0"/>
          </a:p>
        </p:txBody>
      </p:sp>
    </p:spTree>
    <p:extLst>
      <p:ext uri="{BB962C8B-B14F-4D97-AF65-F5344CB8AC3E}">
        <p14:creationId xmlns:p14="http://schemas.microsoft.com/office/powerpoint/2010/main" val="30163397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2952A-2092-E327-9D7B-8F25922F0FE4}"/>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FECF9542-4831-B8A8-E105-5D170F88D63E}"/>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B32630A6-64E2-33AC-3870-71668DF798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C336B13F-A2EF-AAD8-5A68-158B4257E9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34</a:t>
            </a:fld>
            <a:endParaRPr lang="en-GB" altLang="en-US" dirty="0"/>
          </a:p>
        </p:txBody>
      </p:sp>
    </p:spTree>
    <p:extLst>
      <p:ext uri="{BB962C8B-B14F-4D97-AF65-F5344CB8AC3E}">
        <p14:creationId xmlns:p14="http://schemas.microsoft.com/office/powerpoint/2010/main" val="13844567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35</a:t>
            </a:fld>
            <a:endParaRPr lang="en-GB"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49403532"/>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6" Type="http://schemas.openxmlformats.org/officeDocument/2006/relationships/image" Target="../media/image8.png"/><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audio" Target="../media/audio1.bin"/><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theme" Target="../theme/theme8.xml"/><Relationship Id="rId3" Type="http://schemas.openxmlformats.org/officeDocument/2006/relationships/slideLayout" Target="../slideLayouts/slideLayout93.xml"/><Relationship Id="rId7" Type="http://schemas.openxmlformats.org/officeDocument/2006/relationships/slideLayout" Target="../slideLayouts/slideLayout97.xml"/><Relationship Id="rId12" Type="http://schemas.openxmlformats.org/officeDocument/2006/relationships/slideLayout" Target="../slideLayouts/slideLayout102.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5" Type="http://schemas.openxmlformats.org/officeDocument/2006/relationships/slideLayout" Target="../slideLayouts/slideLayout95.xml"/><Relationship Id="rId15" Type="http://schemas.openxmlformats.org/officeDocument/2006/relationships/image" Target="../media/image9.jpeg"/><Relationship Id="rId10" Type="http://schemas.openxmlformats.org/officeDocument/2006/relationships/slideLayout" Target="../slideLayouts/slideLayout100.xml"/><Relationship Id="rId4" Type="http://schemas.openxmlformats.org/officeDocument/2006/relationships/slideLayout" Target="../slideLayouts/slideLayout94.xml"/><Relationship Id="rId9" Type="http://schemas.openxmlformats.org/officeDocument/2006/relationships/slideLayout" Target="../slideLayouts/slideLayout99.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0.xml"/><Relationship Id="rId13" Type="http://schemas.openxmlformats.org/officeDocument/2006/relationships/theme" Target="../theme/theme9.xml"/><Relationship Id="rId3" Type="http://schemas.openxmlformats.org/officeDocument/2006/relationships/slideLayout" Target="../slideLayouts/slideLayout105.xml"/><Relationship Id="rId7" Type="http://schemas.openxmlformats.org/officeDocument/2006/relationships/slideLayout" Target="../slideLayouts/slideLayout109.xml"/><Relationship Id="rId12" Type="http://schemas.openxmlformats.org/officeDocument/2006/relationships/slideLayout" Target="../slideLayouts/slideLayout114.xml"/><Relationship Id="rId2" Type="http://schemas.openxmlformats.org/officeDocument/2006/relationships/slideLayout" Target="../slideLayouts/slideLayout104.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5" Type="http://schemas.openxmlformats.org/officeDocument/2006/relationships/slideLayout" Target="../slideLayouts/slideLayout107.xml"/><Relationship Id="rId15" Type="http://schemas.openxmlformats.org/officeDocument/2006/relationships/image" Target="../media/image10.jpeg"/><Relationship Id="rId10" Type="http://schemas.openxmlformats.org/officeDocument/2006/relationships/slideLayout" Target="../slideLayouts/slideLayout112.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2.xml"/><Relationship Id="rId13" Type="http://schemas.openxmlformats.org/officeDocument/2006/relationships/theme" Target="../theme/theme10.xml"/><Relationship Id="rId3" Type="http://schemas.openxmlformats.org/officeDocument/2006/relationships/slideLayout" Target="../slideLayouts/slideLayout117.xml"/><Relationship Id="rId7" Type="http://schemas.openxmlformats.org/officeDocument/2006/relationships/slideLayout" Target="../slideLayouts/slideLayout121.xml"/><Relationship Id="rId12" Type="http://schemas.openxmlformats.org/officeDocument/2006/relationships/slideLayout" Target="../slideLayouts/slideLayout126.xml"/><Relationship Id="rId2" Type="http://schemas.openxmlformats.org/officeDocument/2006/relationships/slideLayout" Target="../slideLayouts/slideLayout116.xml"/><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slideLayout" Target="../slideLayouts/slideLayout125.xml"/><Relationship Id="rId5" Type="http://schemas.openxmlformats.org/officeDocument/2006/relationships/slideLayout" Target="../slideLayouts/slideLayout119.xml"/><Relationship Id="rId15" Type="http://schemas.openxmlformats.org/officeDocument/2006/relationships/image" Target="../media/image11.jpeg"/><Relationship Id="rId10" Type="http://schemas.openxmlformats.org/officeDocument/2006/relationships/slideLayout" Target="../slideLayouts/slideLayout124.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rotWithShape="1">
          <a:blip r:embed="rId16" cstate="hqprint">
            <a:extLst>
              <a:ext uri="{28A0092B-C50C-407E-A947-70E740481C1C}">
                <a14:useLocalDpi xmlns:a14="http://schemas.microsoft.com/office/drawing/2010/main"/>
              </a:ext>
            </a:extLst>
          </a:blip>
          <a:srcRect l="51576"/>
          <a:stretch/>
        </p:blipFill>
        <p:spPr bwMode="auto">
          <a:xfrm>
            <a:off x="0" y="190"/>
            <a:ext cx="9140764"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
        <p:nvSpPr>
          <p:cNvPr id="2" name="TextBox 1">
            <a:extLst>
              <a:ext uri="{FF2B5EF4-FFF2-40B4-BE49-F238E27FC236}">
                <a16:creationId xmlns:a16="http://schemas.microsoft.com/office/drawing/2014/main" id="{32BBAD30-4669-4B79-FBBD-F0B6EAA425D4}"/>
              </a:ext>
            </a:extLst>
          </p:cNvPr>
          <p:cNvSpPr txBox="1"/>
          <p:nvPr userDrawn="1"/>
        </p:nvSpPr>
        <p:spPr>
          <a:xfrm>
            <a:off x="107504" y="43682"/>
            <a:ext cx="4608512" cy="954107"/>
          </a:xfrm>
          <a:prstGeom prst="rect">
            <a:avLst/>
          </a:prstGeom>
          <a:noFill/>
        </p:spPr>
        <p:txBody>
          <a:bodyPr wrap="square" rtlCol="0">
            <a:spAutoFit/>
          </a:bodyPr>
          <a:lstStyle/>
          <a:p>
            <a:pPr algn="l"/>
            <a:r>
              <a:rPr lang="ar-EG" sz="2800" b="1">
                <a:latin typeface="Sakkal Majalla" panose="02000000000000000000" pitchFamily="2" charset="-78"/>
                <a:cs typeface="Sakkal Majalla" panose="02000000000000000000" pitchFamily="2" charset="-78"/>
              </a:rPr>
              <a:t>شهادة </a:t>
            </a:r>
            <a:r>
              <a:rPr lang="en-US" sz="2800" b="1">
                <a:latin typeface="Sakkal Majalla" panose="02000000000000000000" pitchFamily="2" charset="-78"/>
                <a:cs typeface="Sakkal Majalla" panose="02000000000000000000" pitchFamily="2" charset="-78"/>
              </a:rPr>
              <a:t>BTEC International</a:t>
            </a:r>
            <a:r>
              <a:rPr lang="ar-EG" sz="2800" b="1">
                <a:latin typeface="Sakkal Majalla" panose="02000000000000000000" pitchFamily="2" charset="-78"/>
                <a:cs typeface="Sakkal Majalla" panose="02000000000000000000" pitchFamily="2" charset="-78"/>
              </a:rPr>
              <a:t> للمستوى 3 </a:t>
            </a:r>
          </a:p>
          <a:p>
            <a:pPr algn="l"/>
            <a:r>
              <a:rPr lang="ar-EG" sz="2800" b="1">
                <a:latin typeface="Sakkal Majalla" panose="02000000000000000000" pitchFamily="2" charset="-78"/>
                <a:cs typeface="Sakkal Majalla" panose="02000000000000000000" pitchFamily="2" charset="-78"/>
              </a:rPr>
              <a:t>الضيافة</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 id="2147484934"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78.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90.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90.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81.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81.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bin"/><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8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90.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90.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audio" Target="../media/audio1.bin"/><Relationship Id="rId7" Type="http://schemas.openxmlformats.org/officeDocument/2006/relationships/image" Target="../media/image16.svg"/><Relationship Id="rId2" Type="http://schemas.openxmlformats.org/officeDocument/2006/relationships/notesSlide" Target="../notesSlides/notesSlide9.xml"/><Relationship Id="rId1" Type="http://schemas.openxmlformats.org/officeDocument/2006/relationships/slideLayout" Target="../slideLayouts/slideLayout89.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90.xml"/></Relationships>
</file>

<file path=ppt/slides/_rels/slide1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audio" Target="../media/audio1.bin"/><Relationship Id="rId7" Type="http://schemas.openxmlformats.org/officeDocument/2006/relationships/diagramColors" Target="../diagrams/colors2.xml"/><Relationship Id="rId2" Type="http://schemas.openxmlformats.org/officeDocument/2006/relationships/notesSlide" Target="../notesSlides/notesSlide11.xml"/><Relationship Id="rId1" Type="http://schemas.openxmlformats.org/officeDocument/2006/relationships/slideLayout" Target="../slideLayouts/slideLayout90.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90.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90.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90.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90.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81.xml"/></Relationships>
</file>

<file path=ppt/slides/_rels/slide17.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audio" Target="../media/audio1.bin"/><Relationship Id="rId7" Type="http://schemas.openxmlformats.org/officeDocument/2006/relationships/diagramColors" Target="../diagrams/colors3.xml"/><Relationship Id="rId2" Type="http://schemas.openxmlformats.org/officeDocument/2006/relationships/notesSlide" Target="../notesSlides/notesSlide17.xml"/><Relationship Id="rId1" Type="http://schemas.openxmlformats.org/officeDocument/2006/relationships/slideLayout" Target="../slideLayouts/slideLayout90.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81.xml"/><Relationship Id="rId4" Type="http://schemas.openxmlformats.org/officeDocument/2006/relationships/image" Target="../media/image21.jpeg"/></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90.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90.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90.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81.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90.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90.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90.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90.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90.xml"/></Relationships>
</file>

<file path=ppt/slides/_rels/slide28.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audio" Target="../media/audio1.bin"/><Relationship Id="rId7" Type="http://schemas.openxmlformats.org/officeDocument/2006/relationships/diagramColors" Target="../diagrams/colors4.xml"/><Relationship Id="rId2" Type="http://schemas.openxmlformats.org/officeDocument/2006/relationships/notesSlide" Target="../notesSlides/notesSlide28.xml"/><Relationship Id="rId1" Type="http://schemas.openxmlformats.org/officeDocument/2006/relationships/slideLayout" Target="../slideLayouts/slideLayout79.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90.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81.xml"/><Relationship Id="rId4" Type="http://schemas.openxmlformats.org/officeDocument/2006/relationships/image" Target="../media/image23.jpeg"/></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81.xml"/><Relationship Id="rId4" Type="http://schemas.openxmlformats.org/officeDocument/2006/relationships/image" Target="../media/image24.jpeg"/></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90.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81.xml"/><Relationship Id="rId4" Type="http://schemas.openxmlformats.org/officeDocument/2006/relationships/image" Target="../media/image25.jpeg"/></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90.xml"/></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الوحدة 23</a:t>
            </a:r>
            <a:br>
              <a:rPr lang="en-GB" altLang="en-US" sz="4600" dirty="0">
                <a:latin typeface="Sakkal Majalla" panose="02000000000000000000" pitchFamily="2" charset="-78"/>
                <a:cs typeface="Sakkal Majalla" panose="02000000000000000000" pitchFamily="2" charset="-78"/>
              </a:rPr>
            </a:br>
            <a:r>
              <a:rPr lang="ar" sz="4600" dirty="0">
                <a:effectLst/>
                <a:latin typeface="Sakkal Majalla" panose="02000000000000000000" pitchFamily="2" charset="-78"/>
                <a:cs typeface="Sakkal Majalla" panose="02000000000000000000" pitchFamily="2" charset="-78"/>
              </a:rPr>
              <a:t>البيع الشخصي والمهارات الترويجية في مجال الضيافة </a:t>
            </a:r>
            <a:br>
              <a:rPr lang="en-GB" sz="4600" dirty="0">
                <a:effectLst/>
                <a:latin typeface="Sakkal Majalla" panose="02000000000000000000" pitchFamily="2" charset="-78"/>
                <a:cs typeface="Sakkal Majalla" panose="02000000000000000000" pitchFamily="2" charset="-78"/>
              </a:rPr>
            </a:br>
            <a:br>
              <a:rPr lang="en-GB" altLang="en-US" sz="4600" dirty="0">
                <a:latin typeface="Sakkal Majalla" panose="02000000000000000000" pitchFamily="2" charset="-78"/>
                <a:cs typeface="Sakkal Majalla" panose="02000000000000000000" pitchFamily="2" charset="-78"/>
              </a:rPr>
            </a:br>
            <a:br>
              <a:rPr lang="en-US" altLang="en-US" sz="4600" dirty="0">
                <a:latin typeface="Sakkal Majalla" panose="02000000000000000000" pitchFamily="2" charset="-78"/>
                <a:cs typeface="Sakkal Majalla" panose="02000000000000000000" pitchFamily="2" charset="-78"/>
              </a:rPr>
            </a:br>
            <a:endParaRPr lang="en-GB" altLang="en-US" sz="4600" dirty="0">
              <a:latin typeface="Sakkal Majalla" panose="02000000000000000000" pitchFamily="2" charset="-78"/>
              <a:cs typeface="Sakkal Majalla" panose="02000000000000000000" pitchFamily="2" charset="-78"/>
            </a:endParaRP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p:txBody>
          <a:bodyPr wrap="square" rtlCol="1" anchor="t">
            <a:noAutofit/>
          </a:bodyPr>
          <a:lstStyle/>
          <a:p>
            <a:pPr rtl="1">
              <a:lnSpc>
                <a:spcPct val="90000"/>
              </a:lnSpc>
              <a:spcAft>
                <a:spcPts val="600"/>
              </a:spcAft>
              <a:defRPr/>
            </a:pPr>
            <a:r>
              <a:rPr lang="ar" sz="1600" dirty="0">
                <a:latin typeface="Sakkal Majalla" panose="02000000000000000000" pitchFamily="2" charset="-78"/>
                <a:cs typeface="Sakkal Majalla" panose="02000000000000000000" pitchFamily="2" charset="-78"/>
              </a:rPr>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195623DE-A93E-BCD1-2B40-A72385DB8EC5}"/>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البيع الشخصي والمهارات الترويجية في مجال الضيافة </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23528" y="2420888"/>
            <a:ext cx="8424935"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endParaRPr lang="en-GB" altLang="en-US" dirty="0">
              <a:latin typeface="Sakkal Majalla" panose="02000000000000000000" pitchFamily="2" charset="-78"/>
              <a:cs typeface="Sakkal Majalla" panose="02000000000000000000" pitchFamily="2" charset="-78"/>
            </a:endParaRPr>
          </a:p>
          <a:p>
            <a:pPr marL="0" indent="0" rtl="1">
              <a:buNone/>
            </a:pPr>
            <a:r>
              <a:rPr lang="ar" dirty="0">
                <a:latin typeface="Sakkal Majalla" panose="02000000000000000000" pitchFamily="2" charset="-78"/>
                <a:cs typeface="Sakkal Majalla" panose="02000000000000000000" pitchFamily="2" charset="-78"/>
              </a:rPr>
              <a:t>في هذه الوحدة، ستستكشف مجموعة الأنشطة الترويجية التي تستخدمها شركات الضيافة لزيادة الوعي وجذب أنواع مختلفة من العملاء، بالإضافة إلى العوامل التي تؤثر في اتخاذ العميل لقرار الشراء، وعملية اتخاذ القرار التي تؤدي إلى إتمام البيع. </a:t>
            </a:r>
          </a:p>
          <a:p>
            <a:pPr marL="0" indent="0" rtl="1">
              <a:buNone/>
            </a:pPr>
            <a:r>
              <a:rPr lang="ar" dirty="0">
                <a:latin typeface="Sakkal Majalla" panose="02000000000000000000" pitchFamily="2" charset="-78"/>
                <a:cs typeface="Sakkal Majalla" panose="02000000000000000000" pitchFamily="2" charset="-78"/>
              </a:rPr>
              <a:t>كما ستقوم بإعداد الأنشطة الترويجية التي يمكن استخدامها في شركات الضيافة، مع ربطها بأهداف هذه الشركات، ومراعاة التكاليف والموارد اللازمة، بالإضافة إلى الفوائد التي تعود على العميل والشركة، وستطبِّق مهاراتك في البيع الشخصي.</a:t>
            </a:r>
            <a:endParaRPr lang="en-GB" altLang="en-US" dirty="0">
              <a:solidFill>
                <a:srgbClr val="FF0000"/>
              </a:solidFill>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2E2A61F-C323-B2B6-CE5E-2B3D46048394}"/>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نتاجات التعلم</a:t>
            </a:r>
            <a:endParaRPr lang="en-GB" altLang="en-US" sz="4600" dirty="0">
              <a:latin typeface="Sakkal Majalla" panose="02000000000000000000" pitchFamily="2" charset="-78"/>
              <a:cs typeface="Sakkal Majalla" panose="02000000000000000000" pitchFamily="2" charset="-78"/>
            </a:endParaRPr>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91061"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600" b="1" dirty="0">
                <a:latin typeface="Sakkal Majalla" panose="02000000000000000000" pitchFamily="2" charset="-78"/>
                <a:cs typeface="Sakkal Majalla" panose="02000000000000000000" pitchFamily="2" charset="-78"/>
              </a:rPr>
              <a:t>أ	استكشاف الأنشطة الترويجية في شركات الضيافة</a:t>
            </a:r>
            <a:endParaRPr lang="en-GB" altLang="en-US" sz="2600" dirty="0">
              <a:highlight>
                <a:srgbClr val="FFFF00"/>
              </a:highlight>
              <a:latin typeface="Sakkal Majalla" panose="02000000000000000000" pitchFamily="2" charset="-78"/>
              <a:cs typeface="Sakkal Majalla" panose="02000000000000000000" pitchFamily="2" charset="-78"/>
            </a:endParaRPr>
          </a:p>
          <a:p>
            <a:pPr marL="404813" indent="-404813" defTabSz="431800" rtl="1">
              <a:spcBef>
                <a:spcPts val="1200"/>
              </a:spcBef>
              <a:buNone/>
            </a:pPr>
            <a:r>
              <a:rPr lang="ar" sz="2600" b="1" dirty="0">
                <a:latin typeface="Sakkal Majalla" panose="02000000000000000000" pitchFamily="2" charset="-78"/>
                <a:cs typeface="Sakkal Majalla" panose="02000000000000000000" pitchFamily="2" charset="-78"/>
              </a:rPr>
              <a:t>ب	إجراء مزيج ترويجي لاستخدامه في شركة ضيافة</a:t>
            </a:r>
            <a:endParaRPr lang="en-GB" altLang="en-US" sz="2600" dirty="0">
              <a:highlight>
                <a:srgbClr val="FFFF00"/>
              </a:highlight>
              <a:latin typeface="Sakkal Majalla" panose="02000000000000000000" pitchFamily="2" charset="-78"/>
              <a:cs typeface="Sakkal Majalla" panose="02000000000000000000" pitchFamily="2" charset="-78"/>
            </a:endParaRPr>
          </a:p>
          <a:p>
            <a:pPr marL="404813" indent="-404813" defTabSz="431800" rtl="1">
              <a:spcBef>
                <a:spcPts val="1200"/>
              </a:spcBef>
              <a:buNone/>
            </a:pPr>
            <a:r>
              <a:rPr lang="ar" sz="2600" b="1" dirty="0">
                <a:latin typeface="Sakkal Majalla" panose="02000000000000000000" pitchFamily="2" charset="-78"/>
                <a:cs typeface="Sakkal Majalla" panose="02000000000000000000" pitchFamily="2" charset="-78"/>
              </a:rPr>
              <a:t>ج	</a:t>
            </a:r>
            <a:r>
              <a:rPr lang="ar" sz="2600" b="1" dirty="0">
                <a:effectLst/>
                <a:latin typeface="Sakkal Majalla" panose="02000000000000000000" pitchFamily="2" charset="-78"/>
                <a:cs typeface="Sakkal Majalla" panose="02000000000000000000" pitchFamily="2" charset="-78"/>
              </a:rPr>
              <a:t>استعراض مهارات البيع الشخصي لمنتج أو خدمة ضيافة. </a:t>
            </a:r>
          </a:p>
          <a:p>
            <a:pPr marL="404813" indent="-404813" defTabSz="431800" rtl="1">
              <a:spcBef>
                <a:spcPts val="1200"/>
              </a:spcBef>
              <a:buNone/>
            </a:pPr>
            <a:endParaRPr lang="en-GB" altLang="en-US" sz="2600" b="1" dirty="0">
              <a:highlight>
                <a:srgbClr val="FFFF00"/>
              </a:highlight>
              <a:latin typeface="Sakkal Majalla" panose="02000000000000000000" pitchFamily="2" charset="-78"/>
              <a:cs typeface="Sakkal Majalla" panose="02000000000000000000" pitchFamily="2" charset="-78"/>
            </a:endParaRPr>
          </a:p>
          <a:p>
            <a:pPr marL="0" indent="0" defTabSz="431800" rtl="1">
              <a:spcBef>
                <a:spcPts val="1200"/>
              </a:spcBef>
              <a:buFont typeface="Wingdings" panose="05000000000000000000" pitchFamily="2" charset="2"/>
              <a:buNone/>
            </a:pPr>
            <a:endParaRPr lang="en-GB" altLang="en-US" sz="2600" b="1" dirty="0">
              <a:highlight>
                <a:srgbClr val="FFFF00"/>
              </a:highlight>
              <a:latin typeface="Sakkal Majalla" panose="02000000000000000000" pitchFamily="2" charset="-78"/>
              <a:cs typeface="Sakkal Majalla" panose="02000000000000000000" pitchFamily="2" charset="-78"/>
            </a:endParaRPr>
          </a:p>
          <a:p>
            <a:pPr marL="0" indent="0" defTabSz="431800" rtl="1">
              <a:spcBef>
                <a:spcPts val="1200"/>
              </a:spcBef>
              <a:buFont typeface="Wingdings" panose="05000000000000000000" pitchFamily="2" charset="2"/>
              <a:buNone/>
            </a:pPr>
            <a:endParaRPr lang="en-GB" altLang="en-US" sz="2600" b="1" dirty="0">
              <a:highlight>
                <a:srgbClr val="FFFF00"/>
              </a:highlight>
              <a:latin typeface="Sakkal Majalla" panose="02000000000000000000" pitchFamily="2" charset="-78"/>
              <a:cs typeface="Sakkal Majalla" panose="02000000000000000000" pitchFamily="2" charset="-78"/>
            </a:endParaRPr>
          </a:p>
          <a:p>
            <a:pPr marL="0" indent="0" defTabSz="431800" rtl="1">
              <a:spcBef>
                <a:spcPts val="1200"/>
              </a:spcBef>
              <a:buFont typeface="Wingdings" panose="05000000000000000000" pitchFamily="2" charset="2"/>
              <a:buNone/>
            </a:pPr>
            <a:br>
              <a:rPr lang="en-GB" altLang="en-US" sz="2600" dirty="0">
                <a:latin typeface="Sakkal Majalla" panose="02000000000000000000" pitchFamily="2" charset="-78"/>
                <a:cs typeface="Sakkal Majalla" panose="02000000000000000000" pitchFamily="2" charset="-78"/>
              </a:rPr>
            </a:br>
            <a:r>
              <a:rPr lang="ar" sz="2600" dirty="0">
                <a:latin typeface="Sakkal Majalla" panose="02000000000000000000" pitchFamily="2" charset="-78"/>
                <a:cs typeface="Sakkal Majalla" panose="02000000000000000000" pitchFamily="2" charset="-78"/>
              </a:rPr>
              <a:t>	</a:t>
            </a:r>
          </a:p>
        </p:txBody>
      </p:sp>
      <p:sp>
        <p:nvSpPr>
          <p:cNvPr id="2" name="Footer Placeholder 2">
            <a:extLst>
              <a:ext uri="{FF2B5EF4-FFF2-40B4-BE49-F238E27FC236}">
                <a16:creationId xmlns:a16="http://schemas.microsoft.com/office/drawing/2014/main" id="{7DAE623D-251C-8381-708D-9FCA1F3053CA}"/>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86432"/>
            <a:ext cx="8229600" cy="71843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p>
            <a:pPr rtl="1">
              <a:lnSpc>
                <a:spcPct val="90000"/>
              </a:lnSpc>
            </a:pPr>
            <a:r>
              <a:rPr lang="ar" sz="3000" dirty="0">
                <a:latin typeface="Sakkal Majalla" panose="02000000000000000000" pitchFamily="2" charset="-78"/>
                <a:cs typeface="Sakkal Majalla" panose="02000000000000000000" pitchFamily="2" charset="-78"/>
              </a:rPr>
              <a:t>نتاج التعلم أ</a:t>
            </a:r>
            <a:br>
              <a:rPr lang="en-US" altLang="en-US" sz="3000" dirty="0">
                <a:latin typeface="Sakkal Majalla" panose="02000000000000000000" pitchFamily="2" charset="-78"/>
                <a:cs typeface="Sakkal Majalla" panose="02000000000000000000" pitchFamily="2" charset="-78"/>
              </a:rPr>
            </a:br>
            <a:br>
              <a:rPr lang="en-US" altLang="en-US" sz="3000" dirty="0">
                <a:latin typeface="Sakkal Majalla" panose="02000000000000000000" pitchFamily="2" charset="-78"/>
                <a:cs typeface="Sakkal Majalla" panose="02000000000000000000" pitchFamily="2" charset="-78"/>
              </a:rPr>
            </a:br>
            <a:endParaRPr lang="en-GB" altLang="en-US" sz="30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68312" y="2196001"/>
            <a:ext cx="4027488" cy="40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Bef>
                <a:spcPct val="20000"/>
              </a:spcBef>
            </a:pPr>
            <a:r>
              <a:rPr lang="ar" sz="2600" b="1" dirty="0">
                <a:latin typeface="Sakkal Majalla" panose="02000000000000000000" pitchFamily="2" charset="-78"/>
                <a:cs typeface="Sakkal Majalla" panose="02000000000000000000" pitchFamily="2" charset="-78"/>
              </a:rPr>
              <a:t>استكشاف الأنشطة الترويجية في شركات الضيافة</a:t>
            </a:r>
          </a:p>
          <a:p>
            <a:pPr marL="342900" indent="-342900" rtl="1">
              <a:spcBef>
                <a:spcPct val="20000"/>
              </a:spcBef>
              <a:buFont typeface="Wingdings" pitchFamily="2" charset="2"/>
              <a:buChar char="§"/>
            </a:pPr>
            <a:endParaRPr lang="en-US" altLang="en-US" sz="2600" b="1" dirty="0">
              <a:highlight>
                <a:srgbClr val="FFFF00"/>
              </a:highlight>
              <a:latin typeface="Sakkal Majalla" panose="02000000000000000000" pitchFamily="2" charset="-78"/>
              <a:cs typeface="Sakkal Majalla" panose="02000000000000000000" pitchFamily="2" charset="-78"/>
            </a:endParaRPr>
          </a:p>
        </p:txBody>
      </p:sp>
      <p:graphicFrame>
        <p:nvGraphicFramePr>
          <p:cNvPr id="2" name="Content Placeholder 1">
            <a:extLst>
              <a:ext uri="{FF2B5EF4-FFF2-40B4-BE49-F238E27FC236}">
                <a16:creationId xmlns:a16="http://schemas.microsoft.com/office/drawing/2014/main" id="{78CCF8FD-060A-66BD-F2E2-F51A1C5D233E}"/>
              </a:ext>
            </a:extLst>
          </p:cNvPr>
          <p:cNvGraphicFramePr>
            <a:graphicFrameLocks noGrp="1"/>
          </p:cNvGraphicFramePr>
          <p:nvPr>
            <p:ph sz="half" idx="1"/>
            <p:extLst>
              <p:ext uri="{D42A27DB-BD31-4B8C-83A1-F6EECF244321}">
                <p14:modId xmlns:p14="http://schemas.microsoft.com/office/powerpoint/2010/main" val="1647363702"/>
              </p:ext>
            </p:extLst>
          </p:nvPr>
        </p:nvGraphicFramePr>
        <p:xfrm>
          <a:off x="4648199" y="2407810"/>
          <a:ext cx="4027487" cy="3600482"/>
        </p:xfrm>
        <a:graphic>
          <a:graphicData uri="http://schemas.openxmlformats.org/drawingml/2006/table">
            <a:tbl>
              <a:tblPr>
                <a:solidFill>
                  <a:schemeClr val="accent1">
                    <a:lumMod val="20000"/>
                    <a:lumOff val="80000"/>
                  </a:schemeClr>
                </a:solidFill>
              </a:tblPr>
              <a:tblGrid>
                <a:gridCol w="4027487">
                  <a:extLst>
                    <a:ext uri="{9D8B030D-6E8A-4147-A177-3AD203B41FA5}">
                      <a16:colId xmlns:a16="http://schemas.microsoft.com/office/drawing/2014/main" val="1058198035"/>
                    </a:ext>
                  </a:extLst>
                </a:gridCol>
              </a:tblGrid>
              <a:tr h="3600482">
                <a:tc>
                  <a:txBody>
                    <a:bodyPr/>
                    <a:lstStyle/>
                    <a:p>
                      <a:pPr rtl="1"/>
                      <a:r>
                        <a:rPr lang="ar" sz="2700" b="1" cap="none" spc="0" dirty="0">
                          <a:solidFill>
                            <a:schemeClr val="tx1"/>
                          </a:solidFill>
                          <a:effectLst/>
                          <a:latin typeface="Helvetica" pitchFamily="2" charset="0"/>
                        </a:rPr>
                        <a:t>أ1 </a:t>
                      </a:r>
                      <a:r>
                        <a:rPr lang="ar" sz="2700" cap="none" spc="0" dirty="0">
                          <a:solidFill>
                            <a:schemeClr val="tx1"/>
                          </a:solidFill>
                          <a:effectLst/>
                          <a:latin typeface="Helvetica" pitchFamily="2" charset="0"/>
                        </a:rPr>
                        <a:t>الترويج </a:t>
                      </a:r>
                    </a:p>
                    <a:p>
                      <a:pPr rtl="1"/>
                      <a:r>
                        <a:rPr lang="ar" sz="2700" b="1" cap="none" spc="0" dirty="0">
                          <a:solidFill>
                            <a:schemeClr val="tx1"/>
                          </a:solidFill>
                          <a:effectLst/>
                          <a:latin typeface="Helvetica" pitchFamily="2" charset="0"/>
                        </a:rPr>
                        <a:t>أ2</a:t>
                      </a:r>
                      <a:r>
                        <a:rPr lang="ar" sz="2700" cap="none" spc="0" dirty="0">
                          <a:solidFill>
                            <a:schemeClr val="tx1"/>
                          </a:solidFill>
                          <a:effectLst/>
                          <a:latin typeface="Helvetica" pitchFamily="2" charset="0"/>
                        </a:rPr>
                        <a:t> الدعاية والإعلان </a:t>
                      </a:r>
                    </a:p>
                    <a:p>
                      <a:pPr rtl="1"/>
                      <a:r>
                        <a:rPr lang="ar" sz="2700" b="1" cap="none" spc="0" dirty="0">
                          <a:solidFill>
                            <a:schemeClr val="tx1"/>
                          </a:solidFill>
                          <a:effectLst/>
                          <a:latin typeface="Helvetica" pitchFamily="2" charset="0"/>
                        </a:rPr>
                        <a:t>أ3</a:t>
                      </a:r>
                      <a:r>
                        <a:rPr lang="ar" sz="2700" cap="none" spc="0" dirty="0">
                          <a:solidFill>
                            <a:schemeClr val="tx1"/>
                          </a:solidFill>
                          <a:effectLst/>
                          <a:latin typeface="Helvetica" pitchFamily="2" charset="0"/>
                        </a:rPr>
                        <a:t> ترويج المبيعات </a:t>
                      </a:r>
                    </a:p>
                    <a:p>
                      <a:pPr rtl="1"/>
                      <a:r>
                        <a:rPr lang="ar" sz="2700" b="1" cap="none" spc="0" dirty="0">
                          <a:solidFill>
                            <a:schemeClr val="tx1"/>
                          </a:solidFill>
                          <a:effectLst/>
                          <a:latin typeface="Helvetica" pitchFamily="2" charset="0"/>
                        </a:rPr>
                        <a:t>أ4</a:t>
                      </a:r>
                      <a:r>
                        <a:rPr lang="ar" sz="2700" cap="none" spc="0" dirty="0">
                          <a:solidFill>
                            <a:schemeClr val="tx1"/>
                          </a:solidFill>
                          <a:effectLst/>
                          <a:latin typeface="Helvetica" pitchFamily="2" charset="0"/>
                        </a:rPr>
                        <a:t> أنشطة العلاقات العامة </a:t>
                      </a:r>
                    </a:p>
                    <a:p>
                      <a:pPr rtl="1"/>
                      <a:r>
                        <a:rPr lang="ar" sz="2700" b="1" cap="none" spc="0" dirty="0">
                          <a:solidFill>
                            <a:schemeClr val="tx1"/>
                          </a:solidFill>
                          <a:effectLst/>
                          <a:latin typeface="Helvetica" pitchFamily="2" charset="0"/>
                        </a:rPr>
                        <a:t>أ5</a:t>
                      </a:r>
                      <a:r>
                        <a:rPr lang="ar" sz="2700" cap="none" spc="0" dirty="0">
                          <a:solidFill>
                            <a:schemeClr val="tx1"/>
                          </a:solidFill>
                          <a:effectLst/>
                          <a:latin typeface="Helvetica" pitchFamily="2" charset="0"/>
                        </a:rPr>
                        <a:t> التسويق المباشر </a:t>
                      </a:r>
                    </a:p>
                    <a:p>
                      <a:pPr rtl="1"/>
                      <a:r>
                        <a:rPr lang="ar" sz="2700" b="1" cap="none" spc="0" dirty="0">
                          <a:solidFill>
                            <a:schemeClr val="tx1"/>
                          </a:solidFill>
                          <a:effectLst/>
                          <a:latin typeface="Helvetica" pitchFamily="2" charset="0"/>
                        </a:rPr>
                        <a:t>أ6</a:t>
                      </a:r>
                      <a:r>
                        <a:rPr lang="ar" sz="2700" cap="none" spc="0" dirty="0">
                          <a:solidFill>
                            <a:schemeClr val="tx1"/>
                          </a:solidFill>
                          <a:effectLst/>
                          <a:latin typeface="Helvetica" pitchFamily="2" charset="0"/>
                        </a:rPr>
                        <a:t> البيع الشخصي </a:t>
                      </a:r>
                    </a:p>
                    <a:p>
                      <a:pPr rtl="1"/>
                      <a:r>
                        <a:rPr lang="ar" sz="2700" b="1" cap="none" spc="0" dirty="0">
                          <a:solidFill>
                            <a:schemeClr val="tx1"/>
                          </a:solidFill>
                          <a:effectLst/>
                          <a:latin typeface="Helvetica" pitchFamily="2" charset="0"/>
                        </a:rPr>
                        <a:t>أ7</a:t>
                      </a:r>
                      <a:r>
                        <a:rPr lang="ar" sz="2700" cap="none" spc="0" dirty="0">
                          <a:solidFill>
                            <a:schemeClr val="tx1"/>
                          </a:solidFill>
                          <a:effectLst/>
                          <a:latin typeface="Helvetica" pitchFamily="2" charset="0"/>
                        </a:rPr>
                        <a:t> فوائد الأنشطة الترويجية </a:t>
                      </a:r>
                    </a:p>
                  </a:txBody>
                  <a:tcPr marL="60726" marR="60726" marT="0" marB="141751">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61847895"/>
                  </a:ext>
                </a:extLst>
              </a:tr>
            </a:tbl>
          </a:graphicData>
        </a:graphic>
      </p:graphicFrame>
      <p:sp>
        <p:nvSpPr>
          <p:cNvPr id="3" name="Footer Placeholder 2">
            <a:extLst>
              <a:ext uri="{FF2B5EF4-FFF2-40B4-BE49-F238E27FC236}">
                <a16:creationId xmlns:a16="http://schemas.microsoft.com/office/drawing/2014/main" id="{23E4F627-19DA-F557-9E24-53EE88033AA8}"/>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BE7BB-A241-58C9-9960-7F4598F52B3B}"/>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CC001770-4463-AC05-E121-D265D56B277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أ1</a:t>
            </a:r>
            <a:r>
              <a:rPr lang="en" sz="4600" b="1" dirty="0">
                <a:solidFill>
                  <a:schemeClr val="tx2"/>
                </a:solidFill>
                <a:latin typeface="Sakkal Majalla" panose="02000000000000000000" pitchFamily="2" charset="-78"/>
                <a:cs typeface="Sakkal Majalla" panose="02000000000000000000" pitchFamily="2" charset="-78"/>
              </a:rPr>
              <a:t> الترويج (1)</a:t>
            </a:r>
          </a:p>
        </p:txBody>
      </p:sp>
      <p:sp>
        <p:nvSpPr>
          <p:cNvPr id="34819" name="Content Placeholder 3">
            <a:extLst>
              <a:ext uri="{FF2B5EF4-FFF2-40B4-BE49-F238E27FC236}">
                <a16:creationId xmlns:a16="http://schemas.microsoft.com/office/drawing/2014/main" id="{CC25B070-8BC2-28BC-006A-7636018E0F1B}"/>
              </a:ext>
            </a:extLst>
          </p:cNvPr>
          <p:cNvSpPr>
            <a:spLocks noGrp="1" noChangeArrowheads="1"/>
          </p:cNvSpPr>
          <p:nvPr>
            <p:ph sz="half" idx="1"/>
          </p:nvPr>
        </p:nvSpPr>
        <p:spPr bwMode="auto">
          <a:xfrm>
            <a:off x="4648199" y="2059200"/>
            <a:ext cx="4388297" cy="468216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indent="0" rtl="1">
              <a:lnSpc>
                <a:spcPct val="90000"/>
              </a:lnSpc>
            </a:pPr>
            <a:endParaRPr lang="en-GB" altLang="en-US" sz="2600" dirty="0">
              <a:latin typeface="Sakkal Majalla" panose="02000000000000000000" pitchFamily="2" charset="-78"/>
              <a:cs typeface="Sakkal Majalla" panose="02000000000000000000" pitchFamily="2" charset="-78"/>
            </a:endParaRPr>
          </a:p>
          <a:p>
            <a:pPr indent="0" rtl="1">
              <a:lnSpc>
                <a:spcPct val="90000"/>
              </a:lnSpc>
              <a:buNone/>
            </a:pPr>
            <a:r>
              <a:rPr lang="ar" sz="2600" dirty="0">
                <a:latin typeface="Sakkal Majalla" panose="02000000000000000000" pitchFamily="2" charset="-78"/>
                <a:cs typeface="Sakkal Majalla" panose="02000000000000000000" pitchFamily="2" charset="-78"/>
              </a:rPr>
              <a:t>يشير</a:t>
            </a:r>
            <a:r>
              <a:rPr lang="ar" sz="2600" b="1" dirty="0">
                <a:latin typeface="Sakkal Majalla" panose="02000000000000000000" pitchFamily="2" charset="-78"/>
                <a:cs typeface="Sakkal Majalla" panose="02000000000000000000" pitchFamily="2" charset="-78"/>
              </a:rPr>
              <a:t> </a:t>
            </a:r>
            <a:r>
              <a:rPr lang="en" sz="2600" b="1" dirty="0">
                <a:latin typeface="Sakkal Majalla" panose="02000000000000000000" pitchFamily="2" charset="-78"/>
                <a:cs typeface="Sakkal Majalla" panose="02000000000000000000" pitchFamily="2" charset="-78"/>
              </a:rPr>
              <a:t>الترويج</a:t>
            </a:r>
            <a:r>
              <a:rPr lang="en" sz="2600" dirty="0">
                <a:latin typeface="Sakkal Majalla" panose="02000000000000000000" pitchFamily="2" charset="-78"/>
                <a:cs typeface="Sakkal Majalla" panose="02000000000000000000" pitchFamily="2" charset="-78"/>
              </a:rPr>
              <a:t> إلى أي نوع من أنواع التواصل التسويقي المُستخدم لإعلام العملاء الحاليين والمحتملين عن المنتجات والخدمات التي تقدمها الشركة.</a:t>
            </a:r>
          </a:p>
          <a:p>
            <a:pPr indent="0" rtl="1">
              <a:lnSpc>
                <a:spcPct val="90000"/>
              </a:lnSpc>
            </a:pPr>
            <a:endParaRPr lang="en-GB" altLang="en-US" sz="2600" dirty="0">
              <a:latin typeface="Sakkal Majalla" panose="02000000000000000000" pitchFamily="2" charset="-78"/>
              <a:cs typeface="Sakkal Majalla" panose="02000000000000000000" pitchFamily="2" charset="-78"/>
            </a:endParaRPr>
          </a:p>
          <a:p>
            <a:pPr indent="0" rtl="1">
              <a:lnSpc>
                <a:spcPct val="90000"/>
              </a:lnSpc>
              <a:buNone/>
            </a:pPr>
            <a:r>
              <a:rPr lang="ar" sz="2600" b="1" dirty="0">
                <a:latin typeface="Sakkal Majalla" panose="02000000000000000000" pitchFamily="2" charset="-78"/>
                <a:cs typeface="Sakkal Majalla" panose="02000000000000000000" pitchFamily="2" charset="-78"/>
              </a:rPr>
              <a:t>دورة حياة المنتج</a:t>
            </a:r>
            <a:r>
              <a:rPr lang="ar" sz="2600" dirty="0">
                <a:latin typeface="Sakkal Majalla" panose="02000000000000000000" pitchFamily="2" charset="-78"/>
                <a:cs typeface="Sakkal Majalla" panose="02000000000000000000" pitchFamily="2" charset="-78"/>
              </a:rPr>
              <a:t> هو المصطلح المستخدم لوصف المدة الزمنية التي تبدأ من لحظة تقديم المنتج للمستهلكين وحتى لحظة سحبه أو إزالته من السوق.</a:t>
            </a:r>
          </a:p>
        </p:txBody>
      </p:sp>
      <p:pic>
        <p:nvPicPr>
          <p:cNvPr id="4" name="Picture 3">
            <a:extLst>
              <a:ext uri="{FF2B5EF4-FFF2-40B4-BE49-F238E27FC236}">
                <a16:creationId xmlns:a16="http://schemas.microsoft.com/office/drawing/2014/main" id="{2C7059F4-80DC-7A1A-4534-E8003CE040CB}"/>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199737" y="2637805"/>
            <a:ext cx="4084231" cy="3206426"/>
          </a:xfrm>
          <a:prstGeom prst="rect">
            <a:avLst/>
          </a:prstGeom>
        </p:spPr>
      </p:pic>
      <p:sp>
        <p:nvSpPr>
          <p:cNvPr id="2" name="Footer Placeholder 2">
            <a:extLst>
              <a:ext uri="{FF2B5EF4-FFF2-40B4-BE49-F238E27FC236}">
                <a16:creationId xmlns:a16="http://schemas.microsoft.com/office/drawing/2014/main" id="{F774205B-235E-85CB-4C04-EA1C2142F06F}"/>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77763098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74BD0-335A-CCA6-35D5-10FB24743027}"/>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F2932A27-265B-1C6F-44A1-A099DD5E43B9}"/>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أ1</a:t>
            </a:r>
            <a:r>
              <a:rPr lang="en" sz="4600" b="1" dirty="0">
                <a:solidFill>
                  <a:schemeClr val="tx2"/>
                </a:solidFill>
                <a:latin typeface="Sakkal Majalla" panose="02000000000000000000" pitchFamily="2" charset="-78"/>
                <a:cs typeface="Sakkal Majalla" panose="02000000000000000000" pitchFamily="2" charset="-78"/>
              </a:rPr>
              <a:t> الترويج (2)</a:t>
            </a:r>
          </a:p>
        </p:txBody>
      </p:sp>
      <p:sp>
        <p:nvSpPr>
          <p:cNvPr id="34819" name="Content Placeholder 3">
            <a:extLst>
              <a:ext uri="{FF2B5EF4-FFF2-40B4-BE49-F238E27FC236}">
                <a16:creationId xmlns:a16="http://schemas.microsoft.com/office/drawing/2014/main" id="{86627F86-10AC-E276-EF91-566A8B213CF8}"/>
              </a:ext>
            </a:extLst>
          </p:cNvPr>
          <p:cNvSpPr>
            <a:spLocks noGrp="1" noChangeArrowheads="1"/>
          </p:cNvSpPr>
          <p:nvPr>
            <p:ph sz="half" idx="2"/>
          </p:nvPr>
        </p:nvSpPr>
        <p:spPr bwMode="auto">
          <a:xfrm>
            <a:off x="468312" y="2196001"/>
            <a:ext cx="4027488"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indent="0" rtl="1">
              <a:buNone/>
            </a:pPr>
            <a:r>
              <a:rPr lang="ar" sz="2600" dirty="0">
                <a:latin typeface="Sakkal Majalla" panose="02000000000000000000" pitchFamily="2" charset="-78"/>
                <a:cs typeface="Sakkal Majalla" panose="02000000000000000000" pitchFamily="2" charset="-78"/>
              </a:rPr>
              <a:t>المزيج الترويجي:</a:t>
            </a:r>
          </a:p>
          <a:p>
            <a:pPr indent="0" rtl="1"/>
            <a:endParaRPr lang="en-GB" altLang="en-US" sz="2600" dirty="0">
              <a:latin typeface="Sakkal Majalla" panose="02000000000000000000" pitchFamily="2" charset="-78"/>
              <a:cs typeface="Sakkal Majalla" panose="02000000000000000000" pitchFamily="2" charset="-78"/>
            </a:endParaRPr>
          </a:p>
          <a:p>
            <a:pPr indent="0" rtl="1">
              <a:buNone/>
            </a:pPr>
            <a:r>
              <a:rPr lang="ar" sz="2600" dirty="0">
                <a:latin typeface="Sakkal Majalla" panose="02000000000000000000" pitchFamily="2" charset="-78"/>
                <a:cs typeface="Sakkal Majalla" panose="02000000000000000000" pitchFamily="2" charset="-78"/>
              </a:rPr>
              <a:t>دمج الأنشطة المختلفة للترويج لمنتج أو خدمة في مراحل متعددة من دورة حياة المنتج.</a:t>
            </a:r>
          </a:p>
        </p:txBody>
      </p:sp>
      <p:graphicFrame>
        <p:nvGraphicFramePr>
          <p:cNvPr id="3" name="Diagram 2">
            <a:extLst>
              <a:ext uri="{FF2B5EF4-FFF2-40B4-BE49-F238E27FC236}">
                <a16:creationId xmlns:a16="http://schemas.microsoft.com/office/drawing/2014/main" id="{45CB4868-BC6A-2AC3-0AB9-53140ABA1B4D}"/>
              </a:ext>
            </a:extLst>
          </p:cNvPr>
          <p:cNvGraphicFramePr/>
          <p:nvPr>
            <p:extLst>
              <p:ext uri="{D42A27DB-BD31-4B8C-83A1-F6EECF244321}">
                <p14:modId xmlns:p14="http://schemas.microsoft.com/office/powerpoint/2010/main" val="805596502"/>
              </p:ext>
            </p:extLst>
          </p:nvPr>
        </p:nvGraphicFramePr>
        <p:xfrm>
          <a:off x="4648199" y="2196001"/>
          <a:ext cx="4027487" cy="40241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8FB25464-F80A-7D98-068F-B84048AA077E}"/>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206230372"/>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9" y="1988840"/>
            <a:ext cx="8388832" cy="20882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b="1" dirty="0">
                <a:latin typeface="Sakkal Majalla" panose="02000000000000000000" pitchFamily="2" charset="-78"/>
                <a:cs typeface="Sakkal Majalla" panose="02000000000000000000" pitchFamily="2" charset="-78"/>
              </a:rPr>
              <a:t>الأهداف الترويجية أو الغايات</a:t>
            </a:r>
          </a:p>
          <a:p>
            <a:pPr indent="0" rtl="1">
              <a:buFont typeface="Wingdings" panose="05000000000000000000" pitchFamily="2" charset="2"/>
              <a:buNone/>
            </a:pPr>
            <a:r>
              <a:rPr lang="ar" dirty="0">
                <a:latin typeface="Sakkal Majalla" panose="02000000000000000000" pitchFamily="2" charset="-78"/>
                <a:cs typeface="Sakkal Majalla" panose="02000000000000000000" pitchFamily="2" charset="-78"/>
              </a:rPr>
              <a:t>يجب أن تكون لجميع الحملات الترويجية هدف أو غاية يجب أن تحققها. </a:t>
            </a:r>
          </a:p>
          <a:p>
            <a:pPr indent="0" rtl="1">
              <a:buFont typeface="Wingdings" panose="05000000000000000000" pitchFamily="2" charset="2"/>
              <a:buNone/>
            </a:pPr>
            <a:endParaRPr lang="en-GB" altLang="en-US"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r>
              <a:rPr lang="ar" dirty="0">
                <a:latin typeface="Sakkal Majalla" panose="02000000000000000000" pitchFamily="2" charset="-78"/>
                <a:cs typeface="Sakkal Majalla" panose="02000000000000000000" pitchFamily="2" charset="-78"/>
              </a:rPr>
              <a:t>يجب أن تكون الأهداف متوافقة مع معيار SMART</a:t>
            </a:r>
          </a:p>
          <a:p>
            <a:pPr indent="0" rtl="1">
              <a:buFont typeface="Wingdings" panose="05000000000000000000" pitchFamily="2" charset="2"/>
              <a:buNone/>
            </a:pPr>
            <a:endParaRPr lang="en-GB" altLang="en-US" dirty="0">
              <a:latin typeface="Sakkal Majalla" panose="02000000000000000000" pitchFamily="2" charset="-78"/>
              <a:cs typeface="Sakkal Majalla" panose="02000000000000000000" pitchFamily="2" charset="-78"/>
            </a:endParaRPr>
          </a:p>
          <a:p>
            <a:pPr marL="685800" rtl="1">
              <a:buFont typeface="Courier New" panose="02070309020205020404" pitchFamily="49" charset="0"/>
              <a:buChar char="o"/>
            </a:pPr>
            <a:r>
              <a:rPr lang="ar" b="1" dirty="0">
                <a:latin typeface="Sakkal Majalla" panose="02000000000000000000" pitchFamily="2" charset="-78"/>
                <a:cs typeface="Sakkal Majalla" panose="02000000000000000000" pitchFamily="2" charset="-78"/>
              </a:rPr>
              <a:t>محددة</a:t>
            </a:r>
          </a:p>
          <a:p>
            <a:pPr marL="685800" rtl="1">
              <a:buFont typeface="Courier New" panose="02070309020205020404" pitchFamily="49" charset="0"/>
              <a:buChar char="o"/>
            </a:pPr>
            <a:r>
              <a:rPr lang="ar" b="1" dirty="0">
                <a:latin typeface="Sakkal Majalla" panose="02000000000000000000" pitchFamily="2" charset="-78"/>
                <a:cs typeface="Sakkal Majalla" panose="02000000000000000000" pitchFamily="2" charset="-78"/>
              </a:rPr>
              <a:t>قابلة للقياس</a:t>
            </a:r>
          </a:p>
          <a:p>
            <a:pPr marL="685800" rtl="1">
              <a:buFont typeface="Courier New" panose="02070309020205020404" pitchFamily="49" charset="0"/>
              <a:buChar char="o"/>
            </a:pPr>
            <a:r>
              <a:rPr lang="ar" b="1" dirty="0">
                <a:latin typeface="Sakkal Majalla" panose="02000000000000000000" pitchFamily="2" charset="-78"/>
                <a:cs typeface="Sakkal Majalla" panose="02000000000000000000" pitchFamily="2" charset="-78"/>
              </a:rPr>
              <a:t>قابلة للتحقيق</a:t>
            </a:r>
          </a:p>
          <a:p>
            <a:pPr marL="685800" rtl="1">
              <a:buFont typeface="Courier New" panose="02070309020205020404" pitchFamily="49" charset="0"/>
              <a:buChar char="o"/>
            </a:pPr>
            <a:r>
              <a:rPr lang="ar" b="1" dirty="0">
                <a:latin typeface="Sakkal Majalla" panose="02000000000000000000" pitchFamily="2" charset="-78"/>
                <a:cs typeface="Sakkal Majalla" panose="02000000000000000000" pitchFamily="2" charset="-78"/>
              </a:rPr>
              <a:t>واقعية </a:t>
            </a:r>
          </a:p>
          <a:p>
            <a:pPr marL="685800" rtl="1">
              <a:buFont typeface="Courier New" panose="02070309020205020404" pitchFamily="49" charset="0"/>
              <a:buChar char="o"/>
            </a:pPr>
            <a:r>
              <a:rPr lang="ar" b="1" dirty="0">
                <a:latin typeface="Sakkal Majalla" panose="02000000000000000000" pitchFamily="2" charset="-78"/>
                <a:cs typeface="Sakkal Majalla" panose="02000000000000000000" pitchFamily="2" charset="-78"/>
              </a:rPr>
              <a:t>محددة زمنيًّا</a:t>
            </a:r>
          </a:p>
          <a:p>
            <a:pPr indent="0" rtl="1">
              <a:buFont typeface="Wingdings" panose="05000000000000000000" pitchFamily="2" charset="2"/>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أ1</a:t>
            </a:r>
            <a:r>
              <a:rPr lang="en" sz="3800" b="1" dirty="0">
                <a:latin typeface="Sakkal Majalla" panose="02000000000000000000" pitchFamily="2" charset="-78"/>
                <a:cs typeface="Sakkal Majalla" panose="02000000000000000000" pitchFamily="2" charset="-78"/>
              </a:rPr>
              <a:t> الترويج (3)</a:t>
            </a:r>
          </a:p>
        </p:txBody>
      </p:sp>
      <p:sp>
        <p:nvSpPr>
          <p:cNvPr id="2" name="TextBox 1">
            <a:extLst>
              <a:ext uri="{FF2B5EF4-FFF2-40B4-BE49-F238E27FC236}">
                <a16:creationId xmlns:a16="http://schemas.microsoft.com/office/drawing/2014/main" id="{B8FA4405-9A0E-BB29-BE46-6E739719D06D}"/>
              </a:ext>
            </a:extLst>
          </p:cNvPr>
          <p:cNvSpPr txBox="1"/>
          <p:nvPr/>
        </p:nvSpPr>
        <p:spPr>
          <a:xfrm>
            <a:off x="611582" y="4077072"/>
            <a:ext cx="3888432" cy="1938992"/>
          </a:xfrm>
          <a:prstGeom prst="rect">
            <a:avLst/>
          </a:prstGeom>
          <a:solidFill>
            <a:schemeClr val="accent5"/>
          </a:solidFill>
        </p:spPr>
        <p:txBody>
          <a:bodyPr wrap="square" rtlCol="1">
            <a:spAutoFit/>
          </a:bodyPr>
          <a:lstStyle/>
          <a:p>
            <a:pPr indent="0" algn="ctr" rtl="1">
              <a:buFont typeface="Wingdings" panose="05000000000000000000" pitchFamily="2" charset="2"/>
              <a:buNone/>
            </a:pPr>
            <a:r>
              <a:rPr lang="ar" sz="2400" dirty="0">
                <a:latin typeface="Sakkal Majalla" panose="02000000000000000000" pitchFamily="2" charset="-78"/>
                <a:cs typeface="Sakkal Majalla" panose="02000000000000000000" pitchFamily="2" charset="-78"/>
              </a:rPr>
              <a:t>أمثلة:</a:t>
            </a:r>
          </a:p>
          <a:p>
            <a:pPr indent="0" algn="ctr" rtl="1">
              <a:buFont typeface="Wingdings" panose="05000000000000000000" pitchFamily="2" charset="2"/>
              <a:buNone/>
            </a:pPr>
            <a:endParaRPr lang="en-GB" altLang="en-US" sz="2400"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400" dirty="0">
                <a:latin typeface="Sakkal Majalla" panose="02000000000000000000" pitchFamily="2" charset="-78"/>
                <a:cs typeface="Sakkal Majalla" panose="02000000000000000000" pitchFamily="2" charset="-78"/>
              </a:rPr>
              <a:t>إثراء الوعي</a:t>
            </a:r>
          </a:p>
          <a:p>
            <a:pPr marL="285750" indent="-285750" rtl="1">
              <a:buFont typeface="Arial" panose="020B0604020202020204" pitchFamily="34" charset="0"/>
              <a:buChar char="•"/>
            </a:pPr>
            <a:r>
              <a:rPr lang="ar" sz="2400" dirty="0">
                <a:latin typeface="Sakkal Majalla" panose="02000000000000000000" pitchFamily="2" charset="-78"/>
                <a:cs typeface="Sakkal Majalla" panose="02000000000000000000" pitchFamily="2" charset="-78"/>
              </a:rPr>
              <a:t> تعزيز المعرفة</a:t>
            </a:r>
          </a:p>
          <a:p>
            <a:pPr marL="285750" indent="-285750" rtl="1">
              <a:buFont typeface="Arial" panose="020B0604020202020204" pitchFamily="34" charset="0"/>
              <a:buChar char="•"/>
            </a:pPr>
            <a:r>
              <a:rPr lang="ar" sz="2400" dirty="0">
                <a:latin typeface="Sakkal Majalla" panose="02000000000000000000" pitchFamily="2" charset="-78"/>
                <a:cs typeface="Sakkal Majalla" panose="02000000000000000000" pitchFamily="2" charset="-78"/>
              </a:rPr>
              <a:t>تشجيع الاختيار.</a:t>
            </a:r>
          </a:p>
        </p:txBody>
      </p:sp>
      <p:sp>
        <p:nvSpPr>
          <p:cNvPr id="3" name="Footer Placeholder 2">
            <a:extLst>
              <a:ext uri="{FF2B5EF4-FFF2-40B4-BE49-F238E27FC236}">
                <a16:creationId xmlns:a16="http://schemas.microsoft.com/office/drawing/2014/main" id="{664BEBFF-7996-5238-BC97-65806E8797FB}"/>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3DC88-1A53-F0A1-A15F-8DFFC2D89453}"/>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9D838023-28D0-AFBB-16E3-8B846F1AA672}"/>
              </a:ext>
            </a:extLst>
          </p:cNvPr>
          <p:cNvSpPr>
            <a:spLocks noGrp="1" noChangeArrowheads="1"/>
          </p:cNvSpPr>
          <p:nvPr>
            <p:ph sz="half" idx="2"/>
          </p:nvPr>
        </p:nvSpPr>
        <p:spPr bwMode="auto">
          <a:xfrm>
            <a:off x="4932040" y="2204864"/>
            <a:ext cx="396044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2200" dirty="0">
                <a:effectLst/>
                <a:latin typeface="Sakkal Majalla" panose="02000000000000000000" pitchFamily="2" charset="-78"/>
                <a:cs typeface="Sakkal Majalla" panose="02000000000000000000" pitchFamily="2" charset="-78"/>
              </a:rPr>
              <a:t>تمثل الدعاية والإعلان أي شكل من أشكال التواصل يمكن استخدامه لإقناع الجمهور</a:t>
            </a:r>
            <a:r>
              <a:rPr lang="ar" sz="2200" dirty="0">
                <a:latin typeface="Sakkal Majalla" panose="02000000000000000000" pitchFamily="2" charset="-78"/>
                <a:cs typeface="Sakkal Majalla" panose="02000000000000000000" pitchFamily="2" charset="-78"/>
              </a:rPr>
              <a:t> </a:t>
            </a:r>
            <a:r>
              <a:rPr lang="ar" sz="2200" dirty="0">
                <a:effectLst/>
                <a:latin typeface="Sakkal Majalla" panose="02000000000000000000" pitchFamily="2" charset="-78"/>
                <a:cs typeface="Sakkal Majalla" panose="02000000000000000000" pitchFamily="2" charset="-78"/>
              </a:rPr>
              <a:t>باتخاذ إجراء، عادةً ما يكون ذلك لإقناعهم بشراء منتج أو خدمة.</a:t>
            </a:r>
          </a:p>
          <a:p>
            <a:pPr indent="0" rtl="1">
              <a:buFont typeface="Wingdings" panose="05000000000000000000" pitchFamily="2" charset="2"/>
              <a:buNone/>
            </a:pPr>
            <a:endParaRPr lang="en-GB" altLang="en-US" sz="2200"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sz="22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BF8C218B-09E1-CDB1-BB2A-173E72ADD44E}"/>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أ2 الدعاية والإعلان (1)</a:t>
            </a:r>
          </a:p>
        </p:txBody>
      </p:sp>
      <p:grpSp>
        <p:nvGrpSpPr>
          <p:cNvPr id="2" name="Group 1">
            <a:extLst>
              <a:ext uri="{FF2B5EF4-FFF2-40B4-BE49-F238E27FC236}">
                <a16:creationId xmlns:a16="http://schemas.microsoft.com/office/drawing/2014/main" id="{E088D9EA-3CB1-11DD-1C1C-DF77B315CE7F}"/>
              </a:ext>
            </a:extLst>
          </p:cNvPr>
          <p:cNvGrpSpPr/>
          <p:nvPr/>
        </p:nvGrpSpPr>
        <p:grpSpPr>
          <a:xfrm flipH="1">
            <a:off x="370565" y="1931302"/>
            <a:ext cx="4467108" cy="4467107"/>
            <a:chOff x="370565" y="1931302"/>
            <a:chExt cx="4467108" cy="4467107"/>
          </a:xfrm>
        </p:grpSpPr>
        <p:sp>
          <p:nvSpPr>
            <p:cNvPr id="5" name="Freeform: Shape 4">
              <a:extLst>
                <a:ext uri="{FF2B5EF4-FFF2-40B4-BE49-F238E27FC236}">
                  <a16:creationId xmlns:a16="http://schemas.microsoft.com/office/drawing/2014/main" id="{5621A94B-AA73-FE4E-2C36-62E6FAB4B8B2}"/>
                </a:ext>
              </a:extLst>
            </p:cNvPr>
            <p:cNvSpPr/>
            <p:nvPr/>
          </p:nvSpPr>
          <p:spPr>
            <a:xfrm>
              <a:off x="1828319" y="3388540"/>
              <a:ext cx="1551601" cy="1552631"/>
            </a:xfrm>
            <a:custGeom>
              <a:avLst/>
              <a:gdLst>
                <a:gd name="connsiteX0" fmla="*/ 0 w 1551601"/>
                <a:gd name="connsiteY0" fmla="*/ 776316 h 1552631"/>
                <a:gd name="connsiteX1" fmla="*/ 775801 w 1551601"/>
                <a:gd name="connsiteY1" fmla="*/ 0 h 1552631"/>
                <a:gd name="connsiteX2" fmla="*/ 1551602 w 1551601"/>
                <a:gd name="connsiteY2" fmla="*/ 776316 h 1552631"/>
                <a:gd name="connsiteX3" fmla="*/ 775801 w 1551601"/>
                <a:gd name="connsiteY3" fmla="*/ 1552632 h 1552631"/>
                <a:gd name="connsiteX4" fmla="*/ 0 w 1551601"/>
                <a:gd name="connsiteY4" fmla="*/ 776316 h 1552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601" h="1552631">
                  <a:moveTo>
                    <a:pt x="0" y="776316"/>
                  </a:moveTo>
                  <a:cubicBezTo>
                    <a:pt x="0" y="347569"/>
                    <a:pt x="347338" y="0"/>
                    <a:pt x="775801" y="0"/>
                  </a:cubicBezTo>
                  <a:cubicBezTo>
                    <a:pt x="1204264" y="0"/>
                    <a:pt x="1551602" y="347569"/>
                    <a:pt x="1551602" y="776316"/>
                  </a:cubicBezTo>
                  <a:cubicBezTo>
                    <a:pt x="1551602" y="1205063"/>
                    <a:pt x="1204264" y="1552632"/>
                    <a:pt x="775801" y="1552632"/>
                  </a:cubicBezTo>
                  <a:cubicBezTo>
                    <a:pt x="347338" y="1552632"/>
                    <a:pt x="0" y="1205063"/>
                    <a:pt x="0" y="776316"/>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6117" tIns="236268" rIns="236117" bIns="236268" numCol="1" spcCol="1270" rtlCol="1" anchor="ctr" anchorCtr="0">
              <a:noAutofit/>
            </a:bodyPr>
            <a:lstStyle/>
            <a:p>
              <a:pPr marL="0" lvl="0" indent="0" algn="ctr" defTabSz="622300" rtl="1">
                <a:lnSpc>
                  <a:spcPct val="90000"/>
                </a:lnSpc>
                <a:spcBef>
                  <a:spcPct val="0"/>
                </a:spcBef>
                <a:spcAft>
                  <a:spcPct val="35000"/>
                </a:spcAft>
                <a:buNone/>
              </a:pPr>
              <a:r>
                <a:rPr lang="ar" sz="1400" b="1" kern="1200">
                  <a:solidFill>
                    <a:schemeClr val="tx1"/>
                  </a:solidFill>
                  <a:latin typeface="Sakkal Majalla" panose="02000000000000000000" pitchFamily="2" charset="-78"/>
                  <a:cs typeface="Sakkal Majalla" panose="02000000000000000000" pitchFamily="2" charset="-78"/>
                </a:rPr>
                <a:t>أنواع الدعاية والإعلان</a:t>
              </a:r>
            </a:p>
          </p:txBody>
        </p:sp>
        <p:sp>
          <p:nvSpPr>
            <p:cNvPr id="6" name="Freeform: Shape 5">
              <a:extLst>
                <a:ext uri="{FF2B5EF4-FFF2-40B4-BE49-F238E27FC236}">
                  <a16:creationId xmlns:a16="http://schemas.microsoft.com/office/drawing/2014/main" id="{DB089913-6A33-7D32-374A-26E9798BF17A}"/>
                </a:ext>
              </a:extLst>
            </p:cNvPr>
            <p:cNvSpPr/>
            <p:nvPr/>
          </p:nvSpPr>
          <p:spPr>
            <a:xfrm rot="5400000">
              <a:off x="2556938" y="3419196"/>
              <a:ext cx="94362" cy="33050"/>
            </a:xfrm>
            <a:custGeom>
              <a:avLst/>
              <a:gdLst>
                <a:gd name="connsiteX0" fmla="*/ 0 w 94362"/>
                <a:gd name="connsiteY0" fmla="*/ 16525 h 33050"/>
                <a:gd name="connsiteX1" fmla="*/ 94362 w 94362"/>
                <a:gd name="connsiteY1" fmla="*/ 16525 h 33050"/>
              </a:gdLst>
              <a:ahLst/>
              <a:cxnLst>
                <a:cxn ang="0">
                  <a:pos x="connsiteX0" y="connsiteY0"/>
                </a:cxn>
                <a:cxn ang="0">
                  <a:pos x="connsiteX1" y="connsiteY1"/>
                </a:cxn>
              </a:cxnLst>
              <a:rect l="l" t="t" r="r" b="b"/>
              <a:pathLst>
                <a:path w="94362" h="33050">
                  <a:moveTo>
                    <a:pt x="0" y="16525"/>
                  </a:moveTo>
                  <a:lnTo>
                    <a:pt x="94362" y="16525"/>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7522" tIns="14166" rIns="57522" bIns="14166" numCol="1" spcCol="1270" rtlCol="1" anchor="ctr" anchorCtr="0">
              <a:noAutofit/>
            </a:bodyPr>
            <a:lstStyle/>
            <a:p>
              <a:pPr marL="0" lvl="0" indent="0" algn="ctr" defTabSz="622300" rtl="1">
                <a:lnSpc>
                  <a:spcPct val="90000"/>
                </a:lnSpc>
                <a:spcBef>
                  <a:spcPct val="0"/>
                </a:spcBef>
                <a:spcAft>
                  <a:spcPct val="35000"/>
                </a:spcAft>
                <a:buNone/>
              </a:pPr>
              <a:endParaRPr lang="en-GB" sz="1400" kern="1200" dirty="0">
                <a:latin typeface="Sakkal Majalla" panose="02000000000000000000" pitchFamily="2" charset="-78"/>
                <a:cs typeface="Sakkal Majalla" panose="02000000000000000000" pitchFamily="2" charset="-78"/>
              </a:endParaRPr>
            </a:p>
          </p:txBody>
        </p:sp>
        <p:sp>
          <p:nvSpPr>
            <p:cNvPr id="7" name="Freeform: Shape 6">
              <a:extLst>
                <a:ext uri="{FF2B5EF4-FFF2-40B4-BE49-F238E27FC236}">
                  <a16:creationId xmlns:a16="http://schemas.microsoft.com/office/drawing/2014/main" id="{45C628E7-A90D-6AAC-8502-33848D930B75}"/>
                </a:ext>
              </a:extLst>
            </p:cNvPr>
            <p:cNvSpPr/>
            <p:nvPr/>
          </p:nvSpPr>
          <p:spPr>
            <a:xfrm>
              <a:off x="1828319" y="1931302"/>
              <a:ext cx="1551601" cy="1551601"/>
            </a:xfrm>
            <a:custGeom>
              <a:avLst/>
              <a:gdLst>
                <a:gd name="connsiteX0" fmla="*/ 0 w 1551601"/>
                <a:gd name="connsiteY0" fmla="*/ 775801 h 1551601"/>
                <a:gd name="connsiteX1" fmla="*/ 775801 w 1551601"/>
                <a:gd name="connsiteY1" fmla="*/ 0 h 1551601"/>
                <a:gd name="connsiteX2" fmla="*/ 1551602 w 1551601"/>
                <a:gd name="connsiteY2" fmla="*/ 775801 h 1551601"/>
                <a:gd name="connsiteX3" fmla="*/ 775801 w 1551601"/>
                <a:gd name="connsiteY3" fmla="*/ 1551602 h 1551601"/>
                <a:gd name="connsiteX4" fmla="*/ 0 w 1551601"/>
                <a:gd name="connsiteY4" fmla="*/ 775801 h 15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601" h="1551601">
                  <a:moveTo>
                    <a:pt x="0" y="775801"/>
                  </a:moveTo>
                  <a:cubicBezTo>
                    <a:pt x="0" y="347338"/>
                    <a:pt x="347338" y="0"/>
                    <a:pt x="775801" y="0"/>
                  </a:cubicBezTo>
                  <a:cubicBezTo>
                    <a:pt x="1204264" y="0"/>
                    <a:pt x="1551602" y="347338"/>
                    <a:pt x="1551602" y="775801"/>
                  </a:cubicBezTo>
                  <a:cubicBezTo>
                    <a:pt x="1551602" y="1204264"/>
                    <a:pt x="1204264" y="1551602"/>
                    <a:pt x="775801" y="1551602"/>
                  </a:cubicBezTo>
                  <a:cubicBezTo>
                    <a:pt x="347338" y="1551602"/>
                    <a:pt x="0" y="1204264"/>
                    <a:pt x="0" y="775801"/>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6117" tIns="236117" rIns="236117" bIns="236117" numCol="1" spcCol="1270" rtlCol="1" anchor="ctr" anchorCtr="0">
              <a:noAutofit/>
            </a:bodyPr>
            <a:lstStyle/>
            <a:p>
              <a:pPr marL="0" lvl="0" indent="0" algn="ctr" defTabSz="622300" rtl="1">
                <a:lnSpc>
                  <a:spcPct val="90000"/>
                </a:lnSpc>
                <a:spcBef>
                  <a:spcPct val="0"/>
                </a:spcBef>
                <a:spcAft>
                  <a:spcPct val="35000"/>
                </a:spcAft>
                <a:buNone/>
              </a:pPr>
              <a:r>
                <a:rPr lang="ar" sz="1400" b="1" kern="1200">
                  <a:solidFill>
                    <a:schemeClr val="tx1"/>
                  </a:solidFill>
                  <a:latin typeface="Sakkal Majalla" panose="02000000000000000000" pitchFamily="2" charset="-78"/>
                  <a:cs typeface="Sakkal Majalla" panose="02000000000000000000" pitchFamily="2" charset="-78"/>
                </a:rPr>
                <a:t>المطبوعات</a:t>
              </a:r>
              <a:endParaRPr lang="en-GB" sz="1400" b="1" kern="1200" dirty="0">
                <a:solidFill>
                  <a:schemeClr val="tx1"/>
                </a:solidFill>
                <a:latin typeface="Sakkal Majalla" panose="02000000000000000000" pitchFamily="2" charset="-78"/>
                <a:cs typeface="Sakkal Majalla" panose="02000000000000000000" pitchFamily="2" charset="-78"/>
              </a:endParaRPr>
            </a:p>
          </p:txBody>
        </p:sp>
        <p:sp>
          <p:nvSpPr>
            <p:cNvPr id="8" name="Freeform: Shape 7">
              <a:extLst>
                <a:ext uri="{FF2B5EF4-FFF2-40B4-BE49-F238E27FC236}">
                  <a16:creationId xmlns:a16="http://schemas.microsoft.com/office/drawing/2014/main" id="{8AE6B89D-4E9B-EC11-8CA0-B2B1D300A0C4}"/>
                </a:ext>
              </a:extLst>
            </p:cNvPr>
            <p:cNvSpPr/>
            <p:nvPr/>
          </p:nvSpPr>
          <p:spPr>
            <a:xfrm rot="21600000">
              <a:off x="3286072" y="4148330"/>
              <a:ext cx="93848" cy="33050"/>
            </a:xfrm>
            <a:custGeom>
              <a:avLst/>
              <a:gdLst>
                <a:gd name="connsiteX0" fmla="*/ 0 w 93847"/>
                <a:gd name="connsiteY0" fmla="*/ 16525 h 33050"/>
                <a:gd name="connsiteX1" fmla="*/ 93847 w 93847"/>
                <a:gd name="connsiteY1" fmla="*/ 16525 h 33050"/>
              </a:gdLst>
              <a:ahLst/>
              <a:cxnLst>
                <a:cxn ang="0">
                  <a:pos x="connsiteX0" y="connsiteY0"/>
                </a:cxn>
                <a:cxn ang="0">
                  <a:pos x="connsiteX1" y="connsiteY1"/>
                </a:cxn>
              </a:cxnLst>
              <a:rect l="l" t="t" r="r" b="b"/>
              <a:pathLst>
                <a:path w="93847" h="33050">
                  <a:moveTo>
                    <a:pt x="93847" y="16525"/>
                  </a:moveTo>
                  <a:lnTo>
                    <a:pt x="0" y="16525"/>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7278" tIns="14179" rIns="57278" bIns="14179" numCol="1" spcCol="1270" rtlCol="1" anchor="ctr" anchorCtr="0">
              <a:noAutofit/>
            </a:bodyPr>
            <a:lstStyle/>
            <a:p>
              <a:pPr marL="0" lvl="0" indent="0" algn="ctr" defTabSz="622300" rtl="1">
                <a:lnSpc>
                  <a:spcPct val="90000"/>
                </a:lnSpc>
                <a:spcBef>
                  <a:spcPct val="0"/>
                </a:spcBef>
                <a:spcAft>
                  <a:spcPct val="35000"/>
                </a:spcAft>
                <a:buNone/>
              </a:pPr>
              <a:endParaRPr lang="en-GB" sz="1400" kern="1200" dirty="0">
                <a:latin typeface="Sakkal Majalla" panose="02000000000000000000" pitchFamily="2" charset="-78"/>
                <a:cs typeface="Sakkal Majalla" panose="02000000000000000000" pitchFamily="2" charset="-78"/>
              </a:endParaRPr>
            </a:p>
          </p:txBody>
        </p:sp>
        <p:sp>
          <p:nvSpPr>
            <p:cNvPr id="9" name="Freeform: Shape 8">
              <a:extLst>
                <a:ext uri="{FF2B5EF4-FFF2-40B4-BE49-F238E27FC236}">
                  <a16:creationId xmlns:a16="http://schemas.microsoft.com/office/drawing/2014/main" id="{5957F7E9-EEEE-7387-61AF-B63C6E19851D}"/>
                </a:ext>
              </a:extLst>
            </p:cNvPr>
            <p:cNvSpPr/>
            <p:nvPr/>
          </p:nvSpPr>
          <p:spPr>
            <a:xfrm>
              <a:off x="3286072" y="3389055"/>
              <a:ext cx="1551601" cy="1551601"/>
            </a:xfrm>
            <a:custGeom>
              <a:avLst/>
              <a:gdLst>
                <a:gd name="connsiteX0" fmla="*/ 0 w 1551601"/>
                <a:gd name="connsiteY0" fmla="*/ 775801 h 1551601"/>
                <a:gd name="connsiteX1" fmla="*/ 775801 w 1551601"/>
                <a:gd name="connsiteY1" fmla="*/ 0 h 1551601"/>
                <a:gd name="connsiteX2" fmla="*/ 1551602 w 1551601"/>
                <a:gd name="connsiteY2" fmla="*/ 775801 h 1551601"/>
                <a:gd name="connsiteX3" fmla="*/ 775801 w 1551601"/>
                <a:gd name="connsiteY3" fmla="*/ 1551602 h 1551601"/>
                <a:gd name="connsiteX4" fmla="*/ 0 w 1551601"/>
                <a:gd name="connsiteY4" fmla="*/ 775801 h 15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601" h="1551601">
                  <a:moveTo>
                    <a:pt x="0" y="775801"/>
                  </a:moveTo>
                  <a:cubicBezTo>
                    <a:pt x="0" y="347338"/>
                    <a:pt x="347338" y="0"/>
                    <a:pt x="775801" y="0"/>
                  </a:cubicBezTo>
                  <a:cubicBezTo>
                    <a:pt x="1204264" y="0"/>
                    <a:pt x="1551602" y="347338"/>
                    <a:pt x="1551602" y="775801"/>
                  </a:cubicBezTo>
                  <a:cubicBezTo>
                    <a:pt x="1551602" y="1204264"/>
                    <a:pt x="1204264" y="1551602"/>
                    <a:pt x="775801" y="1551602"/>
                  </a:cubicBezTo>
                  <a:cubicBezTo>
                    <a:pt x="347338" y="1551602"/>
                    <a:pt x="0" y="1204264"/>
                    <a:pt x="0" y="775801"/>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6117" tIns="236117" rIns="236117" bIns="236117" numCol="1" spcCol="1270" rtlCol="1" anchor="ctr" anchorCtr="0">
              <a:noAutofit/>
            </a:bodyPr>
            <a:lstStyle/>
            <a:p>
              <a:pPr marL="0" lvl="0" indent="0" algn="ctr" defTabSz="622300" rtl="1">
                <a:lnSpc>
                  <a:spcPct val="90000"/>
                </a:lnSpc>
                <a:spcBef>
                  <a:spcPct val="0"/>
                </a:spcBef>
                <a:spcAft>
                  <a:spcPct val="35000"/>
                </a:spcAft>
                <a:buNone/>
              </a:pPr>
              <a:r>
                <a:rPr lang="ar" sz="1400" b="1" kern="1200">
                  <a:solidFill>
                    <a:schemeClr val="tx1"/>
                  </a:solidFill>
                  <a:latin typeface="Sakkal Majalla" panose="02000000000000000000" pitchFamily="2" charset="-78"/>
                  <a:cs typeface="Sakkal Majalla" panose="02000000000000000000" pitchFamily="2" charset="-78"/>
                </a:rPr>
                <a:t>الإذاعية</a:t>
              </a:r>
              <a:endParaRPr lang="en-GB" sz="1400" b="1" kern="1200" dirty="0">
                <a:solidFill>
                  <a:schemeClr val="tx1"/>
                </a:solidFill>
                <a:latin typeface="Sakkal Majalla" panose="02000000000000000000" pitchFamily="2" charset="-78"/>
                <a:cs typeface="Sakkal Majalla" panose="02000000000000000000" pitchFamily="2" charset="-78"/>
              </a:endParaRPr>
            </a:p>
          </p:txBody>
        </p:sp>
        <p:sp>
          <p:nvSpPr>
            <p:cNvPr id="10" name="Freeform: Shape 9">
              <a:extLst>
                <a:ext uri="{FF2B5EF4-FFF2-40B4-BE49-F238E27FC236}">
                  <a16:creationId xmlns:a16="http://schemas.microsoft.com/office/drawing/2014/main" id="{1E3B9682-F05D-18D4-D640-FA0B0F207E84}"/>
                </a:ext>
              </a:extLst>
            </p:cNvPr>
            <p:cNvSpPr/>
            <p:nvPr/>
          </p:nvSpPr>
          <p:spPr>
            <a:xfrm rot="16200000">
              <a:off x="2556938" y="4877465"/>
              <a:ext cx="94362" cy="33050"/>
            </a:xfrm>
            <a:custGeom>
              <a:avLst/>
              <a:gdLst>
                <a:gd name="connsiteX0" fmla="*/ 0 w 94362"/>
                <a:gd name="connsiteY0" fmla="*/ 16525 h 33050"/>
                <a:gd name="connsiteX1" fmla="*/ 94362 w 94362"/>
                <a:gd name="connsiteY1" fmla="*/ 16525 h 33050"/>
              </a:gdLst>
              <a:ahLst/>
              <a:cxnLst>
                <a:cxn ang="0">
                  <a:pos x="connsiteX0" y="connsiteY0"/>
                </a:cxn>
                <a:cxn ang="0">
                  <a:pos x="connsiteX1" y="connsiteY1"/>
                </a:cxn>
              </a:cxnLst>
              <a:rect l="l" t="t" r="r" b="b"/>
              <a:pathLst>
                <a:path w="94362" h="33050">
                  <a:moveTo>
                    <a:pt x="0" y="16525"/>
                  </a:moveTo>
                  <a:lnTo>
                    <a:pt x="94362" y="16525"/>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7522" tIns="14166" rIns="57522" bIns="14166" numCol="1" spcCol="1270" rtlCol="1" anchor="ctr" anchorCtr="0">
              <a:noAutofit/>
            </a:bodyPr>
            <a:lstStyle/>
            <a:p>
              <a:pPr marL="0" lvl="0" indent="0" algn="ctr" defTabSz="622300" rtl="1">
                <a:lnSpc>
                  <a:spcPct val="90000"/>
                </a:lnSpc>
                <a:spcBef>
                  <a:spcPct val="0"/>
                </a:spcBef>
                <a:spcAft>
                  <a:spcPct val="35000"/>
                </a:spcAft>
                <a:buNone/>
              </a:pPr>
              <a:endParaRPr lang="en-GB" sz="1400" kern="1200" dirty="0">
                <a:latin typeface="Sakkal Majalla" panose="02000000000000000000" pitchFamily="2" charset="-78"/>
                <a:cs typeface="Sakkal Majalla" panose="02000000000000000000" pitchFamily="2" charset="-78"/>
              </a:endParaRPr>
            </a:p>
          </p:txBody>
        </p:sp>
        <p:sp>
          <p:nvSpPr>
            <p:cNvPr id="11" name="Freeform: Shape 10">
              <a:extLst>
                <a:ext uri="{FF2B5EF4-FFF2-40B4-BE49-F238E27FC236}">
                  <a16:creationId xmlns:a16="http://schemas.microsoft.com/office/drawing/2014/main" id="{85491549-0EBB-4AB2-B35D-AB244DADD167}"/>
                </a:ext>
              </a:extLst>
            </p:cNvPr>
            <p:cNvSpPr/>
            <p:nvPr/>
          </p:nvSpPr>
          <p:spPr>
            <a:xfrm>
              <a:off x="1828319" y="4846808"/>
              <a:ext cx="1551601" cy="1551601"/>
            </a:xfrm>
            <a:custGeom>
              <a:avLst/>
              <a:gdLst>
                <a:gd name="connsiteX0" fmla="*/ 0 w 1551601"/>
                <a:gd name="connsiteY0" fmla="*/ 775801 h 1551601"/>
                <a:gd name="connsiteX1" fmla="*/ 775801 w 1551601"/>
                <a:gd name="connsiteY1" fmla="*/ 0 h 1551601"/>
                <a:gd name="connsiteX2" fmla="*/ 1551602 w 1551601"/>
                <a:gd name="connsiteY2" fmla="*/ 775801 h 1551601"/>
                <a:gd name="connsiteX3" fmla="*/ 775801 w 1551601"/>
                <a:gd name="connsiteY3" fmla="*/ 1551602 h 1551601"/>
                <a:gd name="connsiteX4" fmla="*/ 0 w 1551601"/>
                <a:gd name="connsiteY4" fmla="*/ 775801 h 15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601" h="1551601">
                  <a:moveTo>
                    <a:pt x="0" y="775801"/>
                  </a:moveTo>
                  <a:cubicBezTo>
                    <a:pt x="0" y="347338"/>
                    <a:pt x="347338" y="0"/>
                    <a:pt x="775801" y="0"/>
                  </a:cubicBezTo>
                  <a:cubicBezTo>
                    <a:pt x="1204264" y="0"/>
                    <a:pt x="1551602" y="347338"/>
                    <a:pt x="1551602" y="775801"/>
                  </a:cubicBezTo>
                  <a:cubicBezTo>
                    <a:pt x="1551602" y="1204264"/>
                    <a:pt x="1204264" y="1551602"/>
                    <a:pt x="775801" y="1551602"/>
                  </a:cubicBezTo>
                  <a:cubicBezTo>
                    <a:pt x="347338" y="1551602"/>
                    <a:pt x="0" y="1204264"/>
                    <a:pt x="0" y="775801"/>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6117" tIns="236117" rIns="236117" bIns="236117" numCol="1" spcCol="1270" rtlCol="1" anchor="ctr" anchorCtr="0">
              <a:noAutofit/>
            </a:bodyPr>
            <a:lstStyle/>
            <a:p>
              <a:pPr marL="0" lvl="0" indent="0" algn="ctr" defTabSz="622300" rtl="1">
                <a:lnSpc>
                  <a:spcPct val="90000"/>
                </a:lnSpc>
                <a:spcBef>
                  <a:spcPct val="0"/>
                </a:spcBef>
                <a:spcAft>
                  <a:spcPct val="35000"/>
                </a:spcAft>
                <a:buNone/>
              </a:pPr>
              <a:r>
                <a:rPr lang="ar" sz="1400" b="1" kern="1200">
                  <a:solidFill>
                    <a:schemeClr val="tx1"/>
                  </a:solidFill>
                  <a:latin typeface="Sakkal Majalla" panose="02000000000000000000" pitchFamily="2" charset="-78"/>
                  <a:cs typeface="Sakkal Majalla" panose="02000000000000000000" pitchFamily="2" charset="-78"/>
                </a:rPr>
                <a:t>الرقمية/</a:t>
              </a:r>
            </a:p>
            <a:p>
              <a:pPr marL="0" lvl="0" indent="0" algn="ctr" defTabSz="622300" rtl="1">
                <a:lnSpc>
                  <a:spcPct val="90000"/>
                </a:lnSpc>
                <a:spcBef>
                  <a:spcPct val="0"/>
                </a:spcBef>
                <a:spcAft>
                  <a:spcPct val="35000"/>
                </a:spcAft>
                <a:buNone/>
              </a:pPr>
              <a:r>
                <a:rPr lang="ar" sz="1400" b="1" kern="1200">
                  <a:solidFill>
                    <a:schemeClr val="tx1"/>
                  </a:solidFill>
                  <a:latin typeface="Sakkal Majalla" panose="02000000000000000000" pitchFamily="2" charset="-78"/>
                  <a:cs typeface="Sakkal Majalla" panose="02000000000000000000" pitchFamily="2" charset="-78"/>
                </a:rPr>
                <a:t>الإنترنت</a:t>
              </a:r>
            </a:p>
          </p:txBody>
        </p:sp>
        <p:sp>
          <p:nvSpPr>
            <p:cNvPr id="12" name="Freeform: Shape 11">
              <a:extLst>
                <a:ext uri="{FF2B5EF4-FFF2-40B4-BE49-F238E27FC236}">
                  <a16:creationId xmlns:a16="http://schemas.microsoft.com/office/drawing/2014/main" id="{7C58D46D-2B7B-E222-FE70-581AED85C408}"/>
                </a:ext>
              </a:extLst>
            </p:cNvPr>
            <p:cNvSpPr/>
            <p:nvPr/>
          </p:nvSpPr>
          <p:spPr>
            <a:xfrm>
              <a:off x="1828319" y="4148330"/>
              <a:ext cx="93847" cy="33050"/>
            </a:xfrm>
            <a:custGeom>
              <a:avLst/>
              <a:gdLst>
                <a:gd name="connsiteX0" fmla="*/ 0 w 93847"/>
                <a:gd name="connsiteY0" fmla="*/ 16525 h 33050"/>
                <a:gd name="connsiteX1" fmla="*/ 93847 w 93847"/>
                <a:gd name="connsiteY1" fmla="*/ 16525 h 33050"/>
              </a:gdLst>
              <a:ahLst/>
              <a:cxnLst>
                <a:cxn ang="0">
                  <a:pos x="connsiteX0" y="connsiteY0"/>
                </a:cxn>
                <a:cxn ang="0">
                  <a:pos x="connsiteX1" y="connsiteY1"/>
                </a:cxn>
              </a:cxnLst>
              <a:rect l="l" t="t" r="r" b="b"/>
              <a:pathLst>
                <a:path w="93847" h="33050">
                  <a:moveTo>
                    <a:pt x="0" y="16525"/>
                  </a:moveTo>
                  <a:lnTo>
                    <a:pt x="93847" y="16525"/>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57278" tIns="14179" rIns="57277" bIns="14179" numCol="1" spcCol="1270" rtlCol="1" anchor="ctr" anchorCtr="0">
              <a:noAutofit/>
            </a:bodyPr>
            <a:lstStyle/>
            <a:p>
              <a:pPr marL="0" lvl="0" indent="0" algn="ctr" defTabSz="622300" rtl="1">
                <a:lnSpc>
                  <a:spcPct val="90000"/>
                </a:lnSpc>
                <a:spcBef>
                  <a:spcPct val="0"/>
                </a:spcBef>
                <a:spcAft>
                  <a:spcPct val="35000"/>
                </a:spcAft>
                <a:buNone/>
              </a:pPr>
              <a:endParaRPr lang="en-GB" sz="1400" kern="1200" dirty="0">
                <a:latin typeface="Sakkal Majalla" panose="02000000000000000000" pitchFamily="2" charset="-78"/>
                <a:cs typeface="Sakkal Majalla" panose="02000000000000000000" pitchFamily="2" charset="-78"/>
              </a:endParaRPr>
            </a:p>
          </p:txBody>
        </p:sp>
        <p:sp>
          <p:nvSpPr>
            <p:cNvPr id="13" name="Freeform: Shape 12">
              <a:extLst>
                <a:ext uri="{FF2B5EF4-FFF2-40B4-BE49-F238E27FC236}">
                  <a16:creationId xmlns:a16="http://schemas.microsoft.com/office/drawing/2014/main" id="{FD52B2ED-6502-7608-D84A-AF458FD94058}"/>
                </a:ext>
              </a:extLst>
            </p:cNvPr>
            <p:cNvSpPr/>
            <p:nvPr/>
          </p:nvSpPr>
          <p:spPr>
            <a:xfrm>
              <a:off x="370565" y="3389055"/>
              <a:ext cx="1551601" cy="1551601"/>
            </a:xfrm>
            <a:custGeom>
              <a:avLst/>
              <a:gdLst>
                <a:gd name="connsiteX0" fmla="*/ 0 w 1551601"/>
                <a:gd name="connsiteY0" fmla="*/ 775801 h 1551601"/>
                <a:gd name="connsiteX1" fmla="*/ 775801 w 1551601"/>
                <a:gd name="connsiteY1" fmla="*/ 0 h 1551601"/>
                <a:gd name="connsiteX2" fmla="*/ 1551602 w 1551601"/>
                <a:gd name="connsiteY2" fmla="*/ 775801 h 1551601"/>
                <a:gd name="connsiteX3" fmla="*/ 775801 w 1551601"/>
                <a:gd name="connsiteY3" fmla="*/ 1551602 h 1551601"/>
                <a:gd name="connsiteX4" fmla="*/ 0 w 1551601"/>
                <a:gd name="connsiteY4" fmla="*/ 775801 h 15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601" h="1551601">
                  <a:moveTo>
                    <a:pt x="0" y="775801"/>
                  </a:moveTo>
                  <a:cubicBezTo>
                    <a:pt x="0" y="347338"/>
                    <a:pt x="347338" y="0"/>
                    <a:pt x="775801" y="0"/>
                  </a:cubicBezTo>
                  <a:cubicBezTo>
                    <a:pt x="1204264" y="0"/>
                    <a:pt x="1551602" y="347338"/>
                    <a:pt x="1551602" y="775801"/>
                  </a:cubicBezTo>
                  <a:cubicBezTo>
                    <a:pt x="1551602" y="1204264"/>
                    <a:pt x="1204264" y="1551602"/>
                    <a:pt x="775801" y="1551602"/>
                  </a:cubicBezTo>
                  <a:cubicBezTo>
                    <a:pt x="347338" y="1551602"/>
                    <a:pt x="0" y="1204264"/>
                    <a:pt x="0" y="775801"/>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6117" tIns="236117" rIns="236117" bIns="236117" numCol="1" spcCol="1270" rtlCol="1" anchor="ctr" anchorCtr="0">
              <a:noAutofit/>
            </a:bodyPr>
            <a:lstStyle/>
            <a:p>
              <a:pPr marL="0" lvl="0" indent="0" algn="ctr" defTabSz="622300" rtl="1">
                <a:lnSpc>
                  <a:spcPct val="90000"/>
                </a:lnSpc>
                <a:spcBef>
                  <a:spcPct val="0"/>
                </a:spcBef>
                <a:spcAft>
                  <a:spcPct val="35000"/>
                </a:spcAft>
                <a:buNone/>
              </a:pPr>
              <a:r>
                <a:rPr lang="ar" sz="1400" b="1" kern="1200">
                  <a:solidFill>
                    <a:schemeClr val="tx1"/>
                  </a:solidFill>
                  <a:latin typeface="Sakkal Majalla" panose="02000000000000000000" pitchFamily="2" charset="-78"/>
                  <a:cs typeface="Sakkal Majalla" panose="02000000000000000000" pitchFamily="2" charset="-78"/>
                </a:rPr>
                <a:t>الإعلانات الخارجية</a:t>
              </a:r>
              <a:endParaRPr lang="en-GB" sz="1400" b="1" kern="1200" dirty="0">
                <a:solidFill>
                  <a:schemeClr val="tx1"/>
                </a:solidFill>
                <a:latin typeface="Sakkal Majalla" panose="02000000000000000000" pitchFamily="2" charset="-78"/>
                <a:cs typeface="Sakkal Majalla" panose="02000000000000000000" pitchFamily="2" charset="-78"/>
              </a:endParaRPr>
            </a:p>
          </p:txBody>
        </p:sp>
      </p:grpSp>
      <p:sp>
        <p:nvSpPr>
          <p:cNvPr id="4" name="TextBox 3">
            <a:extLst>
              <a:ext uri="{FF2B5EF4-FFF2-40B4-BE49-F238E27FC236}">
                <a16:creationId xmlns:a16="http://schemas.microsoft.com/office/drawing/2014/main" id="{CDCA398D-1D60-3A01-AD0D-B6E6EEAEEE73}"/>
              </a:ext>
            </a:extLst>
          </p:cNvPr>
          <p:cNvSpPr txBox="1"/>
          <p:nvPr/>
        </p:nvSpPr>
        <p:spPr>
          <a:xfrm>
            <a:off x="5292080" y="5229200"/>
            <a:ext cx="3384376" cy="1015663"/>
          </a:xfrm>
          <a:prstGeom prst="rect">
            <a:avLst/>
          </a:prstGeom>
          <a:solidFill>
            <a:schemeClr val="accent5"/>
          </a:solidFill>
        </p:spPr>
        <p:txBody>
          <a:bodyPr wrap="square" rtlCol="1">
            <a:spAutoFit/>
          </a:bodyPr>
          <a:lstStyle/>
          <a:p>
            <a:pPr algn="ctr" rtl="1"/>
            <a:r>
              <a:rPr lang="ar" sz="2000" dirty="0">
                <a:latin typeface="Sakkal Majalla" panose="02000000000000000000" pitchFamily="2" charset="-78"/>
                <a:cs typeface="Sakkal Majalla" panose="02000000000000000000" pitchFamily="2" charset="-78"/>
              </a:rPr>
              <a:t>ناقش الأنواع المختلفة للإعلانات، هل يمكنك إيجاد أمثلة على كلٍ من هذه الأنواع التي تلائم شركات الضيافة؟</a:t>
            </a:r>
          </a:p>
        </p:txBody>
      </p:sp>
      <p:sp>
        <p:nvSpPr>
          <p:cNvPr id="3" name="Footer Placeholder 2">
            <a:extLst>
              <a:ext uri="{FF2B5EF4-FFF2-40B4-BE49-F238E27FC236}">
                <a16:creationId xmlns:a16="http://schemas.microsoft.com/office/drawing/2014/main" id="{C47A6148-66F6-D7B6-8EF0-6EB238EBF8F1}"/>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668069145"/>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44648-DAAE-E302-0496-8EE20D3D2FE4}"/>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CFB9DE37-2E75-F610-3DDD-7A3189836384}"/>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أ2 الدعاية والإعلان (2)</a:t>
            </a:r>
          </a:p>
        </p:txBody>
      </p:sp>
      <p:grpSp>
        <p:nvGrpSpPr>
          <p:cNvPr id="2" name="Group 1">
            <a:extLst>
              <a:ext uri="{FF2B5EF4-FFF2-40B4-BE49-F238E27FC236}">
                <a16:creationId xmlns:a16="http://schemas.microsoft.com/office/drawing/2014/main" id="{212D931D-2491-F5AB-1A42-A8380890DBCF}"/>
              </a:ext>
            </a:extLst>
          </p:cNvPr>
          <p:cNvGrpSpPr/>
          <p:nvPr/>
        </p:nvGrpSpPr>
        <p:grpSpPr>
          <a:xfrm flipH="1">
            <a:off x="457199" y="2199648"/>
            <a:ext cx="8207375" cy="4034014"/>
            <a:chOff x="457199" y="2199648"/>
            <a:chExt cx="8207375" cy="4034014"/>
          </a:xfrm>
        </p:grpSpPr>
        <p:sp>
          <p:nvSpPr>
            <p:cNvPr id="3" name="Rectangle: Rounded Corners 2">
              <a:extLst>
                <a:ext uri="{FF2B5EF4-FFF2-40B4-BE49-F238E27FC236}">
                  <a16:creationId xmlns:a16="http://schemas.microsoft.com/office/drawing/2014/main" id="{1ACFB574-1D66-0D5E-6A1F-B3DA2FD72FD2}"/>
                </a:ext>
              </a:extLst>
            </p:cNvPr>
            <p:cNvSpPr/>
            <p:nvPr/>
          </p:nvSpPr>
          <p:spPr>
            <a:xfrm>
              <a:off x="457199" y="2199648"/>
              <a:ext cx="8207375" cy="715171"/>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4" name="Rectangle 3" descr="Newspaper">
              <a:extLst>
                <a:ext uri="{FF2B5EF4-FFF2-40B4-BE49-F238E27FC236}">
                  <a16:creationId xmlns:a16="http://schemas.microsoft.com/office/drawing/2014/main" id="{E5E95C92-259C-82EC-E169-9B0FD344F472}"/>
                </a:ext>
              </a:extLst>
            </p:cNvPr>
            <p:cNvSpPr/>
            <p:nvPr/>
          </p:nvSpPr>
          <p:spPr>
            <a:xfrm>
              <a:off x="673538" y="2360562"/>
              <a:ext cx="393728" cy="393344"/>
            </a:xfrm>
            <a:prstGeom prst="rect">
              <a:avLst/>
            </a:prstGeom>
            <a: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5" name="Freeform: Shape 4">
              <a:extLst>
                <a:ext uri="{FF2B5EF4-FFF2-40B4-BE49-F238E27FC236}">
                  <a16:creationId xmlns:a16="http://schemas.microsoft.com/office/drawing/2014/main" id="{88D1F5A5-87A1-183D-0D9D-56E2BC8A4F07}"/>
                </a:ext>
              </a:extLst>
            </p:cNvPr>
            <p:cNvSpPr/>
            <p:nvPr/>
          </p:nvSpPr>
          <p:spPr>
            <a:xfrm>
              <a:off x="1283606" y="2199648"/>
              <a:ext cx="7306720" cy="849266"/>
            </a:xfrm>
            <a:custGeom>
              <a:avLst/>
              <a:gdLst>
                <a:gd name="connsiteX0" fmla="*/ 0 w 7306720"/>
                <a:gd name="connsiteY0" fmla="*/ 0 h 849266"/>
                <a:gd name="connsiteX1" fmla="*/ 7306720 w 7306720"/>
                <a:gd name="connsiteY1" fmla="*/ 0 h 849266"/>
                <a:gd name="connsiteX2" fmla="*/ 7306720 w 7306720"/>
                <a:gd name="connsiteY2" fmla="*/ 849266 h 849266"/>
                <a:gd name="connsiteX3" fmla="*/ 0 w 7306720"/>
                <a:gd name="connsiteY3" fmla="*/ 849266 h 849266"/>
                <a:gd name="connsiteX4" fmla="*/ 0 w 7306720"/>
                <a:gd name="connsiteY4" fmla="*/ 0 h 8492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6720" h="849266">
                  <a:moveTo>
                    <a:pt x="0" y="0"/>
                  </a:moveTo>
                  <a:lnTo>
                    <a:pt x="7306720" y="0"/>
                  </a:lnTo>
                  <a:lnTo>
                    <a:pt x="7306720" y="849266"/>
                  </a:lnTo>
                  <a:lnTo>
                    <a:pt x="0" y="8492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9881" tIns="89881" rIns="89881" bIns="89881" numCol="1" spcCol="1270" rtlCol="1" anchor="ctr" anchorCtr="0">
              <a:noAutofit/>
            </a:bodyPr>
            <a:lstStyle/>
            <a:p>
              <a:pPr marL="0" lvl="0" indent="0" algn="r" defTabSz="1066800" rtl="1">
                <a:lnSpc>
                  <a:spcPct val="90000"/>
                </a:lnSpc>
                <a:spcBef>
                  <a:spcPct val="0"/>
                </a:spcBef>
                <a:spcAft>
                  <a:spcPct val="35000"/>
                </a:spcAft>
                <a:buNone/>
              </a:pPr>
              <a:r>
                <a:rPr lang="ar" sz="2400" b="1" kern="1200">
                  <a:latin typeface="Sakkal Majalla" panose="02000000000000000000" pitchFamily="2" charset="-78"/>
                  <a:cs typeface="Sakkal Majalla" panose="02000000000000000000" pitchFamily="2" charset="-78"/>
                </a:rPr>
                <a:t>الإعلان المطبوع</a:t>
              </a:r>
              <a:r>
                <a:rPr lang="ar" sz="2400" kern="1200">
                  <a:latin typeface="Sakkal Majalla" panose="02000000000000000000" pitchFamily="2" charset="-78"/>
                  <a:cs typeface="Sakkal Majalla" panose="02000000000000000000" pitchFamily="2" charset="-78"/>
                </a:rPr>
                <a:t>: الصحف، المجلات، الجرائد، الكتيبات، المنشورات.</a:t>
              </a:r>
              <a:endParaRPr lang="en-US" sz="2400" kern="1200" dirty="0">
                <a:latin typeface="Sakkal Majalla" panose="02000000000000000000" pitchFamily="2" charset="-78"/>
                <a:cs typeface="Sakkal Majalla" panose="02000000000000000000" pitchFamily="2" charset="-78"/>
              </a:endParaRPr>
            </a:p>
          </p:txBody>
        </p:sp>
        <p:sp>
          <p:nvSpPr>
            <p:cNvPr id="6" name="Rectangle: Rounded Corners 5">
              <a:extLst>
                <a:ext uri="{FF2B5EF4-FFF2-40B4-BE49-F238E27FC236}">
                  <a16:creationId xmlns:a16="http://schemas.microsoft.com/office/drawing/2014/main" id="{14E4E5B2-3E82-F3C5-8EB6-C89C899BEF71}"/>
                </a:ext>
              </a:extLst>
            </p:cNvPr>
            <p:cNvSpPr/>
            <p:nvPr/>
          </p:nvSpPr>
          <p:spPr>
            <a:xfrm>
              <a:off x="457199" y="3261231"/>
              <a:ext cx="8207375" cy="715171"/>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7" name="Rectangle 6" descr="Television">
              <a:extLst>
                <a:ext uri="{FF2B5EF4-FFF2-40B4-BE49-F238E27FC236}">
                  <a16:creationId xmlns:a16="http://schemas.microsoft.com/office/drawing/2014/main" id="{469CF7FC-32B7-E561-3F8C-01855D08229E}"/>
                </a:ext>
              </a:extLst>
            </p:cNvPr>
            <p:cNvSpPr/>
            <p:nvPr/>
          </p:nvSpPr>
          <p:spPr>
            <a:xfrm>
              <a:off x="673538" y="3422145"/>
              <a:ext cx="393728" cy="393344"/>
            </a:xfrm>
            <a:prstGeom prst="rect">
              <a:avLst/>
            </a:prstGeom>
            <a: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8" name="Freeform: Shape 7">
              <a:extLst>
                <a:ext uri="{FF2B5EF4-FFF2-40B4-BE49-F238E27FC236}">
                  <a16:creationId xmlns:a16="http://schemas.microsoft.com/office/drawing/2014/main" id="{8F28A688-0AF2-A88B-1052-CC70F10A28A6}"/>
                </a:ext>
              </a:extLst>
            </p:cNvPr>
            <p:cNvSpPr/>
            <p:nvPr/>
          </p:nvSpPr>
          <p:spPr>
            <a:xfrm>
              <a:off x="1283606" y="3261231"/>
              <a:ext cx="7306720" cy="849266"/>
            </a:xfrm>
            <a:custGeom>
              <a:avLst/>
              <a:gdLst>
                <a:gd name="connsiteX0" fmla="*/ 0 w 7306720"/>
                <a:gd name="connsiteY0" fmla="*/ 0 h 849266"/>
                <a:gd name="connsiteX1" fmla="*/ 7306720 w 7306720"/>
                <a:gd name="connsiteY1" fmla="*/ 0 h 849266"/>
                <a:gd name="connsiteX2" fmla="*/ 7306720 w 7306720"/>
                <a:gd name="connsiteY2" fmla="*/ 849266 h 849266"/>
                <a:gd name="connsiteX3" fmla="*/ 0 w 7306720"/>
                <a:gd name="connsiteY3" fmla="*/ 849266 h 849266"/>
                <a:gd name="connsiteX4" fmla="*/ 0 w 7306720"/>
                <a:gd name="connsiteY4" fmla="*/ 0 h 8492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6720" h="849266">
                  <a:moveTo>
                    <a:pt x="0" y="0"/>
                  </a:moveTo>
                  <a:lnTo>
                    <a:pt x="7306720" y="0"/>
                  </a:lnTo>
                  <a:lnTo>
                    <a:pt x="7306720" y="849266"/>
                  </a:lnTo>
                  <a:lnTo>
                    <a:pt x="0" y="8492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9881" tIns="89881" rIns="89881" bIns="89881" numCol="1" spcCol="1270" rtlCol="1" anchor="ctr" anchorCtr="0">
              <a:noAutofit/>
            </a:bodyPr>
            <a:lstStyle/>
            <a:p>
              <a:pPr marL="0" lvl="0" indent="0" algn="r" defTabSz="1066800" rtl="1">
                <a:lnSpc>
                  <a:spcPct val="90000"/>
                </a:lnSpc>
                <a:spcBef>
                  <a:spcPct val="0"/>
                </a:spcBef>
                <a:spcAft>
                  <a:spcPct val="35000"/>
                </a:spcAft>
                <a:buNone/>
              </a:pPr>
              <a:r>
                <a:rPr lang="ar" sz="2400" b="1" kern="1200">
                  <a:latin typeface="Sakkal Majalla" panose="02000000000000000000" pitchFamily="2" charset="-78"/>
                  <a:cs typeface="Sakkal Majalla" panose="02000000000000000000" pitchFamily="2" charset="-78"/>
                </a:rPr>
                <a:t>الإعلان المُذاع:</a:t>
              </a:r>
              <a:r>
                <a:rPr lang="ar" sz="2400" kern="1200">
                  <a:latin typeface="Sakkal Majalla" panose="02000000000000000000" pitchFamily="2" charset="-78"/>
                  <a:cs typeface="Sakkal Majalla" panose="02000000000000000000" pitchFamily="2" charset="-78"/>
                </a:rPr>
                <a:t> التلفزيون، السينما، الراديو.</a:t>
              </a:r>
              <a:endParaRPr lang="en-US" sz="2400" kern="1200" dirty="0">
                <a:latin typeface="Sakkal Majalla" panose="02000000000000000000" pitchFamily="2" charset="-78"/>
                <a:cs typeface="Sakkal Majalla" panose="02000000000000000000" pitchFamily="2" charset="-78"/>
              </a:endParaRPr>
            </a:p>
          </p:txBody>
        </p:sp>
        <p:sp>
          <p:nvSpPr>
            <p:cNvPr id="9" name="Rectangle: Rounded Corners 8">
              <a:extLst>
                <a:ext uri="{FF2B5EF4-FFF2-40B4-BE49-F238E27FC236}">
                  <a16:creationId xmlns:a16="http://schemas.microsoft.com/office/drawing/2014/main" id="{FDFBF216-C8F4-8B60-2AB0-B753AE7C26A0}"/>
                </a:ext>
              </a:extLst>
            </p:cNvPr>
            <p:cNvSpPr/>
            <p:nvPr/>
          </p:nvSpPr>
          <p:spPr>
            <a:xfrm>
              <a:off x="457199" y="4322814"/>
              <a:ext cx="8207375" cy="715171"/>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10" name="Rectangle 9" descr="Marketing">
              <a:extLst>
                <a:ext uri="{FF2B5EF4-FFF2-40B4-BE49-F238E27FC236}">
                  <a16:creationId xmlns:a16="http://schemas.microsoft.com/office/drawing/2014/main" id="{6E58BC18-F4ED-7E60-BB00-97524AE8E42A}"/>
                </a:ext>
              </a:extLst>
            </p:cNvPr>
            <p:cNvSpPr/>
            <p:nvPr/>
          </p:nvSpPr>
          <p:spPr>
            <a:xfrm>
              <a:off x="673538" y="4483727"/>
              <a:ext cx="393728" cy="393344"/>
            </a:xfrm>
            <a:prstGeom prst="rect">
              <a:avLst/>
            </a:prstGeom>
            <a: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11" name="Freeform: Shape 10">
              <a:extLst>
                <a:ext uri="{FF2B5EF4-FFF2-40B4-BE49-F238E27FC236}">
                  <a16:creationId xmlns:a16="http://schemas.microsoft.com/office/drawing/2014/main" id="{3919CFB9-0B5E-A74F-2F38-66C16EADBCFC}"/>
                </a:ext>
              </a:extLst>
            </p:cNvPr>
            <p:cNvSpPr/>
            <p:nvPr/>
          </p:nvSpPr>
          <p:spPr>
            <a:xfrm>
              <a:off x="1283606" y="4322814"/>
              <a:ext cx="7306720" cy="849266"/>
            </a:xfrm>
            <a:custGeom>
              <a:avLst/>
              <a:gdLst>
                <a:gd name="connsiteX0" fmla="*/ 0 w 7306720"/>
                <a:gd name="connsiteY0" fmla="*/ 0 h 849266"/>
                <a:gd name="connsiteX1" fmla="*/ 7306720 w 7306720"/>
                <a:gd name="connsiteY1" fmla="*/ 0 h 849266"/>
                <a:gd name="connsiteX2" fmla="*/ 7306720 w 7306720"/>
                <a:gd name="connsiteY2" fmla="*/ 849266 h 849266"/>
                <a:gd name="connsiteX3" fmla="*/ 0 w 7306720"/>
                <a:gd name="connsiteY3" fmla="*/ 849266 h 849266"/>
                <a:gd name="connsiteX4" fmla="*/ 0 w 7306720"/>
                <a:gd name="connsiteY4" fmla="*/ 0 h 8492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6720" h="849266">
                  <a:moveTo>
                    <a:pt x="0" y="0"/>
                  </a:moveTo>
                  <a:lnTo>
                    <a:pt x="7306720" y="0"/>
                  </a:lnTo>
                  <a:lnTo>
                    <a:pt x="7306720" y="849266"/>
                  </a:lnTo>
                  <a:lnTo>
                    <a:pt x="0" y="8492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9881" tIns="89881" rIns="89881" bIns="89881" numCol="1" spcCol="1270" rtlCol="1" anchor="ctr" anchorCtr="0">
              <a:noAutofit/>
            </a:bodyPr>
            <a:lstStyle/>
            <a:p>
              <a:pPr marL="0" lvl="0" indent="0" algn="r" defTabSz="1066800" rtl="1">
                <a:lnSpc>
                  <a:spcPct val="90000"/>
                </a:lnSpc>
                <a:spcBef>
                  <a:spcPct val="0"/>
                </a:spcBef>
                <a:spcAft>
                  <a:spcPct val="35000"/>
                </a:spcAft>
                <a:buNone/>
              </a:pPr>
              <a:r>
                <a:rPr lang="ar" sz="2400" b="1" kern="1200">
                  <a:latin typeface="Sakkal Majalla" panose="02000000000000000000" pitchFamily="2" charset="-78"/>
                  <a:cs typeface="Sakkal Majalla" panose="02000000000000000000" pitchFamily="2" charset="-78"/>
                </a:rPr>
                <a:t>الإعلانات عبر الإنترنت:</a:t>
              </a:r>
              <a:r>
                <a:rPr lang="ar" sz="2400" kern="1200">
                  <a:latin typeface="Sakkal Majalla" panose="02000000000000000000" pitchFamily="2" charset="-78"/>
                  <a:cs typeface="Sakkal Majalla" panose="02000000000000000000" pitchFamily="2" charset="-78"/>
                </a:rPr>
                <a:t> الرسائل المنبثقة، اللافتات الإعلانية، وسائل التواصل الاجتماعي، الدفع لكل النقرة.</a:t>
              </a:r>
              <a:endParaRPr lang="en-US" sz="2400" kern="1200" dirty="0">
                <a:latin typeface="Sakkal Majalla" panose="02000000000000000000" pitchFamily="2" charset="-78"/>
                <a:cs typeface="Sakkal Majalla" panose="02000000000000000000" pitchFamily="2" charset="-78"/>
              </a:endParaRPr>
            </a:p>
          </p:txBody>
        </p:sp>
        <p:sp>
          <p:nvSpPr>
            <p:cNvPr id="12" name="Rectangle: Rounded Corners 11">
              <a:extLst>
                <a:ext uri="{FF2B5EF4-FFF2-40B4-BE49-F238E27FC236}">
                  <a16:creationId xmlns:a16="http://schemas.microsoft.com/office/drawing/2014/main" id="{186D237F-BF4A-BD0F-D99A-ED6CDCADAFB0}"/>
                </a:ext>
              </a:extLst>
            </p:cNvPr>
            <p:cNvSpPr/>
            <p:nvPr/>
          </p:nvSpPr>
          <p:spPr>
            <a:xfrm>
              <a:off x="457199" y="5384396"/>
              <a:ext cx="8207375" cy="715171"/>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GB"/>
            </a:p>
          </p:txBody>
        </p:sp>
        <p:sp>
          <p:nvSpPr>
            <p:cNvPr id="13" name="Rectangle 12" descr="Advertising">
              <a:extLst>
                <a:ext uri="{FF2B5EF4-FFF2-40B4-BE49-F238E27FC236}">
                  <a16:creationId xmlns:a16="http://schemas.microsoft.com/office/drawing/2014/main" id="{DDE66E3B-F701-CC90-1215-B93603A263E3}"/>
                </a:ext>
              </a:extLst>
            </p:cNvPr>
            <p:cNvSpPr/>
            <p:nvPr/>
          </p:nvSpPr>
          <p:spPr>
            <a:xfrm>
              <a:off x="673538" y="5545310"/>
              <a:ext cx="393728" cy="393344"/>
            </a:xfrm>
            <a:prstGeom prst="rect">
              <a:avLst/>
            </a:prstGeom>
            <a: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14" name="Freeform: Shape 13">
              <a:extLst>
                <a:ext uri="{FF2B5EF4-FFF2-40B4-BE49-F238E27FC236}">
                  <a16:creationId xmlns:a16="http://schemas.microsoft.com/office/drawing/2014/main" id="{E99778A6-DE69-2605-EAEF-7E84615F3DD1}"/>
                </a:ext>
              </a:extLst>
            </p:cNvPr>
            <p:cNvSpPr/>
            <p:nvPr/>
          </p:nvSpPr>
          <p:spPr>
            <a:xfrm>
              <a:off x="1283606" y="5384396"/>
              <a:ext cx="7306720" cy="849266"/>
            </a:xfrm>
            <a:custGeom>
              <a:avLst/>
              <a:gdLst>
                <a:gd name="connsiteX0" fmla="*/ 0 w 7306720"/>
                <a:gd name="connsiteY0" fmla="*/ 0 h 849266"/>
                <a:gd name="connsiteX1" fmla="*/ 7306720 w 7306720"/>
                <a:gd name="connsiteY1" fmla="*/ 0 h 849266"/>
                <a:gd name="connsiteX2" fmla="*/ 7306720 w 7306720"/>
                <a:gd name="connsiteY2" fmla="*/ 849266 h 849266"/>
                <a:gd name="connsiteX3" fmla="*/ 0 w 7306720"/>
                <a:gd name="connsiteY3" fmla="*/ 849266 h 849266"/>
                <a:gd name="connsiteX4" fmla="*/ 0 w 7306720"/>
                <a:gd name="connsiteY4" fmla="*/ 0 h 8492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6720" h="849266">
                  <a:moveTo>
                    <a:pt x="0" y="0"/>
                  </a:moveTo>
                  <a:lnTo>
                    <a:pt x="7306720" y="0"/>
                  </a:lnTo>
                  <a:lnTo>
                    <a:pt x="7306720" y="849266"/>
                  </a:lnTo>
                  <a:lnTo>
                    <a:pt x="0" y="8492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9881" tIns="89881" rIns="89881" bIns="89881" numCol="1" spcCol="1270" rtlCol="1" anchor="ctr" anchorCtr="0">
              <a:noAutofit/>
            </a:bodyPr>
            <a:lstStyle/>
            <a:p>
              <a:pPr marL="0" lvl="0" indent="0" algn="r" defTabSz="1066800" rtl="1">
                <a:lnSpc>
                  <a:spcPct val="90000"/>
                </a:lnSpc>
                <a:spcBef>
                  <a:spcPct val="0"/>
                </a:spcBef>
                <a:spcAft>
                  <a:spcPct val="35000"/>
                </a:spcAft>
                <a:buNone/>
              </a:pPr>
              <a:r>
                <a:rPr lang="ar" sz="2400" b="1" kern="1200">
                  <a:latin typeface="Sakkal Majalla" panose="02000000000000000000" pitchFamily="2" charset="-78"/>
                  <a:cs typeface="Sakkal Majalla" panose="02000000000000000000" pitchFamily="2" charset="-78"/>
                </a:rPr>
                <a:t>الإعلانات الخارجية:</a:t>
              </a:r>
              <a:r>
                <a:rPr lang="ar" sz="2400" kern="1200">
                  <a:latin typeface="Sakkal Majalla" panose="02000000000000000000" pitchFamily="2" charset="-78"/>
                  <a:cs typeface="Sakkal Majalla" panose="02000000000000000000" pitchFamily="2" charset="-78"/>
                </a:rPr>
                <a:t> اللوحات الإعلانية، اللوحات الضخمة، الشاشات الإلكترونية.</a:t>
              </a:r>
              <a:endParaRPr lang="en-US" sz="2400" kern="1200" dirty="0">
                <a:latin typeface="Sakkal Majalla" panose="02000000000000000000" pitchFamily="2" charset="-78"/>
                <a:cs typeface="Sakkal Majalla" panose="02000000000000000000" pitchFamily="2" charset="-78"/>
              </a:endParaRPr>
            </a:p>
          </p:txBody>
        </p:sp>
      </p:grpSp>
      <p:sp>
        <p:nvSpPr>
          <p:cNvPr id="15" name="Footer Placeholder 2">
            <a:extLst>
              <a:ext uri="{FF2B5EF4-FFF2-40B4-BE49-F238E27FC236}">
                <a16:creationId xmlns:a16="http://schemas.microsoft.com/office/drawing/2014/main" id="{BDB6F0B9-D4E1-663F-3291-FB458D94FACC}"/>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3781081701"/>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B92E9-8603-C736-95B3-B69D8A735A8C}"/>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FA4D8B69-E843-9A88-C1E2-D0040E2F5443}"/>
              </a:ext>
            </a:extLst>
          </p:cNvPr>
          <p:cNvSpPr>
            <a:spLocks noChangeArrowheads="1"/>
          </p:cNvSpPr>
          <p:nvPr/>
        </p:nvSpPr>
        <p:spPr bwMode="auto">
          <a:xfrm>
            <a:off x="457200" y="1195388"/>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3800" b="1" dirty="0">
                <a:solidFill>
                  <a:schemeClr val="tx2"/>
                </a:solidFill>
                <a:latin typeface="Sakkal Majalla" panose="02000000000000000000" pitchFamily="2" charset="-78"/>
                <a:ea typeface="Arial" charset="0"/>
                <a:cs typeface="Sakkal Majalla" panose="02000000000000000000" pitchFamily="2" charset="-78"/>
              </a:rPr>
              <a:t>أ3 ترويج المبيعات (1)</a:t>
            </a:r>
          </a:p>
        </p:txBody>
      </p:sp>
      <p:sp>
        <p:nvSpPr>
          <p:cNvPr id="3" name="Content Placeholder 2">
            <a:extLst>
              <a:ext uri="{FF2B5EF4-FFF2-40B4-BE49-F238E27FC236}">
                <a16:creationId xmlns:a16="http://schemas.microsoft.com/office/drawing/2014/main" id="{D6B527E6-903C-44B5-B6D0-73B9758BF1A6}"/>
              </a:ext>
            </a:extLst>
          </p:cNvPr>
          <p:cNvSpPr>
            <a:spLocks noGrp="1"/>
          </p:cNvSpPr>
          <p:nvPr>
            <p:ph sz="half" idx="2"/>
          </p:nvPr>
        </p:nvSpPr>
        <p:spPr>
          <a:xfrm>
            <a:off x="468312" y="2195513"/>
            <a:ext cx="7991475" cy="3609975"/>
          </a:xfrm>
        </p:spPr>
        <p:txBody>
          <a:bodyPr rtlCol="1"/>
          <a:lstStyle/>
          <a:p>
            <a:pPr marL="0" indent="0" rtl="1">
              <a:buNone/>
              <a:tabLst>
                <a:tab pos="3144838" algn="l"/>
              </a:tabLst>
            </a:pPr>
            <a:r>
              <a:rPr lang="ar" sz="2600" dirty="0">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يشمل الترويج للبيع استخدام المبادرات قصيرة الأجل لزيادة الطلب على المنتج والمبيعات. تُستخدم وسائل الترويج للبيع بغرض:</a:t>
            </a:r>
          </a:p>
          <a:p>
            <a:pPr rtl="1">
              <a:tabLst>
                <a:tab pos="3144838" algn="l"/>
              </a:tabLst>
            </a:pPr>
            <a:r>
              <a:rPr lang="ar" sz="2600" dirty="0">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بيع منتجات أو خدمات إضافية</a:t>
            </a:r>
          </a:p>
          <a:p>
            <a:pPr rtl="1">
              <a:tabLst>
                <a:tab pos="3144838" algn="l"/>
              </a:tabLst>
            </a:pPr>
            <a:r>
              <a:rPr lang="ar" sz="2600" dirty="0">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تشجيع العملاء الحاليين على شراء المزيد</a:t>
            </a:r>
          </a:p>
          <a:p>
            <a:pPr rtl="1">
              <a:tabLst>
                <a:tab pos="3144838" algn="l"/>
              </a:tabLst>
            </a:pPr>
            <a:r>
              <a:rPr lang="ar" sz="2600" dirty="0">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الحفاظ على اهتمام العملاء في أثناء مواسم الركوض أو الفترات غير النشطة</a:t>
            </a:r>
          </a:p>
          <a:p>
            <a:pPr rtl="1">
              <a:tabLst>
                <a:tab pos="3144838" algn="l"/>
              </a:tabLst>
            </a:pPr>
            <a:r>
              <a:rPr lang="ar" sz="2600" dirty="0">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استخدام وسائل الترويج لتحفيز العملاء الحاليين على الاشتراك في قائمة البريد الإلكتروني.</a:t>
            </a:r>
          </a:p>
          <a:p>
            <a:pPr rtl="1">
              <a:tabLst>
                <a:tab pos="3144838" algn="l"/>
              </a:tabLst>
            </a:pPr>
            <a:endParaRPr lang="en-GB" sz="2600" dirty="0">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endParaRPr>
          </a:p>
          <a:p>
            <a:pPr rtl="1">
              <a:tabLst>
                <a:tab pos="3144838" algn="l"/>
              </a:tabLst>
            </a:pPr>
            <a:endParaRPr lang="en-GB" sz="2600" dirty="0">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endParaRPr>
          </a:p>
          <a:p>
            <a:pPr rtl="1">
              <a:tabLst>
                <a:tab pos="3144838" algn="l"/>
              </a:tabLst>
            </a:pPr>
            <a:endParaRPr lang="en-GB" sz="2600" dirty="0">
              <a:solidFill>
                <a:srgbClr val="000000"/>
              </a:solidFill>
              <a:latin typeface="Sakkal Majalla" panose="02000000000000000000" pitchFamily="2" charset="-78"/>
              <a:cs typeface="Sakkal Majalla" panose="02000000000000000000" pitchFamily="2" charset="-78"/>
            </a:endParaRPr>
          </a:p>
          <a:p>
            <a:pPr rtl="1">
              <a:tabLst>
                <a:tab pos="3144838" algn="l"/>
              </a:tabLst>
            </a:pPr>
            <a:endParaRPr lang="en-US" sz="2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346682D-7069-C3B4-9DE3-7C831224C248}"/>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825411231"/>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92C45-60E4-7D7D-3CD0-4003739E3782}"/>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C7EF5124-B45E-1B34-4380-8D37CFEB99CD}"/>
              </a:ext>
            </a:extLst>
          </p:cNvPr>
          <p:cNvSpPr>
            <a:spLocks noChangeArrowheads="1"/>
          </p:cNvSpPr>
          <p:nvPr/>
        </p:nvSpPr>
        <p:spPr bwMode="auto">
          <a:xfrm>
            <a:off x="457200" y="1195388"/>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3800" b="1" dirty="0">
                <a:solidFill>
                  <a:schemeClr val="tx2"/>
                </a:solidFill>
                <a:latin typeface="Sakkal Majalla" panose="02000000000000000000" pitchFamily="2" charset="-78"/>
                <a:ea typeface="Arial" charset="0"/>
                <a:cs typeface="Sakkal Majalla" panose="02000000000000000000" pitchFamily="2" charset="-78"/>
              </a:rPr>
              <a:t>أ3 ترويج المبيعات (2)</a:t>
            </a:r>
          </a:p>
        </p:txBody>
      </p:sp>
      <p:graphicFrame>
        <p:nvGraphicFramePr>
          <p:cNvPr id="34822" name="Content Placeholder 3">
            <a:extLst>
              <a:ext uri="{FF2B5EF4-FFF2-40B4-BE49-F238E27FC236}">
                <a16:creationId xmlns:a16="http://schemas.microsoft.com/office/drawing/2014/main" id="{D30C9126-8C59-2E35-3E8A-7D07598BA33A}"/>
              </a:ext>
            </a:extLst>
          </p:cNvPr>
          <p:cNvGraphicFramePr>
            <a:graphicFrameLocks noGrp="1"/>
          </p:cNvGraphicFramePr>
          <p:nvPr>
            <p:ph sz="half" idx="2"/>
            <p:extLst>
              <p:ext uri="{D42A27DB-BD31-4B8C-83A1-F6EECF244321}">
                <p14:modId xmlns:p14="http://schemas.microsoft.com/office/powerpoint/2010/main" val="1369303676"/>
              </p:ext>
            </p:extLst>
          </p:nvPr>
        </p:nvGraphicFramePr>
        <p:xfrm>
          <a:off x="468312" y="2195513"/>
          <a:ext cx="7991475" cy="418581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28A425C7-DFB4-3D66-BE18-AA9C8CB661F7}"/>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3006475369"/>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F1C98-A8C4-23AB-51C0-EB061ADA1015}"/>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EF60C6B8-9ACE-687F-E48F-AC8986805B7D}"/>
              </a:ext>
            </a:extLst>
          </p:cNvPr>
          <p:cNvSpPr>
            <a:spLocks noGrp="1" noChangeArrowheads="1"/>
          </p:cNvSpPr>
          <p:nvPr>
            <p:ph sz="half" idx="2"/>
          </p:nvPr>
        </p:nvSpPr>
        <p:spPr bwMode="auto">
          <a:xfrm>
            <a:off x="323529" y="2096852"/>
            <a:ext cx="8820471" cy="38524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latin typeface="Sakkal Majalla" panose="02000000000000000000" pitchFamily="2" charset="-78"/>
                <a:cs typeface="Sakkal Majalla" panose="02000000000000000000" pitchFamily="2" charset="-78"/>
              </a:rPr>
              <a:t>العلاقات العامة هي عملية إدارة التواصل بين الشركات والمساهمين فيها.</a:t>
            </a:r>
          </a:p>
          <a:p>
            <a:pPr indent="0" rtl="1">
              <a:buFont typeface="Wingdings" panose="05000000000000000000" pitchFamily="2" charset="2"/>
              <a:buNone/>
            </a:pPr>
            <a:endParaRPr lang="en-GB" altLang="en-US" sz="2600" dirty="0">
              <a:latin typeface="Sakkal Majalla" panose="02000000000000000000" pitchFamily="2" charset="-78"/>
              <a:cs typeface="Sakkal Majalla" panose="02000000000000000000" pitchFamily="2" charset="-78"/>
            </a:endParaRPr>
          </a:p>
          <a:p>
            <a:pPr marL="685800" rtl="1"/>
            <a:r>
              <a:rPr lang="ar" sz="2600" dirty="0">
                <a:latin typeface="Sakkal Majalla" panose="02000000000000000000" pitchFamily="2" charset="-78"/>
                <a:cs typeface="Sakkal Majalla" panose="02000000000000000000" pitchFamily="2" charset="-78"/>
              </a:rPr>
              <a:t>البيانات الصحفية</a:t>
            </a:r>
          </a:p>
          <a:p>
            <a:pPr marL="685800" rtl="1"/>
            <a:r>
              <a:rPr lang="ar" sz="2600" dirty="0">
                <a:latin typeface="Sakkal Majalla" panose="02000000000000000000" pitchFamily="2" charset="-78"/>
                <a:cs typeface="Sakkal Majalla" panose="02000000000000000000" pitchFamily="2" charset="-78"/>
              </a:rPr>
              <a:t>النشرات الإخبارية</a:t>
            </a:r>
          </a:p>
          <a:p>
            <a:pPr marL="685800" rtl="1"/>
            <a:r>
              <a:rPr lang="ar" sz="2600" dirty="0">
                <a:latin typeface="Sakkal Majalla" panose="02000000000000000000" pitchFamily="2" charset="-78"/>
                <a:cs typeface="Sakkal Majalla" panose="02000000000000000000" pitchFamily="2" charset="-78"/>
              </a:rPr>
              <a:t>الفعاليات، مثل: رحلات التعريف، والضيافة المؤسسية</a:t>
            </a:r>
          </a:p>
          <a:p>
            <a:pPr marL="685800" rtl="1"/>
            <a:r>
              <a:rPr lang="ar" sz="2600" dirty="0">
                <a:latin typeface="Sakkal Majalla" panose="02000000000000000000" pitchFamily="2" charset="-78"/>
                <a:cs typeface="Sakkal Majalla" panose="02000000000000000000" pitchFamily="2" charset="-78"/>
              </a:rPr>
              <a:t>الجولات الافتراضية</a:t>
            </a:r>
          </a:p>
          <a:p>
            <a:pPr marL="685800" rtl="1"/>
            <a:r>
              <a:rPr lang="ar" sz="2600" dirty="0">
                <a:latin typeface="Sakkal Majalla" panose="02000000000000000000" pitchFamily="2" charset="-78"/>
                <a:cs typeface="Sakkal Majalla" panose="02000000000000000000" pitchFamily="2" charset="-78"/>
              </a:rPr>
              <a:t>إطلاق المنتجات الجديدة</a:t>
            </a:r>
          </a:p>
          <a:p>
            <a:pPr marL="685800" rtl="1"/>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6F680437-5E36-5465-7D2D-E1A2B6270147}"/>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أ4 أنشطة العلاقات العامة</a:t>
            </a:r>
          </a:p>
        </p:txBody>
      </p:sp>
      <p:sp>
        <p:nvSpPr>
          <p:cNvPr id="2" name="Footer Placeholder 2">
            <a:extLst>
              <a:ext uri="{FF2B5EF4-FFF2-40B4-BE49-F238E27FC236}">
                <a16:creationId xmlns:a16="http://schemas.microsoft.com/office/drawing/2014/main" id="{F4992D91-CB78-0593-69C6-D655A17494DA}"/>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1369757912"/>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E95F6-1E13-3276-3BAD-4BD0267B8191}"/>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F12703BB-441B-1D7B-B4A6-8477DA1BEE13}"/>
              </a:ext>
            </a:extLst>
          </p:cNvPr>
          <p:cNvSpPr>
            <a:spLocks noGrp="1" noChangeArrowheads="1"/>
          </p:cNvSpPr>
          <p:nvPr>
            <p:ph sz="half" idx="2"/>
          </p:nvPr>
        </p:nvSpPr>
        <p:spPr bwMode="auto">
          <a:xfrm>
            <a:off x="325153" y="1802180"/>
            <a:ext cx="8495319" cy="1482804"/>
          </a:xfr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1" anchor="t" anchorCtr="0" compatLnSpc="1">
            <a:prstTxWarp prst="textNoShape">
              <a:avLst/>
            </a:prstTxWarp>
          </a:bodyPr>
          <a:lstStyle/>
          <a:p>
            <a:pPr marL="90488" indent="0" algn="ctr" rtl="1">
              <a:buFont typeface="Wingdings" panose="05000000000000000000" pitchFamily="2" charset="2"/>
              <a:buNone/>
            </a:pPr>
            <a:r>
              <a:rPr lang="ar" sz="2200" dirty="0">
                <a:latin typeface="Sakkal Majalla" panose="02000000000000000000" pitchFamily="2" charset="-78"/>
                <a:cs typeface="Sakkal Majalla" panose="02000000000000000000" pitchFamily="2" charset="-78"/>
              </a:rPr>
              <a:t>التسويق المباشر هو نوع من التسويق يعتمد على التواصل المباشر أو التوزيع إلى المستهلكين لإبلاغهم بالخدمات، أو العروض القادمة، أو المنتجات الجديدة.</a:t>
            </a:r>
          </a:p>
          <a:p>
            <a:pPr marL="90488" indent="0" rtl="1">
              <a:buFont typeface="Wingdings" panose="05000000000000000000" pitchFamily="2" charset="2"/>
              <a:buNone/>
            </a:pPr>
            <a:r>
              <a:rPr lang="ar" sz="2200" dirty="0">
                <a:latin typeface="Sakkal Majalla" panose="02000000000000000000" pitchFamily="2" charset="-78"/>
                <a:cs typeface="Sakkal Majalla" panose="02000000000000000000" pitchFamily="2" charset="-78"/>
              </a:rPr>
              <a:t>يشمل البريد المباشر ما يأتي:</a:t>
            </a:r>
          </a:p>
          <a:p>
            <a:pPr indent="0" rtl="1">
              <a:buFont typeface="Wingdings" panose="05000000000000000000" pitchFamily="2" charset="2"/>
              <a:buNone/>
            </a:pPr>
            <a:endParaRPr lang="en-GB" altLang="en-US" sz="2200"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sz="2200"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sz="2200"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sz="2200"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r>
              <a:rPr lang="ar" sz="2200" dirty="0">
                <a:latin typeface="Sakkal Majalla" panose="02000000000000000000" pitchFamily="2" charset="-78"/>
                <a:cs typeface="Sakkal Majalla" panose="02000000000000000000" pitchFamily="2" charset="-78"/>
              </a:rPr>
              <a:t>• </a:t>
            </a:r>
            <a:endParaRPr lang="en-US" sz="2200"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ar" sz="2200"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r>
              <a:rPr lang="ar" sz="2200" dirty="0">
                <a:latin typeface="Sakkal Majalla" panose="02000000000000000000" pitchFamily="2" charset="-78"/>
                <a:cs typeface="Sakkal Majalla" panose="02000000000000000000" pitchFamily="2" charset="-78"/>
              </a:rPr>
              <a:t>التسويق عبر الهاتف (التسويق الهاتفي)</a:t>
            </a:r>
          </a:p>
          <a:p>
            <a:pPr indent="0" rtl="1">
              <a:buNone/>
            </a:pPr>
            <a:endParaRPr lang="en-GB" altLang="en-US" sz="2200" dirty="0">
              <a:latin typeface="Sakkal Majalla" panose="02000000000000000000" pitchFamily="2" charset="-78"/>
              <a:cs typeface="Sakkal Majalla" panose="02000000000000000000" pitchFamily="2" charset="-78"/>
            </a:endParaRPr>
          </a:p>
          <a:p>
            <a:pPr indent="0" rtl="1">
              <a:buNone/>
            </a:pPr>
            <a:r>
              <a:rPr lang="ar" sz="2200" dirty="0">
                <a:latin typeface="Sakkal Majalla" panose="02000000000000000000" pitchFamily="2" charset="-78"/>
                <a:cs typeface="Sakkal Majalla" panose="02000000000000000000" pitchFamily="2" charset="-78"/>
              </a:rPr>
              <a:t>سؤال: ماذا يعني التسويق الهاتفي؟</a:t>
            </a:r>
          </a:p>
        </p:txBody>
      </p:sp>
      <p:sp>
        <p:nvSpPr>
          <p:cNvPr id="34820" name="Rectangle 1">
            <a:extLst>
              <a:ext uri="{FF2B5EF4-FFF2-40B4-BE49-F238E27FC236}">
                <a16:creationId xmlns:a16="http://schemas.microsoft.com/office/drawing/2014/main" id="{26095E48-43C9-D9D2-6E33-58FF15EC59AB}"/>
              </a:ext>
            </a:extLst>
          </p:cNvPr>
          <p:cNvSpPr>
            <a:spLocks noChangeArrowheads="1"/>
          </p:cNvSpPr>
          <p:nvPr/>
        </p:nvSpPr>
        <p:spPr bwMode="auto">
          <a:xfrm>
            <a:off x="323530" y="1124744"/>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أ5 التسويق المباشر</a:t>
            </a:r>
          </a:p>
        </p:txBody>
      </p:sp>
      <p:grpSp>
        <p:nvGrpSpPr>
          <p:cNvPr id="3" name="Group 2">
            <a:extLst>
              <a:ext uri="{FF2B5EF4-FFF2-40B4-BE49-F238E27FC236}">
                <a16:creationId xmlns:a16="http://schemas.microsoft.com/office/drawing/2014/main" id="{1438D510-564D-34F3-EABB-688EDAF084B7}"/>
              </a:ext>
            </a:extLst>
          </p:cNvPr>
          <p:cNvGrpSpPr/>
          <p:nvPr/>
        </p:nvGrpSpPr>
        <p:grpSpPr>
          <a:xfrm flipH="1">
            <a:off x="328438" y="3356992"/>
            <a:ext cx="8274349" cy="1872209"/>
            <a:chOff x="328438" y="3068959"/>
            <a:chExt cx="8274349" cy="1872209"/>
          </a:xfrm>
        </p:grpSpPr>
        <p:sp>
          <p:nvSpPr>
            <p:cNvPr id="4" name="Freeform: Shape 3">
              <a:extLst>
                <a:ext uri="{FF2B5EF4-FFF2-40B4-BE49-F238E27FC236}">
                  <a16:creationId xmlns:a16="http://schemas.microsoft.com/office/drawing/2014/main" id="{AED73EBC-7058-FA49-48B6-9235199FFD00}"/>
                </a:ext>
              </a:extLst>
            </p:cNvPr>
            <p:cNvSpPr/>
            <p:nvPr/>
          </p:nvSpPr>
          <p:spPr>
            <a:xfrm rot="21600000">
              <a:off x="328438" y="3068959"/>
              <a:ext cx="1297938" cy="187220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6">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4301" tIns="374442" rIns="114300" bIns="374443" numCol="1" spcCol="1270" rtlCol="1" anchor="ctr" anchorCtr="0">
              <a:noAutofit/>
            </a:bodyPr>
            <a:lstStyle/>
            <a:p>
              <a:pPr marL="0" lvl="0" indent="0" algn="ctr" defTabSz="800100" rtl="1">
                <a:lnSpc>
                  <a:spcPct val="100000"/>
                </a:lnSpc>
                <a:spcBef>
                  <a:spcPct val="0"/>
                </a:spcBef>
                <a:spcAft>
                  <a:spcPct val="35000"/>
                </a:spcAft>
                <a:buNone/>
              </a:pPr>
              <a:r>
                <a:rPr lang="ar" sz="1800" b="0" i="0" u="none" kern="1200" dirty="0">
                  <a:latin typeface="Sakkal Majalla" panose="02000000000000000000" pitchFamily="2" charset="-78"/>
                  <a:cs typeface="Sakkal Majalla" panose="02000000000000000000" pitchFamily="2" charset="-78"/>
                </a:rPr>
                <a:t>البطاقات البريدية</a:t>
              </a:r>
              <a:endParaRPr lang="en-GB" sz="1800" kern="1200" dirty="0">
                <a:latin typeface="Sakkal Majalla" panose="02000000000000000000" pitchFamily="2" charset="-78"/>
                <a:cs typeface="Sakkal Majalla" panose="02000000000000000000" pitchFamily="2" charset="-78"/>
              </a:endParaRPr>
            </a:p>
          </p:txBody>
        </p:sp>
        <p:sp>
          <p:nvSpPr>
            <p:cNvPr id="5" name="Freeform: Shape 4">
              <a:extLst>
                <a:ext uri="{FF2B5EF4-FFF2-40B4-BE49-F238E27FC236}">
                  <a16:creationId xmlns:a16="http://schemas.microsoft.com/office/drawing/2014/main" id="{FD0ABCE0-A01E-9872-DB20-1A19652A0039}"/>
                </a:ext>
              </a:extLst>
            </p:cNvPr>
            <p:cNvSpPr/>
            <p:nvPr/>
          </p:nvSpPr>
          <p:spPr>
            <a:xfrm rot="21600000">
              <a:off x="1723720" y="3068959"/>
              <a:ext cx="1297938" cy="187220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6">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4301" tIns="374442" rIns="114300" bIns="374443" numCol="1" spcCol="1270" rtlCol="1" anchor="ctr" anchorCtr="0">
              <a:noAutofit/>
            </a:bodyPr>
            <a:lstStyle/>
            <a:p>
              <a:pPr marL="0" lvl="0" indent="0" algn="ctr" defTabSz="800100" rtl="1">
                <a:lnSpc>
                  <a:spcPct val="100000"/>
                </a:lnSpc>
                <a:spcBef>
                  <a:spcPct val="0"/>
                </a:spcBef>
                <a:spcAft>
                  <a:spcPct val="35000"/>
                </a:spcAft>
                <a:buNone/>
              </a:pPr>
              <a:r>
                <a:rPr lang="ar" sz="1800" kern="1200">
                  <a:latin typeface="Sakkal Majalla" panose="02000000000000000000" pitchFamily="2" charset="-78"/>
                  <a:cs typeface="Sakkal Majalla" panose="02000000000000000000" pitchFamily="2" charset="-78"/>
                </a:rPr>
                <a:t>قسائم التخفيضات (الكوبونات)</a:t>
              </a:r>
            </a:p>
          </p:txBody>
        </p:sp>
        <p:sp>
          <p:nvSpPr>
            <p:cNvPr id="6" name="Freeform: Shape 5">
              <a:extLst>
                <a:ext uri="{FF2B5EF4-FFF2-40B4-BE49-F238E27FC236}">
                  <a16:creationId xmlns:a16="http://schemas.microsoft.com/office/drawing/2014/main" id="{E4803E42-1B12-A01A-AD4D-C936BCE2B983}"/>
                </a:ext>
              </a:extLst>
            </p:cNvPr>
            <p:cNvSpPr/>
            <p:nvPr/>
          </p:nvSpPr>
          <p:spPr>
            <a:xfrm rot="21600000">
              <a:off x="3119002" y="3068959"/>
              <a:ext cx="1297938" cy="187220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6">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4301" tIns="374442" rIns="114300" bIns="374443" numCol="1" spcCol="1270" rtlCol="1" anchor="ctr" anchorCtr="0">
              <a:noAutofit/>
            </a:bodyPr>
            <a:lstStyle/>
            <a:p>
              <a:pPr marL="0" lvl="0" indent="0" algn="ctr" defTabSz="800100" rtl="1">
                <a:lnSpc>
                  <a:spcPct val="100000"/>
                </a:lnSpc>
                <a:spcBef>
                  <a:spcPct val="0"/>
                </a:spcBef>
                <a:spcAft>
                  <a:spcPct val="35000"/>
                </a:spcAft>
                <a:buNone/>
              </a:pPr>
              <a:r>
                <a:rPr lang="ar" sz="1800" b="0" i="0" u="none" kern="1200">
                  <a:latin typeface="Sakkal Majalla" panose="02000000000000000000" pitchFamily="2" charset="-78"/>
                  <a:cs typeface="Sakkal Majalla" panose="02000000000000000000" pitchFamily="2" charset="-78"/>
                </a:rPr>
                <a:t>التخفيضات</a:t>
              </a:r>
              <a:endParaRPr lang="en-GB" sz="1800" kern="1200" dirty="0">
                <a:latin typeface="Sakkal Majalla" panose="02000000000000000000" pitchFamily="2" charset="-78"/>
                <a:cs typeface="Sakkal Majalla" panose="02000000000000000000" pitchFamily="2" charset="-78"/>
              </a:endParaRPr>
            </a:p>
          </p:txBody>
        </p:sp>
        <p:sp>
          <p:nvSpPr>
            <p:cNvPr id="7" name="Freeform: Shape 6">
              <a:extLst>
                <a:ext uri="{FF2B5EF4-FFF2-40B4-BE49-F238E27FC236}">
                  <a16:creationId xmlns:a16="http://schemas.microsoft.com/office/drawing/2014/main" id="{FF2918BB-42E3-D942-AEF6-AB7306B66036}"/>
                </a:ext>
              </a:extLst>
            </p:cNvPr>
            <p:cNvSpPr/>
            <p:nvPr/>
          </p:nvSpPr>
          <p:spPr>
            <a:xfrm rot="21600000">
              <a:off x="4514284" y="3068959"/>
              <a:ext cx="1297938" cy="187220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6">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4301" tIns="374442" rIns="114300" bIns="374443" numCol="1" spcCol="1270" rtlCol="1" anchor="ctr" anchorCtr="0">
              <a:noAutofit/>
            </a:bodyPr>
            <a:lstStyle/>
            <a:p>
              <a:pPr marL="0" lvl="0" indent="0" algn="ctr" defTabSz="800100" rtl="1">
                <a:lnSpc>
                  <a:spcPct val="100000"/>
                </a:lnSpc>
                <a:spcBef>
                  <a:spcPct val="0"/>
                </a:spcBef>
                <a:spcAft>
                  <a:spcPct val="35000"/>
                </a:spcAft>
                <a:buNone/>
              </a:pPr>
              <a:r>
                <a:rPr lang="ar" sz="1800" kern="1200">
                  <a:latin typeface="Sakkal Majalla" panose="02000000000000000000" pitchFamily="2" charset="-78"/>
                  <a:cs typeface="Sakkal Majalla" panose="02000000000000000000" pitchFamily="2" charset="-78"/>
                </a:rPr>
                <a:t>العينات المجانية</a:t>
              </a:r>
            </a:p>
          </p:txBody>
        </p:sp>
        <p:sp>
          <p:nvSpPr>
            <p:cNvPr id="8" name="Freeform: Shape 7">
              <a:extLst>
                <a:ext uri="{FF2B5EF4-FFF2-40B4-BE49-F238E27FC236}">
                  <a16:creationId xmlns:a16="http://schemas.microsoft.com/office/drawing/2014/main" id="{7001E8D9-30B9-586B-92F2-112362BDFD19}"/>
                </a:ext>
              </a:extLst>
            </p:cNvPr>
            <p:cNvSpPr/>
            <p:nvPr/>
          </p:nvSpPr>
          <p:spPr>
            <a:xfrm rot="21600000">
              <a:off x="5909566" y="3068959"/>
              <a:ext cx="1297938" cy="187220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6">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4301" tIns="374442" rIns="114300" bIns="374443" numCol="1" spcCol="1270" rtlCol="1" anchor="ctr" anchorCtr="0">
              <a:noAutofit/>
            </a:bodyPr>
            <a:lstStyle/>
            <a:p>
              <a:pPr marL="0" lvl="0" indent="0" algn="ctr" defTabSz="800100" rtl="1">
                <a:lnSpc>
                  <a:spcPct val="100000"/>
                </a:lnSpc>
                <a:spcBef>
                  <a:spcPct val="0"/>
                </a:spcBef>
                <a:spcAft>
                  <a:spcPct val="35000"/>
                </a:spcAft>
                <a:buNone/>
              </a:pPr>
              <a:r>
                <a:rPr lang="ar" sz="1800" b="0" i="0" u="none" kern="1200">
                  <a:latin typeface="Sakkal Majalla" panose="02000000000000000000" pitchFamily="2" charset="-78"/>
                  <a:cs typeface="Sakkal Majalla" panose="02000000000000000000" pitchFamily="2" charset="-78"/>
                </a:rPr>
                <a:t>الكتيبات</a:t>
              </a:r>
              <a:endParaRPr lang="en-GB" sz="1800" kern="1200" dirty="0">
                <a:latin typeface="Sakkal Majalla" panose="02000000000000000000" pitchFamily="2" charset="-78"/>
                <a:cs typeface="Sakkal Majalla" panose="02000000000000000000" pitchFamily="2" charset="-78"/>
              </a:endParaRPr>
            </a:p>
          </p:txBody>
        </p:sp>
        <p:sp>
          <p:nvSpPr>
            <p:cNvPr id="9" name="Freeform: Shape 8">
              <a:extLst>
                <a:ext uri="{FF2B5EF4-FFF2-40B4-BE49-F238E27FC236}">
                  <a16:creationId xmlns:a16="http://schemas.microsoft.com/office/drawing/2014/main" id="{4F704B97-06F3-3E51-261C-C859BF3B971F}"/>
                </a:ext>
              </a:extLst>
            </p:cNvPr>
            <p:cNvSpPr/>
            <p:nvPr/>
          </p:nvSpPr>
          <p:spPr>
            <a:xfrm rot="21600000">
              <a:off x="7304849" y="3068959"/>
              <a:ext cx="1297938" cy="187220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a:solidFill>
              <a:schemeClr val="accent6">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4301" tIns="374442" rIns="114300" bIns="374443" numCol="1" spcCol="1270" rtlCol="1" anchor="ctr" anchorCtr="0">
              <a:noAutofit/>
            </a:bodyPr>
            <a:lstStyle/>
            <a:p>
              <a:pPr marL="0" lvl="0" indent="0" algn="ctr" defTabSz="800100" rtl="1">
                <a:lnSpc>
                  <a:spcPct val="100000"/>
                </a:lnSpc>
                <a:spcBef>
                  <a:spcPct val="0"/>
                </a:spcBef>
                <a:spcAft>
                  <a:spcPct val="35000"/>
                </a:spcAft>
                <a:buNone/>
              </a:pPr>
              <a:r>
                <a:rPr lang="ar" sz="1800" kern="1200">
                  <a:latin typeface="Sakkal Majalla" panose="02000000000000000000" pitchFamily="2" charset="-78"/>
                  <a:cs typeface="Sakkal Majalla" panose="02000000000000000000" pitchFamily="2" charset="-78"/>
                </a:rPr>
                <a:t>النشرات الإعلانية</a:t>
              </a:r>
            </a:p>
          </p:txBody>
        </p:sp>
      </p:grpSp>
      <p:sp>
        <p:nvSpPr>
          <p:cNvPr id="2" name="Footer Placeholder 2">
            <a:extLst>
              <a:ext uri="{FF2B5EF4-FFF2-40B4-BE49-F238E27FC236}">
                <a16:creationId xmlns:a16="http://schemas.microsoft.com/office/drawing/2014/main" id="{FDDE24C2-B33E-C7BF-3F13-26BB45CF1C70}"/>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343237170"/>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9327D-72A1-4F4F-AE14-DED0B49C870B}"/>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6B22BE96-EAA5-EDEF-9A2C-F06B1AF5592D}"/>
              </a:ext>
            </a:extLst>
          </p:cNvPr>
          <p:cNvSpPr>
            <a:spLocks noGrp="1" noChangeArrowheads="1"/>
          </p:cNvSpPr>
          <p:nvPr>
            <p:ph sz="half" idx="2"/>
          </p:nvPr>
        </p:nvSpPr>
        <p:spPr bwMode="auto">
          <a:xfrm>
            <a:off x="323529" y="2276872"/>
            <a:ext cx="8713066"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latin typeface="Sakkal Majalla" panose="02000000000000000000" pitchFamily="2" charset="-78"/>
                <a:cs typeface="Sakkal Majalla" panose="02000000000000000000" pitchFamily="2" charset="-78"/>
              </a:rPr>
              <a:t>يتضمن البيع الشخصي التواصل المباشر بين شخص وآخر.</a:t>
            </a:r>
          </a:p>
          <a:p>
            <a:pPr indent="0" rtl="1">
              <a:buFont typeface="Wingdings" panose="05000000000000000000" pitchFamily="2" charset="2"/>
              <a:buNone/>
            </a:pPr>
            <a:endParaRPr lang="en-GB" altLang="en-US" sz="2600" dirty="0">
              <a:latin typeface="Sakkal Majalla" panose="02000000000000000000" pitchFamily="2" charset="-78"/>
              <a:cs typeface="Sakkal Majalla" panose="02000000000000000000" pitchFamily="2" charset="-78"/>
            </a:endParaRPr>
          </a:p>
          <a:p>
            <a:pPr marL="685800" rtl="1"/>
            <a:r>
              <a:rPr lang="ar" sz="2600" dirty="0">
                <a:latin typeface="Sakkal Majalla" panose="02000000000000000000" pitchFamily="2" charset="-78"/>
                <a:cs typeface="Sakkal Majalla" panose="02000000000000000000" pitchFamily="2" charset="-78"/>
              </a:rPr>
              <a:t>البيع المباشر (وجهًا لوجه)</a:t>
            </a:r>
          </a:p>
          <a:p>
            <a:pPr marL="685800" rtl="1"/>
            <a:r>
              <a:rPr lang="ar" sz="2600" dirty="0">
                <a:latin typeface="Sakkal Majalla" panose="02000000000000000000" pitchFamily="2" charset="-78"/>
                <a:cs typeface="Sakkal Majalla" panose="02000000000000000000" pitchFamily="2" charset="-78"/>
              </a:rPr>
              <a:t>مبيعات الهاتف (مبيعات عبر الهاتف)</a:t>
            </a:r>
          </a:p>
          <a:p>
            <a:pPr marL="685800" rtl="1"/>
            <a:r>
              <a:rPr lang="ar" sz="2600" dirty="0">
                <a:latin typeface="Sakkal Majalla" panose="02000000000000000000" pitchFamily="2" charset="-78"/>
                <a:cs typeface="Sakkal Majalla" panose="02000000000000000000" pitchFamily="2" charset="-78"/>
              </a:rPr>
              <a:t>مبيعات التجزئة (المبيعات في المتاجر)</a:t>
            </a:r>
          </a:p>
          <a:p>
            <a:pPr marL="685800" rtl="1"/>
            <a:r>
              <a:rPr lang="ar" sz="2600" dirty="0">
                <a:latin typeface="Sakkal Majalla" panose="02000000000000000000" pitchFamily="2" charset="-78"/>
                <a:cs typeface="Sakkal Majalla" panose="02000000000000000000" pitchFamily="2" charset="-78"/>
              </a:rPr>
              <a:t>الترويج في نقاط البيع</a:t>
            </a:r>
          </a:p>
          <a:p>
            <a:pPr marL="685800" rtl="1"/>
            <a:endParaRPr lang="en-GB" altLang="en-US" sz="2600" dirty="0">
              <a:latin typeface="Sakkal Majalla" panose="02000000000000000000" pitchFamily="2" charset="-78"/>
              <a:cs typeface="Sakkal Majalla" panose="02000000000000000000" pitchFamily="2" charset="-78"/>
            </a:endParaRPr>
          </a:p>
          <a:p>
            <a:pPr indent="0" rtl="1">
              <a:buNone/>
            </a:pPr>
            <a:r>
              <a:rPr lang="ar" sz="2600" dirty="0">
                <a:latin typeface="Sakkal Majalla" panose="02000000000000000000" pitchFamily="2" charset="-78"/>
                <a:cs typeface="Sakkal Majalla" panose="02000000000000000000" pitchFamily="2" charset="-78"/>
              </a:rPr>
              <a:t>سؤال: ما الفرص المتاحة في قطاع الضيافة للبيع المباشر (وجهًا لوجه)؟</a:t>
            </a:r>
          </a:p>
          <a:p>
            <a:pPr indent="0" rtl="1">
              <a:buNone/>
            </a:pP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BA5751FC-EE0B-EE4E-F534-2FBC77ACD012}"/>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أ6 البيع الشخصي</a:t>
            </a:r>
          </a:p>
        </p:txBody>
      </p:sp>
      <p:sp>
        <p:nvSpPr>
          <p:cNvPr id="2" name="Footer Placeholder 2">
            <a:extLst>
              <a:ext uri="{FF2B5EF4-FFF2-40B4-BE49-F238E27FC236}">
                <a16:creationId xmlns:a16="http://schemas.microsoft.com/office/drawing/2014/main" id="{A327FB80-3BE6-C71D-6E3F-4D371E6FE775}"/>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317506166"/>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F341B-B372-2187-2300-1C0E98D4053B}"/>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A30CA37B-AC94-FAF6-6F90-3DF379538F84}"/>
              </a:ext>
            </a:extLst>
          </p:cNvPr>
          <p:cNvSpPr>
            <a:spLocks noGrp="1" noChangeArrowheads="1"/>
          </p:cNvSpPr>
          <p:nvPr>
            <p:ph sz="half" idx="2"/>
          </p:nvPr>
        </p:nvSpPr>
        <p:spPr bwMode="auto">
          <a:xfrm>
            <a:off x="251519" y="2204864"/>
            <a:ext cx="8568951" cy="31683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latin typeface="Sakkal Majalla" panose="02000000000000000000" pitchFamily="2" charset="-78"/>
                <a:cs typeface="Sakkal Majalla" panose="02000000000000000000" pitchFamily="2" charset="-78"/>
              </a:rPr>
              <a:t>بناء ولاء العملاء وتشجيع المبيعات المتكررة</a:t>
            </a:r>
          </a:p>
          <a:p>
            <a:pPr marL="685800" rtl="1"/>
            <a:r>
              <a:rPr lang="ar" sz="2600" dirty="0">
                <a:latin typeface="Sakkal Majalla" panose="02000000000000000000" pitchFamily="2" charset="-78"/>
                <a:cs typeface="Sakkal Majalla" panose="02000000000000000000" pitchFamily="2" charset="-78"/>
              </a:rPr>
              <a:t>تشكيل الوعي العام</a:t>
            </a:r>
          </a:p>
          <a:p>
            <a:pPr marL="685800" rtl="1"/>
            <a:r>
              <a:rPr lang="ar" sz="2600" dirty="0">
                <a:latin typeface="Sakkal Majalla" panose="02000000000000000000" pitchFamily="2" charset="-78"/>
                <a:cs typeface="Sakkal Majalla" panose="02000000000000000000" pitchFamily="2" charset="-78"/>
              </a:rPr>
              <a:t>تحسين الصورة العامة</a:t>
            </a:r>
          </a:p>
          <a:p>
            <a:pPr marL="685800" rtl="1"/>
            <a:r>
              <a:rPr lang="ar" sz="2600" dirty="0">
                <a:latin typeface="Sakkal Majalla" panose="02000000000000000000" pitchFamily="2" charset="-78"/>
                <a:cs typeface="Sakkal Majalla" panose="02000000000000000000" pitchFamily="2" charset="-78"/>
              </a:rPr>
              <a:t>تعزيز الإيرادات وهوامش الربح</a:t>
            </a:r>
          </a:p>
          <a:p>
            <a:pPr marL="685800" rtl="1"/>
            <a:r>
              <a:rPr lang="ar" sz="2600" dirty="0">
                <a:latin typeface="Sakkal Majalla" panose="02000000000000000000" pitchFamily="2" charset="-78"/>
                <a:cs typeface="Sakkal Majalla" panose="02000000000000000000" pitchFamily="2" charset="-78"/>
              </a:rPr>
              <a:t>اكتساب ميزة تنافسية</a:t>
            </a:r>
          </a:p>
          <a:p>
            <a:pPr marL="685800" rtl="1"/>
            <a:r>
              <a:rPr lang="ar" sz="2600" dirty="0">
                <a:latin typeface="Sakkal Majalla" panose="02000000000000000000" pitchFamily="2" charset="-78"/>
                <a:cs typeface="Sakkal Majalla" panose="02000000000000000000" pitchFamily="2" charset="-78"/>
              </a:rPr>
              <a:t>فرص مبيعات جديدة</a:t>
            </a:r>
          </a:p>
          <a:p>
            <a:pPr marL="685800" rtl="1"/>
            <a:endParaRPr lang="en-GB" altLang="en-US" sz="2600" dirty="0">
              <a:latin typeface="Sakkal Majalla" panose="02000000000000000000" pitchFamily="2" charset="-78"/>
              <a:cs typeface="Sakkal Majalla" panose="02000000000000000000" pitchFamily="2" charset="-78"/>
            </a:endParaRPr>
          </a:p>
          <a:p>
            <a:pPr indent="0" rtl="1">
              <a:buNone/>
            </a:pPr>
            <a:r>
              <a:rPr lang="ar" sz="2600" b="1" dirty="0">
                <a:latin typeface="Sakkal Majalla" panose="02000000000000000000" pitchFamily="2" charset="-78"/>
                <a:cs typeface="Sakkal Majalla" panose="02000000000000000000" pitchFamily="2" charset="-78"/>
              </a:rPr>
              <a:t>سؤال:</a:t>
            </a:r>
            <a:r>
              <a:rPr lang="ar" sz="2600" dirty="0">
                <a:latin typeface="Sakkal Majalla" panose="02000000000000000000" pitchFamily="2" charset="-78"/>
                <a:cs typeface="Sakkal Majalla" panose="02000000000000000000" pitchFamily="2" charset="-78"/>
              </a:rPr>
              <a:t> هل يمكنك التفكير في أي فوائد أخرى لتنفيذ الأنشطة الترويجية؟</a:t>
            </a:r>
          </a:p>
          <a:p>
            <a:pPr marL="685800" rtl="1"/>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19A96735-2323-84F7-9CEA-31AE1E13F2DC}"/>
              </a:ext>
            </a:extLst>
          </p:cNvPr>
          <p:cNvSpPr>
            <a:spLocks noChangeArrowheads="1"/>
          </p:cNvSpPr>
          <p:nvPr/>
        </p:nvSpPr>
        <p:spPr bwMode="auto">
          <a:xfrm>
            <a:off x="251520"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أ7 فوائد الأنشطة الترويجية</a:t>
            </a:r>
          </a:p>
        </p:txBody>
      </p:sp>
      <p:sp>
        <p:nvSpPr>
          <p:cNvPr id="2" name="Footer Placeholder 2">
            <a:extLst>
              <a:ext uri="{FF2B5EF4-FFF2-40B4-BE49-F238E27FC236}">
                <a16:creationId xmlns:a16="http://schemas.microsoft.com/office/drawing/2014/main" id="{0E8BA308-7E50-1096-EC7E-CB39E1C3FDA4}"/>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3960301219"/>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p>
            <a:pPr rtl="1">
              <a:lnSpc>
                <a:spcPct val="90000"/>
              </a:lnSpc>
            </a:pPr>
            <a:r>
              <a:rPr lang="ar" sz="2000" b="1" dirty="0">
                <a:latin typeface="Sakkal Majalla" panose="02000000000000000000" pitchFamily="2" charset="-78"/>
                <a:cs typeface="Sakkal Majalla" panose="02000000000000000000" pitchFamily="2" charset="-78"/>
              </a:rPr>
              <a:t>نتاج التعلم ب</a:t>
            </a:r>
            <a:br>
              <a:rPr lang="en-US" altLang="en-US" sz="2000" b="1" dirty="0">
                <a:latin typeface="Sakkal Majalla" panose="02000000000000000000" pitchFamily="2" charset="-78"/>
                <a:cs typeface="Sakkal Majalla" panose="02000000000000000000" pitchFamily="2" charset="-78"/>
              </a:rPr>
            </a:br>
            <a:br>
              <a:rPr lang="en-US" altLang="en-US" sz="2000" b="1" dirty="0">
                <a:latin typeface="Sakkal Majalla" panose="02000000000000000000" pitchFamily="2" charset="-78"/>
                <a:cs typeface="Sakkal Majalla" panose="02000000000000000000" pitchFamily="2" charset="-78"/>
              </a:rPr>
            </a:br>
            <a:endParaRPr lang="en-GB" altLang="en-US" sz="2000" b="1"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43610" y="1885816"/>
            <a:ext cx="8207372" cy="40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Bef>
                <a:spcPct val="20000"/>
              </a:spcBef>
            </a:pPr>
            <a:r>
              <a:rPr lang="ar" sz="3400" b="1" dirty="0">
                <a:latin typeface="Sakkal Majalla" panose="02000000000000000000" pitchFamily="2" charset="-78"/>
                <a:cs typeface="Sakkal Majalla" panose="02000000000000000000" pitchFamily="2" charset="-78"/>
              </a:rPr>
              <a:t>إجراء مزيج ترويجي لاستخدامه في شركة ضيافة</a:t>
            </a:r>
          </a:p>
          <a:p>
            <a:pPr marL="342900" indent="-342900" rtl="1">
              <a:spcBef>
                <a:spcPct val="20000"/>
              </a:spcBef>
              <a:buFont typeface="Wingdings" pitchFamily="2" charset="2"/>
              <a:buChar char="§"/>
            </a:pPr>
            <a:endParaRPr lang="en-US" altLang="en-US" sz="3400" b="1" dirty="0">
              <a:highlight>
                <a:srgbClr val="FFFF00"/>
              </a:highlight>
              <a:latin typeface="Sakkal Majalla" panose="02000000000000000000" pitchFamily="2" charset="-78"/>
              <a:cs typeface="Sakkal Majalla" panose="02000000000000000000" pitchFamily="2" charset="-78"/>
            </a:endParaRPr>
          </a:p>
        </p:txBody>
      </p:sp>
      <p:graphicFrame>
        <p:nvGraphicFramePr>
          <p:cNvPr id="3" name="Table 2">
            <a:extLst>
              <a:ext uri="{FF2B5EF4-FFF2-40B4-BE49-F238E27FC236}">
                <a16:creationId xmlns:a16="http://schemas.microsoft.com/office/drawing/2014/main" id="{56AAFCED-9716-FF6B-35BF-AF292C375D17}"/>
              </a:ext>
            </a:extLst>
          </p:cNvPr>
          <p:cNvGraphicFramePr>
            <a:graphicFrameLocks noGrp="1"/>
          </p:cNvGraphicFramePr>
          <p:nvPr>
            <p:extLst>
              <p:ext uri="{D42A27DB-BD31-4B8C-83A1-F6EECF244321}">
                <p14:modId xmlns:p14="http://schemas.microsoft.com/office/powerpoint/2010/main" val="1151291531"/>
              </p:ext>
            </p:extLst>
          </p:nvPr>
        </p:nvGraphicFramePr>
        <p:xfrm>
          <a:off x="457200" y="3443979"/>
          <a:ext cx="8218486" cy="2800462"/>
        </p:xfrm>
        <a:graphic>
          <a:graphicData uri="http://schemas.openxmlformats.org/drawingml/2006/table">
            <a:tbl>
              <a:tblPr>
                <a:solidFill>
                  <a:schemeClr val="accent1">
                    <a:lumMod val="20000"/>
                    <a:lumOff val="80000"/>
                  </a:schemeClr>
                </a:solidFill>
              </a:tblPr>
              <a:tblGrid>
                <a:gridCol w="8218486">
                  <a:extLst>
                    <a:ext uri="{9D8B030D-6E8A-4147-A177-3AD203B41FA5}">
                      <a16:colId xmlns:a16="http://schemas.microsoft.com/office/drawing/2014/main" val="911023741"/>
                    </a:ext>
                  </a:extLst>
                </a:gridCol>
              </a:tblGrid>
              <a:tr h="2322235">
                <a:tc>
                  <a:txBody>
                    <a:bodyPr/>
                    <a:lstStyle/>
                    <a:p>
                      <a:pPr rtl="1"/>
                      <a:r>
                        <a:rPr lang="ar" sz="2500" b="1" cap="none" spc="0" dirty="0">
                          <a:solidFill>
                            <a:schemeClr val="tx1"/>
                          </a:solidFill>
                          <a:effectLst/>
                          <a:latin typeface="Sakkal Majalla" panose="02000000000000000000" pitchFamily="2" charset="-78"/>
                          <a:cs typeface="Sakkal Majalla" panose="02000000000000000000" pitchFamily="2" charset="-78"/>
                        </a:rPr>
                        <a:t>ب1 </a:t>
                      </a:r>
                      <a:r>
                        <a:rPr lang="ar" sz="2500" cap="none" spc="0" dirty="0">
                          <a:solidFill>
                            <a:schemeClr val="tx1"/>
                          </a:solidFill>
                          <a:effectLst/>
                          <a:latin typeface="Sakkal Majalla" panose="02000000000000000000" pitchFamily="2" charset="-78"/>
                          <a:cs typeface="Sakkal Majalla" panose="02000000000000000000" pitchFamily="2" charset="-78"/>
                        </a:rPr>
                        <a:t>أنواع شركات الضيافة </a:t>
                      </a:r>
                    </a:p>
                    <a:p>
                      <a:pPr rtl="1"/>
                      <a:endParaRPr lang="en-GB" sz="2500" cap="none" spc="0" dirty="0">
                        <a:solidFill>
                          <a:schemeClr val="tx1"/>
                        </a:solidFill>
                        <a:effectLst/>
                        <a:latin typeface="Sakkal Majalla" panose="02000000000000000000" pitchFamily="2" charset="-78"/>
                        <a:cs typeface="Sakkal Majalla" panose="02000000000000000000" pitchFamily="2" charset="-78"/>
                      </a:endParaRPr>
                    </a:p>
                    <a:p>
                      <a:pPr rtl="1"/>
                      <a:r>
                        <a:rPr lang="ar" sz="2500" b="1" cap="none" spc="0" dirty="0">
                          <a:solidFill>
                            <a:schemeClr val="tx1"/>
                          </a:solidFill>
                          <a:effectLst/>
                          <a:latin typeface="Sakkal Majalla" panose="02000000000000000000" pitchFamily="2" charset="-78"/>
                          <a:cs typeface="Sakkal Majalla" panose="02000000000000000000" pitchFamily="2" charset="-78"/>
                        </a:rPr>
                        <a:t>ب2 </a:t>
                      </a:r>
                      <a:r>
                        <a:rPr lang="ar" sz="2500" cap="none" spc="0" dirty="0">
                          <a:solidFill>
                            <a:schemeClr val="tx1"/>
                          </a:solidFill>
                          <a:effectLst/>
                          <a:latin typeface="Sakkal Majalla" panose="02000000000000000000" pitchFamily="2" charset="-78"/>
                          <a:cs typeface="Sakkal Majalla" panose="02000000000000000000" pitchFamily="2" charset="-78"/>
                        </a:rPr>
                        <a:t>المزيج الترويجي </a:t>
                      </a:r>
                    </a:p>
                    <a:p>
                      <a:pPr rtl="1"/>
                      <a:endParaRPr lang="en-GB" sz="2500" cap="none" spc="0" dirty="0">
                        <a:solidFill>
                          <a:schemeClr val="tx1"/>
                        </a:solidFill>
                        <a:effectLst/>
                        <a:latin typeface="Sakkal Majalla" panose="02000000000000000000" pitchFamily="2" charset="-78"/>
                        <a:cs typeface="Sakkal Majalla" panose="02000000000000000000" pitchFamily="2" charset="-78"/>
                      </a:endParaRPr>
                    </a:p>
                    <a:p>
                      <a:pPr rtl="1"/>
                      <a:r>
                        <a:rPr lang="ar" sz="2500" b="1" cap="none" spc="0" dirty="0">
                          <a:solidFill>
                            <a:schemeClr val="tx1"/>
                          </a:solidFill>
                          <a:effectLst/>
                          <a:latin typeface="Sakkal Majalla" panose="02000000000000000000" pitchFamily="2" charset="-78"/>
                          <a:cs typeface="Sakkal Majalla" panose="02000000000000000000" pitchFamily="2" charset="-78"/>
                        </a:rPr>
                        <a:t>ب3</a:t>
                      </a:r>
                      <a:r>
                        <a:rPr lang="ar" sz="2500" cap="none" spc="0" dirty="0">
                          <a:solidFill>
                            <a:schemeClr val="tx1"/>
                          </a:solidFill>
                          <a:effectLst/>
                          <a:latin typeface="Sakkal Majalla" panose="02000000000000000000" pitchFamily="2" charset="-78"/>
                          <a:cs typeface="Sakkal Majalla" panose="02000000000000000000" pitchFamily="2" charset="-78"/>
                        </a:rPr>
                        <a:t> مجموعات العملاء والملفات التعريفية </a:t>
                      </a:r>
                    </a:p>
                    <a:p>
                      <a:pPr rtl="1"/>
                      <a:endParaRPr lang="en-GB" sz="2500" cap="none" spc="0" dirty="0">
                        <a:solidFill>
                          <a:schemeClr val="tx1"/>
                        </a:solidFill>
                        <a:effectLst/>
                        <a:latin typeface="Sakkal Majalla" panose="02000000000000000000" pitchFamily="2" charset="-78"/>
                        <a:cs typeface="Sakkal Majalla" panose="02000000000000000000" pitchFamily="2" charset="-78"/>
                      </a:endParaRPr>
                    </a:p>
                    <a:p>
                      <a:pPr rtl="1"/>
                      <a:r>
                        <a:rPr lang="ar" sz="2500" b="1" cap="none" spc="0" dirty="0">
                          <a:solidFill>
                            <a:schemeClr val="tx1"/>
                          </a:solidFill>
                          <a:effectLst/>
                          <a:latin typeface="Sakkal Majalla" panose="02000000000000000000" pitchFamily="2" charset="-78"/>
                          <a:cs typeface="Sakkal Majalla" panose="02000000000000000000" pitchFamily="2" charset="-78"/>
                        </a:rPr>
                        <a:t>ب4</a:t>
                      </a:r>
                      <a:r>
                        <a:rPr lang="ar" sz="2500" cap="none" spc="0" dirty="0">
                          <a:solidFill>
                            <a:schemeClr val="tx1"/>
                          </a:solidFill>
                          <a:effectLst/>
                          <a:latin typeface="Sakkal Majalla" panose="02000000000000000000" pitchFamily="2" charset="-78"/>
                          <a:cs typeface="Sakkal Majalla" panose="02000000000000000000" pitchFamily="2" charset="-78"/>
                        </a:rPr>
                        <a:t> المسائل القانونية والأخلاقية </a:t>
                      </a:r>
                    </a:p>
                  </a:txBody>
                  <a:tcPr marL="69511" marR="69511" marT="0" marB="133462">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408513508"/>
                  </a:ext>
                </a:extLst>
              </a:tr>
            </a:tbl>
          </a:graphicData>
        </a:graphic>
      </p:graphicFrame>
      <p:sp>
        <p:nvSpPr>
          <p:cNvPr id="2" name="Footer Placeholder 2">
            <a:extLst>
              <a:ext uri="{FF2B5EF4-FFF2-40B4-BE49-F238E27FC236}">
                <a16:creationId xmlns:a16="http://schemas.microsoft.com/office/drawing/2014/main" id="{DC561676-7C4E-FF99-385F-9D04A4075B8E}"/>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ب1 أنواع شركات الضيافة</a:t>
            </a:r>
          </a:p>
        </p:txBody>
      </p:sp>
      <p:graphicFrame>
        <p:nvGraphicFramePr>
          <p:cNvPr id="2" name="Diagram 1">
            <a:extLst>
              <a:ext uri="{FF2B5EF4-FFF2-40B4-BE49-F238E27FC236}">
                <a16:creationId xmlns:a16="http://schemas.microsoft.com/office/drawing/2014/main" id="{D75A1F7D-D758-4ED8-9C6F-9B11DB99DC47}"/>
              </a:ext>
            </a:extLst>
          </p:cNvPr>
          <p:cNvGraphicFramePr/>
          <p:nvPr>
            <p:extLst>
              <p:ext uri="{D42A27DB-BD31-4B8C-83A1-F6EECF244321}">
                <p14:modId xmlns:p14="http://schemas.microsoft.com/office/powerpoint/2010/main" val="936096310"/>
              </p:ext>
            </p:extLst>
          </p:nvPr>
        </p:nvGraphicFramePr>
        <p:xfrm>
          <a:off x="-367445" y="1860104"/>
          <a:ext cx="6091573" cy="48965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Content Placeholder 2">
            <a:extLst>
              <a:ext uri="{FF2B5EF4-FFF2-40B4-BE49-F238E27FC236}">
                <a16:creationId xmlns:a16="http://schemas.microsoft.com/office/drawing/2014/main" id="{9F3C428D-5E76-FDEB-7B4A-BFEE5248AA03}"/>
              </a:ext>
            </a:extLst>
          </p:cNvPr>
          <p:cNvSpPr>
            <a:spLocks noGrp="1"/>
          </p:cNvSpPr>
          <p:nvPr>
            <p:ph sz="half" idx="2"/>
          </p:nvPr>
        </p:nvSpPr>
        <p:spPr>
          <a:xfrm>
            <a:off x="5076056" y="2204864"/>
            <a:ext cx="3803483" cy="4392488"/>
          </a:xfrm>
        </p:spPr>
        <p:txBody>
          <a:bodyPr rtlCol="1"/>
          <a:lstStyle/>
          <a:p>
            <a:pPr rtl="1"/>
            <a:r>
              <a:rPr lang="ar" dirty="0">
                <a:latin typeface="Sakkal Majalla" panose="02000000000000000000" pitchFamily="2" charset="-78"/>
                <a:cs typeface="Sakkal Majalla" panose="02000000000000000000" pitchFamily="2" charset="-78"/>
              </a:rPr>
              <a:t>الإقامة</a:t>
            </a:r>
          </a:p>
          <a:p>
            <a:pPr marL="0" indent="0" rtl="1">
              <a:buNone/>
            </a:pPr>
            <a:endParaRPr lang="en-US" dirty="0">
              <a:latin typeface="Sakkal Majalla" panose="02000000000000000000" pitchFamily="2" charset="-78"/>
              <a:cs typeface="Sakkal Majalla" panose="02000000000000000000" pitchFamily="2" charset="-78"/>
            </a:endParaRPr>
          </a:p>
          <a:p>
            <a:pPr rtl="1"/>
            <a:r>
              <a:rPr lang="ar" dirty="0">
                <a:latin typeface="Sakkal Majalla" panose="02000000000000000000" pitchFamily="2" charset="-78"/>
                <a:cs typeface="Sakkal Majalla" panose="02000000000000000000" pitchFamily="2" charset="-78"/>
              </a:rPr>
              <a:t>منافذ الأطعمة والمشروبات بما في ذلك المطاعم، منافذ بيع الوجبات الجاهزة والوجبات السريعة، المقاهي، كافيتريات</a:t>
            </a:r>
          </a:p>
          <a:p>
            <a:pPr rtl="1"/>
            <a:endParaRPr lang="en-US" dirty="0">
              <a:latin typeface="Sakkal Majalla" panose="02000000000000000000" pitchFamily="2" charset="-78"/>
              <a:cs typeface="Sakkal Majalla" panose="02000000000000000000" pitchFamily="2" charset="-78"/>
            </a:endParaRPr>
          </a:p>
          <a:p>
            <a:pPr rtl="1"/>
            <a:r>
              <a:rPr lang="ar" dirty="0">
                <a:latin typeface="Sakkal Majalla" panose="02000000000000000000" pitchFamily="2" charset="-78"/>
                <a:cs typeface="Sakkal Majalla" panose="02000000000000000000" pitchFamily="2" charset="-78"/>
              </a:rPr>
              <a:t>مقدمو خدمات الطعام بموجب العقود.</a:t>
            </a:r>
          </a:p>
          <a:p>
            <a:pPr rtl="1"/>
            <a:endParaRPr lang="en-US"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FB2E08F9-AF76-FF71-B763-8D34B34C0D37}"/>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17DD8-517C-55FD-F680-A717C6317559}"/>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FE69568E-10D2-742A-F057-BC563801B89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900" b="1" dirty="0">
                <a:solidFill>
                  <a:schemeClr val="tx2"/>
                </a:solidFill>
                <a:latin typeface="Sakkal Majalla" panose="02000000000000000000" pitchFamily="2" charset="-78"/>
                <a:cs typeface="Sakkal Majalla" panose="02000000000000000000" pitchFamily="2" charset="-78"/>
              </a:rPr>
              <a:t>ب1 أنواع شركات الضيافة</a:t>
            </a:r>
          </a:p>
        </p:txBody>
      </p:sp>
      <p:sp>
        <p:nvSpPr>
          <p:cNvPr id="34819" name="Content Placeholder 3">
            <a:extLst>
              <a:ext uri="{FF2B5EF4-FFF2-40B4-BE49-F238E27FC236}">
                <a16:creationId xmlns:a16="http://schemas.microsoft.com/office/drawing/2014/main" id="{AB3050E3-86FA-096D-6D11-D41AD4B9A18D}"/>
              </a:ext>
            </a:extLst>
          </p:cNvPr>
          <p:cNvSpPr>
            <a:spLocks noGrp="1" noChangeArrowheads="1"/>
          </p:cNvSpPr>
          <p:nvPr>
            <p:ph sz="half" idx="1"/>
          </p:nvPr>
        </p:nvSpPr>
        <p:spPr bwMode="auto">
          <a:xfrm>
            <a:off x="4716786" y="2132856"/>
            <a:ext cx="4247702" cy="418532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indent="0" rtl="1"/>
            <a:endParaRPr lang="en-GB" altLang="en-US" dirty="0">
              <a:latin typeface="Sakkal Majalla" panose="02000000000000000000" pitchFamily="2" charset="-78"/>
              <a:cs typeface="Sakkal Majalla" panose="02000000000000000000" pitchFamily="2" charset="-78"/>
            </a:endParaRPr>
          </a:p>
          <a:p>
            <a:pPr marL="685800" rtl="1"/>
            <a:r>
              <a:rPr lang="ar" dirty="0">
                <a:latin typeface="Sakkal Majalla" panose="02000000000000000000" pitchFamily="2" charset="-78"/>
                <a:cs typeface="Sakkal Majalla" panose="02000000000000000000" pitchFamily="2" charset="-78"/>
              </a:rPr>
              <a:t>خدمات الضيافة</a:t>
            </a:r>
          </a:p>
          <a:p>
            <a:pPr marL="685800" rtl="1"/>
            <a:r>
              <a:rPr lang="ar" dirty="0">
                <a:latin typeface="Sakkal Majalla" panose="02000000000000000000" pitchFamily="2" charset="-78"/>
                <a:cs typeface="Sakkal Majalla" panose="02000000000000000000" pitchFamily="2" charset="-78"/>
              </a:rPr>
              <a:t>أندية العضوية: بما في ذلك أندية الجمعيات المهنية أو التوظيفية، والأندية الرياضية.</a:t>
            </a:r>
          </a:p>
          <a:p>
            <a:pPr marL="685800" rtl="1"/>
            <a:r>
              <a:rPr lang="ar" dirty="0">
                <a:latin typeface="Sakkal Majalla" panose="02000000000000000000" pitchFamily="2" charset="-78"/>
                <a:cs typeface="Sakkal Majalla" panose="02000000000000000000" pitchFamily="2" charset="-78"/>
              </a:rPr>
              <a:t>الفعاليات، والاجتماعات والمؤتمرات.</a:t>
            </a:r>
          </a:p>
          <a:p>
            <a:pPr marL="685800" rtl="1"/>
            <a:endParaRPr lang="en-GB" altLang="en-US" dirty="0">
              <a:latin typeface="Sakkal Majalla" panose="02000000000000000000" pitchFamily="2" charset="-78"/>
              <a:cs typeface="Sakkal Majalla" panose="02000000000000000000" pitchFamily="2" charset="-78"/>
            </a:endParaRPr>
          </a:p>
          <a:p>
            <a:pPr indent="0" rtl="1">
              <a:buNone/>
            </a:pPr>
            <a:r>
              <a:rPr lang="ar" dirty="0">
                <a:latin typeface="Sakkal Majalla" panose="02000000000000000000" pitchFamily="2" charset="-78"/>
                <a:cs typeface="Sakkal Majalla" panose="02000000000000000000" pitchFamily="2" charset="-78"/>
              </a:rPr>
              <a:t>سؤال: هل يمكنك ذِكر أمثلة على المواقع التي تُقدم خدمات الضيافة؟</a:t>
            </a:r>
          </a:p>
          <a:p>
            <a:pPr marL="685800" rtl="1"/>
            <a:endParaRPr lang="en-GB" altLang="en-US" dirty="0">
              <a:latin typeface="Sakkal Majalla" panose="02000000000000000000" pitchFamily="2" charset="-78"/>
              <a:cs typeface="Sakkal Majalla" panose="02000000000000000000" pitchFamily="2" charset="-78"/>
            </a:endParaRPr>
          </a:p>
        </p:txBody>
      </p:sp>
      <p:pic>
        <p:nvPicPr>
          <p:cNvPr id="4" name="Picture 3" descr="A group of houses on a hill with trees and blue water">
            <a:extLst>
              <a:ext uri="{FF2B5EF4-FFF2-40B4-BE49-F238E27FC236}">
                <a16:creationId xmlns:a16="http://schemas.microsoft.com/office/drawing/2014/main" id="{4F7D9C13-AC26-81F9-FCC6-30164DA96D75}"/>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l="24013"/>
          <a:stretch/>
        </p:blipFill>
        <p:spPr>
          <a:xfrm>
            <a:off x="717219" y="2708920"/>
            <a:ext cx="3638757" cy="3191547"/>
          </a:xfrm>
          <a:prstGeom prst="rect">
            <a:avLst/>
          </a:prstGeom>
        </p:spPr>
      </p:pic>
      <p:sp>
        <p:nvSpPr>
          <p:cNvPr id="2" name="Footer Placeholder 2">
            <a:extLst>
              <a:ext uri="{FF2B5EF4-FFF2-40B4-BE49-F238E27FC236}">
                <a16:creationId xmlns:a16="http://schemas.microsoft.com/office/drawing/2014/main" id="{F55FC614-0B86-B190-ECDA-6326CB361491}"/>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221838270"/>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2281F-4E1A-9D27-EDBD-9AECCAF809C4}"/>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11E8BEAA-15A8-09AB-A1A3-E9CECE1A95FA}"/>
              </a:ext>
            </a:extLst>
          </p:cNvPr>
          <p:cNvSpPr>
            <a:spLocks noGrp="1" noChangeArrowheads="1"/>
          </p:cNvSpPr>
          <p:nvPr>
            <p:ph sz="half" idx="2"/>
          </p:nvPr>
        </p:nvSpPr>
        <p:spPr bwMode="auto">
          <a:xfrm>
            <a:off x="322680" y="1772444"/>
            <a:ext cx="8568951"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dirty="0">
                <a:effectLst/>
                <a:latin typeface="Sakkal Majalla" panose="02000000000000000000" pitchFamily="2" charset="-78"/>
                <a:cs typeface="Sakkal Majalla" panose="02000000000000000000" pitchFamily="2" charset="-78"/>
              </a:rPr>
              <a:t>يجب تصميم المزيج الترويجي لتحقيق أهداف الشركة والأهداف الترويجية</a:t>
            </a:r>
            <a:r>
              <a:rPr lang="ar" sz="2200" dirty="0">
                <a:latin typeface="Sakkal Majalla" panose="02000000000000000000" pitchFamily="2" charset="-78"/>
                <a:cs typeface="Sakkal Majalla" panose="02000000000000000000" pitchFamily="2" charset="-78"/>
              </a:rPr>
              <a:t>. </a:t>
            </a:r>
            <a:r>
              <a:rPr lang="ar" sz="2200" dirty="0">
                <a:effectLst/>
                <a:latin typeface="Sakkal Majalla" panose="02000000000000000000" pitchFamily="2" charset="-78"/>
                <a:ea typeface="Times New Roman" panose="02020603050405020304" pitchFamily="18" charset="0"/>
                <a:cs typeface="Sakkal Majalla" panose="02000000000000000000" pitchFamily="2" charset="-78"/>
              </a:rPr>
              <a:t>يمثل هدف الشركة الغاية العامة طويلة الأجل، وقد تشمل هذه الأهداف:</a:t>
            </a:r>
          </a:p>
          <a:p>
            <a:pPr marL="0" indent="0" rtl="1">
              <a:buNone/>
            </a:pPr>
            <a:endParaRPr lang="en-GB" sz="2200" dirty="0">
              <a:effectLst/>
              <a:latin typeface="Sakkal Majalla" panose="02000000000000000000" pitchFamily="2" charset="-78"/>
              <a:ea typeface="Times New Roman" panose="02020603050405020304" pitchFamily="18" charset="0"/>
              <a:cs typeface="Sakkal Majalla" panose="02000000000000000000" pitchFamily="2" charset="-78"/>
            </a:endParaRPr>
          </a:p>
          <a:p>
            <a:pPr marL="685800" lvl="0" rtl="1">
              <a:lnSpc>
                <a:spcPct val="150000"/>
              </a:lnSpc>
              <a:buSzPts val="1000"/>
              <a:tabLst>
                <a:tab pos="457200" algn="l"/>
              </a:tabLst>
            </a:pPr>
            <a:r>
              <a:rPr lang="ar" sz="2200" dirty="0">
                <a:latin typeface="Sakkal Majalla" panose="02000000000000000000" pitchFamily="2" charset="-78"/>
                <a:cs typeface="Sakkal Majalla" panose="02000000000000000000" pitchFamily="2" charset="-78"/>
              </a:rPr>
              <a:t>زيادة الإيرادات </a:t>
            </a:r>
          </a:p>
          <a:p>
            <a:pPr marL="685800" lvl="0" rtl="1">
              <a:lnSpc>
                <a:spcPct val="150000"/>
              </a:lnSpc>
              <a:buSzPts val="1000"/>
              <a:tabLst>
                <a:tab pos="457200" algn="l"/>
              </a:tabLst>
            </a:pPr>
            <a:r>
              <a:rPr lang="ar" sz="2200" dirty="0">
                <a:latin typeface="Sakkal Majalla" panose="02000000000000000000" pitchFamily="2" charset="-78"/>
                <a:cs typeface="Sakkal Majalla" panose="02000000000000000000" pitchFamily="2" charset="-78"/>
              </a:rPr>
              <a:t>مضاعفة الأرباح</a:t>
            </a:r>
          </a:p>
          <a:p>
            <a:pPr marL="685800" lvl="0" rtl="1">
              <a:lnSpc>
                <a:spcPct val="150000"/>
              </a:lnSpc>
              <a:buSzPts val="1000"/>
              <a:tabLst>
                <a:tab pos="457200" algn="l"/>
              </a:tabLst>
            </a:pPr>
            <a:r>
              <a:rPr lang="ar" sz="2200" dirty="0">
                <a:latin typeface="Sakkal Majalla" panose="02000000000000000000" pitchFamily="2" charset="-78"/>
                <a:cs typeface="Sakkal Majalla" panose="02000000000000000000" pitchFamily="2" charset="-78"/>
              </a:rPr>
              <a:t>رفع الوعي بالعلامة التجارية </a:t>
            </a:r>
          </a:p>
          <a:p>
            <a:pPr marL="685800" lvl="0" rtl="1">
              <a:lnSpc>
                <a:spcPct val="150000"/>
              </a:lnSpc>
              <a:buSzPts val="1000"/>
              <a:tabLst>
                <a:tab pos="457200" algn="l"/>
              </a:tabLst>
            </a:pPr>
            <a:r>
              <a:rPr lang="ar" sz="2200" dirty="0">
                <a:latin typeface="Sakkal Majalla" panose="02000000000000000000" pitchFamily="2" charset="-78"/>
                <a:cs typeface="Sakkal Majalla" panose="02000000000000000000" pitchFamily="2" charset="-78"/>
              </a:rPr>
              <a:t>زيادة الحصة السوقية </a:t>
            </a:r>
          </a:p>
          <a:p>
            <a:pPr marL="685800" lvl="0" rtl="1">
              <a:lnSpc>
                <a:spcPct val="150000"/>
              </a:lnSpc>
              <a:buSzPts val="1000"/>
              <a:tabLst>
                <a:tab pos="457200" algn="l"/>
              </a:tabLst>
            </a:pPr>
            <a:r>
              <a:rPr lang="ar" sz="2200" dirty="0">
                <a:latin typeface="Sakkal Majalla" panose="02000000000000000000" pitchFamily="2" charset="-78"/>
                <a:cs typeface="Sakkal Majalla" panose="02000000000000000000" pitchFamily="2" charset="-78"/>
              </a:rPr>
              <a:t>التوسع في أسواق جديدة </a:t>
            </a:r>
          </a:p>
          <a:p>
            <a:pPr marL="685800" lvl="0" rtl="1">
              <a:lnSpc>
                <a:spcPct val="150000"/>
              </a:lnSpc>
              <a:buSzPts val="1000"/>
              <a:tabLst>
                <a:tab pos="457200" algn="l"/>
              </a:tabLst>
            </a:pPr>
            <a:r>
              <a:rPr lang="ar" sz="2200" dirty="0">
                <a:latin typeface="Sakkal Majalla" panose="02000000000000000000" pitchFamily="2" charset="-78"/>
                <a:cs typeface="Sakkal Majalla" panose="02000000000000000000" pitchFamily="2" charset="-78"/>
              </a:rPr>
              <a:t>نمو الشركة</a:t>
            </a:r>
          </a:p>
          <a:p>
            <a:pPr indent="0" rtl="1">
              <a:buNone/>
            </a:pPr>
            <a:endParaRPr lang="en-GB" altLang="en-US" sz="2200" dirty="0">
              <a:latin typeface="Sakkal Majalla" panose="02000000000000000000" pitchFamily="2" charset="-78"/>
              <a:cs typeface="Sakkal Majalla" panose="02000000000000000000" pitchFamily="2" charset="-78"/>
            </a:endParaRPr>
          </a:p>
          <a:p>
            <a:pPr marL="685800" rtl="1"/>
            <a:endParaRPr lang="en-GB" altLang="en-US" sz="22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6589762C-3B91-933E-6147-85E470AE4DF4}"/>
              </a:ext>
            </a:extLst>
          </p:cNvPr>
          <p:cNvSpPr>
            <a:spLocks noChangeArrowheads="1"/>
          </p:cNvSpPr>
          <p:nvPr/>
        </p:nvSpPr>
        <p:spPr bwMode="auto">
          <a:xfrm>
            <a:off x="323531" y="1124744"/>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ب2</a:t>
            </a:r>
            <a:r>
              <a:rPr lang="en" sz="3400" b="1" dirty="0">
                <a:latin typeface="Sakkal Majalla" panose="02000000000000000000" pitchFamily="2" charset="-78"/>
                <a:cs typeface="Sakkal Majalla" panose="02000000000000000000" pitchFamily="2" charset="-78"/>
              </a:rPr>
              <a:t> المزيج الترويجي (1)</a:t>
            </a:r>
          </a:p>
        </p:txBody>
      </p:sp>
      <p:sp>
        <p:nvSpPr>
          <p:cNvPr id="2" name="Footer Placeholder 2">
            <a:extLst>
              <a:ext uri="{FF2B5EF4-FFF2-40B4-BE49-F238E27FC236}">
                <a16:creationId xmlns:a16="http://schemas.microsoft.com/office/drawing/2014/main" id="{108BDB9C-37BF-290C-635D-DB4D61E40F2F}"/>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2350435868"/>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A6EFF-E7CD-F5C7-25F0-FC82A3BE1EBB}"/>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F6264C51-E7E2-5DC2-C2F8-97608211DBE4}"/>
              </a:ext>
            </a:extLst>
          </p:cNvPr>
          <p:cNvSpPr>
            <a:spLocks noGrp="1" noChangeArrowheads="1"/>
          </p:cNvSpPr>
          <p:nvPr>
            <p:ph sz="half" idx="2"/>
          </p:nvPr>
        </p:nvSpPr>
        <p:spPr bwMode="auto">
          <a:xfrm>
            <a:off x="323530" y="1772444"/>
            <a:ext cx="8568951"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dirty="0">
                <a:effectLst/>
                <a:latin typeface="Sakkal Majalla" panose="02000000000000000000" pitchFamily="2" charset="-78"/>
                <a:cs typeface="Sakkal Majalla" panose="02000000000000000000" pitchFamily="2" charset="-78"/>
              </a:rPr>
              <a:t>أهداف الشركة هي الخطوات قصيرة الأجل التي يجب أن تتخذها لتحقيق غاياتها العامة. </a:t>
            </a:r>
            <a:r>
              <a:rPr lang="ar" sz="2200" dirty="0">
                <a:latin typeface="Sakkal Majalla" panose="02000000000000000000" pitchFamily="2" charset="-78"/>
                <a:cs typeface="Sakkal Majalla" panose="02000000000000000000" pitchFamily="2" charset="-78"/>
              </a:rPr>
              <a:t>تشمل الأمثلة ما يأتي:</a:t>
            </a:r>
          </a:p>
          <a:p>
            <a:pPr marL="0" indent="0" rtl="1">
              <a:buNone/>
            </a:pPr>
            <a:endParaRPr lang="en-GB" sz="2200" dirty="0">
              <a:effectLst/>
              <a:latin typeface="Sakkal Majalla" panose="02000000000000000000" pitchFamily="2" charset="-78"/>
              <a:cs typeface="Sakkal Majalla" panose="02000000000000000000" pitchFamily="2" charset="-78"/>
            </a:endParaRPr>
          </a:p>
          <a:p>
            <a:pPr rtl="1"/>
            <a:r>
              <a:rPr lang="ar" sz="2200" dirty="0">
                <a:effectLst/>
                <a:latin typeface="Sakkal Majalla" panose="02000000000000000000" pitchFamily="2" charset="-78"/>
                <a:cs typeface="Sakkal Majalla" panose="02000000000000000000" pitchFamily="2" charset="-78"/>
              </a:rPr>
              <a:t>التواصل مع العملاء المحتملين لإبلاغهم بمعلومات عن المنتج وشركة الضيافة </a:t>
            </a:r>
          </a:p>
          <a:p>
            <a:pPr rtl="1"/>
            <a:r>
              <a:rPr lang="ar" sz="2200" dirty="0">
                <a:effectLst/>
                <a:latin typeface="Sakkal Majalla" panose="02000000000000000000" pitchFamily="2" charset="-78"/>
                <a:cs typeface="Sakkal Majalla" panose="02000000000000000000" pitchFamily="2" charset="-78"/>
              </a:rPr>
              <a:t>توضيح فوائد المنتج أو الخدمة لهم </a:t>
            </a:r>
          </a:p>
          <a:p>
            <a:pPr rtl="1"/>
            <a:r>
              <a:rPr lang="ar" sz="2200" dirty="0">
                <a:effectLst/>
                <a:latin typeface="Sakkal Majalla" panose="02000000000000000000" pitchFamily="2" charset="-78"/>
                <a:cs typeface="Sakkal Majalla" panose="02000000000000000000" pitchFamily="2" charset="-78"/>
              </a:rPr>
              <a:t>إقناعهم بشراء المنتج أو الخدمة </a:t>
            </a:r>
          </a:p>
          <a:p>
            <a:pPr rtl="1"/>
            <a:r>
              <a:rPr lang="ar" sz="2200" dirty="0">
                <a:effectLst/>
                <a:latin typeface="Sakkal Majalla" panose="02000000000000000000" pitchFamily="2" charset="-78"/>
                <a:cs typeface="Sakkal Majalla" panose="02000000000000000000" pitchFamily="2" charset="-78"/>
              </a:rPr>
              <a:t>تقديم صورة جيدة عن شركة الضيافة </a:t>
            </a:r>
          </a:p>
          <a:p>
            <a:pPr rtl="1"/>
            <a:r>
              <a:rPr lang="ar" sz="2200" dirty="0">
                <a:effectLst/>
                <a:latin typeface="Sakkal Majalla" panose="02000000000000000000" pitchFamily="2" charset="-78"/>
                <a:cs typeface="Sakkal Majalla" panose="02000000000000000000" pitchFamily="2" charset="-78"/>
              </a:rPr>
              <a:t>زيادة حصة السوق </a:t>
            </a:r>
          </a:p>
          <a:p>
            <a:pPr rtl="1"/>
            <a:r>
              <a:rPr lang="ar" sz="2200" dirty="0">
                <a:effectLst/>
                <a:latin typeface="Sakkal Majalla" panose="02000000000000000000" pitchFamily="2" charset="-78"/>
                <a:cs typeface="Sakkal Majalla" panose="02000000000000000000" pitchFamily="2" charset="-78"/>
              </a:rPr>
              <a:t>دخول سوق جديدة </a:t>
            </a:r>
          </a:p>
          <a:p>
            <a:pPr rtl="1"/>
            <a:endParaRPr lang="en-GB" sz="2200" dirty="0">
              <a:latin typeface="Sakkal Majalla" panose="02000000000000000000" pitchFamily="2" charset="-78"/>
              <a:cs typeface="Sakkal Majalla" panose="02000000000000000000" pitchFamily="2" charset="-78"/>
            </a:endParaRPr>
          </a:p>
          <a:p>
            <a:pPr marL="0" indent="0" rtl="1">
              <a:buNone/>
            </a:pPr>
            <a:r>
              <a:rPr lang="ar" sz="2200" dirty="0">
                <a:effectLst/>
                <a:latin typeface="Sakkal Majalla" panose="02000000000000000000" pitchFamily="2" charset="-78"/>
                <a:cs typeface="Sakkal Majalla" panose="02000000000000000000" pitchFamily="2" charset="-78"/>
              </a:rPr>
              <a:t>يجب أن تكون جميع الأهداف قابلة للتحقيق وفقًا لمعيار SMART</a:t>
            </a:r>
          </a:p>
          <a:p>
            <a:pPr marL="0" indent="0" rtl="1">
              <a:buNone/>
            </a:pPr>
            <a:endParaRPr lang="en-GB" sz="2200" dirty="0">
              <a:effectLst/>
              <a:latin typeface="Sakkal Majalla" panose="02000000000000000000" pitchFamily="2" charset="-78"/>
              <a:cs typeface="Sakkal Majalla" panose="02000000000000000000" pitchFamily="2" charset="-78"/>
            </a:endParaRPr>
          </a:p>
          <a:p>
            <a:pPr marL="0" indent="0" rtl="1">
              <a:buNone/>
            </a:pPr>
            <a:r>
              <a:rPr lang="ar" sz="2200" b="1" dirty="0">
                <a:latin typeface="Sakkal Majalla" panose="02000000000000000000" pitchFamily="2" charset="-78"/>
                <a:cs typeface="Sakkal Majalla" panose="02000000000000000000" pitchFamily="2" charset="-78"/>
              </a:rPr>
              <a:t>سؤال: </a:t>
            </a:r>
            <a:r>
              <a:rPr lang="ar" sz="2200" dirty="0">
                <a:latin typeface="Sakkal Majalla" panose="02000000000000000000" pitchFamily="2" charset="-78"/>
                <a:cs typeface="Sakkal Majalla" panose="02000000000000000000" pitchFamily="2" charset="-78"/>
              </a:rPr>
              <a:t>هل يمكنك تذكر ما يعنيه معيار SMART؟</a:t>
            </a:r>
            <a:endParaRPr lang="en-GB" sz="2200" dirty="0">
              <a:effectLst/>
              <a:latin typeface="Sakkal Majalla" panose="02000000000000000000" pitchFamily="2" charset="-78"/>
              <a:cs typeface="Sakkal Majalla" panose="02000000000000000000" pitchFamily="2" charset="-78"/>
            </a:endParaRPr>
          </a:p>
          <a:p>
            <a:pPr indent="0" algn="ctr" rtl="1">
              <a:buNone/>
            </a:pPr>
            <a:endParaRPr lang="en-GB" altLang="en-US" sz="2200" dirty="0">
              <a:latin typeface="Sakkal Majalla" panose="02000000000000000000" pitchFamily="2" charset="-78"/>
              <a:cs typeface="Sakkal Majalla" panose="02000000000000000000" pitchFamily="2" charset="-78"/>
            </a:endParaRPr>
          </a:p>
          <a:p>
            <a:pPr marL="685800" rtl="1"/>
            <a:endParaRPr lang="en-GB" altLang="en-US" sz="22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0751BBF9-14B9-4E17-FAAD-CBC5D3E834D9}"/>
              </a:ext>
            </a:extLst>
          </p:cNvPr>
          <p:cNvSpPr>
            <a:spLocks noChangeArrowheads="1"/>
          </p:cNvSpPr>
          <p:nvPr/>
        </p:nvSpPr>
        <p:spPr bwMode="auto">
          <a:xfrm>
            <a:off x="323530" y="1124744"/>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ب2</a:t>
            </a:r>
            <a:r>
              <a:rPr lang="en" sz="3400" b="1" dirty="0">
                <a:latin typeface="Sakkal Majalla" panose="02000000000000000000" pitchFamily="2" charset="-78"/>
                <a:cs typeface="Sakkal Majalla" panose="02000000000000000000" pitchFamily="2" charset="-78"/>
              </a:rPr>
              <a:t> المزيج الترويجي (2)</a:t>
            </a:r>
          </a:p>
        </p:txBody>
      </p:sp>
      <p:sp>
        <p:nvSpPr>
          <p:cNvPr id="2" name="Footer Placeholder 2">
            <a:extLst>
              <a:ext uri="{FF2B5EF4-FFF2-40B4-BE49-F238E27FC236}">
                <a16:creationId xmlns:a16="http://schemas.microsoft.com/office/drawing/2014/main" id="{2B8BB20A-6938-545C-37D2-B7F985D44AFD}"/>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2238087766"/>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328A2-BE63-155D-9790-BA4FC6B0F5F3}"/>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220BCC6E-BC07-CC7D-8491-6404F4637338}"/>
              </a:ext>
            </a:extLst>
          </p:cNvPr>
          <p:cNvSpPr>
            <a:spLocks noGrp="1" noChangeArrowheads="1"/>
          </p:cNvSpPr>
          <p:nvPr>
            <p:ph sz="half" idx="2"/>
          </p:nvPr>
        </p:nvSpPr>
        <p:spPr bwMode="auto">
          <a:xfrm>
            <a:off x="467644" y="2096852"/>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600" dirty="0">
                <a:effectLst/>
                <a:latin typeface="Sakkal Majalla" panose="02000000000000000000" pitchFamily="2" charset="-78"/>
                <a:cs typeface="Sakkal Majalla" panose="02000000000000000000" pitchFamily="2" charset="-78"/>
              </a:rPr>
              <a:t>العوامل الأخرى التي يجب مراعاتها عند تحديد المزيج الترويجي:</a:t>
            </a:r>
          </a:p>
          <a:p>
            <a:pPr marL="0" indent="0" rtl="1">
              <a:buNone/>
            </a:pPr>
            <a:endParaRPr lang="en-GB" sz="2600" dirty="0">
              <a:effectLst/>
              <a:latin typeface="Sakkal Majalla" panose="02000000000000000000" pitchFamily="2" charset="-78"/>
              <a:cs typeface="Sakkal Majalla" panose="02000000000000000000" pitchFamily="2" charset="-78"/>
            </a:endParaRPr>
          </a:p>
          <a:p>
            <a:pPr rtl="1"/>
            <a:r>
              <a:rPr lang="ar" sz="2600" dirty="0">
                <a:effectLst/>
                <a:latin typeface="Sakkal Majalla" panose="02000000000000000000" pitchFamily="2" charset="-78"/>
                <a:cs typeface="Sakkal Majalla" panose="02000000000000000000" pitchFamily="2" charset="-78"/>
              </a:rPr>
              <a:t>نقاط البيع الفريدة (USPs) للمنتجات والخدمات </a:t>
            </a:r>
          </a:p>
          <a:p>
            <a:pPr rtl="1"/>
            <a:r>
              <a:rPr lang="ar" sz="2600" dirty="0">
                <a:effectLst/>
                <a:latin typeface="Sakkal Majalla" panose="02000000000000000000" pitchFamily="2" charset="-78"/>
                <a:cs typeface="Sakkal Majalla" panose="02000000000000000000" pitchFamily="2" charset="-78"/>
              </a:rPr>
              <a:t>السوق المستهدفة</a:t>
            </a:r>
          </a:p>
          <a:p>
            <a:pPr rtl="1"/>
            <a:r>
              <a:rPr lang="ar" sz="2600" dirty="0">
                <a:effectLst/>
                <a:latin typeface="Sakkal Majalla" panose="02000000000000000000" pitchFamily="2" charset="-78"/>
                <a:cs typeface="Sakkal Majalla" panose="02000000000000000000" pitchFamily="2" charset="-78"/>
              </a:rPr>
              <a:t>الموارد المطلوبة </a:t>
            </a:r>
          </a:p>
          <a:p>
            <a:pPr rtl="1"/>
            <a:r>
              <a:rPr lang="ar" sz="2600" dirty="0">
                <a:effectLst/>
                <a:latin typeface="Sakkal Majalla" panose="02000000000000000000" pitchFamily="2" charset="-78"/>
                <a:cs typeface="Sakkal Majalla" panose="02000000000000000000" pitchFamily="2" charset="-78"/>
              </a:rPr>
              <a:t>الفوائد التي ستعود على للشركة </a:t>
            </a:r>
          </a:p>
          <a:p>
            <a:pPr rtl="1"/>
            <a:r>
              <a:rPr lang="ar" sz="2600" dirty="0">
                <a:effectLst/>
                <a:latin typeface="Sakkal Majalla" panose="02000000000000000000" pitchFamily="2" charset="-78"/>
                <a:cs typeface="Sakkal Majalla" panose="02000000000000000000" pitchFamily="2" charset="-78"/>
              </a:rPr>
              <a:t>التكاليف التي ستتحملها الشركة</a:t>
            </a:r>
          </a:p>
          <a:p>
            <a:pPr indent="0" algn="ctr" rtl="1">
              <a:buNone/>
            </a:pPr>
            <a:endParaRPr lang="en-GB" altLang="en-US" sz="2600" dirty="0">
              <a:latin typeface="Sakkal Majalla" panose="02000000000000000000" pitchFamily="2" charset="-78"/>
              <a:cs typeface="Sakkal Majalla" panose="02000000000000000000" pitchFamily="2" charset="-78"/>
            </a:endParaRPr>
          </a:p>
          <a:p>
            <a:pPr marL="685800" rtl="1"/>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F1797D5B-6347-2EEA-D40D-1FF329453994}"/>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ب2</a:t>
            </a:r>
            <a:r>
              <a:rPr lang="en" sz="3800" b="1" dirty="0">
                <a:latin typeface="Sakkal Majalla" panose="02000000000000000000" pitchFamily="2" charset="-78"/>
                <a:cs typeface="Sakkal Majalla" panose="02000000000000000000" pitchFamily="2" charset="-78"/>
              </a:rPr>
              <a:t> المزيج الترويجي (3)</a:t>
            </a:r>
          </a:p>
        </p:txBody>
      </p:sp>
      <p:sp>
        <p:nvSpPr>
          <p:cNvPr id="2" name="Footer Placeholder 2">
            <a:extLst>
              <a:ext uri="{FF2B5EF4-FFF2-40B4-BE49-F238E27FC236}">
                <a16:creationId xmlns:a16="http://schemas.microsoft.com/office/drawing/2014/main" id="{708BCC84-A140-44D2-1EE0-C9D4EA90093B}"/>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968870800"/>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430DF-09AB-3947-1585-5CBDFC32C4F6}"/>
            </a:ext>
          </a:extLst>
        </p:cNvPr>
        <p:cNvGrpSpPr/>
        <p:nvPr/>
      </p:nvGrpSpPr>
      <p:grpSpPr>
        <a:xfrm>
          <a:off x="0" y="0"/>
          <a:ext cx="0" cy="0"/>
          <a:chOff x="0" y="0"/>
          <a:chExt cx="0" cy="0"/>
        </a:xfrm>
      </p:grpSpPr>
      <p:pic>
        <p:nvPicPr>
          <p:cNvPr id="4" name="Picture 3" descr="A group of people around a blue arrow">
            <a:extLst>
              <a:ext uri="{FF2B5EF4-FFF2-40B4-BE49-F238E27FC236}">
                <a16:creationId xmlns:a16="http://schemas.microsoft.com/office/drawing/2014/main" id="{CCAFF174-236C-5D47-AF15-2F696520B31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74429" y="2564904"/>
            <a:ext cx="3852244" cy="2889183"/>
          </a:xfrm>
          <a:prstGeom prst="rect">
            <a:avLst/>
          </a:prstGeom>
        </p:spPr>
      </p:pic>
      <p:sp>
        <p:nvSpPr>
          <p:cNvPr id="34820" name="Rectangle 1">
            <a:extLst>
              <a:ext uri="{FF2B5EF4-FFF2-40B4-BE49-F238E27FC236}">
                <a16:creationId xmlns:a16="http://schemas.microsoft.com/office/drawing/2014/main" id="{37657524-0346-46FA-0857-246A2EAD4D9E}"/>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400" b="1" dirty="0">
                <a:solidFill>
                  <a:schemeClr val="tx2"/>
                </a:solidFill>
                <a:latin typeface="Sakkal Majalla" panose="02000000000000000000" pitchFamily="2" charset="-78"/>
                <a:cs typeface="Sakkal Majalla" panose="02000000000000000000" pitchFamily="2" charset="-78"/>
              </a:rPr>
              <a:t>ب3 مجموعات العملاء والملفات التعريفية (1)</a:t>
            </a:r>
          </a:p>
        </p:txBody>
      </p:sp>
      <p:sp>
        <p:nvSpPr>
          <p:cNvPr id="34819" name="Content Placeholder 3">
            <a:extLst>
              <a:ext uri="{FF2B5EF4-FFF2-40B4-BE49-F238E27FC236}">
                <a16:creationId xmlns:a16="http://schemas.microsoft.com/office/drawing/2014/main" id="{94C14CA2-8CB3-0025-CB50-94056459A4BA}"/>
              </a:ext>
            </a:extLst>
          </p:cNvPr>
          <p:cNvSpPr>
            <a:spLocks noGrp="1" noChangeArrowheads="1"/>
          </p:cNvSpPr>
          <p:nvPr>
            <p:ph sz="half" idx="1"/>
          </p:nvPr>
        </p:nvSpPr>
        <p:spPr bwMode="auto">
          <a:xfrm>
            <a:off x="4648199" y="2196001"/>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indent="0" rtl="1">
              <a:buNone/>
            </a:pPr>
            <a:endParaRPr lang="en-GB" altLang="en-US" sz="2600" dirty="0">
              <a:latin typeface="Sakkal Majalla" panose="02000000000000000000" pitchFamily="2" charset="-78"/>
              <a:cs typeface="Sakkal Majalla" panose="02000000000000000000" pitchFamily="2" charset="-78"/>
            </a:endParaRPr>
          </a:p>
          <a:p>
            <a:pPr indent="0" rtl="1">
              <a:buNone/>
            </a:pPr>
            <a:r>
              <a:rPr lang="ar" sz="2600" dirty="0">
                <a:latin typeface="Sakkal Majalla" panose="02000000000000000000" pitchFamily="2" charset="-78"/>
                <a:cs typeface="Sakkal Majalla" panose="02000000000000000000" pitchFamily="2" charset="-78"/>
              </a:rPr>
              <a:t>مجموعات العملاء: </a:t>
            </a:r>
          </a:p>
          <a:p>
            <a:pPr marL="685800" rtl="1"/>
            <a:r>
              <a:rPr lang="ar" sz="2600" dirty="0">
                <a:latin typeface="Sakkal Majalla" panose="02000000000000000000" pitchFamily="2" charset="-78"/>
                <a:cs typeface="Sakkal Majalla" panose="02000000000000000000" pitchFamily="2" charset="-78"/>
              </a:rPr>
              <a:t>الأفراد</a:t>
            </a:r>
          </a:p>
          <a:p>
            <a:pPr marL="685800" rtl="1"/>
            <a:r>
              <a:rPr lang="ar" sz="2600" dirty="0">
                <a:latin typeface="Sakkal Majalla" panose="02000000000000000000" pitchFamily="2" charset="-78"/>
                <a:cs typeface="Sakkal Majalla" panose="02000000000000000000" pitchFamily="2" charset="-78"/>
              </a:rPr>
              <a:t>الشركة </a:t>
            </a:r>
          </a:p>
          <a:p>
            <a:pPr marL="685800" rtl="1">
              <a:buFont typeface="Courier New" panose="02070309020205020404" pitchFamily="49" charset="0"/>
              <a:buChar char="o"/>
            </a:pPr>
            <a:r>
              <a:rPr lang="ar" sz="2600" dirty="0">
                <a:latin typeface="Sakkal Majalla" panose="02000000000000000000" pitchFamily="2" charset="-78"/>
                <a:cs typeface="Sakkal Majalla" panose="02000000000000000000" pitchFamily="2" charset="-78"/>
              </a:rPr>
              <a:t>التعامل بين الشركات (B2B)</a:t>
            </a:r>
          </a:p>
          <a:p>
            <a:pPr marL="685800" rtl="1">
              <a:buFont typeface="Courier New" panose="02070309020205020404" pitchFamily="49" charset="0"/>
              <a:buChar char="o"/>
            </a:pPr>
            <a:r>
              <a:rPr lang="ar" sz="2600" dirty="0">
                <a:latin typeface="Sakkal Majalla" panose="02000000000000000000" pitchFamily="2" charset="-78"/>
                <a:cs typeface="Sakkal Majalla" panose="02000000000000000000" pitchFamily="2" charset="-78"/>
              </a:rPr>
              <a:t>التعامل بين الشركة والمستهلك (B2C)</a:t>
            </a:r>
          </a:p>
          <a:p>
            <a:pPr indent="0" rtl="1"/>
            <a:endParaRPr lang="en-GB" altLang="en-US" sz="2600" dirty="0">
              <a:latin typeface="Sakkal Majalla" panose="02000000000000000000" pitchFamily="2" charset="-78"/>
              <a:cs typeface="Sakkal Majalla" panose="02000000000000000000" pitchFamily="2" charset="-78"/>
            </a:endParaRPr>
          </a:p>
          <a:p>
            <a:pPr indent="0" rtl="1"/>
            <a:endParaRPr lang="en-GB" altLang="en-US" sz="2600" dirty="0">
              <a:latin typeface="Sakkal Majalla" panose="02000000000000000000" pitchFamily="2" charset="-78"/>
              <a:cs typeface="Sakkal Majalla" panose="02000000000000000000" pitchFamily="2" charset="-78"/>
            </a:endParaRPr>
          </a:p>
          <a:p>
            <a:pPr marL="685800" rtl="1"/>
            <a:endParaRPr lang="en-GB" altLang="en-US" sz="2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9E218BF3-73F6-F232-ACAD-21FB30B6D577}"/>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3218704908"/>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EA626-619A-2CEF-7506-C1FB5A376508}"/>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EE802C73-6442-EBCF-16B2-4B5636FC1626}"/>
              </a:ext>
            </a:extLst>
          </p:cNvPr>
          <p:cNvSpPr>
            <a:spLocks noGrp="1" noChangeArrowheads="1"/>
          </p:cNvSpPr>
          <p:nvPr>
            <p:ph sz="half" idx="2"/>
          </p:nvPr>
        </p:nvSpPr>
        <p:spPr bwMode="auto">
          <a:xfrm>
            <a:off x="251520" y="2096852"/>
            <a:ext cx="864096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b="1" dirty="0">
                <a:latin typeface="Sakkal Majalla" panose="02000000000000000000" pitchFamily="2" charset="-78"/>
                <a:cs typeface="Sakkal Majalla" panose="02000000000000000000" pitchFamily="2" charset="-78"/>
              </a:rPr>
              <a:t>الملفات التعريفية للعملاء</a:t>
            </a:r>
          </a:p>
          <a:p>
            <a:pPr indent="0" rtl="1">
              <a:buNone/>
            </a:pPr>
            <a:r>
              <a:rPr lang="ar" dirty="0">
                <a:latin typeface="Sakkal Majalla" panose="02000000000000000000" pitchFamily="2" charset="-78"/>
                <a:cs typeface="Sakkal Majalla" panose="02000000000000000000" pitchFamily="2" charset="-78"/>
              </a:rPr>
              <a:t>عملية تحديد ملفات تعريف العملاء هي وصف مجموعة من العملاء باستخدام البيانات وعدد من الخصائص التي قد تشمل:</a:t>
            </a:r>
          </a:p>
          <a:p>
            <a:pPr indent="0" rtl="1">
              <a:buNone/>
            </a:pPr>
            <a:endParaRPr lang="en-GB" altLang="en-US" b="1" dirty="0">
              <a:latin typeface="Sakkal Majalla" panose="02000000000000000000" pitchFamily="2" charset="-78"/>
              <a:cs typeface="Sakkal Majalla" panose="02000000000000000000" pitchFamily="2" charset="-78"/>
            </a:endParaRPr>
          </a:p>
          <a:p>
            <a:pPr marL="685800" rtl="1"/>
            <a:r>
              <a:rPr lang="ar" dirty="0">
                <a:latin typeface="Sakkal Majalla" panose="02000000000000000000" pitchFamily="2" charset="-78"/>
                <a:cs typeface="Sakkal Majalla" panose="02000000000000000000" pitchFamily="2" charset="-78"/>
              </a:rPr>
              <a:t>التصنيف الديموغرافي: العمر، التعليم، الدخل، حجم الأسرة، العرق، المهنة، أو الجنسية</a:t>
            </a:r>
          </a:p>
          <a:p>
            <a:pPr marL="685800" rtl="1"/>
            <a:r>
              <a:rPr lang="ar" dirty="0">
                <a:latin typeface="Sakkal Majalla" panose="02000000000000000000" pitchFamily="2" charset="-78"/>
                <a:cs typeface="Sakkal Majalla" panose="02000000000000000000" pitchFamily="2" charset="-78"/>
              </a:rPr>
              <a:t>التصنيف السلوكي: عادات الإنفاق، نمط الحياة، الاستخدام</a:t>
            </a:r>
          </a:p>
          <a:p>
            <a:pPr marL="685800" rtl="1"/>
            <a:r>
              <a:rPr lang="ar" dirty="0">
                <a:latin typeface="Sakkal Majalla" panose="02000000000000000000" pitchFamily="2" charset="-78"/>
                <a:cs typeface="Sakkal Majalla" panose="02000000000000000000" pitchFamily="2" charset="-78"/>
              </a:rPr>
              <a:t>التصنيف النفسي: نمط الحياة، سمات الشخصية، القيم، الآراء، الاهتمامات</a:t>
            </a:r>
          </a:p>
          <a:p>
            <a:pPr marL="685800" rtl="1"/>
            <a:r>
              <a:rPr lang="ar" dirty="0">
                <a:latin typeface="Sakkal Majalla" panose="02000000000000000000" pitchFamily="2" charset="-78"/>
                <a:cs typeface="Sakkal Majalla" panose="02000000000000000000" pitchFamily="2" charset="-78"/>
              </a:rPr>
              <a:t>التصنيف الجغرافي: الموقع</a:t>
            </a: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F788F0CE-8EC2-7931-CC92-42B73F398CBB}"/>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ب3 مجموعات العملاء والملفات التعريفية (2)</a:t>
            </a:r>
          </a:p>
        </p:txBody>
      </p:sp>
      <p:sp>
        <p:nvSpPr>
          <p:cNvPr id="2" name="Footer Placeholder 2">
            <a:extLst>
              <a:ext uri="{FF2B5EF4-FFF2-40B4-BE49-F238E27FC236}">
                <a16:creationId xmlns:a16="http://schemas.microsoft.com/office/drawing/2014/main" id="{CB3DF644-5AEC-D4E0-674C-4FE39EE58BB6}"/>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3438760594"/>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F1EFC-6CE8-F74A-E9FC-540641DAE72C}"/>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55A5AF12-9DE3-708C-A257-DEE0E5F8E863}"/>
              </a:ext>
            </a:extLst>
          </p:cNvPr>
          <p:cNvSpPr>
            <a:spLocks noGrp="1" noChangeArrowheads="1"/>
          </p:cNvSpPr>
          <p:nvPr>
            <p:ph sz="half" idx="2"/>
          </p:nvPr>
        </p:nvSpPr>
        <p:spPr bwMode="auto">
          <a:xfrm>
            <a:off x="467644" y="1916832"/>
            <a:ext cx="8568951"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dirty="0">
                <a:latin typeface="Sakkal Majalla" panose="02000000000000000000" pitchFamily="2" charset="-78"/>
                <a:cs typeface="Sakkal Majalla" panose="02000000000000000000" pitchFamily="2" charset="-78"/>
              </a:rPr>
              <a:t>طرق أخرى لتصنيف أو تقسيم العملاء</a:t>
            </a:r>
          </a:p>
          <a:p>
            <a:pPr indent="0" rtl="1">
              <a:buNone/>
            </a:pPr>
            <a:endParaRPr lang="en-GB" altLang="en-US" dirty="0">
              <a:latin typeface="Sakkal Majalla" panose="02000000000000000000" pitchFamily="2" charset="-78"/>
              <a:cs typeface="Sakkal Majalla" panose="02000000000000000000" pitchFamily="2" charset="-78"/>
            </a:endParaRPr>
          </a:p>
          <a:p>
            <a:pPr marL="685800" rtl="1"/>
            <a:r>
              <a:rPr lang="ar" dirty="0">
                <a:latin typeface="Sakkal Majalla" panose="02000000000000000000" pitchFamily="2" charset="-78"/>
                <a:cs typeface="Sakkal Majalla" panose="02000000000000000000" pitchFamily="2" charset="-78"/>
              </a:rPr>
              <a:t>تعليقات العملاء، الإعجاب والرفض</a:t>
            </a:r>
          </a:p>
          <a:p>
            <a:pPr marL="685800" rtl="1"/>
            <a:r>
              <a:rPr lang="ar" dirty="0">
                <a:latin typeface="Sakkal Majalla" panose="02000000000000000000" pitchFamily="2" charset="-78"/>
                <a:cs typeface="Sakkal Majalla" panose="02000000000000000000" pitchFamily="2" charset="-78"/>
              </a:rPr>
              <a:t>قنوات الوسائط المفضلة: الهاتف، البريد الإلكتروني، البريد العادي، وسائل التواصل الاجتماعي عبر الإنترنت، استمارات التعليقات</a:t>
            </a:r>
          </a:p>
          <a:p>
            <a:pPr marL="685800" rtl="1"/>
            <a:r>
              <a:rPr lang="ar" dirty="0">
                <a:latin typeface="Sakkal Majalla" panose="02000000000000000000" pitchFamily="2" charset="-78"/>
                <a:cs typeface="Sakkal Majalla" panose="02000000000000000000" pitchFamily="2" charset="-78"/>
              </a:rPr>
              <a:t>سبب الزيارة أو الشراء:</a:t>
            </a:r>
          </a:p>
        </p:txBody>
      </p:sp>
      <p:sp>
        <p:nvSpPr>
          <p:cNvPr id="34820" name="Rectangle 1">
            <a:extLst>
              <a:ext uri="{FF2B5EF4-FFF2-40B4-BE49-F238E27FC236}">
                <a16:creationId xmlns:a16="http://schemas.microsoft.com/office/drawing/2014/main" id="{D5E2300D-6557-0BA9-65CD-0A0F3404ECC9}"/>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ب3 مجموعات العملاء والملفات التعريفية (3)</a:t>
            </a:r>
          </a:p>
        </p:txBody>
      </p:sp>
      <p:grpSp>
        <p:nvGrpSpPr>
          <p:cNvPr id="8" name="Group 7">
            <a:extLst>
              <a:ext uri="{FF2B5EF4-FFF2-40B4-BE49-F238E27FC236}">
                <a16:creationId xmlns:a16="http://schemas.microsoft.com/office/drawing/2014/main" id="{6BC47DF3-A3F4-FA8D-5E8F-03F7682B719D}"/>
              </a:ext>
            </a:extLst>
          </p:cNvPr>
          <p:cNvGrpSpPr/>
          <p:nvPr/>
        </p:nvGrpSpPr>
        <p:grpSpPr>
          <a:xfrm>
            <a:off x="2555776" y="4581128"/>
            <a:ext cx="5107449" cy="1998464"/>
            <a:chOff x="2555776" y="4581128"/>
            <a:chExt cx="5107449" cy="1998464"/>
          </a:xfrm>
        </p:grpSpPr>
        <p:sp>
          <p:nvSpPr>
            <p:cNvPr id="4" name="Freeform: Shape 3">
              <a:extLst>
                <a:ext uri="{FF2B5EF4-FFF2-40B4-BE49-F238E27FC236}">
                  <a16:creationId xmlns:a16="http://schemas.microsoft.com/office/drawing/2014/main" id="{D816828C-1558-9FD0-FE3C-2218A550DD90}"/>
                </a:ext>
              </a:extLst>
            </p:cNvPr>
            <p:cNvSpPr/>
            <p:nvPr/>
          </p:nvSpPr>
          <p:spPr>
            <a:xfrm>
              <a:off x="5201804" y="4581128"/>
              <a:ext cx="2461421" cy="1998464"/>
            </a:xfrm>
            <a:custGeom>
              <a:avLst/>
              <a:gdLst>
                <a:gd name="connsiteX0" fmla="*/ 0 w 2461421"/>
                <a:gd name="connsiteY0" fmla="*/ 199846 h 1998464"/>
                <a:gd name="connsiteX1" fmla="*/ 199846 w 2461421"/>
                <a:gd name="connsiteY1" fmla="*/ 0 h 1998464"/>
                <a:gd name="connsiteX2" fmla="*/ 2261575 w 2461421"/>
                <a:gd name="connsiteY2" fmla="*/ 0 h 1998464"/>
                <a:gd name="connsiteX3" fmla="*/ 2461421 w 2461421"/>
                <a:gd name="connsiteY3" fmla="*/ 199846 h 1998464"/>
                <a:gd name="connsiteX4" fmla="*/ 2461421 w 2461421"/>
                <a:gd name="connsiteY4" fmla="*/ 1798618 h 1998464"/>
                <a:gd name="connsiteX5" fmla="*/ 2261575 w 2461421"/>
                <a:gd name="connsiteY5" fmla="*/ 1998464 h 1998464"/>
                <a:gd name="connsiteX6" fmla="*/ 199846 w 2461421"/>
                <a:gd name="connsiteY6" fmla="*/ 1998464 h 1998464"/>
                <a:gd name="connsiteX7" fmla="*/ 0 w 2461421"/>
                <a:gd name="connsiteY7" fmla="*/ 1798618 h 1998464"/>
                <a:gd name="connsiteX8" fmla="*/ 0 w 2461421"/>
                <a:gd name="connsiteY8" fmla="*/ 199846 h 1998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1421" h="1998464">
                  <a:moveTo>
                    <a:pt x="0" y="199846"/>
                  </a:moveTo>
                  <a:cubicBezTo>
                    <a:pt x="0" y="89474"/>
                    <a:pt x="89474" y="0"/>
                    <a:pt x="199846" y="0"/>
                  </a:cubicBezTo>
                  <a:lnTo>
                    <a:pt x="2261575" y="0"/>
                  </a:lnTo>
                  <a:cubicBezTo>
                    <a:pt x="2371947" y="0"/>
                    <a:pt x="2461421" y="89474"/>
                    <a:pt x="2461421" y="199846"/>
                  </a:cubicBezTo>
                  <a:lnTo>
                    <a:pt x="2461421" y="1798618"/>
                  </a:lnTo>
                  <a:cubicBezTo>
                    <a:pt x="2461421" y="1908990"/>
                    <a:pt x="2371947" y="1998464"/>
                    <a:pt x="2261575" y="1998464"/>
                  </a:cubicBezTo>
                  <a:lnTo>
                    <a:pt x="199846" y="1998464"/>
                  </a:lnTo>
                  <a:cubicBezTo>
                    <a:pt x="89474" y="1998464"/>
                    <a:pt x="0" y="1908990"/>
                    <a:pt x="0" y="1798618"/>
                  </a:cubicBezTo>
                  <a:lnTo>
                    <a:pt x="0" y="199846"/>
                  </a:lnTo>
                  <a:close/>
                </a:path>
              </a:pathLst>
            </a:custGeom>
            <a:solidFill>
              <a:schemeClr val="accent6">
                <a:lumMod val="20000"/>
                <a:lumOff val="80000"/>
              </a:schemeClr>
            </a:solidFill>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spcFirstLastPara="0" vert="horz" wrap="square" lIns="91440" tIns="91440" rIns="91440" bIns="1490365" numCol="1" spcCol="1270" rtlCol="1" anchor="ctr" anchorCtr="0">
              <a:noAutofit/>
            </a:bodyPr>
            <a:lstStyle/>
            <a:p>
              <a:pPr marL="0" lvl="0" indent="0" algn="ctr" defTabSz="1066800" rtl="1">
                <a:lnSpc>
                  <a:spcPct val="90000"/>
                </a:lnSpc>
                <a:spcBef>
                  <a:spcPct val="0"/>
                </a:spcBef>
                <a:spcAft>
                  <a:spcPct val="35000"/>
                </a:spcAft>
                <a:buNone/>
              </a:pPr>
              <a:r>
                <a:rPr lang="ar" sz="2900" kern="1200" dirty="0">
                  <a:latin typeface="Sakkal Majalla" panose="02000000000000000000" pitchFamily="2" charset="-78"/>
                  <a:cs typeface="Sakkal Majalla" panose="02000000000000000000" pitchFamily="2" charset="-78"/>
                </a:rPr>
                <a:t>الشركة</a:t>
              </a:r>
            </a:p>
          </p:txBody>
        </p:sp>
        <p:sp>
          <p:nvSpPr>
            <p:cNvPr id="5" name="Freeform: Shape 4">
              <a:extLst>
                <a:ext uri="{FF2B5EF4-FFF2-40B4-BE49-F238E27FC236}">
                  <a16:creationId xmlns:a16="http://schemas.microsoft.com/office/drawing/2014/main" id="{55B36865-6267-E2BA-64CA-27008E548F50}"/>
                </a:ext>
              </a:extLst>
            </p:cNvPr>
            <p:cNvSpPr/>
            <p:nvPr/>
          </p:nvSpPr>
          <p:spPr>
            <a:xfrm>
              <a:off x="5447946" y="5180667"/>
              <a:ext cx="1969137" cy="1299001"/>
            </a:xfrm>
            <a:custGeom>
              <a:avLst/>
              <a:gdLst>
                <a:gd name="connsiteX0" fmla="*/ 0 w 1969137"/>
                <a:gd name="connsiteY0" fmla="*/ 129900 h 1299001"/>
                <a:gd name="connsiteX1" fmla="*/ 129900 w 1969137"/>
                <a:gd name="connsiteY1" fmla="*/ 0 h 1299001"/>
                <a:gd name="connsiteX2" fmla="*/ 1839237 w 1969137"/>
                <a:gd name="connsiteY2" fmla="*/ 0 h 1299001"/>
                <a:gd name="connsiteX3" fmla="*/ 1969137 w 1969137"/>
                <a:gd name="connsiteY3" fmla="*/ 129900 h 1299001"/>
                <a:gd name="connsiteX4" fmla="*/ 1969137 w 1969137"/>
                <a:gd name="connsiteY4" fmla="*/ 1169101 h 1299001"/>
                <a:gd name="connsiteX5" fmla="*/ 1839237 w 1969137"/>
                <a:gd name="connsiteY5" fmla="*/ 1299001 h 1299001"/>
                <a:gd name="connsiteX6" fmla="*/ 129900 w 1969137"/>
                <a:gd name="connsiteY6" fmla="*/ 1299001 h 1299001"/>
                <a:gd name="connsiteX7" fmla="*/ 0 w 1969137"/>
                <a:gd name="connsiteY7" fmla="*/ 1169101 h 1299001"/>
                <a:gd name="connsiteX8" fmla="*/ 0 w 1969137"/>
                <a:gd name="connsiteY8" fmla="*/ 129900 h 1299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9137" h="1299001">
                  <a:moveTo>
                    <a:pt x="0" y="129900"/>
                  </a:moveTo>
                  <a:cubicBezTo>
                    <a:pt x="0" y="58158"/>
                    <a:pt x="58158" y="0"/>
                    <a:pt x="129900" y="0"/>
                  </a:cubicBezTo>
                  <a:lnTo>
                    <a:pt x="1839237" y="0"/>
                  </a:lnTo>
                  <a:cubicBezTo>
                    <a:pt x="1910979" y="0"/>
                    <a:pt x="1969137" y="58158"/>
                    <a:pt x="1969137" y="129900"/>
                  </a:cubicBezTo>
                  <a:lnTo>
                    <a:pt x="1969137" y="1169101"/>
                  </a:lnTo>
                  <a:cubicBezTo>
                    <a:pt x="1969137" y="1240843"/>
                    <a:pt x="1910979" y="1299001"/>
                    <a:pt x="1839237" y="1299001"/>
                  </a:cubicBezTo>
                  <a:lnTo>
                    <a:pt x="129900" y="1299001"/>
                  </a:lnTo>
                  <a:cubicBezTo>
                    <a:pt x="58158" y="1299001"/>
                    <a:pt x="0" y="1240843"/>
                    <a:pt x="0" y="1169101"/>
                  </a:cubicBezTo>
                  <a:lnTo>
                    <a:pt x="0" y="129900"/>
                  </a:lnTo>
                  <a:close/>
                </a:path>
              </a:pathLst>
            </a:custGeom>
            <a:solidFill>
              <a:schemeClr val="accent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3606" tIns="64716" rIns="73606" bIns="64716" numCol="1" spcCol="1270" rtlCol="1" anchor="ctr" anchorCtr="0">
              <a:noAutofit/>
            </a:bodyPr>
            <a:lstStyle/>
            <a:p>
              <a:pPr marL="0" lvl="0" indent="0" algn="ctr" defTabSz="622300" rtl="1">
                <a:lnSpc>
                  <a:spcPct val="90000"/>
                </a:lnSpc>
                <a:spcBef>
                  <a:spcPct val="0"/>
                </a:spcBef>
                <a:spcAft>
                  <a:spcPct val="35000"/>
                </a:spcAft>
                <a:buNone/>
              </a:pPr>
              <a:r>
                <a:rPr lang="ar" sz="1600" b="1" kern="1200" dirty="0">
                  <a:latin typeface="Sakkal Majalla" panose="02000000000000000000" pitchFamily="2" charset="-78"/>
                  <a:cs typeface="Sakkal Majalla" panose="02000000000000000000" pitchFamily="2" charset="-78"/>
                </a:rPr>
                <a:t>المؤتمرات</a:t>
              </a:r>
            </a:p>
            <a:p>
              <a:pPr marL="0" lvl="0" indent="0" algn="ctr" defTabSz="622300" rtl="1">
                <a:lnSpc>
                  <a:spcPct val="90000"/>
                </a:lnSpc>
                <a:spcBef>
                  <a:spcPct val="0"/>
                </a:spcBef>
                <a:spcAft>
                  <a:spcPct val="35000"/>
                </a:spcAft>
                <a:buNone/>
              </a:pPr>
              <a:r>
                <a:rPr lang="ar" sz="1600" b="1" kern="1200" dirty="0">
                  <a:latin typeface="Sakkal Majalla" panose="02000000000000000000" pitchFamily="2" charset="-78"/>
                  <a:cs typeface="Sakkal Majalla" panose="02000000000000000000" pitchFamily="2" charset="-78"/>
                </a:rPr>
                <a:t>الفعاليات</a:t>
              </a:r>
            </a:p>
            <a:p>
              <a:pPr marL="0" lvl="0" indent="0" algn="ctr" defTabSz="622300" rtl="1">
                <a:lnSpc>
                  <a:spcPct val="90000"/>
                </a:lnSpc>
                <a:spcBef>
                  <a:spcPct val="0"/>
                </a:spcBef>
                <a:spcAft>
                  <a:spcPct val="35000"/>
                </a:spcAft>
                <a:buNone/>
              </a:pPr>
              <a:r>
                <a:rPr lang="ar" sz="1600" b="1" kern="1200" dirty="0">
                  <a:latin typeface="Sakkal Majalla" panose="02000000000000000000" pitchFamily="2" charset="-78"/>
                  <a:cs typeface="Sakkal Majalla" panose="02000000000000000000" pitchFamily="2" charset="-78"/>
                </a:rPr>
                <a:t>الاجتماعات</a:t>
              </a:r>
            </a:p>
          </p:txBody>
        </p:sp>
        <p:sp>
          <p:nvSpPr>
            <p:cNvPr id="6" name="Freeform: Shape 5">
              <a:extLst>
                <a:ext uri="{FF2B5EF4-FFF2-40B4-BE49-F238E27FC236}">
                  <a16:creationId xmlns:a16="http://schemas.microsoft.com/office/drawing/2014/main" id="{2783985F-C5F4-D591-B664-F49492F1D6CA}"/>
                </a:ext>
              </a:extLst>
            </p:cNvPr>
            <p:cNvSpPr/>
            <p:nvPr/>
          </p:nvSpPr>
          <p:spPr>
            <a:xfrm>
              <a:off x="2555776" y="4581128"/>
              <a:ext cx="2461421" cy="1998464"/>
            </a:xfrm>
            <a:custGeom>
              <a:avLst/>
              <a:gdLst>
                <a:gd name="connsiteX0" fmla="*/ 0 w 2461421"/>
                <a:gd name="connsiteY0" fmla="*/ 199846 h 1998464"/>
                <a:gd name="connsiteX1" fmla="*/ 199846 w 2461421"/>
                <a:gd name="connsiteY1" fmla="*/ 0 h 1998464"/>
                <a:gd name="connsiteX2" fmla="*/ 2261575 w 2461421"/>
                <a:gd name="connsiteY2" fmla="*/ 0 h 1998464"/>
                <a:gd name="connsiteX3" fmla="*/ 2461421 w 2461421"/>
                <a:gd name="connsiteY3" fmla="*/ 199846 h 1998464"/>
                <a:gd name="connsiteX4" fmla="*/ 2461421 w 2461421"/>
                <a:gd name="connsiteY4" fmla="*/ 1798618 h 1998464"/>
                <a:gd name="connsiteX5" fmla="*/ 2261575 w 2461421"/>
                <a:gd name="connsiteY5" fmla="*/ 1998464 h 1998464"/>
                <a:gd name="connsiteX6" fmla="*/ 199846 w 2461421"/>
                <a:gd name="connsiteY6" fmla="*/ 1998464 h 1998464"/>
                <a:gd name="connsiteX7" fmla="*/ 0 w 2461421"/>
                <a:gd name="connsiteY7" fmla="*/ 1798618 h 1998464"/>
                <a:gd name="connsiteX8" fmla="*/ 0 w 2461421"/>
                <a:gd name="connsiteY8" fmla="*/ 199846 h 1998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1421" h="1998464">
                  <a:moveTo>
                    <a:pt x="0" y="199846"/>
                  </a:moveTo>
                  <a:cubicBezTo>
                    <a:pt x="0" y="89474"/>
                    <a:pt x="89474" y="0"/>
                    <a:pt x="199846" y="0"/>
                  </a:cubicBezTo>
                  <a:lnTo>
                    <a:pt x="2261575" y="0"/>
                  </a:lnTo>
                  <a:cubicBezTo>
                    <a:pt x="2371947" y="0"/>
                    <a:pt x="2461421" y="89474"/>
                    <a:pt x="2461421" y="199846"/>
                  </a:cubicBezTo>
                  <a:lnTo>
                    <a:pt x="2461421" y="1798618"/>
                  </a:lnTo>
                  <a:cubicBezTo>
                    <a:pt x="2461421" y="1908990"/>
                    <a:pt x="2371947" y="1998464"/>
                    <a:pt x="2261575" y="1998464"/>
                  </a:cubicBezTo>
                  <a:lnTo>
                    <a:pt x="199846" y="1998464"/>
                  </a:lnTo>
                  <a:cubicBezTo>
                    <a:pt x="89474" y="1998464"/>
                    <a:pt x="0" y="1908990"/>
                    <a:pt x="0" y="1798618"/>
                  </a:cubicBezTo>
                  <a:lnTo>
                    <a:pt x="0" y="199846"/>
                  </a:lnTo>
                  <a:close/>
                </a:path>
              </a:pathLst>
            </a:custGeom>
            <a:solidFill>
              <a:schemeClr val="accent6">
                <a:lumMod val="20000"/>
                <a:lumOff val="80000"/>
              </a:schemeClr>
            </a:solidFill>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spcFirstLastPara="0" vert="horz" wrap="square" lIns="91440" tIns="91440" rIns="91440" bIns="1490365" numCol="1" spcCol="1270" rtlCol="1" anchor="ctr" anchorCtr="0">
              <a:noAutofit/>
            </a:bodyPr>
            <a:lstStyle/>
            <a:p>
              <a:pPr marL="0" lvl="0" indent="0" algn="ctr" defTabSz="1066800" rtl="1">
                <a:lnSpc>
                  <a:spcPct val="90000"/>
                </a:lnSpc>
                <a:spcBef>
                  <a:spcPct val="0"/>
                </a:spcBef>
                <a:spcAft>
                  <a:spcPct val="35000"/>
                </a:spcAft>
                <a:buNone/>
              </a:pPr>
              <a:r>
                <a:rPr lang="ar" sz="2900" kern="1200" dirty="0">
                  <a:latin typeface="Sakkal Majalla" panose="02000000000000000000" pitchFamily="2" charset="-78"/>
                  <a:cs typeface="Sakkal Majalla" panose="02000000000000000000" pitchFamily="2" charset="-78"/>
                </a:rPr>
                <a:t>الترفيه</a:t>
              </a:r>
            </a:p>
          </p:txBody>
        </p:sp>
        <p:sp>
          <p:nvSpPr>
            <p:cNvPr id="7" name="Freeform: Shape 6">
              <a:extLst>
                <a:ext uri="{FF2B5EF4-FFF2-40B4-BE49-F238E27FC236}">
                  <a16:creationId xmlns:a16="http://schemas.microsoft.com/office/drawing/2014/main" id="{2004EDF3-4441-F19D-A597-55630B16A907}"/>
                </a:ext>
              </a:extLst>
            </p:cNvPr>
            <p:cNvSpPr/>
            <p:nvPr/>
          </p:nvSpPr>
          <p:spPr>
            <a:xfrm>
              <a:off x="2801918" y="5180667"/>
              <a:ext cx="1969137" cy="1299001"/>
            </a:xfrm>
            <a:custGeom>
              <a:avLst/>
              <a:gdLst>
                <a:gd name="connsiteX0" fmla="*/ 0 w 1969137"/>
                <a:gd name="connsiteY0" fmla="*/ 129900 h 1299001"/>
                <a:gd name="connsiteX1" fmla="*/ 129900 w 1969137"/>
                <a:gd name="connsiteY1" fmla="*/ 0 h 1299001"/>
                <a:gd name="connsiteX2" fmla="*/ 1839237 w 1969137"/>
                <a:gd name="connsiteY2" fmla="*/ 0 h 1299001"/>
                <a:gd name="connsiteX3" fmla="*/ 1969137 w 1969137"/>
                <a:gd name="connsiteY3" fmla="*/ 129900 h 1299001"/>
                <a:gd name="connsiteX4" fmla="*/ 1969137 w 1969137"/>
                <a:gd name="connsiteY4" fmla="*/ 1169101 h 1299001"/>
                <a:gd name="connsiteX5" fmla="*/ 1839237 w 1969137"/>
                <a:gd name="connsiteY5" fmla="*/ 1299001 h 1299001"/>
                <a:gd name="connsiteX6" fmla="*/ 129900 w 1969137"/>
                <a:gd name="connsiteY6" fmla="*/ 1299001 h 1299001"/>
                <a:gd name="connsiteX7" fmla="*/ 0 w 1969137"/>
                <a:gd name="connsiteY7" fmla="*/ 1169101 h 1299001"/>
                <a:gd name="connsiteX8" fmla="*/ 0 w 1969137"/>
                <a:gd name="connsiteY8" fmla="*/ 129900 h 1299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9137" h="1299001">
                  <a:moveTo>
                    <a:pt x="0" y="129900"/>
                  </a:moveTo>
                  <a:cubicBezTo>
                    <a:pt x="0" y="58158"/>
                    <a:pt x="58158" y="0"/>
                    <a:pt x="129900" y="0"/>
                  </a:cubicBezTo>
                  <a:lnTo>
                    <a:pt x="1839237" y="0"/>
                  </a:lnTo>
                  <a:cubicBezTo>
                    <a:pt x="1910979" y="0"/>
                    <a:pt x="1969137" y="58158"/>
                    <a:pt x="1969137" y="129900"/>
                  </a:cubicBezTo>
                  <a:lnTo>
                    <a:pt x="1969137" y="1169101"/>
                  </a:lnTo>
                  <a:cubicBezTo>
                    <a:pt x="1969137" y="1240843"/>
                    <a:pt x="1910979" y="1299001"/>
                    <a:pt x="1839237" y="1299001"/>
                  </a:cubicBezTo>
                  <a:lnTo>
                    <a:pt x="129900" y="1299001"/>
                  </a:lnTo>
                  <a:cubicBezTo>
                    <a:pt x="58158" y="1299001"/>
                    <a:pt x="0" y="1240843"/>
                    <a:pt x="0" y="1169101"/>
                  </a:cubicBezTo>
                  <a:lnTo>
                    <a:pt x="0" y="129900"/>
                  </a:lnTo>
                  <a:close/>
                </a:path>
              </a:pathLst>
            </a:custGeom>
            <a:solidFill>
              <a:schemeClr val="accent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68526" tIns="60906" rIns="68526" bIns="60906" numCol="1" spcCol="1270" rtlCol="1" anchor="ctr" anchorCtr="0">
              <a:noAutofit/>
            </a:bodyPr>
            <a:lstStyle/>
            <a:p>
              <a:pPr marL="0" lvl="0" indent="0" algn="ctr" defTabSz="533400" rtl="1">
                <a:lnSpc>
                  <a:spcPct val="90000"/>
                </a:lnSpc>
                <a:spcBef>
                  <a:spcPct val="0"/>
                </a:spcBef>
                <a:spcAft>
                  <a:spcPct val="35000"/>
                </a:spcAft>
                <a:buNone/>
              </a:pPr>
              <a:endParaRPr lang="en-GB" sz="1600" kern="1200" dirty="0">
                <a:latin typeface="Sakkal Majalla" panose="02000000000000000000" pitchFamily="2" charset="-78"/>
                <a:cs typeface="Sakkal Majalla" panose="02000000000000000000" pitchFamily="2" charset="-78"/>
              </a:endParaRPr>
            </a:p>
            <a:p>
              <a:pPr marL="0" lvl="0" indent="0" algn="ctr" defTabSz="533400" rtl="1">
                <a:lnSpc>
                  <a:spcPct val="90000"/>
                </a:lnSpc>
                <a:spcBef>
                  <a:spcPct val="0"/>
                </a:spcBef>
                <a:spcAft>
                  <a:spcPct val="35000"/>
                </a:spcAft>
                <a:buNone/>
              </a:pPr>
              <a:r>
                <a:rPr lang="ar" sz="1600" b="1" kern="1200" dirty="0">
                  <a:latin typeface="Sakkal Majalla" panose="02000000000000000000" pitchFamily="2" charset="-78"/>
                  <a:cs typeface="Sakkal Majalla" panose="02000000000000000000" pitchFamily="2" charset="-78"/>
                </a:rPr>
                <a:t>العطلات</a:t>
              </a:r>
            </a:p>
            <a:p>
              <a:pPr marL="0" lvl="0" indent="0" algn="ctr" defTabSz="533400" rtl="1">
                <a:lnSpc>
                  <a:spcPct val="90000"/>
                </a:lnSpc>
                <a:spcBef>
                  <a:spcPct val="0"/>
                </a:spcBef>
                <a:spcAft>
                  <a:spcPct val="35000"/>
                </a:spcAft>
                <a:buNone/>
              </a:pPr>
              <a:r>
                <a:rPr lang="ar" sz="1600" b="1" kern="1200" dirty="0">
                  <a:latin typeface="Sakkal Majalla" panose="02000000000000000000" pitchFamily="2" charset="-78"/>
                  <a:cs typeface="Sakkal Majalla" panose="02000000000000000000" pitchFamily="2" charset="-78"/>
                </a:rPr>
                <a:t>استراحة قصيرة</a:t>
              </a:r>
            </a:p>
            <a:p>
              <a:pPr marL="0" lvl="0" indent="0" algn="ctr" defTabSz="533400" rtl="1">
                <a:lnSpc>
                  <a:spcPct val="90000"/>
                </a:lnSpc>
                <a:spcBef>
                  <a:spcPct val="0"/>
                </a:spcBef>
                <a:spcAft>
                  <a:spcPct val="35000"/>
                </a:spcAft>
                <a:buNone/>
              </a:pPr>
              <a:r>
                <a:rPr lang="ar" sz="1600" b="1" kern="1200" dirty="0">
                  <a:latin typeface="Sakkal Majalla" panose="02000000000000000000" pitchFamily="2" charset="-78"/>
                  <a:cs typeface="Sakkal Majalla" panose="02000000000000000000" pitchFamily="2" charset="-78"/>
                </a:rPr>
                <a:t>الاحتفال</a:t>
              </a:r>
            </a:p>
            <a:p>
              <a:pPr marL="0" lvl="0" indent="0" algn="ctr" defTabSz="533400" rtl="1">
                <a:lnSpc>
                  <a:spcPct val="90000"/>
                </a:lnSpc>
                <a:spcBef>
                  <a:spcPct val="0"/>
                </a:spcBef>
                <a:spcAft>
                  <a:spcPct val="35000"/>
                </a:spcAft>
                <a:buNone/>
              </a:pPr>
              <a:endParaRPr lang="en-GB" sz="1600" kern="1200" dirty="0">
                <a:latin typeface="Sakkal Majalla" panose="02000000000000000000" pitchFamily="2" charset="-78"/>
                <a:cs typeface="Sakkal Majalla" panose="02000000000000000000" pitchFamily="2" charset="-78"/>
              </a:endParaRPr>
            </a:p>
          </p:txBody>
        </p:sp>
      </p:grpSp>
      <p:sp>
        <p:nvSpPr>
          <p:cNvPr id="2" name="Footer Placeholder 2">
            <a:extLst>
              <a:ext uri="{FF2B5EF4-FFF2-40B4-BE49-F238E27FC236}">
                <a16:creationId xmlns:a16="http://schemas.microsoft.com/office/drawing/2014/main" id="{94F5D3C3-E005-54D9-2E46-58F9182396A1}"/>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747827775"/>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5E3E2-5E87-6906-42DA-E65773A9F08A}"/>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3EA0D864-F14D-58C6-9AC4-BF4C81A1A172}"/>
              </a:ext>
            </a:extLst>
          </p:cNvPr>
          <p:cNvSpPr>
            <a:spLocks noGrp="1" noChangeArrowheads="1"/>
          </p:cNvSpPr>
          <p:nvPr>
            <p:ph sz="half" idx="2"/>
          </p:nvPr>
        </p:nvSpPr>
        <p:spPr bwMode="auto">
          <a:xfrm>
            <a:off x="467644" y="2344451"/>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latin typeface="Sakkal Majalla" panose="02000000000000000000" pitchFamily="2" charset="-78"/>
                <a:cs typeface="Sakkal Majalla" panose="02000000000000000000" pitchFamily="2" charset="-78"/>
              </a:rPr>
              <a:t>متطلبات قانونية وأخلاقية:</a:t>
            </a:r>
          </a:p>
          <a:p>
            <a:pPr marL="685800" rtl="1"/>
            <a:r>
              <a:rPr lang="ar" sz="2600" dirty="0">
                <a:latin typeface="Sakkal Majalla" panose="02000000000000000000" pitchFamily="2" charset="-78"/>
                <a:cs typeface="Sakkal Majalla" panose="02000000000000000000" pitchFamily="2" charset="-78"/>
              </a:rPr>
              <a:t>القوانين التي تحمي العملاء</a:t>
            </a:r>
          </a:p>
          <a:p>
            <a:pPr marL="685800" rtl="1"/>
            <a:r>
              <a:rPr lang="ar" sz="2600" dirty="0">
                <a:latin typeface="Sakkal Majalla" panose="02000000000000000000" pitchFamily="2" charset="-78"/>
                <a:cs typeface="Sakkal Majalla" panose="02000000000000000000" pitchFamily="2" charset="-78"/>
              </a:rPr>
              <a:t>معايير المنتجات ذات الصلة</a:t>
            </a:r>
          </a:p>
          <a:p>
            <a:pPr marL="685800" rtl="1"/>
            <a:r>
              <a:rPr lang="ar" sz="2600" dirty="0">
                <a:latin typeface="Sakkal Majalla" panose="02000000000000000000" pitchFamily="2" charset="-78"/>
                <a:cs typeface="Sakkal Majalla" panose="02000000000000000000" pitchFamily="2" charset="-78"/>
              </a:rPr>
              <a:t>تجنب المعلومات الكاذبة أو المضللة</a:t>
            </a:r>
          </a:p>
          <a:p>
            <a:pPr marL="685800" rtl="1"/>
            <a:r>
              <a:rPr lang="ar" sz="2600" dirty="0">
                <a:latin typeface="Sakkal Majalla" panose="02000000000000000000" pitchFamily="2" charset="-78"/>
                <a:cs typeface="Sakkal Majalla" panose="02000000000000000000" pitchFamily="2" charset="-78"/>
              </a:rPr>
              <a:t>احترام خصوصية العملاء وحماية بياناتهم</a:t>
            </a:r>
          </a:p>
          <a:p>
            <a:pPr marL="685800" rtl="1"/>
            <a:r>
              <a:rPr lang="ar" sz="2600" dirty="0">
                <a:latin typeface="Sakkal Majalla" panose="02000000000000000000" pitchFamily="2" charset="-78"/>
                <a:cs typeface="Sakkal Majalla" panose="02000000000000000000" pitchFamily="2" charset="-78"/>
              </a:rPr>
              <a:t>احترام الاختلافات الثقافية وتجنب السلوك التمييزي.</a:t>
            </a:r>
          </a:p>
        </p:txBody>
      </p:sp>
      <p:sp>
        <p:nvSpPr>
          <p:cNvPr id="34820" name="Rectangle 1">
            <a:extLst>
              <a:ext uri="{FF2B5EF4-FFF2-40B4-BE49-F238E27FC236}">
                <a16:creationId xmlns:a16="http://schemas.microsoft.com/office/drawing/2014/main" id="{8F64E3E0-46C5-654E-AFD8-49D192476A56}"/>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ب4 المسائل القانونية والأخلاقية (1)</a:t>
            </a:r>
          </a:p>
        </p:txBody>
      </p:sp>
      <p:sp>
        <p:nvSpPr>
          <p:cNvPr id="2" name="Footer Placeholder 2">
            <a:extLst>
              <a:ext uri="{FF2B5EF4-FFF2-40B4-BE49-F238E27FC236}">
                <a16:creationId xmlns:a16="http://schemas.microsoft.com/office/drawing/2014/main" id="{B45E6AF5-D591-6E9C-F270-20675C53FB76}"/>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4043446142"/>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D1203-9DB7-4CE9-F8D8-BC9776818F59}"/>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0FE98211-D4F6-F69E-8967-C4C618E830AD}"/>
              </a:ext>
            </a:extLst>
          </p:cNvPr>
          <p:cNvSpPr>
            <a:spLocks noGrp="1" noChangeArrowheads="1"/>
          </p:cNvSpPr>
          <p:nvPr>
            <p:ph sz="half" idx="2"/>
          </p:nvPr>
        </p:nvSpPr>
        <p:spPr bwMode="auto">
          <a:xfrm>
            <a:off x="467644" y="2344451"/>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latin typeface="Sakkal Majalla" panose="02000000000000000000" pitchFamily="2" charset="-78"/>
                <a:cs typeface="Sakkal Majalla" panose="02000000000000000000" pitchFamily="2" charset="-78"/>
              </a:rPr>
              <a:t>الآثار القانونية:</a:t>
            </a:r>
          </a:p>
          <a:p>
            <a:pPr marL="685800" rtl="1"/>
            <a:r>
              <a:rPr lang="ar" sz="2600" dirty="0">
                <a:latin typeface="Sakkal Majalla" panose="02000000000000000000" pitchFamily="2" charset="-78"/>
                <a:cs typeface="Sakkal Majalla" panose="02000000000000000000" pitchFamily="2" charset="-78"/>
              </a:rPr>
              <a:t>حماية المستهلك</a:t>
            </a:r>
          </a:p>
          <a:p>
            <a:pPr marL="685800" rtl="1"/>
            <a:r>
              <a:rPr lang="ar" sz="2600" dirty="0">
                <a:latin typeface="Sakkal Majalla" panose="02000000000000000000" pitchFamily="2" charset="-78"/>
                <a:cs typeface="Sakkal Majalla" panose="02000000000000000000" pitchFamily="2" charset="-78"/>
              </a:rPr>
              <a:t>حماية البيانات</a:t>
            </a:r>
          </a:p>
          <a:p>
            <a:pPr marL="685800" rtl="1"/>
            <a:r>
              <a:rPr lang="ar" sz="2600" dirty="0">
                <a:latin typeface="Sakkal Majalla" panose="02000000000000000000" pitchFamily="2" charset="-78"/>
                <a:cs typeface="Sakkal Majalla" panose="02000000000000000000" pitchFamily="2" charset="-78"/>
              </a:rPr>
              <a:t>الآثار التي تتحملها شركة الضيافة بسبب انتهاك التشريعات القانونية</a:t>
            </a:r>
          </a:p>
          <a:p>
            <a:pPr marL="685800" rtl="1"/>
            <a:r>
              <a:rPr lang="ar" sz="2600" dirty="0">
                <a:latin typeface="Sakkal Majalla" panose="02000000000000000000" pitchFamily="2" charset="-78"/>
                <a:cs typeface="Sakkal Majalla" panose="02000000000000000000" pitchFamily="2" charset="-78"/>
              </a:rPr>
              <a:t>الآثار التي يتحملها مسؤول المبيعات بسبب انتهاك التشريعات القانونية</a:t>
            </a:r>
          </a:p>
        </p:txBody>
      </p:sp>
      <p:sp>
        <p:nvSpPr>
          <p:cNvPr id="34820" name="Rectangle 1">
            <a:extLst>
              <a:ext uri="{FF2B5EF4-FFF2-40B4-BE49-F238E27FC236}">
                <a16:creationId xmlns:a16="http://schemas.microsoft.com/office/drawing/2014/main" id="{7F901541-781C-FD13-509A-587BA2FB076B}"/>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ب4 المسائل القانونية والأخلاقية (2)</a:t>
            </a:r>
          </a:p>
        </p:txBody>
      </p:sp>
      <p:sp>
        <p:nvSpPr>
          <p:cNvPr id="2" name="Footer Placeholder 2">
            <a:extLst>
              <a:ext uri="{FF2B5EF4-FFF2-40B4-BE49-F238E27FC236}">
                <a16:creationId xmlns:a16="http://schemas.microsoft.com/office/drawing/2014/main" id="{DB8F1B37-C903-5D6C-9480-409572B18FBE}"/>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243095261"/>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82352" y="126876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ج</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4255" y="1775172"/>
            <a:ext cx="7991475" cy="136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استعراض مهارات البيع الشخصي لمنتج أو خدمة ضيافة</a:t>
            </a:r>
          </a:p>
        </p:txBody>
      </p:sp>
      <p:graphicFrame>
        <p:nvGraphicFramePr>
          <p:cNvPr id="3" name="Table 2">
            <a:extLst>
              <a:ext uri="{FF2B5EF4-FFF2-40B4-BE49-F238E27FC236}">
                <a16:creationId xmlns:a16="http://schemas.microsoft.com/office/drawing/2014/main" id="{E44E59F5-DB35-4177-1D61-B97E58836968}"/>
              </a:ext>
            </a:extLst>
          </p:cNvPr>
          <p:cNvGraphicFramePr>
            <a:graphicFrameLocks noGrp="1"/>
          </p:cNvGraphicFramePr>
          <p:nvPr>
            <p:extLst>
              <p:ext uri="{D42A27DB-BD31-4B8C-83A1-F6EECF244321}">
                <p14:modId xmlns:p14="http://schemas.microsoft.com/office/powerpoint/2010/main" val="1329953951"/>
              </p:ext>
            </p:extLst>
          </p:nvPr>
        </p:nvGraphicFramePr>
        <p:xfrm>
          <a:off x="410522" y="3429000"/>
          <a:ext cx="8229600" cy="3017520"/>
        </p:xfrm>
        <a:graphic>
          <a:graphicData uri="http://schemas.openxmlformats.org/drawingml/2006/table">
            <a:tbl>
              <a:tblPr/>
              <a:tblGrid>
                <a:gridCol w="8229600">
                  <a:extLst>
                    <a:ext uri="{9D8B030D-6E8A-4147-A177-3AD203B41FA5}">
                      <a16:colId xmlns:a16="http://schemas.microsoft.com/office/drawing/2014/main" val="4039936278"/>
                    </a:ext>
                  </a:extLst>
                </a:gridCol>
              </a:tblGrid>
              <a:tr h="2413993">
                <a:tc>
                  <a:txBody>
                    <a:bodyPr/>
                    <a:lstStyle/>
                    <a:p>
                      <a:pPr rtl="1"/>
                      <a:r>
                        <a:rPr lang="ar" sz="2200" b="1" dirty="0">
                          <a:effectLst/>
                          <a:latin typeface="Sakkal Majalla" panose="02000000000000000000" pitchFamily="2" charset="-78"/>
                          <a:cs typeface="Sakkal Majalla" panose="02000000000000000000" pitchFamily="2" charset="-78"/>
                        </a:rPr>
                        <a:t>ج1 </a:t>
                      </a:r>
                      <a:r>
                        <a:rPr lang="ar" sz="2200" dirty="0">
                          <a:effectLst/>
                          <a:latin typeface="Sakkal Majalla" panose="02000000000000000000" pitchFamily="2" charset="-78"/>
                          <a:cs typeface="Sakkal Majalla" panose="02000000000000000000" pitchFamily="2" charset="-78"/>
                        </a:rPr>
                        <a:t>عملية الشراء الخاصة بالعميل </a:t>
                      </a:r>
                    </a:p>
                    <a:p>
                      <a:pPr rtl="1"/>
                      <a:endParaRPr lang="en-GB" sz="2200" dirty="0">
                        <a:effectLst/>
                        <a:latin typeface="Sakkal Majalla" panose="02000000000000000000" pitchFamily="2" charset="-78"/>
                        <a:cs typeface="Sakkal Majalla" panose="02000000000000000000" pitchFamily="2" charset="-78"/>
                      </a:endParaRPr>
                    </a:p>
                    <a:p>
                      <a:pPr rtl="1"/>
                      <a:r>
                        <a:rPr lang="ar" sz="2200" b="1" dirty="0">
                          <a:effectLst/>
                          <a:latin typeface="Sakkal Majalla" panose="02000000000000000000" pitchFamily="2" charset="-78"/>
                          <a:cs typeface="Sakkal Majalla" panose="02000000000000000000" pitchFamily="2" charset="-78"/>
                        </a:rPr>
                        <a:t>ج2 </a:t>
                      </a:r>
                      <a:r>
                        <a:rPr lang="ar" sz="2200" dirty="0">
                          <a:effectLst/>
                          <a:latin typeface="Sakkal Majalla" panose="02000000000000000000" pitchFamily="2" charset="-78"/>
                          <a:cs typeface="Sakkal Majalla" panose="02000000000000000000" pitchFamily="2" charset="-78"/>
                        </a:rPr>
                        <a:t>نوع البيع </a:t>
                      </a:r>
                    </a:p>
                    <a:p>
                      <a:pPr rtl="1"/>
                      <a:endParaRPr lang="en-GB" sz="2200" dirty="0">
                        <a:effectLst/>
                        <a:latin typeface="Sakkal Majalla" panose="02000000000000000000" pitchFamily="2" charset="-78"/>
                        <a:cs typeface="Sakkal Majalla" panose="02000000000000000000" pitchFamily="2" charset="-78"/>
                      </a:endParaRPr>
                    </a:p>
                    <a:p>
                      <a:pPr rtl="1"/>
                      <a:r>
                        <a:rPr lang="ar" sz="2200" b="1" dirty="0">
                          <a:effectLst/>
                          <a:latin typeface="Sakkal Majalla" panose="02000000000000000000" pitchFamily="2" charset="-78"/>
                          <a:cs typeface="Sakkal Majalla" panose="02000000000000000000" pitchFamily="2" charset="-78"/>
                        </a:rPr>
                        <a:t>ج3 </a:t>
                      </a:r>
                      <a:r>
                        <a:rPr lang="ar" sz="2200" dirty="0">
                          <a:effectLst/>
                          <a:latin typeface="Sakkal Majalla" panose="02000000000000000000" pitchFamily="2" charset="-78"/>
                          <a:cs typeface="Sakkal Majalla" panose="02000000000000000000" pitchFamily="2" charset="-78"/>
                        </a:rPr>
                        <a:t>العوامل المؤثرة في قرار العميل للشراء </a:t>
                      </a:r>
                    </a:p>
                    <a:p>
                      <a:pPr rtl="1"/>
                      <a:endParaRPr lang="en-GB" sz="2200" dirty="0">
                        <a:effectLst/>
                        <a:latin typeface="Sakkal Majalla" panose="02000000000000000000" pitchFamily="2" charset="-78"/>
                        <a:cs typeface="Sakkal Majalla" panose="02000000000000000000" pitchFamily="2" charset="-78"/>
                      </a:endParaRPr>
                    </a:p>
                    <a:p>
                      <a:pPr rtl="1"/>
                      <a:r>
                        <a:rPr lang="ar" sz="2200" b="1" dirty="0">
                          <a:effectLst/>
                          <a:latin typeface="Sakkal Majalla" panose="02000000000000000000" pitchFamily="2" charset="-78"/>
                          <a:cs typeface="Sakkal Majalla" panose="02000000000000000000" pitchFamily="2" charset="-78"/>
                        </a:rPr>
                        <a:t>ج4 </a:t>
                      </a:r>
                      <a:r>
                        <a:rPr lang="ar" sz="2200" dirty="0">
                          <a:effectLst/>
                          <a:latin typeface="Sakkal Majalla" panose="02000000000000000000" pitchFamily="2" charset="-78"/>
                          <a:cs typeface="Sakkal Majalla" panose="02000000000000000000" pitchFamily="2" charset="-78"/>
                        </a:rPr>
                        <a:t>مهارات البيع الشخصي وسلوكيات البيع </a:t>
                      </a:r>
                    </a:p>
                    <a:p>
                      <a:pPr rtl="1"/>
                      <a:endParaRPr lang="en-GB" sz="2200" dirty="0">
                        <a:effectLst/>
                        <a:latin typeface="Sakkal Majalla" panose="02000000000000000000" pitchFamily="2" charset="-78"/>
                        <a:cs typeface="Sakkal Majalla" panose="02000000000000000000" pitchFamily="2" charset="-78"/>
                      </a:endParaRPr>
                    </a:p>
                    <a:p>
                      <a:pPr rtl="1"/>
                      <a:r>
                        <a:rPr lang="ar" sz="2200" b="1" dirty="0">
                          <a:effectLst/>
                          <a:latin typeface="Sakkal Majalla" panose="02000000000000000000" pitchFamily="2" charset="-78"/>
                          <a:cs typeface="Sakkal Majalla" panose="02000000000000000000" pitchFamily="2" charset="-78"/>
                        </a:rPr>
                        <a:t>ج5 </a:t>
                      </a:r>
                      <a:r>
                        <a:rPr lang="ar" sz="2200" dirty="0">
                          <a:effectLst/>
                          <a:latin typeface="Sakkal Majalla" panose="02000000000000000000" pitchFamily="2" charset="-78"/>
                          <a:cs typeface="Sakkal Majalla" panose="02000000000000000000" pitchFamily="2" charset="-78"/>
                        </a:rPr>
                        <a:t>سمات البيع الناجح </a:t>
                      </a:r>
                    </a:p>
                  </a:txBody>
                  <a:tcPr marL="47625" marR="47625" marT="0" marB="0">
                    <a:lnL>
                      <a:noFill/>
                    </a:lnL>
                    <a:lnR>
                      <a:noFill/>
                    </a:lnR>
                    <a:lnT>
                      <a:noFill/>
                    </a:lnT>
                    <a:lnB>
                      <a:noFill/>
                    </a:lnB>
                    <a:solidFill>
                      <a:schemeClr val="accent5"/>
                    </a:solidFill>
                  </a:tcPr>
                </a:tc>
                <a:extLst>
                  <a:ext uri="{0D108BD9-81ED-4DB2-BD59-A6C34878D82A}">
                    <a16:rowId xmlns:a16="http://schemas.microsoft.com/office/drawing/2014/main" val="3594491063"/>
                  </a:ext>
                </a:extLst>
              </a:tr>
            </a:tbl>
          </a:graphicData>
        </a:graphic>
      </p:graphicFrame>
      <p:sp>
        <p:nvSpPr>
          <p:cNvPr id="2" name="Footer Placeholder 2">
            <a:extLst>
              <a:ext uri="{FF2B5EF4-FFF2-40B4-BE49-F238E27FC236}">
                <a16:creationId xmlns:a16="http://schemas.microsoft.com/office/drawing/2014/main" id="{53392274-0943-98F2-80AD-E59C1C0F944F}"/>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3800" b="1" dirty="0">
                <a:solidFill>
                  <a:schemeClr val="tx2"/>
                </a:solidFill>
                <a:latin typeface="Sakkal Majalla" panose="02000000000000000000" pitchFamily="2" charset="-78"/>
                <a:cs typeface="Sakkal Majalla" panose="02000000000000000000" pitchFamily="2" charset="-78"/>
              </a:rPr>
              <a:t>ج1</a:t>
            </a:r>
            <a:r>
              <a:rPr lang="en" sz="3800" b="1" dirty="0">
                <a:solidFill>
                  <a:schemeClr val="tx2"/>
                </a:solidFill>
                <a:latin typeface="Sakkal Majalla" panose="02000000000000000000" pitchFamily="2" charset="-78"/>
                <a:cs typeface="Sakkal Majalla" panose="02000000000000000000" pitchFamily="2" charset="-78"/>
              </a:rPr>
              <a:t> عملية الشراء الخاصة بالعميل</a:t>
            </a:r>
          </a:p>
        </p:txBody>
      </p:sp>
      <p:graphicFrame>
        <p:nvGraphicFramePr>
          <p:cNvPr id="2" name="Diagram 1">
            <a:extLst>
              <a:ext uri="{FF2B5EF4-FFF2-40B4-BE49-F238E27FC236}">
                <a16:creationId xmlns:a16="http://schemas.microsoft.com/office/drawing/2014/main" id="{00143565-E144-2D53-92DC-2604FE4D748E}"/>
              </a:ext>
            </a:extLst>
          </p:cNvPr>
          <p:cNvGraphicFramePr/>
          <p:nvPr>
            <p:extLst>
              <p:ext uri="{D42A27DB-BD31-4B8C-83A1-F6EECF244321}">
                <p14:modId xmlns:p14="http://schemas.microsoft.com/office/powerpoint/2010/main" val="3603963195"/>
              </p:ext>
            </p:extLst>
          </p:nvPr>
        </p:nvGraphicFramePr>
        <p:xfrm>
          <a:off x="468311" y="2196000"/>
          <a:ext cx="8207375" cy="44013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Footer Placeholder 2">
            <a:extLst>
              <a:ext uri="{FF2B5EF4-FFF2-40B4-BE49-F238E27FC236}">
                <a16:creationId xmlns:a16="http://schemas.microsoft.com/office/drawing/2014/main" id="{A18C817E-EA20-D64B-00DC-9CF0B2E15C51}"/>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A550F-EED7-B8B8-D415-EA6A8141058D}"/>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6C898C00-0A47-65B6-A835-63B87D710504}"/>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ج2</a:t>
            </a:r>
            <a:r>
              <a:rPr lang="en" sz="3800" b="1" dirty="0">
                <a:latin typeface="Sakkal Majalla" panose="02000000000000000000" pitchFamily="2" charset="-78"/>
                <a:cs typeface="Sakkal Majalla" panose="02000000000000000000" pitchFamily="2" charset="-78"/>
              </a:rPr>
              <a:t> نوع البيع</a:t>
            </a:r>
          </a:p>
        </p:txBody>
      </p:sp>
      <p:grpSp>
        <p:nvGrpSpPr>
          <p:cNvPr id="3" name="Group 2">
            <a:extLst>
              <a:ext uri="{FF2B5EF4-FFF2-40B4-BE49-F238E27FC236}">
                <a16:creationId xmlns:a16="http://schemas.microsoft.com/office/drawing/2014/main" id="{504DA61C-E6B1-CF7A-680B-6369A8949829}"/>
              </a:ext>
            </a:extLst>
          </p:cNvPr>
          <p:cNvGrpSpPr/>
          <p:nvPr/>
        </p:nvGrpSpPr>
        <p:grpSpPr>
          <a:xfrm flipH="1">
            <a:off x="469489" y="2096851"/>
            <a:ext cx="8061006" cy="4064000"/>
            <a:chOff x="469489" y="2096851"/>
            <a:chExt cx="8061006" cy="4064000"/>
          </a:xfrm>
        </p:grpSpPr>
        <p:sp>
          <p:nvSpPr>
            <p:cNvPr id="4" name="Freeform: Shape 3">
              <a:extLst>
                <a:ext uri="{FF2B5EF4-FFF2-40B4-BE49-F238E27FC236}">
                  <a16:creationId xmlns:a16="http://schemas.microsoft.com/office/drawing/2014/main" id="{AADAF34F-56AF-15EF-55C1-020463324B84}"/>
                </a:ext>
              </a:extLst>
            </p:cNvPr>
            <p:cNvSpPr/>
            <p:nvPr/>
          </p:nvSpPr>
          <p:spPr>
            <a:xfrm rot="21600000">
              <a:off x="469489" y="2096851"/>
              <a:ext cx="1907930" cy="4064000"/>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3200" tIns="812800" rIns="203200" bIns="812800" numCol="1" spcCol="1270" rtlCol="1" anchor="ctr" anchorCtr="0">
              <a:noAutofit/>
            </a:bodyPr>
            <a:lstStyle/>
            <a:p>
              <a:pPr marL="0" lvl="0" indent="0" algn="ctr" defTabSz="1422400" rtl="1">
                <a:lnSpc>
                  <a:spcPct val="90000"/>
                </a:lnSpc>
                <a:spcBef>
                  <a:spcPct val="0"/>
                </a:spcBef>
                <a:spcAft>
                  <a:spcPct val="35000"/>
                </a:spcAft>
                <a:buNone/>
              </a:pPr>
              <a:r>
                <a:rPr lang="ar" sz="3600" kern="1200">
                  <a:latin typeface="Sakkal Majalla" panose="02000000000000000000" pitchFamily="2" charset="-78"/>
                  <a:cs typeface="Sakkal Majalla" panose="02000000000000000000" pitchFamily="2" charset="-78"/>
                </a:rPr>
                <a:t>منفرد</a:t>
              </a:r>
            </a:p>
          </p:txBody>
        </p:sp>
        <p:sp>
          <p:nvSpPr>
            <p:cNvPr id="5" name="Freeform: Shape 4">
              <a:extLst>
                <a:ext uri="{FF2B5EF4-FFF2-40B4-BE49-F238E27FC236}">
                  <a16:creationId xmlns:a16="http://schemas.microsoft.com/office/drawing/2014/main" id="{CEB01B4E-FC56-CBD3-B48F-1EDE5B1E13F8}"/>
                </a:ext>
              </a:extLst>
            </p:cNvPr>
            <p:cNvSpPr/>
            <p:nvPr/>
          </p:nvSpPr>
          <p:spPr>
            <a:xfrm rot="21600000">
              <a:off x="2520513" y="2096851"/>
              <a:ext cx="1907931" cy="4064000"/>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3201" tIns="812800" rIns="203200" bIns="812800" numCol="1" spcCol="1270" rtlCol="1" anchor="ctr" anchorCtr="0">
              <a:noAutofit/>
            </a:bodyPr>
            <a:lstStyle/>
            <a:p>
              <a:pPr marL="0" lvl="0" indent="0" algn="ctr" defTabSz="1422400" rtl="1">
                <a:lnSpc>
                  <a:spcPct val="90000"/>
                </a:lnSpc>
                <a:spcBef>
                  <a:spcPct val="0"/>
                </a:spcBef>
                <a:spcAft>
                  <a:spcPct val="35000"/>
                </a:spcAft>
                <a:buNone/>
              </a:pPr>
              <a:r>
                <a:rPr lang="ar" sz="3600" kern="1200">
                  <a:latin typeface="Sakkal Majalla" panose="02000000000000000000" pitchFamily="2" charset="-78"/>
                  <a:cs typeface="Sakkal Majalla" panose="02000000000000000000" pitchFamily="2" charset="-78"/>
                </a:rPr>
                <a:t>متعدد</a:t>
              </a:r>
            </a:p>
          </p:txBody>
        </p:sp>
        <p:sp>
          <p:nvSpPr>
            <p:cNvPr id="6" name="Freeform: Shape 5">
              <a:extLst>
                <a:ext uri="{FF2B5EF4-FFF2-40B4-BE49-F238E27FC236}">
                  <a16:creationId xmlns:a16="http://schemas.microsoft.com/office/drawing/2014/main" id="{429D12A4-9E40-C68A-1BCF-40C4549963B3}"/>
                </a:ext>
              </a:extLst>
            </p:cNvPr>
            <p:cNvSpPr/>
            <p:nvPr/>
          </p:nvSpPr>
          <p:spPr>
            <a:xfrm rot="21600000">
              <a:off x="4571539" y="2096851"/>
              <a:ext cx="1907930" cy="4064000"/>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3200" tIns="812800" rIns="203200" bIns="812800" numCol="1" spcCol="1270" rtlCol="1" anchor="ctr" anchorCtr="0">
              <a:noAutofit/>
            </a:bodyPr>
            <a:lstStyle/>
            <a:p>
              <a:pPr marL="0" lvl="0" indent="0" algn="ctr" defTabSz="1422400" rtl="1">
                <a:lnSpc>
                  <a:spcPct val="90000"/>
                </a:lnSpc>
                <a:spcBef>
                  <a:spcPct val="0"/>
                </a:spcBef>
                <a:spcAft>
                  <a:spcPct val="35000"/>
                </a:spcAft>
                <a:buNone/>
              </a:pPr>
              <a:r>
                <a:rPr lang="ar" sz="3600" kern="1200">
                  <a:latin typeface="Sakkal Majalla" panose="02000000000000000000" pitchFamily="2" charset="-78"/>
                  <a:cs typeface="Sakkal Majalla" panose="02000000000000000000" pitchFamily="2" charset="-78"/>
                </a:rPr>
                <a:t>حالي</a:t>
              </a:r>
            </a:p>
          </p:txBody>
        </p:sp>
        <p:sp>
          <p:nvSpPr>
            <p:cNvPr id="7" name="Freeform: Shape 6">
              <a:extLst>
                <a:ext uri="{FF2B5EF4-FFF2-40B4-BE49-F238E27FC236}">
                  <a16:creationId xmlns:a16="http://schemas.microsoft.com/office/drawing/2014/main" id="{72268677-40DB-1F72-7D91-6EFD0D46BDE8}"/>
                </a:ext>
              </a:extLst>
            </p:cNvPr>
            <p:cNvSpPr/>
            <p:nvPr/>
          </p:nvSpPr>
          <p:spPr>
            <a:xfrm rot="21600000">
              <a:off x="6622565" y="2096851"/>
              <a:ext cx="1907930" cy="4064000"/>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0" y="0"/>
                  </a:lnTo>
                  <a:lnTo>
                    <a:pt x="10000" y="2000"/>
                  </a:lnTo>
                  <a:lnTo>
                    <a:pt x="10000" y="8000"/>
                  </a:lnTo>
                  <a:lnTo>
                    <a:pt x="0" y="1000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3200" tIns="812800" rIns="203200" bIns="812800" numCol="1" spcCol="1270" rtlCol="1" anchor="ctr" anchorCtr="0">
              <a:noAutofit/>
            </a:bodyPr>
            <a:lstStyle/>
            <a:p>
              <a:pPr marL="0" lvl="0" indent="0" algn="ctr" defTabSz="1422400" rtl="1">
                <a:lnSpc>
                  <a:spcPct val="90000"/>
                </a:lnSpc>
                <a:spcBef>
                  <a:spcPct val="0"/>
                </a:spcBef>
                <a:spcAft>
                  <a:spcPct val="35000"/>
                </a:spcAft>
                <a:buNone/>
              </a:pPr>
              <a:r>
                <a:rPr lang="ar" sz="3600" kern="1200">
                  <a:latin typeface="Sakkal Majalla" panose="02000000000000000000" pitchFamily="2" charset="-78"/>
                  <a:cs typeface="Sakkal Majalla" panose="02000000000000000000" pitchFamily="2" charset="-78"/>
                </a:rPr>
                <a:t>جديد</a:t>
              </a:r>
            </a:p>
          </p:txBody>
        </p:sp>
      </p:grpSp>
      <p:sp>
        <p:nvSpPr>
          <p:cNvPr id="2" name="Footer Placeholder 2">
            <a:extLst>
              <a:ext uri="{FF2B5EF4-FFF2-40B4-BE49-F238E27FC236}">
                <a16:creationId xmlns:a16="http://schemas.microsoft.com/office/drawing/2014/main" id="{851D8E48-969D-8BAB-89DE-A5C1CECF9B81}"/>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3767376193"/>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D6FA7-327D-D047-9FB5-9265514062C5}"/>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0FE93619-CF0A-2D07-E967-CB64E6107C04}"/>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000" b="1" dirty="0">
                <a:solidFill>
                  <a:schemeClr val="tx2"/>
                </a:solidFill>
                <a:latin typeface="Sakkal Majalla" panose="02000000000000000000" pitchFamily="2" charset="-78"/>
                <a:cs typeface="Sakkal Majalla" panose="02000000000000000000" pitchFamily="2" charset="-78"/>
              </a:rPr>
              <a:t>ج3</a:t>
            </a:r>
            <a:r>
              <a:rPr lang="en" sz="3000" b="1" dirty="0">
                <a:solidFill>
                  <a:schemeClr val="tx2"/>
                </a:solidFill>
                <a:latin typeface="Sakkal Majalla" panose="02000000000000000000" pitchFamily="2" charset="-78"/>
                <a:cs typeface="Sakkal Majalla" panose="02000000000000000000" pitchFamily="2" charset="-78"/>
              </a:rPr>
              <a:t> العوامل المؤثرة في قرار العميل للشراء</a:t>
            </a:r>
          </a:p>
        </p:txBody>
      </p:sp>
      <p:sp>
        <p:nvSpPr>
          <p:cNvPr id="34819" name="Content Placeholder 3">
            <a:extLst>
              <a:ext uri="{FF2B5EF4-FFF2-40B4-BE49-F238E27FC236}">
                <a16:creationId xmlns:a16="http://schemas.microsoft.com/office/drawing/2014/main" id="{1F36D97C-AB47-799A-094E-623460EFAD57}"/>
              </a:ext>
            </a:extLst>
          </p:cNvPr>
          <p:cNvSpPr>
            <a:spLocks noGrp="1" noChangeArrowheads="1"/>
          </p:cNvSpPr>
          <p:nvPr>
            <p:ph sz="half" idx="1"/>
          </p:nvPr>
        </p:nvSpPr>
        <p:spPr bwMode="auto">
          <a:xfrm>
            <a:off x="4667427" y="2837619"/>
            <a:ext cx="4027487" cy="28289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685800" rtl="1"/>
            <a:r>
              <a:rPr lang="ar" sz="2600" dirty="0">
                <a:latin typeface="Sakkal Majalla" panose="02000000000000000000" pitchFamily="2" charset="-78"/>
                <a:cs typeface="Sakkal Majalla" panose="02000000000000000000" pitchFamily="2" charset="-78"/>
              </a:rPr>
              <a:t>السعر</a:t>
            </a:r>
          </a:p>
          <a:p>
            <a:pPr marL="685800" rtl="1"/>
            <a:r>
              <a:rPr lang="ar" sz="2600" dirty="0">
                <a:latin typeface="Sakkal Majalla" panose="02000000000000000000" pitchFamily="2" charset="-78"/>
                <a:cs typeface="Sakkal Majalla" panose="02000000000000000000" pitchFamily="2" charset="-78"/>
              </a:rPr>
              <a:t>الجودة</a:t>
            </a:r>
          </a:p>
          <a:p>
            <a:pPr marL="685800" rtl="1"/>
            <a:r>
              <a:rPr lang="ar" sz="2600" dirty="0">
                <a:latin typeface="Sakkal Majalla" panose="02000000000000000000" pitchFamily="2" charset="-78"/>
                <a:cs typeface="Sakkal Majalla" panose="02000000000000000000" pitchFamily="2" charset="-78"/>
              </a:rPr>
              <a:t>القدرة على الدفع</a:t>
            </a:r>
          </a:p>
          <a:p>
            <a:pPr marL="685800" rtl="1"/>
            <a:r>
              <a:rPr lang="ar" sz="2600" dirty="0">
                <a:latin typeface="Sakkal Majalla" panose="02000000000000000000" pitchFamily="2" charset="-78"/>
                <a:cs typeface="Sakkal Majalla" panose="02000000000000000000" pitchFamily="2" charset="-78"/>
              </a:rPr>
              <a:t>السمعة</a:t>
            </a:r>
          </a:p>
          <a:p>
            <a:pPr marL="685800" rtl="1"/>
            <a:r>
              <a:rPr lang="ar" sz="2600" dirty="0">
                <a:latin typeface="Sakkal Majalla" panose="02000000000000000000" pitchFamily="2" charset="-78"/>
                <a:cs typeface="Sakkal Majalla" panose="02000000000000000000" pitchFamily="2" charset="-78"/>
              </a:rPr>
              <a:t>ولاء العملاء</a:t>
            </a:r>
          </a:p>
          <a:p>
            <a:pPr marL="685800" rtl="1"/>
            <a:endParaRPr lang="en-GB" altLang="en-US" sz="2600" dirty="0">
              <a:latin typeface="Sakkal Majalla" panose="02000000000000000000" pitchFamily="2" charset="-78"/>
              <a:cs typeface="Sakkal Majalla" panose="02000000000000000000" pitchFamily="2" charset="-78"/>
            </a:endParaRPr>
          </a:p>
        </p:txBody>
      </p:sp>
      <p:pic>
        <p:nvPicPr>
          <p:cNvPr id="4" name="Picture 3" descr="A person reading a menu">
            <a:extLst>
              <a:ext uri="{FF2B5EF4-FFF2-40B4-BE49-F238E27FC236}">
                <a16:creationId xmlns:a16="http://schemas.microsoft.com/office/drawing/2014/main" id="{30198448-462B-6B23-441D-3732C241A4B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70983" y="2780928"/>
            <a:ext cx="3996444" cy="2664296"/>
          </a:xfrm>
          <a:prstGeom prst="rect">
            <a:avLst/>
          </a:prstGeom>
        </p:spPr>
      </p:pic>
      <p:sp>
        <p:nvSpPr>
          <p:cNvPr id="2" name="Footer Placeholder 2">
            <a:extLst>
              <a:ext uri="{FF2B5EF4-FFF2-40B4-BE49-F238E27FC236}">
                <a16:creationId xmlns:a16="http://schemas.microsoft.com/office/drawing/2014/main" id="{ECF322C1-E449-C7CC-D12E-4162B0C32BEE}"/>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1350507704"/>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2E81F-DA84-CC5B-8FEE-6FE0EDA80177}"/>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AF1CD118-F3A8-7E68-BE38-D72802E3139C}"/>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000" b="1" dirty="0">
                <a:solidFill>
                  <a:schemeClr val="tx2"/>
                </a:solidFill>
                <a:latin typeface="Sakkal Majalla" panose="02000000000000000000" pitchFamily="2" charset="-78"/>
                <a:cs typeface="Sakkal Majalla" panose="02000000000000000000" pitchFamily="2" charset="-78"/>
              </a:rPr>
              <a:t>ج4</a:t>
            </a:r>
            <a:r>
              <a:rPr lang="en" sz="3000" b="1" dirty="0">
                <a:solidFill>
                  <a:schemeClr val="tx2"/>
                </a:solidFill>
                <a:latin typeface="Sakkal Majalla" panose="02000000000000000000" pitchFamily="2" charset="-78"/>
                <a:cs typeface="Sakkal Majalla" panose="02000000000000000000" pitchFamily="2" charset="-78"/>
              </a:rPr>
              <a:t> مهارات البيع الشخصي وسلوكيات البيع (1)</a:t>
            </a:r>
          </a:p>
        </p:txBody>
      </p:sp>
      <p:sp>
        <p:nvSpPr>
          <p:cNvPr id="34819" name="Content Placeholder 3">
            <a:extLst>
              <a:ext uri="{FF2B5EF4-FFF2-40B4-BE49-F238E27FC236}">
                <a16:creationId xmlns:a16="http://schemas.microsoft.com/office/drawing/2014/main" id="{12E4337E-CCEF-57E6-EC04-E2B7DC12A966}"/>
              </a:ext>
            </a:extLst>
          </p:cNvPr>
          <p:cNvSpPr>
            <a:spLocks noGrp="1" noChangeArrowheads="1"/>
          </p:cNvSpPr>
          <p:nvPr>
            <p:ph sz="half" idx="2"/>
          </p:nvPr>
        </p:nvSpPr>
        <p:spPr bwMode="auto">
          <a:xfrm>
            <a:off x="468312" y="2196001"/>
            <a:ext cx="4027488"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indent="0" rtl="1">
              <a:buNone/>
            </a:pPr>
            <a:r>
              <a:rPr lang="ar" sz="2600" dirty="0">
                <a:latin typeface="Sakkal Majalla" panose="02000000000000000000" pitchFamily="2" charset="-78"/>
                <a:cs typeface="Sakkal Majalla" panose="02000000000000000000" pitchFamily="2" charset="-78"/>
              </a:rPr>
              <a:t>السمات الشخصية: </a:t>
            </a:r>
          </a:p>
          <a:p>
            <a:pPr marL="685800" rtl="1"/>
            <a:r>
              <a:rPr lang="ar" sz="2600" dirty="0">
                <a:latin typeface="Sakkal Majalla" panose="02000000000000000000" pitchFamily="2" charset="-78"/>
                <a:cs typeface="Sakkal Majalla" panose="02000000000000000000" pitchFamily="2" charset="-78"/>
              </a:rPr>
              <a:t>معرفة المنتج</a:t>
            </a:r>
          </a:p>
          <a:p>
            <a:pPr marL="685800" rtl="1"/>
            <a:r>
              <a:rPr lang="ar" sz="2600" dirty="0">
                <a:latin typeface="Sakkal Majalla" panose="02000000000000000000" pitchFamily="2" charset="-78"/>
                <a:cs typeface="Sakkal Majalla" panose="02000000000000000000" pitchFamily="2" charset="-78"/>
              </a:rPr>
              <a:t>التعاطف </a:t>
            </a:r>
          </a:p>
          <a:p>
            <a:pPr marL="685800" rtl="1"/>
            <a:r>
              <a:rPr lang="ar" sz="2600" dirty="0">
                <a:latin typeface="Sakkal Majalla" panose="02000000000000000000" pitchFamily="2" charset="-78"/>
                <a:cs typeface="Sakkal Majalla" panose="02000000000000000000" pitchFamily="2" charset="-78"/>
              </a:rPr>
              <a:t>الإقناع</a:t>
            </a:r>
          </a:p>
          <a:p>
            <a:pPr marL="685800" rtl="1"/>
            <a:r>
              <a:rPr lang="ar" sz="2600" dirty="0">
                <a:latin typeface="Sakkal Majalla" panose="02000000000000000000" pitchFamily="2" charset="-78"/>
                <a:cs typeface="Sakkal Majalla" panose="02000000000000000000" pitchFamily="2" charset="-78"/>
              </a:rPr>
              <a:t>عرض تقديمي شخصي</a:t>
            </a:r>
          </a:p>
          <a:p>
            <a:pPr marL="685800" rtl="1"/>
            <a:endParaRPr lang="en-GB" altLang="en-US" sz="2600" dirty="0">
              <a:latin typeface="Sakkal Majalla" panose="02000000000000000000" pitchFamily="2" charset="-78"/>
              <a:cs typeface="Sakkal Majalla" panose="02000000000000000000" pitchFamily="2" charset="-78"/>
            </a:endParaRPr>
          </a:p>
        </p:txBody>
      </p:sp>
      <p:pic>
        <p:nvPicPr>
          <p:cNvPr id="4" name="Picture 3" descr="A person in a suit on the phone&#10;&#10;Description automatically generated">
            <a:extLst>
              <a:ext uri="{FF2B5EF4-FFF2-40B4-BE49-F238E27FC236}">
                <a16:creationId xmlns:a16="http://schemas.microsoft.com/office/drawing/2014/main" id="{7044CFCC-5C18-9187-B6C0-BC5C1BA635D7}"/>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b="14169"/>
          <a:stretch/>
        </p:blipFill>
        <p:spPr>
          <a:xfrm>
            <a:off x="5364088" y="2420888"/>
            <a:ext cx="2808312" cy="3615575"/>
          </a:xfrm>
          <a:prstGeom prst="rect">
            <a:avLst/>
          </a:prstGeom>
        </p:spPr>
      </p:pic>
      <p:sp>
        <p:nvSpPr>
          <p:cNvPr id="2" name="Footer Placeholder 2">
            <a:extLst>
              <a:ext uri="{FF2B5EF4-FFF2-40B4-BE49-F238E27FC236}">
                <a16:creationId xmlns:a16="http://schemas.microsoft.com/office/drawing/2014/main" id="{2A81F16A-D719-AC9B-277A-1BD2738BF24B}"/>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666101176"/>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557AB-5F87-5BF1-18FE-54933A144135}"/>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C63114A3-627E-B69F-9A7C-FB99E198C647}"/>
              </a:ext>
            </a:extLst>
          </p:cNvPr>
          <p:cNvSpPr>
            <a:spLocks noGrp="1" noChangeArrowheads="1"/>
          </p:cNvSpPr>
          <p:nvPr>
            <p:ph sz="half" idx="2"/>
          </p:nvPr>
        </p:nvSpPr>
        <p:spPr bwMode="auto">
          <a:xfrm>
            <a:off x="431134" y="2780928"/>
            <a:ext cx="8208712"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endParaRPr lang="en-GB" altLang="en-US" sz="2600" dirty="0">
              <a:latin typeface="Sakkal Majalla" panose="02000000000000000000" pitchFamily="2" charset="-78"/>
              <a:cs typeface="Sakkal Majalla" panose="02000000000000000000" pitchFamily="2" charset="-78"/>
            </a:endParaRPr>
          </a:p>
          <a:p>
            <a:pPr marL="685800" rtl="1"/>
            <a:r>
              <a:rPr lang="ar" sz="2600" dirty="0">
                <a:latin typeface="Sakkal Majalla" panose="02000000000000000000" pitchFamily="2" charset="-78"/>
                <a:cs typeface="Sakkal Majalla" panose="02000000000000000000" pitchFamily="2" charset="-78"/>
              </a:rPr>
              <a:t>التواصل اللفظي، مثل: الاستماع، وطرح الأسئلة</a:t>
            </a:r>
          </a:p>
          <a:p>
            <a:pPr marL="685800" rtl="1"/>
            <a:r>
              <a:rPr lang="ar" sz="2600" dirty="0">
                <a:latin typeface="Sakkal Majalla" panose="02000000000000000000" pitchFamily="2" charset="-78"/>
                <a:cs typeface="Sakkal Majalla" panose="02000000000000000000" pitchFamily="2" charset="-78"/>
              </a:rPr>
              <a:t>التواصل غير اللفظي، مثل: لغة الجسد</a:t>
            </a:r>
          </a:p>
          <a:p>
            <a:pPr marL="685800" rtl="1"/>
            <a:r>
              <a:rPr lang="ar" sz="2600" dirty="0">
                <a:latin typeface="Sakkal Majalla" panose="02000000000000000000" pitchFamily="2" charset="-78"/>
                <a:cs typeface="Sakkal Majalla" panose="02000000000000000000" pitchFamily="2" charset="-78"/>
              </a:rPr>
              <a:t>الحزم</a:t>
            </a:r>
          </a:p>
          <a:p>
            <a:pPr marL="685800" rtl="1"/>
            <a:r>
              <a:rPr lang="ar" sz="2600" dirty="0">
                <a:latin typeface="Sakkal Majalla" panose="02000000000000000000" pitchFamily="2" charset="-78"/>
                <a:cs typeface="Sakkal Majalla" panose="02000000000000000000" pitchFamily="2" charset="-78"/>
              </a:rPr>
              <a:t>التفاوض</a:t>
            </a:r>
          </a:p>
          <a:p>
            <a:pPr marL="685800" rtl="1"/>
            <a:r>
              <a:rPr lang="ar" sz="2600" dirty="0">
                <a:latin typeface="Sakkal Majalla" panose="02000000000000000000" pitchFamily="2" charset="-78"/>
                <a:cs typeface="Sakkal Majalla" panose="02000000000000000000" pitchFamily="2" charset="-78"/>
              </a:rPr>
              <a:t>التفويض</a:t>
            </a:r>
          </a:p>
          <a:p>
            <a:pPr marL="685800" rtl="1"/>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750D8CB4-68A7-5CEB-8167-F21DB7D319FB}"/>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ج4</a:t>
            </a:r>
            <a:r>
              <a:rPr lang="en" sz="3400" b="1" dirty="0">
                <a:latin typeface="Sakkal Majalla" panose="02000000000000000000" pitchFamily="2" charset="-78"/>
                <a:cs typeface="Sakkal Majalla" panose="02000000000000000000" pitchFamily="2" charset="-78"/>
              </a:rPr>
              <a:t> مهارات البيع الشخصي وسلوكيات البيع (1)</a:t>
            </a:r>
          </a:p>
        </p:txBody>
      </p:sp>
      <p:sp>
        <p:nvSpPr>
          <p:cNvPr id="2" name="Footer Placeholder 2">
            <a:extLst>
              <a:ext uri="{FF2B5EF4-FFF2-40B4-BE49-F238E27FC236}">
                <a16:creationId xmlns:a16="http://schemas.microsoft.com/office/drawing/2014/main" id="{FC5BC23F-04A2-9406-59EF-8B2DE66BA1CC}"/>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1878497442"/>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3FAF-71D6-B844-E1EE-478F75038037}"/>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5E414A81-D144-1CE5-1266-A3A5FF2A7217}"/>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600" b="1" dirty="0">
                <a:solidFill>
                  <a:schemeClr val="tx2"/>
                </a:solidFill>
                <a:latin typeface="Sakkal Majalla" panose="02000000000000000000" pitchFamily="2" charset="-78"/>
                <a:cs typeface="Sakkal Majalla" panose="02000000000000000000" pitchFamily="2" charset="-78"/>
              </a:rPr>
              <a:t>ج5</a:t>
            </a:r>
            <a:r>
              <a:rPr lang="en" sz="3600" b="1" dirty="0">
                <a:solidFill>
                  <a:schemeClr val="tx2"/>
                </a:solidFill>
                <a:latin typeface="Sakkal Majalla" panose="02000000000000000000" pitchFamily="2" charset="-78"/>
                <a:cs typeface="Sakkal Majalla" panose="02000000000000000000" pitchFamily="2" charset="-78"/>
              </a:rPr>
              <a:t> سمات البيع الناجح (1)</a:t>
            </a:r>
          </a:p>
        </p:txBody>
      </p:sp>
      <p:sp>
        <p:nvSpPr>
          <p:cNvPr id="34819" name="Content Placeholder 3">
            <a:extLst>
              <a:ext uri="{FF2B5EF4-FFF2-40B4-BE49-F238E27FC236}">
                <a16:creationId xmlns:a16="http://schemas.microsoft.com/office/drawing/2014/main" id="{8BBB737E-43A7-34A7-C7D9-70FE4150D161}"/>
              </a:ext>
            </a:extLst>
          </p:cNvPr>
          <p:cNvSpPr>
            <a:spLocks noGrp="1" noChangeArrowheads="1"/>
          </p:cNvSpPr>
          <p:nvPr>
            <p:ph sz="half" idx="1"/>
          </p:nvPr>
        </p:nvSpPr>
        <p:spPr bwMode="auto">
          <a:xfrm>
            <a:off x="4659313" y="2539637"/>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685800" rtl="1"/>
            <a:r>
              <a:rPr lang="ar" sz="2600" dirty="0">
                <a:latin typeface="Sakkal Majalla" panose="02000000000000000000" pitchFamily="2" charset="-78"/>
                <a:cs typeface="Sakkal Majalla" panose="02000000000000000000" pitchFamily="2" charset="-78"/>
              </a:rPr>
              <a:t>الإلمام بالمنتجات والخدمات</a:t>
            </a:r>
          </a:p>
          <a:p>
            <a:pPr marL="685800" rtl="1"/>
            <a:r>
              <a:rPr lang="ar" sz="2600" dirty="0">
                <a:latin typeface="Sakkal Majalla" panose="02000000000000000000" pitchFamily="2" charset="-78"/>
                <a:cs typeface="Sakkal Majalla" panose="02000000000000000000" pitchFamily="2" charset="-78"/>
              </a:rPr>
              <a:t>زيادة الوعي</a:t>
            </a:r>
          </a:p>
          <a:p>
            <a:pPr marL="685800" rtl="1"/>
            <a:r>
              <a:rPr lang="ar" sz="2600" dirty="0">
                <a:latin typeface="Sakkal Majalla" panose="02000000000000000000" pitchFamily="2" charset="-78"/>
                <a:cs typeface="Sakkal Majalla" panose="02000000000000000000" pitchFamily="2" charset="-78"/>
              </a:rPr>
              <a:t>تحديد سمات وفوائد منتج أو خدمة جديدة للعميل</a:t>
            </a:r>
          </a:p>
          <a:p>
            <a:pPr indent="0" rtl="1"/>
            <a:endParaRPr lang="en-GB" altLang="en-US" sz="2600" dirty="0">
              <a:latin typeface="Sakkal Majalla" panose="02000000000000000000" pitchFamily="2" charset="-78"/>
              <a:cs typeface="Sakkal Majalla" panose="02000000000000000000" pitchFamily="2" charset="-78"/>
            </a:endParaRPr>
          </a:p>
          <a:p>
            <a:pPr marL="685800" rtl="1"/>
            <a:endParaRPr lang="en-GB" altLang="en-US" sz="2600" dirty="0">
              <a:latin typeface="Sakkal Majalla" panose="02000000000000000000" pitchFamily="2" charset="-78"/>
              <a:cs typeface="Sakkal Majalla" panose="02000000000000000000" pitchFamily="2" charset="-78"/>
            </a:endParaRPr>
          </a:p>
        </p:txBody>
      </p:sp>
      <p:pic>
        <p:nvPicPr>
          <p:cNvPr id="4" name="Picture 3">
            <a:extLst>
              <a:ext uri="{FF2B5EF4-FFF2-40B4-BE49-F238E27FC236}">
                <a16:creationId xmlns:a16="http://schemas.microsoft.com/office/drawing/2014/main" id="{AA7A61CC-D367-C3D1-1D78-6EA3009F02CB}"/>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l="20254"/>
          <a:stretch/>
        </p:blipFill>
        <p:spPr>
          <a:xfrm>
            <a:off x="697651" y="2708920"/>
            <a:ext cx="3586317" cy="3127339"/>
          </a:xfrm>
          <a:prstGeom prst="rect">
            <a:avLst/>
          </a:prstGeom>
        </p:spPr>
      </p:pic>
      <p:sp>
        <p:nvSpPr>
          <p:cNvPr id="2" name="Footer Placeholder 2">
            <a:extLst>
              <a:ext uri="{FF2B5EF4-FFF2-40B4-BE49-F238E27FC236}">
                <a16:creationId xmlns:a16="http://schemas.microsoft.com/office/drawing/2014/main" id="{48E7C1CD-FC1A-8734-0908-6DDC4CA51834}"/>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3835370463"/>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9A86D-24B4-3270-3983-0A82A7A24298}"/>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7BB447B5-F94A-485B-757F-33D471698991}"/>
              </a:ext>
            </a:extLst>
          </p:cNvPr>
          <p:cNvSpPr>
            <a:spLocks noGrp="1" noChangeArrowheads="1"/>
          </p:cNvSpPr>
          <p:nvPr>
            <p:ph sz="half" idx="2"/>
          </p:nvPr>
        </p:nvSpPr>
        <p:spPr bwMode="auto">
          <a:xfrm>
            <a:off x="467644" y="278092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latin typeface="Sakkal Majalla" panose="02000000000000000000" pitchFamily="2" charset="-78"/>
                <a:cs typeface="Sakkal Majalla" panose="02000000000000000000" pitchFamily="2" charset="-78"/>
              </a:rPr>
              <a:t>• الارتقاء بالمبيعات</a:t>
            </a:r>
          </a:p>
          <a:p>
            <a:pPr indent="0" rtl="1">
              <a:buFont typeface="Wingdings" panose="05000000000000000000" pitchFamily="2" charset="2"/>
              <a:buNone/>
            </a:pPr>
            <a:r>
              <a:rPr lang="ar" sz="2600" dirty="0">
                <a:latin typeface="Sakkal Majalla" panose="02000000000000000000" pitchFamily="2" charset="-78"/>
                <a:cs typeface="Sakkal Majalla" panose="02000000000000000000" pitchFamily="2" charset="-78"/>
              </a:rPr>
              <a:t>• البيع الإضافي</a:t>
            </a:r>
          </a:p>
          <a:p>
            <a:pPr indent="0" rtl="1">
              <a:buFont typeface="Wingdings" panose="05000000000000000000" pitchFamily="2" charset="2"/>
              <a:buNone/>
            </a:pPr>
            <a:r>
              <a:rPr lang="ar" sz="2600" dirty="0">
                <a:latin typeface="Sakkal Majalla" panose="02000000000000000000" pitchFamily="2" charset="-78"/>
                <a:cs typeface="Sakkal Majalla" panose="02000000000000000000" pitchFamily="2" charset="-78"/>
              </a:rPr>
              <a:t>• التعامل مع الاعتراضات</a:t>
            </a:r>
          </a:p>
          <a:p>
            <a:pPr indent="0" rtl="1">
              <a:buFont typeface="Wingdings" panose="05000000000000000000" pitchFamily="2" charset="2"/>
              <a:buNone/>
            </a:pPr>
            <a:r>
              <a:rPr lang="ar" sz="2600" dirty="0">
                <a:latin typeface="Sakkal Majalla" panose="02000000000000000000" pitchFamily="2" charset="-78"/>
                <a:cs typeface="Sakkal Majalla" panose="02000000000000000000" pitchFamily="2" charset="-78"/>
              </a:rPr>
              <a:t>• إتمام عملية البيع</a:t>
            </a:r>
          </a:p>
          <a:p>
            <a:pPr indent="0" rtl="1">
              <a:buFont typeface="Wingdings" panose="05000000000000000000" pitchFamily="2" charset="2"/>
              <a:buNone/>
            </a:pPr>
            <a:r>
              <a:rPr lang="ar" sz="2600" dirty="0">
                <a:latin typeface="Sakkal Majalla" panose="02000000000000000000" pitchFamily="2" charset="-78"/>
                <a:cs typeface="Sakkal Majalla" panose="02000000000000000000" pitchFamily="2" charset="-78"/>
              </a:rPr>
              <a:t>• تسجيل عملية البيع</a:t>
            </a:r>
          </a:p>
          <a:p>
            <a:pPr indent="0" rtl="1">
              <a:buFont typeface="Wingdings" panose="05000000000000000000" pitchFamily="2" charset="2"/>
              <a:buNone/>
            </a:pPr>
            <a:r>
              <a:rPr lang="ar" sz="2600" dirty="0">
                <a:latin typeface="Sakkal Majalla" panose="02000000000000000000" pitchFamily="2" charset="-78"/>
                <a:cs typeface="Sakkal Majalla" panose="02000000000000000000" pitchFamily="2" charset="-78"/>
              </a:rPr>
              <a:t>• تشجيع المبيعات المتكررة</a:t>
            </a:r>
          </a:p>
          <a:p>
            <a:pPr marL="685800" rtl="1"/>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5619CA4-F3ED-510A-EDFB-D0D319A66F25}"/>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ج5</a:t>
            </a:r>
            <a:r>
              <a:rPr lang="en" sz="3400" b="1" dirty="0">
                <a:latin typeface="Sakkal Majalla" panose="02000000000000000000" pitchFamily="2" charset="-78"/>
                <a:cs typeface="Sakkal Majalla" panose="02000000000000000000" pitchFamily="2" charset="-78"/>
              </a:rPr>
              <a:t> سمات البيع الناجح (2)</a:t>
            </a:r>
          </a:p>
        </p:txBody>
      </p:sp>
      <p:sp>
        <p:nvSpPr>
          <p:cNvPr id="2" name="Footer Placeholder 2">
            <a:extLst>
              <a:ext uri="{FF2B5EF4-FFF2-40B4-BE49-F238E27FC236}">
                <a16:creationId xmlns:a16="http://schemas.microsoft.com/office/drawing/2014/main" id="{3A6A84E5-F537-F37C-0F94-D6E02A54D55F}"/>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extLst>
      <p:ext uri="{BB962C8B-B14F-4D97-AF65-F5344CB8AC3E}">
        <p14:creationId xmlns:p14="http://schemas.microsoft.com/office/powerpoint/2010/main" val="308298539"/>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251520" y="1268760"/>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شكر وتقدير</a:t>
            </a:r>
          </a:p>
        </p:txBody>
      </p:sp>
      <p:sp>
        <p:nvSpPr>
          <p:cNvPr id="2" name="Content Placeholder 1">
            <a:extLst>
              <a:ext uri="{FF2B5EF4-FFF2-40B4-BE49-F238E27FC236}">
                <a16:creationId xmlns:a16="http://schemas.microsoft.com/office/drawing/2014/main" id="{571ED6DB-1193-D7D6-14BD-76307D6EBFD2}"/>
              </a:ext>
            </a:extLst>
          </p:cNvPr>
          <p:cNvSpPr>
            <a:spLocks noGrp="1"/>
          </p:cNvSpPr>
          <p:nvPr>
            <p:ph sz="half" idx="2"/>
          </p:nvPr>
        </p:nvSpPr>
        <p:spPr>
          <a:xfrm>
            <a:off x="468312" y="2195513"/>
            <a:ext cx="7991475" cy="3609975"/>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الصور:</a:t>
            </a:r>
          </a:p>
          <a:p>
            <a:pPr rtl="1"/>
            <a:r>
              <a:rPr lang="en-US" sz="2200" b="1" dirty="0">
                <a:latin typeface="Sakkal Majalla" panose="02000000000000000000" pitchFamily="2" charset="-78"/>
                <a:cs typeface="Sakkal Majalla" panose="02000000000000000000" pitchFamily="2" charset="-78"/>
              </a:rPr>
              <a:t>123 </a:t>
            </a:r>
            <a:r>
              <a:rPr lang="ar-SA" sz="2200" b="1" dirty="0">
                <a:latin typeface="Sakkal Majalla" panose="02000000000000000000" pitchFamily="2" charset="-78"/>
                <a:cs typeface="Sakkal Majalla" panose="02000000000000000000" pitchFamily="2" charset="-78"/>
              </a:rPr>
              <a:t>آر </a:t>
            </a:r>
            <a:r>
              <a:rPr lang="ar-SA" sz="2200" b="1" dirty="0" err="1">
                <a:latin typeface="Sakkal Majalla" panose="02000000000000000000" pitchFamily="2" charset="-78"/>
                <a:cs typeface="Sakkal Majalla" panose="02000000000000000000" pitchFamily="2" charset="-78"/>
              </a:rPr>
              <a:t>إف</a:t>
            </a:r>
            <a:r>
              <a:rPr lang="ar" sz="2200">
                <a:latin typeface="Sakkal Majalla" panose="02000000000000000000" pitchFamily="2" charset="-78"/>
                <a:cs typeface="Sakkal Majalla" panose="02000000000000000000" pitchFamily="2" charset="-78"/>
              </a:rPr>
              <a:t>: </a:t>
            </a:r>
            <a:r>
              <a:rPr lang="ar" sz="2200" dirty="0">
                <a:latin typeface="Sakkal Majalla" panose="02000000000000000000" pitchFamily="2" charset="-78"/>
                <a:cs typeface="Sakkal Majalla" panose="02000000000000000000" pitchFamily="2" charset="-78"/>
              </a:rPr>
              <a:t>فياتشيسلاف ياكوبتشوك (الشريحة 31)؛ </a:t>
            </a:r>
          </a:p>
          <a:p>
            <a:pPr rtl="1"/>
            <a:r>
              <a:rPr lang="ar" sz="2200" b="1" dirty="0">
                <a:latin typeface="Sakkal Majalla" panose="02000000000000000000" pitchFamily="2" charset="-78"/>
                <a:cs typeface="Sakkal Majalla" panose="02000000000000000000" pitchFamily="2" charset="-78"/>
              </a:rPr>
              <a:t>شوترستوك:</a:t>
            </a:r>
            <a:r>
              <a:rPr lang="ar" sz="2200" dirty="0">
                <a:latin typeface="Sakkal Majalla" panose="02000000000000000000" pitchFamily="2" charset="-78"/>
                <a:cs typeface="Sakkal Majalla" panose="02000000000000000000" pitchFamily="2" charset="-78"/>
              </a:rPr>
              <a:t> باَل لُنلا (الشريحة 5)، داريو لو بريستي (الشريحة 18)، إس. جون (الشريحة 22)، مينيرفا إستوديو (الشريحة 30)، راوبيكسل.كوم (الشريحة 33).</a:t>
            </a:r>
          </a:p>
          <a:p>
            <a:pPr marL="0" indent="0" rtl="1">
              <a:buNone/>
            </a:pPr>
            <a:endParaRPr lang="en-GB" sz="1200" b="1" dirty="0">
              <a:latin typeface="Sakkal Majalla" panose="02000000000000000000" pitchFamily="2" charset="-78"/>
              <a:cs typeface="Sakkal Majalla" panose="02000000000000000000" pitchFamily="2" charset="-78"/>
            </a:endParaRPr>
          </a:p>
          <a:p>
            <a:pPr marL="0" indent="0" rtl="1">
              <a:buNone/>
            </a:pPr>
            <a:endParaRPr lang="en-GB" b="1" dirty="0">
              <a:latin typeface="Sakkal Majalla" panose="02000000000000000000" pitchFamily="2" charset="-78"/>
              <a:cs typeface="Sakkal Majalla" panose="02000000000000000000" pitchFamily="2" charset="-78"/>
            </a:endParaRPr>
          </a:p>
          <a:p>
            <a:pPr marL="0" indent="0" rtl="1">
              <a:buNone/>
            </a:pPr>
            <a:endParaRPr lang="en-GB"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9E054F2B-E635-9910-7CEF-659E716E5813}"/>
              </a:ext>
            </a:extLst>
          </p:cNvPr>
          <p:cNvSpPr txBox="1">
            <a:spLocks/>
          </p:cNvSpPr>
          <p:nvPr/>
        </p:nvSpPr>
        <p:spPr bwMode="auto">
          <a:xfrm>
            <a:off x="107504" y="6579838"/>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A103000400149</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AdditionalInfo xmlns="f63d1639-2e8e-4dfe-b2d4-ff2deac92409" xsi:nil="true"/>
    <_Flow_SignoffStatus xmlns="f63d1639-2e8e-4dfe-b2d4-ff2deac9240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2" ma:contentTypeDescription="Create a new document." ma:contentTypeScope="" ma:versionID="2ce127b3dc80ffa4c6c46b1baef24a92">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6ed09ce462a7bdf5841df57885213077" ns2:_="" ns3:_="">
    <xsd:import namespace="f63d1639-2e8e-4dfe-b2d4-ff2deac92409"/>
    <xsd:import namespace="7012c9df-7563-46f6-96ee-cebd66fd5577"/>
    <xsd:element name="properties">
      <xsd:complexType>
        <xsd:sequence>
          <xsd:element name="documentManagement">
            <xsd:complexType>
              <xsd:all>
                <xsd:element ref="ns2:_Flow_SignoffStatu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AdditionalInfo"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_Flow_SignoffStatus" ma:index="2" nillable="true" ma:displayName="Sign-off status" ma:internalName="Sign_x002d_off_x0020_status" ma:readOnly="false">
      <xsd:simpleType>
        <xsd:restriction base="dms:Text"/>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hidden="true" ma:internalName="MediaServiceAutoTags" ma:readOnly="true">
      <xsd:simpleType>
        <xsd:restriction base="dms:Text"/>
      </xsd:simpleType>
    </xsd:element>
    <xsd:element name="MediaServiceOCR" ma:index="16" nillable="true" ma:displayName="Extracted Text" ma:hidden="true" ma:internalName="MediaServiceOCR"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hidden="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hidden="true" ma:internalName="AdditionalInfo" ma:readOnly="fals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hidden="true" ma:internalName="SharedWithDetails" ma:readOnly="true">
      <xsd:simpleType>
        <xsd:restriction base="dms:Note"/>
      </xsd:simpleType>
    </xsd:element>
    <xsd:element name="TaxCatchAll" ma:index="22" nillable="true" ma:displayName="Taxonomy Catch All Column" ma:hidden="true" ma:list="{68bf6128-19fb-458b-8dd6-b174ec593e06}" ma:internalName="TaxCatchAll" ma:readOnly="false"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23B947-7365-46E6-97D8-39CC3AB7528F}">
  <ds:schemaRefs>
    <ds:schemaRef ds:uri="http://schemas.microsoft.com/office/2006/documentManagement/types"/>
    <ds:schemaRef ds:uri="http://schemas.microsoft.com/office/2006/metadata/properties"/>
    <ds:schemaRef ds:uri="http://www.w3.org/XML/1998/namespace"/>
    <ds:schemaRef ds:uri="http://purl.org/dc/elements/1.1/"/>
    <ds:schemaRef ds:uri="6125ffc9-2c56-435e-8267-1393444907b2"/>
    <ds:schemaRef ds:uri="http://purl.org/dc/terms/"/>
    <ds:schemaRef ds:uri="http://schemas.microsoft.com/office/infopath/2007/PartnerControls"/>
    <ds:schemaRef ds:uri="http://schemas.openxmlformats.org/package/2006/metadata/core-properties"/>
    <ds:schemaRef ds:uri="7c1bd8dc-4e40-424f-a15f-9ffcd522197f"/>
    <ds:schemaRef ds:uri="http://purl.org/dc/dcmitype/"/>
  </ds:schemaRefs>
</ds:datastoreItem>
</file>

<file path=customXml/itemProps2.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3.xml><?xml version="1.0" encoding="utf-8"?>
<ds:datastoreItem xmlns:ds="http://schemas.openxmlformats.org/officeDocument/2006/customXml" ds:itemID="{0EA190FA-56DF-46D2-B9A1-3CFAD1A95A76}"/>
</file>

<file path=docProps/app.xml><?xml version="1.0" encoding="utf-8"?>
<Properties xmlns="http://schemas.openxmlformats.org/officeDocument/2006/extended-properties" xmlns:vt="http://schemas.openxmlformats.org/officeDocument/2006/docPropsVTypes">
  <TotalTime>14373</TotalTime>
  <Words>1511</Words>
  <Application>Microsoft Office PowerPoint</Application>
  <PresentationFormat>On-screen Show (4:3)</PresentationFormat>
  <Paragraphs>363</Paragraphs>
  <Slides>35</Slides>
  <Notes>35</Notes>
  <HiddenSlides>0</HiddenSlides>
  <MMClips>0</MMClips>
  <ScaleCrop>false</ScaleCrop>
  <HeadingPairs>
    <vt:vector size="6" baseType="variant">
      <vt:variant>
        <vt:lpstr>Fonts Used</vt:lpstr>
      </vt:variant>
      <vt:variant>
        <vt:i4>7</vt:i4>
      </vt:variant>
      <vt:variant>
        <vt:lpstr>Theme</vt:lpstr>
      </vt:variant>
      <vt:variant>
        <vt:i4>10</vt:i4>
      </vt:variant>
      <vt:variant>
        <vt:lpstr>Slide Titles</vt:lpstr>
      </vt:variant>
      <vt:variant>
        <vt:i4>35</vt:i4>
      </vt:variant>
    </vt:vector>
  </HeadingPairs>
  <TitlesOfParts>
    <vt:vector size="52" baseType="lpstr">
      <vt:lpstr>Arial</vt:lpstr>
      <vt:lpstr>Calibri</vt:lpstr>
      <vt:lpstr>Courier New</vt:lpstr>
      <vt:lpstr>Helvetica</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23 البيع الشخصي والمهارات الترويجية في مجال الضيافة    </vt:lpstr>
      <vt:lpstr>البيع الشخصي والمهارات الترويجية في مجال الضيافة </vt:lpstr>
      <vt:lpstr>نتاجات التعلم</vt:lpstr>
      <vt:lpstr>نتاج التعلم أ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159</cp:revision>
  <dcterms:created xsi:type="dcterms:W3CDTF">2020-07-15T07:14:47Z</dcterms:created>
  <dcterms:modified xsi:type="dcterms:W3CDTF">2024-11-26T16:55:10Z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MediaServiceImageTags">
    <vt:lpwstr/>
  </property>
</Properties>
</file>