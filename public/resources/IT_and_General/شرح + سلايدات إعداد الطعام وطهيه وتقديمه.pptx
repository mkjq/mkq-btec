
<file path=[Content_Types].xml><?xml version="1.0" encoding="utf-8"?>
<Types xmlns="http://schemas.openxmlformats.org/package/2006/content-types">
  <Default Extension="bin" ContentType="audio/unknown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4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theme/theme7.xml" ContentType="application/vnd.openxmlformats-officedocument.theme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theme/theme8.xml" ContentType="application/vnd.openxmlformats-officedocument.theme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9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35" r:id="rId4"/>
    <p:sldMasterId id="2147484148" r:id="rId5"/>
    <p:sldMasterId id="2147484825" r:id="rId6"/>
    <p:sldMasterId id="2147484838" r:id="rId7"/>
    <p:sldMasterId id="2147484851" r:id="rId8"/>
    <p:sldMasterId id="2147484864" r:id="rId9"/>
    <p:sldMasterId id="2147484877" r:id="rId10"/>
    <p:sldMasterId id="2147484890" r:id="rId11"/>
    <p:sldMasterId id="2147484903" r:id="rId12"/>
    <p:sldMasterId id="2147484916" r:id="rId13"/>
  </p:sldMasterIdLst>
  <p:notesMasterIdLst>
    <p:notesMasterId r:id="rId49"/>
  </p:notesMasterIdLst>
  <p:sldIdLst>
    <p:sldId id="256" r:id="rId14"/>
    <p:sldId id="257" r:id="rId15"/>
    <p:sldId id="258" r:id="rId16"/>
    <p:sldId id="272" r:id="rId17"/>
    <p:sldId id="332" r:id="rId18"/>
    <p:sldId id="312" r:id="rId19"/>
    <p:sldId id="335" r:id="rId20"/>
    <p:sldId id="313" r:id="rId21"/>
    <p:sldId id="314" r:id="rId22"/>
    <p:sldId id="336" r:id="rId23"/>
    <p:sldId id="334" r:id="rId24"/>
    <p:sldId id="315" r:id="rId25"/>
    <p:sldId id="316" r:id="rId26"/>
    <p:sldId id="324" r:id="rId27"/>
    <p:sldId id="325" r:id="rId28"/>
    <p:sldId id="326" r:id="rId29"/>
    <p:sldId id="333" r:id="rId30"/>
    <p:sldId id="327" r:id="rId31"/>
    <p:sldId id="328" r:id="rId32"/>
    <p:sldId id="306" r:id="rId33"/>
    <p:sldId id="307" r:id="rId34"/>
    <p:sldId id="330" r:id="rId35"/>
    <p:sldId id="337" r:id="rId36"/>
    <p:sldId id="317" r:id="rId37"/>
    <p:sldId id="319" r:id="rId38"/>
    <p:sldId id="339" r:id="rId39"/>
    <p:sldId id="320" r:id="rId40"/>
    <p:sldId id="321" r:id="rId41"/>
    <p:sldId id="322" r:id="rId42"/>
    <p:sldId id="329" r:id="rId43"/>
    <p:sldId id="338" r:id="rId44"/>
    <p:sldId id="308" r:id="rId45"/>
    <p:sldId id="309" r:id="rId46"/>
    <p:sldId id="310" r:id="rId47"/>
    <p:sldId id="311" r:id="rId48"/>
  </p:sldIdLst>
  <p:sldSz cx="9144000" cy="6858000" type="screen4x3"/>
  <p:notesSz cx="6858000" cy="9144000"/>
  <p:defaultTextStyle>
    <a:defPPr>
      <a:defRPr lang="en-GB"/>
    </a:defPPr>
    <a:lvl1pPr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r" rtl="1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r" defTabSz="914400" rtl="1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933">
          <p15:clr>
            <a:srgbClr val="A4A3A4"/>
          </p15:clr>
        </p15:guide>
        <p15:guide id="2" pos="2880">
          <p15:clr>
            <a:srgbClr val="A4A3A4"/>
          </p15:clr>
        </p15:guide>
        <p15:guide id="3" pos="1791">
          <p15:clr>
            <a:srgbClr val="A4A3A4"/>
          </p15:clr>
        </p15:guide>
        <p15:guide id="4" orient="horz" pos="3657">
          <p15:clr>
            <a:srgbClr val="A4A3A4"/>
          </p15:clr>
        </p15:guide>
        <p15:guide id="5" pos="1066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CFEB90-9D66-8A0A-B491-5A1B86E8BE4E}" name="Sam Prince" initials="SP" userId="S::sam.prince1@pearson.com::b8c1c271-dd5b-4079-a09a-81f4ce8be867" providerId="AD"/>
  <p188:author id="{531F32EF-B7AB-FD12-ECD3-DD5955CD0FA8}" name="Andrew Bodmer" initials="AB" userId="e78b4f3cb0d7499b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Office" lastIdx="1" clrIdx="0"/>
  <p:cmAuthor id="2" name="Microsoft Office User" initials="Office [2]" lastIdx="1" clrIdx="1"/>
  <p:cmAuthor id="3" name="Microsoft Office User" initials="Office [3]" lastIdx="1" clrIdx="2"/>
  <p:cmAuthor id="4" name="Microsoft Office User" initials="Office [4]" lastIdx="1" clrIdx="3"/>
  <p:cmAuthor id="5" name="Microsoft Office User" initials="Office [5]" lastIdx="1" clrIdx="4"/>
  <p:cmAuthor id="6" name="Susan Leaper" initials="" lastIdx="2" clrIdx="5"/>
  <p:cmAuthor id="7" name="Microsoft Office User" initials="Office [8]" lastIdx="1" clrIdx="6"/>
  <p:cmAuthor id="8" name="Microsoft Office User" initials="Office [7]" lastIdx="1" clrIdx="7"/>
  <p:cmAuthor id="9" name="Microsoft Office User" initials="Office [9]" lastIdx="1" clrIdx="8"/>
  <p:cmAuthor id="10" name="Microsoft Office User" initials="Office [10]" lastIdx="1" clrIdx="9"/>
  <p:cmAuthor id="11" name="Microsoft Office User" initials="" lastIdx="1" clrIdx="10"/>
  <p:cmAuthor id="12" name="Unknown User1" initials="Unknown User1" lastIdx="1" clrIdx="11"/>
  <p:cmAuthor id="13" name="Unknown User2" initials="Unknown User2" lastIdx="1" clrIdx="12"/>
  <p:cmAuthor id="14" name="Chetna Somaiya" initials="CS" lastIdx="3" clrIdx="13">
    <p:extLst>
      <p:ext uri="{19B8F6BF-5375-455C-9EA6-DF929625EA0E}">
        <p15:presenceInfo xmlns:p15="http://schemas.microsoft.com/office/powerpoint/2012/main" userId="S::Chetna.Somaiya@pearson.com::beb44317-2430-4ffc-a211-c5eaf33a942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21F76-F51B-48FC-BFAA-94648CAA18FF}" v="39" dt="2023-10-20T12:48:25.887"/>
  </p1510:revLst>
</p1510:revInfo>
</file>

<file path=ppt/tableStyles.xml><?xml version="1.0" encoding="utf-8"?>
<a:tblStyleLst xmlns:a="http://schemas.openxmlformats.org/drawingml/2006/main" def="{5C22544A-7EE6-4342-B048-85BDC9FD1C3A}"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14" autoAdjust="0"/>
  </p:normalViewPr>
  <p:slideViewPr>
    <p:cSldViewPr snapToGrid="0">
      <p:cViewPr varScale="1">
        <p:scale>
          <a:sx n="70" d="100"/>
          <a:sy n="70" d="100"/>
        </p:scale>
        <p:origin x="1302" y="72"/>
      </p:cViewPr>
      <p:guideLst>
        <p:guide orient="horz" pos="1933"/>
        <p:guide pos="2880"/>
        <p:guide pos="1791"/>
        <p:guide orient="horz" pos="3657"/>
        <p:guide pos="106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slide" Target="slides/slide26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50" Type="http://schemas.openxmlformats.org/officeDocument/2006/relationships/commentAuthors" Target="commentAuthors.xml"/><Relationship Id="rId55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slide" Target="slides/slide28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notesMaster" Target="notesMasters/notes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microsoft.com/office/2018/10/relationships/authors" Target="authors.xml"/><Relationship Id="rId8" Type="http://schemas.openxmlformats.org/officeDocument/2006/relationships/slideMaster" Target="slideMasters/slideMaster5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3262C1-1B29-4D91-B4AA-823F46FCFA7F}" type="doc">
      <dgm:prSet loTypeId="urn:microsoft.com/office/officeart/2005/8/layout/defaul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1E159F59-39A7-49D1-A759-FE44D0AC761C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الخبز</a:t>
          </a:r>
        </a:p>
      </dgm:t>
    </dgm:pt>
    <dgm:pt modelId="{9E94AD78-F17F-48ED-BCAD-A63690B3FB81}" type="parTrans" cxnId="{DA2D7A4E-5DAB-42EA-9E63-E0F362519637}">
      <dgm:prSet/>
      <dgm:spPr/>
      <dgm:t>
        <a:bodyPr/>
        <a:lstStyle/>
        <a:p>
          <a:endParaRPr lang="en-US"/>
        </a:p>
      </dgm:t>
    </dgm:pt>
    <dgm:pt modelId="{EB6AEEAC-18DD-422B-B3F4-92EC58D7B7F5}" type="sibTrans" cxnId="{DA2D7A4E-5DAB-42EA-9E63-E0F362519637}">
      <dgm:prSet/>
      <dgm:spPr/>
      <dgm:t>
        <a:bodyPr/>
        <a:lstStyle/>
        <a:p>
          <a:endParaRPr lang="en-US"/>
        </a:p>
      </dgm:t>
    </dgm:pt>
    <dgm:pt modelId="{D340B5C3-B0C6-47C3-BFC8-9570E23FFBE9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الغليان/ الغلي الطفيف</a:t>
          </a:r>
        </a:p>
      </dgm:t>
    </dgm:pt>
    <dgm:pt modelId="{9975F731-9BCC-4FA4-92AE-6767EE49B394}" type="parTrans" cxnId="{4F280C45-092D-4DFB-B4C4-86E7A082F748}">
      <dgm:prSet/>
      <dgm:spPr/>
      <dgm:t>
        <a:bodyPr/>
        <a:lstStyle/>
        <a:p>
          <a:endParaRPr lang="en-US"/>
        </a:p>
      </dgm:t>
    </dgm:pt>
    <dgm:pt modelId="{6F8A42BB-6BB6-4753-9BB2-DCE78260EBDD}" type="sibTrans" cxnId="{4F280C45-092D-4DFB-B4C4-86E7A082F748}">
      <dgm:prSet/>
      <dgm:spPr/>
      <dgm:t>
        <a:bodyPr/>
        <a:lstStyle/>
        <a:p>
          <a:endParaRPr lang="en-US"/>
        </a:p>
      </dgm:t>
    </dgm:pt>
    <dgm:pt modelId="{6495EBF6-667E-43B8-AFD1-43A5045E4C47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القلي</a:t>
          </a:r>
        </a:p>
      </dgm:t>
    </dgm:pt>
    <dgm:pt modelId="{071022BC-970F-4516-97CB-9D55BFC900FB}" type="parTrans" cxnId="{21C164E5-D7EF-49BE-9FF3-CCB2489551C1}">
      <dgm:prSet/>
      <dgm:spPr/>
      <dgm:t>
        <a:bodyPr/>
        <a:lstStyle/>
        <a:p>
          <a:endParaRPr lang="en-US"/>
        </a:p>
      </dgm:t>
    </dgm:pt>
    <dgm:pt modelId="{A4D2E62E-40FF-4266-9118-EE574894B34A}" type="sibTrans" cxnId="{21C164E5-D7EF-49BE-9FF3-CCB2489551C1}">
      <dgm:prSet/>
      <dgm:spPr/>
      <dgm:t>
        <a:bodyPr/>
        <a:lstStyle/>
        <a:p>
          <a:endParaRPr lang="en-US"/>
        </a:p>
      </dgm:t>
    </dgm:pt>
    <dgm:pt modelId="{93857A36-701B-4B88-95C7-CF080FD98285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الشوي</a:t>
          </a:r>
        </a:p>
      </dgm:t>
    </dgm:pt>
    <dgm:pt modelId="{613D979F-FDBA-468D-9695-43A42C737D3B}" type="parTrans" cxnId="{091C93A0-AA61-40DF-A8EC-B013B6129B89}">
      <dgm:prSet/>
      <dgm:spPr/>
      <dgm:t>
        <a:bodyPr/>
        <a:lstStyle/>
        <a:p>
          <a:endParaRPr lang="en-US"/>
        </a:p>
      </dgm:t>
    </dgm:pt>
    <dgm:pt modelId="{D835E178-A88C-444A-8434-316D4B6066C7}" type="sibTrans" cxnId="{091C93A0-AA61-40DF-A8EC-B013B6129B89}">
      <dgm:prSet/>
      <dgm:spPr/>
      <dgm:t>
        <a:bodyPr/>
        <a:lstStyle/>
        <a:p>
          <a:endParaRPr lang="en-US"/>
        </a:p>
      </dgm:t>
    </dgm:pt>
    <dgm:pt modelId="{D82B13B8-4297-4054-B64F-BBAAD6C39C0A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استخدام الميكروويف</a:t>
          </a:r>
        </a:p>
      </dgm:t>
    </dgm:pt>
    <dgm:pt modelId="{6D38F7D3-7986-4E2E-9532-2457B60956D0}" type="parTrans" cxnId="{8E316C57-EAB2-44AE-A83D-C943769C7DD6}">
      <dgm:prSet/>
      <dgm:spPr/>
      <dgm:t>
        <a:bodyPr/>
        <a:lstStyle/>
        <a:p>
          <a:endParaRPr lang="en-US"/>
        </a:p>
      </dgm:t>
    </dgm:pt>
    <dgm:pt modelId="{A0798D21-54E1-48BF-BDFE-79F4C8BAEBDC}" type="sibTrans" cxnId="{8E316C57-EAB2-44AE-A83D-C943769C7DD6}">
      <dgm:prSet/>
      <dgm:spPr/>
      <dgm:t>
        <a:bodyPr/>
        <a:lstStyle/>
        <a:p>
          <a:endParaRPr lang="en-US"/>
        </a:p>
      </dgm:t>
    </dgm:pt>
    <dgm:pt modelId="{0D334150-E7B1-4B22-8C9D-17D3DB54697F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السلق</a:t>
          </a:r>
        </a:p>
      </dgm:t>
    </dgm:pt>
    <dgm:pt modelId="{5EB5A564-FFF4-4E83-AF8A-9EE1823AC6E6}" type="parTrans" cxnId="{F13CD7FB-5771-4E57-A91F-0886DDAE8293}">
      <dgm:prSet/>
      <dgm:spPr/>
      <dgm:t>
        <a:bodyPr/>
        <a:lstStyle/>
        <a:p>
          <a:endParaRPr lang="en-US"/>
        </a:p>
      </dgm:t>
    </dgm:pt>
    <dgm:pt modelId="{D45BB5E2-CF07-4A14-BDD6-E79B30E01106}" type="sibTrans" cxnId="{F13CD7FB-5771-4E57-A91F-0886DDAE8293}">
      <dgm:prSet/>
      <dgm:spPr/>
      <dgm:t>
        <a:bodyPr/>
        <a:lstStyle/>
        <a:p>
          <a:endParaRPr lang="en-US"/>
        </a:p>
      </dgm:t>
    </dgm:pt>
    <dgm:pt modelId="{63DE0B68-0C33-4ED6-A0FB-945F5E4F1897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التحميص</a:t>
          </a:r>
        </a:p>
      </dgm:t>
    </dgm:pt>
    <dgm:pt modelId="{C84007E7-0DF5-48F0-B6AF-BAFB04A4BA70}" type="parTrans" cxnId="{6B9A7E70-72FD-4FD0-B7E9-195870AD785D}">
      <dgm:prSet/>
      <dgm:spPr/>
      <dgm:t>
        <a:bodyPr/>
        <a:lstStyle/>
        <a:p>
          <a:endParaRPr lang="en-US"/>
        </a:p>
      </dgm:t>
    </dgm:pt>
    <dgm:pt modelId="{0A14CAAD-A44C-41BD-9B50-4A20C405ECC1}" type="sibTrans" cxnId="{6B9A7E70-72FD-4FD0-B7E9-195870AD785D}">
      <dgm:prSet/>
      <dgm:spPr/>
      <dgm:t>
        <a:bodyPr/>
        <a:lstStyle/>
        <a:p>
          <a:endParaRPr lang="en-US"/>
        </a:p>
      </dgm:t>
    </dgm:pt>
    <dgm:pt modelId="{BC4F99B8-C55A-4D80-942A-6BE498794F48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التبخير</a:t>
          </a:r>
        </a:p>
      </dgm:t>
    </dgm:pt>
    <dgm:pt modelId="{EA9E907A-9646-41AF-83B9-A233380E396C}" type="parTrans" cxnId="{1C29FAE4-63C6-4433-8904-AABCF19509A0}">
      <dgm:prSet/>
      <dgm:spPr/>
      <dgm:t>
        <a:bodyPr/>
        <a:lstStyle/>
        <a:p>
          <a:endParaRPr lang="en-US"/>
        </a:p>
      </dgm:t>
    </dgm:pt>
    <dgm:pt modelId="{82412281-08E4-4A37-B79E-CC9481925CD3}" type="sibTrans" cxnId="{1C29FAE4-63C6-4433-8904-AABCF19509A0}">
      <dgm:prSet/>
      <dgm:spPr/>
      <dgm:t>
        <a:bodyPr/>
        <a:lstStyle/>
        <a:p>
          <a:endParaRPr lang="en-US"/>
        </a:p>
      </dgm:t>
    </dgm:pt>
    <dgm:pt modelId="{105344B6-64F8-4688-AB7F-F2F422408508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الغلي البطئ</a:t>
          </a:r>
        </a:p>
      </dgm:t>
    </dgm:pt>
    <dgm:pt modelId="{558C21F9-3059-4C08-945D-ADD7F055F6A1}" type="parTrans" cxnId="{C2A144EB-B345-448B-96C8-3A143B9E8F90}">
      <dgm:prSet/>
      <dgm:spPr/>
      <dgm:t>
        <a:bodyPr/>
        <a:lstStyle/>
        <a:p>
          <a:endParaRPr lang="en-US"/>
        </a:p>
      </dgm:t>
    </dgm:pt>
    <dgm:pt modelId="{BFF86838-01E0-4183-8CC1-9E9C7B11C283}" type="sibTrans" cxnId="{C2A144EB-B345-448B-96C8-3A143B9E8F90}">
      <dgm:prSet/>
      <dgm:spPr/>
      <dgm:t>
        <a:bodyPr/>
        <a:lstStyle/>
        <a:p>
          <a:endParaRPr lang="en-US"/>
        </a:p>
      </dgm:t>
    </dgm:pt>
    <dgm:pt modelId="{482A8EED-F538-48F7-9CD4-05A5EA9F7792}">
      <dgm:prSet custT="1"/>
      <dgm:spPr/>
      <dgm:t>
        <a:bodyPr/>
        <a:lstStyle/>
        <a:p>
          <a:r>
            <a:rPr lang="ar-EG" sz="1800" i="0">
              <a:latin typeface="Arial" panose="020B0604020202020204" pitchFamily="34" charset="0"/>
              <a:cs typeface="Arial" panose="020B0604020202020204" pitchFamily="34" charset="0"/>
            </a:rPr>
            <a:t>القلي السريع في الزيت</a:t>
          </a:r>
        </a:p>
      </dgm:t>
    </dgm:pt>
    <dgm:pt modelId="{9BE1BEF0-7E58-47F7-A5EA-C7645342A2BA}" type="parTrans" cxnId="{F0ED0687-1822-4422-8DA5-AA6E04DFF58E}">
      <dgm:prSet/>
      <dgm:spPr/>
      <dgm:t>
        <a:bodyPr/>
        <a:lstStyle/>
        <a:p>
          <a:endParaRPr lang="en-US"/>
        </a:p>
      </dgm:t>
    </dgm:pt>
    <dgm:pt modelId="{71DC36D9-88B0-4553-AA94-2EDBC840E6E6}" type="sibTrans" cxnId="{F0ED0687-1822-4422-8DA5-AA6E04DFF58E}">
      <dgm:prSet/>
      <dgm:spPr/>
      <dgm:t>
        <a:bodyPr/>
        <a:lstStyle/>
        <a:p>
          <a:endParaRPr lang="en-US"/>
        </a:p>
      </dgm:t>
    </dgm:pt>
    <dgm:pt modelId="{B3B95F48-F915-A34B-8A56-60C7AE1F788B}" type="pres">
      <dgm:prSet presAssocID="{8D3262C1-1B29-4D91-B4AA-823F46FCFA7F}" presName="diagram" presStyleCnt="0">
        <dgm:presLayoutVars>
          <dgm:dir val="rev"/>
          <dgm:resizeHandles val="exact"/>
        </dgm:presLayoutVars>
      </dgm:prSet>
      <dgm:spPr/>
    </dgm:pt>
    <dgm:pt modelId="{74690A59-F287-3344-B2BD-60278EB2761C}" type="pres">
      <dgm:prSet presAssocID="{1E159F59-39A7-49D1-A759-FE44D0AC761C}" presName="node" presStyleLbl="node1" presStyleIdx="0" presStyleCnt="10">
        <dgm:presLayoutVars>
          <dgm:bulletEnabled val="1"/>
        </dgm:presLayoutVars>
      </dgm:prSet>
      <dgm:spPr/>
    </dgm:pt>
    <dgm:pt modelId="{5BCC2F28-FEB2-384E-BBDB-A9DC7C99C6F1}" type="pres">
      <dgm:prSet presAssocID="{EB6AEEAC-18DD-422B-B3F4-92EC58D7B7F5}" presName="sibTrans" presStyleCnt="0"/>
      <dgm:spPr/>
    </dgm:pt>
    <dgm:pt modelId="{6A4132B7-6CE1-3742-9260-068780FCD7F7}" type="pres">
      <dgm:prSet presAssocID="{D340B5C3-B0C6-47C3-BFC8-9570E23FFBE9}" presName="node" presStyleLbl="node1" presStyleIdx="1" presStyleCnt="10">
        <dgm:presLayoutVars>
          <dgm:bulletEnabled val="1"/>
        </dgm:presLayoutVars>
      </dgm:prSet>
      <dgm:spPr/>
    </dgm:pt>
    <dgm:pt modelId="{74FFB10C-22D0-4947-8804-ADE2A9D7C890}" type="pres">
      <dgm:prSet presAssocID="{6F8A42BB-6BB6-4753-9BB2-DCE78260EBDD}" presName="sibTrans" presStyleCnt="0"/>
      <dgm:spPr/>
    </dgm:pt>
    <dgm:pt modelId="{161B7C53-EAE8-8C4C-A835-93A14223FB1A}" type="pres">
      <dgm:prSet presAssocID="{6495EBF6-667E-43B8-AFD1-43A5045E4C47}" presName="node" presStyleLbl="node1" presStyleIdx="2" presStyleCnt="10">
        <dgm:presLayoutVars>
          <dgm:bulletEnabled val="1"/>
        </dgm:presLayoutVars>
      </dgm:prSet>
      <dgm:spPr/>
    </dgm:pt>
    <dgm:pt modelId="{91D269E9-13C0-2344-BA2C-3495AD24F8E4}" type="pres">
      <dgm:prSet presAssocID="{A4D2E62E-40FF-4266-9118-EE574894B34A}" presName="sibTrans" presStyleCnt="0"/>
      <dgm:spPr/>
    </dgm:pt>
    <dgm:pt modelId="{6B2B710C-F6F1-F64F-B5D7-84CBEEE5F066}" type="pres">
      <dgm:prSet presAssocID="{93857A36-701B-4B88-95C7-CF080FD98285}" presName="node" presStyleLbl="node1" presStyleIdx="3" presStyleCnt="10">
        <dgm:presLayoutVars>
          <dgm:bulletEnabled val="1"/>
        </dgm:presLayoutVars>
      </dgm:prSet>
      <dgm:spPr/>
    </dgm:pt>
    <dgm:pt modelId="{23A86688-CAD6-734D-9708-B10BD3277DA2}" type="pres">
      <dgm:prSet presAssocID="{D835E178-A88C-444A-8434-316D4B6066C7}" presName="sibTrans" presStyleCnt="0"/>
      <dgm:spPr/>
    </dgm:pt>
    <dgm:pt modelId="{8EEA7DB9-BC7A-9B4F-991D-359F906CA34B}" type="pres">
      <dgm:prSet presAssocID="{D82B13B8-4297-4054-B64F-BBAAD6C39C0A}" presName="node" presStyleLbl="node1" presStyleIdx="4" presStyleCnt="10">
        <dgm:presLayoutVars>
          <dgm:bulletEnabled val="1"/>
        </dgm:presLayoutVars>
      </dgm:prSet>
      <dgm:spPr/>
    </dgm:pt>
    <dgm:pt modelId="{0596434F-4FDB-B94D-B57E-5C12C117ED8E}" type="pres">
      <dgm:prSet presAssocID="{A0798D21-54E1-48BF-BDFE-79F4C8BAEBDC}" presName="sibTrans" presStyleCnt="0"/>
      <dgm:spPr/>
    </dgm:pt>
    <dgm:pt modelId="{CA117ECF-AFCB-1E46-948B-DE2E4E119D45}" type="pres">
      <dgm:prSet presAssocID="{0D334150-E7B1-4B22-8C9D-17D3DB54697F}" presName="node" presStyleLbl="node1" presStyleIdx="5" presStyleCnt="10">
        <dgm:presLayoutVars>
          <dgm:bulletEnabled val="1"/>
        </dgm:presLayoutVars>
      </dgm:prSet>
      <dgm:spPr/>
    </dgm:pt>
    <dgm:pt modelId="{F81B88E0-CA52-0949-ADF2-EAAAF9A46508}" type="pres">
      <dgm:prSet presAssocID="{D45BB5E2-CF07-4A14-BDD6-E79B30E01106}" presName="sibTrans" presStyleCnt="0"/>
      <dgm:spPr/>
    </dgm:pt>
    <dgm:pt modelId="{48D1B8A3-C931-9A4B-ADB5-3BE7FEFC3924}" type="pres">
      <dgm:prSet presAssocID="{63DE0B68-0C33-4ED6-A0FB-945F5E4F1897}" presName="node" presStyleLbl="node1" presStyleIdx="6" presStyleCnt="10">
        <dgm:presLayoutVars>
          <dgm:bulletEnabled val="1"/>
        </dgm:presLayoutVars>
      </dgm:prSet>
      <dgm:spPr/>
    </dgm:pt>
    <dgm:pt modelId="{6D376E05-B2BD-744B-BC46-F57D7E30097A}" type="pres">
      <dgm:prSet presAssocID="{0A14CAAD-A44C-41BD-9B50-4A20C405ECC1}" presName="sibTrans" presStyleCnt="0"/>
      <dgm:spPr/>
    </dgm:pt>
    <dgm:pt modelId="{A8D826F2-7FCA-164C-B238-68927EA43B68}" type="pres">
      <dgm:prSet presAssocID="{BC4F99B8-C55A-4D80-942A-6BE498794F48}" presName="node" presStyleLbl="node1" presStyleIdx="7" presStyleCnt="10">
        <dgm:presLayoutVars>
          <dgm:bulletEnabled val="1"/>
        </dgm:presLayoutVars>
      </dgm:prSet>
      <dgm:spPr/>
    </dgm:pt>
    <dgm:pt modelId="{F621899E-49CD-3247-8726-72B0D5478453}" type="pres">
      <dgm:prSet presAssocID="{82412281-08E4-4A37-B79E-CC9481925CD3}" presName="sibTrans" presStyleCnt="0"/>
      <dgm:spPr/>
    </dgm:pt>
    <dgm:pt modelId="{508D2003-ABDE-1144-972A-350518DC6DEA}" type="pres">
      <dgm:prSet presAssocID="{105344B6-64F8-4688-AB7F-F2F422408508}" presName="node" presStyleLbl="node1" presStyleIdx="8" presStyleCnt="10">
        <dgm:presLayoutVars>
          <dgm:bulletEnabled val="1"/>
        </dgm:presLayoutVars>
      </dgm:prSet>
      <dgm:spPr/>
    </dgm:pt>
    <dgm:pt modelId="{40B24332-27BD-D349-BD99-830969A71313}" type="pres">
      <dgm:prSet presAssocID="{BFF86838-01E0-4183-8CC1-9E9C7B11C283}" presName="sibTrans" presStyleCnt="0"/>
      <dgm:spPr/>
    </dgm:pt>
    <dgm:pt modelId="{DB41D52D-2E46-ED45-93C6-493D99A7F91F}" type="pres">
      <dgm:prSet presAssocID="{482A8EED-F538-48F7-9CD4-05A5EA9F7792}" presName="node" presStyleLbl="node1" presStyleIdx="9" presStyleCnt="10">
        <dgm:presLayoutVars>
          <dgm:bulletEnabled val="1"/>
        </dgm:presLayoutVars>
      </dgm:prSet>
      <dgm:spPr/>
    </dgm:pt>
  </dgm:ptLst>
  <dgm:cxnLst>
    <dgm:cxn modelId="{A86F4902-C41C-3C43-84A1-FEEADCFAFED5}" type="presOf" srcId="{63DE0B68-0C33-4ED6-A0FB-945F5E4F1897}" destId="{48D1B8A3-C931-9A4B-ADB5-3BE7FEFC3924}" srcOrd="0" destOrd="0" presId="urn:microsoft.com/office/officeart/2005/8/layout/default"/>
    <dgm:cxn modelId="{0F5E420F-0093-464E-8FD0-C75536FC80C5}" type="presOf" srcId="{6495EBF6-667E-43B8-AFD1-43A5045E4C47}" destId="{161B7C53-EAE8-8C4C-A835-93A14223FB1A}" srcOrd="0" destOrd="0" presId="urn:microsoft.com/office/officeart/2005/8/layout/default"/>
    <dgm:cxn modelId="{BF5C5516-09A8-7343-AB70-E05972087470}" type="presOf" srcId="{0D334150-E7B1-4B22-8C9D-17D3DB54697F}" destId="{CA117ECF-AFCB-1E46-948B-DE2E4E119D45}" srcOrd="0" destOrd="0" presId="urn:microsoft.com/office/officeart/2005/8/layout/default"/>
    <dgm:cxn modelId="{4F280C45-092D-4DFB-B4C4-86E7A082F748}" srcId="{8D3262C1-1B29-4D91-B4AA-823F46FCFA7F}" destId="{D340B5C3-B0C6-47C3-BFC8-9570E23FFBE9}" srcOrd="1" destOrd="0" parTransId="{9975F731-9BCC-4FA4-92AE-6767EE49B394}" sibTransId="{6F8A42BB-6BB6-4753-9BB2-DCE78260EBDD}"/>
    <dgm:cxn modelId="{DA2D7A4E-5DAB-42EA-9E63-E0F362519637}" srcId="{8D3262C1-1B29-4D91-B4AA-823F46FCFA7F}" destId="{1E159F59-39A7-49D1-A759-FE44D0AC761C}" srcOrd="0" destOrd="0" parTransId="{9E94AD78-F17F-48ED-BCAD-A63690B3FB81}" sibTransId="{EB6AEEAC-18DD-422B-B3F4-92EC58D7B7F5}"/>
    <dgm:cxn modelId="{68D3086F-50A7-BC4F-BD3C-D4D2EA5D7F8D}" type="presOf" srcId="{BC4F99B8-C55A-4D80-942A-6BE498794F48}" destId="{A8D826F2-7FCA-164C-B238-68927EA43B68}" srcOrd="0" destOrd="0" presId="urn:microsoft.com/office/officeart/2005/8/layout/default"/>
    <dgm:cxn modelId="{6B9A7E70-72FD-4FD0-B7E9-195870AD785D}" srcId="{8D3262C1-1B29-4D91-B4AA-823F46FCFA7F}" destId="{63DE0B68-0C33-4ED6-A0FB-945F5E4F1897}" srcOrd="6" destOrd="0" parTransId="{C84007E7-0DF5-48F0-B6AF-BAFB04A4BA70}" sibTransId="{0A14CAAD-A44C-41BD-9B50-4A20C405ECC1}"/>
    <dgm:cxn modelId="{E2695472-916E-DA40-863A-BAF00C8673ED}" type="presOf" srcId="{105344B6-64F8-4688-AB7F-F2F422408508}" destId="{508D2003-ABDE-1144-972A-350518DC6DEA}" srcOrd="0" destOrd="0" presId="urn:microsoft.com/office/officeart/2005/8/layout/default"/>
    <dgm:cxn modelId="{8E316C57-EAB2-44AE-A83D-C943769C7DD6}" srcId="{8D3262C1-1B29-4D91-B4AA-823F46FCFA7F}" destId="{D82B13B8-4297-4054-B64F-BBAAD6C39C0A}" srcOrd="4" destOrd="0" parTransId="{6D38F7D3-7986-4E2E-9532-2457B60956D0}" sibTransId="{A0798D21-54E1-48BF-BDFE-79F4C8BAEBDC}"/>
    <dgm:cxn modelId="{A3E4C584-D440-AE43-8CA5-5614208097AC}" type="presOf" srcId="{D82B13B8-4297-4054-B64F-BBAAD6C39C0A}" destId="{8EEA7DB9-BC7A-9B4F-991D-359F906CA34B}" srcOrd="0" destOrd="0" presId="urn:microsoft.com/office/officeart/2005/8/layout/default"/>
    <dgm:cxn modelId="{61124085-D154-094D-B210-1537942A2E98}" type="presOf" srcId="{D340B5C3-B0C6-47C3-BFC8-9570E23FFBE9}" destId="{6A4132B7-6CE1-3742-9260-068780FCD7F7}" srcOrd="0" destOrd="0" presId="urn:microsoft.com/office/officeart/2005/8/layout/default"/>
    <dgm:cxn modelId="{F0ED0687-1822-4422-8DA5-AA6E04DFF58E}" srcId="{8D3262C1-1B29-4D91-B4AA-823F46FCFA7F}" destId="{482A8EED-F538-48F7-9CD4-05A5EA9F7792}" srcOrd="9" destOrd="0" parTransId="{9BE1BEF0-7E58-47F7-A5EA-C7645342A2BA}" sibTransId="{71DC36D9-88B0-4553-AA94-2EDBC840E6E6}"/>
    <dgm:cxn modelId="{091C93A0-AA61-40DF-A8EC-B013B6129B89}" srcId="{8D3262C1-1B29-4D91-B4AA-823F46FCFA7F}" destId="{93857A36-701B-4B88-95C7-CF080FD98285}" srcOrd="3" destOrd="0" parTransId="{613D979F-FDBA-468D-9695-43A42C737D3B}" sibTransId="{D835E178-A88C-444A-8434-316D4B6066C7}"/>
    <dgm:cxn modelId="{52128CBD-E082-F14E-A7B1-9EC61B4772CD}" type="presOf" srcId="{93857A36-701B-4B88-95C7-CF080FD98285}" destId="{6B2B710C-F6F1-F64F-B5D7-84CBEEE5F066}" srcOrd="0" destOrd="0" presId="urn:microsoft.com/office/officeart/2005/8/layout/default"/>
    <dgm:cxn modelId="{AE26EBD5-DADB-4948-8342-BB7E4D91A597}" type="presOf" srcId="{8D3262C1-1B29-4D91-B4AA-823F46FCFA7F}" destId="{B3B95F48-F915-A34B-8A56-60C7AE1F788B}" srcOrd="0" destOrd="0" presId="urn:microsoft.com/office/officeart/2005/8/layout/default"/>
    <dgm:cxn modelId="{1C29FAE4-63C6-4433-8904-AABCF19509A0}" srcId="{8D3262C1-1B29-4D91-B4AA-823F46FCFA7F}" destId="{BC4F99B8-C55A-4D80-942A-6BE498794F48}" srcOrd="7" destOrd="0" parTransId="{EA9E907A-9646-41AF-83B9-A233380E396C}" sibTransId="{82412281-08E4-4A37-B79E-CC9481925CD3}"/>
    <dgm:cxn modelId="{21C164E5-D7EF-49BE-9FF3-CCB2489551C1}" srcId="{8D3262C1-1B29-4D91-B4AA-823F46FCFA7F}" destId="{6495EBF6-667E-43B8-AFD1-43A5045E4C47}" srcOrd="2" destOrd="0" parTransId="{071022BC-970F-4516-97CB-9D55BFC900FB}" sibTransId="{A4D2E62E-40FF-4266-9118-EE574894B34A}"/>
    <dgm:cxn modelId="{1CBF89E6-50FC-114D-9CF7-834C80665DBB}" type="presOf" srcId="{482A8EED-F538-48F7-9CD4-05A5EA9F7792}" destId="{DB41D52D-2E46-ED45-93C6-493D99A7F91F}" srcOrd="0" destOrd="0" presId="urn:microsoft.com/office/officeart/2005/8/layout/default"/>
    <dgm:cxn modelId="{C2A144EB-B345-448B-96C8-3A143B9E8F90}" srcId="{8D3262C1-1B29-4D91-B4AA-823F46FCFA7F}" destId="{105344B6-64F8-4688-AB7F-F2F422408508}" srcOrd="8" destOrd="0" parTransId="{558C21F9-3059-4C08-945D-ADD7F055F6A1}" sibTransId="{BFF86838-01E0-4183-8CC1-9E9C7B11C283}"/>
    <dgm:cxn modelId="{C4234EF4-DDC5-8840-BA4F-BD417D2EB636}" type="presOf" srcId="{1E159F59-39A7-49D1-A759-FE44D0AC761C}" destId="{74690A59-F287-3344-B2BD-60278EB2761C}" srcOrd="0" destOrd="0" presId="urn:microsoft.com/office/officeart/2005/8/layout/default"/>
    <dgm:cxn modelId="{F13CD7FB-5771-4E57-A91F-0886DDAE8293}" srcId="{8D3262C1-1B29-4D91-B4AA-823F46FCFA7F}" destId="{0D334150-E7B1-4B22-8C9D-17D3DB54697F}" srcOrd="5" destOrd="0" parTransId="{5EB5A564-FFF4-4E83-AF8A-9EE1823AC6E6}" sibTransId="{D45BB5E2-CF07-4A14-BDD6-E79B30E01106}"/>
    <dgm:cxn modelId="{65E18DAA-BF2D-434E-B15B-EB94E5056900}" type="presParOf" srcId="{B3B95F48-F915-A34B-8A56-60C7AE1F788B}" destId="{74690A59-F287-3344-B2BD-60278EB2761C}" srcOrd="0" destOrd="0" presId="urn:microsoft.com/office/officeart/2005/8/layout/default"/>
    <dgm:cxn modelId="{B095BA4D-9135-2844-88C1-DE32368AC771}" type="presParOf" srcId="{B3B95F48-F915-A34B-8A56-60C7AE1F788B}" destId="{5BCC2F28-FEB2-384E-BBDB-A9DC7C99C6F1}" srcOrd="1" destOrd="0" presId="urn:microsoft.com/office/officeart/2005/8/layout/default"/>
    <dgm:cxn modelId="{F9D21CA4-3A60-F840-A973-E851ED0570E3}" type="presParOf" srcId="{B3B95F48-F915-A34B-8A56-60C7AE1F788B}" destId="{6A4132B7-6CE1-3742-9260-068780FCD7F7}" srcOrd="2" destOrd="0" presId="urn:microsoft.com/office/officeart/2005/8/layout/default"/>
    <dgm:cxn modelId="{26420656-1A58-3243-897F-B9972E7A631D}" type="presParOf" srcId="{B3B95F48-F915-A34B-8A56-60C7AE1F788B}" destId="{74FFB10C-22D0-4947-8804-ADE2A9D7C890}" srcOrd="3" destOrd="0" presId="urn:microsoft.com/office/officeart/2005/8/layout/default"/>
    <dgm:cxn modelId="{15A685ED-B2C0-EE41-8296-9ED7EB5C37D7}" type="presParOf" srcId="{B3B95F48-F915-A34B-8A56-60C7AE1F788B}" destId="{161B7C53-EAE8-8C4C-A835-93A14223FB1A}" srcOrd="4" destOrd="0" presId="urn:microsoft.com/office/officeart/2005/8/layout/default"/>
    <dgm:cxn modelId="{D92F3A14-75A1-A040-9F47-6B9785933C54}" type="presParOf" srcId="{B3B95F48-F915-A34B-8A56-60C7AE1F788B}" destId="{91D269E9-13C0-2344-BA2C-3495AD24F8E4}" srcOrd="5" destOrd="0" presId="urn:microsoft.com/office/officeart/2005/8/layout/default"/>
    <dgm:cxn modelId="{A8A97530-E41B-1045-A72E-E8E0FFC2314A}" type="presParOf" srcId="{B3B95F48-F915-A34B-8A56-60C7AE1F788B}" destId="{6B2B710C-F6F1-F64F-B5D7-84CBEEE5F066}" srcOrd="6" destOrd="0" presId="urn:microsoft.com/office/officeart/2005/8/layout/default"/>
    <dgm:cxn modelId="{58F051FF-429D-4C4C-957B-ADD4F52360D4}" type="presParOf" srcId="{B3B95F48-F915-A34B-8A56-60C7AE1F788B}" destId="{23A86688-CAD6-734D-9708-B10BD3277DA2}" srcOrd="7" destOrd="0" presId="urn:microsoft.com/office/officeart/2005/8/layout/default"/>
    <dgm:cxn modelId="{105BBF33-15DF-264B-9122-B132B402E18A}" type="presParOf" srcId="{B3B95F48-F915-A34B-8A56-60C7AE1F788B}" destId="{8EEA7DB9-BC7A-9B4F-991D-359F906CA34B}" srcOrd="8" destOrd="0" presId="urn:microsoft.com/office/officeart/2005/8/layout/default"/>
    <dgm:cxn modelId="{A691E3C2-3BEA-9642-B057-58C8F8AC0A02}" type="presParOf" srcId="{B3B95F48-F915-A34B-8A56-60C7AE1F788B}" destId="{0596434F-4FDB-B94D-B57E-5C12C117ED8E}" srcOrd="9" destOrd="0" presId="urn:microsoft.com/office/officeart/2005/8/layout/default"/>
    <dgm:cxn modelId="{BC5E2CB7-818C-BE45-8C10-6414E6ADABC3}" type="presParOf" srcId="{B3B95F48-F915-A34B-8A56-60C7AE1F788B}" destId="{CA117ECF-AFCB-1E46-948B-DE2E4E119D45}" srcOrd="10" destOrd="0" presId="urn:microsoft.com/office/officeart/2005/8/layout/default"/>
    <dgm:cxn modelId="{E67AB2D0-7802-3B4D-9329-138DEDCDB915}" type="presParOf" srcId="{B3B95F48-F915-A34B-8A56-60C7AE1F788B}" destId="{F81B88E0-CA52-0949-ADF2-EAAAF9A46508}" srcOrd="11" destOrd="0" presId="urn:microsoft.com/office/officeart/2005/8/layout/default"/>
    <dgm:cxn modelId="{B65F40AF-D5EC-7140-AD60-75238F922EF6}" type="presParOf" srcId="{B3B95F48-F915-A34B-8A56-60C7AE1F788B}" destId="{48D1B8A3-C931-9A4B-ADB5-3BE7FEFC3924}" srcOrd="12" destOrd="0" presId="urn:microsoft.com/office/officeart/2005/8/layout/default"/>
    <dgm:cxn modelId="{0C8471AE-EDBB-B445-9E49-9CA748D56E19}" type="presParOf" srcId="{B3B95F48-F915-A34B-8A56-60C7AE1F788B}" destId="{6D376E05-B2BD-744B-BC46-F57D7E30097A}" srcOrd="13" destOrd="0" presId="urn:microsoft.com/office/officeart/2005/8/layout/default"/>
    <dgm:cxn modelId="{00E4917B-24FE-C640-A40D-75064F7FA874}" type="presParOf" srcId="{B3B95F48-F915-A34B-8A56-60C7AE1F788B}" destId="{A8D826F2-7FCA-164C-B238-68927EA43B68}" srcOrd="14" destOrd="0" presId="urn:microsoft.com/office/officeart/2005/8/layout/default"/>
    <dgm:cxn modelId="{3C21C288-C40E-364E-9495-F2B08CBC7012}" type="presParOf" srcId="{B3B95F48-F915-A34B-8A56-60C7AE1F788B}" destId="{F621899E-49CD-3247-8726-72B0D5478453}" srcOrd="15" destOrd="0" presId="urn:microsoft.com/office/officeart/2005/8/layout/default"/>
    <dgm:cxn modelId="{3AC5B899-045C-EA49-B1AC-641ADC3A72DC}" type="presParOf" srcId="{B3B95F48-F915-A34B-8A56-60C7AE1F788B}" destId="{508D2003-ABDE-1144-972A-350518DC6DEA}" srcOrd="16" destOrd="0" presId="urn:microsoft.com/office/officeart/2005/8/layout/default"/>
    <dgm:cxn modelId="{E0EB2A82-EFAE-8446-80E2-E6B68063565E}" type="presParOf" srcId="{B3B95F48-F915-A34B-8A56-60C7AE1F788B}" destId="{40B24332-27BD-D349-BD99-830969A71313}" srcOrd="17" destOrd="0" presId="urn:microsoft.com/office/officeart/2005/8/layout/default"/>
    <dgm:cxn modelId="{0B3ACF9A-7F8E-0E41-BC7C-257C152E7925}" type="presParOf" srcId="{B3B95F48-F915-A34B-8A56-60C7AE1F788B}" destId="{DB41D52D-2E46-ED45-93C6-493D99A7F91F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CCBC14D-354F-4A9B-B9B8-FA20CBBC5630}" type="doc">
      <dgm:prSet loTypeId="urn:microsoft.com/office/officeart/2005/8/layout/process4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4B4E5B4-1BDE-4F12-8FDB-44BB100E7FE9}">
      <dgm:prSet custT="1"/>
      <dgm:spPr/>
      <dgm:t>
        <a:bodyPr/>
        <a:lstStyle/>
        <a:p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يُراعى دائمًا اتباع الوصفات واستخدامها، مما يضمن أن الطبق النهائي سيحقق نفس سمات المنتج النهائي أيا كان من يُعده.</a:t>
          </a:r>
        </a:p>
      </dgm:t>
    </dgm:pt>
    <dgm:pt modelId="{686AA638-5B00-417F-8214-22754CF719B2}" type="parTrans" cxnId="{08A8C236-D275-42C1-ACA0-0D726846A1E3}">
      <dgm:prSet/>
      <dgm:spPr/>
      <dgm:t>
        <a:bodyPr/>
        <a:lstStyle/>
        <a:p>
          <a:endParaRPr lang="en-US"/>
        </a:p>
      </dgm:t>
    </dgm:pt>
    <dgm:pt modelId="{7AF7A570-85B3-4DE7-8499-0D71013190DF}" type="sibTrans" cxnId="{08A8C236-D275-42C1-ACA0-0D726846A1E3}">
      <dgm:prSet/>
      <dgm:spPr/>
      <dgm:t>
        <a:bodyPr/>
        <a:lstStyle/>
        <a:p>
          <a:endParaRPr lang="en-US"/>
        </a:p>
      </dgm:t>
    </dgm:pt>
    <dgm:pt modelId="{59948BC5-0741-4937-97AA-18E297BD1384}">
      <dgm:prSet custT="1"/>
      <dgm:spPr/>
      <dgm:t>
        <a:bodyPr/>
        <a:lstStyle/>
        <a:p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يُراعى أن توضح الوصفة ما يلي:</a:t>
          </a:r>
        </a:p>
      </dgm:t>
    </dgm:pt>
    <dgm:pt modelId="{4BEE8DED-4EE4-4E98-9091-E18F60534604}" type="parTrans" cxnId="{5726E4EC-DBE9-4302-B6EA-C22B55907CFC}">
      <dgm:prSet/>
      <dgm:spPr/>
      <dgm:t>
        <a:bodyPr/>
        <a:lstStyle/>
        <a:p>
          <a:endParaRPr lang="en-US"/>
        </a:p>
      </dgm:t>
    </dgm:pt>
    <dgm:pt modelId="{D10C0FE6-ADC1-4488-9DEA-F3CEC701F3D9}" type="sibTrans" cxnId="{5726E4EC-DBE9-4302-B6EA-C22B55907CFC}">
      <dgm:prSet/>
      <dgm:spPr/>
      <dgm:t>
        <a:bodyPr/>
        <a:lstStyle/>
        <a:p>
          <a:endParaRPr lang="en-US"/>
        </a:p>
      </dgm:t>
    </dgm:pt>
    <dgm:pt modelId="{F8B27CF7-3D9F-4AB4-83BA-16C42A69BEEA}">
      <dgm:prSet custT="1"/>
      <dgm:spPr/>
      <dgm:t>
        <a:bodyPr/>
        <a:lstStyle/>
        <a:p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كيفية الجمع </a:t>
          </a:r>
          <a:b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بين المكونات</a:t>
          </a:r>
        </a:p>
      </dgm:t>
    </dgm:pt>
    <dgm:pt modelId="{E3735917-831E-4A0C-A131-0A7AE8E4F158}" type="parTrans" cxnId="{C9E55881-BE44-4387-BC9F-FF61FC3B05D8}">
      <dgm:prSet/>
      <dgm:spPr/>
      <dgm:t>
        <a:bodyPr/>
        <a:lstStyle/>
        <a:p>
          <a:endParaRPr lang="en-US"/>
        </a:p>
      </dgm:t>
    </dgm:pt>
    <dgm:pt modelId="{8AF58E1B-E049-421C-834B-209E7F2754E7}" type="sibTrans" cxnId="{C9E55881-BE44-4387-BC9F-FF61FC3B05D8}">
      <dgm:prSet/>
      <dgm:spPr/>
      <dgm:t>
        <a:bodyPr/>
        <a:lstStyle/>
        <a:p>
          <a:endParaRPr lang="en-US"/>
        </a:p>
      </dgm:t>
    </dgm:pt>
    <dgm:pt modelId="{6580F0A7-EBE1-469B-A0FC-FDDFE2F2CD87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الأوزان والمقاييس</a:t>
          </a:r>
        </a:p>
      </dgm:t>
    </dgm:pt>
    <dgm:pt modelId="{528F9945-4850-4EA9-995C-9B38CA7B3BED}" type="parTrans" cxnId="{29BCF67A-AC42-4193-B95F-055EB7FE14B0}">
      <dgm:prSet/>
      <dgm:spPr/>
      <dgm:t>
        <a:bodyPr/>
        <a:lstStyle/>
        <a:p>
          <a:endParaRPr lang="en-US"/>
        </a:p>
      </dgm:t>
    </dgm:pt>
    <dgm:pt modelId="{3ED903EA-F8B2-42A4-9E69-CFD3AA66FDB0}" type="sibTrans" cxnId="{29BCF67A-AC42-4193-B95F-055EB7FE14B0}">
      <dgm:prSet/>
      <dgm:spPr/>
      <dgm:t>
        <a:bodyPr/>
        <a:lstStyle/>
        <a:p>
          <a:endParaRPr lang="en-US"/>
        </a:p>
      </dgm:t>
    </dgm:pt>
    <dgm:pt modelId="{96B6DB3F-5D02-4478-9963-54EF7DB79596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درجات الحرارة</a:t>
          </a:r>
        </a:p>
      </dgm:t>
    </dgm:pt>
    <dgm:pt modelId="{FCDC755D-50D5-4806-AB5F-447CABB1C2BA}" type="parTrans" cxnId="{6CC929B0-16E0-459C-A914-973CAA381704}">
      <dgm:prSet/>
      <dgm:spPr/>
      <dgm:t>
        <a:bodyPr/>
        <a:lstStyle/>
        <a:p>
          <a:endParaRPr lang="en-US"/>
        </a:p>
      </dgm:t>
    </dgm:pt>
    <dgm:pt modelId="{3B8AFDB4-17DE-499A-BDAC-E14BD870F48F}" type="sibTrans" cxnId="{6CC929B0-16E0-459C-A914-973CAA381704}">
      <dgm:prSet/>
      <dgm:spPr/>
      <dgm:t>
        <a:bodyPr/>
        <a:lstStyle/>
        <a:p>
          <a:endParaRPr lang="en-US"/>
        </a:p>
      </dgm:t>
    </dgm:pt>
    <dgm:pt modelId="{F0B8B3B3-87C2-4E05-8909-D24EFF5E7659}">
      <dgm:prSet custT="1"/>
      <dgm:spPr/>
      <dgm:t>
        <a:bodyPr/>
        <a:lstStyle/>
        <a:p>
          <a:r>
            <a:rPr lang="ar-EG" sz="20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التوقيتات.</a:t>
          </a:r>
        </a:p>
      </dgm:t>
    </dgm:pt>
    <dgm:pt modelId="{B1D27AFD-7307-4529-A200-E53A2D097090}" type="parTrans" cxnId="{755DADF5-0D6B-4569-99D5-186D88C0E533}">
      <dgm:prSet/>
      <dgm:spPr/>
      <dgm:t>
        <a:bodyPr/>
        <a:lstStyle/>
        <a:p>
          <a:endParaRPr lang="en-US"/>
        </a:p>
      </dgm:t>
    </dgm:pt>
    <dgm:pt modelId="{E4C9B9CC-102B-482B-8A61-831A579475BA}" type="sibTrans" cxnId="{755DADF5-0D6B-4569-99D5-186D88C0E533}">
      <dgm:prSet/>
      <dgm:spPr/>
      <dgm:t>
        <a:bodyPr/>
        <a:lstStyle/>
        <a:p>
          <a:endParaRPr lang="en-US"/>
        </a:p>
      </dgm:t>
    </dgm:pt>
    <dgm:pt modelId="{29E941EE-E801-C341-ABFC-05A427B1E223}" type="pres">
      <dgm:prSet presAssocID="{CCCBC14D-354F-4A9B-B9B8-FA20CBBC5630}" presName="Name0" presStyleCnt="0">
        <dgm:presLayoutVars>
          <dgm:dir val="rev"/>
          <dgm:animLvl val="lvl"/>
          <dgm:resizeHandles val="exact"/>
        </dgm:presLayoutVars>
      </dgm:prSet>
      <dgm:spPr/>
    </dgm:pt>
    <dgm:pt modelId="{93FC63E8-BA44-304A-B930-EA382CCEE1B7}" type="pres">
      <dgm:prSet presAssocID="{59948BC5-0741-4937-97AA-18E297BD1384}" presName="boxAndChildren" presStyleCnt="0"/>
      <dgm:spPr/>
    </dgm:pt>
    <dgm:pt modelId="{F7E682BC-663F-E843-BF71-0ECE8B445A15}" type="pres">
      <dgm:prSet presAssocID="{59948BC5-0741-4937-97AA-18E297BD1384}" presName="parentTextBox" presStyleLbl="node1" presStyleIdx="0" presStyleCnt="2"/>
      <dgm:spPr/>
    </dgm:pt>
    <dgm:pt modelId="{FA13AB1D-2333-CC48-A431-1C40D40ECA1A}" type="pres">
      <dgm:prSet presAssocID="{59948BC5-0741-4937-97AA-18E297BD1384}" presName="entireBox" presStyleLbl="node1" presStyleIdx="0" presStyleCnt="2"/>
      <dgm:spPr/>
    </dgm:pt>
    <dgm:pt modelId="{25E93B11-62A3-BE4A-9BA6-A740A3D28AE7}" type="pres">
      <dgm:prSet presAssocID="{59948BC5-0741-4937-97AA-18E297BD1384}" presName="descendantBox" presStyleCnt="0"/>
      <dgm:spPr/>
    </dgm:pt>
    <dgm:pt modelId="{D4DEEEB6-E15F-4642-8347-4041E0FA474A}" type="pres">
      <dgm:prSet presAssocID="{F8B27CF7-3D9F-4AB4-83BA-16C42A69BEEA}" presName="childTextBox" presStyleLbl="fgAccFollowNode1" presStyleIdx="0" presStyleCnt="4">
        <dgm:presLayoutVars>
          <dgm:bulletEnabled val="1"/>
        </dgm:presLayoutVars>
      </dgm:prSet>
      <dgm:spPr/>
    </dgm:pt>
    <dgm:pt modelId="{C14C5297-9AA6-4C42-8C58-667CF1473402}" type="pres">
      <dgm:prSet presAssocID="{6580F0A7-EBE1-469B-A0FC-FDDFE2F2CD87}" presName="childTextBox" presStyleLbl="fgAccFollowNode1" presStyleIdx="1" presStyleCnt="4">
        <dgm:presLayoutVars>
          <dgm:bulletEnabled val="1"/>
        </dgm:presLayoutVars>
      </dgm:prSet>
      <dgm:spPr/>
    </dgm:pt>
    <dgm:pt modelId="{C5CBD8D3-A6AA-1543-924D-65D223BDAF5F}" type="pres">
      <dgm:prSet presAssocID="{96B6DB3F-5D02-4478-9963-54EF7DB79596}" presName="childTextBox" presStyleLbl="fgAccFollowNode1" presStyleIdx="2" presStyleCnt="4">
        <dgm:presLayoutVars>
          <dgm:bulletEnabled val="1"/>
        </dgm:presLayoutVars>
      </dgm:prSet>
      <dgm:spPr/>
    </dgm:pt>
    <dgm:pt modelId="{9FCA966B-0E41-4840-BA4A-C50E5313948E}" type="pres">
      <dgm:prSet presAssocID="{F0B8B3B3-87C2-4E05-8909-D24EFF5E7659}" presName="childTextBox" presStyleLbl="fgAccFollowNode1" presStyleIdx="3" presStyleCnt="4">
        <dgm:presLayoutVars>
          <dgm:bulletEnabled val="1"/>
        </dgm:presLayoutVars>
      </dgm:prSet>
      <dgm:spPr/>
    </dgm:pt>
    <dgm:pt modelId="{8E5C81D2-F4D8-8944-90FB-9DE82EE3E5CC}" type="pres">
      <dgm:prSet presAssocID="{7AF7A570-85B3-4DE7-8499-0D71013190DF}" presName="sp" presStyleCnt="0"/>
      <dgm:spPr/>
    </dgm:pt>
    <dgm:pt modelId="{B8CC53F2-3BC5-1A4E-9CB9-E8AE82CDBB1D}" type="pres">
      <dgm:prSet presAssocID="{64B4E5B4-1BDE-4F12-8FDB-44BB100E7FE9}" presName="arrowAndChildren" presStyleCnt="0"/>
      <dgm:spPr/>
    </dgm:pt>
    <dgm:pt modelId="{408B847B-C2D8-DA42-AC1A-E67DC44F4842}" type="pres">
      <dgm:prSet presAssocID="{64B4E5B4-1BDE-4F12-8FDB-44BB100E7FE9}" presName="parentTextArrow" presStyleLbl="node1" presStyleIdx="1" presStyleCnt="2"/>
      <dgm:spPr/>
    </dgm:pt>
  </dgm:ptLst>
  <dgm:cxnLst>
    <dgm:cxn modelId="{08A8C236-D275-42C1-ACA0-0D726846A1E3}" srcId="{CCCBC14D-354F-4A9B-B9B8-FA20CBBC5630}" destId="{64B4E5B4-1BDE-4F12-8FDB-44BB100E7FE9}" srcOrd="0" destOrd="0" parTransId="{686AA638-5B00-417F-8214-22754CF719B2}" sibTransId="{7AF7A570-85B3-4DE7-8499-0D71013190DF}"/>
    <dgm:cxn modelId="{0186E236-116A-204C-9409-5B7AA5343CC2}" type="presOf" srcId="{64B4E5B4-1BDE-4F12-8FDB-44BB100E7FE9}" destId="{408B847B-C2D8-DA42-AC1A-E67DC44F4842}" srcOrd="0" destOrd="0" presId="urn:microsoft.com/office/officeart/2005/8/layout/process4"/>
    <dgm:cxn modelId="{22DD4E3A-64CD-EB47-9EE9-DB1599BC8530}" type="presOf" srcId="{CCCBC14D-354F-4A9B-B9B8-FA20CBBC5630}" destId="{29E941EE-E801-C341-ABFC-05A427B1E223}" srcOrd="0" destOrd="0" presId="urn:microsoft.com/office/officeart/2005/8/layout/process4"/>
    <dgm:cxn modelId="{1F24523D-540C-7241-A878-26662291B286}" type="presOf" srcId="{F8B27CF7-3D9F-4AB4-83BA-16C42A69BEEA}" destId="{D4DEEEB6-E15F-4642-8347-4041E0FA474A}" srcOrd="0" destOrd="0" presId="urn:microsoft.com/office/officeart/2005/8/layout/process4"/>
    <dgm:cxn modelId="{9682E152-6E64-604A-9FCB-C2DC6D7DC1EF}" type="presOf" srcId="{F0B8B3B3-87C2-4E05-8909-D24EFF5E7659}" destId="{9FCA966B-0E41-4840-BA4A-C50E5313948E}" srcOrd="0" destOrd="0" presId="urn:microsoft.com/office/officeart/2005/8/layout/process4"/>
    <dgm:cxn modelId="{29BCF67A-AC42-4193-B95F-055EB7FE14B0}" srcId="{59948BC5-0741-4937-97AA-18E297BD1384}" destId="{6580F0A7-EBE1-469B-A0FC-FDDFE2F2CD87}" srcOrd="1" destOrd="0" parTransId="{528F9945-4850-4EA9-995C-9B38CA7B3BED}" sibTransId="{3ED903EA-F8B2-42A4-9E69-CFD3AA66FDB0}"/>
    <dgm:cxn modelId="{C9E55881-BE44-4387-BC9F-FF61FC3B05D8}" srcId="{59948BC5-0741-4937-97AA-18E297BD1384}" destId="{F8B27CF7-3D9F-4AB4-83BA-16C42A69BEEA}" srcOrd="0" destOrd="0" parTransId="{E3735917-831E-4A0C-A131-0A7AE8E4F158}" sibTransId="{8AF58E1B-E049-421C-834B-209E7F2754E7}"/>
    <dgm:cxn modelId="{F843BBAC-2E02-734D-BEC3-D9C66BC3E17B}" type="presOf" srcId="{59948BC5-0741-4937-97AA-18E297BD1384}" destId="{F7E682BC-663F-E843-BF71-0ECE8B445A15}" srcOrd="0" destOrd="0" presId="urn:microsoft.com/office/officeart/2005/8/layout/process4"/>
    <dgm:cxn modelId="{6CC929B0-16E0-459C-A914-973CAA381704}" srcId="{59948BC5-0741-4937-97AA-18E297BD1384}" destId="{96B6DB3F-5D02-4478-9963-54EF7DB79596}" srcOrd="2" destOrd="0" parTransId="{FCDC755D-50D5-4806-AB5F-447CABB1C2BA}" sibTransId="{3B8AFDB4-17DE-499A-BDAC-E14BD870F48F}"/>
    <dgm:cxn modelId="{D028E8B2-4462-3E4E-93CA-24767EAC45AA}" type="presOf" srcId="{96B6DB3F-5D02-4478-9963-54EF7DB79596}" destId="{C5CBD8D3-A6AA-1543-924D-65D223BDAF5F}" srcOrd="0" destOrd="0" presId="urn:microsoft.com/office/officeart/2005/8/layout/process4"/>
    <dgm:cxn modelId="{E7CAF1CF-8644-754A-A90B-823DF53F60D9}" type="presOf" srcId="{59948BC5-0741-4937-97AA-18E297BD1384}" destId="{FA13AB1D-2333-CC48-A431-1C40D40ECA1A}" srcOrd="1" destOrd="0" presId="urn:microsoft.com/office/officeart/2005/8/layout/process4"/>
    <dgm:cxn modelId="{76D048DF-1E97-B043-9CF7-6F8B09C20FE4}" type="presOf" srcId="{6580F0A7-EBE1-469B-A0FC-FDDFE2F2CD87}" destId="{C14C5297-9AA6-4C42-8C58-667CF1473402}" srcOrd="0" destOrd="0" presId="urn:microsoft.com/office/officeart/2005/8/layout/process4"/>
    <dgm:cxn modelId="{5726E4EC-DBE9-4302-B6EA-C22B55907CFC}" srcId="{CCCBC14D-354F-4A9B-B9B8-FA20CBBC5630}" destId="{59948BC5-0741-4937-97AA-18E297BD1384}" srcOrd="1" destOrd="0" parTransId="{4BEE8DED-4EE4-4E98-9091-E18F60534604}" sibTransId="{D10C0FE6-ADC1-4488-9DEA-F3CEC701F3D9}"/>
    <dgm:cxn modelId="{755DADF5-0D6B-4569-99D5-186D88C0E533}" srcId="{59948BC5-0741-4937-97AA-18E297BD1384}" destId="{F0B8B3B3-87C2-4E05-8909-D24EFF5E7659}" srcOrd="3" destOrd="0" parTransId="{B1D27AFD-7307-4529-A200-E53A2D097090}" sibTransId="{E4C9B9CC-102B-482B-8A61-831A579475BA}"/>
    <dgm:cxn modelId="{67CECD87-6B97-C34F-94C3-BE3C8E831729}" type="presParOf" srcId="{29E941EE-E801-C341-ABFC-05A427B1E223}" destId="{93FC63E8-BA44-304A-B930-EA382CCEE1B7}" srcOrd="0" destOrd="0" presId="urn:microsoft.com/office/officeart/2005/8/layout/process4"/>
    <dgm:cxn modelId="{1AC0F9DF-029E-B34A-9F96-8C43CFAC3F32}" type="presParOf" srcId="{93FC63E8-BA44-304A-B930-EA382CCEE1B7}" destId="{F7E682BC-663F-E843-BF71-0ECE8B445A15}" srcOrd="0" destOrd="0" presId="urn:microsoft.com/office/officeart/2005/8/layout/process4"/>
    <dgm:cxn modelId="{4DEC1A02-63F8-CF43-8083-991865163922}" type="presParOf" srcId="{93FC63E8-BA44-304A-B930-EA382CCEE1B7}" destId="{FA13AB1D-2333-CC48-A431-1C40D40ECA1A}" srcOrd="1" destOrd="0" presId="urn:microsoft.com/office/officeart/2005/8/layout/process4"/>
    <dgm:cxn modelId="{ADBC3769-7B6E-3B4A-B091-D9ED38A10149}" type="presParOf" srcId="{93FC63E8-BA44-304A-B930-EA382CCEE1B7}" destId="{25E93B11-62A3-BE4A-9BA6-A740A3D28AE7}" srcOrd="2" destOrd="0" presId="urn:microsoft.com/office/officeart/2005/8/layout/process4"/>
    <dgm:cxn modelId="{27914012-A8ED-974F-9DC9-E78BC5F8264E}" type="presParOf" srcId="{25E93B11-62A3-BE4A-9BA6-A740A3D28AE7}" destId="{D4DEEEB6-E15F-4642-8347-4041E0FA474A}" srcOrd="0" destOrd="0" presId="urn:microsoft.com/office/officeart/2005/8/layout/process4"/>
    <dgm:cxn modelId="{AB790648-784F-774C-8DD5-345058D5910D}" type="presParOf" srcId="{25E93B11-62A3-BE4A-9BA6-A740A3D28AE7}" destId="{C14C5297-9AA6-4C42-8C58-667CF1473402}" srcOrd="1" destOrd="0" presId="urn:microsoft.com/office/officeart/2005/8/layout/process4"/>
    <dgm:cxn modelId="{97387CB3-65BB-B04C-A4DB-7F68366ADF9D}" type="presParOf" srcId="{25E93B11-62A3-BE4A-9BA6-A740A3D28AE7}" destId="{C5CBD8D3-A6AA-1543-924D-65D223BDAF5F}" srcOrd="2" destOrd="0" presId="urn:microsoft.com/office/officeart/2005/8/layout/process4"/>
    <dgm:cxn modelId="{37AF146A-824C-984C-9242-3619BAC71245}" type="presParOf" srcId="{25E93B11-62A3-BE4A-9BA6-A740A3D28AE7}" destId="{9FCA966B-0E41-4840-BA4A-C50E5313948E}" srcOrd="3" destOrd="0" presId="urn:microsoft.com/office/officeart/2005/8/layout/process4"/>
    <dgm:cxn modelId="{EB3C1E9F-922A-6240-9A50-93C6DA95FEC3}" type="presParOf" srcId="{29E941EE-E801-C341-ABFC-05A427B1E223}" destId="{8E5C81D2-F4D8-8944-90FB-9DE82EE3E5CC}" srcOrd="1" destOrd="0" presId="urn:microsoft.com/office/officeart/2005/8/layout/process4"/>
    <dgm:cxn modelId="{8F1053B0-70F4-5040-825B-07C9C63CA6A7}" type="presParOf" srcId="{29E941EE-E801-C341-ABFC-05A427B1E223}" destId="{B8CC53F2-3BC5-1A4E-9CB9-E8AE82CDBB1D}" srcOrd="2" destOrd="0" presId="urn:microsoft.com/office/officeart/2005/8/layout/process4"/>
    <dgm:cxn modelId="{311EB254-AE81-5C4D-957F-C46DE9D28474}" type="presParOf" srcId="{B8CC53F2-3BC5-1A4E-9CB9-E8AE82CDBB1D}" destId="{408B847B-C2D8-DA42-AC1A-E67DC44F484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7E6A1D-F97C-4B40-925F-07F85F74CE17}" type="doc">
      <dgm:prSet loTypeId="urn:microsoft.com/office/officeart/2005/8/layout/vList2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0A0B27A-E2B6-4088-B045-35A80C1D2092}">
      <dgm:prSet custT="1"/>
      <dgm:spPr/>
      <dgm:t>
        <a:bodyPr/>
        <a:lstStyle/>
        <a:p>
          <a:pPr algn="ctr"/>
          <a:r>
            <a:rPr lang="ar-EG" sz="2200" b="1" i="0">
              <a:latin typeface="Arial" panose="020B0604020202020204" pitchFamily="34" charset="0"/>
              <a:cs typeface="Arial" panose="020B0604020202020204" pitchFamily="34" charset="0"/>
            </a:rPr>
            <a:t>الطهي</a:t>
          </a:r>
          <a:r>
            <a:rPr lang="en-US" sz="2200" b="1" i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ctr"/>
          <a:r>
            <a:rPr lang="ar-EG" sz="2200" b="1" i="0"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 </a:t>
          </a:r>
        </a:p>
      </dgm:t>
    </dgm:pt>
    <dgm:pt modelId="{79DDFD56-43BD-418C-AE33-7D93684D0CDC}" type="parTrans" cxnId="{8E0B3B91-19F7-42AC-BF03-F3287CA86794}">
      <dgm:prSet/>
      <dgm:spPr/>
      <dgm:t>
        <a:bodyPr/>
        <a:lstStyle/>
        <a:p>
          <a:endParaRPr lang="en-US"/>
        </a:p>
      </dgm:t>
    </dgm:pt>
    <dgm:pt modelId="{CA1E20CB-493B-46F3-B34A-36AEAE5A7B43}" type="sibTrans" cxnId="{8E0B3B91-19F7-42AC-BF03-F3287CA86794}">
      <dgm:prSet/>
      <dgm:spPr/>
      <dgm:t>
        <a:bodyPr/>
        <a:lstStyle/>
        <a:p>
          <a:endParaRPr lang="en-US"/>
        </a:p>
      </dgm:t>
    </dgm:pt>
    <dgm:pt modelId="{B9884CD1-C373-47E7-8ECA-86C9823D4394}">
      <dgm:prSet custT="1"/>
      <dgm:spPr/>
      <dgm:t>
        <a:bodyPr/>
        <a:lstStyle/>
        <a:p>
          <a:pPr algn="ctr"/>
          <a:r>
            <a:rPr lang="ar-EG" sz="2200" b="1" i="0">
              <a:latin typeface="Arial" panose="020B0604020202020204" pitchFamily="34" charset="0"/>
              <a:cs typeface="Arial" panose="020B0604020202020204" pitchFamily="34" charset="0"/>
            </a:rPr>
            <a:t>إعادة التسخين</a:t>
          </a:r>
          <a:r>
            <a:rPr lang="en-US" sz="2200" b="1" i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ctr"/>
          <a:r>
            <a:rPr lang="ar-EG" sz="2200" b="1" i="0"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</a:t>
          </a:r>
          <a:r>
            <a:rPr lang="en-US" sz="2200" b="1" i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ctr"/>
          <a:r>
            <a:rPr lang="ar-EG" sz="2200" b="1" i="0">
              <a:latin typeface="Arial" panose="020B0604020202020204" pitchFamily="34" charset="0"/>
              <a:cs typeface="Arial" panose="020B0604020202020204" pitchFamily="34" charset="0"/>
            </a:rPr>
            <a:t>(تجنب إعادة التسخين) </a:t>
          </a:r>
        </a:p>
      </dgm:t>
    </dgm:pt>
    <dgm:pt modelId="{C2B701EC-1F4F-4AA9-AE7D-C851C5593866}" type="parTrans" cxnId="{EFE923C3-077C-48B4-8317-E59811F02E54}">
      <dgm:prSet/>
      <dgm:spPr/>
      <dgm:t>
        <a:bodyPr/>
        <a:lstStyle/>
        <a:p>
          <a:endParaRPr lang="en-US"/>
        </a:p>
      </dgm:t>
    </dgm:pt>
    <dgm:pt modelId="{158EA081-B5B9-4D0D-82EC-704162672FFD}" type="sibTrans" cxnId="{EFE923C3-077C-48B4-8317-E59811F02E54}">
      <dgm:prSet/>
      <dgm:spPr/>
      <dgm:t>
        <a:bodyPr/>
        <a:lstStyle/>
        <a:p>
          <a:endParaRPr lang="en-US"/>
        </a:p>
      </dgm:t>
    </dgm:pt>
    <dgm:pt modelId="{E703CD01-84A9-4B3F-B460-FB5FCC8BED1B}">
      <dgm:prSet custT="1"/>
      <dgm:spPr/>
      <dgm:t>
        <a:bodyPr/>
        <a:lstStyle/>
        <a:p>
          <a:pPr algn="ctr"/>
          <a:r>
            <a:rPr lang="ar-EG" sz="2200" b="1" i="0" dirty="0">
              <a:latin typeface="Arial" panose="020B0604020202020204" pitchFamily="34" charset="0"/>
              <a:cs typeface="Arial" panose="020B0604020202020204" pitchFamily="34" charset="0"/>
            </a:rPr>
            <a:t>الحفاظ على الطعام ساخنًا</a:t>
          </a:r>
          <a:r>
            <a:rPr lang="en-US" sz="2200" b="1" i="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algn="ctr"/>
          <a:r>
            <a:rPr lang="ar-EG" sz="2200" b="1" i="0" dirty="0">
              <a:latin typeface="Arial" panose="020B0604020202020204" pitchFamily="34" charset="0"/>
              <a:cs typeface="Arial" panose="020B0604020202020204" pitchFamily="34" charset="0"/>
            </a:rPr>
            <a:t>أعلى من 63 درجة مئوية/</a:t>
          </a:r>
          <a:br>
            <a:rPr lang="ar-EG" sz="2200" b="1" i="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200" b="1" i="0" dirty="0">
              <a:latin typeface="Arial" panose="020B0604020202020204" pitchFamily="34" charset="0"/>
              <a:cs typeface="Arial" panose="020B0604020202020204" pitchFamily="34" charset="0"/>
            </a:rPr>
            <a:t>145 درجة فهرنهايت</a:t>
          </a:r>
        </a:p>
        <a:p>
          <a:pPr algn="ctr"/>
          <a:r>
            <a:rPr lang="ar-EG" sz="2200" b="1" i="0" dirty="0">
              <a:latin typeface="Arial" panose="020B0604020202020204" pitchFamily="34" charset="0"/>
              <a:cs typeface="Arial" panose="020B0604020202020204" pitchFamily="34" charset="0"/>
            </a:rPr>
            <a:t>(بما لا يتجاوز ساعتين)</a:t>
          </a:r>
        </a:p>
      </dgm:t>
    </dgm:pt>
    <dgm:pt modelId="{E19BCCB7-A329-4311-9AF7-A7630B933D10}" type="parTrans" cxnId="{35F54736-67E1-4169-B90E-610785A53E04}">
      <dgm:prSet/>
      <dgm:spPr/>
      <dgm:t>
        <a:bodyPr/>
        <a:lstStyle/>
        <a:p>
          <a:endParaRPr lang="en-US"/>
        </a:p>
      </dgm:t>
    </dgm:pt>
    <dgm:pt modelId="{A254D027-59AA-494F-9FEC-69F15FFEE10C}" type="sibTrans" cxnId="{35F54736-67E1-4169-B90E-610785A53E04}">
      <dgm:prSet/>
      <dgm:spPr/>
      <dgm:t>
        <a:bodyPr/>
        <a:lstStyle/>
        <a:p>
          <a:endParaRPr lang="en-US"/>
        </a:p>
      </dgm:t>
    </dgm:pt>
    <dgm:pt modelId="{F8915DA4-74CE-FD4E-BA6B-4A02BC540605}" type="pres">
      <dgm:prSet presAssocID="{747E6A1D-F97C-4B40-925F-07F85F74CE17}" presName="linear" presStyleCnt="0">
        <dgm:presLayoutVars>
          <dgm:animLvl val="lvl"/>
          <dgm:resizeHandles val="exact"/>
        </dgm:presLayoutVars>
      </dgm:prSet>
      <dgm:spPr/>
    </dgm:pt>
    <dgm:pt modelId="{4E448FBE-2C02-0F40-AFA0-777AE66A69D0}" type="pres">
      <dgm:prSet presAssocID="{D0A0B27A-E2B6-4088-B045-35A80C1D209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4EBF73A-B843-1E4C-8CC3-88127DD52BA1}" type="pres">
      <dgm:prSet presAssocID="{CA1E20CB-493B-46F3-B34A-36AEAE5A7B43}" presName="spacer" presStyleCnt="0"/>
      <dgm:spPr/>
    </dgm:pt>
    <dgm:pt modelId="{1C823171-F1DC-9B4B-96EF-8EB679C61A3D}" type="pres">
      <dgm:prSet presAssocID="{B9884CD1-C373-47E7-8ECA-86C9823D439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1D5D4F1-75A0-E549-B3CA-1F8FBEF2E718}" type="pres">
      <dgm:prSet presAssocID="{158EA081-B5B9-4D0D-82EC-704162672FFD}" presName="spacer" presStyleCnt="0"/>
      <dgm:spPr/>
    </dgm:pt>
    <dgm:pt modelId="{1B694AF5-D153-5A42-872F-E91A7DAB44D9}" type="pres">
      <dgm:prSet presAssocID="{E703CD01-84A9-4B3F-B460-FB5FCC8BED1B}" presName="parentText" presStyleLbl="node1" presStyleIdx="2" presStyleCnt="3" custLinFactNeighborX="0" custLinFactNeighborY="17666">
        <dgm:presLayoutVars>
          <dgm:chMax val="0"/>
          <dgm:bulletEnabled val="1"/>
        </dgm:presLayoutVars>
      </dgm:prSet>
      <dgm:spPr/>
    </dgm:pt>
  </dgm:ptLst>
  <dgm:cxnLst>
    <dgm:cxn modelId="{191EEE0F-B6D9-3641-90BC-DF1DC818585E}" type="presOf" srcId="{E703CD01-84A9-4B3F-B460-FB5FCC8BED1B}" destId="{1B694AF5-D153-5A42-872F-E91A7DAB44D9}" srcOrd="0" destOrd="0" presId="urn:microsoft.com/office/officeart/2005/8/layout/vList2"/>
    <dgm:cxn modelId="{B3918916-6D34-1443-89F7-8B70E8BD07FC}" type="presOf" srcId="{747E6A1D-F97C-4B40-925F-07F85F74CE17}" destId="{F8915DA4-74CE-FD4E-BA6B-4A02BC540605}" srcOrd="0" destOrd="0" presId="urn:microsoft.com/office/officeart/2005/8/layout/vList2"/>
    <dgm:cxn modelId="{35F54736-67E1-4169-B90E-610785A53E04}" srcId="{747E6A1D-F97C-4B40-925F-07F85F74CE17}" destId="{E703CD01-84A9-4B3F-B460-FB5FCC8BED1B}" srcOrd="2" destOrd="0" parTransId="{E19BCCB7-A329-4311-9AF7-A7630B933D10}" sibTransId="{A254D027-59AA-494F-9FEC-69F15FFEE10C}"/>
    <dgm:cxn modelId="{73A8EF85-70D4-3C42-9957-BA59E6CEDCFC}" type="presOf" srcId="{D0A0B27A-E2B6-4088-B045-35A80C1D2092}" destId="{4E448FBE-2C02-0F40-AFA0-777AE66A69D0}" srcOrd="0" destOrd="0" presId="urn:microsoft.com/office/officeart/2005/8/layout/vList2"/>
    <dgm:cxn modelId="{8E0B3B91-19F7-42AC-BF03-F3287CA86794}" srcId="{747E6A1D-F97C-4B40-925F-07F85F74CE17}" destId="{D0A0B27A-E2B6-4088-B045-35A80C1D2092}" srcOrd="0" destOrd="0" parTransId="{79DDFD56-43BD-418C-AE33-7D93684D0CDC}" sibTransId="{CA1E20CB-493B-46F3-B34A-36AEAE5A7B43}"/>
    <dgm:cxn modelId="{33A9B6BE-70FC-6848-B08B-FFEC43A42C0A}" type="presOf" srcId="{B9884CD1-C373-47E7-8ECA-86C9823D4394}" destId="{1C823171-F1DC-9B4B-96EF-8EB679C61A3D}" srcOrd="0" destOrd="0" presId="urn:microsoft.com/office/officeart/2005/8/layout/vList2"/>
    <dgm:cxn modelId="{EFE923C3-077C-48B4-8317-E59811F02E54}" srcId="{747E6A1D-F97C-4B40-925F-07F85F74CE17}" destId="{B9884CD1-C373-47E7-8ECA-86C9823D4394}" srcOrd="1" destOrd="0" parTransId="{C2B701EC-1F4F-4AA9-AE7D-C851C5593866}" sibTransId="{158EA081-B5B9-4D0D-82EC-704162672FFD}"/>
    <dgm:cxn modelId="{B88CAC76-826F-D64D-9FD7-046CACBBCFB7}" type="presParOf" srcId="{F8915DA4-74CE-FD4E-BA6B-4A02BC540605}" destId="{4E448FBE-2C02-0F40-AFA0-777AE66A69D0}" srcOrd="0" destOrd="0" presId="urn:microsoft.com/office/officeart/2005/8/layout/vList2"/>
    <dgm:cxn modelId="{6DBEC435-E013-1C47-816A-00A08EBDBF57}" type="presParOf" srcId="{F8915DA4-74CE-FD4E-BA6B-4A02BC540605}" destId="{24EBF73A-B843-1E4C-8CC3-88127DD52BA1}" srcOrd="1" destOrd="0" presId="urn:microsoft.com/office/officeart/2005/8/layout/vList2"/>
    <dgm:cxn modelId="{ADE50CE0-9B7F-F743-93BC-46F66D22E373}" type="presParOf" srcId="{F8915DA4-74CE-FD4E-BA6B-4A02BC540605}" destId="{1C823171-F1DC-9B4B-96EF-8EB679C61A3D}" srcOrd="2" destOrd="0" presId="urn:microsoft.com/office/officeart/2005/8/layout/vList2"/>
    <dgm:cxn modelId="{A4C5DF6D-44BE-8A4E-8D3B-D575F2DC605F}" type="presParOf" srcId="{F8915DA4-74CE-FD4E-BA6B-4A02BC540605}" destId="{81D5D4F1-75A0-E549-B3CA-1F8FBEF2E718}" srcOrd="3" destOrd="0" presId="urn:microsoft.com/office/officeart/2005/8/layout/vList2"/>
    <dgm:cxn modelId="{0466F672-9CB2-C845-885E-827E6664EB3E}" type="presParOf" srcId="{F8915DA4-74CE-FD4E-BA6B-4A02BC540605}" destId="{1B694AF5-D153-5A42-872F-E91A7DAB44D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A0562D-4203-4D46-8300-80C94A016F1E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7D6A3A5-1786-44A3-8769-57EA9EEA4970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الشكل </a:t>
          </a:r>
        </a:p>
      </dgm:t>
    </dgm:pt>
    <dgm:pt modelId="{63F6D1D4-3BB5-44BA-92DC-D37889E2E581}" type="parTrans" cxnId="{61EFC9A3-122F-4AF8-BD00-6F470EBB2DEA}">
      <dgm:prSet/>
      <dgm:spPr/>
      <dgm:t>
        <a:bodyPr/>
        <a:lstStyle/>
        <a:p>
          <a:endParaRPr lang="en-US"/>
        </a:p>
      </dgm:t>
    </dgm:pt>
    <dgm:pt modelId="{5AE5546B-374E-468C-A487-D18022B37698}" type="sibTrans" cxnId="{61EFC9A3-122F-4AF8-BD00-6F470EBB2DEA}">
      <dgm:prSet/>
      <dgm:spPr/>
      <dgm:t>
        <a:bodyPr/>
        <a:lstStyle/>
        <a:p>
          <a:endParaRPr lang="en-US"/>
        </a:p>
      </dgm:t>
    </dgm:pt>
    <dgm:pt modelId="{27C9E6C8-3DC2-4743-ACD5-9FC10B71BDF8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يبدو الطبق شهيًا؟ </a:t>
          </a:r>
        </a:p>
      </dgm:t>
    </dgm:pt>
    <dgm:pt modelId="{EFAF01B4-AB06-481A-B787-BD3C176EEA5F}" type="parTrans" cxnId="{66BDD54F-AF46-4FC8-9CEF-974491B20656}">
      <dgm:prSet/>
      <dgm:spPr/>
      <dgm:t>
        <a:bodyPr/>
        <a:lstStyle/>
        <a:p>
          <a:endParaRPr lang="en-US"/>
        </a:p>
      </dgm:t>
    </dgm:pt>
    <dgm:pt modelId="{02D1A2D4-29BF-4371-8C23-79D72968840B}" type="sibTrans" cxnId="{66BDD54F-AF46-4FC8-9CEF-974491B20656}">
      <dgm:prSet/>
      <dgm:spPr/>
      <dgm:t>
        <a:bodyPr/>
        <a:lstStyle/>
        <a:p>
          <a:endParaRPr lang="en-US"/>
        </a:p>
      </dgm:t>
    </dgm:pt>
    <dgm:pt modelId="{2B8A2ADD-43F1-4AEE-894B-56E6084A3426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اللون </a:t>
          </a:r>
        </a:p>
      </dgm:t>
    </dgm:pt>
    <dgm:pt modelId="{242F5E0A-E05B-4706-A0F3-EFBCD9DF89F7}" type="parTrans" cxnId="{92FA3752-7354-44AE-BBFD-153EF64CAC22}">
      <dgm:prSet/>
      <dgm:spPr/>
      <dgm:t>
        <a:bodyPr/>
        <a:lstStyle/>
        <a:p>
          <a:endParaRPr lang="en-US"/>
        </a:p>
      </dgm:t>
    </dgm:pt>
    <dgm:pt modelId="{11196749-0132-4EC6-818E-5799279751F2}" type="sibTrans" cxnId="{92FA3752-7354-44AE-BBFD-153EF64CAC22}">
      <dgm:prSet/>
      <dgm:spPr/>
      <dgm:t>
        <a:bodyPr/>
        <a:lstStyle/>
        <a:p>
          <a:endParaRPr lang="en-US"/>
        </a:p>
      </dgm:t>
    </dgm:pt>
    <dgm:pt modelId="{8ABB64DF-670E-4012-9377-EEFA42329F09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فهل يبدو ملائمًا للمقادير المستخدمة؟</a:t>
          </a:r>
          <a:r>
            <a:rPr lang="en-US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gm:t>
    </dgm:pt>
    <dgm:pt modelId="{2838401C-7AD2-418E-A085-84F2CF6CDA0F}" type="parTrans" cxnId="{A4B41B59-F11A-4DF5-B3D9-72A62F8D6F9D}">
      <dgm:prSet/>
      <dgm:spPr/>
      <dgm:t>
        <a:bodyPr/>
        <a:lstStyle/>
        <a:p>
          <a:endParaRPr lang="en-US"/>
        </a:p>
      </dgm:t>
    </dgm:pt>
    <dgm:pt modelId="{B0E18A3D-C485-4604-A9B7-E3C2A46AA317}" type="sibTrans" cxnId="{A4B41B59-F11A-4DF5-B3D9-72A62F8D6F9D}">
      <dgm:prSet/>
      <dgm:spPr/>
      <dgm:t>
        <a:bodyPr/>
        <a:lstStyle/>
        <a:p>
          <a:endParaRPr lang="en-US"/>
        </a:p>
      </dgm:t>
    </dgm:pt>
    <dgm:pt modelId="{DE7263D8-92D7-4CCF-859C-428AEA76B07C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التكلفة </a:t>
          </a:r>
        </a:p>
      </dgm:t>
    </dgm:pt>
    <dgm:pt modelId="{EF6756A3-8FA3-4DC8-BE2E-3EB37E7DF329}" type="parTrans" cxnId="{F0061BD2-204D-4DD8-AAC4-F9C7AA14CF63}">
      <dgm:prSet/>
      <dgm:spPr/>
      <dgm:t>
        <a:bodyPr/>
        <a:lstStyle/>
        <a:p>
          <a:endParaRPr lang="en-US"/>
        </a:p>
      </dgm:t>
    </dgm:pt>
    <dgm:pt modelId="{AC92F446-EAB8-4C52-8B78-B7C7D288AA4C}" type="sibTrans" cxnId="{F0061BD2-204D-4DD8-AAC4-F9C7AA14CF63}">
      <dgm:prSet/>
      <dgm:spPr/>
      <dgm:t>
        <a:bodyPr/>
        <a:lstStyle/>
        <a:p>
          <a:endParaRPr lang="en-US"/>
        </a:p>
      </dgm:t>
    </dgm:pt>
    <dgm:pt modelId="{A6E36460-7D9B-4F8A-8595-D5623EA4306E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استوفى الطبق حدود الميزانية؟ </a:t>
          </a:r>
        </a:p>
      </dgm:t>
    </dgm:pt>
    <dgm:pt modelId="{2B39E0F8-B649-4989-9AA4-799F6CE1A650}" type="parTrans" cxnId="{EA19A598-B908-4AA8-91F2-690DBD72A0E6}">
      <dgm:prSet/>
      <dgm:spPr/>
      <dgm:t>
        <a:bodyPr/>
        <a:lstStyle/>
        <a:p>
          <a:endParaRPr lang="en-US"/>
        </a:p>
      </dgm:t>
    </dgm:pt>
    <dgm:pt modelId="{4797106A-1675-45F9-B5D0-1C3BC78274E9}" type="sibTrans" cxnId="{EA19A598-B908-4AA8-91F2-690DBD72A0E6}">
      <dgm:prSet/>
      <dgm:spPr/>
      <dgm:t>
        <a:bodyPr/>
        <a:lstStyle/>
        <a:p>
          <a:endParaRPr lang="en-US"/>
        </a:p>
      </dgm:t>
    </dgm:pt>
    <dgm:pt modelId="{87F4EE97-C822-4193-87E5-51062C9488B4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التقديم </a:t>
          </a:r>
        </a:p>
      </dgm:t>
    </dgm:pt>
    <dgm:pt modelId="{E11E0550-48AE-4194-9128-2F7C5713A245}" type="parTrans" cxnId="{4E1A39A3-FB65-40E6-8C84-680C2A193CD7}">
      <dgm:prSet/>
      <dgm:spPr/>
      <dgm:t>
        <a:bodyPr/>
        <a:lstStyle/>
        <a:p>
          <a:endParaRPr lang="en-US"/>
        </a:p>
      </dgm:t>
    </dgm:pt>
    <dgm:pt modelId="{5F4ED5BE-6A81-4942-96DB-D321F55AA87D}" type="sibTrans" cxnId="{4E1A39A3-FB65-40E6-8C84-680C2A193CD7}">
      <dgm:prSet/>
      <dgm:spPr/>
      <dgm:t>
        <a:bodyPr/>
        <a:lstStyle/>
        <a:p>
          <a:endParaRPr lang="en-US"/>
        </a:p>
      </dgm:t>
    </dgm:pt>
    <dgm:pt modelId="{20C7CE60-05DE-41C9-837A-4D64BD325B9F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شكل التقديم مناسبًا؟</a:t>
          </a:r>
        </a:p>
      </dgm:t>
    </dgm:pt>
    <dgm:pt modelId="{DCF68580-B114-4A27-94E8-03BAE9532DCD}" type="parTrans" cxnId="{41539320-5137-4BE0-814D-D8ABC73C6EB4}">
      <dgm:prSet/>
      <dgm:spPr/>
      <dgm:t>
        <a:bodyPr/>
        <a:lstStyle/>
        <a:p>
          <a:endParaRPr lang="en-US"/>
        </a:p>
      </dgm:t>
    </dgm:pt>
    <dgm:pt modelId="{80078367-2926-492E-B351-447789C93F73}" type="sibTrans" cxnId="{41539320-5137-4BE0-814D-D8ABC73C6EB4}">
      <dgm:prSet/>
      <dgm:spPr/>
      <dgm:t>
        <a:bodyPr/>
        <a:lstStyle/>
        <a:p>
          <a:endParaRPr lang="en-US"/>
        </a:p>
      </dgm:t>
    </dgm:pt>
    <dgm:pt modelId="{6ACA7A3F-172C-4EA7-BB2D-CB1E186FB560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المذاق </a:t>
          </a:r>
        </a:p>
      </dgm:t>
    </dgm:pt>
    <dgm:pt modelId="{F53299CB-A6E4-45FA-A036-47D0564B3008}" type="parTrans" cxnId="{B5D8EFC0-A9BF-46FF-9D40-83EFA7ABBED6}">
      <dgm:prSet/>
      <dgm:spPr/>
      <dgm:t>
        <a:bodyPr/>
        <a:lstStyle/>
        <a:p>
          <a:endParaRPr lang="en-US"/>
        </a:p>
      </dgm:t>
    </dgm:pt>
    <dgm:pt modelId="{22F7B3CF-97C4-443F-BFE0-0959D536C32F}" type="sibTrans" cxnId="{B5D8EFC0-A9BF-46FF-9D40-83EFA7ABBED6}">
      <dgm:prSet/>
      <dgm:spPr/>
      <dgm:t>
        <a:bodyPr/>
        <a:lstStyle/>
        <a:p>
          <a:endParaRPr lang="en-US"/>
        </a:p>
      </dgm:t>
    </dgm:pt>
    <dgm:pt modelId="{08959A00-3FB5-4382-A00F-D989A46CC19A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 كان مذاق الطبق؟</a:t>
          </a:r>
        </a:p>
      </dgm:t>
    </dgm:pt>
    <dgm:pt modelId="{A586E599-A0B3-494E-AC0E-5DFCB0CEE7D7}" type="parTrans" cxnId="{E2564E2E-F7AC-4932-A9E7-26600367D283}">
      <dgm:prSet/>
      <dgm:spPr/>
      <dgm:t>
        <a:bodyPr/>
        <a:lstStyle/>
        <a:p>
          <a:endParaRPr lang="en-US"/>
        </a:p>
      </dgm:t>
    </dgm:pt>
    <dgm:pt modelId="{0529D3AF-B4B0-4557-B084-35B1E84C7EF8}" type="sibTrans" cxnId="{E2564E2E-F7AC-4932-A9E7-26600367D283}">
      <dgm:prSet/>
      <dgm:spPr/>
      <dgm:t>
        <a:bodyPr/>
        <a:lstStyle/>
        <a:p>
          <a:endParaRPr lang="en-US"/>
        </a:p>
      </dgm:t>
    </dgm:pt>
    <dgm:pt modelId="{BEACA471-90AE-4D87-B998-890633443DD2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التوقيت </a:t>
          </a:r>
        </a:p>
      </dgm:t>
    </dgm:pt>
    <dgm:pt modelId="{3BA6F252-AD12-49E2-864F-31524D030A9B}" type="parTrans" cxnId="{DA4EA19A-1AE7-4A41-97B5-66DD9450B32E}">
      <dgm:prSet/>
      <dgm:spPr/>
      <dgm:t>
        <a:bodyPr/>
        <a:lstStyle/>
        <a:p>
          <a:endParaRPr lang="en-US"/>
        </a:p>
      </dgm:t>
    </dgm:pt>
    <dgm:pt modelId="{EF03AD13-B8A1-45E5-B155-A384B243E0C8}" type="sibTrans" cxnId="{DA4EA19A-1AE7-4A41-97B5-66DD9450B32E}">
      <dgm:prSet/>
      <dgm:spPr/>
      <dgm:t>
        <a:bodyPr/>
        <a:lstStyle/>
        <a:p>
          <a:endParaRPr lang="en-US"/>
        </a:p>
      </dgm:t>
    </dgm:pt>
    <dgm:pt modelId="{DC73D806-465D-4BB7-B547-90BF2B007CEB}">
      <dgm:prSet/>
      <dgm:spPr/>
      <dgm:t>
        <a:bodyPr/>
        <a:lstStyle/>
        <a:p>
          <a:pPr rtl="1"/>
          <a:r>
            <a:rPr lang="ar-EG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تم الانتهاء من الأطباق في الوقت المُحدد؟ </a:t>
          </a:r>
        </a:p>
      </dgm:t>
    </dgm:pt>
    <dgm:pt modelId="{7862B14E-C217-4D88-A6CF-938FD7F1E5F7}" type="parTrans" cxnId="{B15C5196-C792-4B68-A0B3-DCF0ECAF0878}">
      <dgm:prSet/>
      <dgm:spPr/>
      <dgm:t>
        <a:bodyPr/>
        <a:lstStyle/>
        <a:p>
          <a:endParaRPr lang="en-US"/>
        </a:p>
      </dgm:t>
    </dgm:pt>
    <dgm:pt modelId="{7E825482-2ACE-4CFE-8792-B4D8835D63B0}" type="sibTrans" cxnId="{B15C5196-C792-4B68-A0B3-DCF0ECAF0878}">
      <dgm:prSet/>
      <dgm:spPr/>
      <dgm:t>
        <a:bodyPr/>
        <a:lstStyle/>
        <a:p>
          <a:endParaRPr lang="en-US"/>
        </a:p>
      </dgm:t>
    </dgm:pt>
    <dgm:pt modelId="{EB3396D8-C972-428B-903B-C3CB55807C4C}">
      <dgm:prSet/>
      <dgm:spPr/>
      <dgm:t>
        <a:bodyPr/>
        <a:lstStyle/>
        <a:p>
          <a:r>
            <a:rPr lang="ar-EG" b="1" i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 </a:t>
          </a:r>
        </a:p>
      </dgm:t>
    </dgm:pt>
    <dgm:pt modelId="{CA658A3D-4FAA-43AC-9E05-27480DEC33D8}" type="parTrans" cxnId="{0BC86E6E-08DE-4DC6-962D-F295A77D82F6}">
      <dgm:prSet/>
      <dgm:spPr/>
      <dgm:t>
        <a:bodyPr/>
        <a:lstStyle/>
        <a:p>
          <a:endParaRPr lang="en-US"/>
        </a:p>
      </dgm:t>
    </dgm:pt>
    <dgm:pt modelId="{2B28520F-E518-40C7-83C4-E222EA93400E}" type="sibTrans" cxnId="{0BC86E6E-08DE-4DC6-962D-F295A77D82F6}">
      <dgm:prSet/>
      <dgm:spPr/>
      <dgm:t>
        <a:bodyPr/>
        <a:lstStyle/>
        <a:p>
          <a:endParaRPr lang="en-US"/>
        </a:p>
      </dgm:t>
    </dgm:pt>
    <dgm:pt modelId="{D5939541-C533-48DE-9EE0-5E2C88F5DEF7}">
      <dgm:prSet/>
      <dgm:spPr/>
      <dgm:t>
        <a:bodyPr/>
        <a:lstStyle/>
        <a:p>
          <a:pPr rtl="1"/>
          <a:r>
            <a:rPr lang="ar-EG" b="0" i="0" dirty="0">
              <a:latin typeface="Arial" panose="020B0604020202020204" pitchFamily="34" charset="0"/>
              <a:cs typeface="Arial" panose="020B0604020202020204" pitchFamily="34" charset="0"/>
            </a:rPr>
            <a:t>القوام الصحيح (مطحون، ناعم، مقرمش). </a:t>
          </a:r>
        </a:p>
      </dgm:t>
    </dgm:pt>
    <dgm:pt modelId="{9FF21AAC-95C0-476F-A8FE-C9DFB8113049}" type="parTrans" cxnId="{43FA3B71-A5C0-4D7C-B9FA-579F5DF2FE1B}">
      <dgm:prSet/>
      <dgm:spPr/>
      <dgm:t>
        <a:bodyPr/>
        <a:lstStyle/>
        <a:p>
          <a:endParaRPr lang="en-US"/>
        </a:p>
      </dgm:t>
    </dgm:pt>
    <dgm:pt modelId="{06E84502-AE37-41CA-AC97-D3D176FADD81}" type="sibTrans" cxnId="{43FA3B71-A5C0-4D7C-B9FA-579F5DF2FE1B}">
      <dgm:prSet/>
      <dgm:spPr/>
      <dgm:t>
        <a:bodyPr/>
        <a:lstStyle/>
        <a:p>
          <a:endParaRPr lang="en-US"/>
        </a:p>
      </dgm:t>
    </dgm:pt>
    <dgm:pt modelId="{616299DB-8E5D-5E45-9006-4CB8455C9014}" type="pres">
      <dgm:prSet presAssocID="{69A0562D-4203-4D46-8300-80C94A016F1E}" presName="Name0" presStyleCnt="0">
        <dgm:presLayoutVars>
          <dgm:dir val="rev"/>
          <dgm:animLvl val="lvl"/>
          <dgm:resizeHandles val="exact"/>
        </dgm:presLayoutVars>
      </dgm:prSet>
      <dgm:spPr/>
    </dgm:pt>
    <dgm:pt modelId="{B2C1C5F7-B8B7-FC4D-84E9-EEC6A4250635}" type="pres">
      <dgm:prSet presAssocID="{87D6A3A5-1786-44A3-8769-57EA9EEA4970}" presName="linNode" presStyleCnt="0"/>
      <dgm:spPr/>
    </dgm:pt>
    <dgm:pt modelId="{5F763AA6-4E25-6F43-9E6A-2837BADCB438}" type="pres">
      <dgm:prSet presAssocID="{87D6A3A5-1786-44A3-8769-57EA9EEA4970}" presName="parentText" presStyleLbl="node1" presStyleIdx="0" presStyleCnt="7">
        <dgm:presLayoutVars>
          <dgm:chMax val="1"/>
          <dgm:bulletEnabled val="1"/>
        </dgm:presLayoutVars>
      </dgm:prSet>
      <dgm:spPr/>
    </dgm:pt>
    <dgm:pt modelId="{67AF44C1-4946-BB48-9480-2D19FDAD95A9}" type="pres">
      <dgm:prSet presAssocID="{87D6A3A5-1786-44A3-8769-57EA9EEA4970}" presName="descendantText" presStyleLbl="alignAccFollowNode1" presStyleIdx="0" presStyleCnt="7">
        <dgm:presLayoutVars>
          <dgm:bulletEnabled val="1"/>
        </dgm:presLayoutVars>
      </dgm:prSet>
      <dgm:spPr/>
    </dgm:pt>
    <dgm:pt modelId="{B54B87C9-4A8C-4249-954A-2D63814BCBB4}" type="pres">
      <dgm:prSet presAssocID="{5AE5546B-374E-468C-A487-D18022B37698}" presName="sp" presStyleCnt="0"/>
      <dgm:spPr/>
    </dgm:pt>
    <dgm:pt modelId="{62DC67E4-DC92-584C-B3DC-C089F1E3E487}" type="pres">
      <dgm:prSet presAssocID="{2B8A2ADD-43F1-4AEE-894B-56E6084A3426}" presName="linNode" presStyleCnt="0"/>
      <dgm:spPr/>
    </dgm:pt>
    <dgm:pt modelId="{65328E1F-3F63-6241-A28A-004C5DE842B6}" type="pres">
      <dgm:prSet presAssocID="{2B8A2ADD-43F1-4AEE-894B-56E6084A3426}" presName="parentText" presStyleLbl="node1" presStyleIdx="1" presStyleCnt="7">
        <dgm:presLayoutVars>
          <dgm:chMax val="1"/>
          <dgm:bulletEnabled val="1"/>
        </dgm:presLayoutVars>
      </dgm:prSet>
      <dgm:spPr/>
    </dgm:pt>
    <dgm:pt modelId="{E0CFF751-1199-1541-9E60-07C56C714484}" type="pres">
      <dgm:prSet presAssocID="{2B8A2ADD-43F1-4AEE-894B-56E6084A3426}" presName="descendantText" presStyleLbl="alignAccFollowNode1" presStyleIdx="1" presStyleCnt="7">
        <dgm:presLayoutVars>
          <dgm:bulletEnabled val="1"/>
        </dgm:presLayoutVars>
      </dgm:prSet>
      <dgm:spPr/>
    </dgm:pt>
    <dgm:pt modelId="{CAA4EE10-002D-2344-82E8-8F851BFDEBF5}" type="pres">
      <dgm:prSet presAssocID="{11196749-0132-4EC6-818E-5799279751F2}" presName="sp" presStyleCnt="0"/>
      <dgm:spPr/>
    </dgm:pt>
    <dgm:pt modelId="{28B576B6-15A8-B24C-B059-491FE6F09FDA}" type="pres">
      <dgm:prSet presAssocID="{DE7263D8-92D7-4CCF-859C-428AEA76B07C}" presName="linNode" presStyleCnt="0"/>
      <dgm:spPr/>
    </dgm:pt>
    <dgm:pt modelId="{CCA0B94B-CCE6-3444-9C5C-16323EB34EBD}" type="pres">
      <dgm:prSet presAssocID="{DE7263D8-92D7-4CCF-859C-428AEA76B07C}" presName="parentText" presStyleLbl="node1" presStyleIdx="2" presStyleCnt="7">
        <dgm:presLayoutVars>
          <dgm:chMax val="1"/>
          <dgm:bulletEnabled val="1"/>
        </dgm:presLayoutVars>
      </dgm:prSet>
      <dgm:spPr/>
    </dgm:pt>
    <dgm:pt modelId="{4E4ECFBC-0870-CB40-8048-03F63C67D8A5}" type="pres">
      <dgm:prSet presAssocID="{DE7263D8-92D7-4CCF-859C-428AEA76B07C}" presName="descendantText" presStyleLbl="alignAccFollowNode1" presStyleIdx="2" presStyleCnt="7">
        <dgm:presLayoutVars>
          <dgm:bulletEnabled val="1"/>
        </dgm:presLayoutVars>
      </dgm:prSet>
      <dgm:spPr/>
    </dgm:pt>
    <dgm:pt modelId="{398DCDC0-8F29-234C-9AB6-81CC24AC057A}" type="pres">
      <dgm:prSet presAssocID="{AC92F446-EAB8-4C52-8B78-B7C7D288AA4C}" presName="sp" presStyleCnt="0"/>
      <dgm:spPr/>
    </dgm:pt>
    <dgm:pt modelId="{67B262C7-16D3-4245-B18B-9EBF4B5939C7}" type="pres">
      <dgm:prSet presAssocID="{87F4EE97-C822-4193-87E5-51062C9488B4}" presName="linNode" presStyleCnt="0"/>
      <dgm:spPr/>
    </dgm:pt>
    <dgm:pt modelId="{FE19F940-A6CD-4345-B97A-B78B98157714}" type="pres">
      <dgm:prSet presAssocID="{87F4EE97-C822-4193-87E5-51062C9488B4}" presName="parentText" presStyleLbl="node1" presStyleIdx="3" presStyleCnt="7">
        <dgm:presLayoutVars>
          <dgm:chMax val="1"/>
          <dgm:bulletEnabled val="1"/>
        </dgm:presLayoutVars>
      </dgm:prSet>
      <dgm:spPr/>
    </dgm:pt>
    <dgm:pt modelId="{DCF320C9-E185-D943-8FA6-805E091E178D}" type="pres">
      <dgm:prSet presAssocID="{87F4EE97-C822-4193-87E5-51062C9488B4}" presName="descendantText" presStyleLbl="alignAccFollowNode1" presStyleIdx="3" presStyleCnt="7">
        <dgm:presLayoutVars>
          <dgm:bulletEnabled val="1"/>
        </dgm:presLayoutVars>
      </dgm:prSet>
      <dgm:spPr/>
    </dgm:pt>
    <dgm:pt modelId="{C693BB9E-5240-0E43-BD9F-3DAE2CBB7CA3}" type="pres">
      <dgm:prSet presAssocID="{5F4ED5BE-6A81-4942-96DB-D321F55AA87D}" presName="sp" presStyleCnt="0"/>
      <dgm:spPr/>
    </dgm:pt>
    <dgm:pt modelId="{82659828-90C1-0B4C-BDCB-8211D6FD44AF}" type="pres">
      <dgm:prSet presAssocID="{6ACA7A3F-172C-4EA7-BB2D-CB1E186FB560}" presName="linNode" presStyleCnt="0"/>
      <dgm:spPr/>
    </dgm:pt>
    <dgm:pt modelId="{6D4E001B-C455-724F-8F37-0CE5BA01807E}" type="pres">
      <dgm:prSet presAssocID="{6ACA7A3F-172C-4EA7-BB2D-CB1E186FB560}" presName="parentText" presStyleLbl="node1" presStyleIdx="4" presStyleCnt="7">
        <dgm:presLayoutVars>
          <dgm:chMax val="1"/>
          <dgm:bulletEnabled val="1"/>
        </dgm:presLayoutVars>
      </dgm:prSet>
      <dgm:spPr/>
    </dgm:pt>
    <dgm:pt modelId="{60B02686-C3DA-D04C-9DEF-1B64C002DA04}" type="pres">
      <dgm:prSet presAssocID="{6ACA7A3F-172C-4EA7-BB2D-CB1E186FB560}" presName="descendantText" presStyleLbl="alignAccFollowNode1" presStyleIdx="4" presStyleCnt="7">
        <dgm:presLayoutVars>
          <dgm:bulletEnabled val="1"/>
        </dgm:presLayoutVars>
      </dgm:prSet>
      <dgm:spPr/>
    </dgm:pt>
    <dgm:pt modelId="{F8C0C5A3-03DB-0942-B5B7-A71903CC09AC}" type="pres">
      <dgm:prSet presAssocID="{22F7B3CF-97C4-443F-BFE0-0959D536C32F}" presName="sp" presStyleCnt="0"/>
      <dgm:spPr/>
    </dgm:pt>
    <dgm:pt modelId="{046E255B-6B10-D846-8B78-356322BE34BD}" type="pres">
      <dgm:prSet presAssocID="{BEACA471-90AE-4D87-B998-890633443DD2}" presName="linNode" presStyleCnt="0"/>
      <dgm:spPr/>
    </dgm:pt>
    <dgm:pt modelId="{82BF99D5-747B-2B4E-BE44-51B746975F9D}" type="pres">
      <dgm:prSet presAssocID="{BEACA471-90AE-4D87-B998-890633443DD2}" presName="parentText" presStyleLbl="node1" presStyleIdx="5" presStyleCnt="7">
        <dgm:presLayoutVars>
          <dgm:chMax val="1"/>
          <dgm:bulletEnabled val="1"/>
        </dgm:presLayoutVars>
      </dgm:prSet>
      <dgm:spPr/>
    </dgm:pt>
    <dgm:pt modelId="{46576769-2EF4-484E-946D-51CCB82FA903}" type="pres">
      <dgm:prSet presAssocID="{BEACA471-90AE-4D87-B998-890633443DD2}" presName="descendantText" presStyleLbl="alignAccFollowNode1" presStyleIdx="5" presStyleCnt="7">
        <dgm:presLayoutVars>
          <dgm:bulletEnabled val="1"/>
        </dgm:presLayoutVars>
      </dgm:prSet>
      <dgm:spPr/>
    </dgm:pt>
    <dgm:pt modelId="{E5ADA950-9B6B-4C49-BA15-10F59666AD06}" type="pres">
      <dgm:prSet presAssocID="{EF03AD13-B8A1-45E5-B155-A384B243E0C8}" presName="sp" presStyleCnt="0"/>
      <dgm:spPr/>
    </dgm:pt>
    <dgm:pt modelId="{5CD6CB0E-592A-E14C-94A5-64B8DDE5E411}" type="pres">
      <dgm:prSet presAssocID="{EB3396D8-C972-428B-903B-C3CB55807C4C}" presName="linNode" presStyleCnt="0"/>
      <dgm:spPr/>
    </dgm:pt>
    <dgm:pt modelId="{20D61A38-368C-A44A-8113-AC94D3367CFF}" type="pres">
      <dgm:prSet presAssocID="{EB3396D8-C972-428B-903B-C3CB55807C4C}" presName="parentText" presStyleLbl="node1" presStyleIdx="6" presStyleCnt="7">
        <dgm:presLayoutVars>
          <dgm:chMax val="1"/>
          <dgm:bulletEnabled val="1"/>
        </dgm:presLayoutVars>
      </dgm:prSet>
      <dgm:spPr/>
    </dgm:pt>
    <dgm:pt modelId="{E41C0343-1233-E04E-8D98-5EF0C7336C03}" type="pres">
      <dgm:prSet presAssocID="{EB3396D8-C972-428B-903B-C3CB55807C4C}" presName="descendantText" presStyleLbl="alignAccFollowNode1" presStyleIdx="6" presStyleCnt="7">
        <dgm:presLayoutVars>
          <dgm:bulletEnabled val="1"/>
        </dgm:presLayoutVars>
      </dgm:prSet>
      <dgm:spPr/>
    </dgm:pt>
  </dgm:ptLst>
  <dgm:cxnLst>
    <dgm:cxn modelId="{6065470E-4980-6C43-8001-31D72E6FCAC4}" type="presOf" srcId="{A6E36460-7D9B-4F8A-8595-D5623EA4306E}" destId="{4E4ECFBC-0870-CB40-8048-03F63C67D8A5}" srcOrd="0" destOrd="0" presId="urn:microsoft.com/office/officeart/2005/8/layout/vList5"/>
    <dgm:cxn modelId="{41539320-5137-4BE0-814D-D8ABC73C6EB4}" srcId="{87F4EE97-C822-4193-87E5-51062C9488B4}" destId="{20C7CE60-05DE-41C9-837A-4D64BD325B9F}" srcOrd="0" destOrd="0" parTransId="{DCF68580-B114-4A27-94E8-03BAE9532DCD}" sibTransId="{80078367-2926-492E-B351-447789C93F73}"/>
    <dgm:cxn modelId="{5CB65122-7FEC-8A42-A12D-869337B4D0CE}" type="presOf" srcId="{EB3396D8-C972-428B-903B-C3CB55807C4C}" destId="{20D61A38-368C-A44A-8113-AC94D3367CFF}" srcOrd="0" destOrd="0" presId="urn:microsoft.com/office/officeart/2005/8/layout/vList5"/>
    <dgm:cxn modelId="{E2564E2E-F7AC-4932-A9E7-26600367D283}" srcId="{6ACA7A3F-172C-4EA7-BB2D-CB1E186FB560}" destId="{08959A00-3FB5-4382-A00F-D989A46CC19A}" srcOrd="0" destOrd="0" parTransId="{A586E599-A0B3-494E-AC0E-5DFCB0CEE7D7}" sibTransId="{0529D3AF-B4B0-4557-B084-35B1E84C7EF8}"/>
    <dgm:cxn modelId="{4170BE37-7540-EF46-851B-FC1159BC992D}" type="presOf" srcId="{87F4EE97-C822-4193-87E5-51062C9488B4}" destId="{FE19F940-A6CD-4345-B97A-B78B98157714}" srcOrd="0" destOrd="0" presId="urn:microsoft.com/office/officeart/2005/8/layout/vList5"/>
    <dgm:cxn modelId="{AAEE333D-DF0B-5A4A-95BB-D0CF3D305674}" type="presOf" srcId="{DE7263D8-92D7-4CCF-859C-428AEA76B07C}" destId="{CCA0B94B-CCE6-3444-9C5C-16323EB34EBD}" srcOrd="0" destOrd="0" presId="urn:microsoft.com/office/officeart/2005/8/layout/vList5"/>
    <dgm:cxn modelId="{88DA1D5E-61F6-154F-8F5F-2CD41E1712D0}" type="presOf" srcId="{8ABB64DF-670E-4012-9377-EEFA42329F09}" destId="{E0CFF751-1199-1541-9E60-07C56C714484}" srcOrd="0" destOrd="0" presId="urn:microsoft.com/office/officeart/2005/8/layout/vList5"/>
    <dgm:cxn modelId="{95D4D548-D5C7-7545-B6B3-762F244379A7}" type="presOf" srcId="{6ACA7A3F-172C-4EA7-BB2D-CB1E186FB560}" destId="{6D4E001B-C455-724F-8F37-0CE5BA01807E}" srcOrd="0" destOrd="0" presId="urn:microsoft.com/office/officeart/2005/8/layout/vList5"/>
    <dgm:cxn modelId="{0BC86E6E-08DE-4DC6-962D-F295A77D82F6}" srcId="{69A0562D-4203-4D46-8300-80C94A016F1E}" destId="{EB3396D8-C972-428B-903B-C3CB55807C4C}" srcOrd="6" destOrd="0" parTransId="{CA658A3D-4FAA-43AC-9E05-27480DEC33D8}" sibTransId="{2B28520F-E518-40C7-83C4-E222EA93400E}"/>
    <dgm:cxn modelId="{66BDD54F-AF46-4FC8-9CEF-974491B20656}" srcId="{87D6A3A5-1786-44A3-8769-57EA9EEA4970}" destId="{27C9E6C8-3DC2-4743-ACD5-9FC10B71BDF8}" srcOrd="0" destOrd="0" parTransId="{EFAF01B4-AB06-481A-B787-BD3C176EEA5F}" sibTransId="{02D1A2D4-29BF-4371-8C23-79D72968840B}"/>
    <dgm:cxn modelId="{B225CD70-356D-0048-AB00-9879BE57013D}" type="presOf" srcId="{2B8A2ADD-43F1-4AEE-894B-56E6084A3426}" destId="{65328E1F-3F63-6241-A28A-004C5DE842B6}" srcOrd="0" destOrd="0" presId="urn:microsoft.com/office/officeart/2005/8/layout/vList5"/>
    <dgm:cxn modelId="{43FA3B71-A5C0-4D7C-B9FA-579F5DF2FE1B}" srcId="{EB3396D8-C972-428B-903B-C3CB55807C4C}" destId="{D5939541-C533-48DE-9EE0-5E2C88F5DEF7}" srcOrd="0" destOrd="0" parTransId="{9FF21AAC-95C0-476F-A8FE-C9DFB8113049}" sibTransId="{06E84502-AE37-41CA-AC97-D3D176FADD81}"/>
    <dgm:cxn modelId="{79B8A251-D670-5B43-9797-1BAEF8988FF0}" type="presOf" srcId="{20C7CE60-05DE-41C9-837A-4D64BD325B9F}" destId="{DCF320C9-E185-D943-8FA6-805E091E178D}" srcOrd="0" destOrd="0" presId="urn:microsoft.com/office/officeart/2005/8/layout/vList5"/>
    <dgm:cxn modelId="{92FA3752-7354-44AE-BBFD-153EF64CAC22}" srcId="{69A0562D-4203-4D46-8300-80C94A016F1E}" destId="{2B8A2ADD-43F1-4AEE-894B-56E6084A3426}" srcOrd="1" destOrd="0" parTransId="{242F5E0A-E05B-4706-A0F3-EFBCD9DF89F7}" sibTransId="{11196749-0132-4EC6-818E-5799279751F2}"/>
    <dgm:cxn modelId="{A4B41B59-F11A-4DF5-B3D9-72A62F8D6F9D}" srcId="{2B8A2ADD-43F1-4AEE-894B-56E6084A3426}" destId="{8ABB64DF-670E-4012-9377-EEFA42329F09}" srcOrd="0" destOrd="0" parTransId="{2838401C-7AD2-418E-A085-84F2CF6CDA0F}" sibTransId="{B0E18A3D-C485-4604-A9B7-E3C2A46AA317}"/>
    <dgm:cxn modelId="{B15C5196-C792-4B68-A0B3-DCF0ECAF0878}" srcId="{BEACA471-90AE-4D87-B998-890633443DD2}" destId="{DC73D806-465D-4BB7-B547-90BF2B007CEB}" srcOrd="0" destOrd="0" parTransId="{7862B14E-C217-4D88-A6CF-938FD7F1E5F7}" sibTransId="{7E825482-2ACE-4CFE-8792-B4D8835D63B0}"/>
    <dgm:cxn modelId="{EA19A598-B908-4AA8-91F2-690DBD72A0E6}" srcId="{DE7263D8-92D7-4CCF-859C-428AEA76B07C}" destId="{A6E36460-7D9B-4F8A-8595-D5623EA4306E}" srcOrd="0" destOrd="0" parTransId="{2B39E0F8-B649-4989-9AA4-799F6CE1A650}" sibTransId="{4797106A-1675-45F9-B5D0-1C3BC78274E9}"/>
    <dgm:cxn modelId="{DA4EA19A-1AE7-4A41-97B5-66DD9450B32E}" srcId="{69A0562D-4203-4D46-8300-80C94A016F1E}" destId="{BEACA471-90AE-4D87-B998-890633443DD2}" srcOrd="5" destOrd="0" parTransId="{3BA6F252-AD12-49E2-864F-31524D030A9B}" sibTransId="{EF03AD13-B8A1-45E5-B155-A384B243E0C8}"/>
    <dgm:cxn modelId="{4E1A39A3-FB65-40E6-8C84-680C2A193CD7}" srcId="{69A0562D-4203-4D46-8300-80C94A016F1E}" destId="{87F4EE97-C822-4193-87E5-51062C9488B4}" srcOrd="3" destOrd="0" parTransId="{E11E0550-48AE-4194-9128-2F7C5713A245}" sibTransId="{5F4ED5BE-6A81-4942-96DB-D321F55AA87D}"/>
    <dgm:cxn modelId="{61EFC9A3-122F-4AF8-BD00-6F470EBB2DEA}" srcId="{69A0562D-4203-4D46-8300-80C94A016F1E}" destId="{87D6A3A5-1786-44A3-8769-57EA9EEA4970}" srcOrd="0" destOrd="0" parTransId="{63F6D1D4-3BB5-44BA-92DC-D37889E2E581}" sibTransId="{5AE5546B-374E-468C-A487-D18022B37698}"/>
    <dgm:cxn modelId="{4B0BCCBE-6631-BD48-AEA2-E6BAF5A0D1CB}" type="presOf" srcId="{D5939541-C533-48DE-9EE0-5E2C88F5DEF7}" destId="{E41C0343-1233-E04E-8D98-5EF0C7336C03}" srcOrd="0" destOrd="0" presId="urn:microsoft.com/office/officeart/2005/8/layout/vList5"/>
    <dgm:cxn modelId="{54CD64BF-9ECC-4449-9D8E-7C7656F9AC3F}" type="presOf" srcId="{27C9E6C8-3DC2-4743-ACD5-9FC10B71BDF8}" destId="{67AF44C1-4946-BB48-9480-2D19FDAD95A9}" srcOrd="0" destOrd="0" presId="urn:microsoft.com/office/officeart/2005/8/layout/vList5"/>
    <dgm:cxn modelId="{B5D8EFC0-A9BF-46FF-9D40-83EFA7ABBED6}" srcId="{69A0562D-4203-4D46-8300-80C94A016F1E}" destId="{6ACA7A3F-172C-4EA7-BB2D-CB1E186FB560}" srcOrd="4" destOrd="0" parTransId="{F53299CB-A6E4-45FA-A036-47D0564B3008}" sibTransId="{22F7B3CF-97C4-443F-BFE0-0959D536C32F}"/>
    <dgm:cxn modelId="{F0061BD2-204D-4DD8-AAC4-F9C7AA14CF63}" srcId="{69A0562D-4203-4D46-8300-80C94A016F1E}" destId="{DE7263D8-92D7-4CCF-859C-428AEA76B07C}" srcOrd="2" destOrd="0" parTransId="{EF6756A3-8FA3-4DC8-BE2E-3EB37E7DF329}" sibTransId="{AC92F446-EAB8-4C52-8B78-B7C7D288AA4C}"/>
    <dgm:cxn modelId="{2C1E00D3-8AA8-B146-8BEE-68D32FD5AE59}" type="presOf" srcId="{DC73D806-465D-4BB7-B547-90BF2B007CEB}" destId="{46576769-2EF4-484E-946D-51CCB82FA903}" srcOrd="0" destOrd="0" presId="urn:microsoft.com/office/officeart/2005/8/layout/vList5"/>
    <dgm:cxn modelId="{89A40BDB-B31A-6E45-BCF5-49F674ECA264}" type="presOf" srcId="{87D6A3A5-1786-44A3-8769-57EA9EEA4970}" destId="{5F763AA6-4E25-6F43-9E6A-2837BADCB438}" srcOrd="0" destOrd="0" presId="urn:microsoft.com/office/officeart/2005/8/layout/vList5"/>
    <dgm:cxn modelId="{BE9B12EE-08DD-3545-BCAC-1B22101FBEE6}" type="presOf" srcId="{BEACA471-90AE-4D87-B998-890633443DD2}" destId="{82BF99D5-747B-2B4E-BE44-51B746975F9D}" srcOrd="0" destOrd="0" presId="urn:microsoft.com/office/officeart/2005/8/layout/vList5"/>
    <dgm:cxn modelId="{24FEE3F5-2322-8046-97DD-92AB7020DE79}" type="presOf" srcId="{69A0562D-4203-4D46-8300-80C94A016F1E}" destId="{616299DB-8E5D-5E45-9006-4CB8455C9014}" srcOrd="0" destOrd="0" presId="urn:microsoft.com/office/officeart/2005/8/layout/vList5"/>
    <dgm:cxn modelId="{5BE5E4FC-83E7-0E4E-B174-FA4B2454B438}" type="presOf" srcId="{08959A00-3FB5-4382-A00F-D989A46CC19A}" destId="{60B02686-C3DA-D04C-9DEF-1B64C002DA04}" srcOrd="0" destOrd="0" presId="urn:microsoft.com/office/officeart/2005/8/layout/vList5"/>
    <dgm:cxn modelId="{E7CF6AF6-A7A0-364D-A6B8-160E4DA28C46}" type="presParOf" srcId="{616299DB-8E5D-5E45-9006-4CB8455C9014}" destId="{B2C1C5F7-B8B7-FC4D-84E9-EEC6A4250635}" srcOrd="0" destOrd="0" presId="urn:microsoft.com/office/officeart/2005/8/layout/vList5"/>
    <dgm:cxn modelId="{2717E6B0-DCF8-0448-883A-23A26D2F0A93}" type="presParOf" srcId="{B2C1C5F7-B8B7-FC4D-84E9-EEC6A4250635}" destId="{5F763AA6-4E25-6F43-9E6A-2837BADCB438}" srcOrd="0" destOrd="0" presId="urn:microsoft.com/office/officeart/2005/8/layout/vList5"/>
    <dgm:cxn modelId="{63846C56-4394-0543-9722-EE14112D8D05}" type="presParOf" srcId="{B2C1C5F7-B8B7-FC4D-84E9-EEC6A4250635}" destId="{67AF44C1-4946-BB48-9480-2D19FDAD95A9}" srcOrd="1" destOrd="0" presId="urn:microsoft.com/office/officeart/2005/8/layout/vList5"/>
    <dgm:cxn modelId="{3438B116-9228-514C-8B2B-1A4C2B3571E2}" type="presParOf" srcId="{616299DB-8E5D-5E45-9006-4CB8455C9014}" destId="{B54B87C9-4A8C-4249-954A-2D63814BCBB4}" srcOrd="1" destOrd="0" presId="urn:microsoft.com/office/officeart/2005/8/layout/vList5"/>
    <dgm:cxn modelId="{8549DDFD-5B20-9F48-BCB2-C9B7A7914FC0}" type="presParOf" srcId="{616299DB-8E5D-5E45-9006-4CB8455C9014}" destId="{62DC67E4-DC92-584C-B3DC-C089F1E3E487}" srcOrd="2" destOrd="0" presId="urn:microsoft.com/office/officeart/2005/8/layout/vList5"/>
    <dgm:cxn modelId="{79DC070D-D43E-2E40-8BD1-E48EE721A145}" type="presParOf" srcId="{62DC67E4-DC92-584C-B3DC-C089F1E3E487}" destId="{65328E1F-3F63-6241-A28A-004C5DE842B6}" srcOrd="0" destOrd="0" presId="urn:microsoft.com/office/officeart/2005/8/layout/vList5"/>
    <dgm:cxn modelId="{15CA11E8-07D1-5C49-92EB-C2A4EE570449}" type="presParOf" srcId="{62DC67E4-DC92-584C-B3DC-C089F1E3E487}" destId="{E0CFF751-1199-1541-9E60-07C56C714484}" srcOrd="1" destOrd="0" presId="urn:microsoft.com/office/officeart/2005/8/layout/vList5"/>
    <dgm:cxn modelId="{0EB20080-0C83-6040-AA41-BC9E11799916}" type="presParOf" srcId="{616299DB-8E5D-5E45-9006-4CB8455C9014}" destId="{CAA4EE10-002D-2344-82E8-8F851BFDEBF5}" srcOrd="3" destOrd="0" presId="urn:microsoft.com/office/officeart/2005/8/layout/vList5"/>
    <dgm:cxn modelId="{DD445301-7CB1-074B-8DBB-FFCEB1FD20DF}" type="presParOf" srcId="{616299DB-8E5D-5E45-9006-4CB8455C9014}" destId="{28B576B6-15A8-B24C-B059-491FE6F09FDA}" srcOrd="4" destOrd="0" presId="urn:microsoft.com/office/officeart/2005/8/layout/vList5"/>
    <dgm:cxn modelId="{56F5792C-33A3-344E-8BDF-CEB558E26C46}" type="presParOf" srcId="{28B576B6-15A8-B24C-B059-491FE6F09FDA}" destId="{CCA0B94B-CCE6-3444-9C5C-16323EB34EBD}" srcOrd="0" destOrd="0" presId="urn:microsoft.com/office/officeart/2005/8/layout/vList5"/>
    <dgm:cxn modelId="{014772AD-C657-2640-970A-175022E30CB7}" type="presParOf" srcId="{28B576B6-15A8-B24C-B059-491FE6F09FDA}" destId="{4E4ECFBC-0870-CB40-8048-03F63C67D8A5}" srcOrd="1" destOrd="0" presId="urn:microsoft.com/office/officeart/2005/8/layout/vList5"/>
    <dgm:cxn modelId="{A9B094CC-C1DC-F647-8162-CE44C381C1DC}" type="presParOf" srcId="{616299DB-8E5D-5E45-9006-4CB8455C9014}" destId="{398DCDC0-8F29-234C-9AB6-81CC24AC057A}" srcOrd="5" destOrd="0" presId="urn:microsoft.com/office/officeart/2005/8/layout/vList5"/>
    <dgm:cxn modelId="{B497468D-09EB-CD48-A587-2AC3E5CAFCED}" type="presParOf" srcId="{616299DB-8E5D-5E45-9006-4CB8455C9014}" destId="{67B262C7-16D3-4245-B18B-9EBF4B5939C7}" srcOrd="6" destOrd="0" presId="urn:microsoft.com/office/officeart/2005/8/layout/vList5"/>
    <dgm:cxn modelId="{B5DA3B2E-FF9B-ED42-9EA2-8F7C55FC6E65}" type="presParOf" srcId="{67B262C7-16D3-4245-B18B-9EBF4B5939C7}" destId="{FE19F940-A6CD-4345-B97A-B78B98157714}" srcOrd="0" destOrd="0" presId="urn:microsoft.com/office/officeart/2005/8/layout/vList5"/>
    <dgm:cxn modelId="{6D21EF5D-7E46-DC49-8BB7-2F51497C1B0E}" type="presParOf" srcId="{67B262C7-16D3-4245-B18B-9EBF4B5939C7}" destId="{DCF320C9-E185-D943-8FA6-805E091E178D}" srcOrd="1" destOrd="0" presId="urn:microsoft.com/office/officeart/2005/8/layout/vList5"/>
    <dgm:cxn modelId="{623DFC7D-D1CC-E545-9AE1-FA529B673EFF}" type="presParOf" srcId="{616299DB-8E5D-5E45-9006-4CB8455C9014}" destId="{C693BB9E-5240-0E43-BD9F-3DAE2CBB7CA3}" srcOrd="7" destOrd="0" presId="urn:microsoft.com/office/officeart/2005/8/layout/vList5"/>
    <dgm:cxn modelId="{084E205B-79D0-C04E-AA49-E7F9C6F76A3A}" type="presParOf" srcId="{616299DB-8E5D-5E45-9006-4CB8455C9014}" destId="{82659828-90C1-0B4C-BDCB-8211D6FD44AF}" srcOrd="8" destOrd="0" presId="urn:microsoft.com/office/officeart/2005/8/layout/vList5"/>
    <dgm:cxn modelId="{DFFF9660-C07A-9F43-AF2E-FC78DD51A309}" type="presParOf" srcId="{82659828-90C1-0B4C-BDCB-8211D6FD44AF}" destId="{6D4E001B-C455-724F-8F37-0CE5BA01807E}" srcOrd="0" destOrd="0" presId="urn:microsoft.com/office/officeart/2005/8/layout/vList5"/>
    <dgm:cxn modelId="{323A3616-7E88-C343-A7A4-2CBE0D3508DC}" type="presParOf" srcId="{82659828-90C1-0B4C-BDCB-8211D6FD44AF}" destId="{60B02686-C3DA-D04C-9DEF-1B64C002DA04}" srcOrd="1" destOrd="0" presId="urn:microsoft.com/office/officeart/2005/8/layout/vList5"/>
    <dgm:cxn modelId="{EA195271-F1E8-2144-822A-6DF79198CC62}" type="presParOf" srcId="{616299DB-8E5D-5E45-9006-4CB8455C9014}" destId="{F8C0C5A3-03DB-0942-B5B7-A71903CC09AC}" srcOrd="9" destOrd="0" presId="urn:microsoft.com/office/officeart/2005/8/layout/vList5"/>
    <dgm:cxn modelId="{51632A36-5182-C640-94C8-2C8ABB20297D}" type="presParOf" srcId="{616299DB-8E5D-5E45-9006-4CB8455C9014}" destId="{046E255B-6B10-D846-8B78-356322BE34BD}" srcOrd="10" destOrd="0" presId="urn:microsoft.com/office/officeart/2005/8/layout/vList5"/>
    <dgm:cxn modelId="{59CFADB8-51BD-2342-9F35-15EEB1B4ECC6}" type="presParOf" srcId="{046E255B-6B10-D846-8B78-356322BE34BD}" destId="{82BF99D5-747B-2B4E-BE44-51B746975F9D}" srcOrd="0" destOrd="0" presId="urn:microsoft.com/office/officeart/2005/8/layout/vList5"/>
    <dgm:cxn modelId="{774CFDF5-8C3B-2F43-B822-EDC24DAD484C}" type="presParOf" srcId="{046E255B-6B10-D846-8B78-356322BE34BD}" destId="{46576769-2EF4-484E-946D-51CCB82FA903}" srcOrd="1" destOrd="0" presId="urn:microsoft.com/office/officeart/2005/8/layout/vList5"/>
    <dgm:cxn modelId="{028A123E-9F23-D94A-870B-4595CD055C64}" type="presParOf" srcId="{616299DB-8E5D-5E45-9006-4CB8455C9014}" destId="{E5ADA950-9B6B-4C49-BA15-10F59666AD06}" srcOrd="11" destOrd="0" presId="urn:microsoft.com/office/officeart/2005/8/layout/vList5"/>
    <dgm:cxn modelId="{C69386BD-A918-7246-AA94-B778C49959B2}" type="presParOf" srcId="{616299DB-8E5D-5E45-9006-4CB8455C9014}" destId="{5CD6CB0E-592A-E14C-94A5-64B8DDE5E411}" srcOrd="12" destOrd="0" presId="urn:microsoft.com/office/officeart/2005/8/layout/vList5"/>
    <dgm:cxn modelId="{3E60D6D8-D09E-DC4D-9E92-4FC6857D126C}" type="presParOf" srcId="{5CD6CB0E-592A-E14C-94A5-64B8DDE5E411}" destId="{20D61A38-368C-A44A-8113-AC94D3367CFF}" srcOrd="0" destOrd="0" presId="urn:microsoft.com/office/officeart/2005/8/layout/vList5"/>
    <dgm:cxn modelId="{4967A874-E392-474E-8424-59F065FE704B}" type="presParOf" srcId="{5CD6CB0E-592A-E14C-94A5-64B8DDE5E411}" destId="{E41C0343-1233-E04E-8D98-5EF0C7336C0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690A59-F287-3344-B2BD-60278EB2761C}">
      <dsp:nvSpPr>
        <dsp:cNvPr id="0" name=""/>
        <dsp:cNvSpPr/>
      </dsp:nvSpPr>
      <dsp:spPr>
        <a:xfrm>
          <a:off x="3153166" y="7715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الخبز</a:t>
          </a:r>
        </a:p>
      </dsp:txBody>
      <dsp:txXfrm>
        <a:off x="3153166" y="77152"/>
        <a:ext cx="1433257" cy="859954"/>
      </dsp:txXfrm>
    </dsp:sp>
    <dsp:sp modelId="{6A4132B7-6CE1-3742-9260-068780FCD7F7}">
      <dsp:nvSpPr>
        <dsp:cNvPr id="0" name=""/>
        <dsp:cNvSpPr/>
      </dsp:nvSpPr>
      <dsp:spPr>
        <a:xfrm>
          <a:off x="1576583" y="7715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الغليان/ الغلي الطفيف</a:t>
          </a:r>
        </a:p>
      </dsp:txBody>
      <dsp:txXfrm>
        <a:off x="1576583" y="77152"/>
        <a:ext cx="1433257" cy="859954"/>
      </dsp:txXfrm>
    </dsp:sp>
    <dsp:sp modelId="{161B7C53-EAE8-8C4C-A835-93A14223FB1A}">
      <dsp:nvSpPr>
        <dsp:cNvPr id="0" name=""/>
        <dsp:cNvSpPr/>
      </dsp:nvSpPr>
      <dsp:spPr>
        <a:xfrm>
          <a:off x="0" y="7715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القلي</a:t>
          </a:r>
        </a:p>
      </dsp:txBody>
      <dsp:txXfrm>
        <a:off x="0" y="77152"/>
        <a:ext cx="1433257" cy="859954"/>
      </dsp:txXfrm>
    </dsp:sp>
    <dsp:sp modelId="{6B2B710C-F6F1-F64F-B5D7-84CBEEE5F066}">
      <dsp:nvSpPr>
        <dsp:cNvPr id="0" name=""/>
        <dsp:cNvSpPr/>
      </dsp:nvSpPr>
      <dsp:spPr>
        <a:xfrm>
          <a:off x="3153166" y="108043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الشوي</a:t>
          </a:r>
        </a:p>
      </dsp:txBody>
      <dsp:txXfrm>
        <a:off x="3153166" y="1080432"/>
        <a:ext cx="1433257" cy="859954"/>
      </dsp:txXfrm>
    </dsp:sp>
    <dsp:sp modelId="{8EEA7DB9-BC7A-9B4F-991D-359F906CA34B}">
      <dsp:nvSpPr>
        <dsp:cNvPr id="0" name=""/>
        <dsp:cNvSpPr/>
      </dsp:nvSpPr>
      <dsp:spPr>
        <a:xfrm>
          <a:off x="1576583" y="108043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استخدام الميكروويف</a:t>
          </a:r>
        </a:p>
      </dsp:txBody>
      <dsp:txXfrm>
        <a:off x="1576583" y="1080432"/>
        <a:ext cx="1433257" cy="859954"/>
      </dsp:txXfrm>
    </dsp:sp>
    <dsp:sp modelId="{CA117ECF-AFCB-1E46-948B-DE2E4E119D45}">
      <dsp:nvSpPr>
        <dsp:cNvPr id="0" name=""/>
        <dsp:cNvSpPr/>
      </dsp:nvSpPr>
      <dsp:spPr>
        <a:xfrm>
          <a:off x="0" y="108043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السلق</a:t>
          </a:r>
        </a:p>
      </dsp:txBody>
      <dsp:txXfrm>
        <a:off x="0" y="1080432"/>
        <a:ext cx="1433257" cy="859954"/>
      </dsp:txXfrm>
    </dsp:sp>
    <dsp:sp modelId="{48D1B8A3-C931-9A4B-ADB5-3BE7FEFC3924}">
      <dsp:nvSpPr>
        <dsp:cNvPr id="0" name=""/>
        <dsp:cNvSpPr/>
      </dsp:nvSpPr>
      <dsp:spPr>
        <a:xfrm>
          <a:off x="3153166" y="208371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التحميص</a:t>
          </a:r>
        </a:p>
      </dsp:txBody>
      <dsp:txXfrm>
        <a:off x="3153166" y="2083712"/>
        <a:ext cx="1433257" cy="859954"/>
      </dsp:txXfrm>
    </dsp:sp>
    <dsp:sp modelId="{A8D826F2-7FCA-164C-B238-68927EA43B68}">
      <dsp:nvSpPr>
        <dsp:cNvPr id="0" name=""/>
        <dsp:cNvSpPr/>
      </dsp:nvSpPr>
      <dsp:spPr>
        <a:xfrm>
          <a:off x="1576583" y="208371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التبخير</a:t>
          </a:r>
        </a:p>
      </dsp:txBody>
      <dsp:txXfrm>
        <a:off x="1576583" y="2083712"/>
        <a:ext cx="1433257" cy="859954"/>
      </dsp:txXfrm>
    </dsp:sp>
    <dsp:sp modelId="{508D2003-ABDE-1144-972A-350518DC6DEA}">
      <dsp:nvSpPr>
        <dsp:cNvPr id="0" name=""/>
        <dsp:cNvSpPr/>
      </dsp:nvSpPr>
      <dsp:spPr>
        <a:xfrm>
          <a:off x="0" y="2083712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الغلي البطئ</a:t>
          </a:r>
        </a:p>
      </dsp:txBody>
      <dsp:txXfrm>
        <a:off x="0" y="2083712"/>
        <a:ext cx="1433257" cy="859954"/>
      </dsp:txXfrm>
    </dsp:sp>
    <dsp:sp modelId="{DB41D52D-2E46-ED45-93C6-493D99A7F91F}">
      <dsp:nvSpPr>
        <dsp:cNvPr id="0" name=""/>
        <dsp:cNvSpPr/>
      </dsp:nvSpPr>
      <dsp:spPr>
        <a:xfrm>
          <a:off x="1576583" y="3086993"/>
          <a:ext cx="1433257" cy="85995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800" i="0" kern="1200">
              <a:latin typeface="Arial" panose="020B0604020202020204" pitchFamily="34" charset="0"/>
              <a:cs typeface="Arial" panose="020B0604020202020204" pitchFamily="34" charset="0"/>
            </a:rPr>
            <a:t>القلي السريع في الزيت</a:t>
          </a:r>
        </a:p>
      </dsp:txBody>
      <dsp:txXfrm>
        <a:off x="1576583" y="3086993"/>
        <a:ext cx="1433257" cy="8599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13AB1D-2333-CC48-A431-1C40D40ECA1A}">
      <dsp:nvSpPr>
        <dsp:cNvPr id="0" name=""/>
        <dsp:cNvSpPr/>
      </dsp:nvSpPr>
      <dsp:spPr>
        <a:xfrm>
          <a:off x="0" y="2439439"/>
          <a:ext cx="7991475" cy="160053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يُراعى أن توضح الوصفة ما يلي:</a:t>
          </a:r>
        </a:p>
      </dsp:txBody>
      <dsp:txXfrm>
        <a:off x="0" y="2439439"/>
        <a:ext cx="7991475" cy="864289"/>
      </dsp:txXfrm>
    </dsp:sp>
    <dsp:sp modelId="{D4DEEEB6-E15F-4642-8347-4041E0FA474A}">
      <dsp:nvSpPr>
        <dsp:cNvPr id="0" name=""/>
        <dsp:cNvSpPr/>
      </dsp:nvSpPr>
      <dsp:spPr>
        <a:xfrm>
          <a:off x="5993606" y="3271718"/>
          <a:ext cx="1997868" cy="7362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كيفية الجمع </a:t>
          </a:r>
          <a:b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بين المكونات</a:t>
          </a:r>
        </a:p>
      </dsp:txBody>
      <dsp:txXfrm>
        <a:off x="5993606" y="3271718"/>
        <a:ext cx="1997868" cy="736246"/>
      </dsp:txXfrm>
    </dsp:sp>
    <dsp:sp modelId="{C14C5297-9AA6-4C42-8C58-667CF1473402}">
      <dsp:nvSpPr>
        <dsp:cNvPr id="0" name=""/>
        <dsp:cNvSpPr/>
      </dsp:nvSpPr>
      <dsp:spPr>
        <a:xfrm>
          <a:off x="3995737" y="3271718"/>
          <a:ext cx="1997868" cy="7362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الأوزان والمقاييس</a:t>
          </a:r>
        </a:p>
      </dsp:txBody>
      <dsp:txXfrm>
        <a:off x="3995737" y="3271718"/>
        <a:ext cx="1997868" cy="736246"/>
      </dsp:txXfrm>
    </dsp:sp>
    <dsp:sp modelId="{C5CBD8D3-A6AA-1543-924D-65D223BDAF5F}">
      <dsp:nvSpPr>
        <dsp:cNvPr id="0" name=""/>
        <dsp:cNvSpPr/>
      </dsp:nvSpPr>
      <dsp:spPr>
        <a:xfrm>
          <a:off x="1997868" y="3271718"/>
          <a:ext cx="1997868" cy="7362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درجات الحرارة</a:t>
          </a:r>
        </a:p>
      </dsp:txBody>
      <dsp:txXfrm>
        <a:off x="1997868" y="3271718"/>
        <a:ext cx="1997868" cy="736246"/>
      </dsp:txXfrm>
    </dsp:sp>
    <dsp:sp modelId="{9FCA966B-0E41-4840-BA4A-C50E5313948E}">
      <dsp:nvSpPr>
        <dsp:cNvPr id="0" name=""/>
        <dsp:cNvSpPr/>
      </dsp:nvSpPr>
      <dsp:spPr>
        <a:xfrm>
          <a:off x="0" y="3271718"/>
          <a:ext cx="1997868" cy="73624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25400" rIns="14224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التوقيتات.</a:t>
          </a:r>
        </a:p>
      </dsp:txBody>
      <dsp:txXfrm>
        <a:off x="0" y="3271718"/>
        <a:ext cx="1997868" cy="736246"/>
      </dsp:txXfrm>
    </dsp:sp>
    <dsp:sp modelId="{408B847B-C2D8-DA42-AC1A-E67DC44F4842}">
      <dsp:nvSpPr>
        <dsp:cNvPr id="0" name=""/>
        <dsp:cNvSpPr/>
      </dsp:nvSpPr>
      <dsp:spPr>
        <a:xfrm rot="10800000">
          <a:off x="0" y="1822"/>
          <a:ext cx="7991475" cy="2461625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00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يُراعى دائمًا اتباع الوصفات واستخدامها، مما يضمن أن الطبق النهائي سيحقق نفس سمات المنتج النهائي أيا كان من يُعده.</a:t>
          </a:r>
        </a:p>
      </dsp:txBody>
      <dsp:txXfrm rot="10800000">
        <a:off x="0" y="1822"/>
        <a:ext cx="7991475" cy="1599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448FBE-2C02-0F40-AFA0-777AE66A69D0}">
      <dsp:nvSpPr>
        <dsp:cNvPr id="0" name=""/>
        <dsp:cNvSpPr/>
      </dsp:nvSpPr>
      <dsp:spPr>
        <a:xfrm>
          <a:off x="0" y="419"/>
          <a:ext cx="4330825" cy="1433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>
              <a:latin typeface="Arial" panose="020B0604020202020204" pitchFamily="34" charset="0"/>
              <a:cs typeface="Arial" panose="020B0604020202020204" pitchFamily="34" charset="0"/>
            </a:rPr>
            <a:t>الطهي</a:t>
          </a:r>
          <a:r>
            <a:rPr lang="en-US" sz="2200" b="1" i="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 </a:t>
          </a:r>
        </a:p>
      </dsp:txBody>
      <dsp:txXfrm>
        <a:off x="69999" y="70418"/>
        <a:ext cx="4190827" cy="1293933"/>
      </dsp:txXfrm>
    </dsp:sp>
    <dsp:sp modelId="{1C823171-F1DC-9B4B-96EF-8EB679C61A3D}">
      <dsp:nvSpPr>
        <dsp:cNvPr id="0" name=""/>
        <dsp:cNvSpPr/>
      </dsp:nvSpPr>
      <dsp:spPr>
        <a:xfrm>
          <a:off x="0" y="1446374"/>
          <a:ext cx="4330825" cy="1433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>
              <a:latin typeface="Arial" panose="020B0604020202020204" pitchFamily="34" charset="0"/>
              <a:cs typeface="Arial" panose="020B0604020202020204" pitchFamily="34" charset="0"/>
            </a:rPr>
            <a:t>إعادة التسخين</a:t>
          </a:r>
          <a:r>
            <a:rPr lang="en-US" sz="2200" b="1" i="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>
              <a:latin typeface="Arial" panose="020B0604020202020204" pitchFamily="34" charset="0"/>
              <a:cs typeface="Arial" panose="020B0604020202020204" pitchFamily="34" charset="0"/>
            </a:rPr>
            <a:t>75 درجة مئوية/167 درجة فهرنهايت</a:t>
          </a:r>
          <a:r>
            <a:rPr lang="en-US" sz="2200" b="1" i="0" kern="120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>
              <a:latin typeface="Arial" panose="020B0604020202020204" pitchFamily="34" charset="0"/>
              <a:cs typeface="Arial" panose="020B0604020202020204" pitchFamily="34" charset="0"/>
            </a:rPr>
            <a:t>(تجنب إعادة التسخين) </a:t>
          </a:r>
        </a:p>
      </dsp:txBody>
      <dsp:txXfrm>
        <a:off x="69999" y="1516373"/>
        <a:ext cx="4190827" cy="1293933"/>
      </dsp:txXfrm>
    </dsp:sp>
    <dsp:sp modelId="{1B694AF5-D153-5A42-872F-E91A7DAB44D9}">
      <dsp:nvSpPr>
        <dsp:cNvPr id="0" name=""/>
        <dsp:cNvSpPr/>
      </dsp:nvSpPr>
      <dsp:spPr>
        <a:xfrm>
          <a:off x="0" y="2892749"/>
          <a:ext cx="4330825" cy="143393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 dirty="0">
              <a:latin typeface="Arial" panose="020B0604020202020204" pitchFamily="34" charset="0"/>
              <a:cs typeface="Arial" panose="020B0604020202020204" pitchFamily="34" charset="0"/>
            </a:rPr>
            <a:t>الحفاظ على الطعام ساخنًا</a:t>
          </a:r>
          <a:r>
            <a:rPr lang="en-US" sz="2200" b="1" i="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 dirty="0">
              <a:latin typeface="Arial" panose="020B0604020202020204" pitchFamily="34" charset="0"/>
              <a:cs typeface="Arial" panose="020B0604020202020204" pitchFamily="34" charset="0"/>
            </a:rPr>
            <a:t>أعلى من 63 درجة مئوية/</a:t>
          </a:r>
          <a:br>
            <a:rPr lang="ar-EG" sz="2200" b="1" i="0" kern="1200" dirty="0">
              <a:latin typeface="Arial" panose="020B0604020202020204" pitchFamily="34" charset="0"/>
              <a:cs typeface="Arial" panose="020B0604020202020204" pitchFamily="34" charset="0"/>
            </a:rPr>
          </a:br>
          <a:r>
            <a:rPr lang="ar-EG" sz="2200" b="1" i="0" kern="1200" dirty="0">
              <a:latin typeface="Arial" panose="020B0604020202020204" pitchFamily="34" charset="0"/>
              <a:cs typeface="Arial" panose="020B0604020202020204" pitchFamily="34" charset="0"/>
            </a:rPr>
            <a:t>145 درجة فهرنهايت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200" b="1" i="0" kern="1200" dirty="0">
              <a:latin typeface="Arial" panose="020B0604020202020204" pitchFamily="34" charset="0"/>
              <a:cs typeface="Arial" panose="020B0604020202020204" pitchFamily="34" charset="0"/>
            </a:rPr>
            <a:t>(بما لا يتجاوز ساعتين)</a:t>
          </a:r>
        </a:p>
      </dsp:txBody>
      <dsp:txXfrm>
        <a:off x="69999" y="2962748"/>
        <a:ext cx="4190827" cy="12939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AF44C1-4946-BB48-9480-2D19FDAD95A9}">
      <dsp:nvSpPr>
        <dsp:cNvPr id="0" name=""/>
        <dsp:cNvSpPr/>
      </dsp:nvSpPr>
      <dsp:spPr>
        <a:xfrm rot="16200000">
          <a:off x="2404956" y="-2349259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يبدو الطبق شهيًا؟ </a:t>
          </a:r>
        </a:p>
      </dsp:txBody>
      <dsp:txXfrm rot="5400000">
        <a:off x="21616" y="77313"/>
        <a:ext cx="5231104" cy="399575"/>
      </dsp:txXfrm>
    </dsp:sp>
    <dsp:sp modelId="{5F763AA6-4E25-6F43-9E6A-2837BADCB438}">
      <dsp:nvSpPr>
        <dsp:cNvPr id="0" name=""/>
        <dsp:cNvSpPr/>
      </dsp:nvSpPr>
      <dsp:spPr>
        <a:xfrm>
          <a:off x="5252720" y="345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الشكل </a:t>
          </a:r>
        </a:p>
      </dsp:txBody>
      <dsp:txXfrm>
        <a:off x="5279740" y="27365"/>
        <a:ext cx="2900615" cy="499469"/>
      </dsp:txXfrm>
    </dsp:sp>
    <dsp:sp modelId="{E0CFF751-1199-1541-9E60-07C56C714484}">
      <dsp:nvSpPr>
        <dsp:cNvPr id="0" name=""/>
        <dsp:cNvSpPr/>
      </dsp:nvSpPr>
      <dsp:spPr>
        <a:xfrm rot="16200000">
          <a:off x="2404956" y="-1768074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فهل يبدو ملائمًا للمقادير المستخدمة؟</a:t>
          </a:r>
          <a:r>
            <a:rPr lang="en-US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</a:p>
      </dsp:txBody>
      <dsp:txXfrm rot="5400000">
        <a:off x="21616" y="658498"/>
        <a:ext cx="5231104" cy="399575"/>
      </dsp:txXfrm>
    </dsp:sp>
    <dsp:sp modelId="{65328E1F-3F63-6241-A28A-004C5DE842B6}">
      <dsp:nvSpPr>
        <dsp:cNvPr id="0" name=""/>
        <dsp:cNvSpPr/>
      </dsp:nvSpPr>
      <dsp:spPr>
        <a:xfrm>
          <a:off x="5252720" y="581530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اللون </a:t>
          </a:r>
        </a:p>
      </dsp:txBody>
      <dsp:txXfrm>
        <a:off x="5279740" y="608550"/>
        <a:ext cx="2900615" cy="499469"/>
      </dsp:txXfrm>
    </dsp:sp>
    <dsp:sp modelId="{4E4ECFBC-0870-CB40-8048-03F63C67D8A5}">
      <dsp:nvSpPr>
        <dsp:cNvPr id="0" name=""/>
        <dsp:cNvSpPr/>
      </dsp:nvSpPr>
      <dsp:spPr>
        <a:xfrm rot="16200000">
          <a:off x="2404956" y="-1186889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استوفى الطبق حدود الميزانية؟ </a:t>
          </a:r>
        </a:p>
      </dsp:txBody>
      <dsp:txXfrm rot="5400000">
        <a:off x="21616" y="1239683"/>
        <a:ext cx="5231104" cy="399575"/>
      </dsp:txXfrm>
    </dsp:sp>
    <dsp:sp modelId="{CCA0B94B-CCE6-3444-9C5C-16323EB34EBD}">
      <dsp:nvSpPr>
        <dsp:cNvPr id="0" name=""/>
        <dsp:cNvSpPr/>
      </dsp:nvSpPr>
      <dsp:spPr>
        <a:xfrm>
          <a:off x="5252720" y="1162715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التكلفة </a:t>
          </a:r>
        </a:p>
      </dsp:txBody>
      <dsp:txXfrm>
        <a:off x="5279740" y="1189735"/>
        <a:ext cx="2900615" cy="499469"/>
      </dsp:txXfrm>
    </dsp:sp>
    <dsp:sp modelId="{DCF320C9-E185-D943-8FA6-805E091E178D}">
      <dsp:nvSpPr>
        <dsp:cNvPr id="0" name=""/>
        <dsp:cNvSpPr/>
      </dsp:nvSpPr>
      <dsp:spPr>
        <a:xfrm rot="16200000">
          <a:off x="2404956" y="-605703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شكل التقديم مناسبًا؟</a:t>
          </a:r>
        </a:p>
      </dsp:txBody>
      <dsp:txXfrm rot="5400000">
        <a:off x="21616" y="1820869"/>
        <a:ext cx="5231104" cy="399575"/>
      </dsp:txXfrm>
    </dsp:sp>
    <dsp:sp modelId="{FE19F940-A6CD-4345-B97A-B78B98157714}">
      <dsp:nvSpPr>
        <dsp:cNvPr id="0" name=""/>
        <dsp:cNvSpPr/>
      </dsp:nvSpPr>
      <dsp:spPr>
        <a:xfrm>
          <a:off x="5252720" y="1743901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التقديم </a:t>
          </a:r>
        </a:p>
      </dsp:txBody>
      <dsp:txXfrm>
        <a:off x="5279740" y="1770921"/>
        <a:ext cx="2900615" cy="499469"/>
      </dsp:txXfrm>
    </dsp:sp>
    <dsp:sp modelId="{60B02686-C3DA-D04C-9DEF-1B64C002DA04}">
      <dsp:nvSpPr>
        <dsp:cNvPr id="0" name=""/>
        <dsp:cNvSpPr/>
      </dsp:nvSpPr>
      <dsp:spPr>
        <a:xfrm rot="16200000">
          <a:off x="2404956" y="-24518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كيف كان مذاق الطبق؟</a:t>
          </a:r>
        </a:p>
      </dsp:txBody>
      <dsp:txXfrm rot="5400000">
        <a:off x="21616" y="2402054"/>
        <a:ext cx="5231104" cy="399575"/>
      </dsp:txXfrm>
    </dsp:sp>
    <dsp:sp modelId="{6D4E001B-C455-724F-8F37-0CE5BA01807E}">
      <dsp:nvSpPr>
        <dsp:cNvPr id="0" name=""/>
        <dsp:cNvSpPr/>
      </dsp:nvSpPr>
      <dsp:spPr>
        <a:xfrm>
          <a:off x="5252720" y="2325086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المذاق </a:t>
          </a:r>
        </a:p>
      </dsp:txBody>
      <dsp:txXfrm>
        <a:off x="5279740" y="2352106"/>
        <a:ext cx="2900615" cy="499469"/>
      </dsp:txXfrm>
    </dsp:sp>
    <dsp:sp modelId="{46576769-2EF4-484E-946D-51CCB82FA903}">
      <dsp:nvSpPr>
        <dsp:cNvPr id="0" name=""/>
        <dsp:cNvSpPr/>
      </dsp:nvSpPr>
      <dsp:spPr>
        <a:xfrm rot="16200000">
          <a:off x="2404956" y="556666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هل تم الانتهاء من الأطباق في الوقت المُحدد؟ </a:t>
          </a:r>
        </a:p>
      </dsp:txBody>
      <dsp:txXfrm rot="5400000">
        <a:off x="21616" y="2983238"/>
        <a:ext cx="5231104" cy="399575"/>
      </dsp:txXfrm>
    </dsp:sp>
    <dsp:sp modelId="{82BF99D5-747B-2B4E-BE44-51B746975F9D}">
      <dsp:nvSpPr>
        <dsp:cNvPr id="0" name=""/>
        <dsp:cNvSpPr/>
      </dsp:nvSpPr>
      <dsp:spPr>
        <a:xfrm>
          <a:off x="5252720" y="2906271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التوقيت </a:t>
          </a:r>
        </a:p>
      </dsp:txBody>
      <dsp:txXfrm>
        <a:off x="5279740" y="2933291"/>
        <a:ext cx="2900615" cy="499469"/>
      </dsp:txXfrm>
    </dsp:sp>
    <dsp:sp modelId="{E41C0343-1233-E04E-8D98-5EF0C7336C03}">
      <dsp:nvSpPr>
        <dsp:cNvPr id="0" name=""/>
        <dsp:cNvSpPr/>
      </dsp:nvSpPr>
      <dsp:spPr>
        <a:xfrm rot="16200000">
          <a:off x="2404956" y="1137851"/>
          <a:ext cx="442807" cy="525272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r" defTabSz="1022350" rtl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ar-EG" sz="2300" b="0" i="0" kern="1200" dirty="0">
              <a:latin typeface="Arial" panose="020B0604020202020204" pitchFamily="34" charset="0"/>
              <a:cs typeface="Arial" panose="020B0604020202020204" pitchFamily="34" charset="0"/>
            </a:rPr>
            <a:t>القوام الصحيح (مطحون، ناعم، مقرمش). </a:t>
          </a:r>
        </a:p>
      </dsp:txBody>
      <dsp:txXfrm rot="5400000">
        <a:off x="21616" y="3564423"/>
        <a:ext cx="5231104" cy="399575"/>
      </dsp:txXfrm>
    </dsp:sp>
    <dsp:sp modelId="{20D61A38-368C-A44A-8113-AC94D3367CFF}">
      <dsp:nvSpPr>
        <dsp:cNvPr id="0" name=""/>
        <dsp:cNvSpPr/>
      </dsp:nvSpPr>
      <dsp:spPr>
        <a:xfrm>
          <a:off x="5252720" y="3487456"/>
          <a:ext cx="2954655" cy="55350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900" b="1" i="0" kern="12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القوام </a:t>
          </a:r>
        </a:p>
      </dsp:txBody>
      <dsp:txXfrm>
        <a:off x="5279740" y="3514476"/>
        <a:ext cx="2900615" cy="499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3AB728B-EDDE-A6C5-D196-B3077ECC97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1A56322-4069-E1FA-88E7-034F66FE7B8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7652" name="Rectangle 4">
            <a:extLst>
              <a:ext uri="{FF2B5EF4-FFF2-40B4-BE49-F238E27FC236}">
                <a16:creationId xmlns:a16="http://schemas.microsoft.com/office/drawing/2014/main" id="{C5D99386-CD4E-9616-9887-3542DB3323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535B185-CC76-5645-CC21-C267467C34E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151C7C9-7DD8-CB43-3488-140DE9ADA70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0EA804D7-B145-B6C4-EAF9-FBA810DF6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D3E6F70-5D4D-4B7F-8590-7D87CFB0B67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F5058D73-7FD6-09C5-76B9-3C505DF2D3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12D40D7A-D6BB-CE8D-DF00-54DBA2F5CD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E420995-9E0A-E982-F791-9C9605CD7F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D6F72BC-0F0F-4CC6-9390-4A76262B3721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3D8168B1-514D-B744-0AB4-18F401D0F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2808C18D-CFC6-93E5-A579-22B817EE69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D87B04DE-239C-3B08-3E65-22AF4B195E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03E5EE9-67E6-4917-B003-BB6C447A0174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067531E3-7725-4BFC-6978-A4907F2026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77188842-F5EB-8E4E-C61A-E4F41BF1A3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415CA19B-7BA9-BBB0-E62C-1C0DA5306B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96034ED-D7F7-483D-8544-ED89FE784A0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D3E6F70-5D4D-4B7F-8590-7D87CFB0B671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00515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007453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72165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07363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26913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902714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419101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605209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44727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803865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50031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860395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331251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283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19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968028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78774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947746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83181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1780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504762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48747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898050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849527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17924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290112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2159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14743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009894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019683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969177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C74705ED-E94C-F4D7-0426-B4D3641F96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FCDE3850-5BAC-D4C6-84DE-724EE248BE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FB437769-B089-6B09-0037-A9B652275F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86B70D7-3B14-48B4-B744-A52FB5A4C04C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39745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bin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audio" Target="../media/audio1.bin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audio" Target="../media/audio1.bin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4.xml"/><Relationship Id="rId1" Type="http://schemas.openxmlformats.org/officeDocument/2006/relationships/audio" Target="../media/audio1.bin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5.xml"/><Relationship Id="rId1" Type="http://schemas.openxmlformats.org/officeDocument/2006/relationships/audio" Target="../media/audio1.bin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audio" Target="../media/audio1.bin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7.xml"/><Relationship Id="rId1" Type="http://schemas.openxmlformats.org/officeDocument/2006/relationships/audio" Target="../media/audio1.bin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8.xml"/><Relationship Id="rId1" Type="http://schemas.openxmlformats.org/officeDocument/2006/relationships/audio" Target="../media/audio1.bin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9.xml"/><Relationship Id="rId1" Type="http://schemas.openxmlformats.org/officeDocument/2006/relationships/audio" Target="../media/audio1.bin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0.xml"/><Relationship Id="rId1" Type="http://schemas.openxmlformats.org/officeDocument/2006/relationships/audio" Target="../media/audio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Unit X: </a:t>
            </a:r>
            <a:r>
              <a:rPr lang="en-GB" altLang="en-US" err="1"/>
              <a:t>xxxxxxxxxxxxxxxxxxxxx</a:t>
            </a:r>
            <a:endParaRPr lang="en-GB" alt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GB" altLang="en-US"/>
              <a:t>Learning aim x</a:t>
            </a:r>
            <a:endParaRPr lang="en-US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6EB150E-6A8C-9996-298D-28DD3D2ABEF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22775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6" name="Content Placeholder 6"/>
          <p:cNvSpPr>
            <a:spLocks noGrp="1"/>
          </p:cNvSpPr>
          <p:nvPr>
            <p:ph sz="half" idx="1"/>
          </p:nvPr>
        </p:nvSpPr>
        <p:spPr>
          <a:xfrm>
            <a:off x="468313" y="2212975"/>
            <a:ext cx="2303462" cy="3592513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  <a:p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half" idx="10"/>
          </p:nvPr>
        </p:nvSpPr>
        <p:spPr>
          <a:xfrm>
            <a:off x="3421063" y="2212975"/>
            <a:ext cx="2303462" cy="3449638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  <a:p>
            <a:endParaRPr lang="en-GB"/>
          </a:p>
        </p:txBody>
      </p:sp>
      <p:sp>
        <p:nvSpPr>
          <p:cNvPr id="8" name="Content Placeholder 6"/>
          <p:cNvSpPr>
            <a:spLocks noGrp="1"/>
          </p:cNvSpPr>
          <p:nvPr>
            <p:ph sz="half" idx="11"/>
          </p:nvPr>
        </p:nvSpPr>
        <p:spPr>
          <a:xfrm>
            <a:off x="6156325" y="2212975"/>
            <a:ext cx="2592388" cy="3736975"/>
          </a:xfrm>
          <a:prstGeom prst="rect">
            <a:avLst/>
          </a:prstGeom>
        </p:spPr>
        <p:txBody>
          <a:bodyPr/>
          <a:lstStyle/>
          <a:p>
            <a:r>
              <a:rPr lang="en-GB"/>
              <a:t>Subhead</a:t>
            </a:r>
          </a:p>
          <a:p>
            <a:r>
              <a:rPr lang="en-GB"/>
              <a:t>Bullet text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AD71432-24B0-8453-1747-48D9C9A162A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485564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0" y="1195388"/>
            <a:ext cx="91440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80AFA65-534B-3AE4-50A7-9C86BDCF1EA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7240884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4891031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Always Learning">
            <a:extLst>
              <a:ext uri="{FF2B5EF4-FFF2-40B4-BE49-F238E27FC236}">
                <a16:creationId xmlns:a16="http://schemas.microsoft.com/office/drawing/2014/main" id="{9444950F-E59A-A8D3-7314-C784866DE21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US" altLang="en-US"/>
              <a:t>Heading</a:t>
            </a:r>
            <a:endParaRPr lang="en-GB" altLang="en-US"/>
          </a:p>
        </p:txBody>
      </p:sp>
      <p:sp>
        <p:nvSpPr>
          <p:cNvPr id="10" name="Content Placeholder 2"/>
          <p:cNvSpPr>
            <a:spLocks noGrp="1"/>
          </p:cNvSpPr>
          <p:nvPr>
            <p:ph sz="half" idx="1"/>
          </p:nvPr>
        </p:nvSpPr>
        <p:spPr>
          <a:xfrm>
            <a:off x="468313" y="2195513"/>
            <a:ext cx="4027487" cy="3681412"/>
          </a:xfrm>
          <a:prstGeom prst="rect">
            <a:avLst/>
          </a:prstGeom>
        </p:spPr>
        <p:txBody>
          <a:bodyPr/>
          <a:lstStyle/>
          <a:p>
            <a:r>
              <a:rPr lang="en-GB"/>
              <a:t>Blue subhead</a:t>
            </a:r>
          </a:p>
          <a:p>
            <a:r>
              <a:rPr lang="en-GB"/>
              <a:t>Bullet text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5512"/>
            <a:ext cx="4027488" cy="36814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Blue subhead</a:t>
            </a:r>
          </a:p>
          <a:p>
            <a:r>
              <a:rPr lang="en-GB"/>
              <a:t>Bullet text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D75EA28-7A23-3108-7470-D2312D0B43D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3655394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AF04B97-CC31-299F-C1D9-4AD1810429B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169333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B917A8A-EC74-8439-7D0C-B004E910A77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675447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122E-CC0D-DE46-E6F4-AAE67430FCE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9105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1D94B-CB73-9993-AEF0-ECDA613327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76542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36979FB-E9CD-4D7F-ABCE-40BC623DD6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189179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D78BFAD-CC17-3CA0-DBB1-5C8C41D9126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143554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91736A9-B278-442F-0C6C-537088E454B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1463787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55076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452528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441696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946460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6373342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2408335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102592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50161041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931189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891133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969889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163331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490771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354849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0926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628952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386680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870646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16492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159310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2315117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39033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95572074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6155990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681636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495666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73874686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709728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159200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03814516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2140350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749398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32468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8866202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1803065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606472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0210140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54738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604850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849203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8189699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9136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3682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2667902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0415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6937537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243298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972527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8023017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6282950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525115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2592856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993083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5078411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6546021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97516884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2524804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8029150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121430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269447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461263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09128796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254036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31894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1195388"/>
            <a:ext cx="8229600" cy="863600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Heading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half" idx="2"/>
          </p:nvPr>
        </p:nvSpPr>
        <p:spPr>
          <a:xfrm>
            <a:off x="684213" y="2195513"/>
            <a:ext cx="7991475" cy="3609975"/>
          </a:xfrm>
          <a:prstGeom prst="rect">
            <a:avLst/>
          </a:prstGeom>
        </p:spPr>
        <p:txBody>
          <a:bodyPr/>
          <a:lstStyle/>
          <a:p>
            <a:r>
              <a:rPr lang="en-GB" altLang="en-US"/>
              <a:t>Body text </a:t>
            </a:r>
            <a:r>
              <a:rPr lang="en-GB" altLang="en-US" err="1"/>
              <a:t>xxxxxxxxxxxxxxxxxxxxxxxxxxxxxxxxxxxxxxxxx</a:t>
            </a:r>
            <a:r>
              <a:rPr lang="en-GB" altLang="en-US"/>
              <a:t>: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r>
              <a:rPr lang="en-GB" altLang="en-US"/>
              <a:t>Bullet text</a:t>
            </a:r>
          </a:p>
          <a:p>
            <a:pPr lvl="1"/>
            <a:endParaRPr lang="en-GB" alt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7F8C46B-97F2-9941-FA1B-60A0A697ED7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8827724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018475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905896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5318916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82359597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5596079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5133426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85842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4360605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942771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884348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63065849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26884690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10982271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073350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867217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32801202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614344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09363915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8314548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22680351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53661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3544828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55636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6091891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7646543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0132638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86057598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5360313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57165819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6812172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45466716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382759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4103147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77465027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91849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267096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A0305BB-39CB-2010-297C-4A457FC45F9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41265939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4" y="2196000"/>
            <a:ext cx="8207375" cy="3878436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A7AFBE-AB6C-ABC5-09E7-9F4EA3B9541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653959227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2AEDFE9-EE41-D362-E546-E91D5FC64E7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50943351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2196001"/>
            <a:ext cx="4027487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96001"/>
            <a:ext cx="4027488" cy="4024100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7984-8BB0-8F53-E778-52A2BBF7CCE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43709302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lways Learning">
            <a:extLst>
              <a:ext uri="{FF2B5EF4-FFF2-40B4-BE49-F238E27FC236}">
                <a16:creationId xmlns:a16="http://schemas.microsoft.com/office/drawing/2014/main" id="{69FE8684-BE61-3A81-0CF1-F705B2D286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2196000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2932602"/>
            <a:ext cx="4040188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2196000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32602"/>
            <a:ext cx="4041775" cy="3193562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3831A3E-361F-60E1-197E-146246D76D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094167900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C6F868A-32BB-A111-C404-483CD1832E0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25762673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C02FC38-AE3B-EFB4-D55D-0A5C97BB637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37380344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1195200"/>
            <a:ext cx="3008313" cy="86564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2857"/>
            <a:ext cx="3008313" cy="399330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195201"/>
            <a:ext cx="5111751" cy="4785395"/>
          </a:xfrm>
          <a:prstGeom prst="rect">
            <a:avLst/>
          </a:prstGeom>
        </p:spPr>
        <p:txBody>
          <a:bodyPr/>
          <a:lstStyle>
            <a:lvl1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6848C-3864-D4D5-F394-E8115F32BAC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87196095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96752"/>
            <a:ext cx="5486400" cy="353082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  <a:prstGeom prst="rect">
            <a:avLst/>
          </a:prstGeo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440363"/>
            <a:ext cx="5486400" cy="73183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2E2FE-4AF5-990F-FA9F-82F73DAD8F6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29628512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8314" y="2196001"/>
            <a:ext cx="8207375" cy="3950444"/>
          </a:xfrm>
          <a:prstGeom prst="rect">
            <a:avLst/>
          </a:prstGeom>
        </p:spPr>
        <p:txBody>
          <a:bodyPr vert="eaVert"/>
          <a:lstStyle>
            <a:lvl1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DF127B6-FB7B-DA34-ED52-7487CA11537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19874433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195201"/>
            <a:ext cx="20574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95201"/>
            <a:ext cx="6019800" cy="4814540"/>
          </a:xfrm>
          <a:prstGeom prst="rect">
            <a:avLst/>
          </a:prstGeom>
        </p:spPr>
        <p:txBody>
          <a:bodyPr vert="eaVert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Font typeface="Wingdings" pitchFamily="2" charset="2"/>
              <a:buChar char="§"/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3741A9B-C779-47D9-992F-A21FA3584BC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960670145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5200"/>
            <a:ext cx="8229600" cy="864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79426" y="2196000"/>
            <a:ext cx="8207375" cy="4041312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F875707-4545-7C5E-C4A1-F2B0323DEB0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649478109"/>
      </p:ext>
    </p:extLst>
  </p:cSld>
  <p:clrMapOvr>
    <a:masterClrMapping/>
  </p:clrMapOvr>
  <p:transition>
    <p:sndAc>
      <p:stSnd>
        <p:snd r:embed="rId1" name="click.wav"/>
      </p:stSnd>
    </p:sndAc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6" Type="http://schemas.openxmlformats.org/officeDocument/2006/relationships/image" Target="../media/image5.jpeg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13" Type="http://schemas.openxmlformats.org/officeDocument/2006/relationships/slideLayout" Target="../slideLayouts/slideLayout77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6.xml"/><Relationship Id="rId2" Type="http://schemas.openxmlformats.org/officeDocument/2006/relationships/slideLayout" Target="../slideLayouts/slideLayout66.xml"/><Relationship Id="rId16" Type="http://schemas.openxmlformats.org/officeDocument/2006/relationships/image" Target="../media/image7.jpg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5" Type="http://schemas.openxmlformats.org/officeDocument/2006/relationships/audio" Target="../media/audio1.bin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Relationship Id="rId1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image" Target="../media/image8.jpeg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audio" Target="../media/audio1.bin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7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92.xml"/><Relationship Id="rId7" Type="http://schemas.openxmlformats.org/officeDocument/2006/relationships/slideLayout" Target="../slideLayouts/slideLayout96.xml"/><Relationship Id="rId12" Type="http://schemas.openxmlformats.org/officeDocument/2006/relationships/slideLayout" Target="../slideLayouts/slideLayout101.xml"/><Relationship Id="rId2" Type="http://schemas.openxmlformats.org/officeDocument/2006/relationships/slideLayout" Target="../slideLayouts/slideLayout91.xml"/><Relationship Id="rId1" Type="http://schemas.openxmlformats.org/officeDocument/2006/relationships/slideLayout" Target="../slideLayouts/slideLayout90.xml"/><Relationship Id="rId6" Type="http://schemas.openxmlformats.org/officeDocument/2006/relationships/slideLayout" Target="../slideLayouts/slideLayout95.xml"/><Relationship Id="rId11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4.xml"/><Relationship Id="rId15" Type="http://schemas.openxmlformats.org/officeDocument/2006/relationships/image" Target="../media/image9.jpeg"/><Relationship Id="rId10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14" Type="http://schemas.openxmlformats.org/officeDocument/2006/relationships/audio" Target="../media/audio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9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13.xml"/><Relationship Id="rId2" Type="http://schemas.openxmlformats.org/officeDocument/2006/relationships/slideLayout" Target="../slideLayouts/slideLayout103.xml"/><Relationship Id="rId1" Type="http://schemas.openxmlformats.org/officeDocument/2006/relationships/slideLayout" Target="../slideLayouts/slideLayout102.xml"/><Relationship Id="rId6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06.xml"/><Relationship Id="rId15" Type="http://schemas.openxmlformats.org/officeDocument/2006/relationships/image" Target="../media/image10.jpeg"/><Relationship Id="rId10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14" Type="http://schemas.openxmlformats.org/officeDocument/2006/relationships/audio" Target="../media/audio1.bin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6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2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18.xml"/><Relationship Id="rId15" Type="http://schemas.openxmlformats.org/officeDocument/2006/relationships/image" Target="../media/image11.jpeg"/><Relationship Id="rId1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audio" Target="../media/audio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 descr="Always Learning">
            <a:extLst>
              <a:ext uri="{FF2B5EF4-FFF2-40B4-BE49-F238E27FC236}">
                <a16:creationId xmlns:a16="http://schemas.microsoft.com/office/drawing/2014/main" id="{3B94A5EC-21A3-C7EE-ADC3-348E4DF7A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356350"/>
            <a:ext cx="176212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C16AA13-905D-5202-1E26-68E3C21E253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  <p:pic>
        <p:nvPicPr>
          <p:cNvPr id="1028" name="Picture 2">
            <a:extLst>
              <a:ext uri="{FF2B5EF4-FFF2-40B4-BE49-F238E27FC236}">
                <a16:creationId xmlns:a16="http://schemas.microsoft.com/office/drawing/2014/main" id="{96A689FF-8B47-679F-73A4-A5EFC0190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1390" y="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13" r:id="rId1"/>
    <p:sldLayoutId id="2147484814" r:id="rId2"/>
    <p:sldLayoutId id="2147484815" r:id="rId3"/>
    <p:sldLayoutId id="2147484816" r:id="rId4"/>
    <p:sldLayoutId id="2147484817" r:id="rId5"/>
    <p:sldLayoutId id="2147484818" r:id="rId6"/>
    <p:sldLayoutId id="2147484819" r:id="rId7"/>
    <p:sldLayoutId id="2147484820" r:id="rId8"/>
    <p:sldLayoutId id="2147484821" r:id="rId9"/>
    <p:sldLayoutId id="2147484822" r:id="rId10"/>
    <p:sldLayoutId id="2147484823" r:id="rId11"/>
    <p:sldLayoutId id="2147484824" r:id="rId12"/>
    <p:sldLayoutId id="2147484929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455103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26" r:id="rId1"/>
    <p:sldLayoutId id="2147484827" r:id="rId2"/>
    <p:sldLayoutId id="2147484828" r:id="rId3"/>
    <p:sldLayoutId id="2147484829" r:id="rId4"/>
    <p:sldLayoutId id="2147484830" r:id="rId5"/>
    <p:sldLayoutId id="2147484831" r:id="rId6"/>
    <p:sldLayoutId id="2147484832" r:id="rId7"/>
    <p:sldLayoutId id="2147484833" r:id="rId8"/>
    <p:sldLayoutId id="2147484834" r:id="rId9"/>
    <p:sldLayoutId id="2147484835" r:id="rId10"/>
    <p:sldLayoutId id="2147484836" r:id="rId11"/>
    <p:sldLayoutId id="2147484837" r:id="rId12"/>
    <p:sldLayoutId id="2147484930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77069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39" r:id="rId1"/>
    <p:sldLayoutId id="2147484840" r:id="rId2"/>
    <p:sldLayoutId id="2147484841" r:id="rId3"/>
    <p:sldLayoutId id="2147484842" r:id="rId4"/>
    <p:sldLayoutId id="2147484843" r:id="rId5"/>
    <p:sldLayoutId id="2147484844" r:id="rId6"/>
    <p:sldLayoutId id="2147484845" r:id="rId7"/>
    <p:sldLayoutId id="2147484846" r:id="rId8"/>
    <p:sldLayoutId id="2147484847" r:id="rId9"/>
    <p:sldLayoutId id="2147484848" r:id="rId10"/>
    <p:sldLayoutId id="2147484849" r:id="rId11"/>
    <p:sldLayoutId id="2147484850" r:id="rId12"/>
    <p:sldLayoutId id="2147484931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909356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2" r:id="rId1"/>
    <p:sldLayoutId id="2147484853" r:id="rId2"/>
    <p:sldLayoutId id="2147484854" r:id="rId3"/>
    <p:sldLayoutId id="2147484855" r:id="rId4"/>
    <p:sldLayoutId id="2147484856" r:id="rId5"/>
    <p:sldLayoutId id="2147484857" r:id="rId6"/>
    <p:sldLayoutId id="2147484858" r:id="rId7"/>
    <p:sldLayoutId id="2147484859" r:id="rId8"/>
    <p:sldLayoutId id="2147484860" r:id="rId9"/>
    <p:sldLayoutId id="2147484861" r:id="rId10"/>
    <p:sldLayoutId id="2147484862" r:id="rId11"/>
    <p:sldLayoutId id="2147484863" r:id="rId12"/>
    <p:sldLayoutId id="2147484932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FC29C814-77D0-2AD0-D89D-3F964CDF26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8825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65" r:id="rId1"/>
    <p:sldLayoutId id="2147484866" r:id="rId2"/>
    <p:sldLayoutId id="2147484867" r:id="rId3"/>
    <p:sldLayoutId id="2147484868" r:id="rId4"/>
    <p:sldLayoutId id="2147484869" r:id="rId5"/>
    <p:sldLayoutId id="2147484870" r:id="rId6"/>
    <p:sldLayoutId id="2147484871" r:id="rId7"/>
    <p:sldLayoutId id="2147484872" r:id="rId8"/>
    <p:sldLayoutId id="2147484873" r:id="rId9"/>
    <p:sldLayoutId id="2147484874" r:id="rId10"/>
    <p:sldLayoutId id="2147484875" r:id="rId11"/>
    <p:sldLayoutId id="2147484876" r:id="rId12"/>
    <p:sldLayoutId id="2147484933" r:id="rId13"/>
  </p:sldLayoutIdLst>
  <p:transition>
    <p:sndAc>
      <p:stSnd>
        <p:snd r:embed="rId15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3701897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78" r:id="rId1"/>
    <p:sldLayoutId id="2147484879" r:id="rId2"/>
    <p:sldLayoutId id="2147484880" r:id="rId3"/>
    <p:sldLayoutId id="2147484881" r:id="rId4"/>
    <p:sldLayoutId id="2147484882" r:id="rId5"/>
    <p:sldLayoutId id="2147484883" r:id="rId6"/>
    <p:sldLayoutId id="2147484884" r:id="rId7"/>
    <p:sldLayoutId id="2147484885" r:id="rId8"/>
    <p:sldLayoutId id="2147484886" r:id="rId9"/>
    <p:sldLayoutId id="2147484887" r:id="rId10"/>
    <p:sldLayoutId id="2147484888" r:id="rId11"/>
    <p:sldLayoutId id="2147484889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18247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91" r:id="rId1"/>
    <p:sldLayoutId id="2147484892" r:id="rId2"/>
    <p:sldLayoutId id="2147484893" r:id="rId3"/>
    <p:sldLayoutId id="2147484894" r:id="rId4"/>
    <p:sldLayoutId id="2147484895" r:id="rId5"/>
    <p:sldLayoutId id="2147484896" r:id="rId6"/>
    <p:sldLayoutId id="2147484897" r:id="rId7"/>
    <p:sldLayoutId id="2147484898" r:id="rId8"/>
    <p:sldLayoutId id="2147484899" r:id="rId9"/>
    <p:sldLayoutId id="2147484900" r:id="rId10"/>
    <p:sldLayoutId id="2147484901" r:id="rId11"/>
    <p:sldLayoutId id="2147484902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23103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04" r:id="rId1"/>
    <p:sldLayoutId id="2147484905" r:id="rId2"/>
    <p:sldLayoutId id="2147484906" r:id="rId3"/>
    <p:sldLayoutId id="2147484907" r:id="rId4"/>
    <p:sldLayoutId id="2147484908" r:id="rId5"/>
    <p:sldLayoutId id="2147484909" r:id="rId6"/>
    <p:sldLayoutId id="2147484910" r:id="rId7"/>
    <p:sldLayoutId id="2147484911" r:id="rId8"/>
    <p:sldLayoutId id="2147484912" r:id="rId9"/>
    <p:sldLayoutId id="2147484913" r:id="rId10"/>
    <p:sldLayoutId id="2147484914" r:id="rId11"/>
    <p:sldLayoutId id="2147484915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extBox 4">
            <a:extLst>
              <a:ext uri="{FF2B5EF4-FFF2-40B4-BE49-F238E27FC236}">
                <a16:creationId xmlns:a16="http://schemas.microsoft.com/office/drawing/2014/main" id="{2D2D2BA7-3DC8-B2DD-685B-33BA65B72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723900"/>
            <a:ext cx="7199312" cy="26193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GB" altLang="en-US" sz="1100" b="1">
                <a:solidFill>
                  <a:schemeClr val="bg1"/>
                </a:solidFill>
              </a:rPr>
              <a:t>Unit 3: Professional Development in the Sports Industry</a:t>
            </a:r>
          </a:p>
        </p:txBody>
      </p:sp>
      <p:sp>
        <p:nvSpPr>
          <p:cNvPr id="14339" name="Title Placeholder 1">
            <a:extLst>
              <a:ext uri="{FF2B5EF4-FFF2-40B4-BE49-F238E27FC236}">
                <a16:creationId xmlns:a16="http://schemas.microsoft.com/office/drawing/2014/main" id="{B9C6BA7D-5854-D592-7A00-A0EC539E365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196975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4340" name="Text Placeholder 2">
            <a:extLst>
              <a:ext uri="{FF2B5EF4-FFF2-40B4-BE49-F238E27FC236}">
                <a16:creationId xmlns:a16="http://schemas.microsoft.com/office/drawing/2014/main" id="{D6111AB5-22FF-2770-1011-D02820DE55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2060575"/>
            <a:ext cx="8229600" cy="361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Use simple bullet points and lines, with no more than two lines per bullet point if possible.</a:t>
            </a:r>
          </a:p>
          <a:p>
            <a:pPr lvl="0"/>
            <a:r>
              <a:rPr lang="en-GB" altLang="en-US"/>
              <a:t>Try to use a maximum of ten words per line. </a:t>
            </a:r>
          </a:p>
          <a:p>
            <a:pPr lvl="0"/>
            <a:r>
              <a:rPr lang="en-GB" altLang="en-US"/>
              <a:t>Set up generic formatting on this master. </a:t>
            </a:r>
          </a:p>
          <a:p>
            <a:pPr lvl="0"/>
            <a:r>
              <a:rPr lang="en-GB" altLang="en-US"/>
              <a:t>By applying this master to your slides, you’ll maintain consistent font and bullet style.</a:t>
            </a:r>
          </a:p>
          <a:p>
            <a:pPr lvl="0"/>
            <a:r>
              <a:rPr lang="en-GB" altLang="en-US"/>
              <a:t>To change the layout of individual slides, select ‘Slide layout’ and choose the desired layout from the right-hand menu.</a:t>
            </a:r>
          </a:p>
          <a:p>
            <a:pPr lvl="0"/>
            <a:r>
              <a:rPr lang="en-GB" altLang="en-US"/>
              <a:t>Read the PowerPoint guidelines before creating a slide show.</a:t>
            </a:r>
          </a:p>
        </p:txBody>
      </p:sp>
      <p:pic>
        <p:nvPicPr>
          <p:cNvPr id="14341" name="Picture 8">
            <a:extLst>
              <a:ext uri="{FF2B5EF4-FFF2-40B4-BE49-F238E27FC236}">
                <a16:creationId xmlns:a16="http://schemas.microsoft.com/office/drawing/2014/main" id="{FEDC9336-94D7-0F7A-9422-574A068E957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90"/>
            <a:ext cx="9144000" cy="1075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19F82B0-FA8C-C128-CC82-F2D587FD19D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459538"/>
            <a:ext cx="9144000" cy="287337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FontTx/>
              <a:buNone/>
              <a:defRPr sz="18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Verdan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GB" altLang="en-US"/>
              <a:t>© Pearson Education Ltd 2023. Copying permitted for purchasing institution only. </a:t>
            </a:r>
          </a:p>
        </p:txBody>
      </p:sp>
    </p:spTree>
    <p:extLst>
      <p:ext uri="{BB962C8B-B14F-4D97-AF65-F5344CB8AC3E}">
        <p14:creationId xmlns:p14="http://schemas.microsoft.com/office/powerpoint/2010/main" val="1512674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17" r:id="rId1"/>
    <p:sldLayoutId id="2147484918" r:id="rId2"/>
    <p:sldLayoutId id="2147484919" r:id="rId3"/>
    <p:sldLayoutId id="2147484920" r:id="rId4"/>
    <p:sldLayoutId id="2147484921" r:id="rId5"/>
    <p:sldLayoutId id="2147484922" r:id="rId6"/>
    <p:sldLayoutId id="2147484923" r:id="rId7"/>
    <p:sldLayoutId id="2147484924" r:id="rId8"/>
    <p:sldLayoutId id="2147484925" r:id="rId9"/>
    <p:sldLayoutId id="2147484926" r:id="rId10"/>
    <p:sldLayoutId id="2147484927" r:id="rId11"/>
    <p:sldLayoutId id="2147484928" r:id="rId12"/>
  </p:sldLayoutIdLst>
  <p:transition>
    <p:sndAc>
      <p:stSnd>
        <p:snd r:embed="rId14" name="click.wav"/>
      </p:stSnd>
    </p:sndAc>
  </p:transition>
  <p:hf sldNum="0" hd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»"/>
        <a:defRPr sz="24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Font typeface="Wingdings" pitchFamily="2" charset="2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1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9.xml"/></Relationships>
</file>

<file path=ppt/slides/_rels/slide1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7.xml"/><Relationship Id="rId4" Type="http://schemas.openxmlformats.org/officeDocument/2006/relationships/image" Target="../media/image2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2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3.jpeg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8.xml"/><Relationship Id="rId4" Type="http://schemas.openxmlformats.org/officeDocument/2006/relationships/image" Target="../media/image2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audio" Target="../media/audio1.bin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6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86D29E0-B089-110D-BF1E-B3C37F2C37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2130426"/>
            <a:ext cx="7772400" cy="14700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 dirty="0"/>
              <a:t>الوحدة 8</a:t>
            </a:r>
            <a:br>
              <a:rPr lang="ar-EG" b="1" dirty="0"/>
            </a:br>
            <a:br>
              <a:rPr lang="ar-EG" dirty="0"/>
            </a:br>
            <a:r>
              <a:rPr lang="ar-EG" b="1" dirty="0">
                <a:solidFill>
                  <a:schemeClr val="tx1"/>
                </a:solidFill>
                <a:ea typeface="Verdana" panose="020B0604030504040204" pitchFamily="34" charset="0"/>
              </a:rPr>
              <a:t>تحضير الطعام وطهيه وتقديمه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ar-EG" dirty="0"/>
            </a:br>
            <a:br>
              <a:rPr lang="ar-EG" dirty="0"/>
            </a:br>
            <a:endParaRPr lang="ar-EG" dirty="0"/>
          </a:p>
        </p:txBody>
      </p:sp>
      <p:sp>
        <p:nvSpPr>
          <p:cNvPr id="28680" name="Footer Placeholder 2">
            <a:extLst>
              <a:ext uri="{FF2B5EF4-FFF2-40B4-BE49-F238E27FC236}">
                <a16:creationId xmlns:a16="http://schemas.microsoft.com/office/drawing/2014/main" id="{250B1923-7747-07CF-317E-05CAA217CF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6459538"/>
            <a:ext cx="9144000" cy="287337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r>
              <a:rPr lang="ar-EG" sz="1400"/>
              <a:t>شركة بيرسون للتعليم المحدودة 2023.</a:t>
            </a:r>
            <a:r>
              <a:rPr lang="en-US" sz="1400"/>
              <a:t> </a:t>
            </a:r>
            <a:r>
              <a:rPr lang="ar-EG" sz="1400"/>
              <a:t>يُسمح بالنسخ لمؤسسة الشراء فقط.</a:t>
            </a:r>
            <a:r>
              <a:rPr lang="en-US" sz="140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4FD922F-A298-68CA-8F15-CFA722C754F6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2">
            <a:extLst>
              <a:ext uri="{FF2B5EF4-FFF2-40B4-BE49-F238E27FC236}">
                <a16:creationId xmlns:a16="http://schemas.microsoft.com/office/drawing/2014/main" id="{FC4F7FC9-2CE9-41A9-0CEE-4C8BD93B5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528" y="1195388"/>
            <a:ext cx="864096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>
                <a:solidFill>
                  <a:schemeClr val="tx1"/>
                </a:solidFill>
                <a:ea typeface="Verdana" panose="020B0604030504040204" pitchFamily="34" charset="0"/>
              </a:rPr>
              <a:t>تحضير الطعام وطهيه وتقديمه</a:t>
            </a:r>
          </a:p>
        </p:txBody>
      </p:sp>
      <p:sp>
        <p:nvSpPr>
          <p:cNvPr id="30723" name="Content Placeholder 3">
            <a:extLst>
              <a:ext uri="{FF2B5EF4-FFF2-40B4-BE49-F238E27FC236}">
                <a16:creationId xmlns:a16="http://schemas.microsoft.com/office/drawing/2014/main" id="{3C79F714-332C-AB63-03D9-E6D0CAE0623F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23529" y="2636912"/>
            <a:ext cx="8424935" cy="38258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ستتعرف في هذه الوحدة على أنواعٍ شتى من المعدات والمكونات والطُرق المُتبعة عند تحضير الأطباق الأساسية وطهيها وتقديمها.</a:t>
            </a:r>
          </a:p>
          <a:p>
            <a:r>
              <a:rPr lang="ar-EG" dirty="0"/>
              <a:t>ستتعلم أيضًا المهارات العملية لتحضير الطعام وطهيه وطرق تقديمه، وإعداد أطباق أساسية لوجبة تضم طبقين.</a:t>
            </a:r>
          </a:p>
          <a:p>
            <a:r>
              <a:rPr lang="ar-EG" dirty="0"/>
              <a:t>ستتعلم أهمية وكيفية إتمام المراجعة لأدائك الخاص ولأطباق الوجبة التي تضم طبقين قمت أنت بإعدادهما.</a:t>
            </a:r>
          </a:p>
          <a:p>
            <a:endParaRPr lang="en-GB" alt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A9AFCF82-E4BE-BF72-4089-FBE7008988C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2">
            <a:extLst>
              <a:ext uri="{FF2B5EF4-FFF2-40B4-BE49-F238E27FC236}">
                <a16:creationId xmlns:a16="http://schemas.microsoft.com/office/drawing/2014/main" id="{CD9316BF-B3CE-8341-5A0A-249747D6C6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195388"/>
            <a:ext cx="8229600" cy="86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b="1"/>
              <a:t>أهداف التعلّم</a:t>
            </a:r>
          </a:p>
        </p:txBody>
      </p:sp>
      <p:sp>
        <p:nvSpPr>
          <p:cNvPr id="32771" name="Content Placeholder 3">
            <a:extLst>
              <a:ext uri="{FF2B5EF4-FFF2-40B4-BE49-F238E27FC236}">
                <a16:creationId xmlns:a16="http://schemas.microsoft.com/office/drawing/2014/main" id="{44DFA49F-83B7-E61C-00EB-D6046D571A05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91061" y="2276872"/>
            <a:ext cx="7991475" cy="3609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404813" indent="-387350" defTabSz="431800">
              <a:buNone/>
            </a:pPr>
            <a:r>
              <a:rPr lang="ar-EG" b="1"/>
              <a:t>أ	</a:t>
            </a:r>
            <a:r>
              <a:rPr lang="ar-EG">
                <a:solidFill>
                  <a:srgbClr val="000000"/>
                </a:solidFill>
                <a:ea typeface="Verdana" panose="020B0604030504040204" pitchFamily="34" charset="0"/>
              </a:rPr>
              <a:t>التعرّف على المعدات والمكونات والطرق المُتبعة في تحضير الأطباق الرئيسية وطهيها وتقديمها</a:t>
            </a:r>
            <a:r>
              <a:rPr lang="en-US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/>
              <a:t>ب	</a:t>
            </a:r>
            <a:r>
              <a:rPr lang="ar-EG">
                <a:solidFill>
                  <a:srgbClr val="000000"/>
                </a:solidFill>
                <a:ea typeface="Verdana" panose="020B0604030504040204" pitchFamily="34" charset="0"/>
              </a:rPr>
              <a:t>توضيح تحضير الطعام والطهي وتقديم الأطباق الرئيسية</a:t>
            </a:r>
            <a:r>
              <a:rPr lang="en-US"/>
              <a:t> </a:t>
            </a:r>
          </a:p>
          <a:p>
            <a:pPr marL="404813" indent="-404813" defTabSz="431800">
              <a:spcBef>
                <a:spcPts val="1200"/>
              </a:spcBef>
              <a:buNone/>
            </a:pPr>
            <a:r>
              <a:rPr lang="ar-EG" b="1"/>
              <a:t>ج	</a:t>
            </a:r>
            <a:r>
              <a:rPr lang="ar-EG">
                <a:solidFill>
                  <a:srgbClr val="000000"/>
                </a:solidFill>
                <a:ea typeface="Verdana" panose="020B0604030504040204" pitchFamily="34" charset="0"/>
              </a:rPr>
              <a:t>مراجعة الوجبة المكونة من طبقين والأداء</a:t>
            </a:r>
            <a:r>
              <a:rPr lang="en-US"/>
              <a:t> </a:t>
            </a: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endParaRPr lang="en-GB" altLang="en-US" b="1">
              <a:highlight>
                <a:srgbClr val="FFFF00"/>
              </a:highlight>
            </a:endParaRPr>
          </a:p>
          <a:p>
            <a:pPr marL="0" indent="0" defTabSz="431800">
              <a:spcBef>
                <a:spcPts val="1200"/>
              </a:spcBef>
              <a:buFont typeface="Wingdings" panose="05000000000000000000" pitchFamily="2" charset="2"/>
              <a:buNone/>
            </a:pPr>
            <a:br>
              <a:rPr lang="ar-EG"/>
            </a:br>
            <a:r>
              <a:rPr lang="ar-EG"/>
              <a:t>	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5464DA8-E22D-1A42-C38B-11317FF25F00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84784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dirty="0"/>
              <a:t>هدف التعلّم أ</a:t>
            </a:r>
            <a:br>
              <a:rPr lang="ar-EG" sz="2400" dirty="0"/>
            </a:br>
            <a:br>
              <a:rPr lang="ar-EG" sz="2400" dirty="0"/>
            </a:br>
            <a:endParaRPr lang="ar-EG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763340" y="3705230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ar-EG" dirty="0"/>
              <a:t>المعدات والمكونات والطُرق المتنوعة المستخدمة في المطبخ الاحترافي لتحضير الطعام وطهيه وتقديمه</a:t>
            </a:r>
          </a:p>
          <a:p>
            <a:r>
              <a:rPr lang="ar-EG" dirty="0"/>
              <a:t>كيف يتم التخطيط لقوائم الطعام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4EE25C-8781-7216-17E3-A3308EF5535F}"/>
              </a:ext>
            </a:extLst>
          </p:cNvPr>
          <p:cNvSpPr txBox="1"/>
          <p:nvPr/>
        </p:nvSpPr>
        <p:spPr>
          <a:xfrm>
            <a:off x="1053604" y="2181362"/>
            <a:ext cx="763319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04813" indent="-387350" algn="ctr" defTabSz="431800">
              <a:buNone/>
            </a:pPr>
            <a:r>
              <a:rPr lang="ar-EG" sz="3600" b="1">
                <a:solidFill>
                  <a:srgbClr val="000000"/>
                </a:solidFill>
                <a:ea typeface="Verdana" panose="020B0604030504040204" pitchFamily="34" charset="0"/>
              </a:rPr>
              <a:t>التعرّف على المعدات والمكونات والطرق المُتبعة في تحضير الأطباق الرئيسية وطهيها وتقديمها</a:t>
            </a:r>
            <a:r>
              <a:rPr lang="en-US" sz="3600" b="1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C402EC6-B1BE-F7AD-7461-0B9097E6A9B6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</p:cSld>
  <p:clrMapOvr>
    <a:masterClrMapping/>
  </p:clrMapOvr>
  <p:transition>
    <p:sndAc>
      <p:stSnd>
        <p:snd r:embed="rId3" name="click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C221-1E73-B0D7-A523-1EF3A8A65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880" y="955763"/>
            <a:ext cx="8229600" cy="864000"/>
          </a:xfrm>
        </p:spPr>
        <p:txBody>
          <a:bodyPr wrap="square" anchor="ctr">
            <a:normAutofit/>
          </a:bodyPr>
          <a:lstStyle/>
          <a:p>
            <a:r>
              <a:rPr lang="ar-EG" sz="3600" b="1"/>
              <a:t>المعدات</a:t>
            </a:r>
            <a:r>
              <a:rPr lang="en-US" sz="4000" b="1"/>
              <a:t> </a:t>
            </a:r>
          </a:p>
        </p:txBody>
      </p:sp>
      <p:sp>
        <p:nvSpPr>
          <p:cNvPr id="1031" name="Content Placeholder 3">
            <a:extLst>
              <a:ext uri="{FF2B5EF4-FFF2-40B4-BE49-F238E27FC236}">
                <a16:creationId xmlns:a16="http://schemas.microsoft.com/office/drawing/2014/main" id="{2F2088C1-FFCE-CAE1-5E55-639485D7D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37867" y="1819763"/>
            <a:ext cx="4607744" cy="4024100"/>
          </a:xfrm>
        </p:spPr>
        <p:txBody>
          <a:bodyPr/>
          <a:lstStyle/>
          <a:p>
            <a:pPr marL="0" indent="0">
              <a:buNone/>
            </a:pPr>
            <a:r>
              <a:rPr lang="ar-EG" dirty="0"/>
              <a:t>تُستخدم مجموعة متنوعة من المعدات لإعداد الطعام بكفاءة وعلى نحوٍ صحيح:</a:t>
            </a:r>
          </a:p>
          <a:p>
            <a:r>
              <a:rPr lang="ar-EG" dirty="0"/>
              <a:t>المعدات الكبيرة مثل:</a:t>
            </a:r>
          </a:p>
          <a:p>
            <a:pPr marL="630238" lvl="1">
              <a:buFont typeface="Courier New" panose="02070309020205020404" pitchFamily="49" charset="0"/>
              <a:buChar char="o"/>
            </a:pPr>
            <a:r>
              <a:rPr lang="ar-EG" dirty="0"/>
              <a:t>المقالي الكبيرة، والمواقد، </a:t>
            </a:r>
            <a:br>
              <a:rPr lang="ar-EG" dirty="0"/>
            </a:br>
            <a:r>
              <a:rPr lang="ar-EG" dirty="0"/>
              <a:t>والأفران، والقدور البخارية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961FA9-FDBC-D46E-D0B6-3BB906F6B36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1218" y="4293095"/>
            <a:ext cx="4227206" cy="2113603"/>
          </a:xfrm>
          <a:prstGeom prst="rect">
            <a:avLst/>
          </a:prstGeom>
        </p:spPr>
      </p:pic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CB5F4A6-3D3C-E111-B555-F0B281B2D51A}"/>
              </a:ext>
            </a:extLst>
          </p:cNvPr>
          <p:cNvSpPr txBox="1">
            <a:spLocks/>
          </p:cNvSpPr>
          <p:nvPr/>
        </p:nvSpPr>
        <p:spPr bwMode="auto">
          <a:xfrm>
            <a:off x="-251768" y="2817406"/>
            <a:ext cx="4607744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ar-EG" dirty="0"/>
              <a:t>المعدات الصغيرة مثل:</a:t>
            </a:r>
          </a:p>
          <a:p>
            <a:pPr marL="630238" lvl="1">
              <a:buFont typeface="Courier New" panose="02070309020205020404" pitchFamily="49" charset="0"/>
              <a:buChar char="o"/>
            </a:pPr>
            <a:r>
              <a:rPr lang="ar-EG" dirty="0"/>
              <a:t>ألواح التقطيع، والسكاكين، </a:t>
            </a:r>
            <a:br>
              <a:rPr lang="ar-EG" dirty="0"/>
            </a:br>
            <a:r>
              <a:rPr lang="ar-EG" dirty="0"/>
              <a:t>والمقالي، والقدور، </a:t>
            </a:r>
            <a:br>
              <a:rPr lang="ar-EG" dirty="0"/>
            </a:br>
            <a:r>
              <a:rPr lang="ar-EG" dirty="0"/>
              <a:t>ومقياس الحرارة، والصواني.</a:t>
            </a:r>
          </a:p>
          <a:p>
            <a:pPr marL="457200" lvl="1" indent="0">
              <a:buFont typeface="Wingdings" pitchFamily="2" charset="2"/>
              <a:buNone/>
            </a:pPr>
            <a:endParaRPr lang="en-US" kern="0" dirty="0"/>
          </a:p>
          <a:p>
            <a:pPr lvl="1"/>
            <a:endParaRPr lang="en-US" kern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772922-F2FC-A74C-3372-D23CECF085DB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4507487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فئات الطعام (1)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57188"/>
            <a:r>
              <a:rPr lang="ar-EG" sz="2200" b="1" dirty="0"/>
              <a:t>طازج </a:t>
            </a:r>
            <a:r>
              <a:rPr lang="ar-EG" sz="2200" dirty="0"/>
              <a:t>– طعام لم يُطهى تقريبًا </a:t>
            </a:r>
            <a:br>
              <a:rPr lang="ar-EG" sz="2200" dirty="0"/>
            </a:br>
            <a:r>
              <a:rPr lang="ar-EG" sz="2200" dirty="0"/>
              <a:t>وفي حالته الطبيعية، مثل الخضار والفواكه الطازجة.</a:t>
            </a:r>
          </a:p>
          <a:p>
            <a:pPr marL="357188"/>
            <a:r>
              <a:rPr lang="ar-EG" sz="2200" b="1" dirty="0"/>
              <a:t>مُبرد </a:t>
            </a:r>
            <a:r>
              <a:rPr lang="ar-EG" sz="2200" dirty="0"/>
              <a:t>– الأطعمة التي تُحفظ في </a:t>
            </a:r>
            <a:br>
              <a:rPr lang="ar-EG" sz="2200" dirty="0"/>
            </a:br>
            <a:r>
              <a:rPr lang="ar-EG" sz="2200" dirty="0"/>
              <a:t>درجة حرارة مُنخفضة لكي تبقى طازجة، حيث يُطهى بعضها ويكون جاهزًا للأكل، مثل الحليب والجبن.</a:t>
            </a:r>
          </a:p>
          <a:p>
            <a:pPr marL="685800"/>
            <a:endParaRPr lang="en-GB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50320-B619-F53B-071B-76906BA68E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520" y="2753294"/>
            <a:ext cx="3887282" cy="259152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74488C7-9D65-AA76-D1E5-53C8AEEC5C9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71100786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فئات الطعام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47472" y="2196001"/>
            <a:ext cx="414832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57188">
              <a:lnSpc>
                <a:spcPct val="90000"/>
              </a:lnSpc>
            </a:pPr>
            <a:r>
              <a:rPr lang="ar-EG" b="1" dirty="0"/>
              <a:t>مُجمد</a:t>
            </a:r>
            <a:r>
              <a:rPr lang="ar-EG" dirty="0"/>
              <a:t> – الأطعمة التي يتعين حفظها لفترة أطول في درجة حرارة أقل من 18</a:t>
            </a:r>
            <a:r>
              <a:rPr lang="en-US" b="1" i="0" dirty="0"/>
              <a:t>°</a:t>
            </a:r>
            <a:r>
              <a:rPr lang="ar-EG" dirty="0"/>
              <a:t> درجة مئوية/</a:t>
            </a:r>
            <a:r>
              <a:rPr lang="ar-EG" b="0" i="0" dirty="0"/>
              <a:t>64.4</a:t>
            </a:r>
            <a:r>
              <a:rPr lang="ar-EG" i="0" dirty="0"/>
              <a:t> درجة</a:t>
            </a:r>
            <a:r>
              <a:rPr lang="ar-EG" dirty="0"/>
              <a:t>  فهرنهايت، مثل الخبز واللحوم.</a:t>
            </a:r>
          </a:p>
          <a:p>
            <a:pPr marL="357188">
              <a:lnSpc>
                <a:spcPct val="90000"/>
              </a:lnSpc>
            </a:pPr>
            <a:r>
              <a:rPr lang="ar-EG" b="1" dirty="0"/>
              <a:t>مطهو مُسبقًا</a:t>
            </a:r>
            <a:r>
              <a:rPr lang="ar-EG" dirty="0"/>
              <a:t> – يُحضر هذا النوع </a:t>
            </a:r>
            <a:br>
              <a:rPr lang="ar-EG" dirty="0"/>
            </a:br>
            <a:r>
              <a:rPr lang="ar-EG" dirty="0"/>
              <a:t>من الطعام ويتم طهيه مُسبقًا بحيث يُمكن استخدامه مع القليل من الطهي، مثل الفلافل والدجاج المشوي.</a:t>
            </a:r>
          </a:p>
          <a:p>
            <a:pPr indent="0">
              <a:lnSpc>
                <a:spcPct val="90000"/>
              </a:lnSpc>
            </a:pPr>
            <a:endParaRPr lang="en-GB" altLang="en-US" dirty="0"/>
          </a:p>
          <a:p>
            <a:pPr marL="685800">
              <a:lnSpc>
                <a:spcPct val="90000"/>
              </a:lnSpc>
            </a:pPr>
            <a:endParaRPr lang="en-GB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6C6765-B758-0A43-EF06-E1D03CB195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2117" y="2768239"/>
            <a:ext cx="3874683" cy="258247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F01E17B-1120-9146-6231-54F7B2BC3658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80694897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 (1)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485A-22BD-4397-57D7-8D2CAE78AC8C}"/>
              </a:ext>
            </a:extLst>
          </p:cNvPr>
          <p:cNvSpPr txBox="1"/>
          <p:nvPr/>
        </p:nvSpPr>
        <p:spPr bwMode="auto">
          <a:xfrm>
            <a:off x="4079876" y="2223441"/>
            <a:ext cx="4876800" cy="639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</a:pPr>
            <a:r>
              <a:rPr lang="ar-EG" sz="2000" b="1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سؤال: </a:t>
            </a:r>
            <a:r>
              <a:rPr lang="ar-EG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ما هي المكونات الأكثر شيوعًا </a:t>
            </a:r>
            <a:br>
              <a:rPr lang="ar-EG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في الاستخدام المحلي في كل مجموعة </a:t>
            </a:r>
            <a:br>
              <a:rPr lang="ar-EG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0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من تلك المجموعات من المكونات؟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xfrm>
            <a:off x="187324" y="2042072"/>
            <a:ext cx="4041775" cy="422354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ar-EG" sz="2000" dirty="0"/>
              <a:t>تبدأ جميع الأطباق بالمكونات الموجودة في المطبخ، وتوجد بعض المجموعات الأساسية </a:t>
            </a:r>
            <a:br>
              <a:rPr lang="ar-EG" sz="2000" dirty="0"/>
            </a:br>
            <a:r>
              <a:rPr lang="ar-EG" sz="2000" dirty="0"/>
              <a:t>التي تشمل:</a:t>
            </a:r>
          </a:p>
          <a:p>
            <a:pPr marL="265113" indent="-265113">
              <a:lnSpc>
                <a:spcPct val="90000"/>
              </a:lnSpc>
            </a:pPr>
            <a:r>
              <a:rPr lang="ar-EG" sz="2000" b="1" dirty="0"/>
              <a:t>الأسماك/المأكولات البحرية</a:t>
            </a:r>
            <a:r>
              <a:rPr lang="ar-EG" sz="2000" dirty="0"/>
              <a:t> - التي تعيش </a:t>
            </a:r>
            <a:br>
              <a:rPr lang="ar-EG" sz="2000" dirty="0"/>
            </a:br>
            <a:r>
              <a:rPr lang="ar-EG" sz="2000" dirty="0"/>
              <a:t>في المياه العذبة مثل سمك السلمون المرقط، أو الماء المالح مثل سمك السلمون </a:t>
            </a:r>
            <a:br>
              <a:rPr lang="ar-EG" sz="2000" dirty="0"/>
            </a:br>
            <a:r>
              <a:rPr lang="ar-EG" sz="2000" dirty="0"/>
              <a:t>أو سمك موسى</a:t>
            </a:r>
            <a:r>
              <a:rPr lang="en-US" sz="2000" dirty="0"/>
              <a:t> </a:t>
            </a:r>
          </a:p>
          <a:p>
            <a:pPr marL="265113" indent="-265113">
              <a:lnSpc>
                <a:spcPct val="90000"/>
              </a:lnSpc>
            </a:pPr>
            <a:r>
              <a:rPr lang="ar-EG" sz="2000" b="1" dirty="0"/>
              <a:t>اللحوم</a:t>
            </a:r>
            <a:r>
              <a:rPr lang="ar-EG" sz="2000" dirty="0"/>
              <a:t> - المنتجات الحيوانية، مثل لحم الضأن ولحم البقر</a:t>
            </a:r>
          </a:p>
          <a:p>
            <a:pPr marL="265113" indent="-265113">
              <a:lnSpc>
                <a:spcPct val="90000"/>
              </a:lnSpc>
            </a:pPr>
            <a:r>
              <a:rPr lang="ar-EG" sz="2000" b="1" dirty="0"/>
              <a:t>بدائل اللحوم </a:t>
            </a:r>
            <a:r>
              <a:rPr lang="ar-EG" sz="2000" dirty="0"/>
              <a:t>–</a:t>
            </a:r>
            <a:r>
              <a:rPr lang="en-US" sz="2000" b="1" dirty="0"/>
              <a:t> </a:t>
            </a:r>
            <a:r>
              <a:rPr lang="ar-EG" sz="2000" dirty="0"/>
              <a:t>تُعرف أيضًا بالمنتجات النباتية مثل </a:t>
            </a:r>
            <a:r>
              <a:rPr lang="ar-EG" sz="2000" dirty="0" err="1"/>
              <a:t>التمبيه</a:t>
            </a:r>
            <a:r>
              <a:rPr lang="ar-EG" sz="2000" dirty="0"/>
              <a:t> أو التوفو</a:t>
            </a:r>
          </a:p>
          <a:p>
            <a:pPr marL="265113" indent="-265113">
              <a:lnSpc>
                <a:spcPct val="90000"/>
              </a:lnSpc>
            </a:pPr>
            <a:r>
              <a:rPr lang="ar-EG" sz="2000" b="1" dirty="0"/>
              <a:t>الدواجن </a:t>
            </a:r>
            <a:r>
              <a:rPr lang="ar-EG" sz="2000" dirty="0"/>
              <a:t>- الطيور الداجنة، مثل الدجاج والديك الرومي</a:t>
            </a:r>
          </a:p>
          <a:p>
            <a:pPr marL="685800">
              <a:lnSpc>
                <a:spcPct val="90000"/>
              </a:lnSpc>
            </a:pPr>
            <a:endParaRPr lang="en-GB" altLang="en-US" sz="15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9BE3C7-991C-2CD4-DC00-FC0F3A53E1D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8012" y="3027444"/>
            <a:ext cx="2710790" cy="3238171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C45617-E82B-428D-D348-2EF53B44520E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74890160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 (2)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marL="357188"/>
            <a:r>
              <a:rPr lang="ar-EG" b="1" dirty="0"/>
              <a:t>الفاكهة</a:t>
            </a:r>
            <a:r>
              <a:rPr lang="ar-EG" sz="2400" dirty="0"/>
              <a:t> -</a:t>
            </a:r>
            <a:r>
              <a:rPr lang="ar-EG" dirty="0"/>
              <a:t> تنقسم إلى خمس مجموعات:</a:t>
            </a:r>
          </a:p>
          <a:p>
            <a:pPr marL="712788" lvl="1" indent="-355600">
              <a:buFont typeface="Courier New" panose="02070309020205020404" pitchFamily="49" charset="0"/>
              <a:buChar char="o"/>
            </a:pPr>
            <a:r>
              <a:rPr lang="ar-EG" dirty="0"/>
              <a:t>الحمضيات مثل الليمون</a:t>
            </a:r>
          </a:p>
          <a:p>
            <a:pPr marL="712788" lvl="1" indent="-355600">
              <a:buFont typeface="Courier New" panose="02070309020205020404" pitchFamily="49" charset="0"/>
              <a:buChar char="o"/>
            </a:pPr>
            <a:r>
              <a:rPr lang="ar-EG" dirty="0"/>
              <a:t>الصلبة مثل التفاح</a:t>
            </a:r>
          </a:p>
          <a:p>
            <a:pPr marL="712788" lvl="1" indent="-355600">
              <a:buFont typeface="Courier New" panose="02070309020205020404" pitchFamily="49" charset="0"/>
              <a:buChar char="o"/>
            </a:pPr>
            <a:r>
              <a:rPr lang="ar-EG" dirty="0"/>
              <a:t>اللينة مثل توت العليق</a:t>
            </a:r>
          </a:p>
          <a:p>
            <a:pPr marL="712788" lvl="1" indent="-355600">
              <a:buFont typeface="Courier New" panose="02070309020205020404" pitchFamily="49" charset="0"/>
              <a:buChar char="o"/>
            </a:pPr>
            <a:r>
              <a:rPr lang="ar-EG" dirty="0"/>
              <a:t>ذات النواة الصلبة مثل الخوخ</a:t>
            </a:r>
          </a:p>
          <a:p>
            <a:pPr marL="712788" lvl="1" indent="-355600">
              <a:buFont typeface="Courier New" panose="02070309020205020404" pitchFamily="49" charset="0"/>
              <a:buChar char="o"/>
            </a:pPr>
            <a:r>
              <a:rPr lang="ar-EG" dirty="0"/>
              <a:t>الاستوائية مثل الموز</a:t>
            </a:r>
          </a:p>
          <a:p>
            <a:pPr marL="0" indent="0">
              <a:buNone/>
            </a:pPr>
            <a:endParaRPr lang="en-GB" altLang="en-US" b="1" dirty="0"/>
          </a:p>
          <a:p>
            <a:pPr marL="0" indent="0">
              <a:buNone/>
            </a:pPr>
            <a:r>
              <a:rPr lang="ar-EG" b="1" dirty="0"/>
              <a:t>سؤال</a:t>
            </a:r>
            <a:r>
              <a:rPr lang="ar-EG" dirty="0"/>
              <a:t>: ما الفاكهة التي تعرفها </a:t>
            </a:r>
            <a:br>
              <a:rPr lang="ar-EG" dirty="0"/>
            </a:br>
            <a:r>
              <a:rPr lang="ar-EG" dirty="0"/>
              <a:t>في هذه الصورة؟</a:t>
            </a:r>
          </a:p>
          <a:p>
            <a:pPr marL="685800"/>
            <a:endParaRPr lang="en-GB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3BF79-0619-F0A8-EFF2-F3B87255DB8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96368" y="2440277"/>
            <a:ext cx="3429001" cy="342900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E79B5DB-3277-872D-8897-C7EF40180452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864133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 (3)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7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14288" indent="0">
              <a:buNone/>
            </a:pPr>
            <a:r>
              <a:rPr lang="ar-EG" b="1"/>
              <a:t>الخضروات</a:t>
            </a:r>
            <a:r>
              <a:rPr lang="ar-EG"/>
              <a:t> وتشمل:</a:t>
            </a:r>
          </a:p>
          <a:p>
            <a:pPr marL="446088" lvl="1" indent="-342900"/>
            <a:r>
              <a:rPr lang="ar-EG"/>
              <a:t>البصل والزهرة والفطر والأوراق والجذور والبذور والقرون والساق والدرنات والفاكهة النباتية.</a:t>
            </a:r>
          </a:p>
          <a:p>
            <a:pPr marL="369888" lvl="1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ar-EG" b="1"/>
              <a:t>سؤال</a:t>
            </a:r>
            <a:r>
              <a:rPr lang="ar-EG"/>
              <a:t>: ما هي الخضروات التي تعرفها في هذه الصورة؟</a:t>
            </a:r>
          </a:p>
          <a:p>
            <a:pPr marL="685800"/>
            <a:endParaRPr lang="en-GB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91D06C-3E11-D4E7-B331-A45DD9D323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570" y="2616199"/>
            <a:ext cx="4256314" cy="2837543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59E3B2F7-BE67-EEE8-625A-731845C78761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50305539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 (4)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2392574"/>
            <a:ext cx="4405436" cy="319356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 sz="2600" b="1" dirty="0"/>
              <a:t>منتجات الألبان</a:t>
            </a:r>
            <a:r>
              <a:rPr lang="ar-EG" sz="2800" dirty="0"/>
              <a:t> – </a:t>
            </a:r>
            <a:r>
              <a:rPr lang="ar-EG" sz="2600" dirty="0"/>
              <a:t>هو اسم شامل للحليب ومنتجات الألبان والتي تضم حليب البقر والماعز والأغنام، مثل الزبدة والجبن والقشدة والزبادي.</a:t>
            </a:r>
          </a:p>
          <a:p>
            <a:pPr marL="182563" indent="0"/>
            <a:endParaRPr lang="en-GB" altLang="en-US" sz="2600" dirty="0"/>
          </a:p>
          <a:p>
            <a:pPr marL="0" indent="0">
              <a:buNone/>
            </a:pPr>
            <a:r>
              <a:rPr lang="ar-EG" sz="2600" b="1" dirty="0"/>
              <a:t>سؤال</a:t>
            </a:r>
            <a:r>
              <a:rPr lang="ar-EG" sz="2600" dirty="0"/>
              <a:t>: ما هي المكونات التي تعرفها في هذه الصورة؟</a:t>
            </a:r>
            <a:r>
              <a:rPr lang="en-US" sz="2600" dirty="0"/>
              <a:t> </a:t>
            </a:r>
          </a:p>
          <a:p>
            <a:pPr indent="0"/>
            <a:endParaRPr lang="en-GB" altLang="en-US" dirty="0"/>
          </a:p>
          <a:p>
            <a:pPr marL="685800"/>
            <a:endParaRPr lang="en-GB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2E056-1E08-033E-83B5-CBA815FB671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6927" y="2635500"/>
            <a:ext cx="4425073" cy="295063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6F8624D3-67F2-2618-CAEE-F06C55248736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422474716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المكونات (5)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301752" y="2196001"/>
            <a:ext cx="419404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indent="0">
              <a:lnSpc>
                <a:spcPct val="90000"/>
              </a:lnSpc>
            </a:pPr>
            <a:endParaRPr lang="en-GB" altLang="en-US" sz="2200" dirty="0"/>
          </a:p>
          <a:p>
            <a:pPr>
              <a:lnSpc>
                <a:spcPct val="90000"/>
              </a:lnSpc>
            </a:pPr>
            <a:r>
              <a:rPr lang="ar-EG" b="1" dirty="0"/>
              <a:t>السلع الجافة</a:t>
            </a:r>
            <a:r>
              <a:rPr lang="ar-EG" dirty="0"/>
              <a:t> – تُزال الرطوبة منها من أجل تخزينها لفترة أطول، </a:t>
            </a:r>
            <a:br>
              <a:rPr lang="ar-EG" dirty="0"/>
            </a:br>
            <a:r>
              <a:rPr lang="ar-EG" dirty="0"/>
              <a:t>مثل التوابل والفواكه والقهوة.</a:t>
            </a:r>
          </a:p>
          <a:p>
            <a:pPr>
              <a:lnSpc>
                <a:spcPct val="90000"/>
              </a:lnSpc>
            </a:pPr>
            <a:r>
              <a:rPr lang="ar-EG" b="1" dirty="0"/>
              <a:t>السلع المُعلبة والمُعبأة في زجاجات</a:t>
            </a:r>
            <a:r>
              <a:rPr lang="ar-EG" dirty="0"/>
              <a:t> – </a:t>
            </a:r>
            <a:br>
              <a:rPr lang="ar-EG" dirty="0"/>
            </a:br>
            <a:r>
              <a:rPr lang="ar-EG" dirty="0"/>
              <a:t>طريقة للحفظ والحفاظ على مكوناتها مثل الأسماك والفواكه والخضروات.</a:t>
            </a:r>
          </a:p>
          <a:p>
            <a:pPr indent="0">
              <a:lnSpc>
                <a:spcPct val="90000"/>
              </a:lnSpc>
            </a:pPr>
            <a:endParaRPr lang="en-GB" altLang="en-US" sz="2200" dirty="0"/>
          </a:p>
          <a:p>
            <a:pPr marL="685800">
              <a:lnSpc>
                <a:spcPct val="90000"/>
              </a:lnSpc>
            </a:pPr>
            <a:endParaRPr lang="en-GB" alt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687E20-7071-3B16-C69C-5EE72A3F5B0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79537" y="2514600"/>
            <a:ext cx="4449045" cy="3559236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9CAC6BA-F6EE-DC88-1517-52CF963A132C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97088522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132856"/>
            <a:ext cx="8208712" cy="331236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يتعين فحص جميع المكونات الموجودة في المطبخ أثناء التوصيل والتحضير </a:t>
            </a:r>
            <a:br>
              <a:rPr lang="ar-EG" dirty="0"/>
            </a:br>
            <a:r>
              <a:rPr lang="ar-EG" dirty="0"/>
              <a:t>والطهي والتقديم.</a:t>
            </a:r>
            <a:r>
              <a:rPr lang="en-US" dirty="0"/>
              <a:t> </a:t>
            </a:r>
            <a:r>
              <a:rPr lang="ar-EG" dirty="0"/>
              <a:t>ينبغي التحقق منها للتأكد من:</a:t>
            </a:r>
          </a:p>
          <a:p>
            <a:pPr marL="265113" indent="-265113"/>
            <a:r>
              <a:rPr lang="ar-EG" b="1" dirty="0"/>
              <a:t>الجودة</a:t>
            </a:r>
            <a:r>
              <a:rPr lang="ar-EG" sz="2400" dirty="0"/>
              <a:t> -</a:t>
            </a:r>
            <a:r>
              <a:rPr lang="ar-EG" dirty="0"/>
              <a:t> التحقق من اللون ووضع الملصقات والشكل والرائحة والقوام</a:t>
            </a:r>
          </a:p>
          <a:p>
            <a:pPr marL="265113" indent="-265113"/>
            <a:r>
              <a:rPr lang="ar-EG" b="1" dirty="0"/>
              <a:t>سلامة الأغذية</a:t>
            </a:r>
            <a:r>
              <a:rPr lang="ar-EG" sz="2400" dirty="0"/>
              <a:t> -</a:t>
            </a:r>
            <a:r>
              <a:rPr lang="ar-EG" dirty="0"/>
              <a:t> مثل درجات الحرارة عند التسليم والتخزين</a:t>
            </a:r>
          </a:p>
          <a:p>
            <a:pPr marL="265113" indent="-265113"/>
            <a:r>
              <a:rPr lang="ar-EG" b="1" dirty="0"/>
              <a:t>متطلبات العمل </a:t>
            </a:r>
            <a:r>
              <a:rPr lang="ar-EG" sz="2400" dirty="0"/>
              <a:t>-</a:t>
            </a:r>
            <a:r>
              <a:rPr lang="ar-EG" dirty="0"/>
              <a:t> المذاق ومُسببات الحساسية والنظام الغذائي.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فحص المكونات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FF247-BF2F-DD5F-1669-C5A9829B35CB}"/>
              </a:ext>
            </a:extLst>
          </p:cNvPr>
          <p:cNvSpPr txBox="1"/>
          <p:nvPr/>
        </p:nvSpPr>
        <p:spPr>
          <a:xfrm>
            <a:off x="431134" y="5877272"/>
            <a:ext cx="82087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سؤال: </a:t>
            </a:r>
            <a:r>
              <a:rPr lang="ar-EG" sz="2400"/>
              <a:t>ما هي النقاط التي يجب التحقق منها لضمان جودة الأسماك الطازجة؟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CE877E-87E4-BE1E-3C2A-75D1D3AF9BC1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3752303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طرق التحضير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4648199" y="2196001"/>
            <a:ext cx="4027486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/>
              <a:t>قبل طهي المكونات، سيتم تحضير معظم المكونات لتجهيزها، نعرض فيما يلي الطرق الشائعة.</a:t>
            </a:r>
          </a:p>
          <a:p>
            <a:pPr indent="0"/>
            <a:endParaRPr lang="en-GB" altLang="en-US"/>
          </a:p>
          <a:p>
            <a:pPr marL="685800"/>
            <a:endParaRPr lang="en-GB" altLang="en-US"/>
          </a:p>
        </p:txBody>
      </p:sp>
      <p:sp>
        <p:nvSpPr>
          <p:cNvPr id="34837" name="TextBox 34836">
            <a:extLst>
              <a:ext uri="{FF2B5EF4-FFF2-40B4-BE49-F238E27FC236}">
                <a16:creationId xmlns:a16="http://schemas.microsoft.com/office/drawing/2014/main" id="{7801EE93-0284-ACE4-4AE6-70610207C124}"/>
              </a:ext>
            </a:extLst>
          </p:cNvPr>
          <p:cNvSpPr txBox="1"/>
          <p:nvPr/>
        </p:nvSpPr>
        <p:spPr bwMode="auto">
          <a:xfrm>
            <a:off x="468312" y="2196001"/>
            <a:ext cx="4027488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التقشير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التقطيع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المزج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نزع العظم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السلخ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السلق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الترطيب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التغليف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التَتبِيل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276DE18A-CB3A-386E-9898-52E8C49BBAAE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0677793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طرق الطهي (1)</a:t>
            </a:r>
          </a:p>
        </p:txBody>
      </p:sp>
      <p:sp>
        <p:nvSpPr>
          <p:cNvPr id="34825" name="Text Placeholder 2">
            <a:extLst>
              <a:ext uri="{FF2B5EF4-FFF2-40B4-BE49-F238E27FC236}">
                <a16:creationId xmlns:a16="http://schemas.microsoft.com/office/drawing/2014/main" id="{90F11B51-B0B3-C4D9-F9B1-EB8EC191BC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46613" y="2675700"/>
            <a:ext cx="4040188" cy="1233000"/>
          </a:xfrm>
        </p:spPr>
        <p:txBody>
          <a:bodyPr/>
          <a:lstStyle/>
          <a:p>
            <a:r>
              <a:rPr lang="ar-EG" sz="2400" b="0"/>
              <a:t>يمكن تناول بعض الأطعمة نيئة وبعضها الآخر يحتاج إلى الطهي بغرض:</a:t>
            </a:r>
          </a:p>
          <a:p>
            <a:endParaRPr lang="en-US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46611" y="3565800"/>
            <a:ext cx="4040188" cy="2560364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</a:pPr>
            <a:r>
              <a:rPr lang="ar-EG"/>
              <a:t>تَطْيِيب وتحسين وتغيير النكهة</a:t>
            </a:r>
          </a:p>
          <a:p>
            <a:pPr>
              <a:lnSpc>
                <a:spcPct val="90000"/>
              </a:lnSpc>
            </a:pPr>
            <a:r>
              <a:rPr lang="ar-EG"/>
              <a:t>القضاء على البكتيريا الضارة</a:t>
            </a:r>
          </a:p>
          <a:p>
            <a:pPr>
              <a:lnSpc>
                <a:spcPct val="90000"/>
              </a:lnSpc>
            </a:pPr>
            <a:r>
              <a:rPr lang="ar-EG"/>
              <a:t>إطالة صلاحية بعض المكونات</a:t>
            </a:r>
            <a:r>
              <a:rPr lang="en-US"/>
              <a:t> </a:t>
            </a:r>
          </a:p>
          <a:p>
            <a:pPr>
              <a:lnSpc>
                <a:spcPct val="90000"/>
              </a:lnSpc>
            </a:pPr>
            <a:r>
              <a:rPr lang="ar-EG"/>
              <a:t>تحسين هضم الأطعمة وشكلها</a:t>
            </a:r>
            <a:r>
              <a:rPr lang="ar-EG" sz="2200"/>
              <a:t>.</a:t>
            </a:r>
          </a:p>
          <a:p>
            <a:pPr indent="0">
              <a:lnSpc>
                <a:spcPct val="90000"/>
              </a:lnSpc>
            </a:pPr>
            <a:endParaRPr lang="en-GB" altLang="en-US" sz="2000"/>
          </a:p>
          <a:p>
            <a:pPr marL="685800">
              <a:lnSpc>
                <a:spcPct val="90000"/>
              </a:lnSpc>
            </a:pPr>
            <a:endParaRPr lang="en-GB" altLang="en-US" sz="2000"/>
          </a:p>
        </p:txBody>
      </p:sp>
      <p:sp>
        <p:nvSpPr>
          <p:cNvPr id="34827" name="Text Placeholder 4">
            <a:extLst>
              <a:ext uri="{FF2B5EF4-FFF2-40B4-BE49-F238E27FC236}">
                <a16:creationId xmlns:a16="http://schemas.microsoft.com/office/drawing/2014/main" id="{A177B198-2D60-DF60-DDDD-C67577FDA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57199" y="2196000"/>
            <a:ext cx="4041775" cy="1369800"/>
          </a:xfrm>
        </p:spPr>
        <p:txBody>
          <a:bodyPr/>
          <a:lstStyle/>
          <a:p>
            <a:r>
              <a:rPr lang="ar-EG" sz="2400" b="0"/>
              <a:t>طهي المكونات التي تتأثر بما يلي:</a:t>
            </a:r>
          </a:p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6156C7-ED19-EA30-C6B6-36F736880507}"/>
              </a:ext>
            </a:extLst>
          </p:cNvPr>
          <p:cNvSpPr txBox="1"/>
          <p:nvPr/>
        </p:nvSpPr>
        <p:spPr bwMode="auto">
          <a:xfrm>
            <a:off x="442353" y="3068960"/>
            <a:ext cx="4041775" cy="2020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كيفية استخدام الحرارة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مدة استخدام الحرارة</a:t>
            </a:r>
          </a:p>
          <a:p>
            <a:pPr marL="285750" indent="-285750">
              <a:spcBef>
                <a:spcPct val="20000"/>
              </a:spcBef>
              <a:buFont typeface="Wingdings" pitchFamily="2" charset="2"/>
              <a:buChar char="§"/>
            </a:pPr>
            <a:r>
              <a:rPr lang="ar-EG" sz="2400"/>
              <a:t>درجة الحرارة. 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A75895-AD8F-1668-E333-5C2845E5F431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8222861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طرق الطهي (2)</a:t>
            </a:r>
          </a:p>
        </p:txBody>
      </p:sp>
      <p:sp>
        <p:nvSpPr>
          <p:cNvPr id="34831" name="Content Placeholder 2">
            <a:extLst>
              <a:ext uri="{FF2B5EF4-FFF2-40B4-BE49-F238E27FC236}">
                <a16:creationId xmlns:a16="http://schemas.microsoft.com/office/drawing/2014/main" id="{4E3ECE8C-2D5A-5611-C1B4-F9C0D0708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6464" y="2331714"/>
            <a:ext cx="3685456" cy="4024100"/>
          </a:xfrm>
        </p:spPr>
        <p:txBody>
          <a:bodyPr/>
          <a:lstStyle/>
          <a:p>
            <a:r>
              <a:rPr lang="ar-EG"/>
              <a:t>يعمل التَتبِيل والتذوق طوال الطهي على تحسين الطعام.</a:t>
            </a:r>
          </a:p>
          <a:p>
            <a:r>
              <a:rPr lang="ar-EG"/>
              <a:t>تستلزم كل طريقة معدات مناسبة تكون آمنة ونظيفة وفي حالة عمل جيدة.</a:t>
            </a:r>
            <a:r>
              <a:rPr lang="en-US"/>
              <a:t> </a:t>
            </a:r>
          </a:p>
          <a:p>
            <a:endParaRPr lang="en-US"/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4C8F1A1A-2744-CCB2-7301-CE84C409FCE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077664065"/>
              </p:ext>
            </p:extLst>
          </p:nvPr>
        </p:nvGraphicFramePr>
        <p:xfrm>
          <a:off x="3998640" y="2227990"/>
          <a:ext cx="4586424" cy="4024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E778E0E-BFA2-EC2A-58D6-2914F9218897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733389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التخزين</a:t>
            </a:r>
          </a:p>
        </p:txBody>
      </p:sp>
      <p:sp>
        <p:nvSpPr>
          <p:cNvPr id="34837" name="Content Placeholder 5">
            <a:extLst>
              <a:ext uri="{FF2B5EF4-FFF2-40B4-BE49-F238E27FC236}">
                <a16:creationId xmlns:a16="http://schemas.microsoft.com/office/drawing/2014/main" id="{A1AA3142-1EF3-36B0-29BD-C47B2BE1CE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7200" y="2469238"/>
            <a:ext cx="4258816" cy="3193562"/>
          </a:xfrm>
        </p:spPr>
        <p:txBody>
          <a:bodyPr/>
          <a:lstStyle/>
          <a:p>
            <a:r>
              <a:rPr lang="ar-EG" dirty="0"/>
              <a:t>يؤدي التخزين الصحيح للمكونات </a:t>
            </a:r>
            <a:br>
              <a:rPr lang="ar-EG" dirty="0"/>
            </a:br>
            <a:r>
              <a:rPr lang="ar-EG" dirty="0"/>
              <a:t>إلى تجنب التلوث وإهدار المكونات بسبب التلف السريع.</a:t>
            </a:r>
          </a:p>
          <a:p>
            <a:r>
              <a:rPr lang="ar-EG" dirty="0"/>
              <a:t>اعمل على تدوير المخزون للتأكد </a:t>
            </a:r>
            <a:br>
              <a:rPr lang="ar-EG" dirty="0"/>
            </a:br>
            <a:r>
              <a:rPr lang="ar-EG" dirty="0"/>
              <a:t>من استخدام المكونات القديمة أولاً.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D777D69D-69FF-6B79-CDD1-321A202406C6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53DC80-4C82-9F9C-135B-40E8DFE7F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626" y="2183643"/>
            <a:ext cx="3316407" cy="3739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967412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31134" y="2204864"/>
            <a:ext cx="8208712" cy="417646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يُعد تخطيط قوائم الطعام أمرًا مهمًا في مجال الأغذية حيث قد يساعد ذلك في تجنب الهدر وتوفير المال، وهو فرصة للإبداع أيضًا.</a:t>
            </a:r>
            <a:r>
              <a:rPr lang="en-US" dirty="0"/>
              <a:t> </a:t>
            </a:r>
            <a:r>
              <a:rPr lang="ar-EG" dirty="0"/>
              <a:t>النقاط التي ينبغي مراعاتها:</a:t>
            </a:r>
          </a:p>
          <a:p>
            <a:pPr marL="357188"/>
            <a:r>
              <a:rPr lang="ar-EG" b="1" dirty="0"/>
              <a:t>الطبق </a:t>
            </a:r>
            <a:r>
              <a:rPr lang="ar-EG" dirty="0"/>
              <a:t>- المقبلات، والطبق الرئيسي، والحلوى</a:t>
            </a:r>
          </a:p>
          <a:p>
            <a:pPr marL="357188"/>
            <a:r>
              <a:rPr lang="ar-EG" b="1" dirty="0"/>
              <a:t>نمط الطعام </a:t>
            </a:r>
            <a:r>
              <a:rPr lang="ar-EG" dirty="0"/>
              <a:t>-</a:t>
            </a:r>
            <a:r>
              <a:rPr lang="en-US" b="1" dirty="0"/>
              <a:t> </a:t>
            </a:r>
            <a:r>
              <a:rPr lang="ar-EG" dirty="0"/>
              <a:t>ما النمط الذي يتطلبه العمل والعملاء؟</a:t>
            </a:r>
          </a:p>
          <a:p>
            <a:pPr marL="357188"/>
            <a:r>
              <a:rPr lang="ar-EG" b="1" dirty="0"/>
              <a:t>الموسمية </a:t>
            </a:r>
            <a:r>
              <a:rPr lang="ar-EG" dirty="0"/>
              <a:t>- ما هي المكونات المتوفرة؟</a:t>
            </a:r>
          </a:p>
          <a:p>
            <a:pPr marL="357188"/>
            <a:r>
              <a:rPr lang="ar-EG" b="1" dirty="0"/>
              <a:t>المتطلبات الغذائية </a:t>
            </a:r>
            <a:r>
              <a:rPr lang="ar-EG" dirty="0"/>
              <a:t>- عند التخطيط، هل توجد أي متطلبات غذائية أو ثقافية </a:t>
            </a:r>
            <a:br>
              <a:rPr lang="ar-EG" dirty="0"/>
            </a:br>
            <a:r>
              <a:rPr lang="ar-EG" dirty="0"/>
              <a:t>أو دينية؟</a:t>
            </a:r>
          </a:p>
          <a:p>
            <a:pPr marL="685800"/>
            <a:endParaRPr lang="en-GB" altLang="en-US" dirty="0"/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تخطيط قوائم الطعام (1)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CCA5F8D4-A338-EF09-0A99-FBE39EFDE6D7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89573257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5" y="2420888"/>
            <a:ext cx="8208712" cy="266429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7188"/>
            <a:r>
              <a:rPr lang="ar-EG" b="1" dirty="0"/>
              <a:t>نوع قائمة الطعام واختيار الأطباق وترتيب تقديم الطعام </a:t>
            </a:r>
            <a:r>
              <a:rPr lang="ar-EG" sz="2400" dirty="0"/>
              <a:t>–</a:t>
            </a:r>
            <a:r>
              <a:rPr lang="ar-EG" dirty="0"/>
              <a:t> مجموعة العناصر المقدمة والأطباق المطلوبة.</a:t>
            </a:r>
          </a:p>
          <a:p>
            <a:pPr marL="357188"/>
            <a:r>
              <a:rPr lang="ar-EG" b="1" dirty="0"/>
              <a:t>التخطيط </a:t>
            </a:r>
            <a:r>
              <a:rPr lang="ar-EG" sz="2400" dirty="0"/>
              <a:t>–</a:t>
            </a:r>
            <a:r>
              <a:rPr lang="ar-EG" b="1" dirty="0"/>
              <a:t>  </a:t>
            </a:r>
            <a:r>
              <a:rPr lang="ar-EG" dirty="0"/>
              <a:t>توجد اعتبارات أخرى عند التخطيط لقائمة الطعام أو الأطباق، وجمع المكونات والمعدات، والتوقيت، والطرق (التحضير، والطهي، </a:t>
            </a:r>
            <a:br>
              <a:rPr lang="ar-EG" dirty="0"/>
            </a:br>
            <a:r>
              <a:rPr lang="ar-EG" dirty="0"/>
              <a:t>ووضع اللمسات النهائية، وتقديم الطعام).</a:t>
            </a:r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525" y="141277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تخطيط قوائم الطعام (2)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D4BC9-514B-A562-BE69-F2007921A15F}"/>
              </a:ext>
            </a:extLst>
          </p:cNvPr>
          <p:cNvSpPr txBox="1"/>
          <p:nvPr/>
        </p:nvSpPr>
        <p:spPr>
          <a:xfrm>
            <a:off x="611560" y="5661248"/>
            <a:ext cx="79928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سؤال: </a:t>
            </a:r>
            <a:r>
              <a:rPr lang="ar-EG" sz="2400"/>
              <a:t>ما هي المتطلبات الغذائية المُحددة التي قد يلزم التخطيط لها؟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5756A2-CD4C-FA1B-8F9A-848D52E1755A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6336275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18864" y="148352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 dirty="0"/>
              <a:t>هدف التعلّم ب</a:t>
            </a:r>
            <a:br>
              <a:rPr lang="ar-EG" sz="2400" dirty="0"/>
            </a:br>
            <a:br>
              <a:rPr lang="ar-EG" sz="2400" dirty="0"/>
            </a:br>
            <a:endParaRPr lang="ar-EG" sz="2400" dirty="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331292" y="4112023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7188" indent="-357188"/>
            <a:r>
              <a:rPr lang="ar-EG"/>
              <a:t>المهارات اللازمة لتحضير الطعام وطهيه وتقديمه</a:t>
            </a:r>
            <a:r>
              <a:rPr lang="en-US"/>
              <a:t> </a:t>
            </a:r>
          </a:p>
          <a:p>
            <a:pPr marL="357188" indent="-357188"/>
            <a:r>
              <a:rPr lang="ar-EG"/>
              <a:t>العمليات المستخدمة في التخلص من النفايات وإزالتها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45" y="2098278"/>
            <a:ext cx="8446839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  <a:t>عرض مهارات تحضير الطعام والطهي </a:t>
            </a:r>
            <a:b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</a:br>
            <a:r>
              <a:rPr lang="ar-EG" sz="3600" b="1" dirty="0">
                <a:solidFill>
                  <a:srgbClr val="000000"/>
                </a:solidFill>
                <a:ea typeface="Verdana" panose="020B0604030504040204" pitchFamily="34" charset="0"/>
              </a:rPr>
              <a:t>وتقديم الأطباق الرئيسية</a:t>
            </a:r>
            <a:r>
              <a:rPr lang="en-US" sz="3600" b="1" dirty="0"/>
              <a:t> 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382E973B-23B7-841F-D291-B3679DA72A4D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588007661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34" y="987103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تحضير الطبق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-178855" y="2052237"/>
            <a:ext cx="3167584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57188" indent="-357188"/>
            <a:r>
              <a:rPr lang="ar-EG"/>
              <a:t>الوزن والكمية باتباع القياسات الصحيحة.</a:t>
            </a:r>
          </a:p>
          <a:p>
            <a:pPr marL="357188" indent="-357188"/>
            <a:r>
              <a:rPr lang="ar-EG"/>
              <a:t>استخدام طرق التحضير الصحيحة للطبق.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589F5-D1B3-21E2-1B39-2730E5FFEBEC}"/>
              </a:ext>
            </a:extLst>
          </p:cNvPr>
          <p:cNvSpPr txBox="1"/>
          <p:nvPr/>
        </p:nvSpPr>
        <p:spPr>
          <a:xfrm>
            <a:off x="5880884" y="4437112"/>
            <a:ext cx="2291516" cy="15841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A6D2A0-FFC5-D56A-E404-4965F6FD3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647282"/>
              </p:ext>
            </p:extLst>
          </p:nvPr>
        </p:nvGraphicFramePr>
        <p:xfrm>
          <a:off x="2987825" y="2052237"/>
          <a:ext cx="5832647" cy="3896025"/>
        </p:xfrm>
        <a:graphic>
          <a:graphicData uri="http://schemas.openxmlformats.org/drawingml/2006/table">
            <a:tbl>
              <a:tblPr rtl="1"/>
              <a:tblGrid>
                <a:gridCol w="1258987">
                  <a:extLst>
                    <a:ext uri="{9D8B030D-6E8A-4147-A177-3AD203B41FA5}">
                      <a16:colId xmlns:a16="http://schemas.microsoft.com/office/drawing/2014/main" val="3398769403"/>
                    </a:ext>
                  </a:extLst>
                </a:gridCol>
                <a:gridCol w="1909365">
                  <a:extLst>
                    <a:ext uri="{9D8B030D-6E8A-4147-A177-3AD203B41FA5}">
                      <a16:colId xmlns:a16="http://schemas.microsoft.com/office/drawing/2014/main" val="1844532518"/>
                    </a:ext>
                  </a:extLst>
                </a:gridCol>
                <a:gridCol w="1218428">
                  <a:extLst>
                    <a:ext uri="{9D8B030D-6E8A-4147-A177-3AD203B41FA5}">
                      <a16:colId xmlns:a16="http://schemas.microsoft.com/office/drawing/2014/main" val="767384745"/>
                    </a:ext>
                  </a:extLst>
                </a:gridCol>
                <a:gridCol w="1445867">
                  <a:extLst>
                    <a:ext uri="{9D8B030D-6E8A-4147-A177-3AD203B41FA5}">
                      <a16:colId xmlns:a16="http://schemas.microsoft.com/office/drawing/2014/main" val="1803821631"/>
                    </a:ext>
                  </a:extLst>
                </a:gridCol>
              </a:tblGrid>
              <a:tr h="691246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1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الكمية </a:t>
                      </a:r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1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الوحدة </a:t>
                      </a:r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1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الاختصار </a:t>
                      </a:r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1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التحويل </a:t>
                      </a:r>
                      <a:r>
                        <a:rPr lang="en-US" sz="1600" b="0" i="0">
                          <a:solidFill>
                            <a:srgbClr val="2D2D8A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833097"/>
                  </a:ext>
                </a:extLst>
              </a:tr>
              <a:tr h="691246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الطول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متر/سنتيمتر​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م/سم​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 متر = 100 سم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0230330"/>
                  </a:ext>
                </a:extLst>
              </a:tr>
              <a:tr h="522439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درجة الحرارة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درجة مئوية/فهرنهايت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درجة مئوية/فهرنهايت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r" fontAlgn="base"/>
                      <a: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فهرنهايت = </a:t>
                      </a:r>
                      <a:b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</a:br>
                      <a: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(درجة مئوية × 9/5) + 32 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543737"/>
                  </a:ext>
                </a:extLst>
              </a:tr>
              <a:tr h="670189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الكمية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لتر/مليلتر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ل/مل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 لتر = 1000 مل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234141"/>
                  </a:ext>
                </a:extLst>
              </a:tr>
              <a:tr h="691246"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الوزن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كيلوجرام/جرام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جم/كجم​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auto"/>
                      <a:r>
                        <a:rPr lang="en-US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​</a:t>
                      </a:r>
                    </a:p>
                    <a:p>
                      <a:pPr algn="ctr" fontAlgn="base"/>
                      <a: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 كجم = </a:t>
                      </a:r>
                      <a:b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</a:br>
                      <a:r>
                        <a:rPr lang="ar-EG" sz="1600" b="0" i="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1000 جم</a:t>
                      </a:r>
                    </a:p>
                  </a:txBody>
                  <a:tcPr marL="68233" marR="68233" marT="34116" marB="34116">
                    <a:lnL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3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2650152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A026D2DA-FB6C-98A5-C813-51E8A4FF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3167063" y="2052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ar-EG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75AEB88-459E-BE85-0671-9347BD415BC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41731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224702" y="1952836"/>
            <a:ext cx="3523762" cy="43924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None/>
            </a:pPr>
            <a:r>
              <a:rPr lang="ar-EG"/>
              <a:t>يتطلب طهي الطبق بالمستوى المطلوب مراعاة ما يلي:</a:t>
            </a:r>
          </a:p>
          <a:p>
            <a:pPr marL="265113" indent="-265113"/>
            <a:r>
              <a:rPr lang="ar-EG"/>
              <a:t>طرق الطهي الصحيحة</a:t>
            </a:r>
          </a:p>
          <a:p>
            <a:pPr marL="265113" indent="-265113"/>
            <a:r>
              <a:rPr lang="ar-EG"/>
              <a:t>التتبيل دائمًا ولكن بشكل خاص في نهاية عملية الطهي</a:t>
            </a:r>
          </a:p>
          <a:p>
            <a:pPr marL="265113" indent="-265113"/>
            <a:r>
              <a:rPr lang="ar-EG"/>
              <a:t>التذوق طوال عملية الطهي.</a:t>
            </a:r>
          </a:p>
          <a:p>
            <a:pPr marL="685800"/>
            <a:endParaRPr lang="en-GB" altLang="en-US" dirty="0"/>
          </a:p>
          <a:p>
            <a:pPr indent="0"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00" y="1125116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طهي الطبق (1)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9B21B3-194F-73C9-07ED-131C4B673F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3126" y="2670205"/>
            <a:ext cx="4390001" cy="2926667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82DC4C39-2553-0F5F-EAA9-AF3605D44FB7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5580445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طهي الطبق (2)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72DBFB2-1DC9-CD68-85DF-A022CD2B50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2" y="2196001"/>
            <a:ext cx="4027488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47675" indent="-369888"/>
            <a:r>
              <a:rPr lang="ar-EG" dirty="0"/>
              <a:t>التوقيت- استخدم خطة زمنية (راجع المثال) لتحديد ترتيب </a:t>
            </a:r>
            <a:br>
              <a:rPr lang="ar-EG" dirty="0"/>
            </a:br>
            <a:r>
              <a:rPr lang="ar-EG" dirty="0"/>
              <a:t>المهام وتوقيتها.</a:t>
            </a:r>
          </a:p>
          <a:p>
            <a:pPr marL="447675" indent="-369888"/>
            <a:r>
              <a:rPr lang="ar-EG" dirty="0"/>
              <a:t>تذكر دائمًا أن تُمهل نفسك </a:t>
            </a:r>
            <a:br>
              <a:rPr lang="ar-EG" dirty="0"/>
            </a:br>
            <a:r>
              <a:rPr lang="ar-EG" dirty="0"/>
              <a:t>وقتًا إضافيًا قليلًا للتعامل </a:t>
            </a:r>
            <a:br>
              <a:rPr lang="ar-EG" dirty="0"/>
            </a:br>
            <a:r>
              <a:rPr lang="ar-EG" dirty="0"/>
              <a:t>مع المواقف غير المُتوقعة.</a:t>
            </a:r>
          </a:p>
          <a:p>
            <a:pPr marL="685800"/>
            <a:endParaRPr lang="en-GB" altLang="en-US" kern="0" dirty="0"/>
          </a:p>
          <a:p>
            <a:pPr indent="0"/>
            <a:endParaRPr lang="en-GB" altLang="en-US" kern="0" dirty="0"/>
          </a:p>
          <a:p>
            <a:pPr indent="0"/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7DF0BF0-8127-D3A1-531C-B76A7434773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13726541"/>
              </p:ext>
            </p:extLst>
          </p:nvPr>
        </p:nvGraphicFramePr>
        <p:xfrm>
          <a:off x="4879930" y="2196001"/>
          <a:ext cx="3564024" cy="4025466"/>
        </p:xfrm>
        <a:graphic>
          <a:graphicData uri="http://schemas.openxmlformats.org/drawingml/2006/table">
            <a:tbl>
              <a:tblPr rtl="1" firstRow="1" firstCol="1" bandRow="1"/>
              <a:tblGrid>
                <a:gridCol w="1070483">
                  <a:extLst>
                    <a:ext uri="{9D8B030D-6E8A-4147-A177-3AD203B41FA5}">
                      <a16:colId xmlns:a16="http://schemas.microsoft.com/office/drawing/2014/main" val="1655733352"/>
                    </a:ext>
                  </a:extLst>
                </a:gridCol>
                <a:gridCol w="1033280">
                  <a:extLst>
                    <a:ext uri="{9D8B030D-6E8A-4147-A177-3AD203B41FA5}">
                      <a16:colId xmlns:a16="http://schemas.microsoft.com/office/drawing/2014/main" val="3582754867"/>
                    </a:ext>
                  </a:extLst>
                </a:gridCol>
                <a:gridCol w="1460261">
                  <a:extLst>
                    <a:ext uri="{9D8B030D-6E8A-4147-A177-3AD203B41FA5}">
                      <a16:colId xmlns:a16="http://schemas.microsoft.com/office/drawing/2014/main" val="1706625275"/>
                    </a:ext>
                  </a:extLst>
                </a:gridCol>
              </a:tblGrid>
              <a:tr h="270776">
                <a:tc gridSpan="2"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الاسم</a:t>
                      </a:r>
                    </a:p>
                  </a:txBody>
                  <a:tcPr marL="88296" marR="88296" marT="44148" marB="441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التاريخ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325528"/>
                  </a:ext>
                </a:extLst>
              </a:tr>
              <a:tr h="417936">
                <a:tc gridSpan="3"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اسم/ أسماء الطبق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296" marR="88296" marT="44148" marB="441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6330948"/>
                  </a:ext>
                </a:extLst>
              </a:tr>
              <a:tr h="1153738">
                <a:tc gridSpan="2"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المكونات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88296" marR="88296" marT="44148" marB="44148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المعدات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198610"/>
                  </a:ext>
                </a:extLst>
              </a:tr>
              <a:tr h="191677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التوقيتات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الطريقة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000" b="0" i="0" u="none" strike="noStrike" dirty="0"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ممارسات العمل الآمنة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545721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8089306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909222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4164326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42502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228580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3037731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2256642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5798399"/>
                  </a:ext>
                </a:extLst>
              </a:tr>
              <a:tr h="221109"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EG" sz="1200" b="0" i="0" u="none" strike="noStrike" dirty="0">
                          <a:highlight>
                            <a:srgbClr val="FF0000"/>
                          </a:highlight>
                          <a:latin typeface="Arial" panose="020B0604020202020204" pitchFamily="34" charset="0"/>
                          <a:ea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222" marR="66222" marT="9198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098912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038788-C583-373F-3ADB-C912197B02D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201427853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تقديم الأطباق</a:t>
            </a:r>
            <a:r>
              <a:rPr lang="en-US" sz="3600" b="1">
                <a:solidFill>
                  <a:schemeClr val="tx2"/>
                </a:solidFill>
              </a:rPr>
              <a:t> 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251520" y="2196001"/>
            <a:ext cx="4244280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ar-EG" dirty="0"/>
              <a:t>يُعد تقديم الطعام الجاهز للعميل </a:t>
            </a:r>
            <a:br>
              <a:rPr lang="ar-EG" dirty="0"/>
            </a:br>
            <a:r>
              <a:rPr lang="ar-EG" dirty="0"/>
              <a:t>ووضع اللمسات النهائية عليه مرحلة </a:t>
            </a:r>
            <a:br>
              <a:rPr lang="ar-EG" dirty="0"/>
            </a:br>
            <a:r>
              <a:rPr lang="ar-EG" dirty="0"/>
              <a:t>مهمة من العملية. تذكّر ما يلي:</a:t>
            </a:r>
          </a:p>
          <a:p>
            <a:pPr marL="357188">
              <a:lnSpc>
                <a:spcPct val="90000"/>
              </a:lnSpc>
            </a:pPr>
            <a:r>
              <a:rPr lang="ar-EG" dirty="0"/>
              <a:t>اختيار مُعدات التقديم والأطباق المناسبة</a:t>
            </a:r>
          </a:p>
          <a:p>
            <a:pPr marL="357188">
              <a:lnSpc>
                <a:spcPct val="90000"/>
              </a:lnSpc>
            </a:pPr>
            <a:r>
              <a:rPr lang="ar-EG" dirty="0"/>
              <a:t>وضع الطعام بشكلٍ جذاب وبعناية</a:t>
            </a:r>
          </a:p>
          <a:p>
            <a:pPr marL="357188">
              <a:lnSpc>
                <a:spcPct val="90000"/>
              </a:lnSpc>
            </a:pPr>
            <a:r>
              <a:rPr lang="ar-EG" dirty="0"/>
              <a:t>التزيين والتجميل بشكلٍ مناسب.</a:t>
            </a:r>
            <a:r>
              <a:rPr lang="en-US" dirty="0"/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629677-8AE6-4288-A365-049B563B2BA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6704" y="2802094"/>
            <a:ext cx="3670651" cy="2448332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0B33565-49ED-1E2C-7677-1EF4F8AA99D1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130130640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4400" b="1">
                <a:solidFill>
                  <a:schemeClr val="tx2"/>
                </a:solidFill>
              </a:rPr>
              <a:t>المعدات المناسبة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8312" y="2196001"/>
            <a:ext cx="4027488" cy="40241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buNone/>
            </a:pPr>
            <a:r>
              <a:rPr lang="ar-EG"/>
              <a:t>يُراعى خلال الجلسات العملية اختيار واستخدام المعدات المناسبة التي ستحقق النتيجة النهائية المطلوبة مع ضمان الحفاظ على السلامة.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E566DC-EC2D-2A36-BE44-18C39C27DABA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199" y="3403250"/>
            <a:ext cx="4185408" cy="2791101"/>
          </a:xfrm>
          <a:prstGeom prst="rect">
            <a:avLst/>
          </a:prstGeom>
        </p:spPr>
      </p:pic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4C74708-04E6-5C20-CAE9-56A8ECC8FD4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28661157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388"/>
            <a:ext cx="8229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اتباع الوصفات</a:t>
            </a:r>
          </a:p>
        </p:txBody>
      </p:sp>
      <p:graphicFrame>
        <p:nvGraphicFramePr>
          <p:cNvPr id="34822" name="TextBox 4">
            <a:extLst>
              <a:ext uri="{FF2B5EF4-FFF2-40B4-BE49-F238E27FC236}">
                <a16:creationId xmlns:a16="http://schemas.microsoft.com/office/drawing/2014/main" id="{65BC777F-4E9D-D356-E406-B1D6CA4A52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9423383"/>
              </p:ext>
            </p:extLst>
          </p:nvPr>
        </p:nvGraphicFramePr>
        <p:xfrm>
          <a:off x="468312" y="2195513"/>
          <a:ext cx="7991475" cy="4041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678EB89-A7AF-F682-43D2-3F9D634F8A29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9849287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100522"/>
            <a:ext cx="6336704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درجات حرارة الطهي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777E4E-E777-DB30-E4EE-60D0C81337E4}"/>
              </a:ext>
            </a:extLst>
          </p:cNvPr>
          <p:cNvSpPr txBox="1"/>
          <p:nvPr/>
        </p:nvSpPr>
        <p:spPr bwMode="auto">
          <a:xfrm>
            <a:off x="4932040" y="2132857"/>
            <a:ext cx="3754759" cy="399330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ct val="20000"/>
              </a:spcBef>
            </a:pP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للأطعمة المتنوعة متطلبات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وأوقات طهي متنوعة.</a:t>
            </a:r>
            <a:r>
              <a:rPr lang="en-US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يؤدي استخدام درجة الحرارة الصحيحة عند طهي الطعام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إلى تحقيق النتيجة المرجوة،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كما يحافظ على سلامة الطعام.</a:t>
            </a:r>
            <a:r>
              <a:rPr lang="en-US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هذه درجات الحرارة التوجيهية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التي ستُستخدم.</a:t>
            </a:r>
          </a:p>
        </p:txBody>
      </p:sp>
      <p:graphicFrame>
        <p:nvGraphicFramePr>
          <p:cNvPr id="34822" name="Content Placeholder 3">
            <a:extLst>
              <a:ext uri="{FF2B5EF4-FFF2-40B4-BE49-F238E27FC236}">
                <a16:creationId xmlns:a16="http://schemas.microsoft.com/office/drawing/2014/main" id="{3642D4B6-4BF6-9973-3C7C-BDA936977F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4355775"/>
              </p:ext>
            </p:extLst>
          </p:nvPr>
        </p:nvGraphicFramePr>
        <p:xfrm>
          <a:off x="444200" y="1996958"/>
          <a:ext cx="4330825" cy="4326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29BAC0C-2332-3DCE-860A-7D453B4CF6B6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35172528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03649" y="2060848"/>
            <a:ext cx="8208712" cy="44284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indent="0">
              <a:buFont typeface="Wingdings" panose="05000000000000000000" pitchFamily="2" charset="2"/>
              <a:buNone/>
            </a:pPr>
            <a:r>
              <a:rPr lang="ar-EG" dirty="0"/>
              <a:t>يُراعى خلال عملية تحضير الطعام اتباع ممارسات الطهي ووضع اللمسات النهائية الآمنة والصحية للطعام.</a:t>
            </a:r>
            <a:r>
              <a:rPr lang="en-US" dirty="0"/>
              <a:t> </a:t>
            </a:r>
            <a:r>
              <a:rPr lang="ar-EG" dirty="0"/>
              <a:t>فيما يلي بعض الأمثلة:</a:t>
            </a:r>
          </a:p>
          <a:p>
            <a:pPr marL="685800"/>
            <a:r>
              <a:rPr lang="ar-EG" dirty="0"/>
              <a:t>التخزين المناسب للمكونات والمعدات</a:t>
            </a:r>
          </a:p>
          <a:p>
            <a:pPr marL="685800"/>
            <a:r>
              <a:rPr lang="ar-EG" dirty="0"/>
              <a:t>تجنب حدوث التلوث</a:t>
            </a:r>
          </a:p>
          <a:p>
            <a:pPr marL="685800"/>
            <a:r>
              <a:rPr lang="ar-EG" dirty="0"/>
              <a:t>الوعي بمسببات الحساسية</a:t>
            </a:r>
          </a:p>
          <a:p>
            <a:pPr marL="685800"/>
            <a:r>
              <a:rPr lang="ar-EG" dirty="0"/>
              <a:t>ارتداء زي نظيف ومناسب</a:t>
            </a:r>
          </a:p>
          <a:p>
            <a:pPr marL="685800"/>
            <a:r>
              <a:rPr lang="ar-EG" dirty="0"/>
              <a:t>غسل اليدين بانتظام</a:t>
            </a:r>
          </a:p>
          <a:p>
            <a:pPr marL="685800"/>
            <a:r>
              <a:rPr lang="ar-EG" dirty="0"/>
              <a:t>إجراء فحوصات السلامة والنظافة وتوثيقها، مثل نظام تحليل المخاطر </a:t>
            </a:r>
            <a:br>
              <a:rPr lang="ar-EG" dirty="0"/>
            </a:br>
            <a:r>
              <a:rPr lang="ar-EG" dirty="0"/>
              <a:t>ونقاط التحكم الحرجة، ودرجة الحرارة.</a:t>
            </a:r>
            <a:r>
              <a:rPr lang="en-US" dirty="0"/>
              <a:t> </a:t>
            </a:r>
          </a:p>
          <a:p>
            <a:pPr marL="685800"/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ممارسات السلامة والنظافة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963CFEE4-6AE9-57DA-82F4-F99E7DCEA51F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362185908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67644" y="2349252"/>
            <a:ext cx="8208712" cy="381605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يُراعى التنظيف أثناء الجلسة العملية وفي نهايتها أو وتقديم خدمة التنظيف </a:t>
            </a:r>
            <a:br>
              <a:rPr lang="ar-EG" dirty="0"/>
            </a:br>
            <a:r>
              <a:rPr lang="ar-EG" dirty="0"/>
              <a:t>بشكلٍ صحيح، ويشمل ذلك:</a:t>
            </a:r>
          </a:p>
          <a:p>
            <a:pPr marL="357188" indent="-357188"/>
            <a:r>
              <a:rPr lang="ar-EG" dirty="0"/>
              <a:t>تطهير أماكن العمل وتنظيفها</a:t>
            </a:r>
          </a:p>
          <a:p>
            <a:pPr marL="357188" indent="-357188"/>
            <a:r>
              <a:rPr lang="ar-EG" dirty="0"/>
              <a:t>تخزين المعدات نظيفة وبشكل منظم</a:t>
            </a:r>
          </a:p>
          <a:p>
            <a:pPr marL="357188" indent="-357188"/>
            <a:r>
              <a:rPr lang="ar-EG" dirty="0"/>
              <a:t>العمل مع أعضاء الفريق الآخرين</a:t>
            </a:r>
          </a:p>
          <a:p>
            <a:pPr marL="357188" indent="-357188"/>
            <a:r>
              <a:rPr lang="ar-EG" dirty="0"/>
              <a:t>اتباع قواعد نظافة الأطعمة/الصحة والسلامة.</a:t>
            </a:r>
          </a:p>
          <a:p>
            <a:pPr marL="685800"/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التنظيف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A4411-9229-344A-A468-0AF2FD322667}"/>
              </a:ext>
            </a:extLst>
          </p:cNvPr>
          <p:cNvSpPr txBox="1"/>
          <p:nvPr/>
        </p:nvSpPr>
        <p:spPr>
          <a:xfrm>
            <a:off x="439044" y="5589240"/>
            <a:ext cx="82087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ar-EG" sz="2400" b="1"/>
              <a:t>سؤال: </a:t>
            </a:r>
            <a:r>
              <a:rPr lang="ar-EG" sz="2400"/>
              <a:t> ما هي عواقب عدم التنظيف بشكلٍ صحيح؟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F4669C-C44D-842E-C53D-569B29639EC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65502758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403647" y="2564904"/>
            <a:ext cx="6840761" cy="352839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/>
              <a:t>تحديد الأطعمة التي يمكن إعادة استخدامها أو التخلص منها.</a:t>
            </a:r>
          </a:p>
          <a:p>
            <a:pPr marL="357188"/>
            <a:r>
              <a:rPr lang="ar-EG"/>
              <a:t>يُراعى حفظ أي طعام مناسب لإعادة الاستخدام في منطقة التخزين المناسبة وتغليفه بشكل صحيح.</a:t>
            </a:r>
          </a:p>
          <a:p>
            <a:pPr marL="357188"/>
            <a:r>
              <a:rPr lang="ar-EG"/>
              <a:t>يُراعى أن يخضع أي طعام يتم الاحتفاظ به لإعادة الاستخدام، للوائح نظافة الأطعمة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/>
          </a:p>
          <a:p>
            <a:pPr indent="0" algn="ctr">
              <a:buNone/>
            </a:pPr>
            <a:endParaRPr lang="en-GB" altLang="en-US"/>
          </a:p>
          <a:p>
            <a:pPr marL="685800"/>
            <a:endParaRPr lang="en-GB" altLang="en-US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تحديد الأطعمة التي يمكن إعادة استخدامها</a:t>
            </a: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4BA434D1-B9E7-2E2F-C26B-1C89A4620303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62992130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indent="0" algn="ctr"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ar-EG" sz="3600" b="1">
                <a:solidFill>
                  <a:schemeClr val="tx2"/>
                </a:solidFill>
              </a:rPr>
              <a:t>التخلص من مخلفات الأطعمة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02CF8EF-BF3D-951C-33C5-9966D8B2B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199" y="2196001"/>
            <a:ext cx="4027487" cy="402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357188"/>
            <a:r>
              <a:rPr lang="ar-EG" dirty="0"/>
              <a:t>أنواع متنوعة من مخلفات الأطعمة.</a:t>
            </a:r>
          </a:p>
          <a:p>
            <a:pPr marL="357188"/>
            <a:r>
              <a:rPr lang="ar-EG" dirty="0"/>
              <a:t>يتم التخلص منها من المطبخ </a:t>
            </a:r>
            <a:br>
              <a:rPr lang="ar-EG" dirty="0"/>
            </a:br>
            <a:r>
              <a:rPr lang="ar-EG" dirty="0"/>
              <a:t>على فترات زمنية منتظمة.</a:t>
            </a:r>
          </a:p>
          <a:p>
            <a:pPr marL="357188"/>
            <a:r>
              <a:rPr lang="ar-EG" dirty="0"/>
              <a:t>الاحتفاظ بها في صناديق مغطاة تعمل بدواسة فتح وإغلاق.</a:t>
            </a:r>
          </a:p>
          <a:p>
            <a:pPr marL="357188"/>
            <a:r>
              <a:rPr lang="ar-EG" dirty="0"/>
              <a:t>تنظيف الصناديق وتعقيمها </a:t>
            </a:r>
            <a:br>
              <a:rPr lang="ar-EG" dirty="0"/>
            </a:br>
            <a:r>
              <a:rPr lang="ar-EG" dirty="0"/>
              <a:t>على فترات زمنية منتظمة.</a:t>
            </a:r>
          </a:p>
          <a:p>
            <a:pPr marL="685800"/>
            <a:endParaRPr lang="en-GB" altLang="en-US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4003F2-DEB7-8DE4-F3C6-BB24A9BF87F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44" y="2772063"/>
            <a:ext cx="4232533" cy="308288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FD6CF-9394-B74C-53CD-58E594DB85FD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928903004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2">
            <a:extLst>
              <a:ext uri="{FF2B5EF4-FFF2-40B4-BE49-F238E27FC236}">
                <a16:creationId xmlns:a16="http://schemas.microsoft.com/office/drawing/2014/main" id="{DF8F9D08-DF4C-4351-F6A0-75D9B8290D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483520"/>
            <a:ext cx="8229600" cy="5064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1200"/>
              </a:spcBef>
              <a:spcAft>
                <a:spcPts val="1500"/>
              </a:spcAft>
            </a:pPr>
            <a:r>
              <a:rPr lang="ar-EG" sz="2400"/>
              <a:t>هدف التعلم ج</a:t>
            </a:r>
            <a:br>
              <a:rPr lang="ar-EG" sz="2400"/>
            </a:br>
            <a:br>
              <a:rPr lang="ar-EG" sz="2400"/>
            </a:br>
            <a:endParaRPr lang="ar-EG" sz="2400"/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1116012" y="3729101"/>
            <a:ext cx="6769100" cy="18716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57188"/>
            <a:r>
              <a:rPr lang="ar-EG"/>
              <a:t>المعايير المُستخدمة في المراجعة</a:t>
            </a:r>
            <a:r>
              <a:rPr lang="en-US" dirty="0"/>
              <a:t> </a:t>
            </a:r>
          </a:p>
          <a:p>
            <a:pPr marL="357188"/>
            <a:r>
              <a:rPr lang="ar-EG" dirty="0"/>
              <a:t>ما المعايير التي يُراعى استخدامها عند مراجعة جودة المواد بقائمة الطعام</a:t>
            </a:r>
          </a:p>
          <a:p>
            <a:pPr marL="357188"/>
            <a:r>
              <a:rPr lang="ar-EG" dirty="0"/>
              <a:t>كيفية جمع التعليقات والاستفادة منها</a:t>
            </a:r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2493963"/>
            <a:ext cx="79914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>
                <a:solidFill>
                  <a:srgbClr val="000000"/>
                </a:solidFill>
                <a:ea typeface="Verdana" panose="020B0604030504040204" pitchFamily="34" charset="0"/>
              </a:rPr>
              <a:t>مراجعة الوجبة المكونة من طبقين والأداء الخاص</a:t>
            </a:r>
            <a:r>
              <a:rPr lang="en-US" sz="4400" b="1"/>
              <a:t> </a:t>
            </a:r>
          </a:p>
          <a:p>
            <a:pPr algn="ctr"/>
            <a:endParaRPr lang="en-GB" altLang="en-US" sz="3600" b="1">
              <a:highlight>
                <a:srgbClr val="FFFF00"/>
              </a:highlight>
            </a:endParaRPr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BA51097F-5AEC-30E5-A6A6-F3F7AB2678CA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00535549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696" y="1047866"/>
            <a:ext cx="4752528" cy="865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معايير المراجعة</a:t>
            </a:r>
          </a:p>
        </p:txBody>
      </p:sp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4750272" y="2204864"/>
            <a:ext cx="4032448" cy="399330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يدور هدف التعلم ج حول مراجعة الأطباق المُعدة والأداء.</a:t>
            </a:r>
            <a:r>
              <a:rPr lang="en-US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 </a:t>
            </a:r>
          </a:p>
          <a:p>
            <a:endParaRPr lang="en-US" altLang="en-US" sz="2400" dirty="0"/>
          </a:p>
          <a:p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وضع الأسس بغرض التحسين </a:t>
            </a:r>
            <a:b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</a:br>
            <a:r>
              <a:rPr lang="ar-EG" sz="2400" dirty="0">
                <a:latin typeface="Arial" panose="020B0604020202020204" pitchFamily="34" charset="0"/>
                <a:ea typeface="Arial" charset="0"/>
                <a:cs typeface="Arial" panose="020B0604020202020204" pitchFamily="34" charset="0"/>
              </a:rPr>
              <a:t>واقتراح التوصيات للمستقبل.</a:t>
            </a:r>
          </a:p>
          <a:p>
            <a:endParaRPr lang="en-US" altLang="en-US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  <a:p>
            <a:endParaRPr lang="en-US" altLang="en-US" dirty="0">
              <a:latin typeface="Arial" panose="020B0604020202020204" pitchFamily="34" charset="0"/>
              <a:ea typeface="Arial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53576-FC6A-E584-ACC3-BA3ABFAB1F81}"/>
              </a:ext>
            </a:extLst>
          </p:cNvPr>
          <p:cNvSpPr txBox="1"/>
          <p:nvPr/>
        </p:nvSpPr>
        <p:spPr>
          <a:xfrm>
            <a:off x="33160" y="2204880"/>
            <a:ext cx="446449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r-EG" sz="2400"/>
              <a:t>مراجعة ما يلي من البداية حتى نهاية المهام للحصول على صورة حقيقية للأداء: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/>
              <a:t>التخطيط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/>
              <a:t>التنظيم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/>
              <a:t>التوقيت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ar-EG" sz="2400"/>
              <a:t>طُرق العمل.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E6B833EA-7DBC-C1E0-BE92-24F466B2D8FB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47175209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95200"/>
            <a:ext cx="8229600" cy="86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Aft>
                <a:spcPts val="600"/>
              </a:spcAft>
            </a:pPr>
            <a:r>
              <a:rPr lang="ar-EG" sz="3600" b="1">
                <a:solidFill>
                  <a:schemeClr val="tx2"/>
                </a:solidFill>
              </a:rPr>
              <a:t>معايير الجودة لعناصر قائمة الطعام</a:t>
            </a:r>
          </a:p>
        </p:txBody>
      </p:sp>
      <p:graphicFrame>
        <p:nvGraphicFramePr>
          <p:cNvPr id="34838" name="TextBox 7">
            <a:extLst>
              <a:ext uri="{FF2B5EF4-FFF2-40B4-BE49-F238E27FC236}">
                <a16:creationId xmlns:a16="http://schemas.microsoft.com/office/drawing/2014/main" id="{6D4AE80B-410C-DE5B-03A2-54F883C82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7862198"/>
              </p:ext>
            </p:extLst>
          </p:nvPr>
        </p:nvGraphicFramePr>
        <p:xfrm>
          <a:off x="457199" y="2196000"/>
          <a:ext cx="8207375" cy="40413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0782A776-C5D1-A605-331C-F81EAE1DB292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2624784265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Content Placeholder 3">
            <a:extLst>
              <a:ext uri="{FF2B5EF4-FFF2-40B4-BE49-F238E27FC236}">
                <a16:creationId xmlns:a16="http://schemas.microsoft.com/office/drawing/2014/main" id="{453C7683-8588-7ABC-32E0-8A4E68218620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4572000" y="2132856"/>
            <a:ext cx="4067846" cy="40324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طرق جمع التعليقات:</a:t>
            </a:r>
          </a:p>
          <a:p>
            <a:pPr marL="357188"/>
            <a:r>
              <a:rPr lang="ar-EG" dirty="0"/>
              <a:t>بطاقات التعليقات</a:t>
            </a:r>
          </a:p>
          <a:p>
            <a:pPr marL="357188"/>
            <a:r>
              <a:rPr lang="ar-EG" dirty="0"/>
              <a:t>الآراء عبر الإنترنت </a:t>
            </a:r>
            <a:br>
              <a:rPr lang="ar-EG" dirty="0"/>
            </a:br>
            <a:r>
              <a:rPr lang="ar-EG" dirty="0"/>
              <a:t>أو داخل المطعم.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احرص على الحصول على تعليقات </a:t>
            </a:r>
            <a:br>
              <a:rPr lang="ar-EG" dirty="0"/>
            </a:br>
            <a:r>
              <a:rPr lang="ar-EG" dirty="0"/>
              <a:t>من المشرف والمدير المباشر والزميل والعميل، حيث سيكون لكل منهم </a:t>
            </a:r>
            <a:br>
              <a:rPr lang="ar-EG" dirty="0"/>
            </a:br>
            <a:r>
              <a:rPr lang="ar-EG" dirty="0"/>
              <a:t>رأيًا مختلفًا ومعرفة متخصصة.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dirty="0"/>
          </a:p>
          <a:p>
            <a:pPr indent="0" algn="ctr">
              <a:buNone/>
            </a:pPr>
            <a:endParaRPr lang="en-GB" altLang="en-US" dirty="0"/>
          </a:p>
          <a:p>
            <a:pPr marL="685800"/>
            <a:endParaRPr lang="en-GB" altLang="en-US" dirty="0"/>
          </a:p>
        </p:txBody>
      </p:sp>
      <p:sp>
        <p:nvSpPr>
          <p:cNvPr id="34820" name="Rectangle 1">
            <a:extLst>
              <a:ext uri="{FF2B5EF4-FFF2-40B4-BE49-F238E27FC236}">
                <a16:creationId xmlns:a16="http://schemas.microsoft.com/office/drawing/2014/main" id="{8DCD7CE1-603D-4D59-3DBB-C13C0B650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1196752"/>
            <a:ext cx="8568951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ar-EG" sz="3600" b="1"/>
              <a:t>التعليقات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F9DE4B6-A8C0-C205-C6F4-0F0136AE5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504" y="2132856"/>
            <a:ext cx="4464496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Arial" charset="0"/>
                <a:cs typeface="Arial" panose="020B0604020202020204" pitchFamily="34" charset="0"/>
              </a:defRPr>
            </a:lvl1pPr>
            <a:lvl2pPr marL="742950" indent="-28575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2pPr>
            <a:lvl3pPr marL="11430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3pPr>
            <a:lvl4pPr marL="16002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4pPr>
            <a:lvl5pPr marL="2057400" indent="-228600" algn="r" rtl="1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400">
                <a:solidFill>
                  <a:schemeClr val="tx1"/>
                </a:solidFill>
                <a:latin typeface="+mn-lt"/>
                <a:ea typeface="Arial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r" rtl="1" fontAlgn="base">
              <a:spcBef>
                <a:spcPct val="20000"/>
              </a:spcBef>
              <a:spcAft>
                <a:spcPct val="0"/>
              </a:spcAft>
              <a:buFont typeface="Wingdings" pitchFamily="2" charset="2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ar-EG" dirty="0"/>
              <a:t>أوراق تحليل الأطباق</a:t>
            </a:r>
          </a:p>
          <a:p>
            <a:r>
              <a:rPr lang="ar-EG" dirty="0"/>
              <a:t>هذه طريقة لطلب التعليقات على الطبق.</a:t>
            </a:r>
          </a:p>
          <a:p>
            <a:r>
              <a:rPr lang="ar-EG" dirty="0"/>
              <a:t>يُمكنك استخدام معايير مثل طريقة التقديم ودرجة حرارة الطعام والرائحة والمذاق، للحصول على آراء.</a:t>
            </a:r>
          </a:p>
          <a:p>
            <a:r>
              <a:rPr lang="ar-EG" dirty="0"/>
              <a:t>ويمكن إجراء ذلك باستخدام مقاييس </a:t>
            </a:r>
            <a:br>
              <a:rPr lang="ar-EG" dirty="0"/>
            </a:br>
            <a:r>
              <a:rPr lang="ar-EG" dirty="0"/>
              <a:t>مثل 1 (ضعيف جدًا) إلى 5 (ممتاز).</a:t>
            </a:r>
          </a:p>
          <a:p>
            <a:pPr indent="0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indent="0" algn="ctr">
              <a:buFont typeface="Wingdings" panose="05000000000000000000" pitchFamily="2" charset="2"/>
              <a:buNone/>
            </a:pPr>
            <a:endParaRPr lang="en-GB" altLang="en-US" kern="0" dirty="0"/>
          </a:p>
          <a:p>
            <a:pPr marL="685800"/>
            <a:endParaRPr lang="en-GB" altLang="en-US" kern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59D62D-2219-4BFB-C95B-774E9A52096D}"/>
              </a:ext>
            </a:extLst>
          </p:cNvPr>
          <p:cNvSpPr txBox="1">
            <a:spLocks/>
          </p:cNvSpPr>
          <p:nvPr/>
        </p:nvSpPr>
        <p:spPr bwMode="auto">
          <a:xfrm>
            <a:off x="97070" y="6567812"/>
            <a:ext cx="1080120" cy="216719"/>
          </a:xfrm>
          <a:prstGeom prst="rect">
            <a:avLst/>
          </a:prstGeom>
          <a:noFill/>
        </p:spPr>
        <p:txBody>
          <a:bodyPr vert="horz" wrap="square" lIns="91440" tIns="45720" rIns="91440" bIns="45720" numCol="1" rtlCol="1" anchor="t" anchorCtr="0" compatLnSpc="1">
            <a:prstTxWarp prst="textNoShape">
              <a:avLst/>
            </a:prstTxWarp>
            <a:normAutofit lnSpcReduction="10000"/>
          </a:bodyPr>
          <a:lstStyle>
            <a:defPPr>
              <a:defRPr lang="en-GB"/>
            </a:defPPr>
            <a:lvl1pPr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r" rtl="1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r" defTabSz="914400" rtl="1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GB" sz="10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A103000359728</a:t>
            </a:r>
            <a:endParaRPr lang="ar" sz="1000" dirty="0"/>
          </a:p>
        </p:txBody>
      </p:sp>
    </p:spTree>
    <p:extLst>
      <p:ext uri="{BB962C8B-B14F-4D97-AF65-F5344CB8AC3E}">
        <p14:creationId xmlns:p14="http://schemas.microsoft.com/office/powerpoint/2010/main" val="1384163837"/>
      </p:ext>
    </p:extLst>
  </p:cSld>
  <p:clrMapOvr>
    <a:masterClrMapping/>
  </p:clrMapOvr>
  <p:transition>
    <p:sndAc>
      <p:stSnd>
        <p:snd r:embed="rId3" name="click.wav"/>
      </p:stSnd>
    </p:sndAc>
  </p:transition>
</p:sld>
</file>

<file path=ppt/theme/theme1.xml><?xml version="1.0" encoding="utf-8"?>
<a:theme xmlns:a="http://schemas.openxmlformats.org/drawingml/2006/main" name="1_Information Technolog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Constructio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3_Business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4_Engineering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5_Art and Design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6_Hospitalit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7_Agriculture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8_Travel and Tourism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9_Creative Media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0_Beauty Therapy">
  <a:themeElements>
    <a:clrScheme name="2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2_Default Design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F2AC0EC27FF3458662E003F8FEC281" ma:contentTypeVersion="19" ma:contentTypeDescription="Create a new document." ma:contentTypeScope="" ma:versionID="c3fee6712a48a11fd6be67b8f79c7245">
  <xsd:schema xmlns:xsd="http://www.w3.org/2001/XMLSchema" xmlns:xs="http://www.w3.org/2001/XMLSchema" xmlns:p="http://schemas.microsoft.com/office/2006/metadata/properties" xmlns:ns2="f63d1639-2e8e-4dfe-b2d4-ff2deac92409" xmlns:ns3="7012c9df-7563-46f6-96ee-cebd66fd5577" targetNamespace="http://schemas.microsoft.com/office/2006/metadata/properties" ma:root="true" ma:fieldsID="a4549148fe956aca9da82eed9feb7880" ns2:_="" ns3:_="">
    <xsd:import namespace="f63d1639-2e8e-4dfe-b2d4-ff2deac92409"/>
    <xsd:import namespace="7012c9df-7563-46f6-96ee-cebd66fd55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_Flow_SignoffStatu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3d1639-2e8e-4dfe-b2d4-ff2deac924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6342d94-4a90-4c9b-8c88-cb4c8647e98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12c9df-7563-46f6-96ee-cebd66fd557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8bf6128-19fb-458b-8dd6-b174ec593e06}" ma:internalName="TaxCatchAll" ma:showField="CatchAllData" ma:web="7012c9df-7563-46f6-96ee-cebd66fd55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12c9df-7563-46f6-96ee-cebd66fd5577" xsi:nil="true"/>
    <lcf76f155ced4ddcb4097134ff3c332f xmlns="f63d1639-2e8e-4dfe-b2d4-ff2deac92409">
      <Terms xmlns="http://schemas.microsoft.com/office/infopath/2007/PartnerControls"/>
    </lcf76f155ced4ddcb4097134ff3c332f>
    <SharedWithUsers xmlns="7012c9df-7563-46f6-96ee-cebd66fd5577">
      <UserInfo>
        <DisplayName/>
        <AccountId xsi:nil="true"/>
        <AccountType/>
      </UserInfo>
    </SharedWithUsers>
    <MediaLengthInSeconds xmlns="f63d1639-2e8e-4dfe-b2d4-ff2deac92409" xsi:nil="true"/>
    <_Flow_SignoffStatus xmlns="f63d1639-2e8e-4dfe-b2d4-ff2deac92409" xsi:nil="true"/>
  </documentManagement>
</p:properties>
</file>

<file path=customXml/itemProps1.xml><?xml version="1.0" encoding="utf-8"?>
<ds:datastoreItem xmlns:ds="http://schemas.openxmlformats.org/officeDocument/2006/customXml" ds:itemID="{8B1B7FB8-9071-485B-BD96-ABBCF41AF245}"/>
</file>

<file path=customXml/itemProps2.xml><?xml version="1.0" encoding="utf-8"?>
<ds:datastoreItem xmlns:ds="http://schemas.openxmlformats.org/officeDocument/2006/customXml" ds:itemID="{0AA2910D-4917-49C0-8FBC-BFF7ABD28CF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E9D454-7315-400C-82C3-C591BC45CB39}">
  <ds:schemaRefs>
    <ds:schemaRef ds:uri="6881431a-e3b2-481e-ba90-fae26e2fa83c"/>
    <ds:schemaRef ds:uri="a26a0597-d0d1-4250-940c-88e9bf9d559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7c1bd8dc-4e40-424f-a15f-9ffcd522197f"/>
    <ds:schemaRef ds:uri="6125ffc9-2c56-435e-8267-1393444907b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1797</Words>
  <Application>Microsoft Office PowerPoint</Application>
  <PresentationFormat>On-screen Show (4:3)</PresentationFormat>
  <Paragraphs>378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10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Arial</vt:lpstr>
      <vt:lpstr>Calibri</vt:lpstr>
      <vt:lpstr>Courier New</vt:lpstr>
      <vt:lpstr>Times New Roman</vt:lpstr>
      <vt:lpstr>Verdana</vt:lpstr>
      <vt:lpstr>Wingdings</vt:lpstr>
      <vt:lpstr>1_Information Technology</vt:lpstr>
      <vt:lpstr>2_Construction</vt:lpstr>
      <vt:lpstr>3_Business</vt:lpstr>
      <vt:lpstr>4_Engineering</vt:lpstr>
      <vt:lpstr>5_Art and Design</vt:lpstr>
      <vt:lpstr>6_Hospitality</vt:lpstr>
      <vt:lpstr>7_Agriculture</vt:lpstr>
      <vt:lpstr>8_Travel and Tourism</vt:lpstr>
      <vt:lpstr>9_Creative Media</vt:lpstr>
      <vt:lpstr>10_Beauty Therapy</vt:lpstr>
      <vt:lpstr>الوحدة 8  تحضير الطعام وطهيه وتقديمه   </vt:lpstr>
      <vt:lpstr>تحضير الطعام وطهيه وتقديمه</vt:lpstr>
      <vt:lpstr>أهداف التعلّم</vt:lpstr>
      <vt:lpstr>هدف التعلّم أ  </vt:lpstr>
      <vt:lpstr>المعدات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التعلّم ب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هدف التعلم ج 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  Construction Science</dc:title>
  <dc:creator>Microsoft Office User</dc:creator>
  <cp:lastModifiedBy>Mohamed Mostafa</cp:lastModifiedBy>
  <cp:revision>30</cp:revision>
  <dcterms:created xsi:type="dcterms:W3CDTF">2020-07-15T07:14:47Z</dcterms:created>
  <dcterms:modified xsi:type="dcterms:W3CDTF">2023-12-18T21:01:05Z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nguage">
    <vt:lpwstr>English</vt:lpwstr>
  </property>
  <property fmtid="{D5CDD505-2E9C-101B-9397-08002B2CF9AE}" pid="3" name="ContentTypeId">
    <vt:lpwstr>0x01010011F2AC0EC27FF3458662E003F8FEC281</vt:lpwstr>
  </property>
  <property fmtid="{D5CDD505-2E9C-101B-9397-08002B2CF9AE}" pid="4" name="Order">
    <vt:r8>13900600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MediaServiceImageTags">
    <vt:lpwstr/>
  </property>
</Properties>
</file>