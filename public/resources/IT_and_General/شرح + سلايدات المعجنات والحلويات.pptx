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8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9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modernComment_142_2EDC15BA.xml" ContentType="application/vnd.ms-powerpoint.comments+xml"/>
  <Override PartName="/ppt/notesSlides/notesSlide18.xml" ContentType="application/vnd.openxmlformats-officedocument.presentationml.notesSlide+xml"/>
  <Override PartName="/ppt/comments/modernComment_15C_FAA19DF8.xml" ContentType="application/vnd.ms-powerpoint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omments/modernComment_156_C7C744E7.xml" ContentType="application/vnd.ms-powerpoint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9"/>
  </p:notesMasterIdLst>
  <p:sldIdLst>
    <p:sldId id="256" r:id="rId14"/>
    <p:sldId id="257" r:id="rId15"/>
    <p:sldId id="258" r:id="rId16"/>
    <p:sldId id="272" r:id="rId17"/>
    <p:sldId id="333" r:id="rId18"/>
    <p:sldId id="314" r:id="rId19"/>
    <p:sldId id="334" r:id="rId20"/>
    <p:sldId id="317" r:id="rId21"/>
    <p:sldId id="318" r:id="rId22"/>
    <p:sldId id="346" r:id="rId23"/>
    <p:sldId id="319" r:id="rId24"/>
    <p:sldId id="347" r:id="rId25"/>
    <p:sldId id="336" r:id="rId26"/>
    <p:sldId id="320" r:id="rId27"/>
    <p:sldId id="321" r:id="rId28"/>
    <p:sldId id="337" r:id="rId29"/>
    <p:sldId id="322" r:id="rId30"/>
    <p:sldId id="348" r:id="rId31"/>
    <p:sldId id="323" r:id="rId32"/>
    <p:sldId id="324" r:id="rId33"/>
    <p:sldId id="325" r:id="rId34"/>
    <p:sldId id="306" r:id="rId35"/>
    <p:sldId id="338" r:id="rId36"/>
    <p:sldId id="339" r:id="rId37"/>
    <p:sldId id="326" r:id="rId38"/>
    <p:sldId id="327" r:id="rId39"/>
    <p:sldId id="341" r:id="rId40"/>
    <p:sldId id="342" r:id="rId41"/>
    <p:sldId id="343" r:id="rId42"/>
    <p:sldId id="308" r:id="rId43"/>
    <p:sldId id="309" r:id="rId44"/>
    <p:sldId id="345" r:id="rId45"/>
    <p:sldId id="349" r:id="rId46"/>
    <p:sldId id="311" r:id="rId47"/>
    <p:sldId id="312" r:id="rId48"/>
  </p:sldIdLst>
  <p:sldSz cx="9144000" cy="6858000" type="screen4x3"/>
  <p:notesSz cx="6858000" cy="9144000"/>
  <p:defaultTextStyle>
    <a:defPPr>
      <a:defRPr lang="en-GB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25D484-E814-FE84-224A-5EF90E83CD5D}" name="Mohamed Mostafa" initials="MM" userId="2aa5204657be196f" providerId="Windows Live"/>
  <p188:author id="{99CFEB90-9D66-8A0A-B491-5A1B86E8BE4E}" name="Sam Prince" initials="SP" userId="S::sam.prince1@pearson.com::b8c1c271-dd5b-4079-a09a-81f4ce8be867" providerId="AD"/>
  <p188:author id="{531F32EF-B7AB-FD12-ECD3-DD5955CD0FA8}" name="Andrew Bodmer" initials="AB" userId="e78b4f3cb0d7499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68F93-DCA1-4817-907A-11DBFCA838DA}" v="34" dt="2023-10-20T17:01:05.929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512" autoAdjust="0"/>
    <p:restoredTop sz="95314" autoAdjust="0"/>
  </p:normalViewPr>
  <p:slideViewPr>
    <p:cSldViewPr>
      <p:cViewPr varScale="1">
        <p:scale>
          <a:sx n="162" d="100"/>
          <a:sy n="162" d="100"/>
        </p:scale>
        <p:origin x="1662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commentAuthors" Target="commentAuthors.xml"/><Relationship Id="rId55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microsoft.com/office/2015/10/relationships/revisionInfo" Target="revisionInfo.xml"/><Relationship Id="rId8" Type="http://schemas.openxmlformats.org/officeDocument/2006/relationships/slideMaster" Target="slideMasters/slideMaster5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notesMaster" Target="notesMasters/notesMaster1.xml"/><Relationship Id="rId57" Type="http://schemas.microsoft.com/office/2018/10/relationships/authors" Target="authors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Prince" userId="S::sam.prince1@pearson.com::b8c1c271-dd5b-4079-a09a-81f4ce8be867" providerId="AD" clId="Web-{59AA13E6-5CB6-1C57-C776-613951697AEA}"/>
    <pc:docChg chg="">
      <pc:chgData name="Sam Prince" userId="S::sam.prince1@pearson.com::b8c1c271-dd5b-4079-a09a-81f4ce8be867" providerId="AD" clId="Web-{59AA13E6-5CB6-1C57-C776-613951697AEA}" dt="2023-10-06T17:31:09.060" v="0"/>
      <pc:docMkLst>
        <pc:docMk/>
      </pc:docMkLst>
      <pc:sldChg chg="modCm">
        <pc:chgData name="Sam Prince" userId="S::sam.prince1@pearson.com::b8c1c271-dd5b-4079-a09a-81f4ce8be867" providerId="AD" clId="Web-{59AA13E6-5CB6-1C57-C776-613951697AEA}" dt="2023-10-06T17:31:09.060" v="0"/>
        <pc:sldMkLst>
          <pc:docMk/>
          <pc:sldMk cId="0" sldId="256"/>
        </pc:sldMkLst>
      </pc:sldChg>
    </pc:docChg>
  </pc:docChgLst>
  <pc:docChgLst>
    <pc:chgData name="Andrew Bodmer" userId="e78b4f3cb0d7499b" providerId="LiveId" clId="{F57FFF2F-D5F5-D943-AB5B-3E2E2C06F0EE}"/>
    <pc:docChg chg="undo redo custSel addSld delSld modSld">
      <pc:chgData name="Andrew Bodmer" userId="e78b4f3cb0d7499b" providerId="LiveId" clId="{F57FFF2F-D5F5-D943-AB5B-3E2E2C06F0EE}" dt="2023-10-03T16:18:40.387" v="5443" actId="20577"/>
      <pc:docMkLst>
        <pc:docMk/>
      </pc:docMkLst>
      <pc:sldChg chg="delSp modSp mod">
        <pc:chgData name="Andrew Bodmer" userId="e78b4f3cb0d7499b" providerId="LiveId" clId="{F57FFF2F-D5F5-D943-AB5B-3E2E2C06F0EE}" dt="2023-09-20T11:50:22.080" v="1473" actId="113"/>
        <pc:sldMkLst>
          <pc:docMk/>
          <pc:sldMk cId="0" sldId="256"/>
        </pc:sldMkLst>
        <pc:spChg chg="mod">
          <ac:chgData name="Andrew Bodmer" userId="e78b4f3cb0d7499b" providerId="LiveId" clId="{F57FFF2F-D5F5-D943-AB5B-3E2E2C06F0EE}" dt="2023-09-20T11:50:22.080" v="1473" actId="113"/>
          <ac:spMkLst>
            <pc:docMk/>
            <pc:sldMk cId="0" sldId="256"/>
            <ac:spMk id="3" creationId="{986D29E0-B089-110D-BF1E-B3C37F2C37F9}"/>
          </ac:spMkLst>
        </pc:spChg>
        <pc:spChg chg="del mod">
          <ac:chgData name="Andrew Bodmer" userId="e78b4f3cb0d7499b" providerId="LiveId" clId="{F57FFF2F-D5F5-D943-AB5B-3E2E2C06F0EE}" dt="2023-09-20T11:50:16.706" v="1472" actId="478"/>
          <ac:spMkLst>
            <pc:docMk/>
            <pc:sldMk cId="0" sldId="256"/>
            <ac:spMk id="4" creationId="{03618BED-11B5-90CC-5910-B65474D700AA}"/>
          </ac:spMkLst>
        </pc:spChg>
      </pc:sldChg>
      <pc:sldChg chg="modSp mod modNotesTx">
        <pc:chgData name="Andrew Bodmer" userId="e78b4f3cb0d7499b" providerId="LiveId" clId="{F57FFF2F-D5F5-D943-AB5B-3E2E2C06F0EE}" dt="2023-10-03T16:12:26.727" v="5364" actId="14100"/>
        <pc:sldMkLst>
          <pc:docMk/>
          <pc:sldMk cId="0" sldId="257"/>
        </pc:sldMkLst>
        <pc:spChg chg="mod">
          <ac:chgData name="Andrew Bodmer" userId="e78b4f3cb0d7499b" providerId="LiveId" clId="{F57FFF2F-D5F5-D943-AB5B-3E2E2C06F0EE}" dt="2023-09-20T11:50:29.956" v="1474" actId="1076"/>
          <ac:spMkLst>
            <pc:docMk/>
            <pc:sldMk cId="0" sldId="257"/>
            <ac:spMk id="30722" creationId="{FC4F7FC9-2CE9-41A9-0CEE-4C8BD93B5782}"/>
          </ac:spMkLst>
        </pc:spChg>
        <pc:spChg chg="mod">
          <ac:chgData name="Andrew Bodmer" userId="e78b4f3cb0d7499b" providerId="LiveId" clId="{F57FFF2F-D5F5-D943-AB5B-3E2E2C06F0EE}" dt="2023-10-03T16:12:26.727" v="5364" actId="14100"/>
          <ac:spMkLst>
            <pc:docMk/>
            <pc:sldMk cId="0" sldId="257"/>
            <ac:spMk id="30723" creationId="{3C79F714-332C-AB63-03D9-E6D0CAE0623F}"/>
          </ac:spMkLst>
        </pc:spChg>
      </pc:sldChg>
      <pc:sldChg chg="modSp mod modNotesTx">
        <pc:chgData name="Andrew Bodmer" userId="e78b4f3cb0d7499b" providerId="LiveId" clId="{F57FFF2F-D5F5-D943-AB5B-3E2E2C06F0EE}" dt="2023-09-20T11:50:37.413" v="1475" actId="113"/>
        <pc:sldMkLst>
          <pc:docMk/>
          <pc:sldMk cId="0" sldId="258"/>
        </pc:sldMkLst>
        <pc:spChg chg="mod">
          <ac:chgData name="Andrew Bodmer" userId="e78b4f3cb0d7499b" providerId="LiveId" clId="{F57FFF2F-D5F5-D943-AB5B-3E2E2C06F0EE}" dt="2023-09-20T11:50:37.413" v="1475" actId="113"/>
          <ac:spMkLst>
            <pc:docMk/>
            <pc:sldMk cId="0" sldId="258"/>
            <ac:spMk id="32770" creationId="{CD9316BF-B3CE-8341-5A0A-249747D6C6E1}"/>
          </ac:spMkLst>
        </pc:spChg>
        <pc:spChg chg="mod">
          <ac:chgData name="Andrew Bodmer" userId="e78b4f3cb0d7499b" providerId="LiveId" clId="{F57FFF2F-D5F5-D943-AB5B-3E2E2C06F0EE}" dt="2023-09-14T15:32:59.915" v="84" actId="2711"/>
          <ac:spMkLst>
            <pc:docMk/>
            <pc:sldMk cId="0" sldId="258"/>
            <ac:spMk id="32771" creationId="{44DFA49F-83B7-E61C-00EB-D6046D571A05}"/>
          </ac:spMkLst>
        </pc:spChg>
      </pc:sldChg>
      <pc:sldChg chg="modSp mod modNotesTx">
        <pc:chgData name="Andrew Bodmer" userId="e78b4f3cb0d7499b" providerId="LiveId" clId="{F57FFF2F-D5F5-D943-AB5B-3E2E2C06F0EE}" dt="2023-09-20T11:51:41.223" v="1479" actId="1076"/>
        <pc:sldMkLst>
          <pc:docMk/>
          <pc:sldMk cId="0" sldId="272"/>
        </pc:sldMkLst>
        <pc:spChg chg="mod">
          <ac:chgData name="Andrew Bodmer" userId="e78b4f3cb0d7499b" providerId="LiveId" clId="{F57FFF2F-D5F5-D943-AB5B-3E2E2C06F0EE}" dt="2023-09-20T11:50:44.281" v="1476" actId="113"/>
          <ac:spMkLst>
            <pc:docMk/>
            <pc:sldMk cId="0" sldId="272"/>
            <ac:spMk id="34818" creationId="{DF8F9D08-DF4C-4351-F6A0-75D9B8290DA6}"/>
          </ac:spMkLst>
        </pc:spChg>
        <pc:spChg chg="mod">
          <ac:chgData name="Andrew Bodmer" userId="e78b4f3cb0d7499b" providerId="LiveId" clId="{F57FFF2F-D5F5-D943-AB5B-3E2E2C06F0EE}" dt="2023-09-20T11:51:41.223" v="1479" actId="1076"/>
          <ac:spMkLst>
            <pc:docMk/>
            <pc:sldMk cId="0" sldId="272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20T11:51:37.041" v="1478" actId="113"/>
          <ac:spMkLst>
            <pc:docMk/>
            <pc:sldMk cId="0" sldId="272"/>
            <ac:spMk id="34820" creationId="{8DCD7CE1-603D-4D59-3DBB-C13C0B6505F0}"/>
          </ac:spMkLst>
        </pc:spChg>
      </pc:sldChg>
      <pc:sldChg chg="modSp del mod modNotesTx">
        <pc:chgData name="Andrew Bodmer" userId="e78b4f3cb0d7499b" providerId="LiveId" clId="{F57FFF2F-D5F5-D943-AB5B-3E2E2C06F0EE}" dt="2023-09-20T11:53:09.662" v="1482" actId="2696"/>
        <pc:sldMkLst>
          <pc:docMk/>
          <pc:sldMk cId="884549766" sldId="305"/>
        </pc:sldMkLst>
        <pc:spChg chg="mod">
          <ac:chgData name="Andrew Bodmer" userId="e78b4f3cb0d7499b" providerId="LiveId" clId="{F57FFF2F-D5F5-D943-AB5B-3E2E2C06F0EE}" dt="2023-09-20T11:52:41.047" v="1480" actId="255"/>
          <ac:spMkLst>
            <pc:docMk/>
            <pc:sldMk cId="884549766" sldId="305"/>
            <ac:spMk id="34820" creationId="{8DCD7CE1-603D-4D59-3DBB-C13C0B6505F0}"/>
          </ac:spMkLst>
        </pc:spChg>
      </pc:sldChg>
      <pc:sldChg chg="modSp mod modNotesTx">
        <pc:chgData name="Andrew Bodmer" userId="e78b4f3cb0d7499b" providerId="LiveId" clId="{F57FFF2F-D5F5-D943-AB5B-3E2E2C06F0EE}" dt="2023-09-20T13:53:26.291" v="3488" actId="113"/>
        <pc:sldMkLst>
          <pc:docMk/>
          <pc:sldMk cId="588007661" sldId="306"/>
        </pc:sldMkLst>
        <pc:spChg chg="mod">
          <ac:chgData name="Andrew Bodmer" userId="e78b4f3cb0d7499b" providerId="LiveId" clId="{F57FFF2F-D5F5-D943-AB5B-3E2E2C06F0EE}" dt="2023-09-20T13:53:18.731" v="3487" actId="113"/>
          <ac:spMkLst>
            <pc:docMk/>
            <pc:sldMk cId="588007661" sldId="306"/>
            <ac:spMk id="34818" creationId="{DF8F9D08-DF4C-4351-F6A0-75D9B8290DA6}"/>
          </ac:spMkLst>
        </pc:spChg>
        <pc:spChg chg="mod">
          <ac:chgData name="Andrew Bodmer" userId="e78b4f3cb0d7499b" providerId="LiveId" clId="{F57FFF2F-D5F5-D943-AB5B-3E2E2C06F0EE}" dt="2023-09-18T14:51:46.923" v="590" actId="207"/>
          <ac:spMkLst>
            <pc:docMk/>
            <pc:sldMk cId="588007661" sldId="306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20T13:53:26.291" v="3488" actId="113"/>
          <ac:spMkLst>
            <pc:docMk/>
            <pc:sldMk cId="588007661" sldId="306"/>
            <ac:spMk id="34820" creationId="{8DCD7CE1-603D-4D59-3DBB-C13C0B6505F0}"/>
          </ac:spMkLst>
        </pc:spChg>
      </pc:sldChg>
      <pc:sldChg chg="modSp del mod modNotesTx">
        <pc:chgData name="Andrew Bodmer" userId="e78b4f3cb0d7499b" providerId="LiveId" clId="{F57FFF2F-D5F5-D943-AB5B-3E2E2C06F0EE}" dt="2023-09-20T13:56:37.137" v="3550" actId="2696"/>
        <pc:sldMkLst>
          <pc:docMk/>
          <pc:sldMk cId="3621417310" sldId="307"/>
        </pc:sldMkLst>
        <pc:spChg chg="mod">
          <ac:chgData name="Andrew Bodmer" userId="e78b4f3cb0d7499b" providerId="LiveId" clId="{F57FFF2F-D5F5-D943-AB5B-3E2E2C06F0EE}" dt="2023-09-20T13:53:37.299" v="3489" actId="255"/>
          <ac:spMkLst>
            <pc:docMk/>
            <pc:sldMk cId="3621417310" sldId="307"/>
            <ac:spMk id="34820" creationId="{8DCD7CE1-603D-4D59-3DBB-C13C0B6505F0}"/>
          </ac:spMkLst>
        </pc:spChg>
      </pc:sldChg>
      <pc:sldChg chg="addSp delSp modSp mod modNotesTx">
        <pc:chgData name="Andrew Bodmer" userId="e78b4f3cb0d7499b" providerId="LiveId" clId="{F57FFF2F-D5F5-D943-AB5B-3E2E2C06F0EE}" dt="2023-10-03T16:17:40.027" v="5421" actId="12"/>
        <pc:sldMkLst>
          <pc:docMk/>
          <pc:sldMk cId="2005355495" sldId="308"/>
        </pc:sldMkLst>
        <pc:spChg chg="add del">
          <ac:chgData name="Andrew Bodmer" userId="e78b4f3cb0d7499b" providerId="LiveId" clId="{F57FFF2F-D5F5-D943-AB5B-3E2E2C06F0EE}" dt="2023-09-14T15:33:26.727" v="87" actId="22"/>
          <ac:spMkLst>
            <pc:docMk/>
            <pc:sldMk cId="2005355495" sldId="308"/>
            <ac:spMk id="3" creationId="{B7FA57CC-86F9-8EBC-1B06-5E496566EDB4}"/>
          </ac:spMkLst>
        </pc:spChg>
        <pc:spChg chg="mod">
          <ac:chgData name="Andrew Bodmer" userId="e78b4f3cb0d7499b" providerId="LiveId" clId="{F57FFF2F-D5F5-D943-AB5B-3E2E2C06F0EE}" dt="2023-09-20T14:10:54.286" v="3760" actId="113"/>
          <ac:spMkLst>
            <pc:docMk/>
            <pc:sldMk cId="2005355495" sldId="308"/>
            <ac:spMk id="34818" creationId="{DF8F9D08-DF4C-4351-F6A0-75D9B8290DA6}"/>
          </ac:spMkLst>
        </pc:spChg>
        <pc:spChg chg="mod">
          <ac:chgData name="Andrew Bodmer" userId="e78b4f3cb0d7499b" providerId="LiveId" clId="{F57FFF2F-D5F5-D943-AB5B-3E2E2C06F0EE}" dt="2023-10-03T16:17:40.027" v="5421" actId="12"/>
          <ac:spMkLst>
            <pc:docMk/>
            <pc:sldMk cId="2005355495" sldId="308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18T14:51:53.938" v="592" actId="1076"/>
          <ac:spMkLst>
            <pc:docMk/>
            <pc:sldMk cId="2005355495" sldId="308"/>
            <ac:spMk id="34820" creationId="{8DCD7CE1-603D-4D59-3DBB-C13C0B6505F0}"/>
          </ac:spMkLst>
        </pc:spChg>
      </pc:sldChg>
      <pc:sldChg chg="addSp delSp modSp mod modNotesTx">
        <pc:chgData name="Andrew Bodmer" userId="e78b4f3cb0d7499b" providerId="LiveId" clId="{F57FFF2F-D5F5-D943-AB5B-3E2E2C06F0EE}" dt="2023-10-03T16:17:55.240" v="5429" actId="20577"/>
        <pc:sldMkLst>
          <pc:docMk/>
          <pc:sldMk cId="47175209" sldId="309"/>
        </pc:sldMkLst>
        <pc:spChg chg="add mod">
          <ac:chgData name="Andrew Bodmer" userId="e78b4f3cb0d7499b" providerId="LiveId" clId="{F57FFF2F-D5F5-D943-AB5B-3E2E2C06F0EE}" dt="2023-09-26T12:46:06.566" v="5349" actId="20577"/>
          <ac:spMkLst>
            <pc:docMk/>
            <pc:sldMk cId="47175209" sldId="309"/>
            <ac:spMk id="2" creationId="{017E7E27-8BB9-8145-97EB-BB3ED9661BF7}"/>
          </ac:spMkLst>
        </pc:spChg>
        <pc:spChg chg="add del mod">
          <ac:chgData name="Andrew Bodmer" userId="e78b4f3cb0d7499b" providerId="LiveId" clId="{F57FFF2F-D5F5-D943-AB5B-3E2E2C06F0EE}" dt="2023-09-20T14:14:11.790" v="3766" actId="478"/>
          <ac:spMkLst>
            <pc:docMk/>
            <pc:sldMk cId="47175209" sldId="309"/>
            <ac:spMk id="2" creationId="{D6D62932-FB09-7329-33FA-E88399E6CDD6}"/>
          </ac:spMkLst>
        </pc:spChg>
        <pc:spChg chg="add mod">
          <ac:chgData name="Andrew Bodmer" userId="e78b4f3cb0d7499b" providerId="LiveId" clId="{F57FFF2F-D5F5-D943-AB5B-3E2E2C06F0EE}" dt="2023-10-03T16:17:55.240" v="5429" actId="20577"/>
          <ac:spMkLst>
            <pc:docMk/>
            <pc:sldMk cId="47175209" sldId="309"/>
            <ac:spMk id="3" creationId="{3B8D7C2C-040A-36C9-6119-47CA37F80248}"/>
          </ac:spMkLst>
        </pc:spChg>
        <pc:spChg chg="add mod">
          <ac:chgData name="Andrew Bodmer" userId="e78b4f3cb0d7499b" providerId="LiveId" clId="{F57FFF2F-D5F5-D943-AB5B-3E2E2C06F0EE}" dt="2023-09-20T14:14:35.790" v="3774" actId="20577"/>
          <ac:spMkLst>
            <pc:docMk/>
            <pc:sldMk cId="47175209" sldId="309"/>
            <ac:spMk id="4" creationId="{DEF635F1-239F-7CA2-60AF-13B53E0F3ACE}"/>
          </ac:spMkLst>
        </pc:spChg>
        <pc:spChg chg="del">
          <ac:chgData name="Andrew Bodmer" userId="e78b4f3cb0d7499b" providerId="LiveId" clId="{F57FFF2F-D5F5-D943-AB5B-3E2E2C06F0EE}" dt="2023-09-20T14:14:10.641" v="3765" actId="478"/>
          <ac:spMkLst>
            <pc:docMk/>
            <pc:sldMk cId="47175209" sldId="309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18T14:54:41.373" v="773" actId="313"/>
          <ac:spMkLst>
            <pc:docMk/>
            <pc:sldMk cId="47175209" sldId="309"/>
            <ac:spMk id="34820" creationId="{8DCD7CE1-603D-4D59-3DBB-C13C0B6505F0}"/>
          </ac:spMkLst>
        </pc:spChg>
      </pc:sldChg>
      <pc:sldChg chg="new del">
        <pc:chgData name="Andrew Bodmer" userId="e78b4f3cb0d7499b" providerId="LiveId" clId="{F57FFF2F-D5F5-D943-AB5B-3E2E2C06F0EE}" dt="2023-09-18T14:55:28.501" v="775" actId="680"/>
        <pc:sldMkLst>
          <pc:docMk/>
          <pc:sldMk cId="2998435434" sldId="310"/>
        </pc:sldMkLst>
      </pc:sldChg>
      <pc:sldChg chg="modSp add del mod modTransition">
        <pc:chgData name="Andrew Bodmer" userId="e78b4f3cb0d7499b" providerId="LiveId" clId="{F57FFF2F-D5F5-D943-AB5B-3E2E2C06F0EE}" dt="2023-09-20T14:14:40.354" v="3775" actId="2696"/>
        <pc:sldMkLst>
          <pc:docMk/>
          <pc:sldMk cId="3197357040" sldId="310"/>
        </pc:sldMkLst>
        <pc:spChg chg="mod">
          <ac:chgData name="Andrew Bodmer" userId="e78b4f3cb0d7499b" providerId="LiveId" clId="{F57FFF2F-D5F5-D943-AB5B-3E2E2C06F0EE}" dt="2023-09-18T14:56:05.159" v="830" actId="20577"/>
          <ac:spMkLst>
            <pc:docMk/>
            <pc:sldMk cId="3197357040" sldId="310"/>
            <ac:spMk id="34820" creationId="{8DCD7CE1-603D-4D59-3DBB-C13C0B6505F0}"/>
          </ac:spMkLst>
        </pc:spChg>
      </pc:sldChg>
      <pc:sldChg chg="addSp delSp modSp add mod modTransition">
        <pc:chgData name="Andrew Bodmer" userId="e78b4f3cb0d7499b" providerId="LiveId" clId="{F57FFF2F-D5F5-D943-AB5B-3E2E2C06F0EE}" dt="2023-09-20T14:18:20.355" v="3918" actId="14100"/>
        <pc:sldMkLst>
          <pc:docMk/>
          <pc:sldMk cId="347786879" sldId="311"/>
        </pc:sldMkLst>
        <pc:spChg chg="add del mod">
          <ac:chgData name="Andrew Bodmer" userId="e78b4f3cb0d7499b" providerId="LiveId" clId="{F57FFF2F-D5F5-D943-AB5B-3E2E2C06F0EE}" dt="2023-09-20T14:13:40.525" v="3763" actId="478"/>
          <ac:spMkLst>
            <pc:docMk/>
            <pc:sldMk cId="347786879" sldId="311"/>
            <ac:spMk id="2" creationId="{9A95A346-69FB-BC75-9285-C28CAFD939D5}"/>
          </ac:spMkLst>
        </pc:spChg>
        <pc:spChg chg="del">
          <ac:chgData name="Andrew Bodmer" userId="e78b4f3cb0d7499b" providerId="LiveId" clId="{F57FFF2F-D5F5-D943-AB5B-3E2E2C06F0EE}" dt="2023-09-20T14:13:38.402" v="3762" actId="478"/>
          <ac:spMkLst>
            <pc:docMk/>
            <pc:sldMk cId="347786879" sldId="311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20T14:18:14.274" v="3916" actId="20577"/>
          <ac:spMkLst>
            <pc:docMk/>
            <pc:sldMk cId="347786879" sldId="311"/>
            <ac:spMk id="34820" creationId="{8DCD7CE1-603D-4D59-3DBB-C13C0B6505F0}"/>
          </ac:spMkLst>
        </pc:spChg>
        <pc:graphicFrameChg chg="add mod">
          <ac:chgData name="Andrew Bodmer" userId="e78b4f3cb0d7499b" providerId="LiveId" clId="{F57FFF2F-D5F5-D943-AB5B-3E2E2C06F0EE}" dt="2023-09-20T14:18:20.355" v="3918" actId="14100"/>
          <ac:graphicFrameMkLst>
            <pc:docMk/>
            <pc:sldMk cId="347786879" sldId="311"/>
            <ac:graphicFrameMk id="3" creationId="{0278E69B-CCE2-B041-ECEA-06945389FA10}"/>
          </ac:graphicFrameMkLst>
        </pc:graphicFrameChg>
      </pc:sldChg>
      <pc:sldChg chg="addSp delSp modSp add mod modTransition">
        <pc:chgData name="Andrew Bodmer" userId="e78b4f3cb0d7499b" providerId="LiveId" clId="{F57FFF2F-D5F5-D943-AB5B-3E2E2C06F0EE}" dt="2023-10-03T16:18:40.387" v="5443" actId="20577"/>
        <pc:sldMkLst>
          <pc:docMk/>
          <pc:sldMk cId="2085685854" sldId="312"/>
        </pc:sldMkLst>
        <pc:spChg chg="add mod">
          <ac:chgData name="Andrew Bodmer" userId="e78b4f3cb0d7499b" providerId="LiveId" clId="{F57FFF2F-D5F5-D943-AB5B-3E2E2C06F0EE}" dt="2023-10-03T16:18:40.387" v="5443" actId="20577"/>
          <ac:spMkLst>
            <pc:docMk/>
            <pc:sldMk cId="2085685854" sldId="312"/>
            <ac:spMk id="2" creationId="{2ECA0FA0-DF47-A543-227F-449BCC0A7700}"/>
          </ac:spMkLst>
        </pc:spChg>
        <pc:spChg chg="add mod">
          <ac:chgData name="Andrew Bodmer" userId="e78b4f3cb0d7499b" providerId="LiveId" clId="{F57FFF2F-D5F5-D943-AB5B-3E2E2C06F0EE}" dt="2023-09-20T14:19:09.618" v="3926" actId="1076"/>
          <ac:spMkLst>
            <pc:docMk/>
            <pc:sldMk cId="2085685854" sldId="312"/>
            <ac:spMk id="3" creationId="{129FC968-0ECC-7FFC-7BDF-9E013D7B47D7}"/>
          </ac:spMkLst>
        </pc:spChg>
        <pc:spChg chg="add del mod">
          <ac:chgData name="Andrew Bodmer" userId="e78b4f3cb0d7499b" providerId="LiveId" clId="{F57FFF2F-D5F5-D943-AB5B-3E2E2C06F0EE}" dt="2023-09-20T14:19:07.053" v="3925" actId="478"/>
          <ac:spMkLst>
            <pc:docMk/>
            <pc:sldMk cId="2085685854" sldId="312"/>
            <ac:spMk id="4" creationId="{77EBD948-0BAC-F6BF-3057-ACE3869CE0DD}"/>
          </ac:spMkLst>
        </pc:spChg>
        <pc:spChg chg="del">
          <ac:chgData name="Andrew Bodmer" userId="e78b4f3cb0d7499b" providerId="LiveId" clId="{F57FFF2F-D5F5-D943-AB5B-3E2E2C06F0EE}" dt="2023-09-20T14:19:05.252" v="3924" actId="478"/>
          <ac:spMkLst>
            <pc:docMk/>
            <pc:sldMk cId="2085685854" sldId="312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18T14:56:36.944" v="916" actId="20577"/>
          <ac:spMkLst>
            <pc:docMk/>
            <pc:sldMk cId="2085685854" sldId="312"/>
            <ac:spMk id="34820" creationId="{8DCD7CE1-603D-4D59-3DBB-C13C0B6505F0}"/>
          </ac:spMkLst>
        </pc:spChg>
      </pc:sldChg>
      <pc:sldChg chg="modSp add del mod modTransition">
        <pc:chgData name="Andrew Bodmer" userId="e78b4f3cb0d7499b" providerId="LiveId" clId="{F57FFF2F-D5F5-D943-AB5B-3E2E2C06F0EE}" dt="2023-09-20T11:56:34.708" v="1602" actId="2696"/>
        <pc:sldMkLst>
          <pc:docMk/>
          <pc:sldMk cId="1941606781" sldId="313"/>
        </pc:sldMkLst>
        <pc:spChg chg="mod">
          <ac:chgData name="Andrew Bodmer" userId="e78b4f3cb0d7499b" providerId="LiveId" clId="{F57FFF2F-D5F5-D943-AB5B-3E2E2C06F0EE}" dt="2023-09-18T14:57:57.992" v="945" actId="20577"/>
          <ac:spMkLst>
            <pc:docMk/>
            <pc:sldMk cId="1941606781" sldId="313"/>
            <ac:spMk id="34820" creationId="{8DCD7CE1-603D-4D59-3DBB-C13C0B6505F0}"/>
          </ac:spMkLst>
        </pc:spChg>
      </pc:sldChg>
      <pc:sldChg chg="new del">
        <pc:chgData name="Andrew Bodmer" userId="e78b4f3cb0d7499b" providerId="LiveId" clId="{F57FFF2F-D5F5-D943-AB5B-3E2E2C06F0EE}" dt="2023-09-18T14:58:05.503" v="947" actId="680"/>
        <pc:sldMkLst>
          <pc:docMk/>
          <pc:sldMk cId="760154402" sldId="314"/>
        </pc:sldMkLst>
      </pc:sldChg>
      <pc:sldChg chg="addSp modSp add mod modTransition modClrScheme chgLayout">
        <pc:chgData name="Andrew Bodmer" userId="e78b4f3cb0d7499b" providerId="LiveId" clId="{F57FFF2F-D5F5-D943-AB5B-3E2E2C06F0EE}" dt="2023-10-03T16:13:05.425" v="5380" actId="20577"/>
        <pc:sldMkLst>
          <pc:docMk/>
          <pc:sldMk cId="3698070359" sldId="314"/>
        </pc:sldMkLst>
        <pc:spChg chg="mod ord">
          <ac:chgData name="Andrew Bodmer" userId="e78b4f3cb0d7499b" providerId="LiveId" clId="{F57FFF2F-D5F5-D943-AB5B-3E2E2C06F0EE}" dt="2023-10-03T16:13:05.425" v="5380" actId="20577"/>
          <ac:spMkLst>
            <pc:docMk/>
            <pc:sldMk cId="3698070359" sldId="314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10-02T10:16:58.070" v="5351" actId="20577"/>
          <ac:spMkLst>
            <pc:docMk/>
            <pc:sldMk cId="3698070359" sldId="314"/>
            <ac:spMk id="34820" creationId="{8DCD7CE1-603D-4D59-3DBB-C13C0B6505F0}"/>
          </ac:spMkLst>
        </pc:spChg>
        <pc:spChg chg="add mod">
          <ac:chgData name="Andrew Bodmer" userId="e78b4f3cb0d7499b" providerId="LiveId" clId="{F57FFF2F-D5F5-D943-AB5B-3E2E2C06F0EE}" dt="2023-09-20T11:59:02.329" v="1604" actId="26606"/>
          <ac:spMkLst>
            <pc:docMk/>
            <pc:sldMk cId="3698070359" sldId="314"/>
            <ac:spMk id="34825" creationId="{1F2482C2-96C7-FB9F-E27D-093C4B5D172B}"/>
          </ac:spMkLst>
        </pc:spChg>
        <pc:picChg chg="add mod">
          <ac:chgData name="Andrew Bodmer" userId="e78b4f3cb0d7499b" providerId="LiveId" clId="{F57FFF2F-D5F5-D943-AB5B-3E2E2C06F0EE}" dt="2023-09-20T11:59:02.329" v="1604" actId="26606"/>
          <ac:picMkLst>
            <pc:docMk/>
            <pc:sldMk cId="3698070359" sldId="314"/>
            <ac:picMk id="2050" creationId="{5693D764-14FC-7E87-FE60-436B94D32DF4}"/>
          </ac:picMkLst>
        </pc:picChg>
      </pc:sldChg>
      <pc:sldChg chg="modSp add del mod modTransition">
        <pc:chgData name="Andrew Bodmer" userId="e78b4f3cb0d7499b" providerId="LiveId" clId="{F57FFF2F-D5F5-D943-AB5B-3E2E2C06F0EE}" dt="2023-09-20T12:02:45.599" v="1697" actId="2696"/>
        <pc:sldMkLst>
          <pc:docMk/>
          <pc:sldMk cId="1213697189" sldId="315"/>
        </pc:sldMkLst>
        <pc:spChg chg="mod">
          <ac:chgData name="Andrew Bodmer" userId="e78b4f3cb0d7499b" providerId="LiveId" clId="{F57FFF2F-D5F5-D943-AB5B-3E2E2C06F0EE}" dt="2023-09-18T14:58:36.728" v="986" actId="20577"/>
          <ac:spMkLst>
            <pc:docMk/>
            <pc:sldMk cId="1213697189" sldId="315"/>
            <ac:spMk id="34820" creationId="{8DCD7CE1-603D-4D59-3DBB-C13C0B6505F0}"/>
          </ac:spMkLst>
        </pc:spChg>
      </pc:sldChg>
      <pc:sldChg chg="modSp add del mod modTransition">
        <pc:chgData name="Andrew Bodmer" userId="e78b4f3cb0d7499b" providerId="LiveId" clId="{F57FFF2F-D5F5-D943-AB5B-3E2E2C06F0EE}" dt="2023-09-20T12:05:34.422" v="1838" actId="2696"/>
        <pc:sldMkLst>
          <pc:docMk/>
          <pc:sldMk cId="2125965780" sldId="316"/>
        </pc:sldMkLst>
        <pc:spChg chg="mod">
          <ac:chgData name="Andrew Bodmer" userId="e78b4f3cb0d7499b" providerId="LiveId" clId="{F57FFF2F-D5F5-D943-AB5B-3E2E2C06F0EE}" dt="2023-09-18T14:59:15.746" v="1032" actId="20577"/>
          <ac:spMkLst>
            <pc:docMk/>
            <pc:sldMk cId="2125965780" sldId="316"/>
            <ac:spMk id="34820" creationId="{8DCD7CE1-603D-4D59-3DBB-C13C0B6505F0}"/>
          </ac:spMkLst>
        </pc:spChg>
      </pc:sldChg>
      <pc:sldChg chg="addSp delSp modSp add mod modTransition">
        <pc:chgData name="Andrew Bodmer" userId="e78b4f3cb0d7499b" providerId="LiveId" clId="{F57FFF2F-D5F5-D943-AB5B-3E2E2C06F0EE}" dt="2023-09-20T14:37:22.984" v="4681" actId="20577"/>
        <pc:sldMkLst>
          <pc:docMk/>
          <pc:sldMk cId="3700842921" sldId="317"/>
        </pc:sldMkLst>
        <pc:spChg chg="add del mod">
          <ac:chgData name="Andrew Bodmer" userId="e78b4f3cb0d7499b" providerId="LiveId" clId="{F57FFF2F-D5F5-D943-AB5B-3E2E2C06F0EE}" dt="2023-09-20T12:07:50.412" v="1895" actId="478"/>
          <ac:spMkLst>
            <pc:docMk/>
            <pc:sldMk cId="3700842921" sldId="317"/>
            <ac:spMk id="3" creationId="{5EDEC9DB-5031-C6AC-16FC-E6D4BE82DA9C}"/>
          </ac:spMkLst>
        </pc:spChg>
        <pc:spChg chg="add mod">
          <ac:chgData name="Andrew Bodmer" userId="e78b4f3cb0d7499b" providerId="LiveId" clId="{F57FFF2F-D5F5-D943-AB5B-3E2E2C06F0EE}" dt="2023-09-20T14:37:22.984" v="4681" actId="20577"/>
          <ac:spMkLst>
            <pc:docMk/>
            <pc:sldMk cId="3700842921" sldId="317"/>
            <ac:spMk id="8" creationId="{72BE7217-D1CB-3A29-4927-F30C3E2C367A}"/>
          </ac:spMkLst>
        </pc:spChg>
        <pc:spChg chg="del mod">
          <ac:chgData name="Andrew Bodmer" userId="e78b4f3cb0d7499b" providerId="LiveId" clId="{F57FFF2F-D5F5-D943-AB5B-3E2E2C06F0EE}" dt="2023-09-20T12:07:46.752" v="1893" actId="478"/>
          <ac:spMkLst>
            <pc:docMk/>
            <pc:sldMk cId="3700842921" sldId="317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20T12:11:01.360" v="1920" actId="20577"/>
          <ac:spMkLst>
            <pc:docMk/>
            <pc:sldMk cId="3700842921" sldId="317"/>
            <ac:spMk id="34820" creationId="{8DCD7CE1-603D-4D59-3DBB-C13C0B6505F0}"/>
          </ac:spMkLst>
        </pc:spChg>
        <pc:graphicFrameChg chg="add del mod modGraphic">
          <ac:chgData name="Andrew Bodmer" userId="e78b4f3cb0d7499b" providerId="LiveId" clId="{F57FFF2F-D5F5-D943-AB5B-3E2E2C06F0EE}" dt="2023-09-20T12:37:53.435" v="2140" actId="478"/>
          <ac:graphicFrameMkLst>
            <pc:docMk/>
            <pc:sldMk cId="3700842921" sldId="317"/>
            <ac:graphicFrameMk id="2" creationId="{8B916A1E-6D10-53EC-2911-E4A2ADB3511C}"/>
          </ac:graphicFrameMkLst>
        </pc:graphicFrameChg>
        <pc:picChg chg="add mod">
          <ac:chgData name="Andrew Bodmer" userId="e78b4f3cb0d7499b" providerId="LiveId" clId="{F57FFF2F-D5F5-D943-AB5B-3E2E2C06F0EE}" dt="2023-09-20T12:38:57.866" v="2171" actId="1076"/>
          <ac:picMkLst>
            <pc:docMk/>
            <pc:sldMk cId="3700842921" sldId="317"/>
            <ac:picMk id="5" creationId="{38CF924F-8C7A-A8ED-18E9-0CED043178AD}"/>
          </ac:picMkLst>
        </pc:picChg>
        <pc:picChg chg="add mod">
          <ac:chgData name="Andrew Bodmer" userId="e78b4f3cb0d7499b" providerId="LiveId" clId="{F57FFF2F-D5F5-D943-AB5B-3E2E2C06F0EE}" dt="2023-09-20T12:38:56.337" v="2170" actId="1076"/>
          <ac:picMkLst>
            <pc:docMk/>
            <pc:sldMk cId="3700842921" sldId="317"/>
            <ac:picMk id="7" creationId="{0EE52C44-8DFD-5DA5-9071-1B0F914683AF}"/>
          </ac:picMkLst>
        </pc:picChg>
      </pc:sldChg>
      <pc:sldChg chg="addSp delSp modSp add mod modTransition">
        <pc:chgData name="Andrew Bodmer" userId="e78b4f3cb0d7499b" providerId="LiveId" clId="{F57FFF2F-D5F5-D943-AB5B-3E2E2C06F0EE}" dt="2023-10-03T16:13:36.173" v="5384" actId="1076"/>
        <pc:sldMkLst>
          <pc:docMk/>
          <pc:sldMk cId="2055296412" sldId="318"/>
        </pc:sldMkLst>
        <pc:spChg chg="add mod">
          <ac:chgData name="Andrew Bodmer" userId="e78b4f3cb0d7499b" providerId="LiveId" clId="{F57FFF2F-D5F5-D943-AB5B-3E2E2C06F0EE}" dt="2023-10-03T16:13:32.196" v="5383" actId="1076"/>
          <ac:spMkLst>
            <pc:docMk/>
            <pc:sldMk cId="2055296412" sldId="318"/>
            <ac:spMk id="3" creationId="{0886FCA7-AD3C-0738-146F-754195379954}"/>
          </ac:spMkLst>
        </pc:spChg>
        <pc:spChg chg="mod">
          <ac:chgData name="Andrew Bodmer" userId="e78b4f3cb0d7499b" providerId="LiveId" clId="{F57FFF2F-D5F5-D943-AB5B-3E2E2C06F0EE}" dt="2023-10-03T16:13:27.914" v="5382" actId="14100"/>
          <ac:spMkLst>
            <pc:docMk/>
            <pc:sldMk cId="2055296412" sldId="318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20T12:10:56.910" v="1919" actId="20577"/>
          <ac:spMkLst>
            <pc:docMk/>
            <pc:sldMk cId="2055296412" sldId="318"/>
            <ac:spMk id="34820" creationId="{8DCD7CE1-603D-4D59-3DBB-C13C0B6505F0}"/>
          </ac:spMkLst>
        </pc:spChg>
        <pc:graphicFrameChg chg="add del mod modGraphic">
          <ac:chgData name="Andrew Bodmer" userId="e78b4f3cb0d7499b" providerId="LiveId" clId="{F57FFF2F-D5F5-D943-AB5B-3E2E2C06F0EE}" dt="2023-09-20T12:36:01.307" v="2111" actId="478"/>
          <ac:graphicFrameMkLst>
            <pc:docMk/>
            <pc:sldMk cId="2055296412" sldId="318"/>
            <ac:graphicFrameMk id="2" creationId="{978616BB-5844-B191-C3B6-68435BEFF64F}"/>
          </ac:graphicFrameMkLst>
        </pc:graphicFrameChg>
        <pc:picChg chg="add mod">
          <ac:chgData name="Andrew Bodmer" userId="e78b4f3cb0d7499b" providerId="LiveId" clId="{F57FFF2F-D5F5-D943-AB5B-3E2E2C06F0EE}" dt="2023-09-20T12:37:19.867" v="2136" actId="1076"/>
          <ac:picMkLst>
            <pc:docMk/>
            <pc:sldMk cId="2055296412" sldId="318"/>
            <ac:picMk id="4098" creationId="{46FB2030-CB5D-3678-47F5-1378D6DE6E62}"/>
          </ac:picMkLst>
        </pc:picChg>
        <pc:picChg chg="add mod">
          <ac:chgData name="Andrew Bodmer" userId="e78b4f3cb0d7499b" providerId="LiveId" clId="{F57FFF2F-D5F5-D943-AB5B-3E2E2C06F0EE}" dt="2023-10-03T16:13:36.173" v="5384" actId="1076"/>
          <ac:picMkLst>
            <pc:docMk/>
            <pc:sldMk cId="2055296412" sldId="318"/>
            <ac:picMk id="4100" creationId="{EF214DBC-F983-EE3E-04D4-E6ED61804833}"/>
          </ac:picMkLst>
        </pc:picChg>
      </pc:sldChg>
      <pc:sldChg chg="addSp delSp modSp add mod modTransition">
        <pc:chgData name="Andrew Bodmer" userId="e78b4f3cb0d7499b" providerId="LiveId" clId="{F57FFF2F-D5F5-D943-AB5B-3E2E2C06F0EE}" dt="2023-09-20T12:34:38.628" v="2084" actId="1076"/>
        <pc:sldMkLst>
          <pc:docMk/>
          <pc:sldMk cId="3237634682" sldId="319"/>
        </pc:sldMkLst>
        <pc:spChg chg="add del mod">
          <ac:chgData name="Andrew Bodmer" userId="e78b4f3cb0d7499b" providerId="LiveId" clId="{F57FFF2F-D5F5-D943-AB5B-3E2E2C06F0EE}" dt="2023-09-20T12:09:22.324" v="1905" actId="478"/>
          <ac:spMkLst>
            <pc:docMk/>
            <pc:sldMk cId="3237634682" sldId="319"/>
            <ac:spMk id="3" creationId="{06C0B14A-8AA9-D603-E3DF-00B75B00A5EA}"/>
          </ac:spMkLst>
        </pc:spChg>
        <pc:spChg chg="add mod">
          <ac:chgData name="Andrew Bodmer" userId="e78b4f3cb0d7499b" providerId="LiveId" clId="{F57FFF2F-D5F5-D943-AB5B-3E2E2C06F0EE}" dt="2023-09-20T12:34:38.628" v="2084" actId="1076"/>
          <ac:spMkLst>
            <pc:docMk/>
            <pc:sldMk cId="3237634682" sldId="319"/>
            <ac:spMk id="9" creationId="{50915AEE-F7E4-67AF-6C63-CB44613D2F93}"/>
          </ac:spMkLst>
        </pc:spChg>
        <pc:spChg chg="add mod">
          <ac:chgData name="Andrew Bodmer" userId="e78b4f3cb0d7499b" providerId="LiveId" clId="{F57FFF2F-D5F5-D943-AB5B-3E2E2C06F0EE}" dt="2023-09-20T12:34:01.305" v="2077" actId="20577"/>
          <ac:spMkLst>
            <pc:docMk/>
            <pc:sldMk cId="3237634682" sldId="319"/>
            <ac:spMk id="10" creationId="{13F6223D-104E-D258-9CF7-DB75217CC0DC}"/>
          </ac:spMkLst>
        </pc:spChg>
        <pc:spChg chg="del">
          <ac:chgData name="Andrew Bodmer" userId="e78b4f3cb0d7499b" providerId="LiveId" clId="{F57FFF2F-D5F5-D943-AB5B-3E2E2C06F0EE}" dt="2023-09-20T12:09:20.142" v="1904" actId="478"/>
          <ac:spMkLst>
            <pc:docMk/>
            <pc:sldMk cId="3237634682" sldId="319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20T12:34:29.685" v="2082" actId="1076"/>
          <ac:spMkLst>
            <pc:docMk/>
            <pc:sldMk cId="3237634682" sldId="319"/>
            <ac:spMk id="34820" creationId="{8DCD7CE1-603D-4D59-3DBB-C13C0B6505F0}"/>
          </ac:spMkLst>
        </pc:spChg>
        <pc:graphicFrameChg chg="add del mod modGraphic">
          <ac:chgData name="Andrew Bodmer" userId="e78b4f3cb0d7499b" providerId="LiveId" clId="{F57FFF2F-D5F5-D943-AB5B-3E2E2C06F0EE}" dt="2023-09-20T12:33:17.125" v="2063" actId="478"/>
          <ac:graphicFrameMkLst>
            <pc:docMk/>
            <pc:sldMk cId="3237634682" sldId="319"/>
            <ac:graphicFrameMk id="2" creationId="{DFDDE445-607A-E97E-5AAE-BD5BA000240F}"/>
          </ac:graphicFrameMkLst>
        </pc:graphicFrameChg>
        <pc:graphicFrameChg chg="add del mod">
          <ac:chgData name="Andrew Bodmer" userId="e78b4f3cb0d7499b" providerId="LiveId" clId="{F57FFF2F-D5F5-D943-AB5B-3E2E2C06F0EE}" dt="2023-09-20T12:09:44.882" v="1907"/>
          <ac:graphicFrameMkLst>
            <pc:docMk/>
            <pc:sldMk cId="3237634682" sldId="319"/>
            <ac:graphicFrameMk id="4" creationId="{F65D407B-0398-E0BF-6913-EE488A800040}"/>
          </ac:graphicFrameMkLst>
        </pc:graphicFrameChg>
        <pc:picChg chg="add mod">
          <ac:chgData name="Andrew Bodmer" userId="e78b4f3cb0d7499b" providerId="LiveId" clId="{F57FFF2F-D5F5-D943-AB5B-3E2E2C06F0EE}" dt="2023-09-20T12:33:27.494" v="2065" actId="14100"/>
          <ac:picMkLst>
            <pc:docMk/>
            <pc:sldMk cId="3237634682" sldId="319"/>
            <ac:picMk id="6" creationId="{668303DC-E7A2-22D8-E8C4-EE2D14978723}"/>
          </ac:picMkLst>
        </pc:picChg>
        <pc:picChg chg="add mod">
          <ac:chgData name="Andrew Bodmer" userId="e78b4f3cb0d7499b" providerId="LiveId" clId="{F57FFF2F-D5F5-D943-AB5B-3E2E2C06F0EE}" dt="2023-09-20T12:34:33.258" v="2083" actId="1076"/>
          <ac:picMkLst>
            <pc:docMk/>
            <pc:sldMk cId="3237634682" sldId="319"/>
            <ac:picMk id="8" creationId="{4CCD4708-5F4D-0DE1-F09A-1550C2E0BF20}"/>
          </ac:picMkLst>
        </pc:picChg>
      </pc:sldChg>
      <pc:sldChg chg="new del">
        <pc:chgData name="Andrew Bodmer" userId="e78b4f3cb0d7499b" providerId="LiveId" clId="{F57FFF2F-D5F5-D943-AB5B-3E2E2C06F0EE}" dt="2023-09-18T15:00:18.967" v="1088" actId="680"/>
        <pc:sldMkLst>
          <pc:docMk/>
          <pc:sldMk cId="2150412116" sldId="320"/>
        </pc:sldMkLst>
      </pc:sldChg>
      <pc:sldChg chg="addSp delSp modSp add mod modTransition">
        <pc:chgData name="Andrew Bodmer" userId="e78b4f3cb0d7499b" providerId="LiveId" clId="{F57FFF2F-D5F5-D943-AB5B-3E2E2C06F0EE}" dt="2023-09-20T13:10:35.481" v="2486" actId="113"/>
        <pc:sldMkLst>
          <pc:docMk/>
          <pc:sldMk cId="2553926464" sldId="320"/>
        </pc:sldMkLst>
        <pc:spChg chg="add mod">
          <ac:chgData name="Andrew Bodmer" userId="e78b4f3cb0d7499b" providerId="LiveId" clId="{F57FFF2F-D5F5-D943-AB5B-3E2E2C06F0EE}" dt="2023-09-20T13:10:35.481" v="2486" actId="113"/>
          <ac:spMkLst>
            <pc:docMk/>
            <pc:sldMk cId="2553926464" sldId="320"/>
            <ac:spMk id="2" creationId="{7EF27652-4074-F59C-0B85-E3D1C95AC2F3}"/>
          </ac:spMkLst>
        </pc:spChg>
        <pc:spChg chg="mod">
          <ac:chgData name="Andrew Bodmer" userId="e78b4f3cb0d7499b" providerId="LiveId" clId="{F57FFF2F-D5F5-D943-AB5B-3E2E2C06F0EE}" dt="2023-09-20T13:04:45.830" v="2259" actId="21"/>
          <ac:spMkLst>
            <pc:docMk/>
            <pc:sldMk cId="2553926464" sldId="320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18T15:00:51.527" v="1126" actId="20577"/>
          <ac:spMkLst>
            <pc:docMk/>
            <pc:sldMk cId="2553926464" sldId="320"/>
            <ac:spMk id="34820" creationId="{8DCD7CE1-603D-4D59-3DBB-C13C0B6505F0}"/>
          </ac:spMkLst>
        </pc:spChg>
        <pc:picChg chg="add mod">
          <ac:chgData name="Andrew Bodmer" userId="e78b4f3cb0d7499b" providerId="LiveId" clId="{F57FFF2F-D5F5-D943-AB5B-3E2E2C06F0EE}" dt="2023-09-20T13:10:26.853" v="2484" actId="14100"/>
          <ac:picMkLst>
            <pc:docMk/>
            <pc:sldMk cId="2553926464" sldId="320"/>
            <ac:picMk id="4" creationId="{242B7766-BA65-F813-CFB4-DF3C97DC2C1B}"/>
          </ac:picMkLst>
        </pc:picChg>
        <pc:picChg chg="add del mod">
          <ac:chgData name="Andrew Bodmer" userId="e78b4f3cb0d7499b" providerId="LiveId" clId="{F57FFF2F-D5F5-D943-AB5B-3E2E2C06F0EE}" dt="2023-09-20T13:09:03.962" v="2479" actId="478"/>
          <ac:picMkLst>
            <pc:docMk/>
            <pc:sldMk cId="2553926464" sldId="320"/>
            <ac:picMk id="8194" creationId="{FED19535-341B-45EE-284C-CAD628C6F758}"/>
          </ac:picMkLst>
        </pc:picChg>
      </pc:sldChg>
      <pc:sldChg chg="addSp delSp modSp add mod modTransition modClrScheme chgLayout">
        <pc:chgData name="Andrew Bodmer" userId="e78b4f3cb0d7499b" providerId="LiveId" clId="{F57FFF2F-D5F5-D943-AB5B-3E2E2C06F0EE}" dt="2023-09-20T13:37:13.327" v="3104" actId="20577"/>
        <pc:sldMkLst>
          <pc:docMk/>
          <pc:sldMk cId="665867568" sldId="321"/>
        </pc:sldMkLst>
        <pc:spChg chg="mod ord">
          <ac:chgData name="Andrew Bodmer" userId="e78b4f3cb0d7499b" providerId="LiveId" clId="{F57FFF2F-D5F5-D943-AB5B-3E2E2C06F0EE}" dt="2023-09-20T13:37:13.327" v="3104" actId="20577"/>
          <ac:spMkLst>
            <pc:docMk/>
            <pc:sldMk cId="665867568" sldId="321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20T13:22:18.167" v="2850" actId="1076"/>
          <ac:spMkLst>
            <pc:docMk/>
            <pc:sldMk cId="665867568" sldId="321"/>
            <ac:spMk id="34820" creationId="{8DCD7CE1-603D-4D59-3DBB-C13C0B6505F0}"/>
          </ac:spMkLst>
        </pc:spChg>
        <pc:spChg chg="add del mod">
          <ac:chgData name="Andrew Bodmer" userId="e78b4f3cb0d7499b" providerId="LiveId" clId="{F57FFF2F-D5F5-D943-AB5B-3E2E2C06F0EE}" dt="2023-09-20T13:21:57.362" v="2844" actId="478"/>
          <ac:spMkLst>
            <pc:docMk/>
            <pc:sldMk cId="665867568" sldId="321"/>
            <ac:spMk id="34822" creationId="{7446EAC9-49F4-D4F3-BA88-58CC84215ABB}"/>
          </ac:spMkLst>
        </pc:spChg>
        <pc:spChg chg="add del mod">
          <ac:chgData name="Andrew Bodmer" userId="e78b4f3cb0d7499b" providerId="LiveId" clId="{F57FFF2F-D5F5-D943-AB5B-3E2E2C06F0EE}" dt="2023-09-20T13:21:55.673" v="2843" actId="478"/>
          <ac:spMkLst>
            <pc:docMk/>
            <pc:sldMk cId="665867568" sldId="321"/>
            <ac:spMk id="34823" creationId="{D5FC086E-065B-3AEE-7F24-A4B37337C9C2}"/>
          </ac:spMkLst>
        </pc:spChg>
        <pc:spChg chg="add mod">
          <ac:chgData name="Andrew Bodmer" userId="e78b4f3cb0d7499b" providerId="LiveId" clId="{F57FFF2F-D5F5-D943-AB5B-3E2E2C06F0EE}" dt="2023-09-20T13:21:52.047" v="2842" actId="26606"/>
          <ac:spMkLst>
            <pc:docMk/>
            <pc:sldMk cId="665867568" sldId="321"/>
            <ac:spMk id="34824" creationId="{B1B437D5-564E-26D7-FEFF-1B70B944ED92}"/>
          </ac:spMkLst>
        </pc:spChg>
        <pc:spChg chg="add del mod">
          <ac:chgData name="Andrew Bodmer" userId="e78b4f3cb0d7499b" providerId="LiveId" clId="{F57FFF2F-D5F5-D943-AB5B-3E2E2C06F0EE}" dt="2023-09-20T13:21:30.992" v="2837" actId="26606"/>
          <ac:spMkLst>
            <pc:docMk/>
            <pc:sldMk cId="665867568" sldId="321"/>
            <ac:spMk id="34825" creationId="{345BE14D-1756-CA71-4D16-8363E2E28FB7}"/>
          </ac:spMkLst>
        </pc:spChg>
        <pc:spChg chg="add del mod">
          <ac:chgData name="Andrew Bodmer" userId="e78b4f3cb0d7499b" providerId="LiveId" clId="{F57FFF2F-D5F5-D943-AB5B-3E2E2C06F0EE}" dt="2023-09-20T13:21:41.499" v="2839" actId="26606"/>
          <ac:spMkLst>
            <pc:docMk/>
            <pc:sldMk cId="665867568" sldId="321"/>
            <ac:spMk id="34827" creationId="{9708184D-FC50-1EAA-CCC7-531EED9B51FD}"/>
          </ac:spMkLst>
        </pc:spChg>
        <pc:spChg chg="add del mod">
          <ac:chgData name="Andrew Bodmer" userId="e78b4f3cb0d7499b" providerId="LiveId" clId="{F57FFF2F-D5F5-D943-AB5B-3E2E2C06F0EE}" dt="2023-09-20T13:21:41.499" v="2839" actId="26606"/>
          <ac:spMkLst>
            <pc:docMk/>
            <pc:sldMk cId="665867568" sldId="321"/>
            <ac:spMk id="34828" creationId="{1BB0B982-A42A-5726-9C30-751AE12A7278}"/>
          </ac:spMkLst>
        </pc:spChg>
        <pc:spChg chg="add del mod">
          <ac:chgData name="Andrew Bodmer" userId="e78b4f3cb0d7499b" providerId="LiveId" clId="{F57FFF2F-D5F5-D943-AB5B-3E2E2C06F0EE}" dt="2023-09-20T13:21:41.499" v="2839" actId="26606"/>
          <ac:spMkLst>
            <pc:docMk/>
            <pc:sldMk cId="665867568" sldId="321"/>
            <ac:spMk id="34829" creationId="{8DBE0910-688D-3997-35F2-7D73C5D24910}"/>
          </ac:spMkLst>
        </pc:spChg>
        <pc:picChg chg="add mod">
          <ac:chgData name="Andrew Bodmer" userId="e78b4f3cb0d7499b" providerId="LiveId" clId="{F57FFF2F-D5F5-D943-AB5B-3E2E2C06F0EE}" dt="2023-09-20T13:22:20.626" v="2851" actId="1076"/>
          <ac:picMkLst>
            <pc:docMk/>
            <pc:sldMk cId="665867568" sldId="321"/>
            <ac:picMk id="3" creationId="{30C9B3CF-45B8-BB03-68DC-06C37A375877}"/>
          </ac:picMkLst>
        </pc:picChg>
      </pc:sldChg>
      <pc:sldChg chg="addSp modSp add mod modTransition">
        <pc:chgData name="Andrew Bodmer" userId="e78b4f3cb0d7499b" providerId="LiveId" clId="{F57FFF2F-D5F5-D943-AB5B-3E2E2C06F0EE}" dt="2023-10-03T16:14:37.674" v="5389" actId="33524"/>
        <pc:sldMkLst>
          <pc:docMk/>
          <pc:sldMk cId="786175418" sldId="322"/>
        </pc:sldMkLst>
        <pc:spChg chg="add mod">
          <ac:chgData name="Andrew Bodmer" userId="e78b4f3cb0d7499b" providerId="LiveId" clId="{F57FFF2F-D5F5-D943-AB5B-3E2E2C06F0EE}" dt="2023-10-03T16:14:37.674" v="5389" actId="33524"/>
          <ac:spMkLst>
            <pc:docMk/>
            <pc:sldMk cId="786175418" sldId="322"/>
            <ac:spMk id="2" creationId="{1F63A421-0A0D-719B-9C10-E4B1250B0649}"/>
          </ac:spMkLst>
        </pc:spChg>
        <pc:spChg chg="mod">
          <ac:chgData name="Andrew Bodmer" userId="e78b4f3cb0d7499b" providerId="LiveId" clId="{F57FFF2F-D5F5-D943-AB5B-3E2E2C06F0EE}" dt="2023-09-20T13:32:56.822" v="2972" actId="255"/>
          <ac:spMkLst>
            <pc:docMk/>
            <pc:sldMk cId="786175418" sldId="322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18T15:01:13.471" v="1169" actId="20577"/>
          <ac:spMkLst>
            <pc:docMk/>
            <pc:sldMk cId="786175418" sldId="322"/>
            <ac:spMk id="34820" creationId="{8DCD7CE1-603D-4D59-3DBB-C13C0B6505F0}"/>
          </ac:spMkLst>
        </pc:spChg>
      </pc:sldChg>
      <pc:sldChg chg="addSp modSp add mod modTransition modClrScheme chgLayout">
        <pc:chgData name="Andrew Bodmer" userId="e78b4f3cb0d7499b" providerId="LiveId" clId="{F57FFF2F-D5F5-D943-AB5B-3E2E2C06F0EE}" dt="2023-10-03T16:11:44.545" v="5352" actId="313"/>
        <pc:sldMkLst>
          <pc:docMk/>
          <pc:sldMk cId="4184819660" sldId="323"/>
        </pc:sldMkLst>
        <pc:spChg chg="mod ord">
          <ac:chgData name="Andrew Bodmer" userId="e78b4f3cb0d7499b" providerId="LiveId" clId="{F57FFF2F-D5F5-D943-AB5B-3E2E2C06F0EE}" dt="2023-10-03T16:11:44.545" v="5352" actId="313"/>
          <ac:spMkLst>
            <pc:docMk/>
            <pc:sldMk cId="4184819660" sldId="323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20T13:42:41.621" v="3174" actId="26606"/>
          <ac:spMkLst>
            <pc:docMk/>
            <pc:sldMk cId="4184819660" sldId="323"/>
            <ac:spMk id="34820" creationId="{8DCD7CE1-603D-4D59-3DBB-C13C0B6505F0}"/>
          </ac:spMkLst>
        </pc:spChg>
        <pc:spChg chg="add mod">
          <ac:chgData name="Andrew Bodmer" userId="e78b4f3cb0d7499b" providerId="LiveId" clId="{F57FFF2F-D5F5-D943-AB5B-3E2E2C06F0EE}" dt="2023-09-20T13:42:41.621" v="3174" actId="26606"/>
          <ac:spMkLst>
            <pc:docMk/>
            <pc:sldMk cId="4184819660" sldId="323"/>
            <ac:spMk id="34825" creationId="{D5302026-7005-BDA3-E7FE-306044A3791E}"/>
          </ac:spMkLst>
        </pc:spChg>
        <pc:picChg chg="add mod">
          <ac:chgData name="Andrew Bodmer" userId="e78b4f3cb0d7499b" providerId="LiveId" clId="{F57FFF2F-D5F5-D943-AB5B-3E2E2C06F0EE}" dt="2023-09-20T13:42:41.621" v="3174" actId="26606"/>
          <ac:picMkLst>
            <pc:docMk/>
            <pc:sldMk cId="4184819660" sldId="323"/>
            <ac:picMk id="3" creationId="{E81B1755-A465-2451-D4C1-1243DD1BED1C}"/>
          </ac:picMkLst>
        </pc:picChg>
      </pc:sldChg>
      <pc:sldChg chg="addSp modSp add mod modTransition modClrScheme chgLayout">
        <pc:chgData name="Andrew Bodmer" userId="e78b4f3cb0d7499b" providerId="LiveId" clId="{F57FFF2F-D5F5-D943-AB5B-3E2E2C06F0EE}" dt="2023-09-20T13:47:39.013" v="3208" actId="26606"/>
        <pc:sldMkLst>
          <pc:docMk/>
          <pc:sldMk cId="542581294" sldId="324"/>
        </pc:sldMkLst>
        <pc:spChg chg="mod ord">
          <ac:chgData name="Andrew Bodmer" userId="e78b4f3cb0d7499b" providerId="LiveId" clId="{F57FFF2F-D5F5-D943-AB5B-3E2E2C06F0EE}" dt="2023-09-20T13:47:39.013" v="3208" actId="26606"/>
          <ac:spMkLst>
            <pc:docMk/>
            <pc:sldMk cId="542581294" sldId="324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20T13:47:39.013" v="3208" actId="26606"/>
          <ac:spMkLst>
            <pc:docMk/>
            <pc:sldMk cId="542581294" sldId="324"/>
            <ac:spMk id="34820" creationId="{8DCD7CE1-603D-4D59-3DBB-C13C0B6505F0}"/>
          </ac:spMkLst>
        </pc:spChg>
        <pc:spChg chg="add mod">
          <ac:chgData name="Andrew Bodmer" userId="e78b4f3cb0d7499b" providerId="LiveId" clId="{F57FFF2F-D5F5-D943-AB5B-3E2E2C06F0EE}" dt="2023-09-20T13:47:39.013" v="3208" actId="26606"/>
          <ac:spMkLst>
            <pc:docMk/>
            <pc:sldMk cId="542581294" sldId="324"/>
            <ac:spMk id="34825" creationId="{C3CB05D8-F8DD-1A9D-140D-483297E97760}"/>
          </ac:spMkLst>
        </pc:spChg>
        <pc:picChg chg="add mod">
          <ac:chgData name="Andrew Bodmer" userId="e78b4f3cb0d7499b" providerId="LiveId" clId="{F57FFF2F-D5F5-D943-AB5B-3E2E2C06F0EE}" dt="2023-09-20T13:47:39.013" v="3208" actId="26606"/>
          <ac:picMkLst>
            <pc:docMk/>
            <pc:sldMk cId="542581294" sldId="324"/>
            <ac:picMk id="3" creationId="{7D4CDE18-A0B8-164C-91E5-00FCBBE2225B}"/>
          </ac:picMkLst>
        </pc:picChg>
      </pc:sldChg>
      <pc:sldChg chg="addSp modSp add mod modTransition modClrScheme chgLayout">
        <pc:chgData name="Andrew Bodmer" userId="e78b4f3cb0d7499b" providerId="LiveId" clId="{F57FFF2F-D5F5-D943-AB5B-3E2E2C06F0EE}" dt="2023-09-20T14:38:33.082" v="4730" actId="5793"/>
        <pc:sldMkLst>
          <pc:docMk/>
          <pc:sldMk cId="1487805568" sldId="325"/>
        </pc:sldMkLst>
        <pc:spChg chg="mod ord">
          <ac:chgData name="Andrew Bodmer" userId="e78b4f3cb0d7499b" providerId="LiveId" clId="{F57FFF2F-D5F5-D943-AB5B-3E2E2C06F0EE}" dt="2023-09-20T14:38:33.082" v="4730" actId="5793"/>
          <ac:spMkLst>
            <pc:docMk/>
            <pc:sldMk cId="1487805568" sldId="325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20T13:52:38.486" v="3486" actId="26606"/>
          <ac:spMkLst>
            <pc:docMk/>
            <pc:sldMk cId="1487805568" sldId="325"/>
            <ac:spMk id="34820" creationId="{8DCD7CE1-603D-4D59-3DBB-C13C0B6505F0}"/>
          </ac:spMkLst>
        </pc:spChg>
        <pc:spChg chg="add mod">
          <ac:chgData name="Andrew Bodmer" userId="e78b4f3cb0d7499b" providerId="LiveId" clId="{F57FFF2F-D5F5-D943-AB5B-3E2E2C06F0EE}" dt="2023-09-20T13:52:38.486" v="3486" actId="26606"/>
          <ac:spMkLst>
            <pc:docMk/>
            <pc:sldMk cId="1487805568" sldId="325"/>
            <ac:spMk id="34825" creationId="{6FF47DB2-B38E-378C-CB57-D23E8D6C123E}"/>
          </ac:spMkLst>
        </pc:spChg>
        <pc:picChg chg="add mod">
          <ac:chgData name="Andrew Bodmer" userId="e78b4f3cb0d7499b" providerId="LiveId" clId="{F57FFF2F-D5F5-D943-AB5B-3E2E2C06F0EE}" dt="2023-09-20T13:52:38.486" v="3486" actId="26606"/>
          <ac:picMkLst>
            <pc:docMk/>
            <pc:sldMk cId="1487805568" sldId="325"/>
            <ac:picMk id="9218" creationId="{1C7C515C-4AE9-CBCE-745E-92E24AA31148}"/>
          </ac:picMkLst>
        </pc:picChg>
      </pc:sldChg>
      <pc:sldChg chg="modSp add mod modTransition">
        <pc:chgData name="Andrew Bodmer" userId="e78b4f3cb0d7499b" providerId="LiveId" clId="{F57FFF2F-D5F5-D943-AB5B-3E2E2C06F0EE}" dt="2023-10-03T16:15:47.976" v="5398"/>
        <pc:sldMkLst>
          <pc:docMk/>
          <pc:sldMk cId="207333890" sldId="326"/>
        </pc:sldMkLst>
        <pc:spChg chg="mod">
          <ac:chgData name="Andrew Bodmer" userId="e78b4f3cb0d7499b" providerId="LiveId" clId="{F57FFF2F-D5F5-D943-AB5B-3E2E2C06F0EE}" dt="2023-09-20T13:58:46.284" v="3575" actId="5793"/>
          <ac:spMkLst>
            <pc:docMk/>
            <pc:sldMk cId="207333890" sldId="326"/>
            <ac:spMk id="34831" creationId="{4E3ECE8C-2D5A-5611-C1B4-F9C0D07088D4}"/>
          </ac:spMkLst>
        </pc:spChg>
        <pc:graphicFrameChg chg="mod">
          <ac:chgData name="Andrew Bodmer" userId="e78b4f3cb0d7499b" providerId="LiveId" clId="{F57FFF2F-D5F5-D943-AB5B-3E2E2C06F0EE}" dt="2023-10-03T16:15:47.976" v="5398"/>
          <ac:graphicFrameMkLst>
            <pc:docMk/>
            <pc:sldMk cId="207333890" sldId="326"/>
            <ac:graphicFrameMk id="34822" creationId="{4C8F1A1A-2744-CCB2-7301-CE84C409FCE9}"/>
          </ac:graphicFrameMkLst>
        </pc:graphicFrameChg>
      </pc:sldChg>
      <pc:sldChg chg="add del modTransition">
        <pc:chgData name="Andrew Bodmer" userId="e78b4f3cb0d7499b" providerId="LiveId" clId="{F57FFF2F-D5F5-D943-AB5B-3E2E2C06F0EE}" dt="2023-09-18T15:02:45.771" v="1251"/>
        <pc:sldMkLst>
          <pc:docMk/>
          <pc:sldMk cId="1170228575" sldId="326"/>
        </pc:sldMkLst>
      </pc:sldChg>
      <pc:sldChg chg="modSp add del mod modTransition">
        <pc:chgData name="Andrew Bodmer" userId="e78b4f3cb0d7499b" providerId="LiveId" clId="{F57FFF2F-D5F5-D943-AB5B-3E2E2C06F0EE}" dt="2023-09-20T13:56:44.551" v="3552" actId="2696"/>
        <pc:sldMkLst>
          <pc:docMk/>
          <pc:sldMk cId="3134849184" sldId="326"/>
        </pc:sldMkLst>
        <pc:spChg chg="mod">
          <ac:chgData name="Andrew Bodmer" userId="e78b4f3cb0d7499b" providerId="LiveId" clId="{F57FFF2F-D5F5-D943-AB5B-3E2E2C06F0EE}" dt="2023-09-20T13:53:47.423" v="3490" actId="255"/>
          <ac:spMkLst>
            <pc:docMk/>
            <pc:sldMk cId="3134849184" sldId="326"/>
            <ac:spMk id="34820" creationId="{8DCD7CE1-603D-4D59-3DBB-C13C0B6505F0}"/>
          </ac:spMkLst>
        </pc:spChg>
      </pc:sldChg>
      <pc:sldChg chg="addSp delSp modSp add mod modTransition">
        <pc:chgData name="Andrew Bodmer" userId="e78b4f3cb0d7499b" providerId="LiveId" clId="{F57FFF2F-D5F5-D943-AB5B-3E2E2C06F0EE}" dt="2023-10-03T16:16:00.218" v="5402" actId="5793"/>
        <pc:sldMkLst>
          <pc:docMk/>
          <pc:sldMk cId="1698651448" sldId="327"/>
        </pc:sldMkLst>
        <pc:spChg chg="add mod">
          <ac:chgData name="Andrew Bodmer" userId="e78b4f3cb0d7499b" providerId="LiveId" clId="{F57FFF2F-D5F5-D943-AB5B-3E2E2C06F0EE}" dt="2023-09-26T12:42:52.336" v="5159" actId="113"/>
          <ac:spMkLst>
            <pc:docMk/>
            <pc:sldMk cId="1698651448" sldId="327"/>
            <ac:spMk id="2" creationId="{8EC1CFB0-F954-CBAF-F7CC-899803E59FA1}"/>
          </ac:spMkLst>
        </pc:spChg>
        <pc:spChg chg="add del mod">
          <ac:chgData name="Andrew Bodmer" userId="e78b4f3cb0d7499b" providerId="LiveId" clId="{F57FFF2F-D5F5-D943-AB5B-3E2E2C06F0EE}" dt="2023-09-20T14:03:58.180" v="3609" actId="478"/>
          <ac:spMkLst>
            <pc:docMk/>
            <pc:sldMk cId="1698651448" sldId="327"/>
            <ac:spMk id="3" creationId="{F6E399F2-34D1-F953-FFB8-8ECBD8609C55}"/>
          </ac:spMkLst>
        </pc:spChg>
        <pc:spChg chg="mod">
          <ac:chgData name="Andrew Bodmer" userId="e78b4f3cb0d7499b" providerId="LiveId" clId="{F57FFF2F-D5F5-D943-AB5B-3E2E2C06F0EE}" dt="2023-10-03T16:16:00.218" v="5402" actId="5793"/>
          <ac:spMkLst>
            <pc:docMk/>
            <pc:sldMk cId="1698651448" sldId="327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18T15:03:55.257" v="1351" actId="20577"/>
          <ac:spMkLst>
            <pc:docMk/>
            <pc:sldMk cId="1698651448" sldId="327"/>
            <ac:spMk id="34820" creationId="{8DCD7CE1-603D-4D59-3DBB-C13C0B6505F0}"/>
          </ac:spMkLst>
        </pc:spChg>
      </pc:sldChg>
      <pc:sldChg chg="modSp add del mod modTransition">
        <pc:chgData name="Andrew Bodmer" userId="e78b4f3cb0d7499b" providerId="LiveId" clId="{F57FFF2F-D5F5-D943-AB5B-3E2E2C06F0EE}" dt="2023-09-20T14:00:38.135" v="3577" actId="2696"/>
        <pc:sldMkLst>
          <pc:docMk/>
          <pc:sldMk cId="3721953904" sldId="328"/>
        </pc:sldMkLst>
        <pc:spChg chg="mod">
          <ac:chgData name="Andrew Bodmer" userId="e78b4f3cb0d7499b" providerId="LiveId" clId="{F57FFF2F-D5F5-D943-AB5B-3E2E2C06F0EE}" dt="2023-09-18T15:05:49.124" v="1441" actId="20577"/>
          <ac:spMkLst>
            <pc:docMk/>
            <pc:sldMk cId="3721953904" sldId="328"/>
            <ac:spMk id="34820" creationId="{8DCD7CE1-603D-4D59-3DBB-C13C0B6505F0}"/>
          </ac:spMkLst>
        </pc:spChg>
      </pc:sldChg>
      <pc:sldChg chg="modSp add del mod modTransition">
        <pc:chgData name="Andrew Bodmer" userId="e78b4f3cb0d7499b" providerId="LiveId" clId="{F57FFF2F-D5F5-D943-AB5B-3E2E2C06F0EE}" dt="2023-09-20T14:09:10.670" v="3698" actId="2696"/>
        <pc:sldMkLst>
          <pc:docMk/>
          <pc:sldMk cId="2778299267" sldId="329"/>
        </pc:sldMkLst>
        <pc:spChg chg="mod">
          <ac:chgData name="Andrew Bodmer" userId="e78b4f3cb0d7499b" providerId="LiveId" clId="{F57FFF2F-D5F5-D943-AB5B-3E2E2C06F0EE}" dt="2023-09-18T15:04:52.305" v="1411" actId="20577"/>
          <ac:spMkLst>
            <pc:docMk/>
            <pc:sldMk cId="2778299267" sldId="329"/>
            <ac:spMk id="34820" creationId="{8DCD7CE1-603D-4D59-3DBB-C13C0B6505F0}"/>
          </ac:spMkLst>
        </pc:spChg>
      </pc:sldChg>
      <pc:sldChg chg="add del modTransition">
        <pc:chgData name="Andrew Bodmer" userId="e78b4f3cb0d7499b" providerId="LiveId" clId="{F57FFF2F-D5F5-D943-AB5B-3E2E2C06F0EE}" dt="2023-09-18T15:06:39.320" v="1469" actId="2696"/>
        <pc:sldMkLst>
          <pc:docMk/>
          <pc:sldMk cId="1805000638" sldId="330"/>
        </pc:sldMkLst>
      </pc:sldChg>
      <pc:sldChg chg="modSp add del mod modTransition">
        <pc:chgData name="Andrew Bodmer" userId="e78b4f3cb0d7499b" providerId="LiveId" clId="{F57FFF2F-D5F5-D943-AB5B-3E2E2C06F0EE}" dt="2023-09-20T14:07:03.365" v="3648" actId="2696"/>
        <pc:sldMkLst>
          <pc:docMk/>
          <pc:sldMk cId="1686854153" sldId="331"/>
        </pc:sldMkLst>
        <pc:spChg chg="mod">
          <ac:chgData name="Andrew Bodmer" userId="e78b4f3cb0d7499b" providerId="LiveId" clId="{F57FFF2F-D5F5-D943-AB5B-3E2E2C06F0EE}" dt="2023-09-20T14:06:56.925" v="3647" actId="14100"/>
          <ac:spMkLst>
            <pc:docMk/>
            <pc:sldMk cId="1686854153" sldId="331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18T15:05:44.200" v="1439" actId="20577"/>
          <ac:spMkLst>
            <pc:docMk/>
            <pc:sldMk cId="1686854153" sldId="331"/>
            <ac:spMk id="34820" creationId="{8DCD7CE1-603D-4D59-3DBB-C13C0B6505F0}"/>
          </ac:spMkLst>
        </pc:spChg>
      </pc:sldChg>
      <pc:sldChg chg="modSp add del mod modTransition">
        <pc:chgData name="Andrew Bodmer" userId="e78b4f3cb0d7499b" providerId="LiveId" clId="{F57FFF2F-D5F5-D943-AB5B-3E2E2C06F0EE}" dt="2023-09-20T13:56:55.612" v="3554" actId="2696"/>
        <pc:sldMkLst>
          <pc:docMk/>
          <pc:sldMk cId="3383696505" sldId="332"/>
        </pc:sldMkLst>
        <pc:spChg chg="mod">
          <ac:chgData name="Andrew Bodmer" userId="e78b4f3cb0d7499b" providerId="LiveId" clId="{F57FFF2F-D5F5-D943-AB5B-3E2E2C06F0EE}" dt="2023-09-18T15:06:30.358" v="1466" actId="20577"/>
          <ac:spMkLst>
            <pc:docMk/>
            <pc:sldMk cId="3383696505" sldId="332"/>
            <ac:spMk id="34820" creationId="{8DCD7CE1-603D-4D59-3DBB-C13C0B6505F0}"/>
          </ac:spMkLst>
        </pc:spChg>
      </pc:sldChg>
      <pc:sldChg chg="addSp delSp modSp add mod modTransition">
        <pc:chgData name="Andrew Bodmer" userId="e78b4f3cb0d7499b" providerId="LiveId" clId="{F57FFF2F-D5F5-D943-AB5B-3E2E2C06F0EE}" dt="2023-10-03T16:12:11.811" v="5362" actId="20577"/>
        <pc:sldMkLst>
          <pc:docMk/>
          <pc:sldMk cId="2450748708" sldId="333"/>
        </pc:sldMkLst>
        <pc:spChg chg="mod">
          <ac:chgData name="Andrew Bodmer" userId="e78b4f3cb0d7499b" providerId="LiveId" clId="{F57FFF2F-D5F5-D943-AB5B-3E2E2C06F0EE}" dt="2023-09-20T11:53:52.967" v="1487" actId="26606"/>
          <ac:spMkLst>
            <pc:docMk/>
            <pc:sldMk cId="2450748708" sldId="333"/>
            <ac:spMk id="2" creationId="{40DEC221-1E73-B0D7-A523-1EF3A8A65E91}"/>
          </ac:spMkLst>
        </pc:spChg>
        <pc:spChg chg="add del mod">
          <ac:chgData name="Andrew Bodmer" userId="e78b4f3cb0d7499b" providerId="LiveId" clId="{F57FFF2F-D5F5-D943-AB5B-3E2E2C06F0EE}" dt="2023-09-20T11:53:52.967" v="1487" actId="26606"/>
          <ac:spMkLst>
            <pc:docMk/>
            <pc:sldMk cId="2450748708" sldId="333"/>
            <ac:spMk id="5" creationId="{C294C45E-4F62-90DA-B9A4-AB7F1D94F417}"/>
          </ac:spMkLst>
        </pc:spChg>
        <pc:spChg chg="mod">
          <ac:chgData name="Andrew Bodmer" userId="e78b4f3cb0d7499b" providerId="LiveId" clId="{F57FFF2F-D5F5-D943-AB5B-3E2E2C06F0EE}" dt="2023-10-03T16:12:11.811" v="5362" actId="20577"/>
          <ac:spMkLst>
            <pc:docMk/>
            <pc:sldMk cId="2450748708" sldId="333"/>
            <ac:spMk id="1031" creationId="{2F2088C1-FFCE-CAE1-5E55-639485D7D944}"/>
          </ac:spMkLst>
        </pc:spChg>
        <pc:picChg chg="add mod ord">
          <ac:chgData name="Andrew Bodmer" userId="e78b4f3cb0d7499b" providerId="LiveId" clId="{F57FFF2F-D5F5-D943-AB5B-3E2E2C06F0EE}" dt="2023-09-20T11:53:52.967" v="1487" actId="26606"/>
          <ac:picMkLst>
            <pc:docMk/>
            <pc:sldMk cId="2450748708" sldId="333"/>
            <ac:picMk id="3" creationId="{CE755480-2024-94B0-0C98-99D85387F149}"/>
          </ac:picMkLst>
        </pc:picChg>
        <pc:picChg chg="del">
          <ac:chgData name="Andrew Bodmer" userId="e78b4f3cb0d7499b" providerId="LiveId" clId="{F57FFF2F-D5F5-D943-AB5B-3E2E2C06F0EE}" dt="2023-09-20T11:53:39.239" v="1485" actId="478"/>
          <ac:picMkLst>
            <pc:docMk/>
            <pc:sldMk cId="2450748708" sldId="333"/>
            <ac:picMk id="1026" creationId="{740B4925-35B3-AC30-5EA0-9532AE289FFB}"/>
          </ac:picMkLst>
        </pc:picChg>
      </pc:sldChg>
      <pc:sldChg chg="modSp add mod modTransition">
        <pc:chgData name="Andrew Bodmer" userId="e78b4f3cb0d7499b" providerId="LiveId" clId="{F57FFF2F-D5F5-D943-AB5B-3E2E2C06F0EE}" dt="2023-09-20T12:06:09.892" v="1890" actId="20577"/>
        <pc:sldMkLst>
          <pc:docMk/>
          <pc:sldMk cId="1137523034" sldId="334"/>
        </pc:sldMkLst>
        <pc:spChg chg="mod">
          <ac:chgData name="Andrew Bodmer" userId="e78b4f3cb0d7499b" providerId="LiveId" clId="{F57FFF2F-D5F5-D943-AB5B-3E2E2C06F0EE}" dt="2023-09-20T12:06:09.892" v="1890" actId="20577"/>
          <ac:spMkLst>
            <pc:docMk/>
            <pc:sldMk cId="1137523034" sldId="334"/>
            <ac:spMk id="34819" creationId="{453C7683-8588-7ABC-32E0-8A4E68218620}"/>
          </ac:spMkLst>
        </pc:spChg>
      </pc:sldChg>
      <pc:sldChg chg="addSp delSp modSp new del">
        <pc:chgData name="Andrew Bodmer" userId="e78b4f3cb0d7499b" providerId="LiveId" clId="{F57FFF2F-D5F5-D943-AB5B-3E2E2C06F0EE}" dt="2023-09-20T12:11:04.885" v="1921" actId="2696"/>
        <pc:sldMkLst>
          <pc:docMk/>
          <pc:sldMk cId="2174881796" sldId="335"/>
        </pc:sldMkLst>
        <pc:spChg chg="del">
          <ac:chgData name="Andrew Bodmer" userId="e78b4f3cb0d7499b" providerId="LiveId" clId="{F57FFF2F-D5F5-D943-AB5B-3E2E2C06F0EE}" dt="2023-09-20T12:09:55.496" v="1909"/>
          <ac:spMkLst>
            <pc:docMk/>
            <pc:sldMk cId="2174881796" sldId="335"/>
            <ac:spMk id="3" creationId="{08E234F3-8802-62FB-A1C0-F6864AC1060F}"/>
          </ac:spMkLst>
        </pc:spChg>
        <pc:graphicFrameChg chg="add mod">
          <ac:chgData name="Andrew Bodmer" userId="e78b4f3cb0d7499b" providerId="LiveId" clId="{F57FFF2F-D5F5-D943-AB5B-3E2E2C06F0EE}" dt="2023-09-20T12:09:55.496" v="1909"/>
          <ac:graphicFrameMkLst>
            <pc:docMk/>
            <pc:sldMk cId="2174881796" sldId="335"/>
            <ac:graphicFrameMk id="5" creationId="{E765F70F-FE26-3641-D990-807EFA03FF5E}"/>
          </ac:graphicFrameMkLst>
        </pc:graphicFrameChg>
      </pc:sldChg>
      <pc:sldChg chg="addSp delSp modSp add mod modTransition">
        <pc:chgData name="Andrew Bodmer" userId="e78b4f3cb0d7499b" providerId="LiveId" clId="{F57FFF2F-D5F5-D943-AB5B-3E2E2C06F0EE}" dt="2023-10-03T16:14:12.690" v="5388" actId="1076"/>
        <pc:sldMkLst>
          <pc:docMk/>
          <pc:sldMk cId="969000044" sldId="336"/>
        </pc:sldMkLst>
        <pc:spChg chg="add mod">
          <ac:chgData name="Andrew Bodmer" userId="e78b4f3cb0d7499b" providerId="LiveId" clId="{F57FFF2F-D5F5-D943-AB5B-3E2E2C06F0EE}" dt="2023-10-03T16:14:12.690" v="5388" actId="1076"/>
          <ac:spMkLst>
            <pc:docMk/>
            <pc:sldMk cId="969000044" sldId="336"/>
            <ac:spMk id="2" creationId="{AC6D251B-8AC6-FD24-6A2E-BB246809D551}"/>
          </ac:spMkLst>
        </pc:spChg>
        <pc:spChg chg="add mod">
          <ac:chgData name="Andrew Bodmer" userId="e78b4f3cb0d7499b" providerId="LiveId" clId="{F57FFF2F-D5F5-D943-AB5B-3E2E2C06F0EE}" dt="2023-10-03T16:13:58.016" v="5386" actId="255"/>
          <ac:spMkLst>
            <pc:docMk/>
            <pc:sldMk cId="969000044" sldId="336"/>
            <ac:spMk id="5" creationId="{B617BBB5-8A34-DE1E-D589-707A356B91C2}"/>
          </ac:spMkLst>
        </pc:spChg>
        <pc:spChg chg="mod">
          <ac:chgData name="Andrew Bodmer" userId="e78b4f3cb0d7499b" providerId="LiveId" clId="{F57FFF2F-D5F5-D943-AB5B-3E2E2C06F0EE}" dt="2023-09-20T12:10:50.749" v="1917" actId="20577"/>
          <ac:spMkLst>
            <pc:docMk/>
            <pc:sldMk cId="969000044" sldId="336"/>
            <ac:spMk id="34820" creationId="{8DCD7CE1-603D-4D59-3DBB-C13C0B6505F0}"/>
          </ac:spMkLst>
        </pc:spChg>
        <pc:graphicFrameChg chg="del mod modGraphic">
          <ac:chgData name="Andrew Bodmer" userId="e78b4f3cb0d7499b" providerId="LiveId" clId="{F57FFF2F-D5F5-D943-AB5B-3E2E2C06F0EE}" dt="2023-09-20T12:42:34.862" v="2200" actId="478"/>
          <ac:graphicFrameMkLst>
            <pc:docMk/>
            <pc:sldMk cId="969000044" sldId="336"/>
            <ac:graphicFrameMk id="2" creationId="{DFDDE445-607A-E97E-5AAE-BD5BA000240F}"/>
          </ac:graphicFrameMkLst>
        </pc:graphicFrameChg>
        <pc:picChg chg="add mod">
          <ac:chgData name="Andrew Bodmer" userId="e78b4f3cb0d7499b" providerId="LiveId" clId="{F57FFF2F-D5F5-D943-AB5B-3E2E2C06F0EE}" dt="2023-09-20T12:42:54.820" v="2205" actId="1076"/>
          <ac:picMkLst>
            <pc:docMk/>
            <pc:sldMk cId="969000044" sldId="336"/>
            <ac:picMk id="4" creationId="{5F029248-AE7E-28F2-1B01-0ACB8252A8F6}"/>
          </ac:picMkLst>
        </pc:picChg>
      </pc:sldChg>
      <pc:sldChg chg="addSp modSp add mod modTransition modClrScheme chgLayout">
        <pc:chgData name="Andrew Bodmer" userId="e78b4f3cb0d7499b" providerId="LiveId" clId="{F57FFF2F-D5F5-D943-AB5B-3E2E2C06F0EE}" dt="2023-09-20T13:37:27.195" v="3106" actId="27636"/>
        <pc:sldMkLst>
          <pc:docMk/>
          <pc:sldMk cId="322036874" sldId="337"/>
        </pc:sldMkLst>
        <pc:spChg chg="mod ord">
          <ac:chgData name="Andrew Bodmer" userId="e78b4f3cb0d7499b" providerId="LiveId" clId="{F57FFF2F-D5F5-D943-AB5B-3E2E2C06F0EE}" dt="2023-09-20T13:37:27.195" v="3106" actId="27636"/>
          <ac:spMkLst>
            <pc:docMk/>
            <pc:sldMk cId="322036874" sldId="337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20T13:24:20.444" v="2855" actId="26606"/>
          <ac:spMkLst>
            <pc:docMk/>
            <pc:sldMk cId="322036874" sldId="337"/>
            <ac:spMk id="34820" creationId="{8DCD7CE1-603D-4D59-3DBB-C13C0B6505F0}"/>
          </ac:spMkLst>
        </pc:spChg>
        <pc:spChg chg="add mod">
          <ac:chgData name="Andrew Bodmer" userId="e78b4f3cb0d7499b" providerId="LiveId" clId="{F57FFF2F-D5F5-D943-AB5B-3E2E2C06F0EE}" dt="2023-09-20T13:24:20.444" v="2855" actId="26606"/>
          <ac:spMkLst>
            <pc:docMk/>
            <pc:sldMk cId="322036874" sldId="337"/>
            <ac:spMk id="34825" creationId="{4B591AD4-70F0-851F-5162-EF1D816ADEEF}"/>
          </ac:spMkLst>
        </pc:spChg>
        <pc:picChg chg="add mod">
          <ac:chgData name="Andrew Bodmer" userId="e78b4f3cb0d7499b" providerId="LiveId" clId="{F57FFF2F-D5F5-D943-AB5B-3E2E2C06F0EE}" dt="2023-09-20T13:24:20.444" v="2855" actId="26606"/>
          <ac:picMkLst>
            <pc:docMk/>
            <pc:sldMk cId="322036874" sldId="337"/>
            <ac:picMk id="3" creationId="{927F067B-869A-C4F2-C25D-B04355A2E89E}"/>
          </ac:picMkLst>
        </pc:picChg>
      </pc:sldChg>
      <pc:sldChg chg="modSp add mod modTransition">
        <pc:chgData name="Andrew Bodmer" userId="e78b4f3cb0d7499b" providerId="LiveId" clId="{F57FFF2F-D5F5-D943-AB5B-3E2E2C06F0EE}" dt="2023-09-20T13:55:18.950" v="3549" actId="27636"/>
        <pc:sldMkLst>
          <pc:docMk/>
          <pc:sldMk cId="1249836293" sldId="338"/>
        </pc:sldMkLst>
        <pc:spChg chg="mod">
          <ac:chgData name="Andrew Bodmer" userId="e78b4f3cb0d7499b" providerId="LiveId" clId="{F57FFF2F-D5F5-D943-AB5B-3E2E2C06F0EE}" dt="2023-09-20T13:54:56.537" v="3500" actId="20577"/>
          <ac:spMkLst>
            <pc:docMk/>
            <pc:sldMk cId="1249836293" sldId="338"/>
            <ac:spMk id="34819" creationId="{453C7683-8588-7ABC-32E0-8A4E68218620}"/>
          </ac:spMkLst>
        </pc:spChg>
        <pc:spChg chg="mod">
          <ac:chgData name="Andrew Bodmer" userId="e78b4f3cb0d7499b" providerId="LiveId" clId="{F57FFF2F-D5F5-D943-AB5B-3E2E2C06F0EE}" dt="2023-09-20T13:55:18.950" v="3549" actId="27636"/>
          <ac:spMkLst>
            <pc:docMk/>
            <pc:sldMk cId="1249836293" sldId="338"/>
            <ac:spMk id="34820" creationId="{8DCD7CE1-603D-4D59-3DBB-C13C0B6505F0}"/>
          </ac:spMkLst>
        </pc:spChg>
      </pc:sldChg>
      <pc:sldChg chg="modSp add mod modTransition">
        <pc:chgData name="Andrew Bodmer" userId="e78b4f3cb0d7499b" providerId="LiveId" clId="{F57FFF2F-D5F5-D943-AB5B-3E2E2C06F0EE}" dt="2023-09-20T13:57:03.977" v="3565" actId="20577"/>
        <pc:sldMkLst>
          <pc:docMk/>
          <pc:sldMk cId="282228611" sldId="339"/>
        </pc:sldMkLst>
        <pc:spChg chg="mod">
          <ac:chgData name="Andrew Bodmer" userId="e78b4f3cb0d7499b" providerId="LiveId" clId="{F57FFF2F-D5F5-D943-AB5B-3E2E2C06F0EE}" dt="2023-09-20T13:57:03.977" v="3565" actId="20577"/>
          <ac:spMkLst>
            <pc:docMk/>
            <pc:sldMk cId="282228611" sldId="339"/>
            <ac:spMk id="34825" creationId="{90F11B51-B0B3-C4D9-F9B1-EB8EC191BC1C}"/>
          </ac:spMkLst>
        </pc:spChg>
      </pc:sldChg>
      <pc:sldChg chg="add del modTransition">
        <pc:chgData name="Andrew Bodmer" userId="e78b4f3cb0d7499b" providerId="LiveId" clId="{F57FFF2F-D5F5-D943-AB5B-3E2E2C06F0EE}" dt="2023-09-20T14:01:12.672" v="3580" actId="2696"/>
        <pc:sldMkLst>
          <pc:docMk/>
          <pc:sldMk cId="1130130640" sldId="340"/>
        </pc:sldMkLst>
      </pc:sldChg>
      <pc:sldChg chg="modSp add mod modTransition">
        <pc:chgData name="Andrew Bodmer" userId="e78b4f3cb0d7499b" providerId="LiveId" clId="{F57FFF2F-D5F5-D943-AB5B-3E2E2C06F0EE}" dt="2023-10-03T16:16:16.604" v="5403" actId="1076"/>
        <pc:sldMkLst>
          <pc:docMk/>
          <pc:sldMk cId="1286611574" sldId="341"/>
        </pc:sldMkLst>
        <pc:spChg chg="mod">
          <ac:chgData name="Andrew Bodmer" userId="e78b4f3cb0d7499b" providerId="LiveId" clId="{F57FFF2F-D5F5-D943-AB5B-3E2E2C06F0EE}" dt="2023-09-20T14:02:57.983" v="3608" actId="20577"/>
          <ac:spMkLst>
            <pc:docMk/>
            <pc:sldMk cId="1286611574" sldId="341"/>
            <ac:spMk id="5" creationId="{730427A3-39D2-A567-0370-86CF6A3659A5}"/>
          </ac:spMkLst>
        </pc:spChg>
        <pc:spChg chg="mod">
          <ac:chgData name="Andrew Bodmer" userId="e78b4f3cb0d7499b" providerId="LiveId" clId="{F57FFF2F-D5F5-D943-AB5B-3E2E2C06F0EE}" dt="2023-10-03T16:16:16.604" v="5403" actId="1076"/>
          <ac:spMkLst>
            <pc:docMk/>
            <pc:sldMk cId="1286611574" sldId="341"/>
            <ac:spMk id="34819" creationId="{453C7683-8588-7ABC-32E0-8A4E68218620}"/>
          </ac:spMkLst>
        </pc:spChg>
      </pc:sldChg>
      <pc:sldChg chg="modSp add mod modTransition modClrScheme chgLayout">
        <pc:chgData name="Andrew Bodmer" userId="e78b4f3cb0d7499b" providerId="LiveId" clId="{F57FFF2F-D5F5-D943-AB5B-3E2E2C06F0EE}" dt="2023-10-03T16:16:27.170" v="5404" actId="207"/>
        <pc:sldMkLst>
          <pc:docMk/>
          <pc:sldMk cId="3351725287" sldId="342"/>
        </pc:sldMkLst>
        <pc:spChg chg="mod">
          <ac:chgData name="Andrew Bodmer" userId="e78b4f3cb0d7499b" providerId="LiveId" clId="{F57FFF2F-D5F5-D943-AB5B-3E2E2C06F0EE}" dt="2023-09-20T14:07:44.801" v="3676" actId="27636"/>
          <ac:spMkLst>
            <pc:docMk/>
            <pc:sldMk cId="3351725287" sldId="342"/>
            <ac:spMk id="3" creationId="{24777E4E-E777-DB30-E4EE-60D0C81337E4}"/>
          </ac:spMkLst>
        </pc:spChg>
        <pc:spChg chg="mod">
          <ac:chgData name="Andrew Bodmer" userId="e78b4f3cb0d7499b" providerId="LiveId" clId="{F57FFF2F-D5F5-D943-AB5B-3E2E2C06F0EE}" dt="2023-09-20T14:08:06.014" v="3697" actId="20577"/>
          <ac:spMkLst>
            <pc:docMk/>
            <pc:sldMk cId="3351725287" sldId="342"/>
            <ac:spMk id="34820" creationId="{8DCD7CE1-603D-4D59-3DBB-C13C0B6505F0}"/>
          </ac:spMkLst>
        </pc:spChg>
        <pc:spChg chg="mod">
          <ac:chgData name="Andrew Bodmer" userId="e78b4f3cb0d7499b" providerId="LiveId" clId="{F57FFF2F-D5F5-D943-AB5B-3E2E2C06F0EE}" dt="2023-09-20T14:07:20.636" v="3650" actId="26606"/>
          <ac:spMkLst>
            <pc:docMk/>
            <pc:sldMk cId="3351725287" sldId="342"/>
            <ac:spMk id="34826" creationId="{622F04B3-3F1F-431C-E10B-47A2467887F9}"/>
          </ac:spMkLst>
        </pc:spChg>
        <pc:graphicFrameChg chg="mod modGraphic">
          <ac:chgData name="Andrew Bodmer" userId="e78b4f3cb0d7499b" providerId="LiveId" clId="{F57FFF2F-D5F5-D943-AB5B-3E2E2C06F0EE}" dt="2023-10-03T16:16:27.170" v="5404" actId="207"/>
          <ac:graphicFrameMkLst>
            <pc:docMk/>
            <pc:sldMk cId="3351725287" sldId="342"/>
            <ac:graphicFrameMk id="34822" creationId="{3642D4B6-4BF6-9973-3C7C-BDA936977F75}"/>
          </ac:graphicFrameMkLst>
        </pc:graphicFrameChg>
      </pc:sldChg>
      <pc:sldChg chg="modSp add mod modTransition">
        <pc:chgData name="Andrew Bodmer" userId="e78b4f3cb0d7499b" providerId="LiveId" clId="{F57FFF2F-D5F5-D943-AB5B-3E2E2C06F0EE}" dt="2023-10-03T16:17:20.221" v="5418" actId="20577"/>
        <pc:sldMkLst>
          <pc:docMk/>
          <pc:sldMk cId="362185908" sldId="343"/>
        </pc:sldMkLst>
        <pc:spChg chg="mod">
          <ac:chgData name="Andrew Bodmer" userId="e78b4f3cb0d7499b" providerId="LiveId" clId="{F57FFF2F-D5F5-D943-AB5B-3E2E2C06F0EE}" dt="2023-10-03T16:17:20.221" v="5418" actId="20577"/>
          <ac:spMkLst>
            <pc:docMk/>
            <pc:sldMk cId="362185908" sldId="343"/>
            <ac:spMk id="34819" creationId="{453C7683-8588-7ABC-32E0-8A4E68218620}"/>
          </ac:spMkLst>
        </pc:spChg>
      </pc:sldChg>
      <pc:sldChg chg="add del modTransition">
        <pc:chgData name="Andrew Bodmer" userId="e78b4f3cb0d7499b" providerId="LiveId" clId="{F57FFF2F-D5F5-D943-AB5B-3E2E2C06F0EE}" dt="2023-09-26T12:44:01.696" v="5163" actId="2696"/>
        <pc:sldMkLst>
          <pc:docMk/>
          <pc:sldMk cId="450020765" sldId="344"/>
        </pc:sldMkLst>
      </pc:sldChg>
      <pc:sldChg chg="delSp modSp add mod modTransition">
        <pc:chgData name="Andrew Bodmer" userId="e78b4f3cb0d7499b" providerId="LiveId" clId="{F57FFF2F-D5F5-D943-AB5B-3E2E2C06F0EE}" dt="2023-10-03T16:18:08.030" v="5432" actId="14100"/>
        <pc:sldMkLst>
          <pc:docMk/>
          <pc:sldMk cId="785347138" sldId="345"/>
        </pc:sldMkLst>
        <pc:spChg chg="del mod">
          <ac:chgData name="Andrew Bodmer" userId="e78b4f3cb0d7499b" providerId="LiveId" clId="{F57FFF2F-D5F5-D943-AB5B-3E2E2C06F0EE}" dt="2023-09-20T14:20:14.901" v="3941" actId="478"/>
          <ac:spMkLst>
            <pc:docMk/>
            <pc:sldMk cId="785347138" sldId="345"/>
            <ac:spMk id="3" creationId="{3B8D7C2C-040A-36C9-6119-47CA37F80248}"/>
          </ac:spMkLst>
        </pc:spChg>
        <pc:spChg chg="mod">
          <ac:chgData name="Andrew Bodmer" userId="e78b4f3cb0d7499b" providerId="LiveId" clId="{F57FFF2F-D5F5-D943-AB5B-3E2E2C06F0EE}" dt="2023-10-03T16:18:08.030" v="5432" actId="14100"/>
          <ac:spMkLst>
            <pc:docMk/>
            <pc:sldMk cId="785347138" sldId="345"/>
            <ac:spMk id="4" creationId="{DEF635F1-239F-7CA2-60AF-13B53E0F3ACE}"/>
          </ac:spMkLst>
        </pc:spChg>
        <pc:spChg chg="mod">
          <ac:chgData name="Andrew Bodmer" userId="e78b4f3cb0d7499b" providerId="LiveId" clId="{F57FFF2F-D5F5-D943-AB5B-3E2E2C06F0EE}" dt="2023-09-20T14:21:24.591" v="3965" actId="14100"/>
          <ac:spMkLst>
            <pc:docMk/>
            <pc:sldMk cId="785347138" sldId="345"/>
            <ac:spMk id="34820" creationId="{8DCD7CE1-603D-4D59-3DBB-C13C0B6505F0}"/>
          </ac:spMkLst>
        </pc:spChg>
      </pc:sldChg>
    </pc:docChg>
  </pc:docChgLst>
  <pc:docChgLst>
    <pc:chgData name="Sam Prince" userId="b8c1c271-dd5b-4079-a09a-81f4ce8be867" providerId="ADAL" clId="{4BF266F8-18F4-47FF-AEB7-AFC3D1BE8F24}"/>
    <pc:docChg chg="undo custSel modSld">
      <pc:chgData name="Sam Prince" userId="b8c1c271-dd5b-4079-a09a-81f4ce8be867" providerId="ADAL" clId="{4BF266F8-18F4-47FF-AEB7-AFC3D1BE8F24}" dt="2023-10-06T13:00:20.780" v="778"/>
      <pc:docMkLst>
        <pc:docMk/>
      </pc:docMkLst>
      <pc:sldChg chg="modSp mod addCm">
        <pc:chgData name="Sam Prince" userId="b8c1c271-dd5b-4079-a09a-81f4ce8be867" providerId="ADAL" clId="{4BF266F8-18F4-47FF-AEB7-AFC3D1BE8F24}" dt="2023-10-06T12:57:00.763" v="777"/>
        <pc:sldMkLst>
          <pc:docMk/>
          <pc:sldMk cId="0" sldId="256"/>
        </pc:sldMkLst>
        <pc:spChg chg="mod">
          <ac:chgData name="Sam Prince" userId="b8c1c271-dd5b-4079-a09a-81f4ce8be867" providerId="ADAL" clId="{4BF266F8-18F4-47FF-AEB7-AFC3D1BE8F24}" dt="2023-10-06T11:51:58.145" v="0" actId="20577"/>
          <ac:spMkLst>
            <pc:docMk/>
            <pc:sldMk cId="0" sldId="256"/>
            <ac:spMk id="3" creationId="{986D29E0-B089-110D-BF1E-B3C37F2C37F9}"/>
          </ac:spMkLst>
        </pc:spChg>
      </pc:sldChg>
      <pc:sldChg chg="modSp mod">
        <pc:chgData name="Sam Prince" userId="b8c1c271-dd5b-4079-a09a-81f4ce8be867" providerId="ADAL" clId="{4BF266F8-18F4-47FF-AEB7-AFC3D1BE8F24}" dt="2023-10-06T12:56:18.493" v="776" actId="1076"/>
        <pc:sldMkLst>
          <pc:docMk/>
          <pc:sldMk cId="0" sldId="272"/>
        </pc:sldMkLst>
        <pc:spChg chg="mod">
          <ac:chgData name="Sam Prince" userId="b8c1c271-dd5b-4079-a09a-81f4ce8be867" providerId="ADAL" clId="{4BF266F8-18F4-47FF-AEB7-AFC3D1BE8F24}" dt="2023-10-06T12:56:18.493" v="776" actId="1076"/>
          <ac:spMkLst>
            <pc:docMk/>
            <pc:sldMk cId="0" sldId="272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4BF266F8-18F4-47FF-AEB7-AFC3D1BE8F24}" dt="2023-10-06T12:09:44.465" v="418" actId="179"/>
        <pc:sldMkLst>
          <pc:docMk/>
          <pc:sldMk cId="588007661" sldId="306"/>
        </pc:sldMkLst>
        <pc:spChg chg="mod">
          <ac:chgData name="Sam Prince" userId="b8c1c271-dd5b-4079-a09a-81f4ce8be867" providerId="ADAL" clId="{4BF266F8-18F4-47FF-AEB7-AFC3D1BE8F24}" dt="2023-10-06T12:09:44.465" v="418" actId="179"/>
          <ac:spMkLst>
            <pc:docMk/>
            <pc:sldMk cId="588007661" sldId="306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4BF266F8-18F4-47FF-AEB7-AFC3D1BE8F24}" dt="2023-10-06T12:56:02.468" v="775" actId="1076"/>
        <pc:sldMkLst>
          <pc:docMk/>
          <pc:sldMk cId="2005355495" sldId="308"/>
        </pc:sldMkLst>
        <pc:spChg chg="mod">
          <ac:chgData name="Sam Prince" userId="b8c1c271-dd5b-4079-a09a-81f4ce8be867" providerId="ADAL" clId="{4BF266F8-18F4-47FF-AEB7-AFC3D1BE8F24}" dt="2023-10-06T12:56:02.468" v="775" actId="1076"/>
          <ac:spMkLst>
            <pc:docMk/>
            <pc:sldMk cId="2005355495" sldId="308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4BF266F8-18F4-47FF-AEB7-AFC3D1BE8F24}" dt="2023-10-06T12:55:51.137" v="774" actId="20577"/>
        <pc:sldMkLst>
          <pc:docMk/>
          <pc:sldMk cId="47175209" sldId="309"/>
        </pc:sldMkLst>
        <pc:spChg chg="mod">
          <ac:chgData name="Sam Prince" userId="b8c1c271-dd5b-4079-a09a-81f4ce8be867" providerId="ADAL" clId="{4BF266F8-18F4-47FF-AEB7-AFC3D1BE8F24}" dt="2023-10-06T12:38:31.459" v="666" actId="1076"/>
          <ac:spMkLst>
            <pc:docMk/>
            <pc:sldMk cId="47175209" sldId="309"/>
            <ac:spMk id="2" creationId="{017E7E27-8BB9-8145-97EB-BB3ED9661BF7}"/>
          </ac:spMkLst>
        </pc:spChg>
        <pc:spChg chg="mod">
          <ac:chgData name="Sam Prince" userId="b8c1c271-dd5b-4079-a09a-81f4ce8be867" providerId="ADAL" clId="{4BF266F8-18F4-47FF-AEB7-AFC3D1BE8F24}" dt="2023-10-06T12:39:00.412" v="676" actId="1076"/>
          <ac:spMkLst>
            <pc:docMk/>
            <pc:sldMk cId="47175209" sldId="309"/>
            <ac:spMk id="3" creationId="{3B8D7C2C-040A-36C9-6119-47CA37F80248}"/>
          </ac:spMkLst>
        </pc:spChg>
        <pc:spChg chg="mod">
          <ac:chgData name="Sam Prince" userId="b8c1c271-dd5b-4079-a09a-81f4ce8be867" providerId="ADAL" clId="{4BF266F8-18F4-47FF-AEB7-AFC3D1BE8F24}" dt="2023-10-06T12:55:51.137" v="774" actId="20577"/>
          <ac:spMkLst>
            <pc:docMk/>
            <pc:sldMk cId="47175209" sldId="309"/>
            <ac:spMk id="4" creationId="{DEF635F1-239F-7CA2-60AF-13B53E0F3ACE}"/>
          </ac:spMkLst>
        </pc:spChg>
      </pc:sldChg>
      <pc:sldChg chg="modSp addCm">
        <pc:chgData name="Sam Prince" userId="b8c1c271-dd5b-4079-a09a-81f4ce8be867" providerId="ADAL" clId="{4BF266F8-18F4-47FF-AEB7-AFC3D1BE8F24}" dt="2023-10-06T13:00:20.780" v="778"/>
        <pc:sldMkLst>
          <pc:docMk/>
          <pc:sldMk cId="347786879" sldId="311"/>
        </pc:sldMkLst>
        <pc:graphicFrameChg chg="mod">
          <ac:chgData name="Sam Prince" userId="b8c1c271-dd5b-4079-a09a-81f4ce8be867" providerId="ADAL" clId="{4BF266F8-18F4-47FF-AEB7-AFC3D1BE8F24}" dt="2023-10-06T12:40:46.072" v="718" actId="20577"/>
          <ac:graphicFrameMkLst>
            <pc:docMk/>
            <pc:sldMk cId="347786879" sldId="311"/>
            <ac:graphicFrameMk id="3" creationId="{0278E69B-CCE2-B041-ECEA-06945389FA10}"/>
          </ac:graphicFrameMkLst>
        </pc:graphicFrameChg>
      </pc:sldChg>
      <pc:sldChg chg="modSp mod">
        <pc:chgData name="Sam Prince" userId="b8c1c271-dd5b-4079-a09a-81f4ce8be867" providerId="ADAL" clId="{4BF266F8-18F4-47FF-AEB7-AFC3D1BE8F24}" dt="2023-10-06T12:42:26.128" v="771" actId="6549"/>
        <pc:sldMkLst>
          <pc:docMk/>
          <pc:sldMk cId="2085685854" sldId="312"/>
        </pc:sldMkLst>
        <pc:spChg chg="mod">
          <ac:chgData name="Sam Prince" userId="b8c1c271-dd5b-4079-a09a-81f4ce8be867" providerId="ADAL" clId="{4BF266F8-18F4-47FF-AEB7-AFC3D1BE8F24}" dt="2023-10-06T12:42:26.128" v="771" actId="6549"/>
          <ac:spMkLst>
            <pc:docMk/>
            <pc:sldMk cId="2085685854" sldId="312"/>
            <ac:spMk id="2" creationId="{2ECA0FA0-DF47-A543-227F-449BCC0A7700}"/>
          </ac:spMkLst>
        </pc:spChg>
        <pc:spChg chg="mod">
          <ac:chgData name="Sam Prince" userId="b8c1c271-dd5b-4079-a09a-81f4ce8be867" providerId="ADAL" clId="{4BF266F8-18F4-47FF-AEB7-AFC3D1BE8F24}" dt="2023-10-06T12:41:14.044" v="725" actId="14100"/>
          <ac:spMkLst>
            <pc:docMk/>
            <pc:sldMk cId="2085685854" sldId="312"/>
            <ac:spMk id="3" creationId="{129FC968-0ECC-7FFC-7BDF-9E013D7B47D7}"/>
          </ac:spMkLst>
        </pc:spChg>
      </pc:sldChg>
      <pc:sldChg chg="delSp modSp mod">
        <pc:chgData name="Sam Prince" userId="b8c1c271-dd5b-4079-a09a-81f4ce8be867" providerId="ADAL" clId="{4BF266F8-18F4-47FF-AEB7-AFC3D1BE8F24}" dt="2023-10-06T12:28:02.702" v="506" actId="404"/>
        <pc:sldMkLst>
          <pc:docMk/>
          <pc:sldMk cId="3698070359" sldId="314"/>
        </pc:sldMkLst>
        <pc:spChg chg="mod">
          <ac:chgData name="Sam Prince" userId="b8c1c271-dd5b-4079-a09a-81f4ce8be867" providerId="ADAL" clId="{4BF266F8-18F4-47FF-AEB7-AFC3D1BE8F24}" dt="2023-10-06T11:53:44.476" v="37" actId="14100"/>
          <ac:spMkLst>
            <pc:docMk/>
            <pc:sldMk cId="3698070359" sldId="314"/>
            <ac:spMk id="34819" creationId="{453C7683-8588-7ABC-32E0-8A4E68218620}"/>
          </ac:spMkLst>
        </pc:spChg>
        <pc:spChg chg="mod">
          <ac:chgData name="Sam Prince" userId="b8c1c271-dd5b-4079-a09a-81f4ce8be867" providerId="ADAL" clId="{4BF266F8-18F4-47FF-AEB7-AFC3D1BE8F24}" dt="2023-10-06T12:28:02.702" v="506" actId="404"/>
          <ac:spMkLst>
            <pc:docMk/>
            <pc:sldMk cId="3698070359" sldId="314"/>
            <ac:spMk id="34820" creationId="{8DCD7CE1-603D-4D59-3DBB-C13C0B6505F0}"/>
          </ac:spMkLst>
        </pc:spChg>
        <pc:spChg chg="del">
          <ac:chgData name="Sam Prince" userId="b8c1c271-dd5b-4079-a09a-81f4ce8be867" providerId="ADAL" clId="{4BF266F8-18F4-47FF-AEB7-AFC3D1BE8F24}" dt="2023-10-06T11:53:08.035" v="27" actId="478"/>
          <ac:spMkLst>
            <pc:docMk/>
            <pc:sldMk cId="3698070359" sldId="314"/>
            <ac:spMk id="34825" creationId="{1F2482C2-96C7-FB9F-E27D-093C4B5D172B}"/>
          </ac:spMkLst>
        </pc:spChg>
      </pc:sldChg>
      <pc:sldChg chg="modSp mod">
        <pc:chgData name="Sam Prince" userId="b8c1c271-dd5b-4079-a09a-81f4ce8be867" providerId="ADAL" clId="{4BF266F8-18F4-47FF-AEB7-AFC3D1BE8F24}" dt="2023-10-06T12:28:13.351" v="508" actId="404"/>
        <pc:sldMkLst>
          <pc:docMk/>
          <pc:sldMk cId="3700842921" sldId="317"/>
        </pc:sldMkLst>
        <pc:spChg chg="mod">
          <ac:chgData name="Sam Prince" userId="b8c1c271-dd5b-4079-a09a-81f4ce8be867" providerId="ADAL" clId="{4BF266F8-18F4-47FF-AEB7-AFC3D1BE8F24}" dt="2023-10-06T11:57:46.441" v="120" actId="14100"/>
          <ac:spMkLst>
            <pc:docMk/>
            <pc:sldMk cId="3700842921" sldId="317"/>
            <ac:spMk id="8" creationId="{72BE7217-D1CB-3A29-4927-F30C3E2C367A}"/>
          </ac:spMkLst>
        </pc:spChg>
        <pc:spChg chg="mod">
          <ac:chgData name="Sam Prince" userId="b8c1c271-dd5b-4079-a09a-81f4ce8be867" providerId="ADAL" clId="{4BF266F8-18F4-47FF-AEB7-AFC3D1BE8F24}" dt="2023-10-06T12:28:13.351" v="508" actId="404"/>
          <ac:spMkLst>
            <pc:docMk/>
            <pc:sldMk cId="3700842921" sldId="317"/>
            <ac:spMk id="34820" creationId="{8DCD7CE1-603D-4D59-3DBB-C13C0B6505F0}"/>
          </ac:spMkLst>
        </pc:spChg>
        <pc:picChg chg="mod">
          <ac:chgData name="Sam Prince" userId="b8c1c271-dd5b-4079-a09a-81f4ce8be867" providerId="ADAL" clId="{4BF266F8-18F4-47FF-AEB7-AFC3D1BE8F24}" dt="2023-10-06T11:56:33.336" v="69" actId="1076"/>
          <ac:picMkLst>
            <pc:docMk/>
            <pc:sldMk cId="3700842921" sldId="317"/>
            <ac:picMk id="5" creationId="{38CF924F-8C7A-A8ED-18E9-0CED043178AD}"/>
          </ac:picMkLst>
        </pc:picChg>
        <pc:picChg chg="mod">
          <ac:chgData name="Sam Prince" userId="b8c1c271-dd5b-4079-a09a-81f4ce8be867" providerId="ADAL" clId="{4BF266F8-18F4-47FF-AEB7-AFC3D1BE8F24}" dt="2023-10-06T11:56:35.159" v="70" actId="1076"/>
          <ac:picMkLst>
            <pc:docMk/>
            <pc:sldMk cId="3700842921" sldId="317"/>
            <ac:picMk id="7" creationId="{0EE52C44-8DFD-5DA5-9071-1B0F914683AF}"/>
          </ac:picMkLst>
        </pc:picChg>
      </pc:sldChg>
      <pc:sldChg chg="modSp mod addCm">
        <pc:chgData name="Sam Prince" userId="b8c1c271-dd5b-4079-a09a-81f4ce8be867" providerId="ADAL" clId="{4BF266F8-18F4-47FF-AEB7-AFC3D1BE8F24}" dt="2023-10-06T12:53:49.203" v="773"/>
        <pc:sldMkLst>
          <pc:docMk/>
          <pc:sldMk cId="2055296412" sldId="318"/>
        </pc:sldMkLst>
        <pc:spChg chg="mod">
          <ac:chgData name="Sam Prince" userId="b8c1c271-dd5b-4079-a09a-81f4ce8be867" providerId="ADAL" clId="{4BF266F8-18F4-47FF-AEB7-AFC3D1BE8F24}" dt="2023-10-06T11:59:45.672" v="154" actId="1076"/>
          <ac:spMkLst>
            <pc:docMk/>
            <pc:sldMk cId="2055296412" sldId="318"/>
            <ac:spMk id="3" creationId="{0886FCA7-AD3C-0738-146F-754195379954}"/>
          </ac:spMkLst>
        </pc:spChg>
        <pc:spChg chg="mod">
          <ac:chgData name="Sam Prince" userId="b8c1c271-dd5b-4079-a09a-81f4ce8be867" providerId="ADAL" clId="{4BF266F8-18F4-47FF-AEB7-AFC3D1BE8F24}" dt="2023-10-06T11:59:40.163" v="152" actId="1076"/>
          <ac:spMkLst>
            <pc:docMk/>
            <pc:sldMk cId="2055296412" sldId="318"/>
            <ac:spMk id="34819" creationId="{453C7683-8588-7ABC-32E0-8A4E68218620}"/>
          </ac:spMkLst>
        </pc:spChg>
        <pc:spChg chg="mod">
          <ac:chgData name="Sam Prince" userId="b8c1c271-dd5b-4079-a09a-81f4ce8be867" providerId="ADAL" clId="{4BF266F8-18F4-47FF-AEB7-AFC3D1BE8F24}" dt="2023-10-06T12:28:19.557" v="509" actId="404"/>
          <ac:spMkLst>
            <pc:docMk/>
            <pc:sldMk cId="2055296412" sldId="318"/>
            <ac:spMk id="34820" creationId="{8DCD7CE1-603D-4D59-3DBB-C13C0B6505F0}"/>
          </ac:spMkLst>
        </pc:spChg>
        <pc:picChg chg="mod">
          <ac:chgData name="Sam Prince" userId="b8c1c271-dd5b-4079-a09a-81f4ce8be867" providerId="ADAL" clId="{4BF266F8-18F4-47FF-AEB7-AFC3D1BE8F24}" dt="2023-10-06T11:59:42.039" v="153" actId="1076"/>
          <ac:picMkLst>
            <pc:docMk/>
            <pc:sldMk cId="2055296412" sldId="318"/>
            <ac:picMk id="4098" creationId="{46FB2030-CB5D-3678-47F5-1378D6DE6E62}"/>
          </ac:picMkLst>
        </pc:picChg>
        <pc:picChg chg="mod">
          <ac:chgData name="Sam Prince" userId="b8c1c271-dd5b-4079-a09a-81f4ce8be867" providerId="ADAL" clId="{4BF266F8-18F4-47FF-AEB7-AFC3D1BE8F24}" dt="2023-10-06T11:59:56.200" v="157" actId="1076"/>
          <ac:picMkLst>
            <pc:docMk/>
            <pc:sldMk cId="2055296412" sldId="318"/>
            <ac:picMk id="4100" creationId="{EF214DBC-F983-EE3E-04D4-E6ED61804833}"/>
          </ac:picMkLst>
        </pc:picChg>
      </pc:sldChg>
      <pc:sldChg chg="modSp mod">
        <pc:chgData name="Sam Prince" userId="b8c1c271-dd5b-4079-a09a-81f4ce8be867" providerId="ADAL" clId="{4BF266F8-18F4-47FF-AEB7-AFC3D1BE8F24}" dt="2023-10-06T12:28:32.419" v="512" actId="1076"/>
        <pc:sldMkLst>
          <pc:docMk/>
          <pc:sldMk cId="3237634682" sldId="319"/>
        </pc:sldMkLst>
        <pc:spChg chg="mod">
          <ac:chgData name="Sam Prince" userId="b8c1c271-dd5b-4079-a09a-81f4ce8be867" providerId="ADAL" clId="{4BF266F8-18F4-47FF-AEB7-AFC3D1BE8F24}" dt="2023-10-06T12:28:32.419" v="512" actId="1076"/>
          <ac:spMkLst>
            <pc:docMk/>
            <pc:sldMk cId="3237634682" sldId="319"/>
            <ac:spMk id="9" creationId="{50915AEE-F7E4-67AF-6C63-CB44613D2F93}"/>
          </ac:spMkLst>
        </pc:spChg>
        <pc:spChg chg="mod">
          <ac:chgData name="Sam Prince" userId="b8c1c271-dd5b-4079-a09a-81f4ce8be867" providerId="ADAL" clId="{4BF266F8-18F4-47FF-AEB7-AFC3D1BE8F24}" dt="2023-10-06T12:01:00.608" v="185" actId="20577"/>
          <ac:spMkLst>
            <pc:docMk/>
            <pc:sldMk cId="3237634682" sldId="319"/>
            <ac:spMk id="10" creationId="{13F6223D-104E-D258-9CF7-DB75217CC0DC}"/>
          </ac:spMkLst>
        </pc:spChg>
        <pc:spChg chg="mod">
          <ac:chgData name="Sam Prince" userId="b8c1c271-dd5b-4079-a09a-81f4ce8be867" providerId="ADAL" clId="{4BF266F8-18F4-47FF-AEB7-AFC3D1BE8F24}" dt="2023-10-06T12:28:24.430" v="510" actId="404"/>
          <ac:spMkLst>
            <pc:docMk/>
            <pc:sldMk cId="3237634682" sldId="319"/>
            <ac:spMk id="34820" creationId="{8DCD7CE1-603D-4D59-3DBB-C13C0B6505F0}"/>
          </ac:spMkLst>
        </pc:spChg>
        <pc:picChg chg="mod">
          <ac:chgData name="Sam Prince" userId="b8c1c271-dd5b-4079-a09a-81f4ce8be867" providerId="ADAL" clId="{4BF266F8-18F4-47FF-AEB7-AFC3D1BE8F24}" dt="2023-10-06T12:28:29.683" v="511" actId="14100"/>
          <ac:picMkLst>
            <pc:docMk/>
            <pc:sldMk cId="3237634682" sldId="319"/>
            <ac:picMk id="8" creationId="{4CCD4708-5F4D-0DE1-F09A-1550C2E0BF20}"/>
          </ac:picMkLst>
        </pc:picChg>
      </pc:sldChg>
      <pc:sldChg chg="modSp mod">
        <pc:chgData name="Sam Prince" userId="b8c1c271-dd5b-4079-a09a-81f4ce8be867" providerId="ADAL" clId="{4BF266F8-18F4-47FF-AEB7-AFC3D1BE8F24}" dt="2023-10-06T12:02:34.827" v="227" actId="14100"/>
        <pc:sldMkLst>
          <pc:docMk/>
          <pc:sldMk cId="2553926464" sldId="320"/>
        </pc:sldMkLst>
        <pc:spChg chg="mod">
          <ac:chgData name="Sam Prince" userId="b8c1c271-dd5b-4079-a09a-81f4ce8be867" providerId="ADAL" clId="{4BF266F8-18F4-47FF-AEB7-AFC3D1BE8F24}" dt="2023-10-06T12:02:34.827" v="227" actId="14100"/>
          <ac:spMkLst>
            <pc:docMk/>
            <pc:sldMk cId="2553926464" sldId="320"/>
            <ac:spMk id="2" creationId="{7EF27652-4074-F59C-0B85-E3D1C95AC2F3}"/>
          </ac:spMkLst>
        </pc:spChg>
        <pc:picChg chg="mod">
          <ac:chgData name="Sam Prince" userId="b8c1c271-dd5b-4079-a09a-81f4ce8be867" providerId="ADAL" clId="{4BF266F8-18F4-47FF-AEB7-AFC3D1BE8F24}" dt="2023-10-06T12:02:26.375" v="225" actId="1076"/>
          <ac:picMkLst>
            <pc:docMk/>
            <pc:sldMk cId="2553926464" sldId="320"/>
            <ac:picMk id="4" creationId="{242B7766-BA65-F813-CFB4-DF3C97DC2C1B}"/>
          </ac:picMkLst>
        </pc:picChg>
      </pc:sldChg>
      <pc:sldChg chg="delSp modSp mod">
        <pc:chgData name="Sam Prince" userId="b8c1c271-dd5b-4079-a09a-81f4ce8be867" providerId="ADAL" clId="{4BF266F8-18F4-47FF-AEB7-AFC3D1BE8F24}" dt="2023-10-06T12:28:44.878" v="515" actId="404"/>
        <pc:sldMkLst>
          <pc:docMk/>
          <pc:sldMk cId="665867568" sldId="321"/>
        </pc:sldMkLst>
        <pc:spChg chg="mod">
          <ac:chgData name="Sam Prince" userId="b8c1c271-dd5b-4079-a09a-81f4ce8be867" providerId="ADAL" clId="{4BF266F8-18F4-47FF-AEB7-AFC3D1BE8F24}" dt="2023-10-06T12:04:10.312" v="247" actId="14100"/>
          <ac:spMkLst>
            <pc:docMk/>
            <pc:sldMk cId="665867568" sldId="321"/>
            <ac:spMk id="34819" creationId="{453C7683-8588-7ABC-32E0-8A4E68218620}"/>
          </ac:spMkLst>
        </pc:spChg>
        <pc:spChg chg="mod">
          <ac:chgData name="Sam Prince" userId="b8c1c271-dd5b-4079-a09a-81f4ce8be867" providerId="ADAL" clId="{4BF266F8-18F4-47FF-AEB7-AFC3D1BE8F24}" dt="2023-10-06T12:28:44.878" v="515" actId="404"/>
          <ac:spMkLst>
            <pc:docMk/>
            <pc:sldMk cId="665867568" sldId="321"/>
            <ac:spMk id="34820" creationId="{8DCD7CE1-603D-4D59-3DBB-C13C0B6505F0}"/>
          </ac:spMkLst>
        </pc:spChg>
        <pc:spChg chg="del">
          <ac:chgData name="Sam Prince" userId="b8c1c271-dd5b-4079-a09a-81f4ce8be867" providerId="ADAL" clId="{4BF266F8-18F4-47FF-AEB7-AFC3D1BE8F24}" dt="2023-10-06T12:02:58.149" v="237" actId="478"/>
          <ac:spMkLst>
            <pc:docMk/>
            <pc:sldMk cId="665867568" sldId="321"/>
            <ac:spMk id="34824" creationId="{B1B437D5-564E-26D7-FEFF-1B70B944ED92}"/>
          </ac:spMkLst>
        </pc:spChg>
      </pc:sldChg>
      <pc:sldChg chg="modSp mod addCm">
        <pc:chgData name="Sam Prince" userId="b8c1c271-dd5b-4079-a09a-81f4ce8be867" providerId="ADAL" clId="{4BF266F8-18F4-47FF-AEB7-AFC3D1BE8F24}" dt="2023-10-06T12:53:04.133" v="772"/>
        <pc:sldMkLst>
          <pc:docMk/>
          <pc:sldMk cId="786175418" sldId="322"/>
        </pc:sldMkLst>
        <pc:spChg chg="mod">
          <ac:chgData name="Sam Prince" userId="b8c1c271-dd5b-4079-a09a-81f4ce8be867" providerId="ADAL" clId="{4BF266F8-18F4-47FF-AEB7-AFC3D1BE8F24}" dt="2023-10-06T12:07:21.891" v="319" actId="14100"/>
          <ac:spMkLst>
            <pc:docMk/>
            <pc:sldMk cId="786175418" sldId="322"/>
            <ac:spMk id="2" creationId="{1F63A421-0A0D-719B-9C10-E4B1250B0649}"/>
          </ac:spMkLst>
        </pc:spChg>
        <pc:spChg chg="mod">
          <ac:chgData name="Sam Prince" userId="b8c1c271-dd5b-4079-a09a-81f4ce8be867" providerId="ADAL" clId="{4BF266F8-18F4-47FF-AEB7-AFC3D1BE8F24}" dt="2023-10-06T12:06:31.917" v="299" actId="113"/>
          <ac:spMkLst>
            <pc:docMk/>
            <pc:sldMk cId="786175418" sldId="322"/>
            <ac:spMk id="34819" creationId="{453C7683-8588-7ABC-32E0-8A4E68218620}"/>
          </ac:spMkLst>
        </pc:spChg>
      </pc:sldChg>
      <pc:sldChg chg="delSp modSp mod">
        <pc:chgData name="Sam Prince" userId="b8c1c271-dd5b-4079-a09a-81f4ce8be867" providerId="ADAL" clId="{4BF266F8-18F4-47FF-AEB7-AFC3D1BE8F24}" dt="2023-10-06T12:33:44.297" v="561" actId="255"/>
        <pc:sldMkLst>
          <pc:docMk/>
          <pc:sldMk cId="4184819660" sldId="323"/>
        </pc:sldMkLst>
        <pc:spChg chg="mod">
          <ac:chgData name="Sam Prince" userId="b8c1c271-dd5b-4079-a09a-81f4ce8be867" providerId="ADAL" clId="{4BF266F8-18F4-47FF-AEB7-AFC3D1BE8F24}" dt="2023-10-06T12:30:26.456" v="532" actId="27636"/>
          <ac:spMkLst>
            <pc:docMk/>
            <pc:sldMk cId="4184819660" sldId="323"/>
            <ac:spMk id="34819" creationId="{453C7683-8588-7ABC-32E0-8A4E68218620}"/>
          </ac:spMkLst>
        </pc:spChg>
        <pc:spChg chg="mod">
          <ac:chgData name="Sam Prince" userId="b8c1c271-dd5b-4079-a09a-81f4ce8be867" providerId="ADAL" clId="{4BF266F8-18F4-47FF-AEB7-AFC3D1BE8F24}" dt="2023-10-06T12:33:44.297" v="561" actId="255"/>
          <ac:spMkLst>
            <pc:docMk/>
            <pc:sldMk cId="4184819660" sldId="323"/>
            <ac:spMk id="34820" creationId="{8DCD7CE1-603D-4D59-3DBB-C13C0B6505F0}"/>
          </ac:spMkLst>
        </pc:spChg>
        <pc:spChg chg="del">
          <ac:chgData name="Sam Prince" userId="b8c1c271-dd5b-4079-a09a-81f4ce8be867" providerId="ADAL" clId="{4BF266F8-18F4-47FF-AEB7-AFC3D1BE8F24}" dt="2023-10-06T12:08:06.452" v="328" actId="478"/>
          <ac:spMkLst>
            <pc:docMk/>
            <pc:sldMk cId="4184819660" sldId="323"/>
            <ac:spMk id="34825" creationId="{D5302026-7005-BDA3-E7FE-306044A3791E}"/>
          </ac:spMkLst>
        </pc:spChg>
      </pc:sldChg>
      <pc:sldChg chg="delSp modSp mod">
        <pc:chgData name="Sam Prince" userId="b8c1c271-dd5b-4079-a09a-81f4ce8be867" providerId="ADAL" clId="{4BF266F8-18F4-47FF-AEB7-AFC3D1BE8F24}" dt="2023-10-06T12:33:21.200" v="559" actId="404"/>
        <pc:sldMkLst>
          <pc:docMk/>
          <pc:sldMk cId="542581294" sldId="324"/>
        </pc:sldMkLst>
        <pc:spChg chg="mod">
          <ac:chgData name="Sam Prince" userId="b8c1c271-dd5b-4079-a09a-81f4ce8be867" providerId="ADAL" clId="{4BF266F8-18F4-47FF-AEB7-AFC3D1BE8F24}" dt="2023-10-06T12:09:38.436" v="417" actId="20577"/>
          <ac:spMkLst>
            <pc:docMk/>
            <pc:sldMk cId="542581294" sldId="324"/>
            <ac:spMk id="34819" creationId="{453C7683-8588-7ABC-32E0-8A4E68218620}"/>
          </ac:spMkLst>
        </pc:spChg>
        <pc:spChg chg="mod">
          <ac:chgData name="Sam Prince" userId="b8c1c271-dd5b-4079-a09a-81f4ce8be867" providerId="ADAL" clId="{4BF266F8-18F4-47FF-AEB7-AFC3D1BE8F24}" dt="2023-10-06T12:33:21.200" v="559" actId="404"/>
          <ac:spMkLst>
            <pc:docMk/>
            <pc:sldMk cId="542581294" sldId="324"/>
            <ac:spMk id="34820" creationId="{8DCD7CE1-603D-4D59-3DBB-C13C0B6505F0}"/>
          </ac:spMkLst>
        </pc:spChg>
        <pc:spChg chg="del">
          <ac:chgData name="Sam Prince" userId="b8c1c271-dd5b-4079-a09a-81f4ce8be867" providerId="ADAL" clId="{4BF266F8-18F4-47FF-AEB7-AFC3D1BE8F24}" dt="2023-10-06T12:09:15.807" v="371" actId="478"/>
          <ac:spMkLst>
            <pc:docMk/>
            <pc:sldMk cId="542581294" sldId="324"/>
            <ac:spMk id="34825" creationId="{C3CB05D8-F8DD-1A9D-140D-483297E97760}"/>
          </ac:spMkLst>
        </pc:spChg>
      </pc:sldChg>
      <pc:sldChg chg="delSp modSp mod">
        <pc:chgData name="Sam Prince" userId="b8c1c271-dd5b-4079-a09a-81f4ce8be867" providerId="ADAL" clId="{4BF266F8-18F4-47FF-AEB7-AFC3D1BE8F24}" dt="2023-10-06T12:32:26.918" v="546" actId="27636"/>
        <pc:sldMkLst>
          <pc:docMk/>
          <pc:sldMk cId="1487805568" sldId="325"/>
        </pc:sldMkLst>
        <pc:spChg chg="mod">
          <ac:chgData name="Sam Prince" userId="b8c1c271-dd5b-4079-a09a-81f4ce8be867" providerId="ADAL" clId="{4BF266F8-18F4-47FF-AEB7-AFC3D1BE8F24}" dt="2023-10-06T12:32:26.918" v="546" actId="27636"/>
          <ac:spMkLst>
            <pc:docMk/>
            <pc:sldMk cId="1487805568" sldId="325"/>
            <ac:spMk id="34819" creationId="{453C7683-8588-7ABC-32E0-8A4E68218620}"/>
          </ac:spMkLst>
        </pc:spChg>
        <pc:spChg chg="mod">
          <ac:chgData name="Sam Prince" userId="b8c1c271-dd5b-4079-a09a-81f4ce8be867" providerId="ADAL" clId="{4BF266F8-18F4-47FF-AEB7-AFC3D1BE8F24}" dt="2023-10-06T12:30:51.206" v="537" actId="404"/>
          <ac:spMkLst>
            <pc:docMk/>
            <pc:sldMk cId="1487805568" sldId="325"/>
            <ac:spMk id="34820" creationId="{8DCD7CE1-603D-4D59-3DBB-C13C0B6505F0}"/>
          </ac:spMkLst>
        </pc:spChg>
        <pc:spChg chg="del">
          <ac:chgData name="Sam Prince" userId="b8c1c271-dd5b-4079-a09a-81f4ce8be867" providerId="ADAL" clId="{4BF266F8-18F4-47FF-AEB7-AFC3D1BE8F24}" dt="2023-10-06T12:31:02.111" v="541" actId="478"/>
          <ac:spMkLst>
            <pc:docMk/>
            <pc:sldMk cId="1487805568" sldId="325"/>
            <ac:spMk id="34825" creationId="{6FF47DB2-B38E-378C-CB57-D23E8D6C123E}"/>
          </ac:spMkLst>
        </pc:spChg>
      </pc:sldChg>
      <pc:sldChg chg="delSp modSp mod">
        <pc:chgData name="Sam Prince" userId="b8c1c271-dd5b-4079-a09a-81f4ce8be867" providerId="ADAL" clId="{4BF266F8-18F4-47FF-AEB7-AFC3D1BE8F24}" dt="2023-10-06T12:34:08.671" v="563" actId="404"/>
        <pc:sldMkLst>
          <pc:docMk/>
          <pc:sldMk cId="207333890" sldId="326"/>
        </pc:sldMkLst>
        <pc:spChg chg="mod">
          <ac:chgData name="Sam Prince" userId="b8c1c271-dd5b-4079-a09a-81f4ce8be867" providerId="ADAL" clId="{4BF266F8-18F4-47FF-AEB7-AFC3D1BE8F24}" dt="2023-10-06T12:34:08.671" v="563" actId="404"/>
          <ac:spMkLst>
            <pc:docMk/>
            <pc:sldMk cId="207333890" sldId="326"/>
            <ac:spMk id="34820" creationId="{8DCD7CE1-603D-4D59-3DBB-C13C0B6505F0}"/>
          </ac:spMkLst>
        </pc:spChg>
        <pc:spChg chg="del">
          <ac:chgData name="Sam Prince" userId="b8c1c271-dd5b-4079-a09a-81f4ce8be867" providerId="ADAL" clId="{4BF266F8-18F4-47FF-AEB7-AFC3D1BE8F24}" dt="2023-10-06T12:16:08.941" v="498" actId="478"/>
          <ac:spMkLst>
            <pc:docMk/>
            <pc:sldMk cId="207333890" sldId="326"/>
            <ac:spMk id="34826" creationId="{F392DCC1-B541-D36C-3065-0CB7BFA816CD}"/>
          </ac:spMkLst>
        </pc:spChg>
        <pc:spChg chg="mod">
          <ac:chgData name="Sam Prince" userId="b8c1c271-dd5b-4079-a09a-81f4ce8be867" providerId="ADAL" clId="{4BF266F8-18F4-47FF-AEB7-AFC3D1BE8F24}" dt="2023-10-06T12:16:15.737" v="500" actId="14100"/>
          <ac:spMkLst>
            <pc:docMk/>
            <pc:sldMk cId="207333890" sldId="326"/>
            <ac:spMk id="34831" creationId="{4E3ECE8C-2D5A-5611-C1B4-F9C0D07088D4}"/>
          </ac:spMkLst>
        </pc:spChg>
        <pc:graphicFrameChg chg="mod">
          <ac:chgData name="Sam Prince" userId="b8c1c271-dd5b-4079-a09a-81f4ce8be867" providerId="ADAL" clId="{4BF266F8-18F4-47FF-AEB7-AFC3D1BE8F24}" dt="2023-10-06T12:16:41.082" v="502"/>
          <ac:graphicFrameMkLst>
            <pc:docMk/>
            <pc:sldMk cId="207333890" sldId="326"/>
            <ac:graphicFrameMk id="34822" creationId="{4C8F1A1A-2744-CCB2-7301-CE84C409FCE9}"/>
          </ac:graphicFrameMkLst>
        </pc:graphicFrameChg>
      </pc:sldChg>
      <pc:sldChg chg="modSp mod">
        <pc:chgData name="Sam Prince" userId="b8c1c271-dd5b-4079-a09a-81f4ce8be867" providerId="ADAL" clId="{4BF266F8-18F4-47FF-AEB7-AFC3D1BE8F24}" dt="2023-10-06T12:36:01.956" v="598" actId="20577"/>
        <pc:sldMkLst>
          <pc:docMk/>
          <pc:sldMk cId="1698651448" sldId="327"/>
        </pc:sldMkLst>
        <pc:spChg chg="mod">
          <ac:chgData name="Sam Prince" userId="b8c1c271-dd5b-4079-a09a-81f4ce8be867" providerId="ADAL" clId="{4BF266F8-18F4-47FF-AEB7-AFC3D1BE8F24}" dt="2023-10-06T12:35:47.564" v="595" actId="1076"/>
          <ac:spMkLst>
            <pc:docMk/>
            <pc:sldMk cId="1698651448" sldId="327"/>
            <ac:spMk id="2" creationId="{8EC1CFB0-F954-CBAF-F7CC-899803E59FA1}"/>
          </ac:spMkLst>
        </pc:spChg>
        <pc:spChg chg="mod">
          <ac:chgData name="Sam Prince" userId="b8c1c271-dd5b-4079-a09a-81f4ce8be867" providerId="ADAL" clId="{4BF266F8-18F4-47FF-AEB7-AFC3D1BE8F24}" dt="2023-10-06T12:36:01.956" v="598" actId="20577"/>
          <ac:spMkLst>
            <pc:docMk/>
            <pc:sldMk cId="1698651448" sldId="327"/>
            <ac:spMk id="34819" creationId="{453C7683-8588-7ABC-32E0-8A4E68218620}"/>
          </ac:spMkLst>
        </pc:spChg>
      </pc:sldChg>
      <pc:sldChg chg="delSp modSp mod">
        <pc:chgData name="Sam Prince" userId="b8c1c271-dd5b-4079-a09a-81f4ce8be867" providerId="ADAL" clId="{4BF266F8-18F4-47FF-AEB7-AFC3D1BE8F24}" dt="2023-10-06T12:27:57.526" v="504" actId="404"/>
        <pc:sldMkLst>
          <pc:docMk/>
          <pc:sldMk cId="2450748708" sldId="333"/>
        </pc:sldMkLst>
        <pc:spChg chg="mod">
          <ac:chgData name="Sam Prince" userId="b8c1c271-dd5b-4079-a09a-81f4ce8be867" providerId="ADAL" clId="{4BF266F8-18F4-47FF-AEB7-AFC3D1BE8F24}" dt="2023-10-06T12:27:57.526" v="504" actId="404"/>
          <ac:spMkLst>
            <pc:docMk/>
            <pc:sldMk cId="2450748708" sldId="333"/>
            <ac:spMk id="2" creationId="{40DEC221-1E73-B0D7-A523-1EF3A8A65E91}"/>
          </ac:spMkLst>
        </pc:spChg>
        <pc:spChg chg="del">
          <ac:chgData name="Sam Prince" userId="b8c1c271-dd5b-4079-a09a-81f4ce8be867" providerId="ADAL" clId="{4BF266F8-18F4-47FF-AEB7-AFC3D1BE8F24}" dt="2023-10-06T11:52:23.531" v="3" actId="478"/>
          <ac:spMkLst>
            <pc:docMk/>
            <pc:sldMk cId="2450748708" sldId="333"/>
            <ac:spMk id="4" creationId="{76576307-0C53-2E7A-5128-F0D670DC802E}"/>
          </ac:spMkLst>
        </pc:spChg>
        <pc:spChg chg="mod">
          <ac:chgData name="Sam Prince" userId="b8c1c271-dd5b-4079-a09a-81f4ce8be867" providerId="ADAL" clId="{4BF266F8-18F4-47FF-AEB7-AFC3D1BE8F24}" dt="2023-10-06T11:53:02.137" v="26" actId="6549"/>
          <ac:spMkLst>
            <pc:docMk/>
            <pc:sldMk cId="2450748708" sldId="333"/>
            <ac:spMk id="1031" creationId="{2F2088C1-FFCE-CAE1-5E55-639485D7D944}"/>
          </ac:spMkLst>
        </pc:spChg>
      </pc:sldChg>
      <pc:sldChg chg="modSp mod">
        <pc:chgData name="Sam Prince" userId="b8c1c271-dd5b-4079-a09a-81f4ce8be867" providerId="ADAL" clId="{4BF266F8-18F4-47FF-AEB7-AFC3D1BE8F24}" dt="2023-10-06T12:28:08.518" v="507" actId="404"/>
        <pc:sldMkLst>
          <pc:docMk/>
          <pc:sldMk cId="1137523034" sldId="334"/>
        </pc:sldMkLst>
        <pc:spChg chg="mod">
          <ac:chgData name="Sam Prince" userId="b8c1c271-dd5b-4079-a09a-81f4ce8be867" providerId="ADAL" clId="{4BF266F8-18F4-47FF-AEB7-AFC3D1BE8F24}" dt="2023-10-06T11:54:32.073" v="62" actId="20577"/>
          <ac:spMkLst>
            <pc:docMk/>
            <pc:sldMk cId="1137523034" sldId="334"/>
            <ac:spMk id="34819" creationId="{453C7683-8588-7ABC-32E0-8A4E68218620}"/>
          </ac:spMkLst>
        </pc:spChg>
        <pc:spChg chg="mod">
          <ac:chgData name="Sam Prince" userId="b8c1c271-dd5b-4079-a09a-81f4ce8be867" providerId="ADAL" clId="{4BF266F8-18F4-47FF-AEB7-AFC3D1BE8F24}" dt="2023-10-06T12:28:08.518" v="507" actId="404"/>
          <ac:spMkLst>
            <pc:docMk/>
            <pc:sldMk cId="1137523034" sldId="334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BF266F8-18F4-47FF-AEB7-AFC3D1BE8F24}" dt="2023-10-06T12:28:37.038" v="513" actId="404"/>
        <pc:sldMkLst>
          <pc:docMk/>
          <pc:sldMk cId="969000044" sldId="336"/>
        </pc:sldMkLst>
        <pc:spChg chg="mod">
          <ac:chgData name="Sam Prince" userId="b8c1c271-dd5b-4079-a09a-81f4ce8be867" providerId="ADAL" clId="{4BF266F8-18F4-47FF-AEB7-AFC3D1BE8F24}" dt="2023-10-06T12:01:43.338" v="206" actId="14100"/>
          <ac:spMkLst>
            <pc:docMk/>
            <pc:sldMk cId="969000044" sldId="336"/>
            <ac:spMk id="2" creationId="{AC6D251B-8AC6-FD24-6A2E-BB246809D551}"/>
          </ac:spMkLst>
        </pc:spChg>
        <pc:spChg chg="mod">
          <ac:chgData name="Sam Prince" userId="b8c1c271-dd5b-4079-a09a-81f4ce8be867" providerId="ADAL" clId="{4BF266F8-18F4-47FF-AEB7-AFC3D1BE8F24}" dt="2023-10-06T12:01:59.335" v="215"/>
          <ac:spMkLst>
            <pc:docMk/>
            <pc:sldMk cId="969000044" sldId="336"/>
            <ac:spMk id="5" creationId="{B617BBB5-8A34-DE1E-D589-707A356B91C2}"/>
          </ac:spMkLst>
        </pc:spChg>
        <pc:spChg chg="mod">
          <ac:chgData name="Sam Prince" userId="b8c1c271-dd5b-4079-a09a-81f4ce8be867" providerId="ADAL" clId="{4BF266F8-18F4-47FF-AEB7-AFC3D1BE8F24}" dt="2023-10-06T12:28:37.038" v="513" actId="404"/>
          <ac:spMkLst>
            <pc:docMk/>
            <pc:sldMk cId="969000044" sldId="336"/>
            <ac:spMk id="34820" creationId="{8DCD7CE1-603D-4D59-3DBB-C13C0B6505F0}"/>
          </ac:spMkLst>
        </pc:spChg>
      </pc:sldChg>
      <pc:sldChg chg="delSp modSp mod">
        <pc:chgData name="Sam Prince" userId="b8c1c271-dd5b-4079-a09a-81f4ce8be867" providerId="ADAL" clId="{4BF266F8-18F4-47FF-AEB7-AFC3D1BE8F24}" dt="2023-10-06T12:29:08.085" v="518" actId="14100"/>
        <pc:sldMkLst>
          <pc:docMk/>
          <pc:sldMk cId="322036874" sldId="337"/>
        </pc:sldMkLst>
        <pc:spChg chg="mod">
          <ac:chgData name="Sam Prince" userId="b8c1c271-dd5b-4079-a09a-81f4ce8be867" providerId="ADAL" clId="{4BF266F8-18F4-47FF-AEB7-AFC3D1BE8F24}" dt="2023-10-06T12:29:08.085" v="518" actId="14100"/>
          <ac:spMkLst>
            <pc:docMk/>
            <pc:sldMk cId="322036874" sldId="337"/>
            <ac:spMk id="34819" creationId="{453C7683-8588-7ABC-32E0-8A4E68218620}"/>
          </ac:spMkLst>
        </pc:spChg>
        <pc:spChg chg="mod">
          <ac:chgData name="Sam Prince" userId="b8c1c271-dd5b-4079-a09a-81f4ce8be867" providerId="ADAL" clId="{4BF266F8-18F4-47FF-AEB7-AFC3D1BE8F24}" dt="2023-10-06T12:28:48.671" v="517" actId="404"/>
          <ac:spMkLst>
            <pc:docMk/>
            <pc:sldMk cId="322036874" sldId="337"/>
            <ac:spMk id="34820" creationId="{8DCD7CE1-603D-4D59-3DBB-C13C0B6505F0}"/>
          </ac:spMkLst>
        </pc:spChg>
        <pc:spChg chg="del">
          <ac:chgData name="Sam Prince" userId="b8c1c271-dd5b-4079-a09a-81f4ce8be867" providerId="ADAL" clId="{4BF266F8-18F4-47FF-AEB7-AFC3D1BE8F24}" dt="2023-10-06T12:04:45.971" v="257" actId="478"/>
          <ac:spMkLst>
            <pc:docMk/>
            <pc:sldMk cId="322036874" sldId="337"/>
            <ac:spMk id="34825" creationId="{4B591AD4-70F0-851F-5162-EF1D816ADEEF}"/>
          </ac:spMkLst>
        </pc:spChg>
      </pc:sldChg>
      <pc:sldChg chg="delSp modSp mod">
        <pc:chgData name="Sam Prince" userId="b8c1c271-dd5b-4079-a09a-81f4ce8be867" providerId="ADAL" clId="{4BF266F8-18F4-47FF-AEB7-AFC3D1BE8F24}" dt="2023-10-06T12:33:00.083" v="556" actId="255"/>
        <pc:sldMkLst>
          <pc:docMk/>
          <pc:sldMk cId="1249836293" sldId="338"/>
        </pc:sldMkLst>
        <pc:spChg chg="del">
          <ac:chgData name="Sam Prince" userId="b8c1c271-dd5b-4079-a09a-81f4ce8be867" providerId="ADAL" clId="{4BF266F8-18F4-47FF-AEB7-AFC3D1BE8F24}" dt="2023-10-06T12:12:10.316" v="429" actId="478"/>
          <ac:spMkLst>
            <pc:docMk/>
            <pc:sldMk cId="1249836293" sldId="338"/>
            <ac:spMk id="5" creationId="{0E6589F5-D1B3-21E2-1B39-2730E5FFEBEC}"/>
          </ac:spMkLst>
        </pc:spChg>
        <pc:spChg chg="mod">
          <ac:chgData name="Sam Prince" userId="b8c1c271-dd5b-4079-a09a-81f4ce8be867" providerId="ADAL" clId="{4BF266F8-18F4-47FF-AEB7-AFC3D1BE8F24}" dt="2023-10-06T12:32:48.458" v="554" actId="1076"/>
          <ac:spMkLst>
            <pc:docMk/>
            <pc:sldMk cId="1249836293" sldId="338"/>
            <ac:spMk id="34819" creationId="{453C7683-8588-7ABC-32E0-8A4E68218620}"/>
          </ac:spMkLst>
        </pc:spChg>
        <pc:spChg chg="mod">
          <ac:chgData name="Sam Prince" userId="b8c1c271-dd5b-4079-a09a-81f4ce8be867" providerId="ADAL" clId="{4BF266F8-18F4-47FF-AEB7-AFC3D1BE8F24}" dt="2023-10-06T12:33:00.083" v="556" actId="255"/>
          <ac:spMkLst>
            <pc:docMk/>
            <pc:sldMk cId="1249836293" sldId="338"/>
            <ac:spMk id="34820" creationId="{8DCD7CE1-603D-4D59-3DBB-C13C0B6505F0}"/>
          </ac:spMkLst>
        </pc:spChg>
        <pc:spChg chg="del">
          <ac:chgData name="Sam Prince" userId="b8c1c271-dd5b-4079-a09a-81f4ce8be867" providerId="ADAL" clId="{4BF266F8-18F4-47FF-AEB7-AFC3D1BE8F24}" dt="2023-10-06T12:12:27.902" v="434" actId="478"/>
          <ac:spMkLst>
            <pc:docMk/>
            <pc:sldMk cId="1249836293" sldId="338"/>
            <ac:spMk id="34822" creationId="{94DC8844-F8BB-A82F-DF45-5CC2326C29B8}"/>
          </ac:spMkLst>
        </pc:spChg>
        <pc:graphicFrameChg chg="mod modGraphic">
          <ac:chgData name="Sam Prince" userId="b8c1c271-dd5b-4079-a09a-81f4ce8be867" providerId="ADAL" clId="{4BF266F8-18F4-47FF-AEB7-AFC3D1BE8F24}" dt="2023-10-06T12:32:45.955" v="553" actId="1076"/>
          <ac:graphicFrameMkLst>
            <pc:docMk/>
            <pc:sldMk cId="1249836293" sldId="338"/>
            <ac:graphicFrameMk id="4" creationId="{897FC4FE-FDA7-BDFE-E65B-DB4E8EEA320B}"/>
          </ac:graphicFrameMkLst>
        </pc:graphicFrameChg>
      </pc:sldChg>
      <pc:sldChg chg="delSp modSp mod">
        <pc:chgData name="Sam Prince" userId="b8c1c271-dd5b-4079-a09a-81f4ce8be867" providerId="ADAL" clId="{4BF266F8-18F4-47FF-AEB7-AFC3D1BE8F24}" dt="2023-10-06T12:33:57.886" v="562" actId="403"/>
        <pc:sldMkLst>
          <pc:docMk/>
          <pc:sldMk cId="282228611" sldId="339"/>
        </pc:sldMkLst>
        <pc:spChg chg="mod">
          <ac:chgData name="Sam Prince" userId="b8c1c271-dd5b-4079-a09a-81f4ce8be867" providerId="ADAL" clId="{4BF266F8-18F4-47FF-AEB7-AFC3D1BE8F24}" dt="2023-10-06T12:33:57.886" v="562" actId="403"/>
          <ac:spMkLst>
            <pc:docMk/>
            <pc:sldMk cId="282228611" sldId="339"/>
            <ac:spMk id="2" creationId="{446156C7-ED19-EA30-C6B6-36F736880507}"/>
          </ac:spMkLst>
        </pc:spChg>
        <pc:spChg chg="mod">
          <ac:chgData name="Sam Prince" userId="b8c1c271-dd5b-4079-a09a-81f4ce8be867" providerId="ADAL" clId="{4BF266F8-18F4-47FF-AEB7-AFC3D1BE8F24}" dt="2023-10-06T12:15:32.577" v="487" actId="1076"/>
          <ac:spMkLst>
            <pc:docMk/>
            <pc:sldMk cId="282228611" sldId="339"/>
            <ac:spMk id="34819" creationId="{453C7683-8588-7ABC-32E0-8A4E68218620}"/>
          </ac:spMkLst>
        </pc:spChg>
        <pc:spChg chg="mod">
          <ac:chgData name="Sam Prince" userId="b8c1c271-dd5b-4079-a09a-81f4ce8be867" providerId="ADAL" clId="{4BF266F8-18F4-47FF-AEB7-AFC3D1BE8F24}" dt="2023-10-06T12:33:13.208" v="557" actId="404"/>
          <ac:spMkLst>
            <pc:docMk/>
            <pc:sldMk cId="282228611" sldId="339"/>
            <ac:spMk id="34820" creationId="{8DCD7CE1-603D-4D59-3DBB-C13C0B6505F0}"/>
          </ac:spMkLst>
        </pc:spChg>
        <pc:spChg chg="mod">
          <ac:chgData name="Sam Prince" userId="b8c1c271-dd5b-4079-a09a-81f4ce8be867" providerId="ADAL" clId="{4BF266F8-18F4-47FF-AEB7-AFC3D1BE8F24}" dt="2023-10-06T12:15:07.590" v="470" actId="113"/>
          <ac:spMkLst>
            <pc:docMk/>
            <pc:sldMk cId="282228611" sldId="339"/>
            <ac:spMk id="34825" creationId="{90F11B51-B0B3-C4D9-F9B1-EB8EC191BC1C}"/>
          </ac:spMkLst>
        </pc:spChg>
        <pc:spChg chg="mod">
          <ac:chgData name="Sam Prince" userId="b8c1c271-dd5b-4079-a09a-81f4ce8be867" providerId="ADAL" clId="{4BF266F8-18F4-47FF-AEB7-AFC3D1BE8F24}" dt="2023-10-06T12:15:40.310" v="489" actId="113"/>
          <ac:spMkLst>
            <pc:docMk/>
            <pc:sldMk cId="282228611" sldId="339"/>
            <ac:spMk id="34827" creationId="{A177B198-2D60-DF60-DDDD-C67577FDA900}"/>
          </ac:spMkLst>
        </pc:spChg>
        <pc:spChg chg="del">
          <ac:chgData name="Sam Prince" userId="b8c1c271-dd5b-4079-a09a-81f4ce8be867" providerId="ADAL" clId="{4BF266F8-18F4-47FF-AEB7-AFC3D1BE8F24}" dt="2023-10-06T12:15:53.399" v="494" actId="478"/>
          <ac:spMkLst>
            <pc:docMk/>
            <pc:sldMk cId="282228611" sldId="339"/>
            <ac:spMk id="34829" creationId="{DA98D6C4-5871-65DE-77DD-B8370B033B85}"/>
          </ac:spMkLst>
        </pc:spChg>
      </pc:sldChg>
      <pc:sldChg chg="delSp modSp mod">
        <pc:chgData name="Sam Prince" userId="b8c1c271-dd5b-4079-a09a-81f4ce8be867" providerId="ADAL" clId="{4BF266F8-18F4-47FF-AEB7-AFC3D1BE8F24}" dt="2023-10-06T12:36:56.923" v="627" actId="5793"/>
        <pc:sldMkLst>
          <pc:docMk/>
          <pc:sldMk cId="1286611574" sldId="341"/>
        </pc:sldMkLst>
        <pc:spChg chg="mod">
          <ac:chgData name="Sam Prince" userId="b8c1c271-dd5b-4079-a09a-81f4ce8be867" providerId="ADAL" clId="{4BF266F8-18F4-47FF-AEB7-AFC3D1BE8F24}" dt="2023-10-06T12:36:56.923" v="627" actId="5793"/>
          <ac:spMkLst>
            <pc:docMk/>
            <pc:sldMk cId="1286611574" sldId="341"/>
            <ac:spMk id="5" creationId="{730427A3-39D2-A567-0370-86CF6A3659A5}"/>
          </ac:spMkLst>
        </pc:spChg>
        <pc:spChg chg="mod">
          <ac:chgData name="Sam Prince" userId="b8c1c271-dd5b-4079-a09a-81f4ce8be867" providerId="ADAL" clId="{4BF266F8-18F4-47FF-AEB7-AFC3D1BE8F24}" dt="2023-10-06T12:36:16.376" v="604" actId="403"/>
          <ac:spMkLst>
            <pc:docMk/>
            <pc:sldMk cId="1286611574" sldId="341"/>
            <ac:spMk id="34819" creationId="{453C7683-8588-7ABC-32E0-8A4E68218620}"/>
          </ac:spMkLst>
        </pc:spChg>
        <pc:spChg chg="mod">
          <ac:chgData name="Sam Prince" userId="b8c1c271-dd5b-4079-a09a-81f4ce8be867" providerId="ADAL" clId="{4BF266F8-18F4-47FF-AEB7-AFC3D1BE8F24}" dt="2023-10-06T12:36:08.648" v="601" actId="403"/>
          <ac:spMkLst>
            <pc:docMk/>
            <pc:sldMk cId="1286611574" sldId="341"/>
            <ac:spMk id="34820" creationId="{8DCD7CE1-603D-4D59-3DBB-C13C0B6505F0}"/>
          </ac:spMkLst>
        </pc:spChg>
        <pc:spChg chg="del">
          <ac:chgData name="Sam Prince" userId="b8c1c271-dd5b-4079-a09a-81f4ce8be867" providerId="ADAL" clId="{4BF266F8-18F4-47FF-AEB7-AFC3D1BE8F24}" dt="2023-10-06T12:36:34.123" v="608" actId="478"/>
          <ac:spMkLst>
            <pc:docMk/>
            <pc:sldMk cId="1286611574" sldId="341"/>
            <ac:spMk id="34826" creationId="{2BC4DC33-D2A5-F4BC-5F7F-843254CD48CA}"/>
          </ac:spMkLst>
        </pc:spChg>
      </pc:sldChg>
      <pc:sldChg chg="delSp modSp mod">
        <pc:chgData name="Sam Prince" userId="b8c1c271-dd5b-4079-a09a-81f4ce8be867" providerId="ADAL" clId="{4BF266F8-18F4-47FF-AEB7-AFC3D1BE8F24}" dt="2023-10-06T12:37:21.573" v="633" actId="27636"/>
        <pc:sldMkLst>
          <pc:docMk/>
          <pc:sldMk cId="3351725287" sldId="342"/>
        </pc:sldMkLst>
        <pc:spChg chg="mod">
          <ac:chgData name="Sam Prince" userId="b8c1c271-dd5b-4079-a09a-81f4ce8be867" providerId="ADAL" clId="{4BF266F8-18F4-47FF-AEB7-AFC3D1BE8F24}" dt="2023-10-06T12:37:21.573" v="633" actId="27636"/>
          <ac:spMkLst>
            <pc:docMk/>
            <pc:sldMk cId="3351725287" sldId="342"/>
            <ac:spMk id="3" creationId="{24777E4E-E777-DB30-E4EE-60D0C81337E4}"/>
          </ac:spMkLst>
        </pc:spChg>
        <pc:spChg chg="mod">
          <ac:chgData name="Sam Prince" userId="b8c1c271-dd5b-4079-a09a-81f4ce8be867" providerId="ADAL" clId="{4BF266F8-18F4-47FF-AEB7-AFC3D1BE8F24}" dt="2023-10-06T12:37:04.599" v="629" actId="404"/>
          <ac:spMkLst>
            <pc:docMk/>
            <pc:sldMk cId="3351725287" sldId="342"/>
            <ac:spMk id="34820" creationId="{8DCD7CE1-603D-4D59-3DBB-C13C0B6505F0}"/>
          </ac:spMkLst>
        </pc:spChg>
        <pc:spChg chg="del">
          <ac:chgData name="Sam Prince" userId="b8c1c271-dd5b-4079-a09a-81f4ce8be867" providerId="ADAL" clId="{4BF266F8-18F4-47FF-AEB7-AFC3D1BE8F24}" dt="2023-10-06T12:37:16.603" v="631" actId="478"/>
          <ac:spMkLst>
            <pc:docMk/>
            <pc:sldMk cId="3351725287" sldId="342"/>
            <ac:spMk id="34826" creationId="{622F04B3-3F1F-431C-E10B-47A2467887F9}"/>
          </ac:spMkLst>
        </pc:spChg>
        <pc:graphicFrameChg chg="modGraphic">
          <ac:chgData name="Sam Prince" userId="b8c1c271-dd5b-4079-a09a-81f4ce8be867" providerId="ADAL" clId="{4BF266F8-18F4-47FF-AEB7-AFC3D1BE8F24}" dt="2023-10-06T12:37:09.025" v="630" actId="403"/>
          <ac:graphicFrameMkLst>
            <pc:docMk/>
            <pc:sldMk cId="3351725287" sldId="342"/>
            <ac:graphicFrameMk id="34822" creationId="{3642D4B6-4BF6-9973-3C7C-BDA936977F75}"/>
          </ac:graphicFrameMkLst>
        </pc:graphicFrameChg>
      </pc:sldChg>
      <pc:sldChg chg="modSp mod">
        <pc:chgData name="Sam Prince" userId="b8c1c271-dd5b-4079-a09a-81f4ce8be867" providerId="ADAL" clId="{4BF266F8-18F4-47FF-AEB7-AFC3D1BE8F24}" dt="2023-10-06T12:37:56.238" v="658" actId="20577"/>
        <pc:sldMkLst>
          <pc:docMk/>
          <pc:sldMk cId="362185908" sldId="343"/>
        </pc:sldMkLst>
        <pc:spChg chg="mod">
          <ac:chgData name="Sam Prince" userId="b8c1c271-dd5b-4079-a09a-81f4ce8be867" providerId="ADAL" clId="{4BF266F8-18F4-47FF-AEB7-AFC3D1BE8F24}" dt="2023-10-06T12:37:56.238" v="658" actId="20577"/>
          <ac:spMkLst>
            <pc:docMk/>
            <pc:sldMk cId="362185908" sldId="343"/>
            <ac:spMk id="34819" creationId="{453C7683-8588-7ABC-32E0-8A4E68218620}"/>
          </ac:spMkLst>
        </pc:spChg>
        <pc:spChg chg="mod">
          <ac:chgData name="Sam Prince" userId="b8c1c271-dd5b-4079-a09a-81f4ce8be867" providerId="ADAL" clId="{4BF266F8-18F4-47FF-AEB7-AFC3D1BE8F24}" dt="2023-10-06T12:37:28.327" v="634" actId="404"/>
          <ac:spMkLst>
            <pc:docMk/>
            <pc:sldMk cId="362185908" sldId="343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BF266F8-18F4-47FF-AEB7-AFC3D1BE8F24}" dt="2023-10-06T12:40:23.685" v="717" actId="20577"/>
        <pc:sldMkLst>
          <pc:docMk/>
          <pc:sldMk cId="785347138" sldId="345"/>
        </pc:sldMkLst>
        <pc:spChg chg="mod">
          <ac:chgData name="Sam Prince" userId="b8c1c271-dd5b-4079-a09a-81f4ce8be867" providerId="ADAL" clId="{4BF266F8-18F4-47FF-AEB7-AFC3D1BE8F24}" dt="2023-10-06T12:40:23.685" v="717" actId="20577"/>
          <ac:spMkLst>
            <pc:docMk/>
            <pc:sldMk cId="785347138" sldId="345"/>
            <ac:spMk id="4" creationId="{DEF635F1-239F-7CA2-60AF-13B53E0F3ACE}"/>
          </ac:spMkLst>
        </pc:spChg>
      </pc:sldChg>
    </pc:docChg>
  </pc:docChgLst>
  <pc:docChgLst>
    <pc:chgData name="Sam Prince" userId="b8c1c271-dd5b-4079-a09a-81f4ce8be867" providerId="ADAL" clId="{ECD68F93-DCA1-4817-907A-11DBFCA838DA}"/>
    <pc:docChg chg="undo custSel delSld modSld">
      <pc:chgData name="Sam Prince" userId="b8c1c271-dd5b-4079-a09a-81f4ce8be867" providerId="ADAL" clId="{ECD68F93-DCA1-4817-907A-11DBFCA838DA}" dt="2023-10-20T17:05:35.202" v="181" actId="948"/>
      <pc:docMkLst>
        <pc:docMk/>
      </pc:docMkLst>
      <pc:sldChg chg="modSp">
        <pc:chgData name="Sam Prince" userId="b8c1c271-dd5b-4079-a09a-81f4ce8be867" providerId="ADAL" clId="{ECD68F93-DCA1-4817-907A-11DBFCA838DA}" dt="2023-10-20T16:32:46.065" v="0" actId="1076"/>
        <pc:sldMkLst>
          <pc:docMk/>
          <pc:sldMk cId="0" sldId="258"/>
        </pc:sldMkLst>
        <pc:spChg chg="mod">
          <ac:chgData name="Sam Prince" userId="b8c1c271-dd5b-4079-a09a-81f4ce8be867" providerId="ADAL" clId="{ECD68F93-DCA1-4817-907A-11DBFCA838DA}" dt="2023-10-20T16:32:46.065" v="0" actId="1076"/>
          <ac:spMkLst>
            <pc:docMk/>
            <pc:sldMk cId="0" sldId="258"/>
            <ac:spMk id="32771" creationId="{44DFA49F-83B7-E61C-00EB-D6046D571A05}"/>
          </ac:spMkLst>
        </pc:spChg>
      </pc:sldChg>
      <pc:sldChg chg="modSp mod">
        <pc:chgData name="Sam Prince" userId="b8c1c271-dd5b-4079-a09a-81f4ce8be867" providerId="ADAL" clId="{ECD68F93-DCA1-4817-907A-11DBFCA838DA}" dt="2023-10-20T17:02:25.484" v="175" actId="948"/>
        <pc:sldMkLst>
          <pc:docMk/>
          <pc:sldMk cId="347786879" sldId="311"/>
        </pc:sldMkLst>
        <pc:spChg chg="mod">
          <ac:chgData name="Sam Prince" userId="b8c1c271-dd5b-4079-a09a-81f4ce8be867" providerId="ADAL" clId="{ECD68F93-DCA1-4817-907A-11DBFCA838DA}" dt="2023-10-20T17:02:25.484" v="175" actId="948"/>
          <ac:spMkLst>
            <pc:docMk/>
            <pc:sldMk cId="347786879" sldId="311"/>
            <ac:spMk id="2" creationId="{9779C606-C331-A611-D37C-D03C045C0369}"/>
          </ac:spMkLst>
        </pc:spChg>
        <pc:graphicFrameChg chg="mod">
          <ac:chgData name="Sam Prince" userId="b8c1c271-dd5b-4079-a09a-81f4ce8be867" providerId="ADAL" clId="{ECD68F93-DCA1-4817-907A-11DBFCA838DA}" dt="2023-10-20T16:42:25.521" v="81" actId="1076"/>
          <ac:graphicFrameMkLst>
            <pc:docMk/>
            <pc:sldMk cId="347786879" sldId="311"/>
            <ac:graphicFrameMk id="3" creationId="{0278E69B-CCE2-B041-ECEA-06945389FA10}"/>
          </ac:graphicFrameMkLst>
        </pc:graphicFrameChg>
      </pc:sldChg>
      <pc:sldChg chg="modSp mod">
        <pc:chgData name="Sam Prince" userId="b8c1c271-dd5b-4079-a09a-81f4ce8be867" providerId="ADAL" clId="{ECD68F93-DCA1-4817-907A-11DBFCA838DA}" dt="2023-10-20T17:05:07.328" v="177" actId="948"/>
        <pc:sldMkLst>
          <pc:docMk/>
          <pc:sldMk cId="2085685854" sldId="312"/>
        </pc:sldMkLst>
        <pc:spChg chg="mod">
          <ac:chgData name="Sam Prince" userId="b8c1c271-dd5b-4079-a09a-81f4ce8be867" providerId="ADAL" clId="{ECD68F93-DCA1-4817-907A-11DBFCA838DA}" dt="2023-10-20T17:05:07.328" v="177" actId="948"/>
          <ac:spMkLst>
            <pc:docMk/>
            <pc:sldMk cId="2085685854" sldId="312"/>
            <ac:spMk id="2" creationId="{2ECA0FA0-DF47-A543-227F-449BCC0A7700}"/>
          </ac:spMkLst>
        </pc:spChg>
      </pc:sldChg>
      <pc:sldChg chg="addSp delSp modSp mod">
        <pc:chgData name="Sam Prince" userId="b8c1c271-dd5b-4079-a09a-81f4ce8be867" providerId="ADAL" clId="{ECD68F93-DCA1-4817-907A-11DBFCA838DA}" dt="2023-10-20T16:34:15.005" v="4" actId="1076"/>
        <pc:sldMkLst>
          <pc:docMk/>
          <pc:sldMk cId="3698070359" sldId="314"/>
        </pc:sldMkLst>
        <pc:picChg chg="add mod">
          <ac:chgData name="Sam Prince" userId="b8c1c271-dd5b-4079-a09a-81f4ce8be867" providerId="ADAL" clId="{ECD68F93-DCA1-4817-907A-11DBFCA838DA}" dt="2023-10-20T16:34:15.005" v="4" actId="1076"/>
          <ac:picMkLst>
            <pc:docMk/>
            <pc:sldMk cId="3698070359" sldId="314"/>
            <ac:picMk id="3" creationId="{DB8F0A2E-E894-DFAD-FAC9-AD48831983CC}"/>
          </ac:picMkLst>
        </pc:picChg>
        <pc:picChg chg="del">
          <ac:chgData name="Sam Prince" userId="b8c1c271-dd5b-4079-a09a-81f4ce8be867" providerId="ADAL" clId="{ECD68F93-DCA1-4817-907A-11DBFCA838DA}" dt="2023-10-20T16:33:13.404" v="1" actId="478"/>
          <ac:picMkLst>
            <pc:docMk/>
            <pc:sldMk cId="3698070359" sldId="314"/>
            <ac:picMk id="2050" creationId="{5693D764-14FC-7E87-FE60-436B94D32DF4}"/>
          </ac:picMkLst>
        </pc:picChg>
      </pc:sldChg>
      <pc:sldChg chg="addSp delSp modSp mod">
        <pc:chgData name="Sam Prince" userId="b8c1c271-dd5b-4079-a09a-81f4ce8be867" providerId="ADAL" clId="{ECD68F93-DCA1-4817-907A-11DBFCA838DA}" dt="2023-10-20T16:35:15.503" v="18" actId="1076"/>
        <pc:sldMkLst>
          <pc:docMk/>
          <pc:sldMk cId="3700842921" sldId="317"/>
        </pc:sldMkLst>
        <pc:picChg chg="add mod">
          <ac:chgData name="Sam Prince" userId="b8c1c271-dd5b-4079-a09a-81f4ce8be867" providerId="ADAL" clId="{ECD68F93-DCA1-4817-907A-11DBFCA838DA}" dt="2023-10-20T16:34:44.400" v="10" actId="1076"/>
          <ac:picMkLst>
            <pc:docMk/>
            <pc:sldMk cId="3700842921" sldId="317"/>
            <ac:picMk id="3" creationId="{94FD388E-F11E-3765-AC9D-B00DD1D81181}"/>
          </ac:picMkLst>
        </pc:picChg>
        <pc:picChg chg="del">
          <ac:chgData name="Sam Prince" userId="b8c1c271-dd5b-4079-a09a-81f4ce8be867" providerId="ADAL" clId="{ECD68F93-DCA1-4817-907A-11DBFCA838DA}" dt="2023-10-20T16:34:33.211" v="5" actId="478"/>
          <ac:picMkLst>
            <pc:docMk/>
            <pc:sldMk cId="3700842921" sldId="317"/>
            <ac:picMk id="5" creationId="{38CF924F-8C7A-A8ED-18E9-0CED043178AD}"/>
          </ac:picMkLst>
        </pc:picChg>
        <pc:picChg chg="add mod">
          <ac:chgData name="Sam Prince" userId="b8c1c271-dd5b-4079-a09a-81f4ce8be867" providerId="ADAL" clId="{ECD68F93-DCA1-4817-907A-11DBFCA838DA}" dt="2023-10-20T16:35:15.503" v="18" actId="1076"/>
          <ac:picMkLst>
            <pc:docMk/>
            <pc:sldMk cId="3700842921" sldId="317"/>
            <ac:picMk id="6" creationId="{91548B28-125B-983A-F3CF-A52FA0362A14}"/>
          </ac:picMkLst>
        </pc:picChg>
        <pc:picChg chg="del">
          <ac:chgData name="Sam Prince" userId="b8c1c271-dd5b-4079-a09a-81f4ce8be867" providerId="ADAL" clId="{ECD68F93-DCA1-4817-907A-11DBFCA838DA}" dt="2023-10-20T16:34:55.597" v="11" actId="478"/>
          <ac:picMkLst>
            <pc:docMk/>
            <pc:sldMk cId="3700842921" sldId="317"/>
            <ac:picMk id="7" creationId="{0EE52C44-8DFD-5DA5-9071-1B0F914683AF}"/>
          </ac:picMkLst>
        </pc:picChg>
      </pc:sldChg>
      <pc:sldChg chg="modSp mod delCm">
        <pc:chgData name="Sam Prince" userId="b8c1c271-dd5b-4079-a09a-81f4ce8be867" providerId="ADAL" clId="{ECD68F93-DCA1-4817-907A-11DBFCA838DA}" dt="2023-10-20T17:05:35.202" v="181" actId="948"/>
        <pc:sldMkLst>
          <pc:docMk/>
          <pc:sldMk cId="2055296412" sldId="318"/>
        </pc:sldMkLst>
        <pc:spChg chg="mod">
          <ac:chgData name="Sam Prince" userId="b8c1c271-dd5b-4079-a09a-81f4ce8be867" providerId="ADAL" clId="{ECD68F93-DCA1-4817-907A-11DBFCA838DA}" dt="2023-10-20T17:05:35.202" v="181" actId="948"/>
          <ac:spMkLst>
            <pc:docMk/>
            <pc:sldMk cId="2055296412" sldId="318"/>
            <ac:spMk id="34819" creationId="{453C7683-8588-7ABC-32E0-8A4E68218620}"/>
          </ac:spMkLst>
        </pc:spChg>
      </pc:sldChg>
      <pc:sldChg chg="addSp delSp modSp mod">
        <pc:chgData name="Sam Prince" userId="b8c1c271-dd5b-4079-a09a-81f4ce8be867" providerId="ADAL" clId="{ECD68F93-DCA1-4817-907A-11DBFCA838DA}" dt="2023-10-20T16:37:34.036" v="29" actId="1076"/>
        <pc:sldMkLst>
          <pc:docMk/>
          <pc:sldMk cId="3237634682" sldId="319"/>
        </pc:sldMkLst>
        <pc:picChg chg="add mod">
          <ac:chgData name="Sam Prince" userId="b8c1c271-dd5b-4079-a09a-81f4ce8be867" providerId="ADAL" clId="{ECD68F93-DCA1-4817-907A-11DBFCA838DA}" dt="2023-10-20T16:37:34.036" v="29" actId="1076"/>
          <ac:picMkLst>
            <pc:docMk/>
            <pc:sldMk cId="3237634682" sldId="319"/>
            <ac:picMk id="3" creationId="{687671BA-B8BF-3CB8-AB3E-B81549149696}"/>
          </ac:picMkLst>
        </pc:picChg>
        <pc:picChg chg="del">
          <ac:chgData name="Sam Prince" userId="b8c1c271-dd5b-4079-a09a-81f4ce8be867" providerId="ADAL" clId="{ECD68F93-DCA1-4817-907A-11DBFCA838DA}" dt="2023-10-20T16:37:23.593" v="24" actId="478"/>
          <ac:picMkLst>
            <pc:docMk/>
            <pc:sldMk cId="3237634682" sldId="319"/>
            <ac:picMk id="8" creationId="{4CCD4708-5F4D-0DE1-F09A-1550C2E0BF20}"/>
          </ac:picMkLst>
        </pc:picChg>
      </pc:sldChg>
      <pc:sldChg chg="addSp delSp modSp mod">
        <pc:chgData name="Sam Prince" userId="b8c1c271-dd5b-4079-a09a-81f4ce8be867" providerId="ADAL" clId="{ECD68F93-DCA1-4817-907A-11DBFCA838DA}" dt="2023-10-20T16:56:56.090" v="104" actId="5793"/>
        <pc:sldMkLst>
          <pc:docMk/>
          <pc:sldMk cId="2553926464" sldId="320"/>
        </pc:sldMkLst>
        <pc:spChg chg="mod">
          <ac:chgData name="Sam Prince" userId="b8c1c271-dd5b-4079-a09a-81f4ce8be867" providerId="ADAL" clId="{ECD68F93-DCA1-4817-907A-11DBFCA838DA}" dt="2023-10-20T16:56:56.090" v="104" actId="5793"/>
          <ac:spMkLst>
            <pc:docMk/>
            <pc:sldMk cId="2553926464" sldId="320"/>
            <ac:spMk id="2" creationId="{7EF27652-4074-F59C-0B85-E3D1C95AC2F3}"/>
          </ac:spMkLst>
        </pc:spChg>
        <pc:picChg chg="del">
          <ac:chgData name="Sam Prince" userId="b8c1c271-dd5b-4079-a09a-81f4ce8be867" providerId="ADAL" clId="{ECD68F93-DCA1-4817-907A-11DBFCA838DA}" dt="2023-10-20T16:38:30.307" v="35" actId="478"/>
          <ac:picMkLst>
            <pc:docMk/>
            <pc:sldMk cId="2553926464" sldId="320"/>
            <ac:picMk id="4" creationId="{242B7766-BA65-F813-CFB4-DF3C97DC2C1B}"/>
          </ac:picMkLst>
        </pc:picChg>
        <pc:picChg chg="add mod">
          <ac:chgData name="Sam Prince" userId="b8c1c271-dd5b-4079-a09a-81f4ce8be867" providerId="ADAL" clId="{ECD68F93-DCA1-4817-907A-11DBFCA838DA}" dt="2023-10-20T16:38:38.113" v="38" actId="1076"/>
          <ac:picMkLst>
            <pc:docMk/>
            <pc:sldMk cId="2553926464" sldId="320"/>
            <ac:picMk id="5" creationId="{76477D44-71B5-E6AF-E122-327D88CDAEA1}"/>
          </ac:picMkLst>
        </pc:picChg>
      </pc:sldChg>
      <pc:sldChg chg="addSp delSp modSp mod">
        <pc:chgData name="Sam Prince" userId="b8c1c271-dd5b-4079-a09a-81f4ce8be867" providerId="ADAL" clId="{ECD68F93-DCA1-4817-907A-11DBFCA838DA}" dt="2023-10-20T16:58:20.908" v="121" actId="14100"/>
        <pc:sldMkLst>
          <pc:docMk/>
          <pc:sldMk cId="665867568" sldId="321"/>
        </pc:sldMkLst>
        <pc:spChg chg="mod">
          <ac:chgData name="Sam Prince" userId="b8c1c271-dd5b-4079-a09a-81f4ce8be867" providerId="ADAL" clId="{ECD68F93-DCA1-4817-907A-11DBFCA838DA}" dt="2023-10-20T16:58:20.908" v="121" actId="14100"/>
          <ac:spMkLst>
            <pc:docMk/>
            <pc:sldMk cId="665867568" sldId="321"/>
            <ac:spMk id="34819" creationId="{453C7683-8588-7ABC-32E0-8A4E68218620}"/>
          </ac:spMkLst>
        </pc:spChg>
        <pc:picChg chg="del">
          <ac:chgData name="Sam Prince" userId="b8c1c271-dd5b-4079-a09a-81f4ce8be867" providerId="ADAL" clId="{ECD68F93-DCA1-4817-907A-11DBFCA838DA}" dt="2023-10-20T16:38:51.121" v="39" actId="478"/>
          <ac:picMkLst>
            <pc:docMk/>
            <pc:sldMk cId="665867568" sldId="321"/>
            <ac:picMk id="3" creationId="{30C9B3CF-45B8-BB03-68DC-06C37A375877}"/>
          </ac:picMkLst>
        </pc:picChg>
        <pc:picChg chg="add mod">
          <ac:chgData name="Sam Prince" userId="b8c1c271-dd5b-4079-a09a-81f4ce8be867" providerId="ADAL" clId="{ECD68F93-DCA1-4817-907A-11DBFCA838DA}" dt="2023-10-20T16:58:18.676" v="120" actId="1076"/>
          <ac:picMkLst>
            <pc:docMk/>
            <pc:sldMk cId="665867568" sldId="321"/>
            <ac:picMk id="4" creationId="{37F1C905-DB1B-8AB7-E664-092F14DDA092}"/>
          </ac:picMkLst>
        </pc:picChg>
      </pc:sldChg>
      <pc:sldChg chg="addSp delSp modSp mod">
        <pc:chgData name="Sam Prince" userId="b8c1c271-dd5b-4079-a09a-81f4ce8be867" providerId="ADAL" clId="{ECD68F93-DCA1-4817-907A-11DBFCA838DA}" dt="2023-10-20T16:59:48.705" v="151" actId="255"/>
        <pc:sldMkLst>
          <pc:docMk/>
          <pc:sldMk cId="786175418" sldId="322"/>
        </pc:sldMkLst>
        <pc:spChg chg="mod">
          <ac:chgData name="Sam Prince" userId="b8c1c271-dd5b-4079-a09a-81f4ce8be867" providerId="ADAL" clId="{ECD68F93-DCA1-4817-907A-11DBFCA838DA}" dt="2023-10-20T16:59:48.705" v="151" actId="255"/>
          <ac:spMkLst>
            <pc:docMk/>
            <pc:sldMk cId="786175418" sldId="322"/>
            <ac:spMk id="34819" creationId="{453C7683-8588-7ABC-32E0-8A4E68218620}"/>
          </ac:spMkLst>
        </pc:spChg>
        <pc:picChg chg="add mod">
          <ac:chgData name="Sam Prince" userId="b8c1c271-dd5b-4079-a09a-81f4ce8be867" providerId="ADAL" clId="{ECD68F93-DCA1-4817-907A-11DBFCA838DA}" dt="2023-10-20T16:59:33.431" v="143" actId="1076"/>
          <ac:picMkLst>
            <pc:docMk/>
            <pc:sldMk cId="786175418" sldId="322"/>
            <ac:picMk id="2" creationId="{84C68E5C-0114-151D-6124-2CA4661D2C63}"/>
          </ac:picMkLst>
        </pc:picChg>
        <pc:picChg chg="del">
          <ac:chgData name="Sam Prince" userId="b8c1c271-dd5b-4079-a09a-81f4ce8be867" providerId="ADAL" clId="{ECD68F93-DCA1-4817-907A-11DBFCA838DA}" dt="2023-10-20T16:40:38.276" v="57" actId="478"/>
          <ac:picMkLst>
            <pc:docMk/>
            <pc:sldMk cId="786175418" sldId="322"/>
            <ac:picMk id="4" creationId="{4D25BD6C-EAB6-06B0-6D99-83191DBF7233}"/>
          </ac:picMkLst>
        </pc:picChg>
      </pc:sldChg>
      <pc:sldChg chg="addSp delSp modSp mod">
        <pc:chgData name="Sam Prince" userId="b8c1c271-dd5b-4079-a09a-81f4ce8be867" providerId="ADAL" clId="{ECD68F93-DCA1-4817-907A-11DBFCA838DA}" dt="2023-10-20T17:00:30.528" v="162" actId="14100"/>
        <pc:sldMkLst>
          <pc:docMk/>
          <pc:sldMk cId="4184819660" sldId="323"/>
        </pc:sldMkLst>
        <pc:spChg chg="mod">
          <ac:chgData name="Sam Prince" userId="b8c1c271-dd5b-4079-a09a-81f4ce8be867" providerId="ADAL" clId="{ECD68F93-DCA1-4817-907A-11DBFCA838DA}" dt="2023-10-20T17:00:30.528" v="162" actId="14100"/>
          <ac:spMkLst>
            <pc:docMk/>
            <pc:sldMk cId="4184819660" sldId="323"/>
            <ac:spMk id="34819" creationId="{453C7683-8588-7ABC-32E0-8A4E68218620}"/>
          </ac:spMkLst>
        </pc:spChg>
        <pc:picChg chg="del">
          <ac:chgData name="Sam Prince" userId="b8c1c271-dd5b-4079-a09a-81f4ce8be867" providerId="ADAL" clId="{ECD68F93-DCA1-4817-907A-11DBFCA838DA}" dt="2023-10-20T16:39:38.093" v="47" actId="478"/>
          <ac:picMkLst>
            <pc:docMk/>
            <pc:sldMk cId="4184819660" sldId="323"/>
            <ac:picMk id="3" creationId="{E81B1755-A465-2451-D4C1-1243DD1BED1C}"/>
          </ac:picMkLst>
        </pc:picChg>
        <pc:picChg chg="add mod">
          <ac:chgData name="Sam Prince" userId="b8c1c271-dd5b-4079-a09a-81f4ce8be867" providerId="ADAL" clId="{ECD68F93-DCA1-4817-907A-11DBFCA838DA}" dt="2023-10-20T16:39:48.642" v="52" actId="1076"/>
          <ac:picMkLst>
            <pc:docMk/>
            <pc:sldMk cId="4184819660" sldId="323"/>
            <ac:picMk id="4" creationId="{B1AFD985-35F3-6C4B-7F70-3AC1B60C704E}"/>
          </ac:picMkLst>
        </pc:picChg>
      </pc:sldChg>
      <pc:sldChg chg="addSp delSp modSp mod">
        <pc:chgData name="Sam Prince" userId="b8c1c271-dd5b-4079-a09a-81f4ce8be867" providerId="ADAL" clId="{ECD68F93-DCA1-4817-907A-11DBFCA838DA}" dt="2023-10-20T17:00:46.856" v="166" actId="27636"/>
        <pc:sldMkLst>
          <pc:docMk/>
          <pc:sldMk cId="542581294" sldId="324"/>
        </pc:sldMkLst>
        <pc:spChg chg="mod">
          <ac:chgData name="Sam Prince" userId="b8c1c271-dd5b-4079-a09a-81f4ce8be867" providerId="ADAL" clId="{ECD68F93-DCA1-4817-907A-11DBFCA838DA}" dt="2023-10-20T17:00:46.856" v="166" actId="27636"/>
          <ac:spMkLst>
            <pc:docMk/>
            <pc:sldMk cId="542581294" sldId="324"/>
            <ac:spMk id="34819" creationId="{453C7683-8588-7ABC-32E0-8A4E68218620}"/>
          </ac:spMkLst>
        </pc:spChg>
        <pc:picChg chg="del">
          <ac:chgData name="Sam Prince" userId="b8c1c271-dd5b-4079-a09a-81f4ce8be867" providerId="ADAL" clId="{ECD68F93-DCA1-4817-907A-11DBFCA838DA}" dt="2023-10-20T16:40:02.511" v="53" actId="478"/>
          <ac:picMkLst>
            <pc:docMk/>
            <pc:sldMk cId="542581294" sldId="324"/>
            <ac:picMk id="3" creationId="{7D4CDE18-A0B8-164C-91E5-00FCBBE2225B}"/>
          </ac:picMkLst>
        </pc:picChg>
        <pc:picChg chg="add mod">
          <ac:chgData name="Sam Prince" userId="b8c1c271-dd5b-4079-a09a-81f4ce8be867" providerId="ADAL" clId="{ECD68F93-DCA1-4817-907A-11DBFCA838DA}" dt="2023-10-20T16:40:10.959" v="56" actId="1076"/>
          <ac:picMkLst>
            <pc:docMk/>
            <pc:sldMk cId="542581294" sldId="324"/>
            <ac:picMk id="4" creationId="{AAB7E65A-6196-1AB2-B410-813DA17FE41A}"/>
          </ac:picMkLst>
        </pc:picChg>
      </pc:sldChg>
      <pc:sldChg chg="modSp mod">
        <pc:chgData name="Sam Prince" userId="b8c1c271-dd5b-4079-a09a-81f4ce8be867" providerId="ADAL" clId="{ECD68F93-DCA1-4817-907A-11DBFCA838DA}" dt="2023-10-20T17:01:19.122" v="174" actId="20577"/>
        <pc:sldMkLst>
          <pc:docMk/>
          <pc:sldMk cId="1487805568" sldId="325"/>
        </pc:sldMkLst>
        <pc:spChg chg="mod">
          <ac:chgData name="Sam Prince" userId="b8c1c271-dd5b-4079-a09a-81f4ce8be867" providerId="ADAL" clId="{ECD68F93-DCA1-4817-907A-11DBFCA838DA}" dt="2023-10-20T17:01:19.122" v="174" actId="20577"/>
          <ac:spMkLst>
            <pc:docMk/>
            <pc:sldMk cId="1487805568" sldId="325"/>
            <ac:spMk id="34819" creationId="{453C7683-8588-7ABC-32E0-8A4E68218620}"/>
          </ac:spMkLst>
        </pc:spChg>
      </pc:sldChg>
      <pc:sldChg chg="addSp delSp modSp mod">
        <pc:chgData name="Sam Prince" userId="b8c1c271-dd5b-4079-a09a-81f4ce8be867" providerId="ADAL" clId="{ECD68F93-DCA1-4817-907A-11DBFCA838DA}" dt="2023-10-20T16:38:14.778" v="34" actId="14100"/>
        <pc:sldMkLst>
          <pc:docMk/>
          <pc:sldMk cId="969000044" sldId="336"/>
        </pc:sldMkLst>
        <pc:picChg chg="del">
          <ac:chgData name="Sam Prince" userId="b8c1c271-dd5b-4079-a09a-81f4ce8be867" providerId="ADAL" clId="{ECD68F93-DCA1-4817-907A-11DBFCA838DA}" dt="2023-10-20T16:37:51.301" v="30" actId="478"/>
          <ac:picMkLst>
            <pc:docMk/>
            <pc:sldMk cId="969000044" sldId="336"/>
            <ac:picMk id="4" creationId="{5F029248-AE7E-28F2-1B01-0ACB8252A8F6}"/>
          </ac:picMkLst>
        </pc:picChg>
        <pc:picChg chg="add mod">
          <ac:chgData name="Sam Prince" userId="b8c1c271-dd5b-4079-a09a-81f4ce8be867" providerId="ADAL" clId="{ECD68F93-DCA1-4817-907A-11DBFCA838DA}" dt="2023-10-20T16:38:14.778" v="34" actId="14100"/>
          <ac:picMkLst>
            <pc:docMk/>
            <pc:sldMk cId="969000044" sldId="336"/>
            <ac:picMk id="6" creationId="{6D85594F-B59E-C46E-1712-796AEC916AD2}"/>
          </ac:picMkLst>
        </pc:picChg>
      </pc:sldChg>
      <pc:sldChg chg="addSp delSp modSp mod">
        <pc:chgData name="Sam Prince" userId="b8c1c271-dd5b-4079-a09a-81f4ce8be867" providerId="ADAL" clId="{ECD68F93-DCA1-4817-907A-11DBFCA838DA}" dt="2023-10-20T16:58:57.442" v="131" actId="20577"/>
        <pc:sldMkLst>
          <pc:docMk/>
          <pc:sldMk cId="322036874" sldId="337"/>
        </pc:sldMkLst>
        <pc:spChg chg="mod">
          <ac:chgData name="Sam Prince" userId="b8c1c271-dd5b-4079-a09a-81f4ce8be867" providerId="ADAL" clId="{ECD68F93-DCA1-4817-907A-11DBFCA838DA}" dt="2023-10-20T16:58:57.442" v="131" actId="20577"/>
          <ac:spMkLst>
            <pc:docMk/>
            <pc:sldMk cId="322036874" sldId="337"/>
            <ac:spMk id="34819" creationId="{453C7683-8588-7ABC-32E0-8A4E68218620}"/>
          </ac:spMkLst>
        </pc:spChg>
        <pc:picChg chg="del">
          <ac:chgData name="Sam Prince" userId="b8c1c271-dd5b-4079-a09a-81f4ce8be867" providerId="ADAL" clId="{ECD68F93-DCA1-4817-907A-11DBFCA838DA}" dt="2023-10-20T16:39:14.589" v="43" actId="478"/>
          <ac:picMkLst>
            <pc:docMk/>
            <pc:sldMk cId="322036874" sldId="337"/>
            <ac:picMk id="3" creationId="{927F067B-869A-C4F2-C25D-B04355A2E89E}"/>
          </ac:picMkLst>
        </pc:picChg>
        <pc:picChg chg="add mod">
          <ac:chgData name="Sam Prince" userId="b8c1c271-dd5b-4079-a09a-81f4ce8be867" providerId="ADAL" clId="{ECD68F93-DCA1-4817-907A-11DBFCA838DA}" dt="2023-10-20T16:39:21.535" v="46" actId="1076"/>
          <ac:picMkLst>
            <pc:docMk/>
            <pc:sldMk cId="322036874" sldId="337"/>
            <ac:picMk id="4" creationId="{D7B1431E-92ED-09D0-54B1-26D529936C4E}"/>
          </ac:picMkLst>
        </pc:picChg>
        <pc:picChg chg="add del">
          <ac:chgData name="Sam Prince" userId="b8c1c271-dd5b-4079-a09a-81f4ce8be867" providerId="ADAL" clId="{ECD68F93-DCA1-4817-907A-11DBFCA838DA}" dt="2023-10-20T16:40:49.397" v="59" actId="21"/>
          <ac:picMkLst>
            <pc:docMk/>
            <pc:sldMk cId="322036874" sldId="337"/>
            <ac:picMk id="6" creationId="{F03E9336-B1B0-4273-7F82-F79A895497E6}"/>
          </ac:picMkLst>
        </pc:picChg>
      </pc:sldChg>
      <pc:sldChg chg="modSp mod">
        <pc:chgData name="Sam Prince" userId="b8c1c271-dd5b-4079-a09a-81f4ce8be867" providerId="ADAL" clId="{ECD68F93-DCA1-4817-907A-11DBFCA838DA}" dt="2023-10-20T16:54:37.955" v="99" actId="20577"/>
        <pc:sldMkLst>
          <pc:docMk/>
          <pc:sldMk cId="785347138" sldId="345"/>
        </pc:sldMkLst>
        <pc:spChg chg="mod">
          <ac:chgData name="Sam Prince" userId="b8c1c271-dd5b-4079-a09a-81f4ce8be867" providerId="ADAL" clId="{ECD68F93-DCA1-4817-907A-11DBFCA838DA}" dt="2023-10-20T16:54:37.955" v="99" actId="20577"/>
          <ac:spMkLst>
            <pc:docMk/>
            <pc:sldMk cId="785347138" sldId="345"/>
            <ac:spMk id="4" creationId="{DEF635F1-239F-7CA2-60AF-13B53E0F3ACE}"/>
          </ac:spMkLst>
        </pc:spChg>
      </pc:sldChg>
      <pc:sldChg chg="addSp delSp modSp mod">
        <pc:chgData name="Sam Prince" userId="b8c1c271-dd5b-4079-a09a-81f4ce8be867" providerId="ADAL" clId="{ECD68F93-DCA1-4817-907A-11DBFCA838DA}" dt="2023-10-20T16:37:10.201" v="23" actId="1076"/>
        <pc:sldMkLst>
          <pc:docMk/>
          <pc:sldMk cId="3998055731" sldId="347"/>
        </pc:sldMkLst>
        <pc:picChg chg="add mod">
          <ac:chgData name="Sam Prince" userId="b8c1c271-dd5b-4079-a09a-81f4ce8be867" providerId="ADAL" clId="{ECD68F93-DCA1-4817-907A-11DBFCA838DA}" dt="2023-10-20T16:37:10.201" v="23" actId="1076"/>
          <ac:picMkLst>
            <pc:docMk/>
            <pc:sldMk cId="3998055731" sldId="347"/>
            <ac:picMk id="3" creationId="{1EE8885C-AA63-436A-066B-47A0C23A0DD7}"/>
          </ac:picMkLst>
        </pc:picChg>
        <pc:picChg chg="del">
          <ac:chgData name="Sam Prince" userId="b8c1c271-dd5b-4079-a09a-81f4ce8be867" providerId="ADAL" clId="{ECD68F93-DCA1-4817-907A-11DBFCA838DA}" dt="2023-10-20T16:36:57.459" v="20" actId="478"/>
          <ac:picMkLst>
            <pc:docMk/>
            <pc:sldMk cId="3998055731" sldId="347"/>
            <ac:picMk id="6" creationId="{668303DC-E7A2-22D8-E8C4-EE2D14978723}"/>
          </ac:picMkLst>
        </pc:picChg>
      </pc:sldChg>
      <pc:sldChg chg="addSp delSp modSp mod">
        <pc:chgData name="Sam Prince" userId="b8c1c271-dd5b-4079-a09a-81f4ce8be867" providerId="ADAL" clId="{ECD68F93-DCA1-4817-907A-11DBFCA838DA}" dt="2023-10-20T17:00:13.589" v="159" actId="27636"/>
        <pc:sldMkLst>
          <pc:docMk/>
          <pc:sldMk cId="4204895736" sldId="348"/>
        </pc:sldMkLst>
        <pc:spChg chg="mod">
          <ac:chgData name="Sam Prince" userId="b8c1c271-dd5b-4079-a09a-81f4ce8be867" providerId="ADAL" clId="{ECD68F93-DCA1-4817-907A-11DBFCA838DA}" dt="2023-10-20T17:00:13.589" v="159" actId="27636"/>
          <ac:spMkLst>
            <pc:docMk/>
            <pc:sldMk cId="4204895736" sldId="348"/>
            <ac:spMk id="2" creationId="{1F63A421-0A0D-719B-9C10-E4B1250B0649}"/>
          </ac:spMkLst>
        </pc:spChg>
        <pc:picChg chg="add mod">
          <ac:chgData name="Sam Prince" userId="b8c1c271-dd5b-4079-a09a-81f4ce8be867" providerId="ADAL" clId="{ECD68F93-DCA1-4817-907A-11DBFCA838DA}" dt="2023-10-20T16:41:37.598" v="70" actId="1076"/>
          <ac:picMkLst>
            <pc:docMk/>
            <pc:sldMk cId="4204895736" sldId="348"/>
            <ac:picMk id="4" creationId="{A00B1E6E-9D47-BFCF-7A48-36FA8EDE43A7}"/>
          </ac:picMkLst>
        </pc:picChg>
        <pc:picChg chg="del">
          <ac:chgData name="Sam Prince" userId="b8c1c271-dd5b-4079-a09a-81f4ce8be867" providerId="ADAL" clId="{ECD68F93-DCA1-4817-907A-11DBFCA838DA}" dt="2023-10-20T16:41:29.884" v="65" actId="478"/>
          <ac:picMkLst>
            <pc:docMk/>
            <pc:sldMk cId="4204895736" sldId="348"/>
            <ac:picMk id="6" creationId="{99F8626D-C3DB-3697-F484-5F8F888834CE}"/>
          </ac:picMkLst>
        </pc:picChg>
      </pc:sldChg>
      <pc:sldChg chg="addSp delSp modSp mod">
        <pc:chgData name="Sam Prince" userId="b8c1c271-dd5b-4079-a09a-81f4ce8be867" providerId="ADAL" clId="{ECD68F93-DCA1-4817-907A-11DBFCA838DA}" dt="2023-10-20T16:54:28.330" v="96" actId="27636"/>
        <pc:sldMkLst>
          <pc:docMk/>
          <pc:sldMk cId="151418360" sldId="349"/>
        </pc:sldMkLst>
        <pc:spChg chg="mod">
          <ac:chgData name="Sam Prince" userId="b8c1c271-dd5b-4079-a09a-81f4ce8be867" providerId="ADAL" clId="{ECD68F93-DCA1-4817-907A-11DBFCA838DA}" dt="2023-10-20T16:54:28.330" v="96" actId="27636"/>
          <ac:spMkLst>
            <pc:docMk/>
            <pc:sldMk cId="151418360" sldId="349"/>
            <ac:spMk id="4" creationId="{DEF635F1-239F-7CA2-60AF-13B53E0F3ACE}"/>
          </ac:spMkLst>
        </pc:spChg>
        <pc:spChg chg="del">
          <ac:chgData name="Sam Prince" userId="b8c1c271-dd5b-4079-a09a-81f4ce8be867" providerId="ADAL" clId="{ECD68F93-DCA1-4817-907A-11DBFCA838DA}" dt="2023-10-20T16:42:13.880" v="75" actId="478"/>
          <ac:spMkLst>
            <pc:docMk/>
            <pc:sldMk cId="151418360" sldId="349"/>
            <ac:spMk id="34829" creationId="{7B3840FE-4B0F-550C-D20F-8E154C71631C}"/>
          </ac:spMkLst>
        </pc:spChg>
        <pc:picChg chg="del">
          <ac:chgData name="Sam Prince" userId="b8c1c271-dd5b-4079-a09a-81f4ce8be867" providerId="ADAL" clId="{ECD68F93-DCA1-4817-907A-11DBFCA838DA}" dt="2023-10-20T16:41:57.134" v="71" actId="478"/>
          <ac:picMkLst>
            <pc:docMk/>
            <pc:sldMk cId="151418360" sldId="349"/>
            <ac:picMk id="3" creationId="{8058658A-2290-CA7E-FBD1-3A96618082CD}"/>
          </ac:picMkLst>
        </pc:picChg>
        <pc:picChg chg="add mod">
          <ac:chgData name="Sam Prince" userId="b8c1c271-dd5b-4079-a09a-81f4ce8be867" providerId="ADAL" clId="{ECD68F93-DCA1-4817-907A-11DBFCA838DA}" dt="2023-10-20T16:42:10.891" v="74" actId="1076"/>
          <ac:picMkLst>
            <pc:docMk/>
            <pc:sldMk cId="151418360" sldId="349"/>
            <ac:picMk id="5" creationId="{1F966D6A-AB6B-3386-B40D-5061C4D20990}"/>
          </ac:picMkLst>
        </pc:picChg>
      </pc:sldChg>
      <pc:sldChg chg="del">
        <pc:chgData name="Sam Prince" userId="b8c1c271-dd5b-4079-a09a-81f4ce8be867" providerId="ADAL" clId="{ECD68F93-DCA1-4817-907A-11DBFCA838DA}" dt="2023-10-20T16:42:50.733" v="84" actId="47"/>
        <pc:sldMkLst>
          <pc:docMk/>
          <pc:sldMk cId="2485431058" sldId="350"/>
        </pc:sldMkLst>
      </pc:sldChg>
    </pc:docChg>
  </pc:docChgLst>
  <pc:docChgLst>
    <pc:chgData name="Sam Prince" userId="b8c1c271-dd5b-4079-a09a-81f4ce8be867" providerId="ADAL" clId="{C491FCCC-BBE4-4480-8C73-0A5CFC0A354B}"/>
    <pc:docChg chg="undo custSel addSld modSld">
      <pc:chgData name="Sam Prince" userId="b8c1c271-dd5b-4079-a09a-81f4ce8be867" providerId="ADAL" clId="{C491FCCC-BBE4-4480-8C73-0A5CFC0A354B}" dt="2023-10-12T19:19:36.097" v="281" actId="2711"/>
      <pc:docMkLst>
        <pc:docMk/>
      </pc:docMkLst>
      <pc:sldChg chg="delCm">
        <pc:chgData name="Sam Prince" userId="b8c1c271-dd5b-4079-a09a-81f4ce8be867" providerId="ADAL" clId="{C491FCCC-BBE4-4480-8C73-0A5CFC0A354B}" dt="2023-10-12T18:18:55.657" v="0"/>
        <pc:sldMkLst>
          <pc:docMk/>
          <pc:sldMk cId="0" sldId="256"/>
        </pc:sldMkLst>
      </pc:sldChg>
      <pc:sldChg chg="modSp mod">
        <pc:chgData name="Sam Prince" userId="b8c1c271-dd5b-4079-a09a-81f4ce8be867" providerId="ADAL" clId="{C491FCCC-BBE4-4480-8C73-0A5CFC0A354B}" dt="2023-10-12T18:19:03.498" v="2" actId="20577"/>
        <pc:sldMkLst>
          <pc:docMk/>
          <pc:sldMk cId="0" sldId="258"/>
        </pc:sldMkLst>
        <pc:spChg chg="mod">
          <ac:chgData name="Sam Prince" userId="b8c1c271-dd5b-4079-a09a-81f4ce8be867" providerId="ADAL" clId="{C491FCCC-BBE4-4480-8C73-0A5CFC0A354B}" dt="2023-10-12T18:19:03.498" v="2" actId="20577"/>
          <ac:spMkLst>
            <pc:docMk/>
            <pc:sldMk cId="0" sldId="258"/>
            <ac:spMk id="32770" creationId="{CD9316BF-B3CE-8341-5A0A-249747D6C6E1}"/>
          </ac:spMkLst>
        </pc:spChg>
      </pc:sldChg>
      <pc:sldChg chg="modSp mod">
        <pc:chgData name="Sam Prince" userId="b8c1c271-dd5b-4079-a09a-81f4ce8be867" providerId="ADAL" clId="{C491FCCC-BBE4-4480-8C73-0A5CFC0A354B}" dt="2023-10-12T18:53:51.568" v="151" actId="20577"/>
        <pc:sldMkLst>
          <pc:docMk/>
          <pc:sldMk cId="47175209" sldId="309"/>
        </pc:sldMkLst>
        <pc:spChg chg="mod">
          <ac:chgData name="Sam Prince" userId="b8c1c271-dd5b-4079-a09a-81f4ce8be867" providerId="ADAL" clId="{C491FCCC-BBE4-4480-8C73-0A5CFC0A354B}" dt="2023-10-12T18:53:51.568" v="151" actId="20577"/>
          <ac:spMkLst>
            <pc:docMk/>
            <pc:sldMk cId="47175209" sldId="309"/>
            <ac:spMk id="34820" creationId="{8DCD7CE1-603D-4D59-3DBB-C13C0B6505F0}"/>
          </ac:spMkLst>
        </pc:spChg>
      </pc:sldChg>
      <pc:sldChg chg="delSp modSp mod delCm">
        <pc:chgData name="Sam Prince" userId="b8c1c271-dd5b-4079-a09a-81f4ce8be867" providerId="ADAL" clId="{C491FCCC-BBE4-4480-8C73-0A5CFC0A354B}" dt="2023-10-12T18:55:02.909" v="161" actId="113"/>
        <pc:sldMkLst>
          <pc:docMk/>
          <pc:sldMk cId="347786879" sldId="311"/>
        </pc:sldMkLst>
        <pc:spChg chg="mod">
          <ac:chgData name="Sam Prince" userId="b8c1c271-dd5b-4079-a09a-81f4ce8be867" providerId="ADAL" clId="{C491FCCC-BBE4-4480-8C73-0A5CFC0A354B}" dt="2023-10-12T18:55:02.909" v="161" actId="113"/>
          <ac:spMkLst>
            <pc:docMk/>
            <pc:sldMk cId="347786879" sldId="311"/>
            <ac:spMk id="2" creationId="{9779C606-C331-A611-D37C-D03C045C0369}"/>
          </ac:spMkLst>
        </pc:spChg>
        <pc:spChg chg="mod">
          <ac:chgData name="Sam Prince" userId="b8c1c271-dd5b-4079-a09a-81f4ce8be867" providerId="ADAL" clId="{C491FCCC-BBE4-4480-8C73-0A5CFC0A354B}" dt="2023-10-12T18:54:50.834" v="157" actId="20577"/>
          <ac:spMkLst>
            <pc:docMk/>
            <pc:sldMk cId="347786879" sldId="311"/>
            <ac:spMk id="34820" creationId="{8DCD7CE1-603D-4D59-3DBB-C13C0B6505F0}"/>
          </ac:spMkLst>
        </pc:spChg>
        <pc:spChg chg="del">
          <ac:chgData name="Sam Prince" userId="b8c1c271-dd5b-4079-a09a-81f4ce8be867" providerId="ADAL" clId="{C491FCCC-BBE4-4480-8C73-0A5CFC0A354B}" dt="2023-10-12T18:54:55.289" v="158" actId="478"/>
          <ac:spMkLst>
            <pc:docMk/>
            <pc:sldMk cId="347786879" sldId="311"/>
            <ac:spMk id="34824" creationId="{A3CAED71-600C-1F92-9106-96E2B90AD4CA}"/>
          </ac:spMkLst>
        </pc:spChg>
      </pc:sldChg>
      <pc:sldChg chg="modSp mod">
        <pc:chgData name="Sam Prince" userId="b8c1c271-dd5b-4079-a09a-81f4ce8be867" providerId="ADAL" clId="{C491FCCC-BBE4-4480-8C73-0A5CFC0A354B}" dt="2023-10-12T18:21:30.480" v="33" actId="12"/>
        <pc:sldMkLst>
          <pc:docMk/>
          <pc:sldMk cId="3700842921" sldId="317"/>
        </pc:sldMkLst>
        <pc:spChg chg="mod">
          <ac:chgData name="Sam Prince" userId="b8c1c271-dd5b-4079-a09a-81f4ce8be867" providerId="ADAL" clId="{C491FCCC-BBE4-4480-8C73-0A5CFC0A354B}" dt="2023-10-12T18:21:30.480" v="33" actId="12"/>
          <ac:spMkLst>
            <pc:docMk/>
            <pc:sldMk cId="3700842921" sldId="317"/>
            <ac:spMk id="8" creationId="{72BE7217-D1CB-3A29-4927-F30C3E2C367A}"/>
          </ac:spMkLst>
        </pc:spChg>
      </pc:sldChg>
      <pc:sldChg chg="addSp delSp modSp mod">
        <pc:chgData name="Sam Prince" userId="b8c1c271-dd5b-4079-a09a-81f4ce8be867" providerId="ADAL" clId="{C491FCCC-BBE4-4480-8C73-0A5CFC0A354B}" dt="2023-10-12T19:09:12.963" v="207" actId="1076"/>
        <pc:sldMkLst>
          <pc:docMk/>
          <pc:sldMk cId="2055296412" sldId="318"/>
        </pc:sldMkLst>
        <pc:spChg chg="mod">
          <ac:chgData name="Sam Prince" userId="b8c1c271-dd5b-4079-a09a-81f4ce8be867" providerId="ADAL" clId="{C491FCCC-BBE4-4480-8C73-0A5CFC0A354B}" dt="2023-10-12T18:20:11.991" v="17" actId="27636"/>
          <ac:spMkLst>
            <pc:docMk/>
            <pc:sldMk cId="2055296412" sldId="318"/>
            <ac:spMk id="34819" creationId="{453C7683-8588-7ABC-32E0-8A4E68218620}"/>
          </ac:spMkLst>
        </pc:spChg>
        <pc:spChg chg="mod">
          <ac:chgData name="Sam Prince" userId="b8c1c271-dd5b-4079-a09a-81f4ce8be867" providerId="ADAL" clId="{C491FCCC-BBE4-4480-8C73-0A5CFC0A354B}" dt="2023-10-12T18:23:01.632" v="47" actId="404"/>
          <ac:spMkLst>
            <pc:docMk/>
            <pc:sldMk cId="2055296412" sldId="318"/>
            <ac:spMk id="34820" creationId="{8DCD7CE1-603D-4D59-3DBB-C13C0B6505F0}"/>
          </ac:spMkLst>
        </pc:spChg>
        <pc:spChg chg="del">
          <ac:chgData name="Sam Prince" userId="b8c1c271-dd5b-4079-a09a-81f4ce8be867" providerId="ADAL" clId="{C491FCCC-BBE4-4480-8C73-0A5CFC0A354B}" dt="2023-10-12T18:19:56.083" v="8" actId="478"/>
          <ac:spMkLst>
            <pc:docMk/>
            <pc:sldMk cId="2055296412" sldId="318"/>
            <ac:spMk id="34825" creationId="{844D534A-11DA-26A8-68B0-A3A0C8CD8E77}"/>
          </ac:spMkLst>
        </pc:spChg>
        <pc:picChg chg="add mod">
          <ac:chgData name="Sam Prince" userId="b8c1c271-dd5b-4079-a09a-81f4ce8be867" providerId="ADAL" clId="{C491FCCC-BBE4-4480-8C73-0A5CFC0A354B}" dt="2023-10-12T19:09:12.963" v="207" actId="1076"/>
          <ac:picMkLst>
            <pc:docMk/>
            <pc:sldMk cId="2055296412" sldId="318"/>
            <ac:picMk id="3" creationId="{82AF2AD3-7CDA-2CBE-7E27-B1B6273E90F3}"/>
          </ac:picMkLst>
        </pc:picChg>
        <pc:picChg chg="del">
          <ac:chgData name="Sam Prince" userId="b8c1c271-dd5b-4079-a09a-81f4ce8be867" providerId="ADAL" clId="{C491FCCC-BBE4-4480-8C73-0A5CFC0A354B}" dt="2023-10-12T19:08:57.089" v="201" actId="478"/>
          <ac:picMkLst>
            <pc:docMk/>
            <pc:sldMk cId="2055296412" sldId="318"/>
            <ac:picMk id="4098" creationId="{46FB2030-CB5D-3678-47F5-1378D6DE6E62}"/>
          </ac:picMkLst>
        </pc:picChg>
      </pc:sldChg>
      <pc:sldChg chg="modSp mod">
        <pc:chgData name="Sam Prince" userId="b8c1c271-dd5b-4079-a09a-81f4ce8be867" providerId="ADAL" clId="{C491FCCC-BBE4-4480-8C73-0A5CFC0A354B}" dt="2023-10-12T18:21:16.697" v="31" actId="14100"/>
        <pc:sldMkLst>
          <pc:docMk/>
          <pc:sldMk cId="3237634682" sldId="319"/>
        </pc:sldMkLst>
        <pc:spChg chg="mod">
          <ac:chgData name="Sam Prince" userId="b8c1c271-dd5b-4079-a09a-81f4ce8be867" providerId="ADAL" clId="{C491FCCC-BBE4-4480-8C73-0A5CFC0A354B}" dt="2023-10-12T18:21:16.697" v="31" actId="14100"/>
          <ac:spMkLst>
            <pc:docMk/>
            <pc:sldMk cId="3237634682" sldId="319"/>
            <ac:spMk id="9" creationId="{50915AEE-F7E4-67AF-6C63-CB44613D2F93}"/>
          </ac:spMkLst>
        </pc:spChg>
      </pc:sldChg>
      <pc:sldChg chg="modSp mod">
        <pc:chgData name="Sam Prince" userId="b8c1c271-dd5b-4079-a09a-81f4ce8be867" providerId="ADAL" clId="{C491FCCC-BBE4-4480-8C73-0A5CFC0A354B}" dt="2023-10-12T18:23:35.606" v="53" actId="27636"/>
        <pc:sldMkLst>
          <pc:docMk/>
          <pc:sldMk cId="665867568" sldId="321"/>
        </pc:sldMkLst>
        <pc:spChg chg="mod">
          <ac:chgData name="Sam Prince" userId="b8c1c271-dd5b-4079-a09a-81f4ce8be867" providerId="ADAL" clId="{C491FCCC-BBE4-4480-8C73-0A5CFC0A354B}" dt="2023-10-12T18:23:35.606" v="53" actId="27636"/>
          <ac:spMkLst>
            <pc:docMk/>
            <pc:sldMk cId="665867568" sldId="321"/>
            <ac:spMk id="34819" creationId="{453C7683-8588-7ABC-32E0-8A4E68218620}"/>
          </ac:spMkLst>
        </pc:spChg>
        <pc:picChg chg="mod">
          <ac:chgData name="Sam Prince" userId="b8c1c271-dd5b-4079-a09a-81f4ce8be867" providerId="ADAL" clId="{C491FCCC-BBE4-4480-8C73-0A5CFC0A354B}" dt="2023-10-12T18:23:33.473" v="51" actId="1076"/>
          <ac:picMkLst>
            <pc:docMk/>
            <pc:sldMk cId="665867568" sldId="321"/>
            <ac:picMk id="3" creationId="{30C9B3CF-45B8-BB03-68DC-06C37A375877}"/>
          </ac:picMkLst>
        </pc:picChg>
      </pc:sldChg>
      <pc:sldChg chg="delSp modSp mod">
        <pc:chgData name="Sam Prince" userId="b8c1c271-dd5b-4079-a09a-81f4ce8be867" providerId="ADAL" clId="{C491FCCC-BBE4-4480-8C73-0A5CFC0A354B}" dt="2023-10-12T18:26:00.751" v="114" actId="14100"/>
        <pc:sldMkLst>
          <pc:docMk/>
          <pc:sldMk cId="786175418" sldId="322"/>
        </pc:sldMkLst>
        <pc:spChg chg="mod">
          <ac:chgData name="Sam Prince" userId="b8c1c271-dd5b-4079-a09a-81f4ce8be867" providerId="ADAL" clId="{C491FCCC-BBE4-4480-8C73-0A5CFC0A354B}" dt="2023-10-12T18:26:00.751" v="114" actId="14100"/>
          <ac:spMkLst>
            <pc:docMk/>
            <pc:sldMk cId="786175418" sldId="322"/>
            <ac:spMk id="34819" creationId="{453C7683-8588-7ABC-32E0-8A4E68218620}"/>
          </ac:spMkLst>
        </pc:spChg>
        <pc:spChg chg="mod">
          <ac:chgData name="Sam Prince" userId="b8c1c271-dd5b-4079-a09a-81f4ce8be867" providerId="ADAL" clId="{C491FCCC-BBE4-4480-8C73-0A5CFC0A354B}" dt="2023-10-12T18:23:49.143" v="55" actId="404"/>
          <ac:spMkLst>
            <pc:docMk/>
            <pc:sldMk cId="786175418" sldId="322"/>
            <ac:spMk id="34820" creationId="{8DCD7CE1-603D-4D59-3DBB-C13C0B6505F0}"/>
          </ac:spMkLst>
        </pc:spChg>
        <pc:spChg chg="del">
          <ac:chgData name="Sam Prince" userId="b8c1c271-dd5b-4079-a09a-81f4ce8be867" providerId="ADAL" clId="{C491FCCC-BBE4-4480-8C73-0A5CFC0A354B}" dt="2023-10-12T18:23:51.962" v="56" actId="478"/>
          <ac:spMkLst>
            <pc:docMk/>
            <pc:sldMk cId="786175418" sldId="322"/>
            <ac:spMk id="34825" creationId="{4660E24F-E75B-593B-7969-A1C027C99ABE}"/>
          </ac:spMkLst>
        </pc:spChg>
      </pc:sldChg>
      <pc:sldChg chg="delCm">
        <pc:chgData name="Sam Prince" userId="b8c1c271-dd5b-4079-a09a-81f4ce8be867" providerId="ADAL" clId="{C491FCCC-BBE4-4480-8C73-0A5CFC0A354B}" dt="2023-10-12T18:26:46.476" v="128"/>
        <pc:sldMkLst>
          <pc:docMk/>
          <pc:sldMk cId="4184819660" sldId="323"/>
        </pc:sldMkLst>
      </pc:sldChg>
      <pc:sldChg chg="addSp delSp modSp mod">
        <pc:chgData name="Sam Prince" userId="b8c1c271-dd5b-4079-a09a-81f4ce8be867" providerId="ADAL" clId="{C491FCCC-BBE4-4480-8C73-0A5CFC0A354B}" dt="2023-10-12T19:10:27.450" v="219" actId="14100"/>
        <pc:sldMkLst>
          <pc:docMk/>
          <pc:sldMk cId="1487805568" sldId="325"/>
        </pc:sldMkLst>
        <pc:picChg chg="add mod">
          <ac:chgData name="Sam Prince" userId="b8c1c271-dd5b-4079-a09a-81f4ce8be867" providerId="ADAL" clId="{C491FCCC-BBE4-4480-8C73-0A5CFC0A354B}" dt="2023-10-12T19:10:27.450" v="219" actId="14100"/>
          <ac:picMkLst>
            <pc:docMk/>
            <pc:sldMk cId="1487805568" sldId="325"/>
            <ac:picMk id="3" creationId="{D35C42AC-B3DE-2A95-D12B-0F312E1C9D28}"/>
          </ac:picMkLst>
        </pc:picChg>
        <pc:picChg chg="del">
          <ac:chgData name="Sam Prince" userId="b8c1c271-dd5b-4079-a09a-81f4ce8be867" providerId="ADAL" clId="{C491FCCC-BBE4-4480-8C73-0A5CFC0A354B}" dt="2023-10-12T19:10:10.061" v="215" actId="478"/>
          <ac:picMkLst>
            <pc:docMk/>
            <pc:sldMk cId="1487805568" sldId="325"/>
            <ac:picMk id="9218" creationId="{1C7C515C-4AE9-CBCE-745E-92E24AA31148}"/>
          </ac:picMkLst>
        </pc:picChg>
      </pc:sldChg>
      <pc:sldChg chg="modSp mod">
        <pc:chgData name="Sam Prince" userId="b8c1c271-dd5b-4079-a09a-81f4ce8be867" providerId="ADAL" clId="{C491FCCC-BBE4-4480-8C73-0A5CFC0A354B}" dt="2023-10-12T18:27:48.418" v="133" actId="113"/>
        <pc:sldMkLst>
          <pc:docMk/>
          <pc:sldMk cId="1698651448" sldId="327"/>
        </pc:sldMkLst>
        <pc:spChg chg="mod">
          <ac:chgData name="Sam Prince" userId="b8c1c271-dd5b-4079-a09a-81f4ce8be867" providerId="ADAL" clId="{C491FCCC-BBE4-4480-8C73-0A5CFC0A354B}" dt="2023-10-12T18:27:48.418" v="133" actId="113"/>
          <ac:spMkLst>
            <pc:docMk/>
            <pc:sldMk cId="1698651448" sldId="327"/>
            <ac:spMk id="2" creationId="{8EC1CFB0-F954-CBAF-F7CC-899803E59FA1}"/>
          </ac:spMkLst>
        </pc:spChg>
      </pc:sldChg>
      <pc:sldChg chg="addSp delSp modSp mod modNotesTx">
        <pc:chgData name="Sam Prince" userId="b8c1c271-dd5b-4079-a09a-81f4ce8be867" providerId="ADAL" clId="{C491FCCC-BBE4-4480-8C73-0A5CFC0A354B}" dt="2023-10-12T18:59:31.873" v="200" actId="14100"/>
        <pc:sldMkLst>
          <pc:docMk/>
          <pc:sldMk cId="2450748708" sldId="333"/>
        </pc:sldMkLst>
        <pc:spChg chg="mod">
          <ac:chgData name="Sam Prince" userId="b8c1c271-dd5b-4079-a09a-81f4ce8be867" providerId="ADAL" clId="{C491FCCC-BBE4-4480-8C73-0A5CFC0A354B}" dt="2023-10-12T18:19:17.245" v="3" actId="20577"/>
          <ac:spMkLst>
            <pc:docMk/>
            <pc:sldMk cId="2450748708" sldId="333"/>
            <ac:spMk id="1031" creationId="{2F2088C1-FFCE-CAE1-5E55-639485D7D944}"/>
          </ac:spMkLst>
        </pc:spChg>
        <pc:picChg chg="del">
          <ac:chgData name="Sam Prince" userId="b8c1c271-dd5b-4079-a09a-81f4ce8be867" providerId="ADAL" clId="{C491FCCC-BBE4-4480-8C73-0A5CFC0A354B}" dt="2023-10-12T18:59:03.929" v="195" actId="478"/>
          <ac:picMkLst>
            <pc:docMk/>
            <pc:sldMk cId="2450748708" sldId="333"/>
            <ac:picMk id="3" creationId="{CE755480-2024-94B0-0C98-99D85387F149}"/>
          </ac:picMkLst>
        </pc:picChg>
        <pc:picChg chg="add mod">
          <ac:chgData name="Sam Prince" userId="b8c1c271-dd5b-4079-a09a-81f4ce8be867" providerId="ADAL" clId="{C491FCCC-BBE4-4480-8C73-0A5CFC0A354B}" dt="2023-10-12T18:59:31.873" v="200" actId="14100"/>
          <ac:picMkLst>
            <pc:docMk/>
            <pc:sldMk cId="2450748708" sldId="333"/>
            <ac:picMk id="5" creationId="{B1E77B2D-651A-5D90-2C8F-CF58CE3B4962}"/>
          </ac:picMkLst>
        </pc:picChg>
      </pc:sldChg>
      <pc:sldChg chg="modSp mod">
        <pc:chgData name="Sam Prince" userId="b8c1c271-dd5b-4079-a09a-81f4ce8be867" providerId="ADAL" clId="{C491FCCC-BBE4-4480-8C73-0A5CFC0A354B}" dt="2023-10-12T18:19:39.329" v="7" actId="20577"/>
        <pc:sldMkLst>
          <pc:docMk/>
          <pc:sldMk cId="1137523034" sldId="334"/>
        </pc:sldMkLst>
        <pc:spChg chg="mod">
          <ac:chgData name="Sam Prince" userId="b8c1c271-dd5b-4079-a09a-81f4ce8be867" providerId="ADAL" clId="{C491FCCC-BBE4-4480-8C73-0A5CFC0A354B}" dt="2023-10-12T18:19:39.329" v="7" actId="20577"/>
          <ac:spMkLst>
            <pc:docMk/>
            <pc:sldMk cId="1137523034" sldId="334"/>
            <ac:spMk id="34819" creationId="{453C7683-8588-7ABC-32E0-8A4E68218620}"/>
          </ac:spMkLst>
        </pc:spChg>
        <pc:spChg chg="mod">
          <ac:chgData name="Sam Prince" userId="b8c1c271-dd5b-4079-a09a-81f4ce8be867" providerId="ADAL" clId="{C491FCCC-BBE4-4480-8C73-0A5CFC0A354B}" dt="2023-10-12T18:19:35.860" v="6" actId="20577"/>
          <ac:spMkLst>
            <pc:docMk/>
            <pc:sldMk cId="1137523034" sldId="334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C491FCCC-BBE4-4480-8C73-0A5CFC0A354B}" dt="2023-10-12T18:22:27.881" v="41" actId="1076"/>
        <pc:sldMkLst>
          <pc:docMk/>
          <pc:sldMk cId="969000044" sldId="336"/>
        </pc:sldMkLst>
        <pc:spChg chg="mod">
          <ac:chgData name="Sam Prince" userId="b8c1c271-dd5b-4079-a09a-81f4ce8be867" providerId="ADAL" clId="{C491FCCC-BBE4-4480-8C73-0A5CFC0A354B}" dt="2023-10-12T18:22:27.881" v="41" actId="1076"/>
          <ac:spMkLst>
            <pc:docMk/>
            <pc:sldMk cId="969000044" sldId="336"/>
            <ac:spMk id="2" creationId="{AC6D251B-8AC6-FD24-6A2E-BB246809D551}"/>
          </ac:spMkLst>
        </pc:spChg>
        <pc:spChg chg="mod">
          <ac:chgData name="Sam Prince" userId="b8c1c271-dd5b-4079-a09a-81f4ce8be867" providerId="ADAL" clId="{C491FCCC-BBE4-4480-8C73-0A5CFC0A354B}" dt="2023-10-12T18:22:24.496" v="40" actId="1076"/>
          <ac:spMkLst>
            <pc:docMk/>
            <pc:sldMk cId="969000044" sldId="336"/>
            <ac:spMk id="5" creationId="{B617BBB5-8A34-DE1E-D589-707A356B91C2}"/>
          </ac:spMkLst>
        </pc:spChg>
      </pc:sldChg>
      <pc:sldChg chg="modSp">
        <pc:chgData name="Sam Prince" userId="b8c1c271-dd5b-4079-a09a-81f4ce8be867" providerId="ADAL" clId="{C491FCCC-BBE4-4480-8C73-0A5CFC0A354B}" dt="2023-10-12T18:54:30.484" v="152" actId="1076"/>
        <pc:sldMkLst>
          <pc:docMk/>
          <pc:sldMk cId="1249836293" sldId="338"/>
        </pc:sldMkLst>
        <pc:spChg chg="mod">
          <ac:chgData name="Sam Prince" userId="b8c1c271-dd5b-4079-a09a-81f4ce8be867" providerId="ADAL" clId="{C491FCCC-BBE4-4480-8C73-0A5CFC0A354B}" dt="2023-10-12T18:54:30.484" v="152" actId="1076"/>
          <ac:spMkLst>
            <pc:docMk/>
            <pc:sldMk cId="1249836293" sldId="338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C491FCCC-BBE4-4480-8C73-0A5CFC0A354B}" dt="2023-10-12T18:28:51.060" v="141" actId="20577"/>
        <pc:sldMkLst>
          <pc:docMk/>
          <pc:sldMk cId="3351725287" sldId="342"/>
        </pc:sldMkLst>
        <pc:graphicFrameChg chg="mod modGraphic">
          <ac:chgData name="Sam Prince" userId="b8c1c271-dd5b-4079-a09a-81f4ce8be867" providerId="ADAL" clId="{C491FCCC-BBE4-4480-8C73-0A5CFC0A354B}" dt="2023-10-12T18:28:51.060" v="141" actId="20577"/>
          <ac:graphicFrameMkLst>
            <pc:docMk/>
            <pc:sldMk cId="3351725287" sldId="342"/>
            <ac:graphicFrameMk id="34822" creationId="{3642D4B6-4BF6-9973-3C7C-BDA936977F75}"/>
          </ac:graphicFrameMkLst>
        </pc:graphicFrameChg>
      </pc:sldChg>
      <pc:sldChg chg="modSp mod">
        <pc:chgData name="Sam Prince" userId="b8c1c271-dd5b-4079-a09a-81f4ce8be867" providerId="ADAL" clId="{C491FCCC-BBE4-4480-8C73-0A5CFC0A354B}" dt="2023-10-12T18:53:36.723" v="143" actId="20577"/>
        <pc:sldMkLst>
          <pc:docMk/>
          <pc:sldMk cId="362185908" sldId="343"/>
        </pc:sldMkLst>
        <pc:spChg chg="mod">
          <ac:chgData name="Sam Prince" userId="b8c1c271-dd5b-4079-a09a-81f4ce8be867" providerId="ADAL" clId="{C491FCCC-BBE4-4480-8C73-0A5CFC0A354B}" dt="2023-10-12T18:53:36.723" v="143" actId="20577"/>
          <ac:spMkLst>
            <pc:docMk/>
            <pc:sldMk cId="362185908" sldId="343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C491FCCC-BBE4-4480-8C73-0A5CFC0A354B}" dt="2023-10-12T19:09:41.654" v="214" actId="14100"/>
        <pc:sldMkLst>
          <pc:docMk/>
          <pc:sldMk cId="2118510819" sldId="346"/>
        </pc:sldMkLst>
        <pc:spChg chg="mod">
          <ac:chgData name="Sam Prince" userId="b8c1c271-dd5b-4079-a09a-81f4ce8be867" providerId="ADAL" clId="{C491FCCC-BBE4-4480-8C73-0A5CFC0A354B}" dt="2023-10-12T18:21:22.332" v="32" actId="12"/>
          <ac:spMkLst>
            <pc:docMk/>
            <pc:sldMk cId="2118510819" sldId="346"/>
            <ac:spMk id="3" creationId="{0886FCA7-AD3C-0738-146F-754195379954}"/>
          </ac:spMkLst>
        </pc:spChg>
        <pc:spChg chg="mod">
          <ac:chgData name="Sam Prince" userId="b8c1c271-dd5b-4079-a09a-81f4ce8be867" providerId="ADAL" clId="{C491FCCC-BBE4-4480-8C73-0A5CFC0A354B}" dt="2023-10-12T18:22:57.450" v="45" actId="404"/>
          <ac:spMkLst>
            <pc:docMk/>
            <pc:sldMk cId="2118510819" sldId="346"/>
            <ac:spMk id="34820" creationId="{8DCD7CE1-603D-4D59-3DBB-C13C0B6505F0}"/>
          </ac:spMkLst>
        </pc:spChg>
        <pc:spChg chg="del">
          <ac:chgData name="Sam Prince" userId="b8c1c271-dd5b-4079-a09a-81f4ce8be867" providerId="ADAL" clId="{C491FCCC-BBE4-4480-8C73-0A5CFC0A354B}" dt="2023-10-12T18:20:40.348" v="20" actId="478"/>
          <ac:spMkLst>
            <pc:docMk/>
            <pc:sldMk cId="2118510819" sldId="346"/>
            <ac:spMk id="34825" creationId="{50CB60A6-278E-60EE-F86F-CBCA55A4A48B}"/>
          </ac:spMkLst>
        </pc:spChg>
        <pc:picChg chg="add mod">
          <ac:chgData name="Sam Prince" userId="b8c1c271-dd5b-4079-a09a-81f4ce8be867" providerId="ADAL" clId="{C491FCCC-BBE4-4480-8C73-0A5CFC0A354B}" dt="2023-10-12T19:09:41.654" v="214" actId="14100"/>
          <ac:picMkLst>
            <pc:docMk/>
            <pc:sldMk cId="2118510819" sldId="346"/>
            <ac:picMk id="4" creationId="{3ACAFFAB-2942-5485-439E-48515A3BF81B}"/>
          </ac:picMkLst>
        </pc:picChg>
        <pc:picChg chg="del">
          <ac:chgData name="Sam Prince" userId="b8c1c271-dd5b-4079-a09a-81f4ce8be867" providerId="ADAL" clId="{C491FCCC-BBE4-4480-8C73-0A5CFC0A354B}" dt="2023-10-12T19:09:29.278" v="208" actId="478"/>
          <ac:picMkLst>
            <pc:docMk/>
            <pc:sldMk cId="2118510819" sldId="346"/>
            <ac:picMk id="4100" creationId="{EF214DBC-F983-EE3E-04D4-E6ED61804833}"/>
          </ac:picMkLst>
        </pc:picChg>
      </pc:sldChg>
      <pc:sldChg chg="delSp modSp mod">
        <pc:chgData name="Sam Prince" userId="b8c1c271-dd5b-4079-a09a-81f4ce8be867" providerId="ADAL" clId="{C491FCCC-BBE4-4480-8C73-0A5CFC0A354B}" dt="2023-10-12T18:22:51.847" v="43" actId="404"/>
        <pc:sldMkLst>
          <pc:docMk/>
          <pc:sldMk cId="3998055731" sldId="347"/>
        </pc:sldMkLst>
        <pc:spChg chg="mod">
          <ac:chgData name="Sam Prince" userId="b8c1c271-dd5b-4079-a09a-81f4ce8be867" providerId="ADAL" clId="{C491FCCC-BBE4-4480-8C73-0A5CFC0A354B}" dt="2023-10-12T18:22:02.892" v="36" actId="12"/>
          <ac:spMkLst>
            <pc:docMk/>
            <pc:sldMk cId="3998055731" sldId="347"/>
            <ac:spMk id="10" creationId="{13F6223D-104E-D258-9CF7-DB75217CC0DC}"/>
          </ac:spMkLst>
        </pc:spChg>
        <pc:spChg chg="mod">
          <ac:chgData name="Sam Prince" userId="b8c1c271-dd5b-4079-a09a-81f4ce8be867" providerId="ADAL" clId="{C491FCCC-BBE4-4480-8C73-0A5CFC0A354B}" dt="2023-10-12T18:22:51.847" v="43" actId="404"/>
          <ac:spMkLst>
            <pc:docMk/>
            <pc:sldMk cId="3998055731" sldId="347"/>
            <ac:spMk id="34820" creationId="{8DCD7CE1-603D-4D59-3DBB-C13C0B6505F0}"/>
          </ac:spMkLst>
        </pc:spChg>
        <pc:spChg chg="del">
          <ac:chgData name="Sam Prince" userId="b8c1c271-dd5b-4079-a09a-81f4ce8be867" providerId="ADAL" clId="{C491FCCC-BBE4-4480-8C73-0A5CFC0A354B}" dt="2023-10-12T18:21:49.934" v="34" actId="478"/>
          <ac:spMkLst>
            <pc:docMk/>
            <pc:sldMk cId="3998055731" sldId="347"/>
            <ac:spMk id="34825" creationId="{63AD4762-20BE-3CAC-31C1-83622B8A059F}"/>
          </ac:spMkLst>
        </pc:spChg>
      </pc:sldChg>
      <pc:sldChg chg="delSp modSp mod">
        <pc:chgData name="Sam Prince" userId="b8c1c271-dd5b-4079-a09a-81f4ce8be867" providerId="ADAL" clId="{C491FCCC-BBE4-4480-8C73-0A5CFC0A354B}" dt="2023-10-12T18:26:59.362" v="130" actId="404"/>
        <pc:sldMkLst>
          <pc:docMk/>
          <pc:sldMk cId="4204895736" sldId="348"/>
        </pc:sldMkLst>
        <pc:spChg chg="mod">
          <ac:chgData name="Sam Prince" userId="b8c1c271-dd5b-4079-a09a-81f4ce8be867" providerId="ADAL" clId="{C491FCCC-BBE4-4480-8C73-0A5CFC0A354B}" dt="2023-10-12T18:26:30.815" v="127" actId="255"/>
          <ac:spMkLst>
            <pc:docMk/>
            <pc:sldMk cId="4204895736" sldId="348"/>
            <ac:spMk id="2" creationId="{1F63A421-0A0D-719B-9C10-E4B1250B0649}"/>
          </ac:spMkLst>
        </pc:spChg>
        <pc:spChg chg="mod">
          <ac:chgData name="Sam Prince" userId="b8c1c271-dd5b-4079-a09a-81f4ce8be867" providerId="ADAL" clId="{C491FCCC-BBE4-4480-8C73-0A5CFC0A354B}" dt="2023-10-12T18:26:59.362" v="130" actId="404"/>
          <ac:spMkLst>
            <pc:docMk/>
            <pc:sldMk cId="4204895736" sldId="348"/>
            <ac:spMk id="34820" creationId="{8DCD7CE1-603D-4D59-3DBB-C13C0B6505F0}"/>
          </ac:spMkLst>
        </pc:spChg>
        <pc:spChg chg="del">
          <ac:chgData name="Sam Prince" userId="b8c1c271-dd5b-4079-a09a-81f4ce8be867" providerId="ADAL" clId="{C491FCCC-BBE4-4480-8C73-0A5CFC0A354B}" dt="2023-10-12T18:26:08.039" v="115" actId="478"/>
          <ac:spMkLst>
            <pc:docMk/>
            <pc:sldMk cId="4204895736" sldId="348"/>
            <ac:spMk id="34825" creationId="{D29A6F6E-28FD-588C-CA54-C24CE0FEF2FE}"/>
          </ac:spMkLst>
        </pc:spChg>
      </pc:sldChg>
      <pc:sldChg chg="addSp modSp new mod">
        <pc:chgData name="Sam Prince" userId="b8c1c271-dd5b-4079-a09a-81f4ce8be867" providerId="ADAL" clId="{C491FCCC-BBE4-4480-8C73-0A5CFC0A354B}" dt="2023-10-12T19:19:36.097" v="281" actId="2711"/>
        <pc:sldMkLst>
          <pc:docMk/>
          <pc:sldMk cId="2485431058" sldId="350"/>
        </pc:sldMkLst>
        <pc:spChg chg="mod">
          <ac:chgData name="Sam Prince" userId="b8c1c271-dd5b-4079-a09a-81f4ce8be867" providerId="ADAL" clId="{C491FCCC-BBE4-4480-8C73-0A5CFC0A354B}" dt="2023-10-12T18:24:33.111" v="98" actId="404"/>
          <ac:spMkLst>
            <pc:docMk/>
            <pc:sldMk cId="2485431058" sldId="350"/>
            <ac:spMk id="2" creationId="{F1628B68-A70E-7AF8-9ADB-BB3401185ADE}"/>
          </ac:spMkLst>
        </pc:spChg>
        <pc:spChg chg="mod">
          <ac:chgData name="Sam Prince" userId="b8c1c271-dd5b-4079-a09a-81f4ce8be867" providerId="ADAL" clId="{C491FCCC-BBE4-4480-8C73-0A5CFC0A354B}" dt="2023-10-12T19:19:36.097" v="281" actId="2711"/>
          <ac:spMkLst>
            <pc:docMk/>
            <pc:sldMk cId="2485431058" sldId="350"/>
            <ac:spMk id="3" creationId="{563A4DD6-3A04-223D-8E0A-4BC24AF60EE2}"/>
          </ac:spMkLst>
        </pc:spChg>
        <pc:spChg chg="add mod">
          <ac:chgData name="Sam Prince" userId="b8c1c271-dd5b-4079-a09a-81f4ce8be867" providerId="ADAL" clId="{C491FCCC-BBE4-4480-8C73-0A5CFC0A354B}" dt="2023-10-12T19:19:10.588" v="279" actId="404"/>
          <ac:spMkLst>
            <pc:docMk/>
            <pc:sldMk cId="2485431058" sldId="350"/>
            <ac:spMk id="5" creationId="{B993106E-459C-3407-AC2D-8E5A7CD5FCB1}"/>
          </ac:spMkLst>
        </pc:spChg>
      </pc:sldChg>
    </pc:docChg>
  </pc:docChgLst>
  <pc:docChgLst>
    <pc:chgData name="Andrew Bodmer" userId="e78b4f3cb0d7499b" providerId="LiveId" clId="{A03C14E8-AE1D-FA48-B654-CFB8026E9CE1}"/>
    <pc:docChg chg="undo custSel addSld delSld modSld">
      <pc:chgData name="Andrew Bodmer" userId="e78b4f3cb0d7499b" providerId="LiveId" clId="{A03C14E8-AE1D-FA48-B654-CFB8026E9CE1}" dt="2023-10-09T15:27:53.727" v="401" actId="255"/>
      <pc:docMkLst>
        <pc:docMk/>
      </pc:docMkLst>
      <pc:sldChg chg="modCm">
        <pc:chgData name="Andrew Bodmer" userId="e78b4f3cb0d7499b" providerId="LiveId" clId="{A03C14E8-AE1D-FA48-B654-CFB8026E9CE1}" dt="2023-10-09T12:06:10.094" v="1"/>
        <pc:sldMkLst>
          <pc:docMk/>
          <pc:sldMk cId="0" sldId="256"/>
        </pc:sldMkLst>
      </pc:sldChg>
      <pc:sldChg chg="addSp delSp modSp mod modClrScheme modCm chgLayout">
        <pc:chgData name="Andrew Bodmer" userId="e78b4f3cb0d7499b" providerId="LiveId" clId="{A03C14E8-AE1D-FA48-B654-CFB8026E9CE1}" dt="2023-10-09T12:51:51.404" v="400" actId="20577"/>
        <pc:sldMkLst>
          <pc:docMk/>
          <pc:sldMk cId="347786879" sldId="311"/>
        </pc:sldMkLst>
        <pc:spChg chg="add mod">
          <ac:chgData name="Andrew Bodmer" userId="e78b4f3cb0d7499b" providerId="LiveId" clId="{A03C14E8-AE1D-FA48-B654-CFB8026E9CE1}" dt="2023-10-09T12:51:51.404" v="400" actId="20577"/>
          <ac:spMkLst>
            <pc:docMk/>
            <pc:sldMk cId="347786879" sldId="311"/>
            <ac:spMk id="2" creationId="{9779C606-C331-A611-D37C-D03C045C0369}"/>
          </ac:spMkLst>
        </pc:spChg>
        <pc:spChg chg="mod">
          <ac:chgData name="Andrew Bodmer" userId="e78b4f3cb0d7499b" providerId="LiveId" clId="{A03C14E8-AE1D-FA48-B654-CFB8026E9CE1}" dt="2023-10-09T12:49:20.062" v="368" actId="26606"/>
          <ac:spMkLst>
            <pc:docMk/>
            <pc:sldMk cId="347786879" sldId="311"/>
            <ac:spMk id="34820" creationId="{8DCD7CE1-603D-4D59-3DBB-C13C0B6505F0}"/>
          </ac:spMkLst>
        </pc:spChg>
        <pc:spChg chg="add del mod">
          <ac:chgData name="Andrew Bodmer" userId="e78b4f3cb0d7499b" providerId="LiveId" clId="{A03C14E8-AE1D-FA48-B654-CFB8026E9CE1}" dt="2023-10-09T12:39:12.774" v="306" actId="26606"/>
          <ac:spMkLst>
            <pc:docMk/>
            <pc:sldMk cId="347786879" sldId="311"/>
            <ac:spMk id="34822" creationId="{DA95223C-00B9-C5C6-1AAD-F8F018E491DF}"/>
          </ac:spMkLst>
        </pc:spChg>
        <pc:spChg chg="add mod">
          <ac:chgData name="Andrew Bodmer" userId="e78b4f3cb0d7499b" providerId="LiveId" clId="{A03C14E8-AE1D-FA48-B654-CFB8026E9CE1}" dt="2023-10-09T12:49:20.062" v="368" actId="26606"/>
          <ac:spMkLst>
            <pc:docMk/>
            <pc:sldMk cId="347786879" sldId="311"/>
            <ac:spMk id="34824" creationId="{A3CAED71-600C-1F92-9106-96E2B90AD4CA}"/>
          </ac:spMkLst>
        </pc:spChg>
        <pc:spChg chg="add del mod">
          <ac:chgData name="Andrew Bodmer" userId="e78b4f3cb0d7499b" providerId="LiveId" clId="{A03C14E8-AE1D-FA48-B654-CFB8026E9CE1}" dt="2023-10-09T12:38:58.400" v="304" actId="26606"/>
          <ac:spMkLst>
            <pc:docMk/>
            <pc:sldMk cId="347786879" sldId="311"/>
            <ac:spMk id="34825" creationId="{4FBC131D-92CD-2EF6-E062-3E111132B011}"/>
          </ac:spMkLst>
        </pc:spChg>
        <pc:graphicFrameChg chg="mod ord modGraphic">
          <ac:chgData name="Andrew Bodmer" userId="e78b4f3cb0d7499b" providerId="LiveId" clId="{A03C14E8-AE1D-FA48-B654-CFB8026E9CE1}" dt="2023-10-09T12:51:29.841" v="388" actId="207"/>
          <ac:graphicFrameMkLst>
            <pc:docMk/>
            <pc:sldMk cId="347786879" sldId="311"/>
            <ac:graphicFrameMk id="3" creationId="{0278E69B-CCE2-B041-ECEA-06945389FA10}"/>
          </ac:graphicFrameMkLst>
        </pc:graphicFrameChg>
      </pc:sldChg>
      <pc:sldChg chg="modSp mod">
        <pc:chgData name="Andrew Bodmer" userId="e78b4f3cb0d7499b" providerId="LiveId" clId="{A03C14E8-AE1D-FA48-B654-CFB8026E9CE1}" dt="2023-10-09T12:06:25.969" v="6" actId="20577"/>
        <pc:sldMkLst>
          <pc:docMk/>
          <pc:sldMk cId="3698070359" sldId="314"/>
        </pc:sldMkLst>
        <pc:spChg chg="mod">
          <ac:chgData name="Andrew Bodmer" userId="e78b4f3cb0d7499b" providerId="LiveId" clId="{A03C14E8-AE1D-FA48-B654-CFB8026E9CE1}" dt="2023-10-09T12:06:25.969" v="6" actId="20577"/>
          <ac:spMkLst>
            <pc:docMk/>
            <pc:sldMk cId="3698070359" sldId="314"/>
            <ac:spMk id="34819" creationId="{453C7683-8588-7ABC-32E0-8A4E68218620}"/>
          </ac:spMkLst>
        </pc:spChg>
      </pc:sldChg>
      <pc:sldChg chg="addSp delSp modSp mod modClrScheme modCm chgLayout">
        <pc:chgData name="Andrew Bodmer" userId="e78b4f3cb0d7499b" providerId="LiveId" clId="{A03C14E8-AE1D-FA48-B654-CFB8026E9CE1}" dt="2023-10-09T15:27:53.727" v="401" actId="255"/>
        <pc:sldMkLst>
          <pc:docMk/>
          <pc:sldMk cId="2055296412" sldId="318"/>
        </pc:sldMkLst>
        <pc:spChg chg="del mod">
          <ac:chgData name="Andrew Bodmer" userId="e78b4f3cb0d7499b" providerId="LiveId" clId="{A03C14E8-AE1D-FA48-B654-CFB8026E9CE1}" dt="2023-10-09T12:17:20.918" v="73" actId="478"/>
          <ac:spMkLst>
            <pc:docMk/>
            <pc:sldMk cId="2055296412" sldId="318"/>
            <ac:spMk id="3" creationId="{0886FCA7-AD3C-0738-146F-754195379954}"/>
          </ac:spMkLst>
        </pc:spChg>
        <pc:spChg chg="mod ord">
          <ac:chgData name="Andrew Bodmer" userId="e78b4f3cb0d7499b" providerId="LiveId" clId="{A03C14E8-AE1D-FA48-B654-CFB8026E9CE1}" dt="2023-10-09T15:27:53.727" v="401" actId="255"/>
          <ac:spMkLst>
            <pc:docMk/>
            <pc:sldMk cId="2055296412" sldId="318"/>
            <ac:spMk id="34819" creationId="{453C7683-8588-7ABC-32E0-8A4E68218620}"/>
          </ac:spMkLst>
        </pc:spChg>
        <pc:spChg chg="mod">
          <ac:chgData name="Andrew Bodmer" userId="e78b4f3cb0d7499b" providerId="LiveId" clId="{A03C14E8-AE1D-FA48-B654-CFB8026E9CE1}" dt="2023-10-09T12:17:36.190" v="75" actId="26606"/>
          <ac:spMkLst>
            <pc:docMk/>
            <pc:sldMk cId="2055296412" sldId="318"/>
            <ac:spMk id="34820" creationId="{8DCD7CE1-603D-4D59-3DBB-C13C0B6505F0}"/>
          </ac:spMkLst>
        </pc:spChg>
        <pc:spChg chg="add mod">
          <ac:chgData name="Andrew Bodmer" userId="e78b4f3cb0d7499b" providerId="LiveId" clId="{A03C14E8-AE1D-FA48-B654-CFB8026E9CE1}" dt="2023-10-09T12:17:36.190" v="75" actId="26606"/>
          <ac:spMkLst>
            <pc:docMk/>
            <pc:sldMk cId="2055296412" sldId="318"/>
            <ac:spMk id="34825" creationId="{844D534A-11DA-26A8-68B0-A3A0C8CD8E77}"/>
          </ac:spMkLst>
        </pc:spChg>
        <pc:picChg chg="mod">
          <ac:chgData name="Andrew Bodmer" userId="e78b4f3cb0d7499b" providerId="LiveId" clId="{A03C14E8-AE1D-FA48-B654-CFB8026E9CE1}" dt="2023-10-09T12:17:36.190" v="75" actId="26606"/>
          <ac:picMkLst>
            <pc:docMk/>
            <pc:sldMk cId="2055296412" sldId="318"/>
            <ac:picMk id="4098" creationId="{46FB2030-CB5D-3678-47F5-1378D6DE6E62}"/>
          </ac:picMkLst>
        </pc:picChg>
        <pc:picChg chg="del">
          <ac:chgData name="Andrew Bodmer" userId="e78b4f3cb0d7499b" providerId="LiveId" clId="{A03C14E8-AE1D-FA48-B654-CFB8026E9CE1}" dt="2023-10-09T12:17:22.844" v="74" actId="478"/>
          <ac:picMkLst>
            <pc:docMk/>
            <pc:sldMk cId="2055296412" sldId="318"/>
            <ac:picMk id="4100" creationId="{EF214DBC-F983-EE3E-04D4-E6ED61804833}"/>
          </ac:picMkLst>
        </pc:picChg>
      </pc:sldChg>
      <pc:sldChg chg="delSp modSp mod">
        <pc:chgData name="Andrew Bodmer" userId="e78b4f3cb0d7499b" providerId="LiveId" clId="{A03C14E8-AE1D-FA48-B654-CFB8026E9CE1}" dt="2023-10-09T12:19:40.175" v="97" actId="1076"/>
        <pc:sldMkLst>
          <pc:docMk/>
          <pc:sldMk cId="3237634682" sldId="319"/>
        </pc:sldMkLst>
        <pc:spChg chg="mod">
          <ac:chgData name="Andrew Bodmer" userId="e78b4f3cb0d7499b" providerId="LiveId" clId="{A03C14E8-AE1D-FA48-B654-CFB8026E9CE1}" dt="2023-10-09T12:19:15.388" v="90" actId="1076"/>
          <ac:spMkLst>
            <pc:docMk/>
            <pc:sldMk cId="3237634682" sldId="319"/>
            <ac:spMk id="9" creationId="{50915AEE-F7E4-67AF-6C63-CB44613D2F93}"/>
          </ac:spMkLst>
        </pc:spChg>
        <pc:spChg chg="mod">
          <ac:chgData name="Andrew Bodmer" userId="e78b4f3cb0d7499b" providerId="LiveId" clId="{A03C14E8-AE1D-FA48-B654-CFB8026E9CE1}" dt="2023-10-09T12:19:04.821" v="87" actId="20577"/>
          <ac:spMkLst>
            <pc:docMk/>
            <pc:sldMk cId="3237634682" sldId="319"/>
            <ac:spMk id="10" creationId="{13F6223D-104E-D258-9CF7-DB75217CC0DC}"/>
          </ac:spMkLst>
        </pc:spChg>
        <pc:spChg chg="mod">
          <ac:chgData name="Andrew Bodmer" userId="e78b4f3cb0d7499b" providerId="LiveId" clId="{A03C14E8-AE1D-FA48-B654-CFB8026E9CE1}" dt="2023-10-09T12:18:00.754" v="82" actId="20577"/>
          <ac:spMkLst>
            <pc:docMk/>
            <pc:sldMk cId="3237634682" sldId="319"/>
            <ac:spMk id="34820" creationId="{8DCD7CE1-603D-4D59-3DBB-C13C0B6505F0}"/>
          </ac:spMkLst>
        </pc:spChg>
        <pc:picChg chg="del">
          <ac:chgData name="Andrew Bodmer" userId="e78b4f3cb0d7499b" providerId="LiveId" clId="{A03C14E8-AE1D-FA48-B654-CFB8026E9CE1}" dt="2023-10-09T12:19:05.786" v="88" actId="478"/>
          <ac:picMkLst>
            <pc:docMk/>
            <pc:sldMk cId="3237634682" sldId="319"/>
            <ac:picMk id="6" creationId="{668303DC-E7A2-22D8-E8C4-EE2D14978723}"/>
          </ac:picMkLst>
        </pc:picChg>
        <pc:picChg chg="mod">
          <ac:chgData name="Andrew Bodmer" userId="e78b4f3cb0d7499b" providerId="LiveId" clId="{A03C14E8-AE1D-FA48-B654-CFB8026E9CE1}" dt="2023-10-09T12:19:40.175" v="97" actId="1076"/>
          <ac:picMkLst>
            <pc:docMk/>
            <pc:sldMk cId="3237634682" sldId="319"/>
            <ac:picMk id="8" creationId="{4CCD4708-5F4D-0DE1-F09A-1550C2E0BF20}"/>
          </ac:picMkLst>
        </pc:picChg>
      </pc:sldChg>
      <pc:sldChg chg="addSp delSp modSp mod modClrScheme modCm chgLayout">
        <pc:chgData name="Andrew Bodmer" userId="e78b4f3cb0d7499b" providerId="LiveId" clId="{A03C14E8-AE1D-FA48-B654-CFB8026E9CE1}" dt="2023-10-09T12:22:39.679" v="122" actId="26606"/>
        <pc:sldMkLst>
          <pc:docMk/>
          <pc:sldMk cId="786175418" sldId="322"/>
        </pc:sldMkLst>
        <pc:spChg chg="del mod">
          <ac:chgData name="Andrew Bodmer" userId="e78b4f3cb0d7499b" providerId="LiveId" clId="{A03C14E8-AE1D-FA48-B654-CFB8026E9CE1}" dt="2023-10-09T12:20:37.214" v="114" actId="478"/>
          <ac:spMkLst>
            <pc:docMk/>
            <pc:sldMk cId="786175418" sldId="322"/>
            <ac:spMk id="2" creationId="{1F63A421-0A0D-719B-9C10-E4B1250B0649}"/>
          </ac:spMkLst>
        </pc:spChg>
        <pc:spChg chg="mod ord">
          <ac:chgData name="Andrew Bodmer" userId="e78b4f3cb0d7499b" providerId="LiveId" clId="{A03C14E8-AE1D-FA48-B654-CFB8026E9CE1}" dt="2023-10-09T12:22:39.679" v="122" actId="26606"/>
          <ac:spMkLst>
            <pc:docMk/>
            <pc:sldMk cId="786175418" sldId="322"/>
            <ac:spMk id="34819" creationId="{453C7683-8588-7ABC-32E0-8A4E68218620}"/>
          </ac:spMkLst>
        </pc:spChg>
        <pc:spChg chg="mod">
          <ac:chgData name="Andrew Bodmer" userId="e78b4f3cb0d7499b" providerId="LiveId" clId="{A03C14E8-AE1D-FA48-B654-CFB8026E9CE1}" dt="2023-10-09T12:20:51.992" v="117" actId="26606"/>
          <ac:spMkLst>
            <pc:docMk/>
            <pc:sldMk cId="786175418" sldId="322"/>
            <ac:spMk id="34820" creationId="{8DCD7CE1-603D-4D59-3DBB-C13C0B6505F0}"/>
          </ac:spMkLst>
        </pc:spChg>
        <pc:spChg chg="add mod ord">
          <ac:chgData name="Andrew Bodmer" userId="e78b4f3cb0d7499b" providerId="LiveId" clId="{A03C14E8-AE1D-FA48-B654-CFB8026E9CE1}" dt="2023-10-09T12:22:39.679" v="122" actId="26606"/>
          <ac:spMkLst>
            <pc:docMk/>
            <pc:sldMk cId="786175418" sldId="322"/>
            <ac:spMk id="34825" creationId="{4660E24F-E75B-593B-7969-A1C027C99ABE}"/>
          </ac:spMkLst>
        </pc:spChg>
        <pc:picChg chg="add mod ord">
          <ac:chgData name="Andrew Bodmer" userId="e78b4f3cb0d7499b" providerId="LiveId" clId="{A03C14E8-AE1D-FA48-B654-CFB8026E9CE1}" dt="2023-10-09T12:22:39.679" v="122" actId="26606"/>
          <ac:picMkLst>
            <pc:docMk/>
            <pc:sldMk cId="786175418" sldId="322"/>
            <ac:picMk id="4" creationId="{4D25BD6C-EAB6-06B0-6D99-83191DBF7233}"/>
          </ac:picMkLst>
        </pc:picChg>
      </pc:sldChg>
      <pc:sldChg chg="modSp mod addCm">
        <pc:chgData name="Andrew Bodmer" userId="e78b4f3cb0d7499b" providerId="LiveId" clId="{A03C14E8-AE1D-FA48-B654-CFB8026E9CE1}" dt="2023-10-09T12:47:23.004" v="345" actId="2"/>
        <pc:sldMkLst>
          <pc:docMk/>
          <pc:sldMk cId="4184819660" sldId="323"/>
        </pc:sldMkLst>
        <pc:spChg chg="mod">
          <ac:chgData name="Andrew Bodmer" userId="e78b4f3cb0d7499b" providerId="LiveId" clId="{A03C14E8-AE1D-FA48-B654-CFB8026E9CE1}" dt="2023-10-09T12:47:23.004" v="345" actId="2"/>
          <ac:spMkLst>
            <pc:docMk/>
            <pc:sldMk cId="4184819660" sldId="323"/>
            <ac:spMk id="34819" creationId="{453C7683-8588-7ABC-32E0-8A4E68218620}"/>
          </ac:spMkLst>
        </pc:spChg>
      </pc:sldChg>
      <pc:sldChg chg="modSp mod">
        <pc:chgData name="Andrew Bodmer" userId="e78b4f3cb0d7499b" providerId="LiveId" clId="{A03C14E8-AE1D-FA48-B654-CFB8026E9CE1}" dt="2023-10-09T12:09:57.644" v="64" actId="20577"/>
        <pc:sldMkLst>
          <pc:docMk/>
          <pc:sldMk cId="1698651448" sldId="327"/>
        </pc:sldMkLst>
        <pc:spChg chg="mod">
          <ac:chgData name="Andrew Bodmer" userId="e78b4f3cb0d7499b" providerId="LiveId" clId="{A03C14E8-AE1D-FA48-B654-CFB8026E9CE1}" dt="2023-10-09T12:09:57.644" v="64" actId="20577"/>
          <ac:spMkLst>
            <pc:docMk/>
            <pc:sldMk cId="1698651448" sldId="327"/>
            <ac:spMk id="2" creationId="{8EC1CFB0-F954-CBAF-F7CC-899803E59FA1}"/>
          </ac:spMkLst>
        </pc:spChg>
      </pc:sldChg>
      <pc:sldChg chg="modSp mod">
        <pc:chgData name="Andrew Bodmer" userId="e78b4f3cb0d7499b" providerId="LiveId" clId="{A03C14E8-AE1D-FA48-B654-CFB8026E9CE1}" dt="2023-10-09T12:18:12.388" v="86" actId="20577"/>
        <pc:sldMkLst>
          <pc:docMk/>
          <pc:sldMk cId="969000044" sldId="336"/>
        </pc:sldMkLst>
        <pc:spChg chg="mod">
          <ac:chgData name="Andrew Bodmer" userId="e78b4f3cb0d7499b" providerId="LiveId" clId="{A03C14E8-AE1D-FA48-B654-CFB8026E9CE1}" dt="2023-10-09T12:07:02.723" v="34" actId="14100"/>
          <ac:spMkLst>
            <pc:docMk/>
            <pc:sldMk cId="969000044" sldId="336"/>
            <ac:spMk id="2" creationId="{AC6D251B-8AC6-FD24-6A2E-BB246809D551}"/>
          </ac:spMkLst>
        </pc:spChg>
        <pc:spChg chg="mod">
          <ac:chgData name="Andrew Bodmer" userId="e78b4f3cb0d7499b" providerId="LiveId" clId="{A03C14E8-AE1D-FA48-B654-CFB8026E9CE1}" dt="2023-10-09T12:18:12.388" v="86" actId="20577"/>
          <ac:spMkLst>
            <pc:docMk/>
            <pc:sldMk cId="969000044" sldId="336"/>
            <ac:spMk id="34820" creationId="{8DCD7CE1-603D-4D59-3DBB-C13C0B6505F0}"/>
          </ac:spMkLst>
        </pc:spChg>
      </pc:sldChg>
      <pc:sldChg chg="modSp mod">
        <pc:chgData name="Andrew Bodmer" userId="e78b4f3cb0d7499b" providerId="LiveId" clId="{A03C14E8-AE1D-FA48-B654-CFB8026E9CE1}" dt="2023-10-09T12:47:25.041" v="346" actId="2"/>
        <pc:sldMkLst>
          <pc:docMk/>
          <pc:sldMk cId="1249836293" sldId="338"/>
        </pc:sldMkLst>
        <pc:graphicFrameChg chg="modGraphic">
          <ac:chgData name="Andrew Bodmer" userId="e78b4f3cb0d7499b" providerId="LiveId" clId="{A03C14E8-AE1D-FA48-B654-CFB8026E9CE1}" dt="2023-10-09T12:47:25.041" v="346" actId="2"/>
          <ac:graphicFrameMkLst>
            <pc:docMk/>
            <pc:sldMk cId="1249836293" sldId="338"/>
            <ac:graphicFrameMk id="4" creationId="{897FC4FE-FDA7-BDFE-E65B-DB4E8EEA320B}"/>
          </ac:graphicFrameMkLst>
        </pc:graphicFrameChg>
      </pc:sldChg>
      <pc:sldChg chg="modSp addCm">
        <pc:chgData name="Andrew Bodmer" userId="e78b4f3cb0d7499b" providerId="LiveId" clId="{A03C14E8-AE1D-FA48-B654-CFB8026E9CE1}" dt="2023-10-09T12:17:06.671" v="71"/>
        <pc:sldMkLst>
          <pc:docMk/>
          <pc:sldMk cId="3351725287" sldId="342"/>
        </pc:sldMkLst>
        <pc:graphicFrameChg chg="mod">
          <ac:chgData name="Andrew Bodmer" userId="e78b4f3cb0d7499b" providerId="LiveId" clId="{A03C14E8-AE1D-FA48-B654-CFB8026E9CE1}" dt="2023-10-09T12:11:45.194" v="66" actId="20577"/>
          <ac:graphicFrameMkLst>
            <pc:docMk/>
            <pc:sldMk cId="3351725287" sldId="342"/>
            <ac:graphicFrameMk id="34822" creationId="{3642D4B6-4BF6-9973-3C7C-BDA936977F75}"/>
          </ac:graphicFrameMkLst>
        </pc:graphicFrameChg>
      </pc:sldChg>
      <pc:sldChg chg="modSp mod">
        <pc:chgData name="Andrew Bodmer" userId="e78b4f3cb0d7499b" providerId="LiveId" clId="{A03C14E8-AE1D-FA48-B654-CFB8026E9CE1}" dt="2023-10-09T12:41:41.315" v="332" actId="20577"/>
        <pc:sldMkLst>
          <pc:docMk/>
          <pc:sldMk cId="785347138" sldId="345"/>
        </pc:sldMkLst>
        <pc:spChg chg="mod">
          <ac:chgData name="Andrew Bodmer" userId="e78b4f3cb0d7499b" providerId="LiveId" clId="{A03C14E8-AE1D-FA48-B654-CFB8026E9CE1}" dt="2023-10-09T12:41:30.921" v="326" actId="27636"/>
          <ac:spMkLst>
            <pc:docMk/>
            <pc:sldMk cId="785347138" sldId="345"/>
            <ac:spMk id="4" creationId="{DEF635F1-239F-7CA2-60AF-13B53E0F3ACE}"/>
          </ac:spMkLst>
        </pc:spChg>
        <pc:spChg chg="mod">
          <ac:chgData name="Andrew Bodmer" userId="e78b4f3cb0d7499b" providerId="LiveId" clId="{A03C14E8-AE1D-FA48-B654-CFB8026E9CE1}" dt="2023-10-09T12:41:41.315" v="332" actId="20577"/>
          <ac:spMkLst>
            <pc:docMk/>
            <pc:sldMk cId="785347138" sldId="345"/>
            <ac:spMk id="34820" creationId="{8DCD7CE1-603D-4D59-3DBB-C13C0B6505F0}"/>
          </ac:spMkLst>
        </pc:spChg>
      </pc:sldChg>
      <pc:sldChg chg="addSp delSp modSp add mod modTransition modClrScheme modCm chgLayout">
        <pc:chgData name="Andrew Bodmer" userId="e78b4f3cb0d7499b" providerId="LiveId" clId="{A03C14E8-AE1D-FA48-B654-CFB8026E9CE1}" dt="2023-10-09T12:47:41.116" v="347"/>
        <pc:sldMkLst>
          <pc:docMk/>
          <pc:sldMk cId="2118510819" sldId="346"/>
        </pc:sldMkLst>
        <pc:spChg chg="mod">
          <ac:chgData name="Andrew Bodmer" userId="e78b4f3cb0d7499b" providerId="LiveId" clId="{A03C14E8-AE1D-FA48-B654-CFB8026E9CE1}" dt="2023-10-09T12:17:53.688" v="80" actId="26606"/>
          <ac:spMkLst>
            <pc:docMk/>
            <pc:sldMk cId="2118510819" sldId="346"/>
            <ac:spMk id="3" creationId="{0886FCA7-AD3C-0738-146F-754195379954}"/>
          </ac:spMkLst>
        </pc:spChg>
        <pc:spChg chg="del mod">
          <ac:chgData name="Andrew Bodmer" userId="e78b4f3cb0d7499b" providerId="LiveId" clId="{A03C14E8-AE1D-FA48-B654-CFB8026E9CE1}" dt="2023-10-09T12:17:49.238" v="78" actId="478"/>
          <ac:spMkLst>
            <pc:docMk/>
            <pc:sldMk cId="2118510819" sldId="346"/>
            <ac:spMk id="34819" creationId="{453C7683-8588-7ABC-32E0-8A4E68218620}"/>
          </ac:spMkLst>
        </pc:spChg>
        <pc:spChg chg="mod">
          <ac:chgData name="Andrew Bodmer" userId="e78b4f3cb0d7499b" providerId="LiveId" clId="{A03C14E8-AE1D-FA48-B654-CFB8026E9CE1}" dt="2023-10-09T12:17:53.688" v="80" actId="26606"/>
          <ac:spMkLst>
            <pc:docMk/>
            <pc:sldMk cId="2118510819" sldId="346"/>
            <ac:spMk id="34820" creationId="{8DCD7CE1-603D-4D59-3DBB-C13C0B6505F0}"/>
          </ac:spMkLst>
        </pc:spChg>
        <pc:spChg chg="add mod">
          <ac:chgData name="Andrew Bodmer" userId="e78b4f3cb0d7499b" providerId="LiveId" clId="{A03C14E8-AE1D-FA48-B654-CFB8026E9CE1}" dt="2023-10-09T12:17:53.688" v="80" actId="26606"/>
          <ac:spMkLst>
            <pc:docMk/>
            <pc:sldMk cId="2118510819" sldId="346"/>
            <ac:spMk id="34825" creationId="{50CB60A6-278E-60EE-F86F-CBCA55A4A48B}"/>
          </ac:spMkLst>
        </pc:spChg>
        <pc:picChg chg="del">
          <ac:chgData name="Andrew Bodmer" userId="e78b4f3cb0d7499b" providerId="LiveId" clId="{A03C14E8-AE1D-FA48-B654-CFB8026E9CE1}" dt="2023-10-09T12:17:50.325" v="79" actId="478"/>
          <ac:picMkLst>
            <pc:docMk/>
            <pc:sldMk cId="2118510819" sldId="346"/>
            <ac:picMk id="4098" creationId="{46FB2030-CB5D-3678-47F5-1378D6DE6E62}"/>
          </ac:picMkLst>
        </pc:picChg>
        <pc:picChg chg="mod ord">
          <ac:chgData name="Andrew Bodmer" userId="e78b4f3cb0d7499b" providerId="LiveId" clId="{A03C14E8-AE1D-FA48-B654-CFB8026E9CE1}" dt="2023-10-09T12:17:53.688" v="80" actId="26606"/>
          <ac:picMkLst>
            <pc:docMk/>
            <pc:sldMk cId="2118510819" sldId="346"/>
            <ac:picMk id="4100" creationId="{EF214DBC-F983-EE3E-04D4-E6ED61804833}"/>
          </ac:picMkLst>
        </pc:picChg>
      </pc:sldChg>
      <pc:sldChg chg="addSp delSp modSp add mod modTransition modClrScheme chgLayout">
        <pc:chgData name="Andrew Bodmer" userId="e78b4f3cb0d7499b" providerId="LiveId" clId="{A03C14E8-AE1D-FA48-B654-CFB8026E9CE1}" dt="2023-10-09T12:19:28.790" v="95"/>
        <pc:sldMkLst>
          <pc:docMk/>
          <pc:sldMk cId="3998055731" sldId="347"/>
        </pc:sldMkLst>
        <pc:spChg chg="del mod">
          <ac:chgData name="Andrew Bodmer" userId="e78b4f3cb0d7499b" providerId="LiveId" clId="{A03C14E8-AE1D-FA48-B654-CFB8026E9CE1}" dt="2023-10-09T12:19:28.790" v="95"/>
          <ac:spMkLst>
            <pc:docMk/>
            <pc:sldMk cId="3998055731" sldId="347"/>
            <ac:spMk id="9" creationId="{50915AEE-F7E4-67AF-6C63-CB44613D2F93}"/>
          </ac:spMkLst>
        </pc:spChg>
        <pc:spChg chg="mod ord">
          <ac:chgData name="Andrew Bodmer" userId="e78b4f3cb0d7499b" providerId="LiveId" clId="{A03C14E8-AE1D-FA48-B654-CFB8026E9CE1}" dt="2023-10-09T12:19:28.521" v="93" actId="26606"/>
          <ac:spMkLst>
            <pc:docMk/>
            <pc:sldMk cId="3998055731" sldId="347"/>
            <ac:spMk id="10" creationId="{13F6223D-104E-D258-9CF7-DB75217CC0DC}"/>
          </ac:spMkLst>
        </pc:spChg>
        <pc:spChg chg="mod">
          <ac:chgData name="Andrew Bodmer" userId="e78b4f3cb0d7499b" providerId="LiveId" clId="{A03C14E8-AE1D-FA48-B654-CFB8026E9CE1}" dt="2023-10-09T12:19:28.521" v="93" actId="26606"/>
          <ac:spMkLst>
            <pc:docMk/>
            <pc:sldMk cId="3998055731" sldId="347"/>
            <ac:spMk id="34820" creationId="{8DCD7CE1-603D-4D59-3DBB-C13C0B6505F0}"/>
          </ac:spMkLst>
        </pc:spChg>
        <pc:spChg chg="add mod">
          <ac:chgData name="Andrew Bodmer" userId="e78b4f3cb0d7499b" providerId="LiveId" clId="{A03C14E8-AE1D-FA48-B654-CFB8026E9CE1}" dt="2023-10-09T12:19:28.521" v="93" actId="26606"/>
          <ac:spMkLst>
            <pc:docMk/>
            <pc:sldMk cId="3998055731" sldId="347"/>
            <ac:spMk id="34825" creationId="{63AD4762-20BE-3CAC-31C1-83622B8A059F}"/>
          </ac:spMkLst>
        </pc:spChg>
        <pc:picChg chg="mod">
          <ac:chgData name="Andrew Bodmer" userId="e78b4f3cb0d7499b" providerId="LiveId" clId="{A03C14E8-AE1D-FA48-B654-CFB8026E9CE1}" dt="2023-10-09T12:19:28.521" v="93" actId="26606"/>
          <ac:picMkLst>
            <pc:docMk/>
            <pc:sldMk cId="3998055731" sldId="347"/>
            <ac:picMk id="6" creationId="{668303DC-E7A2-22D8-E8C4-EE2D14978723}"/>
          </ac:picMkLst>
        </pc:picChg>
        <pc:picChg chg="del">
          <ac:chgData name="Andrew Bodmer" userId="e78b4f3cb0d7499b" providerId="LiveId" clId="{A03C14E8-AE1D-FA48-B654-CFB8026E9CE1}" dt="2023-10-09T12:19:26.425" v="92" actId="478"/>
          <ac:picMkLst>
            <pc:docMk/>
            <pc:sldMk cId="3998055731" sldId="347"/>
            <ac:picMk id="8" creationId="{4CCD4708-5F4D-0DE1-F09A-1550C2E0BF20}"/>
          </ac:picMkLst>
        </pc:picChg>
      </pc:sldChg>
      <pc:sldChg chg="addSp delSp modSp add mod modTransition modClrScheme modCm chgLayout">
        <pc:chgData name="Andrew Bodmer" userId="e78b4f3cb0d7499b" providerId="LiveId" clId="{A03C14E8-AE1D-FA48-B654-CFB8026E9CE1}" dt="2023-10-09T12:26:16.863" v="141" actId="27636"/>
        <pc:sldMkLst>
          <pc:docMk/>
          <pc:sldMk cId="4204895736" sldId="348"/>
        </pc:sldMkLst>
        <pc:spChg chg="mod">
          <ac:chgData name="Andrew Bodmer" userId="e78b4f3cb0d7499b" providerId="LiveId" clId="{A03C14E8-AE1D-FA48-B654-CFB8026E9CE1}" dt="2023-10-09T12:26:16.863" v="141" actId="27636"/>
          <ac:spMkLst>
            <pc:docMk/>
            <pc:sldMk cId="4204895736" sldId="348"/>
            <ac:spMk id="2" creationId="{1F63A421-0A0D-719B-9C10-E4B1250B0649}"/>
          </ac:spMkLst>
        </pc:spChg>
        <pc:spChg chg="add del">
          <ac:chgData name="Andrew Bodmer" userId="e78b4f3cb0d7499b" providerId="LiveId" clId="{A03C14E8-AE1D-FA48-B654-CFB8026E9CE1}" dt="2023-10-09T12:25:19.247" v="128" actId="478"/>
          <ac:spMkLst>
            <pc:docMk/>
            <pc:sldMk cId="4204895736" sldId="348"/>
            <ac:spMk id="4" creationId="{2FE4CEB0-161D-DBB5-1053-D537C51DCB7C}"/>
          </ac:spMkLst>
        </pc:spChg>
        <pc:spChg chg="del mod">
          <ac:chgData name="Andrew Bodmer" userId="e78b4f3cb0d7499b" providerId="LiveId" clId="{A03C14E8-AE1D-FA48-B654-CFB8026E9CE1}" dt="2023-10-09T12:20:42.926" v="116" actId="478"/>
          <ac:spMkLst>
            <pc:docMk/>
            <pc:sldMk cId="4204895736" sldId="348"/>
            <ac:spMk id="34819" creationId="{453C7683-8588-7ABC-32E0-8A4E68218620}"/>
          </ac:spMkLst>
        </pc:spChg>
        <pc:spChg chg="mod">
          <ac:chgData name="Andrew Bodmer" userId="e78b4f3cb0d7499b" providerId="LiveId" clId="{A03C14E8-AE1D-FA48-B654-CFB8026E9CE1}" dt="2023-10-09T12:21:00.091" v="118" actId="26606"/>
          <ac:spMkLst>
            <pc:docMk/>
            <pc:sldMk cId="4204895736" sldId="348"/>
            <ac:spMk id="34820" creationId="{8DCD7CE1-603D-4D59-3DBB-C13C0B6505F0}"/>
          </ac:spMkLst>
        </pc:spChg>
        <pc:spChg chg="add mod ord">
          <ac:chgData name="Andrew Bodmer" userId="e78b4f3cb0d7499b" providerId="LiveId" clId="{A03C14E8-AE1D-FA48-B654-CFB8026E9CE1}" dt="2023-10-09T12:26:02.480" v="134" actId="26606"/>
          <ac:spMkLst>
            <pc:docMk/>
            <pc:sldMk cId="4204895736" sldId="348"/>
            <ac:spMk id="34825" creationId="{D29A6F6E-28FD-588C-CA54-C24CE0FEF2FE}"/>
          </ac:spMkLst>
        </pc:spChg>
        <pc:picChg chg="add mod">
          <ac:chgData name="Andrew Bodmer" userId="e78b4f3cb0d7499b" providerId="LiveId" clId="{A03C14E8-AE1D-FA48-B654-CFB8026E9CE1}" dt="2023-10-09T12:26:10.236" v="137" actId="1076"/>
          <ac:picMkLst>
            <pc:docMk/>
            <pc:sldMk cId="4204895736" sldId="348"/>
            <ac:picMk id="6" creationId="{99F8626D-C3DB-3697-F484-5F8F888834CE}"/>
          </ac:picMkLst>
        </pc:picChg>
      </pc:sldChg>
      <pc:sldChg chg="addSp delSp modSp add mod modTransition modClrScheme chgLayout">
        <pc:chgData name="Andrew Bodmer" userId="e78b4f3cb0d7499b" providerId="LiveId" clId="{A03C14E8-AE1D-FA48-B654-CFB8026E9CE1}" dt="2023-10-09T12:43:04.192" v="343" actId="26606"/>
        <pc:sldMkLst>
          <pc:docMk/>
          <pc:sldMk cId="151418360" sldId="349"/>
        </pc:sldMkLst>
        <pc:spChg chg="mod ord">
          <ac:chgData name="Andrew Bodmer" userId="e78b4f3cb0d7499b" providerId="LiveId" clId="{A03C14E8-AE1D-FA48-B654-CFB8026E9CE1}" dt="2023-10-09T12:43:04.192" v="343" actId="26606"/>
          <ac:spMkLst>
            <pc:docMk/>
            <pc:sldMk cId="151418360" sldId="349"/>
            <ac:spMk id="4" creationId="{DEF635F1-239F-7CA2-60AF-13B53E0F3ACE}"/>
          </ac:spMkLst>
        </pc:spChg>
        <pc:spChg chg="mod">
          <ac:chgData name="Andrew Bodmer" userId="e78b4f3cb0d7499b" providerId="LiveId" clId="{A03C14E8-AE1D-FA48-B654-CFB8026E9CE1}" dt="2023-10-09T12:42:52.794" v="340" actId="26606"/>
          <ac:spMkLst>
            <pc:docMk/>
            <pc:sldMk cId="151418360" sldId="349"/>
            <ac:spMk id="34820" creationId="{8DCD7CE1-603D-4D59-3DBB-C13C0B6505F0}"/>
          </ac:spMkLst>
        </pc:spChg>
        <pc:spChg chg="add del mod">
          <ac:chgData name="Andrew Bodmer" userId="e78b4f3cb0d7499b" providerId="LiveId" clId="{A03C14E8-AE1D-FA48-B654-CFB8026E9CE1}" dt="2023-10-09T12:42:56.099" v="341" actId="478"/>
          <ac:spMkLst>
            <pc:docMk/>
            <pc:sldMk cId="151418360" sldId="349"/>
            <ac:spMk id="34825" creationId="{FA110DAE-BA7F-4100-5B13-039A59D2E156}"/>
          </ac:spMkLst>
        </pc:spChg>
        <pc:spChg chg="add del mod">
          <ac:chgData name="Andrew Bodmer" userId="e78b4f3cb0d7499b" providerId="LiveId" clId="{A03C14E8-AE1D-FA48-B654-CFB8026E9CE1}" dt="2023-10-09T12:42:57.359" v="342" actId="478"/>
          <ac:spMkLst>
            <pc:docMk/>
            <pc:sldMk cId="151418360" sldId="349"/>
            <ac:spMk id="34827" creationId="{B31AACB4-0C85-A84A-6AA2-4871AD3D3913}"/>
          </ac:spMkLst>
        </pc:spChg>
        <pc:spChg chg="add mod">
          <ac:chgData name="Andrew Bodmer" userId="e78b4f3cb0d7499b" providerId="LiveId" clId="{A03C14E8-AE1D-FA48-B654-CFB8026E9CE1}" dt="2023-10-09T12:43:04.192" v="343" actId="26606"/>
          <ac:spMkLst>
            <pc:docMk/>
            <pc:sldMk cId="151418360" sldId="349"/>
            <ac:spMk id="34829" creationId="{7B3840FE-4B0F-550C-D20F-8E154C71631C}"/>
          </ac:spMkLst>
        </pc:spChg>
        <pc:picChg chg="add mod ord">
          <ac:chgData name="Andrew Bodmer" userId="e78b4f3cb0d7499b" providerId="LiveId" clId="{A03C14E8-AE1D-FA48-B654-CFB8026E9CE1}" dt="2023-10-09T12:43:04.192" v="343" actId="26606"/>
          <ac:picMkLst>
            <pc:docMk/>
            <pc:sldMk cId="151418360" sldId="349"/>
            <ac:picMk id="3" creationId="{8058658A-2290-CA7E-FBD1-3A96618082CD}"/>
          </ac:picMkLst>
        </pc:picChg>
      </pc:sldChg>
      <pc:sldChg chg="add del modTransition">
        <pc:chgData name="Andrew Bodmer" userId="e78b4f3cb0d7499b" providerId="LiveId" clId="{A03C14E8-AE1D-FA48-B654-CFB8026E9CE1}" dt="2023-10-09T12:41:12.218" v="320"/>
        <pc:sldMkLst>
          <pc:docMk/>
          <pc:sldMk cId="3565500925" sldId="349"/>
        </pc:sldMkLst>
      </pc:sldChg>
      <pc:sldChg chg="add del modTransition">
        <pc:chgData name="Andrew Bodmer" userId="e78b4f3cb0d7499b" providerId="LiveId" clId="{A03C14E8-AE1D-FA48-B654-CFB8026E9CE1}" dt="2023-10-09T12:41:07.781" v="319"/>
        <pc:sldMkLst>
          <pc:docMk/>
          <pc:sldMk cId="1005819145" sldId="350"/>
        </pc:sldMkLst>
      </pc:sldChg>
    </pc:docChg>
  </pc:docChgLst>
</pc:chgInfo>
</file>

<file path=ppt/comments/modernComment_15C_FAA19D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CDB2467-9B9D-264C-B074-A1C2CF7DB56A}" authorId="{99CFEB90-9D66-8A0A-B491-5A1B86E8BE4E}" status="resolved" created="2023-10-06T12:53:04.055" complete="100000">
    <pc:sldMkLst xmlns:pc="http://schemas.microsoft.com/office/powerpoint/2013/main/command">
      <pc:docMk/>
      <pc:sldMk cId="786175418" sldId="322"/>
    </pc:sldMkLst>
    <p188:txBody>
      <a:bodyPr/>
      <a:lstStyle/>
      <a:p>
        <a:r>
          <a:rPr lang="en-GB"/>
          <a:t>Could this be split out into two separate one for cakes and then sponges - that would take us closer to 35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 xmlns="">
          <p223:rxn type="👍">
            <p223:instance time="2023-10-09T12:20:23.496" authorId="{531F32EF-B7AB-FD12-ECD3-DD5955CD0FA8}"/>
          </p223:rxn>
        </p223:reactions>
      </p:ext>
    </p188:extLst>
  </p188:cm>
</p188:cmLst>
</file>

<file path=ppt/comments/modernComment_142_2EDC15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8C16EE-2F51-4A74-9D7F-ECCBE7FE7ECA}" authorId="{99CFEB90-9D66-8A0A-B491-5A1B86E8BE4E}" status="resolved" created="2023-10-06T12:53:04.055" complete="100000">
    <pc:sldMkLst xmlns:pc="http://schemas.microsoft.com/office/powerpoint/2013/main/command">
      <pc:docMk/>
      <pc:sldMk cId="786175418" sldId="322"/>
    </pc:sldMkLst>
    <p188:txBody>
      <a:bodyPr/>
      <a:lstStyle/>
      <a:p>
        <a:r>
          <a:rPr lang="en-GB"/>
          <a:t>Could this be split out into two separate one for cakes and then sponges - that would take us closer to 35</a:t>
        </a:r>
      </a:p>
    </p188:txBody>
  </p188:cm>
</p188:cmLst>
</file>

<file path=ppt/comments/modernComment_156_C7C744E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FC369DB-1D97-FC42-99DD-DACED14D7860}" authorId="{531F32EF-B7AB-FD12-ECD3-DD5955CD0FA8}" created="2023-10-09T12:17:06.618">
    <pc:sldMkLst xmlns:pc="http://schemas.microsoft.com/office/powerpoint/2013/main/command">
      <pc:docMk/>
      <pc:sldMk cId="3351725287" sldId="342"/>
    </pc:sldMkLst>
    <p188:txBody>
      <a:bodyPr/>
      <a:lstStyle/>
      <a:p>
        <a:r>
          <a:rPr lang="en-GB"/>
          <a:t>This is 70 in unit 5 here in England it is 75 not  sure which standard we want to use?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3262C1-1B29-4D91-B4AA-823F46FCFA7F}" type="doc">
      <dgm:prSet loTypeId="urn:microsoft.com/office/officeart/2005/8/layout/defaul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E159F59-39A7-49D1-A759-FE44D0AC761C}">
      <dgm:prSet custT="1"/>
      <dgm:spPr/>
      <dgm:t>
        <a:bodyPr/>
        <a:lstStyle/>
        <a:p>
          <a:r>
            <a:rPr lang="ar-EG" sz="1400" b="1" i="0">
              <a:latin typeface="Arial" panose="020B0604020202020204" pitchFamily="34" charset="0"/>
              <a:cs typeface="Arial" panose="020B0604020202020204" pitchFamily="34" charset="0"/>
            </a:rPr>
            <a:t>الخبز</a:t>
          </a:r>
        </a:p>
      </dgm:t>
    </dgm:pt>
    <dgm:pt modelId="{9E94AD78-F17F-48ED-BCAD-A63690B3FB81}" type="parTrans" cxnId="{DA2D7A4E-5DAB-42EA-9E63-E0F362519637}">
      <dgm:prSet/>
      <dgm:spPr/>
      <dgm:t>
        <a:bodyPr/>
        <a:lstStyle/>
        <a:p>
          <a:endParaRPr lang="en-US"/>
        </a:p>
      </dgm:t>
    </dgm:pt>
    <dgm:pt modelId="{EB6AEEAC-18DD-422B-B3F4-92EC58D7B7F5}" type="sibTrans" cxnId="{DA2D7A4E-5DAB-42EA-9E63-E0F362519637}">
      <dgm:prSet/>
      <dgm:spPr/>
      <dgm:t>
        <a:bodyPr/>
        <a:lstStyle/>
        <a:p>
          <a:endParaRPr lang="en-US"/>
        </a:p>
      </dgm:t>
    </dgm:pt>
    <dgm:pt modelId="{D340B5C3-B0C6-47C3-BFC8-9570E23FFBE9}">
      <dgm:prSet custT="1"/>
      <dgm:spPr/>
      <dgm:t>
        <a:bodyPr/>
        <a:lstStyle/>
        <a:p>
          <a:r>
            <a:rPr lang="ar-EG" sz="1400" b="1" i="0">
              <a:latin typeface="Arial" panose="020B0604020202020204" pitchFamily="34" charset="0"/>
              <a:cs typeface="Arial" panose="020B0604020202020204" pitchFamily="34" charset="0"/>
            </a:rPr>
            <a:t>الغليان/ الغلي الطفيف</a:t>
          </a:r>
        </a:p>
      </dgm:t>
    </dgm:pt>
    <dgm:pt modelId="{9975F731-9BCC-4FA4-92AE-6767EE49B394}" type="parTrans" cxnId="{4F280C45-092D-4DFB-B4C4-86E7A082F748}">
      <dgm:prSet/>
      <dgm:spPr/>
      <dgm:t>
        <a:bodyPr/>
        <a:lstStyle/>
        <a:p>
          <a:endParaRPr lang="en-US"/>
        </a:p>
      </dgm:t>
    </dgm:pt>
    <dgm:pt modelId="{6F8A42BB-6BB6-4753-9BB2-DCE78260EBDD}" type="sibTrans" cxnId="{4F280C45-092D-4DFB-B4C4-86E7A082F748}">
      <dgm:prSet/>
      <dgm:spPr/>
      <dgm:t>
        <a:bodyPr/>
        <a:lstStyle/>
        <a:p>
          <a:endParaRPr lang="en-US"/>
        </a:p>
      </dgm:t>
    </dgm:pt>
    <dgm:pt modelId="{6495EBF6-667E-43B8-AFD1-43A5045E4C47}">
      <dgm:prSet custT="1"/>
      <dgm:spPr/>
      <dgm:t>
        <a:bodyPr/>
        <a:lstStyle/>
        <a:p>
          <a:r>
            <a:rPr lang="ar-EG" sz="1400" b="1" i="0">
              <a:latin typeface="Arial" panose="020B0604020202020204" pitchFamily="34" charset="0"/>
              <a:cs typeface="Arial" panose="020B0604020202020204" pitchFamily="34" charset="0"/>
            </a:rPr>
            <a:t>القلي</a:t>
          </a:r>
        </a:p>
      </dgm:t>
    </dgm:pt>
    <dgm:pt modelId="{071022BC-970F-4516-97CB-9D55BFC900FB}" type="parTrans" cxnId="{21C164E5-D7EF-49BE-9FF3-CCB2489551C1}">
      <dgm:prSet/>
      <dgm:spPr/>
      <dgm:t>
        <a:bodyPr/>
        <a:lstStyle/>
        <a:p>
          <a:endParaRPr lang="en-US"/>
        </a:p>
      </dgm:t>
    </dgm:pt>
    <dgm:pt modelId="{A4D2E62E-40FF-4266-9118-EE574894B34A}" type="sibTrans" cxnId="{21C164E5-D7EF-49BE-9FF3-CCB2489551C1}">
      <dgm:prSet/>
      <dgm:spPr/>
      <dgm:t>
        <a:bodyPr/>
        <a:lstStyle/>
        <a:p>
          <a:endParaRPr lang="en-US"/>
        </a:p>
      </dgm:t>
    </dgm:pt>
    <dgm:pt modelId="{93857A36-701B-4B88-95C7-CF080FD98285}">
      <dgm:prSet custT="1"/>
      <dgm:spPr/>
      <dgm:t>
        <a:bodyPr/>
        <a:lstStyle/>
        <a:p>
          <a:r>
            <a:rPr lang="ar-EG" sz="1400" b="1" i="0">
              <a:latin typeface="Arial" panose="020B0604020202020204" pitchFamily="34" charset="0"/>
              <a:cs typeface="Arial" panose="020B0604020202020204" pitchFamily="34" charset="0"/>
            </a:rPr>
            <a:t>الشوي</a:t>
          </a:r>
        </a:p>
      </dgm:t>
    </dgm:pt>
    <dgm:pt modelId="{613D979F-FDBA-468D-9695-43A42C737D3B}" type="parTrans" cxnId="{091C93A0-AA61-40DF-A8EC-B013B6129B89}">
      <dgm:prSet/>
      <dgm:spPr/>
      <dgm:t>
        <a:bodyPr/>
        <a:lstStyle/>
        <a:p>
          <a:endParaRPr lang="en-US"/>
        </a:p>
      </dgm:t>
    </dgm:pt>
    <dgm:pt modelId="{D835E178-A88C-444A-8434-316D4B6066C7}" type="sibTrans" cxnId="{091C93A0-AA61-40DF-A8EC-B013B6129B89}">
      <dgm:prSet/>
      <dgm:spPr/>
      <dgm:t>
        <a:bodyPr/>
        <a:lstStyle/>
        <a:p>
          <a:endParaRPr lang="en-US"/>
        </a:p>
      </dgm:t>
    </dgm:pt>
    <dgm:pt modelId="{D82B13B8-4297-4054-B64F-BBAAD6C39C0A}">
      <dgm:prSet custT="1"/>
      <dgm:spPr/>
      <dgm:t>
        <a:bodyPr/>
        <a:lstStyle/>
        <a:p>
          <a:r>
            <a:rPr lang="ar-EG" sz="1400" b="1" i="0">
              <a:latin typeface="Arial" panose="020B0604020202020204" pitchFamily="34" charset="0"/>
              <a:cs typeface="Arial" panose="020B0604020202020204" pitchFamily="34" charset="0"/>
            </a:rPr>
            <a:t>استخدام الميكروويف</a:t>
          </a:r>
        </a:p>
      </dgm:t>
    </dgm:pt>
    <dgm:pt modelId="{6D38F7D3-7986-4E2E-9532-2457B60956D0}" type="parTrans" cxnId="{8E316C57-EAB2-44AE-A83D-C943769C7DD6}">
      <dgm:prSet/>
      <dgm:spPr/>
      <dgm:t>
        <a:bodyPr/>
        <a:lstStyle/>
        <a:p>
          <a:endParaRPr lang="en-US"/>
        </a:p>
      </dgm:t>
    </dgm:pt>
    <dgm:pt modelId="{A0798D21-54E1-48BF-BDFE-79F4C8BAEBDC}" type="sibTrans" cxnId="{8E316C57-EAB2-44AE-A83D-C943769C7DD6}">
      <dgm:prSet/>
      <dgm:spPr/>
      <dgm:t>
        <a:bodyPr/>
        <a:lstStyle/>
        <a:p>
          <a:endParaRPr lang="en-US"/>
        </a:p>
      </dgm:t>
    </dgm:pt>
    <dgm:pt modelId="{0D334150-E7B1-4B22-8C9D-17D3DB54697F}">
      <dgm:prSet custT="1"/>
      <dgm:spPr/>
      <dgm:t>
        <a:bodyPr/>
        <a:lstStyle/>
        <a:p>
          <a:r>
            <a:rPr lang="ar-EG" sz="1400" b="1" i="0">
              <a:latin typeface="Arial" panose="020B0604020202020204" pitchFamily="34" charset="0"/>
              <a:cs typeface="Arial" panose="020B0604020202020204" pitchFamily="34" charset="0"/>
            </a:rPr>
            <a:t>السلق</a:t>
          </a:r>
        </a:p>
      </dgm:t>
    </dgm:pt>
    <dgm:pt modelId="{5EB5A564-FFF4-4E83-AF8A-9EE1823AC6E6}" type="parTrans" cxnId="{F13CD7FB-5771-4E57-A91F-0886DDAE8293}">
      <dgm:prSet/>
      <dgm:spPr/>
      <dgm:t>
        <a:bodyPr/>
        <a:lstStyle/>
        <a:p>
          <a:endParaRPr lang="en-US"/>
        </a:p>
      </dgm:t>
    </dgm:pt>
    <dgm:pt modelId="{D45BB5E2-CF07-4A14-BDD6-E79B30E01106}" type="sibTrans" cxnId="{F13CD7FB-5771-4E57-A91F-0886DDAE8293}">
      <dgm:prSet/>
      <dgm:spPr/>
      <dgm:t>
        <a:bodyPr/>
        <a:lstStyle/>
        <a:p>
          <a:endParaRPr lang="en-US"/>
        </a:p>
      </dgm:t>
    </dgm:pt>
    <dgm:pt modelId="{63DE0B68-0C33-4ED6-A0FB-945F5E4F1897}">
      <dgm:prSet custT="1"/>
      <dgm:spPr/>
      <dgm:t>
        <a:bodyPr/>
        <a:lstStyle/>
        <a:p>
          <a:r>
            <a:rPr lang="ar-EG" sz="1400" b="1" i="0">
              <a:latin typeface="Arial" panose="020B0604020202020204" pitchFamily="34" charset="0"/>
              <a:cs typeface="Arial" panose="020B0604020202020204" pitchFamily="34" charset="0"/>
            </a:rPr>
            <a:t>التحميص</a:t>
          </a:r>
        </a:p>
      </dgm:t>
    </dgm:pt>
    <dgm:pt modelId="{C84007E7-0DF5-48F0-B6AF-BAFB04A4BA70}" type="parTrans" cxnId="{6B9A7E70-72FD-4FD0-B7E9-195870AD785D}">
      <dgm:prSet/>
      <dgm:spPr/>
      <dgm:t>
        <a:bodyPr/>
        <a:lstStyle/>
        <a:p>
          <a:endParaRPr lang="en-US"/>
        </a:p>
      </dgm:t>
    </dgm:pt>
    <dgm:pt modelId="{0A14CAAD-A44C-41BD-9B50-4A20C405ECC1}" type="sibTrans" cxnId="{6B9A7E70-72FD-4FD0-B7E9-195870AD785D}">
      <dgm:prSet/>
      <dgm:spPr/>
      <dgm:t>
        <a:bodyPr/>
        <a:lstStyle/>
        <a:p>
          <a:endParaRPr lang="en-US"/>
        </a:p>
      </dgm:t>
    </dgm:pt>
    <dgm:pt modelId="{BC4F99B8-C55A-4D80-942A-6BE498794F48}">
      <dgm:prSet custT="1"/>
      <dgm:spPr/>
      <dgm:t>
        <a:bodyPr/>
        <a:lstStyle/>
        <a:p>
          <a:r>
            <a:rPr lang="ar-EG" sz="1400" b="1" i="0">
              <a:latin typeface="Arial" panose="020B0604020202020204" pitchFamily="34" charset="0"/>
              <a:cs typeface="Arial" panose="020B0604020202020204" pitchFamily="34" charset="0"/>
            </a:rPr>
            <a:t>التبخير</a:t>
          </a:r>
        </a:p>
      </dgm:t>
    </dgm:pt>
    <dgm:pt modelId="{EA9E907A-9646-41AF-83B9-A233380E396C}" type="parTrans" cxnId="{1C29FAE4-63C6-4433-8904-AABCF19509A0}">
      <dgm:prSet/>
      <dgm:spPr/>
      <dgm:t>
        <a:bodyPr/>
        <a:lstStyle/>
        <a:p>
          <a:endParaRPr lang="en-US"/>
        </a:p>
      </dgm:t>
    </dgm:pt>
    <dgm:pt modelId="{82412281-08E4-4A37-B79E-CC9481925CD3}" type="sibTrans" cxnId="{1C29FAE4-63C6-4433-8904-AABCF19509A0}">
      <dgm:prSet/>
      <dgm:spPr/>
      <dgm:t>
        <a:bodyPr/>
        <a:lstStyle/>
        <a:p>
          <a:endParaRPr lang="en-US"/>
        </a:p>
      </dgm:t>
    </dgm:pt>
    <dgm:pt modelId="{105344B6-64F8-4688-AB7F-F2F422408508}">
      <dgm:prSet custT="1"/>
      <dgm:spPr/>
      <dgm:t>
        <a:bodyPr/>
        <a:lstStyle/>
        <a:p>
          <a:r>
            <a:rPr lang="ar-EG" sz="1400" b="1" i="0">
              <a:latin typeface="Arial" panose="020B0604020202020204" pitchFamily="34" charset="0"/>
              <a:cs typeface="Arial" panose="020B0604020202020204" pitchFamily="34" charset="0"/>
            </a:rPr>
            <a:t>الغلي البطئ</a:t>
          </a:r>
        </a:p>
      </dgm:t>
    </dgm:pt>
    <dgm:pt modelId="{558C21F9-3059-4C08-945D-ADD7F055F6A1}" type="parTrans" cxnId="{C2A144EB-B345-448B-96C8-3A143B9E8F90}">
      <dgm:prSet/>
      <dgm:spPr/>
      <dgm:t>
        <a:bodyPr/>
        <a:lstStyle/>
        <a:p>
          <a:endParaRPr lang="en-US"/>
        </a:p>
      </dgm:t>
    </dgm:pt>
    <dgm:pt modelId="{BFF86838-01E0-4183-8CC1-9E9C7B11C283}" type="sibTrans" cxnId="{C2A144EB-B345-448B-96C8-3A143B9E8F90}">
      <dgm:prSet/>
      <dgm:spPr/>
      <dgm:t>
        <a:bodyPr/>
        <a:lstStyle/>
        <a:p>
          <a:endParaRPr lang="en-US"/>
        </a:p>
      </dgm:t>
    </dgm:pt>
    <dgm:pt modelId="{B3B95F48-F915-A34B-8A56-60C7AE1F788B}" type="pres">
      <dgm:prSet presAssocID="{8D3262C1-1B29-4D91-B4AA-823F46FCFA7F}" presName="diagram" presStyleCnt="0">
        <dgm:presLayoutVars>
          <dgm:dir val="rev"/>
          <dgm:resizeHandles val="exact"/>
        </dgm:presLayoutVars>
      </dgm:prSet>
      <dgm:spPr/>
    </dgm:pt>
    <dgm:pt modelId="{74690A59-F287-3344-B2BD-60278EB2761C}" type="pres">
      <dgm:prSet presAssocID="{1E159F59-39A7-49D1-A759-FE44D0AC761C}" presName="node" presStyleLbl="node1" presStyleIdx="0" presStyleCnt="9">
        <dgm:presLayoutVars>
          <dgm:bulletEnabled val="1"/>
        </dgm:presLayoutVars>
      </dgm:prSet>
      <dgm:spPr/>
    </dgm:pt>
    <dgm:pt modelId="{5BCC2F28-FEB2-384E-BBDB-A9DC7C99C6F1}" type="pres">
      <dgm:prSet presAssocID="{EB6AEEAC-18DD-422B-B3F4-92EC58D7B7F5}" presName="sibTrans" presStyleCnt="0"/>
      <dgm:spPr/>
    </dgm:pt>
    <dgm:pt modelId="{6A4132B7-6CE1-3742-9260-068780FCD7F7}" type="pres">
      <dgm:prSet presAssocID="{D340B5C3-B0C6-47C3-BFC8-9570E23FFBE9}" presName="node" presStyleLbl="node1" presStyleIdx="1" presStyleCnt="9">
        <dgm:presLayoutVars>
          <dgm:bulletEnabled val="1"/>
        </dgm:presLayoutVars>
      </dgm:prSet>
      <dgm:spPr/>
    </dgm:pt>
    <dgm:pt modelId="{74FFB10C-22D0-4947-8804-ADE2A9D7C890}" type="pres">
      <dgm:prSet presAssocID="{6F8A42BB-6BB6-4753-9BB2-DCE78260EBDD}" presName="sibTrans" presStyleCnt="0"/>
      <dgm:spPr/>
    </dgm:pt>
    <dgm:pt modelId="{161B7C53-EAE8-8C4C-A835-93A14223FB1A}" type="pres">
      <dgm:prSet presAssocID="{6495EBF6-667E-43B8-AFD1-43A5045E4C47}" presName="node" presStyleLbl="node1" presStyleIdx="2" presStyleCnt="9">
        <dgm:presLayoutVars>
          <dgm:bulletEnabled val="1"/>
        </dgm:presLayoutVars>
      </dgm:prSet>
      <dgm:spPr/>
    </dgm:pt>
    <dgm:pt modelId="{91D269E9-13C0-2344-BA2C-3495AD24F8E4}" type="pres">
      <dgm:prSet presAssocID="{A4D2E62E-40FF-4266-9118-EE574894B34A}" presName="sibTrans" presStyleCnt="0"/>
      <dgm:spPr/>
    </dgm:pt>
    <dgm:pt modelId="{6B2B710C-F6F1-F64F-B5D7-84CBEEE5F066}" type="pres">
      <dgm:prSet presAssocID="{93857A36-701B-4B88-95C7-CF080FD98285}" presName="node" presStyleLbl="node1" presStyleIdx="3" presStyleCnt="9">
        <dgm:presLayoutVars>
          <dgm:bulletEnabled val="1"/>
        </dgm:presLayoutVars>
      </dgm:prSet>
      <dgm:spPr/>
    </dgm:pt>
    <dgm:pt modelId="{23A86688-CAD6-734D-9708-B10BD3277DA2}" type="pres">
      <dgm:prSet presAssocID="{D835E178-A88C-444A-8434-316D4B6066C7}" presName="sibTrans" presStyleCnt="0"/>
      <dgm:spPr/>
    </dgm:pt>
    <dgm:pt modelId="{8EEA7DB9-BC7A-9B4F-991D-359F906CA34B}" type="pres">
      <dgm:prSet presAssocID="{D82B13B8-4297-4054-B64F-BBAAD6C39C0A}" presName="node" presStyleLbl="node1" presStyleIdx="4" presStyleCnt="9">
        <dgm:presLayoutVars>
          <dgm:bulletEnabled val="1"/>
        </dgm:presLayoutVars>
      </dgm:prSet>
      <dgm:spPr/>
    </dgm:pt>
    <dgm:pt modelId="{0596434F-4FDB-B94D-B57E-5C12C117ED8E}" type="pres">
      <dgm:prSet presAssocID="{A0798D21-54E1-48BF-BDFE-79F4C8BAEBDC}" presName="sibTrans" presStyleCnt="0"/>
      <dgm:spPr/>
    </dgm:pt>
    <dgm:pt modelId="{CA117ECF-AFCB-1E46-948B-DE2E4E119D45}" type="pres">
      <dgm:prSet presAssocID="{0D334150-E7B1-4B22-8C9D-17D3DB54697F}" presName="node" presStyleLbl="node1" presStyleIdx="5" presStyleCnt="9">
        <dgm:presLayoutVars>
          <dgm:bulletEnabled val="1"/>
        </dgm:presLayoutVars>
      </dgm:prSet>
      <dgm:spPr/>
    </dgm:pt>
    <dgm:pt modelId="{F81B88E0-CA52-0949-ADF2-EAAAF9A46508}" type="pres">
      <dgm:prSet presAssocID="{D45BB5E2-CF07-4A14-BDD6-E79B30E01106}" presName="sibTrans" presStyleCnt="0"/>
      <dgm:spPr/>
    </dgm:pt>
    <dgm:pt modelId="{48D1B8A3-C931-9A4B-ADB5-3BE7FEFC3924}" type="pres">
      <dgm:prSet presAssocID="{63DE0B68-0C33-4ED6-A0FB-945F5E4F1897}" presName="node" presStyleLbl="node1" presStyleIdx="6" presStyleCnt="9">
        <dgm:presLayoutVars>
          <dgm:bulletEnabled val="1"/>
        </dgm:presLayoutVars>
      </dgm:prSet>
      <dgm:spPr/>
    </dgm:pt>
    <dgm:pt modelId="{6D376E05-B2BD-744B-BC46-F57D7E30097A}" type="pres">
      <dgm:prSet presAssocID="{0A14CAAD-A44C-41BD-9B50-4A20C405ECC1}" presName="sibTrans" presStyleCnt="0"/>
      <dgm:spPr/>
    </dgm:pt>
    <dgm:pt modelId="{A8D826F2-7FCA-164C-B238-68927EA43B68}" type="pres">
      <dgm:prSet presAssocID="{BC4F99B8-C55A-4D80-942A-6BE498794F48}" presName="node" presStyleLbl="node1" presStyleIdx="7" presStyleCnt="9">
        <dgm:presLayoutVars>
          <dgm:bulletEnabled val="1"/>
        </dgm:presLayoutVars>
      </dgm:prSet>
      <dgm:spPr/>
    </dgm:pt>
    <dgm:pt modelId="{F621899E-49CD-3247-8726-72B0D5478453}" type="pres">
      <dgm:prSet presAssocID="{82412281-08E4-4A37-B79E-CC9481925CD3}" presName="sibTrans" presStyleCnt="0"/>
      <dgm:spPr/>
    </dgm:pt>
    <dgm:pt modelId="{508D2003-ABDE-1144-972A-350518DC6DEA}" type="pres">
      <dgm:prSet presAssocID="{105344B6-64F8-4688-AB7F-F2F422408508}" presName="node" presStyleLbl="node1" presStyleIdx="8" presStyleCnt="9" custScaleY="102148" custLinFactNeighborX="-1412" custLinFactNeighborY="2979">
        <dgm:presLayoutVars>
          <dgm:bulletEnabled val="1"/>
        </dgm:presLayoutVars>
      </dgm:prSet>
      <dgm:spPr/>
    </dgm:pt>
  </dgm:ptLst>
  <dgm:cxnLst>
    <dgm:cxn modelId="{A86F4902-C41C-3C43-84A1-FEEADCFAFED5}" type="presOf" srcId="{63DE0B68-0C33-4ED6-A0FB-945F5E4F1897}" destId="{48D1B8A3-C931-9A4B-ADB5-3BE7FEFC3924}" srcOrd="0" destOrd="0" presId="urn:microsoft.com/office/officeart/2005/8/layout/default"/>
    <dgm:cxn modelId="{0F5E420F-0093-464E-8FD0-C75536FC80C5}" type="presOf" srcId="{6495EBF6-667E-43B8-AFD1-43A5045E4C47}" destId="{161B7C53-EAE8-8C4C-A835-93A14223FB1A}" srcOrd="0" destOrd="0" presId="urn:microsoft.com/office/officeart/2005/8/layout/default"/>
    <dgm:cxn modelId="{BF5C5516-09A8-7343-AB70-E05972087470}" type="presOf" srcId="{0D334150-E7B1-4B22-8C9D-17D3DB54697F}" destId="{CA117ECF-AFCB-1E46-948B-DE2E4E119D45}" srcOrd="0" destOrd="0" presId="urn:microsoft.com/office/officeart/2005/8/layout/default"/>
    <dgm:cxn modelId="{4F280C45-092D-4DFB-B4C4-86E7A082F748}" srcId="{8D3262C1-1B29-4D91-B4AA-823F46FCFA7F}" destId="{D340B5C3-B0C6-47C3-BFC8-9570E23FFBE9}" srcOrd="1" destOrd="0" parTransId="{9975F731-9BCC-4FA4-92AE-6767EE49B394}" sibTransId="{6F8A42BB-6BB6-4753-9BB2-DCE78260EBDD}"/>
    <dgm:cxn modelId="{DA2D7A4E-5DAB-42EA-9E63-E0F362519637}" srcId="{8D3262C1-1B29-4D91-B4AA-823F46FCFA7F}" destId="{1E159F59-39A7-49D1-A759-FE44D0AC761C}" srcOrd="0" destOrd="0" parTransId="{9E94AD78-F17F-48ED-BCAD-A63690B3FB81}" sibTransId="{EB6AEEAC-18DD-422B-B3F4-92EC58D7B7F5}"/>
    <dgm:cxn modelId="{68D3086F-50A7-BC4F-BD3C-D4D2EA5D7F8D}" type="presOf" srcId="{BC4F99B8-C55A-4D80-942A-6BE498794F48}" destId="{A8D826F2-7FCA-164C-B238-68927EA43B68}" srcOrd="0" destOrd="0" presId="urn:microsoft.com/office/officeart/2005/8/layout/default"/>
    <dgm:cxn modelId="{6B9A7E70-72FD-4FD0-B7E9-195870AD785D}" srcId="{8D3262C1-1B29-4D91-B4AA-823F46FCFA7F}" destId="{63DE0B68-0C33-4ED6-A0FB-945F5E4F1897}" srcOrd="6" destOrd="0" parTransId="{C84007E7-0DF5-48F0-B6AF-BAFB04A4BA70}" sibTransId="{0A14CAAD-A44C-41BD-9B50-4A20C405ECC1}"/>
    <dgm:cxn modelId="{E2695472-916E-DA40-863A-BAF00C8673ED}" type="presOf" srcId="{105344B6-64F8-4688-AB7F-F2F422408508}" destId="{508D2003-ABDE-1144-972A-350518DC6DEA}" srcOrd="0" destOrd="0" presId="urn:microsoft.com/office/officeart/2005/8/layout/default"/>
    <dgm:cxn modelId="{8E316C57-EAB2-44AE-A83D-C943769C7DD6}" srcId="{8D3262C1-1B29-4D91-B4AA-823F46FCFA7F}" destId="{D82B13B8-4297-4054-B64F-BBAAD6C39C0A}" srcOrd="4" destOrd="0" parTransId="{6D38F7D3-7986-4E2E-9532-2457B60956D0}" sibTransId="{A0798D21-54E1-48BF-BDFE-79F4C8BAEBDC}"/>
    <dgm:cxn modelId="{A3E4C584-D440-AE43-8CA5-5614208097AC}" type="presOf" srcId="{D82B13B8-4297-4054-B64F-BBAAD6C39C0A}" destId="{8EEA7DB9-BC7A-9B4F-991D-359F906CA34B}" srcOrd="0" destOrd="0" presId="urn:microsoft.com/office/officeart/2005/8/layout/default"/>
    <dgm:cxn modelId="{61124085-D154-094D-B210-1537942A2E98}" type="presOf" srcId="{D340B5C3-B0C6-47C3-BFC8-9570E23FFBE9}" destId="{6A4132B7-6CE1-3742-9260-068780FCD7F7}" srcOrd="0" destOrd="0" presId="urn:microsoft.com/office/officeart/2005/8/layout/default"/>
    <dgm:cxn modelId="{091C93A0-AA61-40DF-A8EC-B013B6129B89}" srcId="{8D3262C1-1B29-4D91-B4AA-823F46FCFA7F}" destId="{93857A36-701B-4B88-95C7-CF080FD98285}" srcOrd="3" destOrd="0" parTransId="{613D979F-FDBA-468D-9695-43A42C737D3B}" sibTransId="{D835E178-A88C-444A-8434-316D4B6066C7}"/>
    <dgm:cxn modelId="{52128CBD-E082-F14E-A7B1-9EC61B4772CD}" type="presOf" srcId="{93857A36-701B-4B88-95C7-CF080FD98285}" destId="{6B2B710C-F6F1-F64F-B5D7-84CBEEE5F066}" srcOrd="0" destOrd="0" presId="urn:microsoft.com/office/officeart/2005/8/layout/default"/>
    <dgm:cxn modelId="{AE26EBD5-DADB-4948-8342-BB7E4D91A597}" type="presOf" srcId="{8D3262C1-1B29-4D91-B4AA-823F46FCFA7F}" destId="{B3B95F48-F915-A34B-8A56-60C7AE1F788B}" srcOrd="0" destOrd="0" presId="urn:microsoft.com/office/officeart/2005/8/layout/default"/>
    <dgm:cxn modelId="{1C29FAE4-63C6-4433-8904-AABCF19509A0}" srcId="{8D3262C1-1B29-4D91-B4AA-823F46FCFA7F}" destId="{BC4F99B8-C55A-4D80-942A-6BE498794F48}" srcOrd="7" destOrd="0" parTransId="{EA9E907A-9646-41AF-83B9-A233380E396C}" sibTransId="{82412281-08E4-4A37-B79E-CC9481925CD3}"/>
    <dgm:cxn modelId="{21C164E5-D7EF-49BE-9FF3-CCB2489551C1}" srcId="{8D3262C1-1B29-4D91-B4AA-823F46FCFA7F}" destId="{6495EBF6-667E-43B8-AFD1-43A5045E4C47}" srcOrd="2" destOrd="0" parTransId="{071022BC-970F-4516-97CB-9D55BFC900FB}" sibTransId="{A4D2E62E-40FF-4266-9118-EE574894B34A}"/>
    <dgm:cxn modelId="{C2A144EB-B345-448B-96C8-3A143B9E8F90}" srcId="{8D3262C1-1B29-4D91-B4AA-823F46FCFA7F}" destId="{105344B6-64F8-4688-AB7F-F2F422408508}" srcOrd="8" destOrd="0" parTransId="{558C21F9-3059-4C08-945D-ADD7F055F6A1}" sibTransId="{BFF86838-01E0-4183-8CC1-9E9C7B11C283}"/>
    <dgm:cxn modelId="{C4234EF4-DDC5-8840-BA4F-BD417D2EB636}" type="presOf" srcId="{1E159F59-39A7-49D1-A759-FE44D0AC761C}" destId="{74690A59-F287-3344-B2BD-60278EB2761C}" srcOrd="0" destOrd="0" presId="urn:microsoft.com/office/officeart/2005/8/layout/default"/>
    <dgm:cxn modelId="{F13CD7FB-5771-4E57-A91F-0886DDAE8293}" srcId="{8D3262C1-1B29-4D91-B4AA-823F46FCFA7F}" destId="{0D334150-E7B1-4B22-8C9D-17D3DB54697F}" srcOrd="5" destOrd="0" parTransId="{5EB5A564-FFF4-4E83-AF8A-9EE1823AC6E6}" sibTransId="{D45BB5E2-CF07-4A14-BDD6-E79B30E01106}"/>
    <dgm:cxn modelId="{65E18DAA-BF2D-434E-B15B-EB94E5056900}" type="presParOf" srcId="{B3B95F48-F915-A34B-8A56-60C7AE1F788B}" destId="{74690A59-F287-3344-B2BD-60278EB2761C}" srcOrd="0" destOrd="0" presId="urn:microsoft.com/office/officeart/2005/8/layout/default"/>
    <dgm:cxn modelId="{B095BA4D-9135-2844-88C1-DE32368AC771}" type="presParOf" srcId="{B3B95F48-F915-A34B-8A56-60C7AE1F788B}" destId="{5BCC2F28-FEB2-384E-BBDB-A9DC7C99C6F1}" srcOrd="1" destOrd="0" presId="urn:microsoft.com/office/officeart/2005/8/layout/default"/>
    <dgm:cxn modelId="{F9D21CA4-3A60-F840-A973-E851ED0570E3}" type="presParOf" srcId="{B3B95F48-F915-A34B-8A56-60C7AE1F788B}" destId="{6A4132B7-6CE1-3742-9260-068780FCD7F7}" srcOrd="2" destOrd="0" presId="urn:microsoft.com/office/officeart/2005/8/layout/default"/>
    <dgm:cxn modelId="{26420656-1A58-3243-897F-B9972E7A631D}" type="presParOf" srcId="{B3B95F48-F915-A34B-8A56-60C7AE1F788B}" destId="{74FFB10C-22D0-4947-8804-ADE2A9D7C890}" srcOrd="3" destOrd="0" presId="urn:microsoft.com/office/officeart/2005/8/layout/default"/>
    <dgm:cxn modelId="{15A685ED-B2C0-EE41-8296-9ED7EB5C37D7}" type="presParOf" srcId="{B3B95F48-F915-A34B-8A56-60C7AE1F788B}" destId="{161B7C53-EAE8-8C4C-A835-93A14223FB1A}" srcOrd="4" destOrd="0" presId="urn:microsoft.com/office/officeart/2005/8/layout/default"/>
    <dgm:cxn modelId="{D92F3A14-75A1-A040-9F47-6B9785933C54}" type="presParOf" srcId="{B3B95F48-F915-A34B-8A56-60C7AE1F788B}" destId="{91D269E9-13C0-2344-BA2C-3495AD24F8E4}" srcOrd="5" destOrd="0" presId="urn:microsoft.com/office/officeart/2005/8/layout/default"/>
    <dgm:cxn modelId="{A8A97530-E41B-1045-A72E-E8E0FFC2314A}" type="presParOf" srcId="{B3B95F48-F915-A34B-8A56-60C7AE1F788B}" destId="{6B2B710C-F6F1-F64F-B5D7-84CBEEE5F066}" srcOrd="6" destOrd="0" presId="urn:microsoft.com/office/officeart/2005/8/layout/default"/>
    <dgm:cxn modelId="{58F051FF-429D-4C4C-957B-ADD4F52360D4}" type="presParOf" srcId="{B3B95F48-F915-A34B-8A56-60C7AE1F788B}" destId="{23A86688-CAD6-734D-9708-B10BD3277DA2}" srcOrd="7" destOrd="0" presId="urn:microsoft.com/office/officeart/2005/8/layout/default"/>
    <dgm:cxn modelId="{105BBF33-15DF-264B-9122-B132B402E18A}" type="presParOf" srcId="{B3B95F48-F915-A34B-8A56-60C7AE1F788B}" destId="{8EEA7DB9-BC7A-9B4F-991D-359F906CA34B}" srcOrd="8" destOrd="0" presId="urn:microsoft.com/office/officeart/2005/8/layout/default"/>
    <dgm:cxn modelId="{A691E3C2-3BEA-9642-B057-58C8F8AC0A02}" type="presParOf" srcId="{B3B95F48-F915-A34B-8A56-60C7AE1F788B}" destId="{0596434F-4FDB-B94D-B57E-5C12C117ED8E}" srcOrd="9" destOrd="0" presId="urn:microsoft.com/office/officeart/2005/8/layout/default"/>
    <dgm:cxn modelId="{BC5E2CB7-818C-BE45-8C10-6414E6ADABC3}" type="presParOf" srcId="{B3B95F48-F915-A34B-8A56-60C7AE1F788B}" destId="{CA117ECF-AFCB-1E46-948B-DE2E4E119D45}" srcOrd="10" destOrd="0" presId="urn:microsoft.com/office/officeart/2005/8/layout/default"/>
    <dgm:cxn modelId="{E67AB2D0-7802-3B4D-9329-138DEDCDB915}" type="presParOf" srcId="{B3B95F48-F915-A34B-8A56-60C7AE1F788B}" destId="{F81B88E0-CA52-0949-ADF2-EAAAF9A46508}" srcOrd="11" destOrd="0" presId="urn:microsoft.com/office/officeart/2005/8/layout/default"/>
    <dgm:cxn modelId="{B65F40AF-D5EC-7140-AD60-75238F922EF6}" type="presParOf" srcId="{B3B95F48-F915-A34B-8A56-60C7AE1F788B}" destId="{48D1B8A3-C931-9A4B-ADB5-3BE7FEFC3924}" srcOrd="12" destOrd="0" presId="urn:microsoft.com/office/officeart/2005/8/layout/default"/>
    <dgm:cxn modelId="{0C8471AE-EDBB-B445-9E49-9CA748D56E19}" type="presParOf" srcId="{B3B95F48-F915-A34B-8A56-60C7AE1F788B}" destId="{6D376E05-B2BD-744B-BC46-F57D7E30097A}" srcOrd="13" destOrd="0" presId="urn:microsoft.com/office/officeart/2005/8/layout/default"/>
    <dgm:cxn modelId="{00E4917B-24FE-C640-A40D-75064F7FA874}" type="presParOf" srcId="{B3B95F48-F915-A34B-8A56-60C7AE1F788B}" destId="{A8D826F2-7FCA-164C-B238-68927EA43B68}" srcOrd="14" destOrd="0" presId="urn:microsoft.com/office/officeart/2005/8/layout/default"/>
    <dgm:cxn modelId="{3C21C288-C40E-364E-9495-F2B08CBC7012}" type="presParOf" srcId="{B3B95F48-F915-A34B-8A56-60C7AE1F788B}" destId="{F621899E-49CD-3247-8726-72B0D5478453}" srcOrd="15" destOrd="0" presId="urn:microsoft.com/office/officeart/2005/8/layout/default"/>
    <dgm:cxn modelId="{3AC5B899-045C-EA49-B1AC-641ADC3A72DC}" type="presParOf" srcId="{B3B95F48-F915-A34B-8A56-60C7AE1F788B}" destId="{508D2003-ABDE-1144-972A-350518DC6DEA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7E6A1D-F97C-4B40-925F-07F85F74CE1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A0B27A-E2B6-4088-B045-35A80C1D2092}">
      <dgm:prSet custT="1"/>
      <dgm:spPr/>
      <dgm:t>
        <a:bodyPr/>
        <a:lstStyle/>
        <a:p>
          <a:pPr algn="r"/>
          <a:r>
            <a:rPr lang="ar-EG" sz="24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الطهي</a:t>
          </a:r>
          <a:r>
            <a:rPr lang="en-US" sz="24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algn="r"/>
          <a:r>
            <a:rPr lang="ar-EG" sz="24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75 درجة مئوية/167 درجة فهرنهايت </a:t>
          </a:r>
        </a:p>
      </dgm:t>
    </dgm:pt>
    <dgm:pt modelId="{79DDFD56-43BD-418C-AE33-7D93684D0CDC}" type="parTrans" cxnId="{8E0B3B91-19F7-42AC-BF03-F3287CA86794}">
      <dgm:prSet/>
      <dgm:spPr/>
      <dgm:t>
        <a:bodyPr/>
        <a:lstStyle/>
        <a:p>
          <a:endParaRPr lang="en-US"/>
        </a:p>
      </dgm:t>
    </dgm:pt>
    <dgm:pt modelId="{CA1E20CB-493B-46F3-B34A-36AEAE5A7B43}" type="sibTrans" cxnId="{8E0B3B91-19F7-42AC-BF03-F3287CA86794}">
      <dgm:prSet/>
      <dgm:spPr/>
      <dgm:t>
        <a:bodyPr/>
        <a:lstStyle/>
        <a:p>
          <a:endParaRPr lang="en-US"/>
        </a:p>
      </dgm:t>
    </dgm:pt>
    <dgm:pt modelId="{B9884CD1-C373-47E7-8ECA-86C9823D4394}">
      <dgm:prSet custT="1"/>
      <dgm:spPr/>
      <dgm:t>
        <a:bodyPr/>
        <a:lstStyle/>
        <a:p>
          <a:pPr algn="r"/>
          <a:r>
            <a:rPr lang="ar-EG" sz="24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إعادة التسخين</a:t>
          </a:r>
          <a:r>
            <a:rPr lang="en-US" sz="24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algn="r"/>
          <a:r>
            <a:rPr lang="ar-EG" sz="24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75 درجة مئوية/167 درجة فهرنهايت</a:t>
          </a:r>
          <a:r>
            <a:rPr lang="en-US" sz="24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gm:t>
    </dgm:pt>
    <dgm:pt modelId="{C2B701EC-1F4F-4AA9-AE7D-C851C5593866}" type="parTrans" cxnId="{EFE923C3-077C-48B4-8317-E59811F02E54}">
      <dgm:prSet/>
      <dgm:spPr/>
      <dgm:t>
        <a:bodyPr/>
        <a:lstStyle/>
        <a:p>
          <a:endParaRPr lang="en-US"/>
        </a:p>
      </dgm:t>
    </dgm:pt>
    <dgm:pt modelId="{158EA081-B5B9-4D0D-82EC-704162672FFD}" type="sibTrans" cxnId="{EFE923C3-077C-48B4-8317-E59811F02E54}">
      <dgm:prSet/>
      <dgm:spPr/>
      <dgm:t>
        <a:bodyPr/>
        <a:lstStyle/>
        <a:p>
          <a:endParaRPr lang="en-US"/>
        </a:p>
      </dgm:t>
    </dgm:pt>
    <dgm:pt modelId="{E703CD01-84A9-4B3F-B460-FB5FCC8BED1B}">
      <dgm:prSet custT="1"/>
      <dgm:spPr/>
      <dgm:t>
        <a:bodyPr/>
        <a:lstStyle/>
        <a:p>
          <a:pPr algn="r"/>
          <a:r>
            <a:rPr lang="ar-EG" sz="24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الحفاظ على الطعام ساخنًا</a:t>
          </a:r>
          <a:r>
            <a:rPr lang="en-US" sz="24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algn="r"/>
          <a:r>
            <a:rPr lang="ar-EG" sz="24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أعلى من 63 درجة مئوية/145 درجة فهرنهايت</a:t>
          </a:r>
        </a:p>
      </dgm:t>
    </dgm:pt>
    <dgm:pt modelId="{E19BCCB7-A329-4311-9AF7-A7630B933D10}" type="parTrans" cxnId="{35F54736-67E1-4169-B90E-610785A53E04}">
      <dgm:prSet/>
      <dgm:spPr/>
      <dgm:t>
        <a:bodyPr/>
        <a:lstStyle/>
        <a:p>
          <a:endParaRPr lang="en-US"/>
        </a:p>
      </dgm:t>
    </dgm:pt>
    <dgm:pt modelId="{A254D027-59AA-494F-9FEC-69F15FFEE10C}" type="sibTrans" cxnId="{35F54736-67E1-4169-B90E-610785A53E04}">
      <dgm:prSet/>
      <dgm:spPr/>
      <dgm:t>
        <a:bodyPr/>
        <a:lstStyle/>
        <a:p>
          <a:endParaRPr lang="en-US"/>
        </a:p>
      </dgm:t>
    </dgm:pt>
    <dgm:pt modelId="{91CCCA65-FD57-E041-A610-838CF1A3C076}" type="pres">
      <dgm:prSet presAssocID="{747E6A1D-F97C-4B40-925F-07F85F74CE17}" presName="linear" presStyleCnt="0">
        <dgm:presLayoutVars>
          <dgm:animLvl val="lvl"/>
          <dgm:resizeHandles val="exact"/>
        </dgm:presLayoutVars>
      </dgm:prSet>
      <dgm:spPr/>
    </dgm:pt>
    <dgm:pt modelId="{9D978163-C537-2C4C-A52B-7F4BB729F3D2}" type="pres">
      <dgm:prSet presAssocID="{D0A0B27A-E2B6-4088-B045-35A80C1D209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C0BF366-AA61-8346-AB01-EBF58426E026}" type="pres">
      <dgm:prSet presAssocID="{CA1E20CB-493B-46F3-B34A-36AEAE5A7B43}" presName="spacer" presStyleCnt="0"/>
      <dgm:spPr/>
    </dgm:pt>
    <dgm:pt modelId="{8C82C0C2-DC74-1847-8B98-8578D762413A}" type="pres">
      <dgm:prSet presAssocID="{B9884CD1-C373-47E7-8ECA-86C9823D439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F6A6330-571D-0E45-B45D-9E7A0B3D0FC4}" type="pres">
      <dgm:prSet presAssocID="{158EA081-B5B9-4D0D-82EC-704162672FFD}" presName="spacer" presStyleCnt="0"/>
      <dgm:spPr/>
    </dgm:pt>
    <dgm:pt modelId="{5EE3AAA4-DE2E-A34C-B688-10C75415EC59}" type="pres">
      <dgm:prSet presAssocID="{E703CD01-84A9-4B3F-B460-FB5FCC8BED1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589CB29-E991-6D46-9D6E-97E63698B1F9}" type="presOf" srcId="{B9884CD1-C373-47E7-8ECA-86C9823D4394}" destId="{8C82C0C2-DC74-1847-8B98-8578D762413A}" srcOrd="0" destOrd="0" presId="urn:microsoft.com/office/officeart/2005/8/layout/vList2"/>
    <dgm:cxn modelId="{35F54736-67E1-4169-B90E-610785A53E04}" srcId="{747E6A1D-F97C-4B40-925F-07F85F74CE17}" destId="{E703CD01-84A9-4B3F-B460-FB5FCC8BED1B}" srcOrd="2" destOrd="0" parTransId="{E19BCCB7-A329-4311-9AF7-A7630B933D10}" sibTransId="{A254D027-59AA-494F-9FEC-69F15FFEE10C}"/>
    <dgm:cxn modelId="{8E0B3B91-19F7-42AC-BF03-F3287CA86794}" srcId="{747E6A1D-F97C-4B40-925F-07F85F74CE17}" destId="{D0A0B27A-E2B6-4088-B045-35A80C1D2092}" srcOrd="0" destOrd="0" parTransId="{79DDFD56-43BD-418C-AE33-7D93684D0CDC}" sibTransId="{CA1E20CB-493B-46F3-B34A-36AEAE5A7B43}"/>
    <dgm:cxn modelId="{14395099-A15D-514F-8755-600FC8064276}" type="presOf" srcId="{E703CD01-84A9-4B3F-B460-FB5FCC8BED1B}" destId="{5EE3AAA4-DE2E-A34C-B688-10C75415EC59}" srcOrd="0" destOrd="0" presId="urn:microsoft.com/office/officeart/2005/8/layout/vList2"/>
    <dgm:cxn modelId="{641AD89C-1D3F-FE40-ACA0-179596E52A8B}" type="presOf" srcId="{747E6A1D-F97C-4B40-925F-07F85F74CE17}" destId="{91CCCA65-FD57-E041-A610-838CF1A3C076}" srcOrd="0" destOrd="0" presId="urn:microsoft.com/office/officeart/2005/8/layout/vList2"/>
    <dgm:cxn modelId="{2F06F5A9-50FB-A44E-91DD-B7C2196C7088}" type="presOf" srcId="{D0A0B27A-E2B6-4088-B045-35A80C1D2092}" destId="{9D978163-C537-2C4C-A52B-7F4BB729F3D2}" srcOrd="0" destOrd="0" presId="urn:microsoft.com/office/officeart/2005/8/layout/vList2"/>
    <dgm:cxn modelId="{EFE923C3-077C-48B4-8317-E59811F02E54}" srcId="{747E6A1D-F97C-4B40-925F-07F85F74CE17}" destId="{B9884CD1-C373-47E7-8ECA-86C9823D4394}" srcOrd="1" destOrd="0" parTransId="{C2B701EC-1F4F-4AA9-AE7D-C851C5593866}" sibTransId="{158EA081-B5B9-4D0D-82EC-704162672FFD}"/>
    <dgm:cxn modelId="{717D9335-FD34-C84C-8CA0-8CFDE366F138}" type="presParOf" srcId="{91CCCA65-FD57-E041-A610-838CF1A3C076}" destId="{9D978163-C537-2C4C-A52B-7F4BB729F3D2}" srcOrd="0" destOrd="0" presId="urn:microsoft.com/office/officeart/2005/8/layout/vList2"/>
    <dgm:cxn modelId="{E0B1886C-DD67-3742-8C9C-FB33226B77AC}" type="presParOf" srcId="{91CCCA65-FD57-E041-A610-838CF1A3C076}" destId="{2C0BF366-AA61-8346-AB01-EBF58426E026}" srcOrd="1" destOrd="0" presId="urn:microsoft.com/office/officeart/2005/8/layout/vList2"/>
    <dgm:cxn modelId="{2BC7E5A6-AC22-384E-8F94-C753B50CF325}" type="presParOf" srcId="{91CCCA65-FD57-E041-A610-838CF1A3C076}" destId="{8C82C0C2-DC74-1847-8B98-8578D762413A}" srcOrd="2" destOrd="0" presId="urn:microsoft.com/office/officeart/2005/8/layout/vList2"/>
    <dgm:cxn modelId="{6E0AE670-EBAA-1D4D-8E41-C9BD4A810A7D}" type="presParOf" srcId="{91CCCA65-FD57-E041-A610-838CF1A3C076}" destId="{0F6A6330-571D-0E45-B45D-9E7A0B3D0FC4}" srcOrd="3" destOrd="0" presId="urn:microsoft.com/office/officeart/2005/8/layout/vList2"/>
    <dgm:cxn modelId="{9151996D-ADD2-154A-B484-D63247E49417}" type="presParOf" srcId="{91CCCA65-FD57-E041-A610-838CF1A3C076}" destId="{5EE3AAA4-DE2E-A34C-B688-10C75415EC5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A0562D-4203-4D46-8300-80C94A016F1E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D6A3A5-1786-44A3-8769-57EA9EEA4970}">
      <dgm:prSet custT="1"/>
      <dgm:spPr/>
      <dgm:t>
        <a:bodyPr/>
        <a:lstStyle/>
        <a:p>
          <a:r>
            <a:rPr lang="ar-EG" sz="18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الشكل </a:t>
          </a:r>
        </a:p>
      </dgm:t>
    </dgm:pt>
    <dgm:pt modelId="{63F6D1D4-3BB5-44BA-92DC-D37889E2E581}" type="parTrans" cxnId="{61EFC9A3-122F-4AF8-BD00-6F470EBB2DEA}">
      <dgm:prSet/>
      <dgm:spPr/>
      <dgm:t>
        <a:bodyPr/>
        <a:lstStyle/>
        <a:p>
          <a:endParaRPr lang="en-US"/>
        </a:p>
      </dgm:t>
    </dgm:pt>
    <dgm:pt modelId="{5AE5546B-374E-468C-A487-D18022B37698}" type="sibTrans" cxnId="{61EFC9A3-122F-4AF8-BD00-6F470EBB2DEA}">
      <dgm:prSet/>
      <dgm:spPr/>
      <dgm:t>
        <a:bodyPr/>
        <a:lstStyle/>
        <a:p>
          <a:endParaRPr lang="en-US"/>
        </a:p>
      </dgm:t>
    </dgm:pt>
    <dgm:pt modelId="{27C9E6C8-3DC2-4743-ACD5-9FC10B71BDF8}">
      <dgm:prSet custT="1"/>
      <dgm:spPr/>
      <dgm:t>
        <a:bodyPr/>
        <a:lstStyle/>
        <a:p>
          <a:pPr rtl="1"/>
          <a:r>
            <a:rPr lang="ar-EG" sz="18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يبدو المنتج بشكل جيد؟ </a:t>
          </a:r>
        </a:p>
      </dgm:t>
    </dgm:pt>
    <dgm:pt modelId="{EFAF01B4-AB06-481A-B787-BD3C176EEA5F}" type="parTrans" cxnId="{66BDD54F-AF46-4FC8-9CEF-974491B20656}">
      <dgm:prSet/>
      <dgm:spPr/>
      <dgm:t>
        <a:bodyPr/>
        <a:lstStyle/>
        <a:p>
          <a:endParaRPr lang="en-US"/>
        </a:p>
      </dgm:t>
    </dgm:pt>
    <dgm:pt modelId="{02D1A2D4-29BF-4371-8C23-79D72968840B}" type="sibTrans" cxnId="{66BDD54F-AF46-4FC8-9CEF-974491B20656}">
      <dgm:prSet/>
      <dgm:spPr/>
      <dgm:t>
        <a:bodyPr/>
        <a:lstStyle/>
        <a:p>
          <a:endParaRPr lang="en-US"/>
        </a:p>
      </dgm:t>
    </dgm:pt>
    <dgm:pt modelId="{2B8A2ADD-43F1-4AEE-894B-56E6084A3426}">
      <dgm:prSet custT="1"/>
      <dgm:spPr/>
      <dgm:t>
        <a:bodyPr/>
        <a:lstStyle/>
        <a:p>
          <a:r>
            <a:rPr lang="ar-EG" sz="1800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اللون </a:t>
          </a:r>
        </a:p>
      </dgm:t>
    </dgm:pt>
    <dgm:pt modelId="{242F5E0A-E05B-4706-A0F3-EFBCD9DF89F7}" type="parTrans" cxnId="{92FA3752-7354-44AE-BBFD-153EF64CAC22}">
      <dgm:prSet/>
      <dgm:spPr/>
      <dgm:t>
        <a:bodyPr/>
        <a:lstStyle/>
        <a:p>
          <a:endParaRPr lang="en-US"/>
        </a:p>
      </dgm:t>
    </dgm:pt>
    <dgm:pt modelId="{11196749-0132-4EC6-818E-5799279751F2}" type="sibTrans" cxnId="{92FA3752-7354-44AE-BBFD-153EF64CAC22}">
      <dgm:prSet/>
      <dgm:spPr/>
      <dgm:t>
        <a:bodyPr/>
        <a:lstStyle/>
        <a:p>
          <a:endParaRPr lang="en-US"/>
        </a:p>
      </dgm:t>
    </dgm:pt>
    <dgm:pt modelId="{8ABB64DF-670E-4012-9377-EEFA42329F09}">
      <dgm:prSet custT="1"/>
      <dgm:spPr/>
      <dgm:t>
        <a:bodyPr/>
        <a:lstStyle/>
        <a:p>
          <a:pPr rtl="1"/>
          <a:r>
            <a:rPr lang="ar-EG" sz="18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يتناسب مع المكونات المستخدمة؟</a:t>
          </a:r>
          <a:r>
            <a:rPr lang="en-US" sz="18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gm:t>
    </dgm:pt>
    <dgm:pt modelId="{2838401C-7AD2-418E-A085-84F2CF6CDA0F}" type="parTrans" cxnId="{A4B41B59-F11A-4DF5-B3D9-72A62F8D6F9D}">
      <dgm:prSet/>
      <dgm:spPr/>
      <dgm:t>
        <a:bodyPr/>
        <a:lstStyle/>
        <a:p>
          <a:endParaRPr lang="en-US"/>
        </a:p>
      </dgm:t>
    </dgm:pt>
    <dgm:pt modelId="{B0E18A3D-C485-4604-A9B7-E3C2A46AA317}" type="sibTrans" cxnId="{A4B41B59-F11A-4DF5-B3D9-72A62F8D6F9D}">
      <dgm:prSet/>
      <dgm:spPr/>
      <dgm:t>
        <a:bodyPr/>
        <a:lstStyle/>
        <a:p>
          <a:endParaRPr lang="en-US"/>
        </a:p>
      </dgm:t>
    </dgm:pt>
    <dgm:pt modelId="{DE7263D8-92D7-4CCF-859C-428AEA76B07C}">
      <dgm:prSet custT="1"/>
      <dgm:spPr/>
      <dgm:t>
        <a:bodyPr/>
        <a:lstStyle/>
        <a:p>
          <a:r>
            <a:rPr lang="ar-EG" sz="1800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الكمية المقدمة </a:t>
          </a:r>
        </a:p>
      </dgm:t>
    </dgm:pt>
    <dgm:pt modelId="{EF6756A3-8FA3-4DC8-BE2E-3EB37E7DF329}" type="parTrans" cxnId="{F0061BD2-204D-4DD8-AAC4-F9C7AA14CF63}">
      <dgm:prSet/>
      <dgm:spPr/>
      <dgm:t>
        <a:bodyPr/>
        <a:lstStyle/>
        <a:p>
          <a:endParaRPr lang="en-US"/>
        </a:p>
      </dgm:t>
    </dgm:pt>
    <dgm:pt modelId="{AC92F446-EAB8-4C52-8B78-B7C7D288AA4C}" type="sibTrans" cxnId="{F0061BD2-204D-4DD8-AAC4-F9C7AA14CF63}">
      <dgm:prSet/>
      <dgm:spPr/>
      <dgm:t>
        <a:bodyPr/>
        <a:lstStyle/>
        <a:p>
          <a:endParaRPr lang="en-US"/>
        </a:p>
      </dgm:t>
    </dgm:pt>
    <dgm:pt modelId="{A6E36460-7D9B-4F8A-8595-D5623EA4306E}">
      <dgm:prSet custT="1"/>
      <dgm:spPr/>
      <dgm:t>
        <a:bodyPr/>
        <a:lstStyle/>
        <a:p>
          <a:pPr rtl="1"/>
          <a:r>
            <a:rPr lang="ar-EG" sz="18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كانت الكمية كبيرة/صغيرة؟ </a:t>
          </a:r>
        </a:p>
      </dgm:t>
    </dgm:pt>
    <dgm:pt modelId="{2B39E0F8-B649-4989-9AA4-799F6CE1A650}" type="parTrans" cxnId="{EA19A598-B908-4AA8-91F2-690DBD72A0E6}">
      <dgm:prSet/>
      <dgm:spPr/>
      <dgm:t>
        <a:bodyPr/>
        <a:lstStyle/>
        <a:p>
          <a:endParaRPr lang="en-US"/>
        </a:p>
      </dgm:t>
    </dgm:pt>
    <dgm:pt modelId="{4797106A-1675-45F9-B5D0-1C3BC78274E9}" type="sibTrans" cxnId="{EA19A598-B908-4AA8-91F2-690DBD72A0E6}">
      <dgm:prSet/>
      <dgm:spPr/>
      <dgm:t>
        <a:bodyPr/>
        <a:lstStyle/>
        <a:p>
          <a:endParaRPr lang="en-US"/>
        </a:p>
      </dgm:t>
    </dgm:pt>
    <dgm:pt modelId="{87F4EE97-C822-4193-87E5-51062C9488B4}">
      <dgm:prSet custT="1"/>
      <dgm:spPr/>
      <dgm:t>
        <a:bodyPr/>
        <a:lstStyle/>
        <a:p>
          <a:r>
            <a:rPr lang="ar-EG" sz="1800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التقديم </a:t>
          </a:r>
        </a:p>
      </dgm:t>
    </dgm:pt>
    <dgm:pt modelId="{E11E0550-48AE-4194-9128-2F7C5713A245}" type="parTrans" cxnId="{4E1A39A3-FB65-40E6-8C84-680C2A193CD7}">
      <dgm:prSet/>
      <dgm:spPr/>
      <dgm:t>
        <a:bodyPr/>
        <a:lstStyle/>
        <a:p>
          <a:endParaRPr lang="en-US"/>
        </a:p>
      </dgm:t>
    </dgm:pt>
    <dgm:pt modelId="{5F4ED5BE-6A81-4942-96DB-D321F55AA87D}" type="sibTrans" cxnId="{4E1A39A3-FB65-40E6-8C84-680C2A193CD7}">
      <dgm:prSet/>
      <dgm:spPr/>
      <dgm:t>
        <a:bodyPr/>
        <a:lstStyle/>
        <a:p>
          <a:endParaRPr lang="en-US"/>
        </a:p>
      </dgm:t>
    </dgm:pt>
    <dgm:pt modelId="{20C7CE60-05DE-41C9-837A-4D64BD325B9F}">
      <dgm:prSet custT="1"/>
      <dgm:spPr/>
      <dgm:t>
        <a:bodyPr/>
        <a:lstStyle/>
        <a:p>
          <a:pPr rtl="1"/>
          <a:r>
            <a:rPr lang="ar-EG" sz="18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شكل التقديم مناسبًا؟</a:t>
          </a:r>
        </a:p>
      </dgm:t>
    </dgm:pt>
    <dgm:pt modelId="{DCF68580-B114-4A27-94E8-03BAE9532DCD}" type="parTrans" cxnId="{41539320-5137-4BE0-814D-D8ABC73C6EB4}">
      <dgm:prSet/>
      <dgm:spPr/>
      <dgm:t>
        <a:bodyPr/>
        <a:lstStyle/>
        <a:p>
          <a:endParaRPr lang="en-US"/>
        </a:p>
      </dgm:t>
    </dgm:pt>
    <dgm:pt modelId="{80078367-2926-492E-B351-447789C93F73}" type="sibTrans" cxnId="{41539320-5137-4BE0-814D-D8ABC73C6EB4}">
      <dgm:prSet/>
      <dgm:spPr/>
      <dgm:t>
        <a:bodyPr/>
        <a:lstStyle/>
        <a:p>
          <a:endParaRPr lang="en-US"/>
        </a:p>
      </dgm:t>
    </dgm:pt>
    <dgm:pt modelId="{6ACA7A3F-172C-4EA7-BB2D-CB1E186FB560}">
      <dgm:prSet custT="1"/>
      <dgm:spPr/>
      <dgm:t>
        <a:bodyPr/>
        <a:lstStyle/>
        <a:p>
          <a:r>
            <a:rPr lang="ar-EG" sz="1800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المذاق </a:t>
          </a:r>
        </a:p>
      </dgm:t>
    </dgm:pt>
    <dgm:pt modelId="{F53299CB-A6E4-45FA-A036-47D0564B3008}" type="parTrans" cxnId="{B5D8EFC0-A9BF-46FF-9D40-83EFA7ABBED6}">
      <dgm:prSet/>
      <dgm:spPr/>
      <dgm:t>
        <a:bodyPr/>
        <a:lstStyle/>
        <a:p>
          <a:endParaRPr lang="en-US"/>
        </a:p>
      </dgm:t>
    </dgm:pt>
    <dgm:pt modelId="{22F7B3CF-97C4-443F-BFE0-0959D536C32F}" type="sibTrans" cxnId="{B5D8EFC0-A9BF-46FF-9D40-83EFA7ABBED6}">
      <dgm:prSet/>
      <dgm:spPr/>
      <dgm:t>
        <a:bodyPr/>
        <a:lstStyle/>
        <a:p>
          <a:endParaRPr lang="en-US"/>
        </a:p>
      </dgm:t>
    </dgm:pt>
    <dgm:pt modelId="{08959A00-3FB5-4382-A00F-D989A46CC19A}">
      <dgm:prSet custT="1"/>
      <dgm:spPr/>
      <dgm:t>
        <a:bodyPr/>
        <a:lstStyle/>
        <a:p>
          <a:pPr rtl="1"/>
          <a:r>
            <a:rPr lang="ar-EG" sz="18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كيف كان مذاق الطبق؟</a:t>
          </a:r>
        </a:p>
      </dgm:t>
    </dgm:pt>
    <dgm:pt modelId="{A586E599-A0B3-494E-AC0E-5DFCB0CEE7D7}" type="parTrans" cxnId="{E2564E2E-F7AC-4932-A9E7-26600367D283}">
      <dgm:prSet/>
      <dgm:spPr/>
      <dgm:t>
        <a:bodyPr/>
        <a:lstStyle/>
        <a:p>
          <a:endParaRPr lang="en-US"/>
        </a:p>
      </dgm:t>
    </dgm:pt>
    <dgm:pt modelId="{0529D3AF-B4B0-4557-B084-35B1E84C7EF8}" type="sibTrans" cxnId="{E2564E2E-F7AC-4932-A9E7-26600367D283}">
      <dgm:prSet/>
      <dgm:spPr/>
      <dgm:t>
        <a:bodyPr/>
        <a:lstStyle/>
        <a:p>
          <a:endParaRPr lang="en-US"/>
        </a:p>
      </dgm:t>
    </dgm:pt>
    <dgm:pt modelId="{EB3396D8-C972-428B-903B-C3CB55807C4C}">
      <dgm:prSet custT="1"/>
      <dgm:spPr/>
      <dgm:t>
        <a:bodyPr/>
        <a:lstStyle/>
        <a:p>
          <a:r>
            <a:rPr lang="ar-EG" sz="1800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القوام </a:t>
          </a:r>
        </a:p>
      </dgm:t>
    </dgm:pt>
    <dgm:pt modelId="{CA658A3D-4FAA-43AC-9E05-27480DEC33D8}" type="parTrans" cxnId="{0BC86E6E-08DE-4DC6-962D-F295A77D82F6}">
      <dgm:prSet/>
      <dgm:spPr/>
      <dgm:t>
        <a:bodyPr/>
        <a:lstStyle/>
        <a:p>
          <a:endParaRPr lang="en-US"/>
        </a:p>
      </dgm:t>
    </dgm:pt>
    <dgm:pt modelId="{2B28520F-E518-40C7-83C4-E222EA93400E}" type="sibTrans" cxnId="{0BC86E6E-08DE-4DC6-962D-F295A77D82F6}">
      <dgm:prSet/>
      <dgm:spPr/>
      <dgm:t>
        <a:bodyPr/>
        <a:lstStyle/>
        <a:p>
          <a:endParaRPr lang="en-US"/>
        </a:p>
      </dgm:t>
    </dgm:pt>
    <dgm:pt modelId="{D5939541-C533-48DE-9EE0-5E2C88F5DEF7}">
      <dgm:prSet custT="1"/>
      <dgm:spPr/>
      <dgm:t>
        <a:bodyPr/>
        <a:lstStyle/>
        <a:p>
          <a:pPr rtl="1"/>
          <a:r>
            <a:rPr lang="ar-EG" sz="18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القوام الصحيح (مطحون، ناعم، مقرمش) </a:t>
          </a:r>
        </a:p>
      </dgm:t>
    </dgm:pt>
    <dgm:pt modelId="{9FF21AAC-95C0-476F-A8FE-C9DFB8113049}" type="parTrans" cxnId="{43FA3B71-A5C0-4D7C-B9FA-579F5DF2FE1B}">
      <dgm:prSet/>
      <dgm:spPr/>
      <dgm:t>
        <a:bodyPr/>
        <a:lstStyle/>
        <a:p>
          <a:endParaRPr lang="en-US"/>
        </a:p>
      </dgm:t>
    </dgm:pt>
    <dgm:pt modelId="{06E84502-AE37-41CA-AC97-D3D176FADD81}" type="sibTrans" cxnId="{43FA3B71-A5C0-4D7C-B9FA-579F5DF2FE1B}">
      <dgm:prSet/>
      <dgm:spPr/>
      <dgm:t>
        <a:bodyPr/>
        <a:lstStyle/>
        <a:p>
          <a:endParaRPr lang="en-US"/>
        </a:p>
      </dgm:t>
    </dgm:pt>
    <dgm:pt modelId="{9E1A90F8-429A-2F46-BB59-707C0C285A7D}" type="pres">
      <dgm:prSet presAssocID="{69A0562D-4203-4D46-8300-80C94A016F1E}" presName="Name0" presStyleCnt="0">
        <dgm:presLayoutVars>
          <dgm:dir val="rev"/>
          <dgm:animLvl val="lvl"/>
          <dgm:resizeHandles val="exact"/>
        </dgm:presLayoutVars>
      </dgm:prSet>
      <dgm:spPr/>
    </dgm:pt>
    <dgm:pt modelId="{FE7C0028-F716-D34B-A8DE-F0314068502F}" type="pres">
      <dgm:prSet presAssocID="{87D6A3A5-1786-44A3-8769-57EA9EEA4970}" presName="linNode" presStyleCnt="0"/>
      <dgm:spPr/>
    </dgm:pt>
    <dgm:pt modelId="{0036AACD-C463-3446-9CB2-B2908BC8696B}" type="pres">
      <dgm:prSet presAssocID="{87D6A3A5-1786-44A3-8769-57EA9EEA4970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99A898EF-AE97-5241-953B-1B638D7E12B0}" type="pres">
      <dgm:prSet presAssocID="{87D6A3A5-1786-44A3-8769-57EA9EEA4970}" presName="descendantText" presStyleLbl="alignAccFollowNode1" presStyleIdx="0" presStyleCnt="6">
        <dgm:presLayoutVars>
          <dgm:bulletEnabled val="1"/>
        </dgm:presLayoutVars>
      </dgm:prSet>
      <dgm:spPr/>
    </dgm:pt>
    <dgm:pt modelId="{F29C612E-00D1-4B46-ABC8-FAF53AEE7299}" type="pres">
      <dgm:prSet presAssocID="{5AE5546B-374E-468C-A487-D18022B37698}" presName="sp" presStyleCnt="0"/>
      <dgm:spPr/>
    </dgm:pt>
    <dgm:pt modelId="{493D280B-5E17-B64D-B75B-1E5630DFD105}" type="pres">
      <dgm:prSet presAssocID="{2B8A2ADD-43F1-4AEE-894B-56E6084A3426}" presName="linNode" presStyleCnt="0"/>
      <dgm:spPr/>
    </dgm:pt>
    <dgm:pt modelId="{88B37F16-6290-E847-A3BA-4E016F49DDE0}" type="pres">
      <dgm:prSet presAssocID="{2B8A2ADD-43F1-4AEE-894B-56E6084A3426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32340F7E-B53A-4043-A3FE-870375A6D887}" type="pres">
      <dgm:prSet presAssocID="{2B8A2ADD-43F1-4AEE-894B-56E6084A3426}" presName="descendantText" presStyleLbl="alignAccFollowNode1" presStyleIdx="1" presStyleCnt="6">
        <dgm:presLayoutVars>
          <dgm:bulletEnabled val="1"/>
        </dgm:presLayoutVars>
      </dgm:prSet>
      <dgm:spPr/>
    </dgm:pt>
    <dgm:pt modelId="{3EF2AC9C-4920-9240-AACB-F3941F338199}" type="pres">
      <dgm:prSet presAssocID="{11196749-0132-4EC6-818E-5799279751F2}" presName="sp" presStyleCnt="0"/>
      <dgm:spPr/>
    </dgm:pt>
    <dgm:pt modelId="{9B50FB46-E74B-274D-9BD6-8EDB4FB3C347}" type="pres">
      <dgm:prSet presAssocID="{DE7263D8-92D7-4CCF-859C-428AEA76B07C}" presName="linNode" presStyleCnt="0"/>
      <dgm:spPr/>
    </dgm:pt>
    <dgm:pt modelId="{491FA31E-696F-A04E-AF01-C33906EB51F5}" type="pres">
      <dgm:prSet presAssocID="{DE7263D8-92D7-4CCF-859C-428AEA76B07C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AE303D22-0416-B84C-9C38-10468C3AFCA0}" type="pres">
      <dgm:prSet presAssocID="{DE7263D8-92D7-4CCF-859C-428AEA76B07C}" presName="descendantText" presStyleLbl="alignAccFollowNode1" presStyleIdx="2" presStyleCnt="6">
        <dgm:presLayoutVars>
          <dgm:bulletEnabled val="1"/>
        </dgm:presLayoutVars>
      </dgm:prSet>
      <dgm:spPr/>
    </dgm:pt>
    <dgm:pt modelId="{7FEB481D-5862-D047-B5A7-C5FF1353A2D5}" type="pres">
      <dgm:prSet presAssocID="{AC92F446-EAB8-4C52-8B78-B7C7D288AA4C}" presName="sp" presStyleCnt="0"/>
      <dgm:spPr/>
    </dgm:pt>
    <dgm:pt modelId="{9A5781E9-426E-7747-B2D2-6EDAEAF575C9}" type="pres">
      <dgm:prSet presAssocID="{87F4EE97-C822-4193-87E5-51062C9488B4}" presName="linNode" presStyleCnt="0"/>
      <dgm:spPr/>
    </dgm:pt>
    <dgm:pt modelId="{F51D2281-6C3F-6043-B0B3-B92335A6683A}" type="pres">
      <dgm:prSet presAssocID="{87F4EE97-C822-4193-87E5-51062C9488B4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4394BCC4-1D9B-D340-9B75-6C902FBA8D5F}" type="pres">
      <dgm:prSet presAssocID="{87F4EE97-C822-4193-87E5-51062C9488B4}" presName="descendantText" presStyleLbl="alignAccFollowNode1" presStyleIdx="3" presStyleCnt="6">
        <dgm:presLayoutVars>
          <dgm:bulletEnabled val="1"/>
        </dgm:presLayoutVars>
      </dgm:prSet>
      <dgm:spPr/>
    </dgm:pt>
    <dgm:pt modelId="{3EFF920F-0D49-934B-90E7-C882578BFB3D}" type="pres">
      <dgm:prSet presAssocID="{5F4ED5BE-6A81-4942-96DB-D321F55AA87D}" presName="sp" presStyleCnt="0"/>
      <dgm:spPr/>
    </dgm:pt>
    <dgm:pt modelId="{98771407-9771-374B-9793-4C0271161E94}" type="pres">
      <dgm:prSet presAssocID="{6ACA7A3F-172C-4EA7-BB2D-CB1E186FB560}" presName="linNode" presStyleCnt="0"/>
      <dgm:spPr/>
    </dgm:pt>
    <dgm:pt modelId="{8A0D1F87-8B6A-7840-B912-295470869535}" type="pres">
      <dgm:prSet presAssocID="{6ACA7A3F-172C-4EA7-BB2D-CB1E186FB560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993DE32F-2395-224A-B38D-BA1E0A64BB85}" type="pres">
      <dgm:prSet presAssocID="{6ACA7A3F-172C-4EA7-BB2D-CB1E186FB560}" presName="descendantText" presStyleLbl="alignAccFollowNode1" presStyleIdx="4" presStyleCnt="6">
        <dgm:presLayoutVars>
          <dgm:bulletEnabled val="1"/>
        </dgm:presLayoutVars>
      </dgm:prSet>
      <dgm:spPr/>
    </dgm:pt>
    <dgm:pt modelId="{F90F1C5D-C368-D248-930A-3D454F535A56}" type="pres">
      <dgm:prSet presAssocID="{22F7B3CF-97C4-443F-BFE0-0959D536C32F}" presName="sp" presStyleCnt="0"/>
      <dgm:spPr/>
    </dgm:pt>
    <dgm:pt modelId="{3A3119BC-6CD5-DB46-93C7-38495D7672E3}" type="pres">
      <dgm:prSet presAssocID="{EB3396D8-C972-428B-903B-C3CB55807C4C}" presName="linNode" presStyleCnt="0"/>
      <dgm:spPr/>
    </dgm:pt>
    <dgm:pt modelId="{6681D5A1-C90E-1049-B674-904A4D3914F2}" type="pres">
      <dgm:prSet presAssocID="{EB3396D8-C972-428B-903B-C3CB55807C4C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B7255E95-93BC-0D40-AE4A-F3D46BD7FC0F}" type="pres">
      <dgm:prSet presAssocID="{EB3396D8-C972-428B-903B-C3CB55807C4C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67F61C07-17AA-A94A-A071-E97877322E86}" type="presOf" srcId="{87F4EE97-C822-4193-87E5-51062C9488B4}" destId="{F51D2281-6C3F-6043-B0B3-B92335A6683A}" srcOrd="0" destOrd="0" presId="urn:microsoft.com/office/officeart/2005/8/layout/vList5"/>
    <dgm:cxn modelId="{F9B9361B-EAAC-6145-B973-042A777FE567}" type="presOf" srcId="{69A0562D-4203-4D46-8300-80C94A016F1E}" destId="{9E1A90F8-429A-2F46-BB59-707C0C285A7D}" srcOrd="0" destOrd="0" presId="urn:microsoft.com/office/officeart/2005/8/layout/vList5"/>
    <dgm:cxn modelId="{41539320-5137-4BE0-814D-D8ABC73C6EB4}" srcId="{87F4EE97-C822-4193-87E5-51062C9488B4}" destId="{20C7CE60-05DE-41C9-837A-4D64BD325B9F}" srcOrd="0" destOrd="0" parTransId="{DCF68580-B114-4A27-94E8-03BAE9532DCD}" sibTransId="{80078367-2926-492E-B351-447789C93F73}"/>
    <dgm:cxn modelId="{6C9F5B2A-C5EE-6D48-B2BC-88D5CB37D725}" type="presOf" srcId="{20C7CE60-05DE-41C9-837A-4D64BD325B9F}" destId="{4394BCC4-1D9B-D340-9B75-6C902FBA8D5F}" srcOrd="0" destOrd="0" presId="urn:microsoft.com/office/officeart/2005/8/layout/vList5"/>
    <dgm:cxn modelId="{E2564E2E-F7AC-4932-A9E7-26600367D283}" srcId="{6ACA7A3F-172C-4EA7-BB2D-CB1E186FB560}" destId="{08959A00-3FB5-4382-A00F-D989A46CC19A}" srcOrd="0" destOrd="0" parTransId="{A586E599-A0B3-494E-AC0E-5DFCB0CEE7D7}" sibTransId="{0529D3AF-B4B0-4557-B084-35B1E84C7EF8}"/>
    <dgm:cxn modelId="{D5300742-52E4-3C46-AED7-A63AD035EF80}" type="presOf" srcId="{DE7263D8-92D7-4CCF-859C-428AEA76B07C}" destId="{491FA31E-696F-A04E-AF01-C33906EB51F5}" srcOrd="0" destOrd="0" presId="urn:microsoft.com/office/officeart/2005/8/layout/vList5"/>
    <dgm:cxn modelId="{94F1FF63-1CBE-D143-B489-3F122B1E08AB}" type="presOf" srcId="{2B8A2ADD-43F1-4AEE-894B-56E6084A3426}" destId="{88B37F16-6290-E847-A3BA-4E016F49DDE0}" srcOrd="0" destOrd="0" presId="urn:microsoft.com/office/officeart/2005/8/layout/vList5"/>
    <dgm:cxn modelId="{0BC86E6E-08DE-4DC6-962D-F295A77D82F6}" srcId="{69A0562D-4203-4D46-8300-80C94A016F1E}" destId="{EB3396D8-C972-428B-903B-C3CB55807C4C}" srcOrd="5" destOrd="0" parTransId="{CA658A3D-4FAA-43AC-9E05-27480DEC33D8}" sibTransId="{2B28520F-E518-40C7-83C4-E222EA93400E}"/>
    <dgm:cxn modelId="{66BDD54F-AF46-4FC8-9CEF-974491B20656}" srcId="{87D6A3A5-1786-44A3-8769-57EA9EEA4970}" destId="{27C9E6C8-3DC2-4743-ACD5-9FC10B71BDF8}" srcOrd="0" destOrd="0" parTransId="{EFAF01B4-AB06-481A-B787-BD3C176EEA5F}" sibTransId="{02D1A2D4-29BF-4371-8C23-79D72968840B}"/>
    <dgm:cxn modelId="{43FA3B71-A5C0-4D7C-B9FA-579F5DF2FE1B}" srcId="{EB3396D8-C972-428B-903B-C3CB55807C4C}" destId="{D5939541-C533-48DE-9EE0-5E2C88F5DEF7}" srcOrd="0" destOrd="0" parTransId="{9FF21AAC-95C0-476F-A8FE-C9DFB8113049}" sibTransId="{06E84502-AE37-41CA-AC97-D3D176FADD81}"/>
    <dgm:cxn modelId="{92FA3752-7354-44AE-BBFD-153EF64CAC22}" srcId="{69A0562D-4203-4D46-8300-80C94A016F1E}" destId="{2B8A2ADD-43F1-4AEE-894B-56E6084A3426}" srcOrd="1" destOrd="0" parTransId="{242F5E0A-E05B-4706-A0F3-EFBCD9DF89F7}" sibTransId="{11196749-0132-4EC6-818E-5799279751F2}"/>
    <dgm:cxn modelId="{A4B41B59-F11A-4DF5-B3D9-72A62F8D6F9D}" srcId="{2B8A2ADD-43F1-4AEE-894B-56E6084A3426}" destId="{8ABB64DF-670E-4012-9377-EEFA42329F09}" srcOrd="0" destOrd="0" parTransId="{2838401C-7AD2-418E-A085-84F2CF6CDA0F}" sibTransId="{B0E18A3D-C485-4604-A9B7-E3C2A46AA317}"/>
    <dgm:cxn modelId="{2745A685-5D30-7743-8B71-0965AD4D9E8C}" type="presOf" srcId="{08959A00-3FB5-4382-A00F-D989A46CC19A}" destId="{993DE32F-2395-224A-B38D-BA1E0A64BB85}" srcOrd="0" destOrd="0" presId="urn:microsoft.com/office/officeart/2005/8/layout/vList5"/>
    <dgm:cxn modelId="{C1FF808F-01F9-4B42-8627-48699B1A460B}" type="presOf" srcId="{87D6A3A5-1786-44A3-8769-57EA9EEA4970}" destId="{0036AACD-C463-3446-9CB2-B2908BC8696B}" srcOrd="0" destOrd="0" presId="urn:microsoft.com/office/officeart/2005/8/layout/vList5"/>
    <dgm:cxn modelId="{EA19A598-B908-4AA8-91F2-690DBD72A0E6}" srcId="{DE7263D8-92D7-4CCF-859C-428AEA76B07C}" destId="{A6E36460-7D9B-4F8A-8595-D5623EA4306E}" srcOrd="0" destOrd="0" parTransId="{2B39E0F8-B649-4989-9AA4-799F6CE1A650}" sibTransId="{4797106A-1675-45F9-B5D0-1C3BC78274E9}"/>
    <dgm:cxn modelId="{4E1A39A3-FB65-40E6-8C84-680C2A193CD7}" srcId="{69A0562D-4203-4D46-8300-80C94A016F1E}" destId="{87F4EE97-C822-4193-87E5-51062C9488B4}" srcOrd="3" destOrd="0" parTransId="{E11E0550-48AE-4194-9128-2F7C5713A245}" sibTransId="{5F4ED5BE-6A81-4942-96DB-D321F55AA87D}"/>
    <dgm:cxn modelId="{61EFC9A3-122F-4AF8-BD00-6F470EBB2DEA}" srcId="{69A0562D-4203-4D46-8300-80C94A016F1E}" destId="{87D6A3A5-1786-44A3-8769-57EA9EEA4970}" srcOrd="0" destOrd="0" parTransId="{63F6D1D4-3BB5-44BA-92DC-D37889E2E581}" sibTransId="{5AE5546B-374E-468C-A487-D18022B37698}"/>
    <dgm:cxn modelId="{B5D8EFC0-A9BF-46FF-9D40-83EFA7ABBED6}" srcId="{69A0562D-4203-4D46-8300-80C94A016F1E}" destId="{6ACA7A3F-172C-4EA7-BB2D-CB1E186FB560}" srcOrd="4" destOrd="0" parTransId="{F53299CB-A6E4-45FA-A036-47D0564B3008}" sibTransId="{22F7B3CF-97C4-443F-BFE0-0959D536C32F}"/>
    <dgm:cxn modelId="{7A9F3EC5-6340-3B45-A85E-7EC2FD8B4D26}" type="presOf" srcId="{A6E36460-7D9B-4F8A-8595-D5623EA4306E}" destId="{AE303D22-0416-B84C-9C38-10468C3AFCA0}" srcOrd="0" destOrd="0" presId="urn:microsoft.com/office/officeart/2005/8/layout/vList5"/>
    <dgm:cxn modelId="{7DEDFBC6-5DD8-2741-958C-3E4B8CCE7720}" type="presOf" srcId="{D5939541-C533-48DE-9EE0-5E2C88F5DEF7}" destId="{B7255E95-93BC-0D40-AE4A-F3D46BD7FC0F}" srcOrd="0" destOrd="0" presId="urn:microsoft.com/office/officeart/2005/8/layout/vList5"/>
    <dgm:cxn modelId="{F0061BD2-204D-4DD8-AAC4-F9C7AA14CF63}" srcId="{69A0562D-4203-4D46-8300-80C94A016F1E}" destId="{DE7263D8-92D7-4CCF-859C-428AEA76B07C}" srcOrd="2" destOrd="0" parTransId="{EF6756A3-8FA3-4DC8-BE2E-3EB37E7DF329}" sibTransId="{AC92F446-EAB8-4C52-8B78-B7C7D288AA4C}"/>
    <dgm:cxn modelId="{6A9A96D8-441F-8649-922D-7E0307256D9C}" type="presOf" srcId="{EB3396D8-C972-428B-903B-C3CB55807C4C}" destId="{6681D5A1-C90E-1049-B674-904A4D3914F2}" srcOrd="0" destOrd="0" presId="urn:microsoft.com/office/officeart/2005/8/layout/vList5"/>
    <dgm:cxn modelId="{FDBA35DC-6E4F-DA48-B0A3-19ECC402CB71}" type="presOf" srcId="{27C9E6C8-3DC2-4743-ACD5-9FC10B71BDF8}" destId="{99A898EF-AE97-5241-953B-1B638D7E12B0}" srcOrd="0" destOrd="0" presId="urn:microsoft.com/office/officeart/2005/8/layout/vList5"/>
    <dgm:cxn modelId="{4C8E1FF5-6A8A-9B41-9F3D-858128B19039}" type="presOf" srcId="{6ACA7A3F-172C-4EA7-BB2D-CB1E186FB560}" destId="{8A0D1F87-8B6A-7840-B912-295470869535}" srcOrd="0" destOrd="0" presId="urn:microsoft.com/office/officeart/2005/8/layout/vList5"/>
    <dgm:cxn modelId="{EEAD94F9-A4C9-C94A-B628-E41DE5C914C2}" type="presOf" srcId="{8ABB64DF-670E-4012-9377-EEFA42329F09}" destId="{32340F7E-B53A-4043-A3FE-870375A6D887}" srcOrd="0" destOrd="0" presId="urn:microsoft.com/office/officeart/2005/8/layout/vList5"/>
    <dgm:cxn modelId="{D9E6CA43-78A3-0045-9C25-5499506CB6E5}" type="presParOf" srcId="{9E1A90F8-429A-2F46-BB59-707C0C285A7D}" destId="{FE7C0028-F716-D34B-A8DE-F0314068502F}" srcOrd="0" destOrd="0" presId="urn:microsoft.com/office/officeart/2005/8/layout/vList5"/>
    <dgm:cxn modelId="{B75CA5F5-4587-1E4A-B89D-C562EF664AE1}" type="presParOf" srcId="{FE7C0028-F716-D34B-A8DE-F0314068502F}" destId="{0036AACD-C463-3446-9CB2-B2908BC8696B}" srcOrd="0" destOrd="0" presId="urn:microsoft.com/office/officeart/2005/8/layout/vList5"/>
    <dgm:cxn modelId="{B4A762C5-1062-284C-89C9-27CBEFDC4D1C}" type="presParOf" srcId="{FE7C0028-F716-D34B-A8DE-F0314068502F}" destId="{99A898EF-AE97-5241-953B-1B638D7E12B0}" srcOrd="1" destOrd="0" presId="urn:microsoft.com/office/officeart/2005/8/layout/vList5"/>
    <dgm:cxn modelId="{B913CE57-CD87-2F42-93B8-6E7F020674C0}" type="presParOf" srcId="{9E1A90F8-429A-2F46-BB59-707C0C285A7D}" destId="{F29C612E-00D1-4B46-ABC8-FAF53AEE7299}" srcOrd="1" destOrd="0" presId="urn:microsoft.com/office/officeart/2005/8/layout/vList5"/>
    <dgm:cxn modelId="{4F6E084B-5683-9B40-B9F8-DD245C074A97}" type="presParOf" srcId="{9E1A90F8-429A-2F46-BB59-707C0C285A7D}" destId="{493D280B-5E17-B64D-B75B-1E5630DFD105}" srcOrd="2" destOrd="0" presId="urn:microsoft.com/office/officeart/2005/8/layout/vList5"/>
    <dgm:cxn modelId="{FFC6A3DF-A2AE-3640-9BB3-D233D8F55504}" type="presParOf" srcId="{493D280B-5E17-B64D-B75B-1E5630DFD105}" destId="{88B37F16-6290-E847-A3BA-4E016F49DDE0}" srcOrd="0" destOrd="0" presId="urn:microsoft.com/office/officeart/2005/8/layout/vList5"/>
    <dgm:cxn modelId="{08E67A70-2274-6F44-BCCD-99C38614ABA3}" type="presParOf" srcId="{493D280B-5E17-B64D-B75B-1E5630DFD105}" destId="{32340F7E-B53A-4043-A3FE-870375A6D887}" srcOrd="1" destOrd="0" presId="urn:microsoft.com/office/officeart/2005/8/layout/vList5"/>
    <dgm:cxn modelId="{FB8E6567-1C44-7E49-9A05-D398594BF22C}" type="presParOf" srcId="{9E1A90F8-429A-2F46-BB59-707C0C285A7D}" destId="{3EF2AC9C-4920-9240-AACB-F3941F338199}" srcOrd="3" destOrd="0" presId="urn:microsoft.com/office/officeart/2005/8/layout/vList5"/>
    <dgm:cxn modelId="{A8646594-7583-9747-B7C7-7C014E25D39D}" type="presParOf" srcId="{9E1A90F8-429A-2F46-BB59-707C0C285A7D}" destId="{9B50FB46-E74B-274D-9BD6-8EDB4FB3C347}" srcOrd="4" destOrd="0" presId="urn:microsoft.com/office/officeart/2005/8/layout/vList5"/>
    <dgm:cxn modelId="{64BEDB80-878B-3B4E-A3E2-A61BC66F1A70}" type="presParOf" srcId="{9B50FB46-E74B-274D-9BD6-8EDB4FB3C347}" destId="{491FA31E-696F-A04E-AF01-C33906EB51F5}" srcOrd="0" destOrd="0" presId="urn:microsoft.com/office/officeart/2005/8/layout/vList5"/>
    <dgm:cxn modelId="{42CC72C9-045B-134C-83DD-42298B8D7131}" type="presParOf" srcId="{9B50FB46-E74B-274D-9BD6-8EDB4FB3C347}" destId="{AE303D22-0416-B84C-9C38-10468C3AFCA0}" srcOrd="1" destOrd="0" presId="urn:microsoft.com/office/officeart/2005/8/layout/vList5"/>
    <dgm:cxn modelId="{BE981DC9-D588-E34A-9A37-C926A3B4E1D4}" type="presParOf" srcId="{9E1A90F8-429A-2F46-BB59-707C0C285A7D}" destId="{7FEB481D-5862-D047-B5A7-C5FF1353A2D5}" srcOrd="5" destOrd="0" presId="urn:microsoft.com/office/officeart/2005/8/layout/vList5"/>
    <dgm:cxn modelId="{D385090E-766A-8C4E-B80C-040B9F47357F}" type="presParOf" srcId="{9E1A90F8-429A-2F46-BB59-707C0C285A7D}" destId="{9A5781E9-426E-7747-B2D2-6EDAEAF575C9}" srcOrd="6" destOrd="0" presId="urn:microsoft.com/office/officeart/2005/8/layout/vList5"/>
    <dgm:cxn modelId="{B8C69B99-C36D-CE48-8E77-B2F22BDBADB3}" type="presParOf" srcId="{9A5781E9-426E-7747-B2D2-6EDAEAF575C9}" destId="{F51D2281-6C3F-6043-B0B3-B92335A6683A}" srcOrd="0" destOrd="0" presId="urn:microsoft.com/office/officeart/2005/8/layout/vList5"/>
    <dgm:cxn modelId="{D973ABC4-D69F-244F-886A-BEF93DE74DB1}" type="presParOf" srcId="{9A5781E9-426E-7747-B2D2-6EDAEAF575C9}" destId="{4394BCC4-1D9B-D340-9B75-6C902FBA8D5F}" srcOrd="1" destOrd="0" presId="urn:microsoft.com/office/officeart/2005/8/layout/vList5"/>
    <dgm:cxn modelId="{899445BB-F946-6E40-B82E-054555BAFA79}" type="presParOf" srcId="{9E1A90F8-429A-2F46-BB59-707C0C285A7D}" destId="{3EFF920F-0D49-934B-90E7-C882578BFB3D}" srcOrd="7" destOrd="0" presId="urn:microsoft.com/office/officeart/2005/8/layout/vList5"/>
    <dgm:cxn modelId="{6CA48F4C-0B33-854F-8BC6-181E96354B16}" type="presParOf" srcId="{9E1A90F8-429A-2F46-BB59-707C0C285A7D}" destId="{98771407-9771-374B-9793-4C0271161E94}" srcOrd="8" destOrd="0" presId="urn:microsoft.com/office/officeart/2005/8/layout/vList5"/>
    <dgm:cxn modelId="{79579171-27A1-0E4C-BE0C-B995E0E1A0EB}" type="presParOf" srcId="{98771407-9771-374B-9793-4C0271161E94}" destId="{8A0D1F87-8B6A-7840-B912-295470869535}" srcOrd="0" destOrd="0" presId="urn:microsoft.com/office/officeart/2005/8/layout/vList5"/>
    <dgm:cxn modelId="{9857FDA4-D50A-3D4D-A333-2C4B207E51FB}" type="presParOf" srcId="{98771407-9771-374B-9793-4C0271161E94}" destId="{993DE32F-2395-224A-B38D-BA1E0A64BB85}" srcOrd="1" destOrd="0" presId="urn:microsoft.com/office/officeart/2005/8/layout/vList5"/>
    <dgm:cxn modelId="{135F6D5C-402B-EC45-92AA-32721097E5C7}" type="presParOf" srcId="{9E1A90F8-429A-2F46-BB59-707C0C285A7D}" destId="{F90F1C5D-C368-D248-930A-3D454F535A56}" srcOrd="9" destOrd="0" presId="urn:microsoft.com/office/officeart/2005/8/layout/vList5"/>
    <dgm:cxn modelId="{15C5746C-CD56-6D41-83E8-5F870FB29827}" type="presParOf" srcId="{9E1A90F8-429A-2F46-BB59-707C0C285A7D}" destId="{3A3119BC-6CD5-DB46-93C7-38495D7672E3}" srcOrd="10" destOrd="0" presId="urn:microsoft.com/office/officeart/2005/8/layout/vList5"/>
    <dgm:cxn modelId="{AE2A640D-9311-1243-92AA-B867AEE56C02}" type="presParOf" srcId="{3A3119BC-6CD5-DB46-93C7-38495D7672E3}" destId="{6681D5A1-C90E-1049-B674-904A4D3914F2}" srcOrd="0" destOrd="0" presId="urn:microsoft.com/office/officeart/2005/8/layout/vList5"/>
    <dgm:cxn modelId="{9D7C5070-E521-644A-92D8-A76FCF2E8093}" type="presParOf" srcId="{3A3119BC-6CD5-DB46-93C7-38495D7672E3}" destId="{B7255E95-93BC-0D40-AE4A-F3D46BD7FC0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690A59-F287-3344-B2BD-60278EB2761C}">
      <dsp:nvSpPr>
        <dsp:cNvPr id="0" name=""/>
        <dsp:cNvSpPr/>
      </dsp:nvSpPr>
      <dsp:spPr>
        <a:xfrm>
          <a:off x="3749091" y="296936"/>
          <a:ext cx="1704132" cy="10224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b="1" i="0" kern="1200">
              <a:latin typeface="Arial" panose="020B0604020202020204" pitchFamily="34" charset="0"/>
              <a:cs typeface="Arial" panose="020B0604020202020204" pitchFamily="34" charset="0"/>
            </a:rPr>
            <a:t>الخبز</a:t>
          </a:r>
        </a:p>
      </dsp:txBody>
      <dsp:txXfrm>
        <a:off x="3749091" y="296936"/>
        <a:ext cx="1704132" cy="1022479"/>
      </dsp:txXfrm>
    </dsp:sp>
    <dsp:sp modelId="{6A4132B7-6CE1-3742-9260-068780FCD7F7}">
      <dsp:nvSpPr>
        <dsp:cNvPr id="0" name=""/>
        <dsp:cNvSpPr/>
      </dsp:nvSpPr>
      <dsp:spPr>
        <a:xfrm>
          <a:off x="1874545" y="296936"/>
          <a:ext cx="1704132" cy="10224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b="1" i="0" kern="1200">
              <a:latin typeface="Arial" panose="020B0604020202020204" pitchFamily="34" charset="0"/>
              <a:cs typeface="Arial" panose="020B0604020202020204" pitchFamily="34" charset="0"/>
            </a:rPr>
            <a:t>الغليان/ الغلي الطفيف</a:t>
          </a:r>
        </a:p>
      </dsp:txBody>
      <dsp:txXfrm>
        <a:off x="1874545" y="296936"/>
        <a:ext cx="1704132" cy="1022479"/>
      </dsp:txXfrm>
    </dsp:sp>
    <dsp:sp modelId="{161B7C53-EAE8-8C4C-A835-93A14223FB1A}">
      <dsp:nvSpPr>
        <dsp:cNvPr id="0" name=""/>
        <dsp:cNvSpPr/>
      </dsp:nvSpPr>
      <dsp:spPr>
        <a:xfrm>
          <a:off x="0" y="296936"/>
          <a:ext cx="1704132" cy="10224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b="1" i="0" kern="1200">
              <a:latin typeface="Arial" panose="020B0604020202020204" pitchFamily="34" charset="0"/>
              <a:cs typeface="Arial" panose="020B0604020202020204" pitchFamily="34" charset="0"/>
            </a:rPr>
            <a:t>القلي</a:t>
          </a:r>
        </a:p>
      </dsp:txBody>
      <dsp:txXfrm>
        <a:off x="0" y="296936"/>
        <a:ext cx="1704132" cy="1022479"/>
      </dsp:txXfrm>
    </dsp:sp>
    <dsp:sp modelId="{6B2B710C-F6F1-F64F-B5D7-84CBEEE5F066}">
      <dsp:nvSpPr>
        <dsp:cNvPr id="0" name=""/>
        <dsp:cNvSpPr/>
      </dsp:nvSpPr>
      <dsp:spPr>
        <a:xfrm>
          <a:off x="3749091" y="1489828"/>
          <a:ext cx="1704132" cy="10224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b="1" i="0" kern="1200">
              <a:latin typeface="Arial" panose="020B0604020202020204" pitchFamily="34" charset="0"/>
              <a:cs typeface="Arial" panose="020B0604020202020204" pitchFamily="34" charset="0"/>
            </a:rPr>
            <a:t>الشوي</a:t>
          </a:r>
        </a:p>
      </dsp:txBody>
      <dsp:txXfrm>
        <a:off x="3749091" y="1489828"/>
        <a:ext cx="1704132" cy="1022479"/>
      </dsp:txXfrm>
    </dsp:sp>
    <dsp:sp modelId="{8EEA7DB9-BC7A-9B4F-991D-359F906CA34B}">
      <dsp:nvSpPr>
        <dsp:cNvPr id="0" name=""/>
        <dsp:cNvSpPr/>
      </dsp:nvSpPr>
      <dsp:spPr>
        <a:xfrm>
          <a:off x="1874545" y="1489828"/>
          <a:ext cx="1704132" cy="10224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b="1" i="0" kern="1200">
              <a:latin typeface="Arial" panose="020B0604020202020204" pitchFamily="34" charset="0"/>
              <a:cs typeface="Arial" panose="020B0604020202020204" pitchFamily="34" charset="0"/>
            </a:rPr>
            <a:t>استخدام الميكروويف</a:t>
          </a:r>
        </a:p>
      </dsp:txBody>
      <dsp:txXfrm>
        <a:off x="1874545" y="1489828"/>
        <a:ext cx="1704132" cy="1022479"/>
      </dsp:txXfrm>
    </dsp:sp>
    <dsp:sp modelId="{CA117ECF-AFCB-1E46-948B-DE2E4E119D45}">
      <dsp:nvSpPr>
        <dsp:cNvPr id="0" name=""/>
        <dsp:cNvSpPr/>
      </dsp:nvSpPr>
      <dsp:spPr>
        <a:xfrm>
          <a:off x="0" y="1489828"/>
          <a:ext cx="1704132" cy="10224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b="1" i="0" kern="1200">
              <a:latin typeface="Arial" panose="020B0604020202020204" pitchFamily="34" charset="0"/>
              <a:cs typeface="Arial" panose="020B0604020202020204" pitchFamily="34" charset="0"/>
            </a:rPr>
            <a:t>السلق</a:t>
          </a:r>
        </a:p>
      </dsp:txBody>
      <dsp:txXfrm>
        <a:off x="0" y="1489828"/>
        <a:ext cx="1704132" cy="1022479"/>
      </dsp:txXfrm>
    </dsp:sp>
    <dsp:sp modelId="{48D1B8A3-C931-9A4B-ADB5-3BE7FEFC3924}">
      <dsp:nvSpPr>
        <dsp:cNvPr id="0" name=""/>
        <dsp:cNvSpPr/>
      </dsp:nvSpPr>
      <dsp:spPr>
        <a:xfrm>
          <a:off x="3749091" y="2693703"/>
          <a:ext cx="1704132" cy="10224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b="1" i="0" kern="1200">
              <a:latin typeface="Arial" panose="020B0604020202020204" pitchFamily="34" charset="0"/>
              <a:cs typeface="Arial" panose="020B0604020202020204" pitchFamily="34" charset="0"/>
            </a:rPr>
            <a:t>التحميص</a:t>
          </a:r>
        </a:p>
      </dsp:txBody>
      <dsp:txXfrm>
        <a:off x="3749091" y="2693703"/>
        <a:ext cx="1704132" cy="1022479"/>
      </dsp:txXfrm>
    </dsp:sp>
    <dsp:sp modelId="{A8D826F2-7FCA-164C-B238-68927EA43B68}">
      <dsp:nvSpPr>
        <dsp:cNvPr id="0" name=""/>
        <dsp:cNvSpPr/>
      </dsp:nvSpPr>
      <dsp:spPr>
        <a:xfrm>
          <a:off x="1874545" y="2693703"/>
          <a:ext cx="1704132" cy="10224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b="1" i="0" kern="1200">
              <a:latin typeface="Arial" panose="020B0604020202020204" pitchFamily="34" charset="0"/>
              <a:cs typeface="Arial" panose="020B0604020202020204" pitchFamily="34" charset="0"/>
            </a:rPr>
            <a:t>التبخير</a:t>
          </a:r>
        </a:p>
      </dsp:txBody>
      <dsp:txXfrm>
        <a:off x="1874545" y="2693703"/>
        <a:ext cx="1704132" cy="1022479"/>
      </dsp:txXfrm>
    </dsp:sp>
    <dsp:sp modelId="{508D2003-ABDE-1144-972A-350518DC6DEA}">
      <dsp:nvSpPr>
        <dsp:cNvPr id="0" name=""/>
        <dsp:cNvSpPr/>
      </dsp:nvSpPr>
      <dsp:spPr>
        <a:xfrm>
          <a:off x="0" y="2713181"/>
          <a:ext cx="1704132" cy="10444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400" b="1" i="0" kern="1200">
              <a:latin typeface="Arial" panose="020B0604020202020204" pitchFamily="34" charset="0"/>
              <a:cs typeface="Arial" panose="020B0604020202020204" pitchFamily="34" charset="0"/>
            </a:rPr>
            <a:t>الغلي البطئ</a:t>
          </a:r>
        </a:p>
      </dsp:txBody>
      <dsp:txXfrm>
        <a:off x="0" y="2713181"/>
        <a:ext cx="1704132" cy="10444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78163-C537-2C4C-A52B-7F4BB729F3D2}">
      <dsp:nvSpPr>
        <dsp:cNvPr id="0" name=""/>
        <dsp:cNvSpPr/>
      </dsp:nvSpPr>
      <dsp:spPr>
        <a:xfrm>
          <a:off x="0" y="1397"/>
          <a:ext cx="4027487" cy="13313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4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الطهي</a:t>
          </a:r>
          <a:r>
            <a:rPr lang="en-US" sz="24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4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75 درجة مئوية/167 درجة فهرنهايت </a:t>
          </a:r>
        </a:p>
      </dsp:txBody>
      <dsp:txXfrm>
        <a:off x="64990" y="66387"/>
        <a:ext cx="3897507" cy="1201352"/>
      </dsp:txXfrm>
    </dsp:sp>
    <dsp:sp modelId="{8C82C0C2-DC74-1847-8B98-8578D762413A}">
      <dsp:nvSpPr>
        <dsp:cNvPr id="0" name=""/>
        <dsp:cNvSpPr/>
      </dsp:nvSpPr>
      <dsp:spPr>
        <a:xfrm>
          <a:off x="0" y="1346383"/>
          <a:ext cx="4027487" cy="13313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4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إعادة التسخين</a:t>
          </a:r>
          <a:r>
            <a:rPr lang="en-US" sz="24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4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75 درجة مئوية/167 درجة فهرنهايت</a:t>
          </a:r>
          <a:r>
            <a:rPr lang="en-US" sz="24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sp:txBody>
      <dsp:txXfrm>
        <a:off x="64990" y="1411373"/>
        <a:ext cx="3897507" cy="1201352"/>
      </dsp:txXfrm>
    </dsp:sp>
    <dsp:sp modelId="{5EE3AAA4-DE2E-A34C-B688-10C75415EC59}">
      <dsp:nvSpPr>
        <dsp:cNvPr id="0" name=""/>
        <dsp:cNvSpPr/>
      </dsp:nvSpPr>
      <dsp:spPr>
        <a:xfrm>
          <a:off x="0" y="2691370"/>
          <a:ext cx="4027487" cy="13313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4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الحفاظ على الطعام ساخنًا</a:t>
          </a:r>
          <a:r>
            <a:rPr lang="en-US" sz="24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4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أعلى من 63 درجة مئوية/145 درجة فهرنهايت</a:t>
          </a:r>
        </a:p>
      </dsp:txBody>
      <dsp:txXfrm>
        <a:off x="64990" y="2756360"/>
        <a:ext cx="3897507" cy="12013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A898EF-AE97-5241-953B-1B638D7E12B0}">
      <dsp:nvSpPr>
        <dsp:cNvPr id="0" name=""/>
        <dsp:cNvSpPr/>
      </dsp:nvSpPr>
      <dsp:spPr>
        <a:xfrm rot="16200000">
          <a:off x="1240365" y="-1174909"/>
          <a:ext cx="514801" cy="299553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18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يبدو المنتج بشكل جيد؟ </a:t>
          </a:r>
        </a:p>
      </dsp:txBody>
      <dsp:txXfrm rot="5400000">
        <a:off x="25131" y="90587"/>
        <a:ext cx="2970401" cy="464539"/>
      </dsp:txXfrm>
    </dsp:sp>
    <dsp:sp modelId="{0036AACD-C463-3446-9CB2-B2908BC8696B}">
      <dsp:nvSpPr>
        <dsp:cNvPr id="0" name=""/>
        <dsp:cNvSpPr/>
      </dsp:nvSpPr>
      <dsp:spPr>
        <a:xfrm>
          <a:off x="2995532" y="1105"/>
          <a:ext cx="1684987" cy="6435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الشكل </a:t>
          </a:r>
        </a:p>
      </dsp:txBody>
      <dsp:txXfrm>
        <a:off x="3026945" y="32518"/>
        <a:ext cx="1622161" cy="580676"/>
      </dsp:txXfrm>
    </dsp:sp>
    <dsp:sp modelId="{32340F7E-B53A-4043-A3FE-870375A6D887}">
      <dsp:nvSpPr>
        <dsp:cNvPr id="0" name=""/>
        <dsp:cNvSpPr/>
      </dsp:nvSpPr>
      <dsp:spPr>
        <a:xfrm rot="16200000">
          <a:off x="1240365" y="-499232"/>
          <a:ext cx="514801" cy="299553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18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يتناسب مع المكونات المستخدمة؟</a:t>
          </a:r>
          <a:r>
            <a:rPr lang="en-US" sz="18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sp:txBody>
      <dsp:txXfrm rot="5400000">
        <a:off x="25131" y="766264"/>
        <a:ext cx="2970401" cy="464539"/>
      </dsp:txXfrm>
    </dsp:sp>
    <dsp:sp modelId="{88B37F16-6290-E847-A3BA-4E016F49DDE0}">
      <dsp:nvSpPr>
        <dsp:cNvPr id="0" name=""/>
        <dsp:cNvSpPr/>
      </dsp:nvSpPr>
      <dsp:spPr>
        <a:xfrm>
          <a:off x="2995532" y="676782"/>
          <a:ext cx="1684987" cy="6435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b="1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اللون </a:t>
          </a:r>
        </a:p>
      </dsp:txBody>
      <dsp:txXfrm>
        <a:off x="3026945" y="708195"/>
        <a:ext cx="1622161" cy="580676"/>
      </dsp:txXfrm>
    </dsp:sp>
    <dsp:sp modelId="{AE303D22-0416-B84C-9C38-10468C3AFCA0}">
      <dsp:nvSpPr>
        <dsp:cNvPr id="0" name=""/>
        <dsp:cNvSpPr/>
      </dsp:nvSpPr>
      <dsp:spPr>
        <a:xfrm rot="16200000">
          <a:off x="1240365" y="176444"/>
          <a:ext cx="514801" cy="299553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18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كانت الكمية كبيرة/صغيرة؟ </a:t>
          </a:r>
        </a:p>
      </dsp:txBody>
      <dsp:txXfrm rot="5400000">
        <a:off x="25131" y="1441941"/>
        <a:ext cx="2970401" cy="464539"/>
      </dsp:txXfrm>
    </dsp:sp>
    <dsp:sp modelId="{491FA31E-696F-A04E-AF01-C33906EB51F5}">
      <dsp:nvSpPr>
        <dsp:cNvPr id="0" name=""/>
        <dsp:cNvSpPr/>
      </dsp:nvSpPr>
      <dsp:spPr>
        <a:xfrm>
          <a:off x="2995532" y="1352460"/>
          <a:ext cx="1684987" cy="6435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b="1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الكمية المقدمة </a:t>
          </a:r>
        </a:p>
      </dsp:txBody>
      <dsp:txXfrm>
        <a:off x="3026945" y="1383873"/>
        <a:ext cx="1622161" cy="580676"/>
      </dsp:txXfrm>
    </dsp:sp>
    <dsp:sp modelId="{4394BCC4-1D9B-D340-9B75-6C902FBA8D5F}">
      <dsp:nvSpPr>
        <dsp:cNvPr id="0" name=""/>
        <dsp:cNvSpPr/>
      </dsp:nvSpPr>
      <dsp:spPr>
        <a:xfrm rot="16200000">
          <a:off x="1240365" y="852122"/>
          <a:ext cx="514801" cy="299553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18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شكل التقديم مناسبًا؟</a:t>
          </a:r>
        </a:p>
      </dsp:txBody>
      <dsp:txXfrm rot="5400000">
        <a:off x="25131" y="2117619"/>
        <a:ext cx="2970401" cy="464539"/>
      </dsp:txXfrm>
    </dsp:sp>
    <dsp:sp modelId="{F51D2281-6C3F-6043-B0B3-B92335A6683A}">
      <dsp:nvSpPr>
        <dsp:cNvPr id="0" name=""/>
        <dsp:cNvSpPr/>
      </dsp:nvSpPr>
      <dsp:spPr>
        <a:xfrm>
          <a:off x="2995532" y="2028137"/>
          <a:ext cx="1684987" cy="6435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b="1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التقديم </a:t>
          </a:r>
        </a:p>
      </dsp:txBody>
      <dsp:txXfrm>
        <a:off x="3026945" y="2059550"/>
        <a:ext cx="1622161" cy="580676"/>
      </dsp:txXfrm>
    </dsp:sp>
    <dsp:sp modelId="{993DE32F-2395-224A-B38D-BA1E0A64BB85}">
      <dsp:nvSpPr>
        <dsp:cNvPr id="0" name=""/>
        <dsp:cNvSpPr/>
      </dsp:nvSpPr>
      <dsp:spPr>
        <a:xfrm rot="16200000">
          <a:off x="1240365" y="1527799"/>
          <a:ext cx="514801" cy="299553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18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كيف كان مذاق الطبق؟</a:t>
          </a:r>
        </a:p>
      </dsp:txBody>
      <dsp:txXfrm rot="5400000">
        <a:off x="25131" y="2793296"/>
        <a:ext cx="2970401" cy="464539"/>
      </dsp:txXfrm>
    </dsp:sp>
    <dsp:sp modelId="{8A0D1F87-8B6A-7840-B912-295470869535}">
      <dsp:nvSpPr>
        <dsp:cNvPr id="0" name=""/>
        <dsp:cNvSpPr/>
      </dsp:nvSpPr>
      <dsp:spPr>
        <a:xfrm>
          <a:off x="2995532" y="2703814"/>
          <a:ext cx="1684987" cy="6435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b="1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المذاق </a:t>
          </a:r>
        </a:p>
      </dsp:txBody>
      <dsp:txXfrm>
        <a:off x="3026945" y="2735227"/>
        <a:ext cx="1622161" cy="580676"/>
      </dsp:txXfrm>
    </dsp:sp>
    <dsp:sp modelId="{B7255E95-93BC-0D40-AE4A-F3D46BD7FC0F}">
      <dsp:nvSpPr>
        <dsp:cNvPr id="0" name=""/>
        <dsp:cNvSpPr/>
      </dsp:nvSpPr>
      <dsp:spPr>
        <a:xfrm rot="16200000">
          <a:off x="1240365" y="2203477"/>
          <a:ext cx="514801" cy="299553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r" defTabSz="8001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18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القوام الصحيح (مطحون، ناعم، مقرمش) </a:t>
          </a:r>
        </a:p>
      </dsp:txBody>
      <dsp:txXfrm rot="5400000">
        <a:off x="25131" y="3468974"/>
        <a:ext cx="2970401" cy="464539"/>
      </dsp:txXfrm>
    </dsp:sp>
    <dsp:sp modelId="{6681D5A1-C90E-1049-B674-904A4D3914F2}">
      <dsp:nvSpPr>
        <dsp:cNvPr id="0" name=""/>
        <dsp:cNvSpPr/>
      </dsp:nvSpPr>
      <dsp:spPr>
        <a:xfrm>
          <a:off x="2995532" y="3379492"/>
          <a:ext cx="1684987" cy="6435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b="1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القوام </a:t>
          </a:r>
        </a:p>
      </dsp:txBody>
      <dsp:txXfrm>
        <a:off x="3026945" y="3410905"/>
        <a:ext cx="1622161" cy="5806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D6F72BC-0F0F-4CC6-9390-4A76262B3721}" type="slidenum">
              <a:rPr lang="en-GB" altLang="en-US" smtClean="0"/>
              <a:pPr/>
              <a:t>1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03E5EE9-67E6-4917-B003-BB6C447A0174}" type="slidenum">
              <a:rPr lang="en-GB" altLang="en-US" smtClean="0"/>
              <a:pPr/>
              <a:t>2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96034ED-D7F7-483D-8544-ED89FE784A02}" type="slidenum">
              <a:rPr lang="en-GB" altLang="en-US" smtClean="0"/>
              <a:pPr/>
              <a:t>3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4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200515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99924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194472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31146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134505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21594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56928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218606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14603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624444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89156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1623930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093610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025868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5846416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675431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339062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2500310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0860395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9785668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5648747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849527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2517924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3009894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970219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7655584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078340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911729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Unit X: </a:t>
            </a:r>
            <a:r>
              <a:rPr lang="en-GB" altLang="en-US" dirty="0" err="1"/>
              <a:t>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 altLang="en-US" dirty="0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Subhead</a:t>
            </a:r>
          </a:p>
          <a:p>
            <a:r>
              <a:rPr lang="en-GB" dirty="0"/>
              <a:t>Bullet text</a:t>
            </a:r>
          </a:p>
          <a:p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Subhead</a:t>
            </a:r>
          </a:p>
          <a:p>
            <a:r>
              <a:rPr lang="en-GB" dirty="0"/>
              <a:t>Bullet text</a:t>
            </a:r>
          </a:p>
          <a:p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Subhead</a:t>
            </a:r>
          </a:p>
          <a:p>
            <a:r>
              <a:rPr lang="en-GB" dirty="0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Blue subhead</a:t>
            </a:r>
          </a:p>
          <a:p>
            <a:r>
              <a:rPr lang="en-GB" dirty="0"/>
              <a:t>Bullet text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Blue subhead</a:t>
            </a:r>
          </a:p>
          <a:p>
            <a:r>
              <a:rPr lang="en-GB" dirty="0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2592856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8827724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7.jp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932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2FC3CB78-B1F4-DEBD-A3C2-EBDE1FC353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3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8.xml"/><Relationship Id="rId5" Type="http://schemas.openxmlformats.org/officeDocument/2006/relationships/image" Target="../media/image24.jpeg"/><Relationship Id="rId4" Type="http://schemas.microsoft.com/office/2018/10/relationships/comments" Target="../comments/modernComment_142_2EDC15BA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25.jpeg"/><Relationship Id="rId4" Type="http://schemas.microsoft.com/office/2018/10/relationships/comments" Target="../comments/modernComment_15C_FAA19DF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2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2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9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audio" Target="../media/audio1.bin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8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microsoft.com/office/2018/10/relationships/comments" Target="../comments/modernComment_156_C7C744E7.xml"/><Relationship Id="rId9" Type="http://schemas.microsoft.com/office/2007/relationships/diagramDrawing" Target="../diagrams/drawing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29.jpeg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8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6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b="1"/>
              <a:t>الوحدة 16</a:t>
            </a:r>
            <a:br>
              <a:rPr lang="ar-EG"/>
            </a:br>
            <a:br>
              <a:rPr lang="ar-EG"/>
            </a:br>
            <a:r>
              <a:rPr lang="ar-EG" b="1">
                <a:solidFill>
                  <a:schemeClr val="tx1"/>
                </a:solidFill>
                <a:ea typeface="Verdana" panose="020B0604030504040204" pitchFamily="34" charset="0"/>
              </a:rPr>
              <a:t>المعجنات والحلويات</a:t>
            </a:r>
            <a:r>
              <a:rPr lang="en-US">
                <a:solidFill>
                  <a:schemeClr val="tx1"/>
                </a:solidFill>
              </a:rPr>
              <a:t> </a:t>
            </a:r>
            <a:br>
              <a:rPr lang="ar-EG"/>
            </a:br>
            <a:br>
              <a:rPr lang="ar-EG"/>
            </a:br>
            <a:endParaRPr lang="ar-EG"/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ar-EG" sz="1400" dirty="0"/>
              <a:t>شركة بيرسون للتعليم المحدودة 2023.</a:t>
            </a:r>
            <a:r>
              <a:rPr lang="en-US" sz="1400" dirty="0"/>
              <a:t> </a:t>
            </a:r>
            <a:r>
              <a:rPr lang="ar-EG" sz="1400" dirty="0"/>
              <a:t>يُسمح بالنسخ لمؤسسة الشراء فقط.</a:t>
            </a:r>
            <a:r>
              <a:rPr lang="en-US" sz="1400" dirty="0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4FD922F-A298-68CA-8F15-CFA722C754F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9" y="1412776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b="1">
                <a:solidFill>
                  <a:schemeClr val="tx1"/>
                </a:solidFill>
                <a:ea typeface="Verdana" panose="020B0604030504040204" pitchFamily="34" charset="0"/>
              </a:rPr>
              <a:t>المعجنات والحلويات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492896"/>
            <a:ext cx="8424935" cy="396989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dirty="0"/>
              <a:t>ستتعرف في هذه الوحدة على أنواعٍ شتى من المعدات والمكونات والطُرق المُتبعة عند تحضير وطهي المعجنات والحلويات وتجهيزها.</a:t>
            </a:r>
          </a:p>
          <a:p>
            <a:r>
              <a:rPr lang="ar-EG" dirty="0"/>
              <a:t>ستتعلم أيضًا المهارات العملية للتحضير للطهي وتجهيز المعجنات والحلويات </a:t>
            </a:r>
            <a:br>
              <a:rPr lang="ar-EG" dirty="0"/>
            </a:br>
            <a:r>
              <a:rPr lang="ar-EG" dirty="0"/>
              <a:t>لتقديم ضيافة احترافية.</a:t>
            </a:r>
          </a:p>
          <a:p>
            <a:r>
              <a:rPr lang="ar-EG" dirty="0"/>
              <a:t>ستتعلم أهمية إتمام المراجعة لأدائك الخاص والمعجنات والحلويات أعددتها، </a:t>
            </a:r>
            <a:br>
              <a:rPr lang="ar-EG" dirty="0"/>
            </a:br>
            <a:r>
              <a:rPr lang="ar-EG" dirty="0"/>
              <a:t>وكيفية القيام بذلك.</a:t>
            </a:r>
          </a:p>
          <a:p>
            <a:endParaRPr lang="en-GB" alt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5F0C842-1B96-1A0F-D0F0-1E1B1C161E5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b="1"/>
              <a:t>أهداف التعلم</a:t>
            </a: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2780928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387350" defTabSz="431800">
              <a:buNone/>
            </a:pPr>
            <a:r>
              <a:rPr lang="ar-EG" b="1" dirty="0"/>
              <a:t>أ	</a:t>
            </a:r>
            <a:r>
              <a:rPr lang="ar-EG" dirty="0">
                <a:solidFill>
                  <a:srgbClr val="000000"/>
                </a:solidFill>
                <a:ea typeface="Verdana" panose="020B0604030504040204" pitchFamily="34" charset="0"/>
              </a:rPr>
              <a:t>التعرّف على المعدات والمكونات والطُرق المُتبعة في تحضير وطهي وتجهيز المعجنات والحلويات</a:t>
            </a:r>
            <a:r>
              <a:rPr lang="en-US" dirty="0"/>
              <a:t> </a:t>
            </a:r>
          </a:p>
          <a:p>
            <a:pPr marL="404813" indent="-404813" defTabSz="431800">
              <a:spcBef>
                <a:spcPts val="1200"/>
              </a:spcBef>
              <a:buNone/>
            </a:pPr>
            <a:r>
              <a:rPr lang="ar-EG" b="1" dirty="0"/>
              <a:t>ب	</a:t>
            </a:r>
            <a:r>
              <a:rPr lang="ar-EG" dirty="0">
                <a:solidFill>
                  <a:srgbClr val="000000"/>
                </a:solidFill>
                <a:ea typeface="Verdana" panose="020B0604030504040204" pitchFamily="34" charset="0"/>
              </a:rPr>
              <a:t>إعداد وطهي وتجهيز المعجنات والحلويات</a:t>
            </a:r>
            <a:r>
              <a:rPr lang="en-US" dirty="0"/>
              <a:t> </a:t>
            </a:r>
          </a:p>
          <a:p>
            <a:pPr marL="404813" indent="-404813" defTabSz="431800">
              <a:spcBef>
                <a:spcPts val="1200"/>
              </a:spcBef>
              <a:buNone/>
            </a:pPr>
            <a:r>
              <a:rPr lang="ar-EG" b="1" dirty="0"/>
              <a:t>ج	</a:t>
            </a:r>
            <a:r>
              <a:rPr lang="ar-EG" dirty="0">
                <a:solidFill>
                  <a:srgbClr val="000000"/>
                </a:solidFill>
                <a:ea typeface="Verdana" panose="020B0604030504040204" pitchFamily="34" charset="0"/>
              </a:rPr>
              <a:t>مراجعة أدائك الخاص وإعداد المعجنات والحلويات</a:t>
            </a:r>
            <a:r>
              <a:rPr lang="en-US" dirty="0"/>
              <a:t> </a:t>
            </a: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</a:endParaRP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ar-EG" dirty="0"/>
            </a:br>
            <a:r>
              <a:rPr lang="ar-EG" dirty="0"/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4F329E9-F0C3-A229-D529-66E7113E50F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 b="1"/>
              <a:t>هدف التعلم أ</a:t>
            </a:r>
            <a:br>
              <a:rPr lang="ar-EG" sz="2400"/>
            </a:br>
            <a:br>
              <a:rPr lang="ar-EG" sz="2400"/>
            </a:br>
            <a:endParaRPr lang="ar-EG" sz="240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59632" y="4653136"/>
            <a:ext cx="7272808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54013" indent="-354013"/>
            <a:r>
              <a:rPr lang="ar-EG" dirty="0"/>
              <a:t>المعدات والمكونات والطُرق المُتبعة في تحضير المعجنات والحلويات.</a:t>
            </a:r>
          </a:p>
          <a:p>
            <a:pPr marL="354013" indent="-354013"/>
            <a:r>
              <a:rPr lang="ar-EG" dirty="0"/>
              <a:t>أنواع متنوعة من المعجنات والحلويات.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" y="2275184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>
                <a:solidFill>
                  <a:srgbClr val="000000"/>
                </a:solidFill>
                <a:ea typeface="Verdana" panose="020B0604030504040204" pitchFamily="34" charset="0"/>
              </a:rPr>
              <a:t>التعرّف على المعدات والمكونات </a:t>
            </a:r>
            <a:br>
              <a:rPr lang="ar-EG" sz="3600" b="1" dirty="0">
                <a:solidFill>
                  <a:srgbClr val="000000"/>
                </a:solidFill>
                <a:ea typeface="Verdana" panose="020B0604030504040204" pitchFamily="34" charset="0"/>
              </a:rPr>
            </a:br>
            <a:r>
              <a:rPr lang="ar-EG" sz="3600" b="1" dirty="0">
                <a:solidFill>
                  <a:srgbClr val="000000"/>
                </a:solidFill>
                <a:ea typeface="Verdana" panose="020B0604030504040204" pitchFamily="34" charset="0"/>
              </a:rPr>
              <a:t>والطُرق المُتبعة في تحضير وطهي وتجهيز </a:t>
            </a:r>
            <a:br>
              <a:rPr lang="ar-EG" sz="3600" b="1" dirty="0">
                <a:solidFill>
                  <a:srgbClr val="000000"/>
                </a:solidFill>
                <a:ea typeface="Verdana" panose="020B0604030504040204" pitchFamily="34" charset="0"/>
              </a:rPr>
            </a:br>
            <a:r>
              <a:rPr lang="ar-EG" sz="3600" b="1" dirty="0">
                <a:solidFill>
                  <a:srgbClr val="000000"/>
                </a:solidFill>
                <a:ea typeface="Verdana" panose="020B0604030504040204" pitchFamily="34" charset="0"/>
              </a:rPr>
              <a:t>المعجنات والحلويات</a:t>
            </a:r>
            <a:r>
              <a:rPr lang="en-US" sz="3600" b="1" dirty="0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ED13167-2DC7-F91B-A956-B220F4A30E9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C221-1E73-B0D7-A523-1EF3A8A65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anchor="ctr">
            <a:normAutofit/>
          </a:bodyPr>
          <a:lstStyle/>
          <a:p>
            <a:r>
              <a:rPr lang="ar-EG" sz="3600" b="1"/>
              <a:t>المعدات</a:t>
            </a:r>
            <a:r>
              <a:rPr lang="en-US" sz="3600" b="1"/>
              <a:t> </a:t>
            </a:r>
          </a:p>
        </p:txBody>
      </p:sp>
      <p:sp>
        <p:nvSpPr>
          <p:cNvPr id="1031" name="Content Placeholder 3">
            <a:extLst>
              <a:ext uri="{FF2B5EF4-FFF2-40B4-BE49-F238E27FC236}">
                <a16:creationId xmlns:a16="http://schemas.microsoft.com/office/drawing/2014/main" id="{2F2088C1-FFCE-CAE1-5E55-639485D7D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6001"/>
            <a:ext cx="4027488" cy="4024100"/>
          </a:xfrm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ar-EG"/>
              <a:t>تُستخدم مجموعة متنوعة من المعدات لإعداد المعجنات والحلويات بكفاءة وبشكل صحيح مثل:</a:t>
            </a:r>
          </a:p>
          <a:p>
            <a:r>
              <a:rPr lang="ar-EG"/>
              <a:t>السكاكين</a:t>
            </a:r>
          </a:p>
          <a:p>
            <a:r>
              <a:rPr lang="ar-EG"/>
              <a:t>أباريق القياس</a:t>
            </a:r>
          </a:p>
          <a:p>
            <a:r>
              <a:rPr lang="ar-EG"/>
              <a:t>أوعية المزج</a:t>
            </a:r>
          </a:p>
          <a:p>
            <a:r>
              <a:rPr lang="ar-EG"/>
              <a:t>الأفران</a:t>
            </a:r>
          </a:p>
          <a:p>
            <a:r>
              <a:rPr lang="ar-EG"/>
              <a:t>أدوات الخفق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E77B2D-651A-5D90-2C8F-CF58CE3B496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024" y="2708920"/>
            <a:ext cx="3992121" cy="266429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BE363-BD4F-9BA7-A49C-6592A3E8121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45074870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المكونات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923928" y="2196001"/>
            <a:ext cx="4968552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ar-EG" dirty="0"/>
              <a:t>يبدأ تحضير المعجنات والحلويات بمكونات مثل:</a:t>
            </a:r>
          </a:p>
          <a:p>
            <a:pPr marL="354013"/>
            <a:r>
              <a:rPr lang="ar-EG" dirty="0"/>
              <a:t>الشوكولاتة</a:t>
            </a:r>
          </a:p>
          <a:p>
            <a:pPr marL="354013"/>
            <a:r>
              <a:rPr lang="ar-EG" dirty="0"/>
              <a:t>منتجات الألبان</a:t>
            </a:r>
          </a:p>
          <a:p>
            <a:pPr marL="354013"/>
            <a:r>
              <a:rPr lang="ar-EG" dirty="0"/>
              <a:t>البيض</a:t>
            </a:r>
          </a:p>
          <a:p>
            <a:pPr marL="354013"/>
            <a:r>
              <a:rPr lang="ar-EG" dirty="0"/>
              <a:t>الدهون</a:t>
            </a:r>
            <a:r>
              <a:rPr lang="en-US" dirty="0"/>
              <a:t> </a:t>
            </a:r>
          </a:p>
          <a:p>
            <a:pPr marL="354013"/>
            <a:r>
              <a:rPr lang="ar-EG" dirty="0"/>
              <a:t>الطحين</a:t>
            </a:r>
          </a:p>
          <a:p>
            <a:pPr marL="354013"/>
            <a:r>
              <a:rPr lang="ar-EG" dirty="0"/>
              <a:t>عوامل رفع</a:t>
            </a:r>
          </a:p>
          <a:p>
            <a:pPr marL="354013"/>
            <a:r>
              <a:rPr lang="ar-EG" dirty="0"/>
              <a:t>السكر.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8F0A2E-E894-DFAD-FAC9-AD48831983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584" y="2996952"/>
            <a:ext cx="4345853" cy="2897597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6FFD53C-BBDB-8779-11BF-48A329B06AE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9807035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512" y="2132856"/>
            <a:ext cx="8460334" cy="331236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11113">
              <a:buFont typeface="Wingdings" panose="05000000000000000000" pitchFamily="2" charset="2"/>
              <a:buNone/>
            </a:pPr>
            <a:r>
              <a:rPr lang="ar-EG" dirty="0"/>
              <a:t>تخضع جميع المكونات المُستخدمة في تحضير المعجنات والحلويات للفحص </a:t>
            </a:r>
            <a:br>
              <a:rPr lang="ar-EG" dirty="0"/>
            </a:br>
            <a:r>
              <a:rPr lang="ar-EG" dirty="0"/>
              <a:t>أثناء الاستلام والتحضير والطهي والتقديم.</a:t>
            </a:r>
            <a:r>
              <a:rPr lang="en-US" dirty="0"/>
              <a:t> </a:t>
            </a:r>
            <a:r>
              <a:rPr lang="ar-EG" dirty="0"/>
              <a:t>ينبغي التحقق منها للتأكد من:</a:t>
            </a:r>
          </a:p>
          <a:p>
            <a:pPr marL="354013"/>
            <a:r>
              <a:rPr lang="ar-EG" b="1" dirty="0"/>
              <a:t>الجودة -</a:t>
            </a:r>
            <a:r>
              <a:rPr lang="ar-EG" dirty="0"/>
              <a:t> التحقق من اللون ووضع الملصقات التوضيحية والشكل والرائحة والقوام</a:t>
            </a:r>
          </a:p>
          <a:p>
            <a:pPr marL="354013"/>
            <a:r>
              <a:rPr lang="ar-EG" b="1" dirty="0"/>
              <a:t>سلامة الأغذية -</a:t>
            </a:r>
            <a:r>
              <a:rPr lang="ar-EG" dirty="0"/>
              <a:t> مثل درجات الحرارة عند التسليم والتخزين</a:t>
            </a:r>
          </a:p>
          <a:p>
            <a:pPr marL="354013"/>
            <a:r>
              <a:rPr lang="ar-EG" b="1" dirty="0"/>
              <a:t>متطلبات العمل -</a:t>
            </a:r>
            <a:r>
              <a:rPr lang="ar-EG" dirty="0"/>
              <a:t> المذاق ومُسببات الحساسية والنظام الغذائي.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فحص المكونات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DC32A3E-E7F9-87AC-94C5-D90B6A85885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1375230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الطرق (1)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BE7217-D1CB-3A29-4927-F30C3E2C367A}"/>
              </a:ext>
            </a:extLst>
          </p:cNvPr>
          <p:cNvSpPr txBox="1"/>
          <p:nvPr/>
        </p:nvSpPr>
        <p:spPr>
          <a:xfrm>
            <a:off x="184989" y="1850402"/>
            <a:ext cx="58271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 eaLnBrk="1" fontAlgn="base" latinLnBrk="0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ar-EG" sz="2400" b="1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الخفق </a:t>
            </a:r>
            <a:r>
              <a:rPr lang="ar-EG" sz="240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–</a:t>
            </a:r>
            <a:r>
              <a:rPr lang="en-US" sz="2400" b="1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ar-EG" sz="2400" b="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خلط المكونات معًا بسرعة والهواء اللازم لرفعها.</a:t>
            </a:r>
          </a:p>
          <a:p>
            <a:pPr marL="342900" indent="-342900" algn="r" rtl="1" eaLnBrk="1" fontAlgn="base" latinLnBrk="0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ar-EG" sz="2400" b="1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المواد الناعمة </a:t>
            </a:r>
            <a:r>
              <a:rPr lang="ar-EG" sz="240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–</a:t>
            </a:r>
            <a:r>
              <a:rPr lang="en-US" sz="2400" b="1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ar-EG" sz="240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م</a:t>
            </a:r>
            <a:r>
              <a:rPr lang="ar-EG" sz="2400" b="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واد مُلينة مثل الزبدة والسكر لجعلها ناعمة ورقيقة. </a:t>
            </a:r>
          </a:p>
          <a:p>
            <a:pPr marL="342900" indent="-342900" algn="r" rtl="1" eaLnBrk="1" fontAlgn="base" latinLnBrk="0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ar-EG" sz="2400" b="1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الحشو </a:t>
            </a:r>
            <a:r>
              <a:rPr lang="ar-EG" sz="240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–</a:t>
            </a:r>
            <a:r>
              <a:rPr lang="en-US" sz="2400" b="1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ar-EG" sz="240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با</a:t>
            </a:r>
            <a:r>
              <a:rPr lang="ar-EG" sz="2400" b="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ستخدام مزيج بين طبقات الكيك </a:t>
            </a:r>
            <a:br>
              <a:rPr lang="ar-EG" sz="2400" b="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ar-EG" sz="2400" b="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أو </a:t>
            </a:r>
            <a:r>
              <a:rPr lang="ar-EG" sz="2400" b="0" i="0" u="none" strike="noStrike" dirty="0" err="1">
                <a:solidFill>
                  <a:srgbClr val="000000"/>
                </a:solidFill>
                <a:latin typeface="Arial" panose="020B0604020202020204" pitchFamily="34" charset="0"/>
              </a:rPr>
              <a:t>البروفيترول</a:t>
            </a:r>
            <a:r>
              <a:rPr lang="ar-EG" sz="2400" b="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. </a:t>
            </a:r>
          </a:p>
          <a:p>
            <a:pPr marL="342900" indent="-342900" algn="r" rtl="1" eaLnBrk="1" fontAlgn="base" latinLnBrk="0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ar-EG" sz="2400" b="1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الطبقة اللامعة </a:t>
            </a:r>
            <a:r>
              <a:rPr lang="ar-EG" sz="240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– وضع طبقة نهائية لامعة </a:t>
            </a:r>
            <a:br>
              <a:rPr lang="ar-EG" sz="240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ar-EG" sz="2400" b="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على المعجنات.</a:t>
            </a:r>
          </a:p>
          <a:p>
            <a:pPr marL="342900" indent="-342900" algn="r" rtl="1" eaLnBrk="1" fontAlgn="base" latinLnBrk="0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ar-EG" sz="2400" b="1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الدهون </a:t>
            </a:r>
            <a:r>
              <a:rPr lang="ar-EG" sz="240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- وضع </a:t>
            </a:r>
            <a:r>
              <a:rPr lang="ar-EG" sz="2400" b="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طبقة من الدهون على صينية الخبز لمنع التصاق الطعام.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FD388E-F11E-3765-AC9D-B00DD1D8118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2982" y="4581128"/>
            <a:ext cx="2583474" cy="19376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548B28-125B-983A-F3CF-A52FA0362A1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1690" y="1199254"/>
            <a:ext cx="2081152" cy="3121445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7EBB3DB-1D03-AA53-2EF6-FE63A25AE9B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70084292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الطرق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172273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ar-EG" sz="2600" b="1" i="0" u="none" strike="noStrike" dirty="0"/>
              <a:t>العجن </a:t>
            </a:r>
            <a:r>
              <a:rPr lang="ar-EG" sz="2600" i="0" u="none" strike="noStrike" dirty="0"/>
              <a:t>– </a:t>
            </a:r>
            <a:r>
              <a:rPr lang="ar-EG" sz="2600" dirty="0"/>
              <a:t>تحضير</a:t>
            </a:r>
            <a:r>
              <a:rPr lang="ar-EG" sz="2600" b="0" i="0" u="none" strike="noStrike" dirty="0"/>
              <a:t> العجين لإنتاج الجلوتين وإعطاء العجين القوام المناسب. </a:t>
            </a:r>
          </a:p>
          <a:p>
            <a:r>
              <a:rPr lang="ar-EG" sz="2600" b="1" i="0" u="none" strike="noStrike" dirty="0"/>
              <a:t>إخراج الهواء </a:t>
            </a:r>
            <a:r>
              <a:rPr lang="ar-EG" sz="2600" i="0" u="none" strike="noStrike" dirty="0"/>
              <a:t>– </a:t>
            </a:r>
            <a:r>
              <a:rPr lang="ar-EG" sz="2600" dirty="0"/>
              <a:t>إ</a:t>
            </a:r>
            <a:r>
              <a:rPr lang="ar-EG" sz="2600" b="0" i="0" u="none" strike="noStrike" dirty="0"/>
              <a:t>خراج الهواء الزائد بعد ترك العجين ليرتاح ويرتفع. </a:t>
            </a:r>
          </a:p>
          <a:p>
            <a:r>
              <a:rPr lang="ar-EG" sz="2600" b="1" i="0" u="none" strike="noStrike" dirty="0"/>
              <a:t>وضع بطانة </a:t>
            </a:r>
            <a:r>
              <a:rPr lang="ar-EG" sz="2600" i="0" u="none" strike="noStrike" dirty="0"/>
              <a:t>–</a:t>
            </a:r>
            <a:r>
              <a:rPr lang="en-US" sz="2600" b="1" i="0" u="none" strike="noStrike" dirty="0"/>
              <a:t> </a:t>
            </a:r>
            <a:r>
              <a:rPr lang="ar-EG" sz="2600" b="0" i="0" u="none" strike="noStrike" dirty="0"/>
              <a:t>تغليف الأطعمة الملتصقة بالصواني أو العلب باستخدام ورق مقاوم للدهون. </a:t>
            </a:r>
          </a:p>
          <a:p>
            <a:pPr marL="685800">
              <a:lnSpc>
                <a:spcPct val="90000"/>
              </a:lnSpc>
            </a:pPr>
            <a:endParaRPr lang="en-GB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AF2AD3-7CDA-2CBE-7E27-B1B6273E90F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835" y="2564904"/>
            <a:ext cx="4247964" cy="2831976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8CBC1BD-8EE2-CA20-2424-9D93C982ED8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5529641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الطرق (3)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86FCA7-AD3C-0738-146F-754195379954}"/>
              </a:ext>
            </a:extLst>
          </p:cNvPr>
          <p:cNvSpPr txBox="1"/>
          <p:nvPr/>
        </p:nvSpPr>
        <p:spPr bwMode="auto">
          <a:xfrm>
            <a:off x="4572000" y="2196001"/>
            <a:ext cx="4248472" cy="40241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 latinLnBrk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ar-EG" sz="2400" b="1" i="0" u="none" strike="noStrike"/>
              <a:t>المزج</a:t>
            </a:r>
            <a:r>
              <a:rPr lang="ar-EG" sz="2400" i="0" u="none" strike="noStrike"/>
              <a:t> – </a:t>
            </a:r>
            <a:r>
              <a:rPr lang="ar-EG" sz="2400" b="0" i="0" u="none" strike="noStrike"/>
              <a:t>الجمع بين مكونين أو أكثر في مزيج واحد. </a:t>
            </a:r>
          </a:p>
          <a:p>
            <a:pPr marL="342900" indent="-342900" latinLnBrk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ar-EG" sz="2400" b="1" i="0" u="none" strike="noStrike"/>
              <a:t>الذوبان </a:t>
            </a:r>
            <a:r>
              <a:rPr lang="ar-EG" sz="2400" i="0" u="none" strike="noStrike"/>
              <a:t>–</a:t>
            </a:r>
            <a:r>
              <a:rPr lang="ar-EG" sz="2400" b="1" i="0" u="none" strike="noStrike"/>
              <a:t> </a:t>
            </a:r>
            <a:r>
              <a:rPr lang="ar-EG" sz="2400"/>
              <a:t>ا</a:t>
            </a:r>
            <a:r>
              <a:rPr lang="ar-EG" sz="2400" b="0" i="0" u="none" strike="noStrike"/>
              <a:t>ستخدام الحرارة مع منتج صلب لتحويله إلى سائل.</a:t>
            </a:r>
          </a:p>
          <a:p>
            <a:pPr marL="342900" indent="-342900" latinLnBrk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ar-EG" sz="2400" b="1" i="0" u="none" strike="noStrike"/>
              <a:t>التزيين </a:t>
            </a:r>
            <a:r>
              <a:rPr lang="ar-EG" sz="2400" i="0" u="none" strike="noStrike"/>
              <a:t>–</a:t>
            </a:r>
            <a:r>
              <a:rPr lang="en-US" sz="2400" b="1" i="0" u="none" strike="noStrike"/>
              <a:t> </a:t>
            </a:r>
            <a:r>
              <a:rPr lang="ar-EG" sz="2400"/>
              <a:t>تحضير</a:t>
            </a:r>
            <a:r>
              <a:rPr lang="ar-EG" sz="2400" b="0" i="0" u="none" strike="noStrike"/>
              <a:t> منتجات تشبه الأصابع الإسفنجية قبل الخبز أو تزيين المنتجات النهائية.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AFFAB-2942-5485-439E-48515A3BF81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576" y="2040921"/>
            <a:ext cx="2682734" cy="4024100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31712B5-2A62-8A26-C05A-E05BB3BED87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11851081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056477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الطرق (4)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15AEE-F7E4-67AF-6C63-CB44613D2F93}"/>
              </a:ext>
            </a:extLst>
          </p:cNvPr>
          <p:cNvSpPr txBox="1"/>
          <p:nvPr/>
        </p:nvSpPr>
        <p:spPr>
          <a:xfrm>
            <a:off x="280797" y="2276872"/>
            <a:ext cx="481272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ar-EG" sz="2400" b="1" i="0" dirty="0">
                <a:latin typeface="Arial" panose="020B0604020202020204" pitchFamily="34" charset="0"/>
              </a:rPr>
              <a:t>التقسيم</a:t>
            </a:r>
            <a:r>
              <a:rPr lang="ar-EG" sz="2400" b="1" i="0" u="none" strike="noStrike" dirty="0"/>
              <a:t> </a:t>
            </a:r>
            <a:r>
              <a:rPr lang="ar-EG" sz="2400" i="0" u="none" strike="noStrike" dirty="0"/>
              <a:t>– </a:t>
            </a:r>
            <a:r>
              <a:rPr lang="ar-EG" sz="2400" i="0" dirty="0">
                <a:latin typeface="Arial" panose="020B0604020202020204" pitchFamily="34" charset="0"/>
              </a:rPr>
              <a:t>تحويل</a:t>
            </a:r>
            <a:r>
              <a:rPr lang="ar-EG" sz="2400" b="0" i="0" dirty="0">
                <a:latin typeface="Arial" panose="020B0604020202020204" pitchFamily="34" charset="0"/>
              </a:rPr>
              <a:t> المنتج إلى أجزاء فردية جاهزة للتقديم. </a:t>
            </a:r>
          </a:p>
          <a:p>
            <a:pPr marL="342900" indent="-342900" algn="r" rtl="1" fontAlgn="base">
              <a:buFont typeface="Wingdings" panose="05000000000000000000" pitchFamily="2" charset="2"/>
              <a:buChar char="§"/>
            </a:pPr>
            <a:r>
              <a:rPr lang="ar-EG" sz="2400" b="1" i="0" dirty="0">
                <a:latin typeface="Arial" panose="020B0604020202020204" pitchFamily="34" charset="0"/>
              </a:rPr>
              <a:t>اختمار العجين </a:t>
            </a:r>
            <a:r>
              <a:rPr lang="ar-EG" sz="2400" i="0" dirty="0">
                <a:latin typeface="Arial" panose="020B0604020202020204" pitchFamily="34" charset="0"/>
              </a:rPr>
              <a:t>–</a:t>
            </a:r>
            <a:r>
              <a:rPr lang="en-US" sz="2400" b="1" i="0" dirty="0">
                <a:latin typeface="Arial" panose="020B0604020202020204" pitchFamily="34" charset="0"/>
              </a:rPr>
              <a:t> </a:t>
            </a:r>
            <a:r>
              <a:rPr lang="ar-EG" sz="2400" b="0" i="0" dirty="0">
                <a:latin typeface="Arial" panose="020B0604020202020204" pitchFamily="34" charset="0"/>
              </a:rPr>
              <a:t>حيث يزداد حجم العجين عند</a:t>
            </a:r>
            <a:r>
              <a:rPr lang="en-US" sz="2400" b="1" i="0" dirty="0">
                <a:latin typeface="Arial" panose="020B0604020202020204" pitchFamily="34" charset="0"/>
              </a:rPr>
              <a:t> </a:t>
            </a:r>
            <a:r>
              <a:rPr lang="ar-EG" sz="2400" i="0" dirty="0">
                <a:latin typeface="Arial" panose="020B0604020202020204" pitchFamily="34" charset="0"/>
              </a:rPr>
              <a:t>التخمر </a:t>
            </a:r>
            <a:r>
              <a:rPr lang="ar-EG" sz="2400" b="0" i="0" dirty="0">
                <a:latin typeface="Arial" panose="020B0604020202020204" pitchFamily="34" charset="0"/>
              </a:rPr>
              <a:t>بسبب نشاط الخميرة. </a:t>
            </a:r>
          </a:p>
          <a:p>
            <a:pPr algn="l" rtl="0" fontAlgn="base"/>
            <a:endParaRPr lang="en-GB" b="1" i="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F6223D-104E-D258-9CF7-DB75217CC0DC}"/>
              </a:ext>
            </a:extLst>
          </p:cNvPr>
          <p:cNvSpPr txBox="1"/>
          <p:nvPr/>
        </p:nvSpPr>
        <p:spPr>
          <a:xfrm>
            <a:off x="5031690" y="4272677"/>
            <a:ext cx="3831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endParaRPr lang="en-GB" b="0" i="0" dirty="0">
              <a:effectLst/>
            </a:endParaRPr>
          </a:p>
          <a:p>
            <a:pPr algn="l" rtl="0" fontAlgn="base"/>
            <a:endParaRPr lang="en-GB" b="0" i="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7671BA-B8BF-3CB8-AB3E-B8154914969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0154" y="2568453"/>
            <a:ext cx="3394586" cy="2263057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F5A14CA-12CA-F5D6-6355-2F621483E69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23763468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الطرق (5)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F6223D-104E-D258-9CF7-DB75217CC0DC}"/>
              </a:ext>
            </a:extLst>
          </p:cNvPr>
          <p:cNvSpPr txBox="1"/>
          <p:nvPr/>
        </p:nvSpPr>
        <p:spPr bwMode="auto">
          <a:xfrm>
            <a:off x="4648199" y="2196001"/>
            <a:ext cx="4027487" cy="40241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ar-EG" sz="2400" b="1" i="0" dirty="0"/>
              <a:t>اللف </a:t>
            </a:r>
            <a:r>
              <a:rPr lang="ar-EG" sz="2400" i="0" u="none" strike="noStrike" dirty="0"/>
              <a:t>–</a:t>
            </a:r>
            <a:r>
              <a:rPr lang="en-US" sz="2400" b="1" i="0" dirty="0"/>
              <a:t> </a:t>
            </a:r>
            <a:r>
              <a:rPr lang="ar-EG" sz="2400" b="0" i="0" dirty="0"/>
              <a:t>اللف - مرقاق العجين للتوزيع والبسط في شكل </a:t>
            </a:r>
            <a:br>
              <a:rPr lang="ar-EG" sz="2400" b="0" i="0" dirty="0"/>
            </a:br>
            <a:r>
              <a:rPr lang="ar-EG" sz="2400" b="0" i="0" dirty="0"/>
              <a:t>وسُمك مُوحد. </a:t>
            </a: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ar-EG" sz="2400" b="1" i="0" dirty="0"/>
              <a:t>الفرك بمنتج آخر </a:t>
            </a:r>
            <a:r>
              <a:rPr lang="ar-EG" sz="2400" i="0" u="none" strike="noStrike" dirty="0"/>
              <a:t>–</a:t>
            </a:r>
            <a:r>
              <a:rPr lang="ar-EG" sz="2400" b="1" i="0" dirty="0"/>
              <a:t> </a:t>
            </a:r>
            <a:r>
              <a:rPr lang="ar-EG" sz="2400" dirty="0"/>
              <a:t>خلط</a:t>
            </a:r>
            <a:r>
              <a:rPr lang="ar-EG" sz="2400" b="0" i="0" dirty="0"/>
              <a:t> الدقيق والدهون معًا عند الخبز.</a:t>
            </a:r>
            <a:r>
              <a:rPr lang="en-US" sz="2400" b="0" i="0" dirty="0"/>
              <a:t> </a:t>
            </a:r>
          </a:p>
          <a:p>
            <a:pPr>
              <a:spcBef>
                <a:spcPct val="20000"/>
              </a:spcBef>
              <a:buFont typeface="Wingdings" pitchFamily="2" charset="2"/>
              <a:buChar char="§"/>
            </a:pPr>
            <a:endParaRPr lang="en-GB" sz="2400" b="0" i="0" dirty="0">
              <a:effectLst/>
            </a:endParaRPr>
          </a:p>
          <a:p>
            <a:pPr>
              <a:spcBef>
                <a:spcPct val="20000"/>
              </a:spcBef>
              <a:buFont typeface="Wingdings" pitchFamily="2" charset="2"/>
              <a:buChar char="§"/>
            </a:pPr>
            <a:endParaRPr lang="en-GB" sz="2400" b="0" i="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E8885C-AA63-436A-066B-47A0C23A0DD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49" y="2780928"/>
            <a:ext cx="3996444" cy="2664296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570E3DE-EA29-2DB7-269F-C27FA5DE5CC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99805573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الطرق (6)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7BBB5-8A34-DE1E-D589-707A356B91C2}"/>
              </a:ext>
            </a:extLst>
          </p:cNvPr>
          <p:cNvSpPr txBox="1"/>
          <p:nvPr/>
        </p:nvSpPr>
        <p:spPr>
          <a:xfrm>
            <a:off x="4881966" y="2104368"/>
            <a:ext cx="412674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 eaLnBrk="1" fontAlgn="base" latinLnBrk="0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ar-EG" sz="2400" b="1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الغربلة </a:t>
            </a:r>
            <a:r>
              <a:rPr lang="ar-EG" sz="240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– إ</a:t>
            </a:r>
            <a:r>
              <a:rPr lang="ar-EG" sz="2400" b="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زالة أي تكتلات من المكونات مثل الطحين. </a:t>
            </a:r>
          </a:p>
          <a:p>
            <a:pPr marL="342900" indent="-342900" algn="r" rtl="1" eaLnBrk="1" fontAlgn="base" latinLnBrk="0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ar-EG" sz="2400" b="1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التوزيع/التنعيم</a:t>
            </a:r>
            <a:r>
              <a:rPr lang="ar-EG" sz="2400" b="1" i="0" u="none" strike="noStrike" dirty="0"/>
              <a:t> </a:t>
            </a:r>
            <a:r>
              <a:rPr lang="ar-EG" sz="2400" i="0" u="none" strike="noStrike" dirty="0"/>
              <a:t>– </a:t>
            </a:r>
            <a:r>
              <a:rPr lang="ar-EG" sz="2400" b="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وضع لمسة نهائية موحدة وناعمة على قطعة المعجنات أو الحلويات. </a:t>
            </a:r>
          </a:p>
          <a:p>
            <a:pPr marL="342900" indent="-342900" algn="r" rtl="1" eaLnBrk="1" fontAlgn="base" latinLnBrk="0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ar-EG" sz="2400" b="1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الخفق </a:t>
            </a:r>
            <a:r>
              <a:rPr lang="ar-EG" sz="240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–</a:t>
            </a:r>
            <a:r>
              <a:rPr lang="en-US" sz="2400" b="1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ar-EG" sz="2400" dirty="0">
                <a:solidFill>
                  <a:srgbClr val="000000"/>
                </a:solidFill>
              </a:rPr>
              <a:t>باستخدام</a:t>
            </a:r>
            <a:r>
              <a:rPr lang="ar-EG" sz="2400" b="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 المخفقة للخفق ومزج المكونات مثل الكريمة </a:t>
            </a:r>
            <a:br>
              <a:rPr lang="ar-EG" sz="2400" b="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ar-EG" sz="2400" b="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أو البيض.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6D251B-8AC6-FD24-6A2E-BB246809D551}"/>
              </a:ext>
            </a:extLst>
          </p:cNvPr>
          <p:cNvSpPr txBox="1"/>
          <p:nvPr/>
        </p:nvSpPr>
        <p:spPr>
          <a:xfrm>
            <a:off x="303246" y="6149936"/>
            <a:ext cx="83878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ar-EG" sz="2400" b="1"/>
              <a:t>سؤال: </a:t>
            </a:r>
            <a:r>
              <a:rPr lang="ar-EG" sz="2400"/>
              <a:t> ما هي طرق التحضير الأخرى التي قد تخطر ببالك؟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85594F-B59E-C46E-1712-796AEC916AD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807" y="2636912"/>
            <a:ext cx="3965450" cy="264363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5C2EC-C3AA-4787-B1EF-E0168414D52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6900004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76190" y="1988840"/>
            <a:ext cx="8208712" cy="8640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/>
              <a:t>يغطي هدف التعلّم أ2 الأنواع المختلفة من المعجنات والحلويات.</a:t>
            </a:r>
          </a:p>
          <a:p>
            <a:pPr indent="0" algn="ctr">
              <a:buNone/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البسكويت</a:t>
            </a:r>
            <a:r>
              <a:rPr lang="en-US" sz="3600" b="1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F27652-4074-F59C-0B85-E3D1C95AC2F3}"/>
              </a:ext>
            </a:extLst>
          </p:cNvPr>
          <p:cNvSpPr txBox="1"/>
          <p:nvPr/>
        </p:nvSpPr>
        <p:spPr>
          <a:xfrm>
            <a:off x="4139952" y="3004626"/>
            <a:ext cx="43924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400" b="1" dirty="0"/>
              <a:t>البسكويت </a:t>
            </a:r>
            <a:r>
              <a:rPr lang="ar-EG" sz="2400" dirty="0"/>
              <a:t>- المعروف أيضًا باسم الكعك، </a:t>
            </a:r>
            <a:br>
              <a:rPr lang="ar-EG" sz="2400" dirty="0"/>
            </a:br>
            <a:r>
              <a:rPr lang="ar-EG" sz="2400" dirty="0"/>
              <a:t>قد يكون:</a:t>
            </a:r>
          </a:p>
          <a:p>
            <a:r>
              <a:rPr lang="ar-EG" sz="2400" dirty="0"/>
              <a:t>الحلو</a:t>
            </a:r>
            <a:r>
              <a:rPr lang="ar-EG" sz="2400" b="1" dirty="0"/>
              <a:t> </a:t>
            </a:r>
            <a:r>
              <a:rPr lang="ar-EG" sz="2400" dirty="0"/>
              <a:t>- بسكوتي، الغُريبة</a:t>
            </a:r>
          </a:p>
          <a:p>
            <a:r>
              <a:rPr lang="ar-EG" sz="2400" dirty="0"/>
              <a:t>الحلوى اللذيذة</a:t>
            </a:r>
            <a:r>
              <a:rPr lang="ar-EG" sz="2400" b="1" dirty="0"/>
              <a:t> </a:t>
            </a:r>
            <a:r>
              <a:rPr lang="ar-EG" sz="2400" dirty="0"/>
              <a:t>- بسكويت </a:t>
            </a:r>
            <a:r>
              <a:rPr lang="ar-EG" sz="2400" dirty="0" err="1"/>
              <a:t>روزميري</a:t>
            </a:r>
            <a:r>
              <a:rPr lang="ar-EG" sz="2400" dirty="0"/>
              <a:t> وبسكويت الجبن.</a:t>
            </a:r>
          </a:p>
          <a:p>
            <a:endParaRPr lang="en-GB" altLang="en-US" sz="2400" dirty="0"/>
          </a:p>
          <a:p>
            <a:r>
              <a:rPr lang="ar-EG" sz="2400" dirty="0"/>
              <a:t>يمكن تناولها بمفردها، أو لإضفاء قوام </a:t>
            </a:r>
            <a:br>
              <a:rPr lang="ar-EG" sz="2400" dirty="0"/>
            </a:br>
            <a:r>
              <a:rPr lang="ar-EG" sz="2400" dirty="0"/>
              <a:t>أو لتزيين الحلوى</a:t>
            </a:r>
            <a:r>
              <a:rPr lang="ar-EG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477D44-71B5-E6AF-E122-327D88CDAEA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3141307"/>
            <a:ext cx="3563330" cy="237555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B7B449-B115-DA01-15FA-294902938F3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5392646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51458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المعجنات</a:t>
            </a:r>
            <a:r>
              <a:rPr lang="ar-EG" sz="4400" b="1">
                <a:solidFill>
                  <a:schemeClr val="tx2"/>
                </a:solidFill>
              </a:rPr>
              <a:t> (1)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851920" y="2005518"/>
            <a:ext cx="5112568" cy="45198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ar-EG" sz="4600" dirty="0">
                <a:ea typeface="+mn-ea"/>
              </a:rPr>
              <a:t>توجد أنواع متعددة من المعجنات حيث يُمكن شراء معظمها جاهزة أو بما يناسب بعض </a:t>
            </a:r>
            <a:br>
              <a:rPr lang="ar-EG" sz="4600" dirty="0">
                <a:ea typeface="+mn-ea"/>
              </a:rPr>
            </a:br>
            <a:r>
              <a:rPr lang="ar-EG" sz="4600" dirty="0">
                <a:ea typeface="+mn-ea"/>
              </a:rPr>
              <a:t>أنواع الحساسية.</a:t>
            </a:r>
          </a:p>
          <a:p>
            <a:pPr marL="269875" indent="-269875">
              <a:lnSpc>
                <a:spcPct val="120000"/>
              </a:lnSpc>
              <a:spcBef>
                <a:spcPct val="0"/>
              </a:spcBef>
            </a:pPr>
            <a:r>
              <a:rPr lang="ar-EG" sz="4600" dirty="0">
                <a:ea typeface="+mn-ea"/>
              </a:rPr>
              <a:t>حلوى الشو، هي مزيج من الدهن والدقيق والماء الذي يُحضر ثم يُضاف إليه البيض والقليل من السكر والملح، مثل </a:t>
            </a:r>
            <a:r>
              <a:rPr lang="ar-EG" sz="4600" dirty="0" err="1">
                <a:ea typeface="+mn-ea"/>
              </a:rPr>
              <a:t>الإكلير</a:t>
            </a:r>
            <a:r>
              <a:rPr lang="ar-EG" sz="4600" dirty="0">
                <a:ea typeface="+mn-ea"/>
              </a:rPr>
              <a:t> </a:t>
            </a:r>
            <a:r>
              <a:rPr lang="ar-EG" sz="4600" dirty="0" err="1">
                <a:ea typeface="+mn-ea"/>
              </a:rPr>
              <a:t>والبروفيترول</a:t>
            </a:r>
            <a:r>
              <a:rPr lang="ar-EG" sz="4600" dirty="0">
                <a:ea typeface="+mn-ea"/>
              </a:rPr>
              <a:t>. </a:t>
            </a:r>
          </a:p>
          <a:p>
            <a:pPr marL="269875" indent="-269875">
              <a:lnSpc>
                <a:spcPct val="120000"/>
              </a:lnSpc>
              <a:spcBef>
                <a:spcPct val="0"/>
              </a:spcBef>
            </a:pPr>
            <a:r>
              <a:rPr lang="ar-EG" sz="4600" dirty="0">
                <a:ea typeface="+mn-ea"/>
              </a:rPr>
              <a:t>تُحضر حلوى الرقائق من خلال وضع الدهن على طبقات بين العجين.</a:t>
            </a:r>
            <a:r>
              <a:rPr lang="en-US" sz="4600" dirty="0">
                <a:ea typeface="+mn-ea"/>
              </a:rPr>
              <a:t> </a:t>
            </a:r>
            <a:r>
              <a:rPr lang="ar-EG" sz="4600" dirty="0">
                <a:ea typeface="+mn-ea"/>
              </a:rPr>
              <a:t>تتضمن أمثلة المنتجات المُصنعة من حلوى الرقائق استخدام التفاح وشرائح الجبن اللذيذ.</a:t>
            </a:r>
          </a:p>
          <a:p>
            <a:pPr indent="0">
              <a:lnSpc>
                <a:spcPct val="90000"/>
              </a:lnSpc>
            </a:pPr>
            <a:endParaRPr lang="en-GB" altLang="en-US" sz="1500" dirty="0"/>
          </a:p>
          <a:p>
            <a:pPr indent="0">
              <a:lnSpc>
                <a:spcPct val="90000"/>
              </a:lnSpc>
            </a:pPr>
            <a:endParaRPr lang="en-GB" altLang="en-US" sz="1500" dirty="0"/>
          </a:p>
          <a:p>
            <a:pPr marL="685800">
              <a:lnSpc>
                <a:spcPct val="90000"/>
              </a:lnSpc>
            </a:pPr>
            <a:endParaRPr lang="en-GB" altLang="en-US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F1C905-DB1B-8AB7-E664-092F14DDA0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478" y="2636912"/>
            <a:ext cx="3275856" cy="2692907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6E6C322-4321-B998-B88F-8D2095C4413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66586756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المعجنات</a:t>
            </a:r>
            <a:r>
              <a:rPr lang="ar-EG" sz="4400" b="1">
                <a:solidFill>
                  <a:schemeClr val="tx2"/>
                </a:solidFill>
              </a:rPr>
              <a:t>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211960" y="2196001"/>
            <a:ext cx="4752528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</a:pPr>
            <a:r>
              <a:rPr lang="ar-EG" sz="3100" b="1" i="0" dirty="0"/>
              <a:t>عجينة </a:t>
            </a:r>
            <a:r>
              <a:rPr lang="ar-EG" sz="3100" b="1" i="0" dirty="0" err="1"/>
              <a:t>التارت</a:t>
            </a:r>
            <a:r>
              <a:rPr lang="ar-EG" sz="3100" b="0" i="0" dirty="0"/>
              <a:t> هي معجنات غير مُحلاة تستخدم عادة في الأطباق المالحة مثل </a:t>
            </a:r>
            <a:r>
              <a:rPr lang="ar-EG" sz="3100" b="0" i="0" dirty="0" err="1"/>
              <a:t>الكيش</a:t>
            </a:r>
            <a:r>
              <a:rPr lang="ar-EG" sz="3100" b="0" i="0" dirty="0"/>
              <a:t> والمخبوزات.  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</a:pPr>
            <a:r>
              <a:rPr lang="ar-EG" sz="3100" b="1" i="0" dirty="0"/>
              <a:t>المخبوزات الحلوة </a:t>
            </a:r>
            <a:r>
              <a:rPr lang="ar-EG" sz="3100" b="0" i="0" dirty="0"/>
              <a:t>هي معجنات مُحلاة تستخدم لتحضير فطائر الليمون على سبيل المثال.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</a:pPr>
            <a:r>
              <a:rPr lang="ar-EG" sz="3100" b="1" i="0" dirty="0" err="1"/>
              <a:t>السوت</a:t>
            </a:r>
            <a:r>
              <a:rPr lang="ar-EG" sz="3100" b="0" i="0" dirty="0"/>
              <a:t> هي معجنات غير مُحلاة يتم تحضيرها عادةً على البخار، ويمكن استخدامها في الأطباق الحلوة أو المالحة. </a:t>
            </a:r>
          </a:p>
          <a:p>
            <a:pPr indent="0">
              <a:lnSpc>
                <a:spcPct val="90000"/>
              </a:lnSpc>
            </a:pPr>
            <a:endParaRPr lang="en-GB" altLang="en-US" sz="1900" dirty="0"/>
          </a:p>
          <a:p>
            <a:pPr indent="0">
              <a:lnSpc>
                <a:spcPct val="90000"/>
              </a:lnSpc>
            </a:pPr>
            <a:endParaRPr lang="en-GB" altLang="en-US" sz="1900" dirty="0"/>
          </a:p>
          <a:p>
            <a:pPr marL="685800">
              <a:lnSpc>
                <a:spcPct val="90000"/>
              </a:lnSpc>
            </a:pPr>
            <a:endParaRPr lang="en-GB" altLang="en-US" sz="1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B1431E-92ED-09D0-54B1-26D529936C4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150" y="2852936"/>
            <a:ext cx="3888432" cy="2592288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12C12FF-9998-D1F9-40B3-E38BE6F9F42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220368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الكيك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51520" y="2204864"/>
            <a:ext cx="4951582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ar-EG" sz="3600" b="1" i="0" dirty="0"/>
              <a:t>كيك الطبقات </a:t>
            </a:r>
            <a:r>
              <a:rPr lang="ar-EG" sz="3600" i="0" dirty="0"/>
              <a:t>- مصنوع </a:t>
            </a:r>
            <a:r>
              <a:rPr lang="ar-EG" sz="3600" b="0" i="0" dirty="0"/>
              <a:t>من طبقات متنوعة من الكيك إما مخبوز بشكلٍ منفصل أو كيك أكبر مقطع إلى طبقات، على سبيل المثال، جاتو الشوكولاتة، كيك الأوبرا. 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ar-EG" sz="3600" b="1" i="0" dirty="0"/>
              <a:t>كيك الباوند </a:t>
            </a:r>
            <a:r>
              <a:rPr lang="ar-EG" sz="3600" i="0" dirty="0"/>
              <a:t>- يُحضر</a:t>
            </a:r>
            <a:r>
              <a:rPr lang="ar-EG" sz="3600" b="0" i="0" dirty="0"/>
              <a:t> بطريقة تقليدية </a:t>
            </a:r>
            <a:br>
              <a:rPr lang="ar-EG" sz="3600" b="0" i="0" dirty="0"/>
            </a:br>
            <a:r>
              <a:rPr lang="ar-EG" sz="3600" b="0" i="0" dirty="0"/>
              <a:t>من الطحين والبيض والدهون والسكر </a:t>
            </a:r>
            <a:br>
              <a:rPr lang="ar-EG" sz="3600" b="0" i="0" dirty="0"/>
            </a:br>
            <a:r>
              <a:rPr lang="ar-EG" sz="3600" b="0" i="0" dirty="0"/>
              <a:t>على شكل مستطيل</a:t>
            </a:r>
            <a:r>
              <a:rPr lang="ar-EG" sz="3600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ar-EG" sz="3600" b="1" i="0" dirty="0"/>
              <a:t>الكيك الحلو </a:t>
            </a:r>
            <a:r>
              <a:rPr lang="ar-EG" sz="3600" i="0" dirty="0"/>
              <a:t>- </a:t>
            </a:r>
            <a:r>
              <a:rPr lang="ar-EG" sz="3600" b="0" i="0" dirty="0"/>
              <a:t>مثل كيك الجزر، </a:t>
            </a:r>
            <a:br>
              <a:rPr lang="ar-EG" sz="3600" b="0" i="0" dirty="0"/>
            </a:br>
            <a:r>
              <a:rPr lang="ar-EG" sz="3600" b="0" i="0" dirty="0"/>
              <a:t>وكيك الفواكه، والسكون. </a:t>
            </a:r>
          </a:p>
          <a:p>
            <a:pPr indent="0">
              <a:lnSpc>
                <a:spcPct val="90000"/>
              </a:lnSpc>
            </a:pPr>
            <a:endParaRPr lang="en-GB" alt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C68E5C-0114-151D-6124-2CA4661D2C6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2080" y="2853033"/>
            <a:ext cx="3456086" cy="230425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E4971B-4050-8A40-7E2E-3B3F57BE0AB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786175418"/>
      </p:ext>
    </p:extLst>
  </p:cSld>
  <p:clrMapOvr>
    <a:masterClrMapping/>
  </p:clrMapOvr>
  <p:transition>
    <p:sndAc>
      <p:stSnd>
        <p:snd r:embed="rId3" name="click.wav"/>
      </p:stSnd>
    </p:sndAc>
  </p:transition>
  <p:extLst>
    <p:ext uri="{6950BFC3-D8DA-4A85-94F7-54DA5524770B}">
      <p188:commentRel xmlns:p188="http://schemas.microsoft.com/office/powerpoint/2018/8/main" r:id="rId4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الكيك الإسفنجية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1F63A421-0A0D-719B-9C10-E4B1250B0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2196000"/>
            <a:ext cx="5058207" cy="4103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ar-EG" sz="3200" b="1" dirty="0"/>
              <a:t>استخدام الكريمة </a:t>
            </a:r>
            <a:r>
              <a:rPr lang="ar-EG" sz="3200" i="0" dirty="0"/>
              <a:t>– </a:t>
            </a:r>
            <a:r>
              <a:rPr lang="ar-EG" sz="3200" dirty="0"/>
              <a:t>تبدأ طريقة تحضير الكيك الإسفنجي بمزج السكر والدهون ثم البيض مثل كيك فيكتوريا الإسفنجي. 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ar-EG" sz="3200" b="1" dirty="0"/>
              <a:t>كيك جينوا الإسفنجي </a:t>
            </a:r>
            <a:r>
              <a:rPr lang="ar-EG" sz="3200" i="0" dirty="0"/>
              <a:t>– و</a:t>
            </a:r>
            <a:r>
              <a:rPr lang="ar-EG" sz="3200" dirty="0"/>
              <a:t>صفة كلاسيكية لكيك إسفنجي غني بالزبدة وصفار البيض.</a:t>
            </a:r>
            <a:r>
              <a:rPr lang="en-US" sz="3200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ar-EG" sz="3200" b="1" dirty="0"/>
              <a:t>المخفوقة </a:t>
            </a:r>
            <a:r>
              <a:rPr lang="ar-EG" sz="3200" i="0" dirty="0"/>
              <a:t>–</a:t>
            </a:r>
            <a:r>
              <a:rPr lang="en-US" sz="3200" b="1" dirty="0"/>
              <a:t> </a:t>
            </a:r>
            <a:r>
              <a:rPr lang="ar-EG" sz="3200" dirty="0"/>
              <a:t>نوع من الكيك الإسفنجي.</a:t>
            </a:r>
            <a:r>
              <a:rPr lang="en-US" sz="3200" dirty="0"/>
              <a:t> </a:t>
            </a:r>
            <a:r>
              <a:rPr lang="ar-EG" sz="3200" dirty="0"/>
              <a:t>يُستخدم البيض والسكر والدقيق ودمج الهواء من خلال الخفق عند تحضير الكيك الإسفنجي.</a:t>
            </a:r>
            <a:r>
              <a:rPr lang="en-US" sz="3200" dirty="0"/>
              <a:t> </a:t>
            </a:r>
            <a:r>
              <a:rPr lang="ar-EG" sz="3200" dirty="0"/>
              <a:t>سويس رول، وكب كيك.</a:t>
            </a:r>
          </a:p>
          <a:p>
            <a:pPr indent="0"/>
            <a:endParaRPr lang="en-GB" altLang="en-US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0B1E6E-9D47-BFCF-7A48-36FA8EDE43A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287" y="2132856"/>
            <a:ext cx="2465919" cy="3698139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4BCCCC-F626-2E99-4859-98D1A15045E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204895736"/>
      </p:ext>
    </p:extLst>
  </p:cSld>
  <p:clrMapOvr>
    <a:masterClrMapping/>
  </p:clrMapOvr>
  <p:transition>
    <p:sndAc>
      <p:stSnd>
        <p:snd r:embed="rId3" name="click.wav"/>
      </p:stSnd>
    </p:sndAc>
  </p:transition>
  <p:extLst>
    <p:ext uri="{6950BFC3-D8DA-4A85-94F7-54DA5524770B}">
      <p188:commentRel xmlns:p188="http://schemas.microsoft.com/office/powerpoint/2018/8/main" r:id="rId4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الحلويات الساخنة والباردة (1)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19592" y="2196000"/>
            <a:ext cx="4176209" cy="447335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ar-EG" sz="2800" b="1" dirty="0"/>
              <a:t>حلوى مقلية -</a:t>
            </a:r>
            <a:r>
              <a:rPr lang="ar-EG" sz="2800" dirty="0"/>
              <a:t> عجينة حلوة مقلية مثل فطائر التفاح والفطائر المُحلاة. 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ar-EG" sz="2800" b="1" dirty="0"/>
              <a:t>حلوى البيض -</a:t>
            </a:r>
            <a:r>
              <a:rPr lang="ar-EG" sz="2800" dirty="0"/>
              <a:t> تجمع عادة الحلويات المُعتمدة على البيض بين الحليب </a:t>
            </a:r>
            <a:br>
              <a:rPr lang="ar-EG" sz="2800" dirty="0"/>
            </a:br>
            <a:r>
              <a:rPr lang="ar-EG" sz="2800" dirty="0"/>
              <a:t>أو الكريمة والبيض والسكر والنكهات.</a:t>
            </a:r>
            <a:r>
              <a:rPr lang="en-US" sz="2800" dirty="0"/>
              <a:t> </a:t>
            </a:r>
            <a:r>
              <a:rPr lang="ar-EG" sz="2800" dirty="0"/>
              <a:t>وتشمل ما يلي:</a:t>
            </a:r>
          </a:p>
          <a:p>
            <a:pPr marL="625475" lvl="1"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ar-EG" sz="2800" dirty="0"/>
              <a:t>الحلوى الساخنة مثل بودنج الزبدة والخبز.</a:t>
            </a:r>
            <a:r>
              <a:rPr lang="en-US" sz="2800" dirty="0"/>
              <a:t> </a:t>
            </a:r>
          </a:p>
          <a:p>
            <a:pPr marL="625475" lvl="1"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ar-EG" sz="2800" dirty="0"/>
              <a:t>الحلويات الباردة مثل الكريم بروليه والكريم كراميل والآيس كريم </a:t>
            </a:r>
          </a:p>
          <a:p>
            <a:pPr marL="625475" lvl="1"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ar-EG" sz="2800" dirty="0"/>
              <a:t>تندرج حلويات </a:t>
            </a:r>
            <a:r>
              <a:rPr lang="ar-EG" sz="2800" dirty="0" err="1"/>
              <a:t>المرينج</a:t>
            </a:r>
            <a:r>
              <a:rPr lang="ar-EG" sz="2800" dirty="0"/>
              <a:t> أيضًا تحت </a:t>
            </a:r>
            <a:br>
              <a:rPr lang="ar-EG" sz="2800" dirty="0"/>
            </a:br>
            <a:r>
              <a:rPr lang="ar-EG" sz="2800" dirty="0"/>
              <a:t>هذا النوع من الحلوى.</a:t>
            </a:r>
          </a:p>
          <a:p>
            <a:pPr indent="0">
              <a:lnSpc>
                <a:spcPct val="90000"/>
              </a:lnSpc>
            </a:pPr>
            <a:endParaRPr lang="en-GB" altLang="en-US" sz="2000" dirty="0"/>
          </a:p>
          <a:p>
            <a:pPr marL="685800">
              <a:lnSpc>
                <a:spcPct val="90000"/>
              </a:lnSpc>
            </a:pPr>
            <a:endParaRPr lang="en-GB" alt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AFD985-35F3-6C4B-7F70-3AC1B60C704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4286" y="2780928"/>
            <a:ext cx="3954625" cy="2636417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EE5E666-8A60-1111-9580-3CDCD98FEA7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18481966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الحلويات الساخنة والباردة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0"/>
            <a:ext cx="4244281" cy="4401351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ar-EG" b="1" dirty="0"/>
              <a:t>أطباق حلوى تُستخدم بها الفواكه</a:t>
            </a:r>
            <a:r>
              <a:rPr lang="ar-EG" dirty="0"/>
              <a:t> – </a:t>
            </a:r>
            <a:br>
              <a:rPr lang="ar-EG" dirty="0"/>
            </a:br>
            <a:r>
              <a:rPr lang="ar-EG" dirty="0"/>
              <a:t>قد تكون بسيطة مثل قطع الفاكهة أو فطائر الفاكهة أو سلطة الفواكه.</a:t>
            </a:r>
            <a:r>
              <a:rPr lang="en-US" dirty="0"/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ar-EG" b="1" dirty="0"/>
              <a:t>مزج المعجنات مع الحلويات</a:t>
            </a:r>
            <a:r>
              <a:rPr lang="ar-EG" dirty="0"/>
              <a:t> الأخرى، مثل فطائر الفواكه وفطائر المربى. 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ar-EG" b="1" dirty="0"/>
              <a:t>يمكن خبز الكيك الإسفنجي</a:t>
            </a:r>
            <a:r>
              <a:rPr lang="ar-EG" dirty="0"/>
              <a:t> أو طهيه على البخار، مثل تارت </a:t>
            </a:r>
            <a:r>
              <a:rPr lang="ar-EG" dirty="0" err="1"/>
              <a:t>بيكويل</a:t>
            </a:r>
            <a:r>
              <a:rPr lang="ar-EG" dirty="0"/>
              <a:t> </a:t>
            </a:r>
            <a:br>
              <a:rPr lang="ar-EG" dirty="0"/>
            </a:br>
            <a:r>
              <a:rPr lang="ar-EG" dirty="0"/>
              <a:t>أو البودنج الإسفنجي.</a:t>
            </a:r>
          </a:p>
          <a:p>
            <a:pPr marL="685800">
              <a:lnSpc>
                <a:spcPct val="90000"/>
              </a:lnSpc>
            </a:pPr>
            <a:endParaRPr lang="en-GB" alt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B7E65A-6196-1AB2-B410-813DA17FE41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576" y="2808449"/>
            <a:ext cx="3564396" cy="2376264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0FE69B7-BB2C-8398-F5B1-571AF844752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4258129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العجين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995936" y="2059200"/>
            <a:ext cx="4679750" cy="446614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ar-EG" i="0"/>
              <a:t>توجد أنواع متعددة من الخبز في جميع أنحاء العالم.</a:t>
            </a:r>
            <a:r>
              <a:rPr lang="en-US" i="0"/>
              <a:t> </a:t>
            </a:r>
            <a:r>
              <a:rPr lang="ar-EG" i="0"/>
              <a:t>يُمكن تحضيرها مُسبقًا وتتناسب مع المتطلبات الغذائية مثل خلوها من الجلوتين.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ar-EG" b="1" i="0"/>
              <a:t>عجينة الخبز </a:t>
            </a:r>
            <a:r>
              <a:rPr lang="ar-EG" b="0" i="0"/>
              <a:t>هي عجينة تُستخدم بها الخميرة غير المُحلاة لصناعة اللفائف وأرغفة الخبز. 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ar-EG" b="1" i="0"/>
              <a:t>عجينة غنية وعجينة خميرة مُحلاة </a:t>
            </a:r>
            <a:r>
              <a:rPr lang="ar-EG" b="0" i="0"/>
              <a:t>تحتوي على السكر والزبدة والبيض، مثل الخبز المستدير وكعك الدونات. 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ar-EG" b="1"/>
              <a:t>عجائن متخصصة </a:t>
            </a:r>
            <a:r>
              <a:rPr lang="ar-EG"/>
              <a:t>مثل</a:t>
            </a:r>
            <a:r>
              <a:rPr lang="ar-EG" i="0"/>
              <a:t> نان، وبيتا، والبيتزا، وخبز الصودا.</a:t>
            </a:r>
          </a:p>
          <a:p>
            <a:pPr indent="0">
              <a:lnSpc>
                <a:spcPct val="90000"/>
              </a:lnSpc>
            </a:pPr>
            <a:endParaRPr lang="en-GB" altLang="en-US" sz="1900" dirty="0"/>
          </a:p>
          <a:p>
            <a:pPr marL="685800">
              <a:lnSpc>
                <a:spcPct val="90000"/>
              </a:lnSpc>
            </a:pPr>
            <a:endParaRPr lang="en-GB" altLang="en-US" sz="1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5C42AC-B3DE-2A95-D12B-0F312E1C9D2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113" y="2204864"/>
            <a:ext cx="2973786" cy="3675024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40670C3-74FD-1BDE-FF59-1A7A9815B18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8780556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 b="1"/>
              <a:t>هدف التعلم ب</a:t>
            </a:r>
            <a:br>
              <a:rPr lang="ar-EG" sz="2400"/>
            </a:br>
            <a:br>
              <a:rPr lang="ar-EG" sz="2400"/>
            </a:br>
            <a:endParaRPr lang="ar-EG" sz="240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4149725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ar-EG"/>
              <a:t>المهارات العملية لإعداد وطهي وتجهيز المعجنات والحلويات.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>
                <a:solidFill>
                  <a:srgbClr val="000000"/>
                </a:solidFill>
                <a:ea typeface="Verdana" panose="020B0604030504040204" pitchFamily="34" charset="0"/>
              </a:rPr>
              <a:t>إعداد وطهي وتجهيز المعجنات والحلويات</a:t>
            </a:r>
            <a:r>
              <a:rPr lang="en-US" sz="3600" b="1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7ED4547-3590-C264-C9AA-F42DF8167CC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6876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تحضير المعجنات والحلويات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-7708" y="2530782"/>
            <a:ext cx="3075045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ar-EG"/>
              <a:t>الوزن والكمية باتباع القياسات الصحيحة.</a:t>
            </a:r>
          </a:p>
          <a:p>
            <a:r>
              <a:rPr lang="ar-EG"/>
              <a:t>استخدام طرق التحضير الصحيحة للأطعمة.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7FC4FE-FDA7-BDFE-E65B-DB4E8EEA3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894062"/>
              </p:ext>
            </p:extLst>
          </p:nvPr>
        </p:nvGraphicFramePr>
        <p:xfrm>
          <a:off x="3126667" y="2530782"/>
          <a:ext cx="5669567" cy="3950680"/>
        </p:xfrm>
        <a:graphic>
          <a:graphicData uri="http://schemas.openxmlformats.org/drawingml/2006/table">
            <a:tbl>
              <a:tblPr rtl="1">
                <a:tableStyleId>{5DA37D80-6434-44D0-A028-1B22A696006F}</a:tableStyleId>
              </a:tblPr>
              <a:tblGrid>
                <a:gridCol w="1219326">
                  <a:extLst>
                    <a:ext uri="{9D8B030D-6E8A-4147-A177-3AD203B41FA5}">
                      <a16:colId xmlns:a16="http://schemas.microsoft.com/office/drawing/2014/main" val="615769285"/>
                    </a:ext>
                  </a:extLst>
                </a:gridCol>
                <a:gridCol w="1638159">
                  <a:extLst>
                    <a:ext uri="{9D8B030D-6E8A-4147-A177-3AD203B41FA5}">
                      <a16:colId xmlns:a16="http://schemas.microsoft.com/office/drawing/2014/main" val="1199838582"/>
                    </a:ext>
                  </a:extLst>
                </a:gridCol>
                <a:gridCol w="1402840">
                  <a:extLst>
                    <a:ext uri="{9D8B030D-6E8A-4147-A177-3AD203B41FA5}">
                      <a16:colId xmlns:a16="http://schemas.microsoft.com/office/drawing/2014/main" val="102411848"/>
                    </a:ext>
                  </a:extLst>
                </a:gridCol>
                <a:gridCol w="1409242">
                  <a:extLst>
                    <a:ext uri="{9D8B030D-6E8A-4147-A177-3AD203B41FA5}">
                      <a16:colId xmlns:a16="http://schemas.microsoft.com/office/drawing/2014/main" val="401464588"/>
                    </a:ext>
                  </a:extLst>
                </a:gridCol>
              </a:tblGrid>
              <a:tr h="766511">
                <a:tc>
                  <a:txBody>
                    <a:bodyPr/>
                    <a:lstStyle/>
                    <a:p>
                      <a:pPr algn="r" rtl="1" fontAlgn="t"/>
                      <a:endParaRPr lang="en-GB" sz="1600" cap="none" spc="0" dirty="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1" cap="none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الكمية </a:t>
                      </a:r>
                    </a:p>
                  </a:txBody>
                  <a:tcPr marL="0" marR="80768" marT="40384" marB="4038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t"/>
                      <a:endParaRPr lang="en-GB" sz="1600" cap="none" spc="0" dirty="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1" cap="none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الوحدة </a:t>
                      </a:r>
                    </a:p>
                  </a:txBody>
                  <a:tcPr marL="0" marR="80768" marT="40384" marB="4038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t"/>
                      <a:endParaRPr lang="en-GB" sz="1600" cap="none" spc="0" dirty="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1" cap="none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الاختصار </a:t>
                      </a:r>
                    </a:p>
                  </a:txBody>
                  <a:tcPr marL="0" marR="80768" marT="40384" marB="4038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t"/>
                      <a:endParaRPr lang="en-GB" sz="1600" cap="none" spc="0" dirty="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1" cap="none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التحول </a:t>
                      </a:r>
                    </a:p>
                  </a:txBody>
                  <a:tcPr marL="0" marR="80768" marT="40384" marB="40384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286696"/>
                  </a:ext>
                </a:extLst>
              </a:tr>
              <a:tr h="747305"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3663" indent="0" algn="ctr" rtl="1" fontAlgn="base"/>
                      <a:r>
                        <a:rPr lang="ar-EG" sz="1600" b="0" cap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الطول </a:t>
                      </a:r>
                    </a:p>
                  </a:txBody>
                  <a:tcPr marL="0" marR="80768" marT="40384" marB="40384"/>
                </a:tc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0" cap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متر/ سنتيمتر​ </a:t>
                      </a:r>
                    </a:p>
                  </a:txBody>
                  <a:tcPr marL="0" marR="80768" marT="40384" marB="40384"/>
                </a:tc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0" cap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م/سم </a:t>
                      </a:r>
                    </a:p>
                  </a:txBody>
                  <a:tcPr marL="0" marR="80768" marT="40384" marB="40384"/>
                </a:tc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0" cap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متر = 100 سم </a:t>
                      </a:r>
                    </a:p>
                  </a:txBody>
                  <a:tcPr marL="0" marR="80768" marT="40384" marB="40384"/>
                </a:tc>
                <a:extLst>
                  <a:ext uri="{0D108BD9-81ED-4DB2-BD59-A6C34878D82A}">
                    <a16:rowId xmlns:a16="http://schemas.microsoft.com/office/drawing/2014/main" val="1412956241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0" cap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درجة الحرارة </a:t>
                      </a:r>
                    </a:p>
                  </a:txBody>
                  <a:tcPr marL="0" marR="80768" marT="40384" marB="40384"/>
                </a:tc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0" cap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درجة مئوية/فهرنهايت </a:t>
                      </a:r>
                    </a:p>
                  </a:txBody>
                  <a:tcPr marL="0" marR="80768" marT="40384" marB="40384"/>
                </a:tc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0" cap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درجة مئوية/فهرنهايت </a:t>
                      </a:r>
                    </a:p>
                  </a:txBody>
                  <a:tcPr marL="0" marR="80768" marT="40384" marB="40384"/>
                </a:tc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0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فهرنهايت = </a:t>
                      </a:r>
                      <a:br>
                        <a:rPr lang="ar-EG" sz="1600" b="0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ar-EG" sz="1600" b="0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(درجة مئوية × 9/5) + 32 </a:t>
                      </a:r>
                    </a:p>
                  </a:txBody>
                  <a:tcPr marL="0" marR="80768" marT="40384" marB="40384"/>
                </a:tc>
                <a:extLst>
                  <a:ext uri="{0D108BD9-81ED-4DB2-BD59-A6C34878D82A}">
                    <a16:rowId xmlns:a16="http://schemas.microsoft.com/office/drawing/2014/main" val="1150274322"/>
                  </a:ext>
                </a:extLst>
              </a:tr>
              <a:tr h="503288"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0" cap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الحجم </a:t>
                      </a:r>
                    </a:p>
                  </a:txBody>
                  <a:tcPr marL="0" marR="80768" marT="40384" marB="40384"/>
                </a:tc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0" cap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لتر/مليلتر  </a:t>
                      </a:r>
                    </a:p>
                  </a:txBody>
                  <a:tcPr marL="0" marR="80768" marT="40384" marB="40384"/>
                </a:tc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0" cap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ل/مل </a:t>
                      </a:r>
                    </a:p>
                  </a:txBody>
                  <a:tcPr marL="0" marR="80768" marT="40384" marB="40384"/>
                </a:tc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0" cap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ل = 1000 مل </a:t>
                      </a:r>
                    </a:p>
                  </a:txBody>
                  <a:tcPr marL="0" marR="80768" marT="40384" marB="40384"/>
                </a:tc>
                <a:extLst>
                  <a:ext uri="{0D108BD9-81ED-4DB2-BD59-A6C34878D82A}">
                    <a16:rowId xmlns:a16="http://schemas.microsoft.com/office/drawing/2014/main" val="2086704815"/>
                  </a:ext>
                </a:extLst>
              </a:tr>
              <a:tr h="571864"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0" cap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الوزن </a:t>
                      </a:r>
                    </a:p>
                  </a:txBody>
                  <a:tcPr marL="0" marR="80768" marT="40384" marB="40384"/>
                </a:tc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0" cap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كيلوجرام/جرام </a:t>
                      </a:r>
                    </a:p>
                  </a:txBody>
                  <a:tcPr marL="0" marR="80768" marT="40384" marB="40384"/>
                </a:tc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0" cap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جم/كجم​ </a:t>
                      </a:r>
                    </a:p>
                  </a:txBody>
                  <a:tcPr marL="0" marR="80768" marT="40384" marB="40384"/>
                </a:tc>
                <a:tc>
                  <a:txBody>
                    <a:bodyPr/>
                    <a:lstStyle/>
                    <a:p>
                      <a:pPr algn="r" rtl="1" fontAlgn="t"/>
                      <a:endParaRPr lang="en-GB" sz="1600" b="0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1" fontAlgn="base"/>
                      <a:r>
                        <a:rPr lang="ar-EG" sz="1600" b="0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كجم = </a:t>
                      </a:r>
                      <a:br>
                        <a:rPr lang="ar-EG" sz="1600" b="0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ar-EG" sz="1600" b="0" cap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 جم </a:t>
                      </a:r>
                    </a:p>
                  </a:txBody>
                  <a:tcPr marL="0" marR="80768" marT="40384" marB="40384"/>
                </a:tc>
                <a:extLst>
                  <a:ext uri="{0D108BD9-81ED-4DB2-BD59-A6C34878D82A}">
                    <a16:rowId xmlns:a16="http://schemas.microsoft.com/office/drawing/2014/main" val="2478885172"/>
                  </a:ext>
                </a:extLst>
              </a:tr>
            </a:tbl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83685E9-45BA-68A6-5C53-6A1D282B08E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24983629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طرق الطهي (1)</a:t>
            </a:r>
          </a:p>
        </p:txBody>
      </p:sp>
      <p:sp>
        <p:nvSpPr>
          <p:cNvPr id="34825" name="Text Placeholder 2">
            <a:extLst>
              <a:ext uri="{FF2B5EF4-FFF2-40B4-BE49-F238E27FC236}">
                <a16:creationId xmlns:a16="http://schemas.microsoft.com/office/drawing/2014/main" id="{90F11B51-B0B3-C4D9-F9B1-EB8EC191B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6613" y="2675700"/>
            <a:ext cx="4040188" cy="1233000"/>
          </a:xfrm>
        </p:spPr>
        <p:txBody>
          <a:bodyPr/>
          <a:lstStyle/>
          <a:p>
            <a:r>
              <a:rPr lang="ar-EG" sz="2400" b="0" dirty="0"/>
              <a:t>يمكن تناول بعض المكونات نيئة وبعضها الآخر يحتاج إلى الطهي </a:t>
            </a:r>
            <a:br>
              <a:rPr lang="ar-EG" sz="2400" b="0" dirty="0"/>
            </a:br>
            <a:r>
              <a:rPr lang="ar-EG" sz="2400" b="0" dirty="0"/>
              <a:t>من أجل:</a:t>
            </a:r>
          </a:p>
          <a:p>
            <a:endParaRPr lang="en-US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55741" y="3427986"/>
            <a:ext cx="4040188" cy="303155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ar-EG" sz="2600"/>
              <a:t>تَطْيِيب وتحسين وتغيير النكهة</a:t>
            </a:r>
          </a:p>
          <a:p>
            <a:pPr>
              <a:lnSpc>
                <a:spcPct val="90000"/>
              </a:lnSpc>
            </a:pPr>
            <a:r>
              <a:rPr lang="ar-EG" sz="2600"/>
              <a:t>القضاء على البكتيريا الضارة</a:t>
            </a:r>
          </a:p>
          <a:p>
            <a:pPr>
              <a:lnSpc>
                <a:spcPct val="90000"/>
              </a:lnSpc>
            </a:pPr>
            <a:r>
              <a:rPr lang="ar-EG" sz="2600"/>
              <a:t>إطالة صلاحية بعض المكونات</a:t>
            </a:r>
            <a:r>
              <a:rPr lang="en-US" sz="2600"/>
              <a:t> </a:t>
            </a:r>
          </a:p>
          <a:p>
            <a:pPr>
              <a:lnSpc>
                <a:spcPct val="90000"/>
              </a:lnSpc>
            </a:pPr>
            <a:r>
              <a:rPr lang="ar-EG" sz="2600"/>
              <a:t>تحسين هضم الأطعمة وشكلها.</a:t>
            </a:r>
          </a:p>
          <a:p>
            <a:pPr indent="0">
              <a:lnSpc>
                <a:spcPct val="90000"/>
              </a:lnSpc>
            </a:pPr>
            <a:endParaRPr lang="en-GB" altLang="en-US" sz="2000" dirty="0"/>
          </a:p>
          <a:p>
            <a:pPr marL="685800">
              <a:lnSpc>
                <a:spcPct val="90000"/>
              </a:lnSpc>
            </a:pPr>
            <a:endParaRPr lang="en-GB" altLang="en-US" sz="2000" dirty="0"/>
          </a:p>
        </p:txBody>
      </p:sp>
      <p:sp>
        <p:nvSpPr>
          <p:cNvPr id="34827" name="Text Placeholder 4">
            <a:extLst>
              <a:ext uri="{FF2B5EF4-FFF2-40B4-BE49-F238E27FC236}">
                <a16:creationId xmlns:a16="http://schemas.microsoft.com/office/drawing/2014/main" id="{A177B198-2D60-DF60-DDDD-C67577FDA9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7199" y="2196000"/>
            <a:ext cx="4041775" cy="1369800"/>
          </a:xfrm>
        </p:spPr>
        <p:txBody>
          <a:bodyPr/>
          <a:lstStyle/>
          <a:p>
            <a:r>
              <a:rPr lang="ar-EG" sz="2400" b="0"/>
              <a:t>طهي المكونات التي تتأثر بما يلي: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6156C7-ED19-EA30-C6B6-36F736880507}"/>
              </a:ext>
            </a:extLst>
          </p:cNvPr>
          <p:cNvSpPr txBox="1"/>
          <p:nvPr/>
        </p:nvSpPr>
        <p:spPr bwMode="auto">
          <a:xfrm>
            <a:off x="446482" y="3070416"/>
            <a:ext cx="4041775" cy="2020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indent="-28575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/>
              <a:t>كيفية استخدام الحرارة</a:t>
            </a:r>
          </a:p>
          <a:p>
            <a:pPr marL="285750" indent="-28575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/>
              <a:t>مدة استخدام الحرارة</a:t>
            </a:r>
          </a:p>
          <a:p>
            <a:pPr marL="285750" indent="-28575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/>
              <a:t>درجة الحرارة</a:t>
            </a:r>
            <a:r>
              <a:rPr lang="ar-EG" sz="2200"/>
              <a:t>.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24E775-4D56-E632-7A03-810A96E7280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222861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طرق الطهي (2)</a:t>
            </a:r>
          </a:p>
        </p:txBody>
      </p:sp>
      <p:sp>
        <p:nvSpPr>
          <p:cNvPr id="34831" name="Content Placeholder 2">
            <a:extLst>
              <a:ext uri="{FF2B5EF4-FFF2-40B4-BE49-F238E27FC236}">
                <a16:creationId xmlns:a16="http://schemas.microsoft.com/office/drawing/2014/main" id="{4E3ECE8C-2D5A-5611-C1B4-F9C0D0708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504" y="2564904"/>
            <a:ext cx="2880320" cy="3805585"/>
          </a:xfrm>
        </p:spPr>
        <p:txBody>
          <a:bodyPr/>
          <a:lstStyle/>
          <a:p>
            <a:pPr marL="0" indent="0">
              <a:buNone/>
            </a:pPr>
            <a:r>
              <a:rPr lang="ar-EG"/>
              <a:t>تستلزم كل طريقة معدات مناسبة تكون آمنة ونظيفة وفي حالة جيدة.</a:t>
            </a:r>
            <a:r>
              <a:rPr lang="en-US"/>
              <a:t> </a:t>
            </a:r>
          </a:p>
          <a:p>
            <a:endParaRPr lang="en-US" dirty="0"/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4C8F1A1A-2744-CCB2-7301-CE84C409FCE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29316785"/>
              </p:ext>
            </p:extLst>
          </p:nvPr>
        </p:nvGraphicFramePr>
        <p:xfrm>
          <a:off x="3131840" y="2227990"/>
          <a:ext cx="5453224" cy="402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D345D83-D33D-531E-BBF3-6CC1B1EE717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733389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68848" y="1972290"/>
            <a:ext cx="8208712" cy="4392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 rtl="1" fontAlgn="base"/>
            <a:r>
              <a:rPr lang="ar-EG" sz="2200" b="1" dirty="0">
                <a:solidFill>
                  <a:srgbClr val="000000"/>
                </a:solidFill>
              </a:rPr>
              <a:t>حلوى</a:t>
            </a:r>
            <a:r>
              <a:rPr lang="ar-EG" sz="2200" b="1" i="0" dirty="0">
                <a:solidFill>
                  <a:srgbClr val="000000"/>
                </a:solidFill>
                <a:latin typeface="Arial" panose="020B0604020202020204" pitchFamily="34" charset="0"/>
              </a:rPr>
              <a:t> بطبقة خارجية </a:t>
            </a:r>
            <a:r>
              <a:rPr lang="ar-EG" sz="2200" i="0" dirty="0">
                <a:solidFill>
                  <a:srgbClr val="000000"/>
                </a:solidFill>
                <a:latin typeface="Arial" panose="020B0604020202020204" pitchFamily="34" charset="0"/>
              </a:rPr>
              <a:t>–</a:t>
            </a:r>
            <a:r>
              <a:rPr lang="en-US" sz="2200" b="1" i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ar-EG" sz="2200" b="0" i="0" dirty="0">
                <a:solidFill>
                  <a:srgbClr val="000000"/>
                </a:solidFill>
                <a:latin typeface="Arial" panose="020B0604020202020204" pitchFamily="34" charset="0"/>
              </a:rPr>
              <a:t>مثل تقليب </a:t>
            </a:r>
            <a:r>
              <a:rPr lang="ar-EG" sz="2200" b="0" i="0" dirty="0" err="1">
                <a:solidFill>
                  <a:srgbClr val="000000"/>
                </a:solidFill>
                <a:latin typeface="Arial" panose="020B0604020202020204" pitchFamily="34" charset="0"/>
              </a:rPr>
              <a:t>الدونتس</a:t>
            </a:r>
            <a:r>
              <a:rPr lang="ar-EG" sz="2200" b="0" i="0" dirty="0">
                <a:solidFill>
                  <a:srgbClr val="000000"/>
                </a:solidFill>
                <a:latin typeface="Arial" panose="020B0604020202020204" pitchFamily="34" charset="0"/>
              </a:rPr>
              <a:t> في السكر </a:t>
            </a:r>
          </a:p>
          <a:p>
            <a:pPr algn="r" rtl="1" fontAlgn="base"/>
            <a:r>
              <a:rPr lang="ar-EG" sz="2200" b="1" i="0" dirty="0">
                <a:solidFill>
                  <a:srgbClr val="000000"/>
                </a:solidFill>
                <a:latin typeface="Arial" panose="020B0604020202020204" pitchFamily="34" charset="0"/>
              </a:rPr>
              <a:t>وضع السكر الخفيف </a:t>
            </a:r>
            <a:r>
              <a:rPr lang="ar-EG" sz="2200" i="0" dirty="0">
                <a:solidFill>
                  <a:srgbClr val="000000"/>
                </a:solidFill>
                <a:latin typeface="Arial" panose="020B0604020202020204" pitchFamily="34" charset="0"/>
              </a:rPr>
              <a:t>–</a:t>
            </a:r>
            <a:r>
              <a:rPr lang="en-US" sz="2200" b="1" i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ar-EG" sz="2200" b="0" i="0" dirty="0">
                <a:solidFill>
                  <a:srgbClr val="000000"/>
                </a:solidFill>
                <a:latin typeface="Arial" panose="020B0604020202020204" pitchFamily="34" charset="0"/>
              </a:rPr>
              <a:t>غربلة السكر البودرة فوق الكيك</a:t>
            </a:r>
          </a:p>
          <a:p>
            <a:pPr algn="r" rtl="1" fontAlgn="base"/>
            <a:r>
              <a:rPr lang="ar-EG" sz="2200" b="1" dirty="0">
                <a:solidFill>
                  <a:srgbClr val="000000"/>
                </a:solidFill>
              </a:rPr>
              <a:t>كريمة</a:t>
            </a:r>
            <a:r>
              <a:rPr lang="ar-EG" sz="2200" b="1" i="0" dirty="0">
                <a:solidFill>
                  <a:srgbClr val="000000"/>
                </a:solidFill>
                <a:latin typeface="Arial" panose="020B0604020202020204" pitchFamily="34" charset="0"/>
              </a:rPr>
              <a:t> التزيين </a:t>
            </a:r>
            <a:r>
              <a:rPr lang="ar-EG" sz="2200" i="0" dirty="0">
                <a:solidFill>
                  <a:srgbClr val="000000"/>
                </a:solidFill>
                <a:latin typeface="Arial" panose="020B0604020202020204" pitchFamily="34" charset="0"/>
              </a:rPr>
              <a:t>–</a:t>
            </a:r>
            <a:r>
              <a:rPr lang="en-US" sz="2200" b="1" i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ar-EG" sz="2200" b="0" i="0" dirty="0">
                <a:solidFill>
                  <a:srgbClr val="000000"/>
                </a:solidFill>
                <a:latin typeface="Arial" panose="020B0604020202020204" pitchFamily="34" charset="0"/>
              </a:rPr>
              <a:t>تستخدم لتغطية الكيك أو للتزيين</a:t>
            </a:r>
            <a:r>
              <a:rPr lang="en-US" sz="2200" b="0" i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 algn="r" rtl="1" fontAlgn="base"/>
            <a:r>
              <a:rPr lang="ar-EG" sz="2200" b="1" i="0" dirty="0">
                <a:solidFill>
                  <a:srgbClr val="000000"/>
                </a:solidFill>
                <a:latin typeface="Arial" panose="020B0604020202020204" pitchFamily="34" charset="0"/>
              </a:rPr>
              <a:t>الرش </a:t>
            </a:r>
            <a:r>
              <a:rPr lang="ar-EG" sz="2200" i="0" dirty="0">
                <a:solidFill>
                  <a:srgbClr val="000000"/>
                </a:solidFill>
                <a:latin typeface="Arial" panose="020B0604020202020204" pitchFamily="34" charset="0"/>
              </a:rPr>
              <a:t>–</a:t>
            </a:r>
            <a:r>
              <a:rPr lang="en-US" sz="2200" b="1" i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ar-EG" sz="2200" i="0" dirty="0">
                <a:solidFill>
                  <a:srgbClr val="000000"/>
                </a:solidFill>
                <a:latin typeface="Arial" panose="020B0604020202020204" pitchFamily="34" charset="0"/>
              </a:rPr>
              <a:t>نشر برش الشوكولاتة فوق </a:t>
            </a:r>
            <a:r>
              <a:rPr lang="ar-EG" sz="2200" i="0" dirty="0" err="1">
                <a:solidFill>
                  <a:srgbClr val="000000"/>
                </a:solidFill>
                <a:latin typeface="Arial" panose="020B0604020202020204" pitchFamily="34" charset="0"/>
              </a:rPr>
              <a:t>الجاتو</a:t>
            </a:r>
            <a:endParaRPr lang="ar-EG" sz="2200" i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r" rtl="1" fontAlgn="base"/>
            <a:r>
              <a:rPr lang="ar-EG" sz="2200" b="1" dirty="0">
                <a:solidFill>
                  <a:srgbClr val="000000"/>
                </a:solidFill>
              </a:rPr>
              <a:t>التقدي</a:t>
            </a:r>
            <a:r>
              <a:rPr lang="ar-EG" sz="2200" b="1" i="0" dirty="0">
                <a:solidFill>
                  <a:srgbClr val="000000"/>
                </a:solidFill>
                <a:latin typeface="Arial" panose="020B0604020202020204" pitchFamily="34" charset="0"/>
              </a:rPr>
              <a:t>م </a:t>
            </a:r>
            <a:r>
              <a:rPr lang="ar-EG" sz="2200" i="0" dirty="0">
                <a:solidFill>
                  <a:srgbClr val="000000"/>
                </a:solidFill>
                <a:latin typeface="Arial" panose="020B0604020202020204" pitchFamily="34" charset="0"/>
              </a:rPr>
              <a:t>–</a:t>
            </a:r>
            <a:r>
              <a:rPr lang="en-US" sz="2200" b="1" i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ar-EG" sz="2200" i="0" dirty="0">
                <a:solidFill>
                  <a:srgbClr val="000000"/>
                </a:solidFill>
                <a:latin typeface="Arial" panose="020B0604020202020204" pitchFamily="34" charset="0"/>
              </a:rPr>
              <a:t>سيشمل ذلك وضع طبقة نهائية والتزيين لجعل المنتج جاهزًا للعميل.</a:t>
            </a:r>
          </a:p>
          <a:p>
            <a:pPr marL="0" indent="0" algn="r" rtl="1" fontAlgn="base">
              <a:buNone/>
            </a:pPr>
            <a:r>
              <a:rPr lang="ar-EG" sz="2200" b="0" i="0" dirty="0">
                <a:solidFill>
                  <a:srgbClr val="000000"/>
                </a:solidFill>
                <a:latin typeface="Arial" panose="020B0604020202020204" pitchFamily="34" charset="0"/>
              </a:rPr>
              <a:t>تعتبر إضافة التجهيزات الأخيرة قبل تقديمها للعميل مرحلة مهمة في الإعداد.</a:t>
            </a:r>
            <a:r>
              <a:rPr lang="en-US" sz="2200" b="0" i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 marL="0" indent="0" algn="r" rtl="1" fontAlgn="base">
              <a:buNone/>
            </a:pPr>
            <a:r>
              <a:rPr lang="ar-EG" sz="2200" b="0" i="0" dirty="0">
                <a:solidFill>
                  <a:srgbClr val="000000"/>
                </a:solidFill>
                <a:latin typeface="Arial" panose="020B0604020202020204" pitchFamily="34" charset="0"/>
              </a:rPr>
              <a:t>يتعين إضافة اللمسات الأخيرة وفقًا للمواصفات المحددة ومتطلبات العملاء للوفاء </a:t>
            </a:r>
            <a:br>
              <a:rPr lang="ar-EG" sz="2200" b="0" i="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ar-EG" sz="2200" b="0" i="0" dirty="0">
                <a:solidFill>
                  <a:srgbClr val="000000"/>
                </a:solidFill>
                <a:latin typeface="Arial" panose="020B0604020202020204" pitchFamily="34" charset="0"/>
              </a:rPr>
              <a:t>بمعايير العمل الفردية. </a:t>
            </a:r>
            <a:r>
              <a:rPr lang="ar-EG" sz="2000" b="0" i="0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طرق التجهيز النهائي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C1CFB0-F954-CBAF-F7CC-899803E59FA1}"/>
              </a:ext>
            </a:extLst>
          </p:cNvPr>
          <p:cNvSpPr txBox="1"/>
          <p:nvPr/>
        </p:nvSpPr>
        <p:spPr>
          <a:xfrm>
            <a:off x="109126" y="6149334"/>
            <a:ext cx="86698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ar-EG" sz="2200" b="1"/>
              <a:t>سؤال: </a:t>
            </a:r>
            <a:r>
              <a:rPr lang="ar-EG" sz="2200"/>
              <a:t>ما سبب ضرورة أن تكون طبقات الزينة صالحة للأكل؟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368A69-DF6A-0C54-D99E-B2C32A185A3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69865144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265" y="1100522"/>
            <a:ext cx="6059015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اتباع الوصفات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808529" y="2500619"/>
            <a:ext cx="3847422" cy="399330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يُراعى خلال الجلسات العملية اختيار واستخدام المعدات المناسبة التي ستحقق النتيجة النهائية المطلوبة </a:t>
            </a:r>
            <a:b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</a:br>
            <a: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مع ضمان الحفاظ على السلامة.</a:t>
            </a:r>
          </a:p>
          <a:p>
            <a:endParaRPr lang="en-US" altLang="en-US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427A3-39D2-A567-0370-86CF6A3659A5}"/>
              </a:ext>
            </a:extLst>
          </p:cNvPr>
          <p:cNvSpPr txBox="1"/>
          <p:nvPr/>
        </p:nvSpPr>
        <p:spPr>
          <a:xfrm>
            <a:off x="179513" y="2492896"/>
            <a:ext cx="46290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يُراعى دائمًا اتباع الوصفات واستخدامها، </a:t>
            </a:r>
            <a:b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</a:br>
            <a: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مما يضمن أن المنتج النهائي سيحقق </a:t>
            </a:r>
            <a:b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</a:br>
            <a: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النتائج المرجوة.</a:t>
            </a:r>
          </a:p>
          <a:p>
            <a:endParaRPr lang="en-US" sz="2400" dirty="0">
              <a:ea typeface="Arial" charset="0"/>
            </a:endParaRPr>
          </a:p>
          <a:p>
            <a:pPr lvl="0"/>
            <a:r>
              <a:rPr lang="ar-EG" sz="2400" dirty="0">
                <a:latin typeface="Arial" panose="020B0604020202020204" pitchFamily="34" charset="0"/>
                <a:cs typeface="Arial" panose="020B0604020202020204" pitchFamily="34" charset="0"/>
              </a:rPr>
              <a:t>يُراعى أن تحتوي الوصفة على:</a:t>
            </a:r>
          </a:p>
          <a:p>
            <a:pPr marL="354013" lvl="1" indent="-342900">
              <a:buFont typeface="Wingdings" panose="05000000000000000000" pitchFamily="2" charset="2"/>
              <a:buChar char="§"/>
            </a:pPr>
            <a:r>
              <a:rPr lang="ar-EG" sz="2400" dirty="0"/>
              <a:t>طريقة </a:t>
            </a:r>
            <a:r>
              <a:rPr lang="ar-EG" sz="2400" dirty="0">
                <a:latin typeface="Arial" panose="020B0604020202020204" pitchFamily="34" charset="0"/>
                <a:cs typeface="Arial" panose="020B0604020202020204" pitchFamily="34" charset="0"/>
              </a:rPr>
              <a:t>الجمع بين المكونات</a:t>
            </a:r>
          </a:p>
          <a:p>
            <a:pPr marL="354013" lvl="1" indent="-342900">
              <a:buFont typeface="Wingdings" panose="05000000000000000000" pitchFamily="2" charset="2"/>
              <a:buChar char="§"/>
            </a:pPr>
            <a:r>
              <a:rPr lang="ar-EG" sz="2400" dirty="0"/>
              <a:t>الأوزان والمقاييس</a:t>
            </a:r>
          </a:p>
          <a:p>
            <a:pPr marL="354013" lvl="1" indent="-342900">
              <a:buFont typeface="Wingdings" panose="05000000000000000000" pitchFamily="2" charset="2"/>
              <a:buChar char="§"/>
            </a:pPr>
            <a:r>
              <a:rPr lang="ar-EG" sz="2400" dirty="0"/>
              <a:t>د</a:t>
            </a:r>
            <a:r>
              <a:rPr lang="ar-EG" sz="2400" dirty="0">
                <a:latin typeface="Arial" panose="020B0604020202020204" pitchFamily="34" charset="0"/>
                <a:cs typeface="Arial" panose="020B0604020202020204" pitchFamily="34" charset="0"/>
              </a:rPr>
              <a:t>رجات الحرار</a:t>
            </a:r>
            <a:r>
              <a:rPr lang="ar-EG" sz="2400" dirty="0"/>
              <a:t>ة</a:t>
            </a:r>
          </a:p>
          <a:p>
            <a:pPr marL="354013" lvl="1" indent="-342900">
              <a:buFont typeface="Wingdings" panose="05000000000000000000" pitchFamily="2" charset="2"/>
              <a:buChar char="§"/>
            </a:pPr>
            <a:r>
              <a:rPr lang="ar-EG" sz="2400" dirty="0"/>
              <a:t>الوقت المستغرق لكل خطوة.</a:t>
            </a:r>
          </a:p>
          <a:p>
            <a:endParaRPr lang="en-US" sz="180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E5150C6-8EE0-6F6F-0B6C-89EFBAB90A1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2866115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درجات الحرارة الصحيحة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77E4E-E777-DB30-E4EE-60D0C81337E4}"/>
              </a:ext>
            </a:extLst>
          </p:cNvPr>
          <p:cNvSpPr txBox="1"/>
          <p:nvPr/>
        </p:nvSpPr>
        <p:spPr bwMode="auto">
          <a:xfrm>
            <a:off x="107504" y="2196001"/>
            <a:ext cx="4388296" cy="40241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20000"/>
              </a:spcBef>
            </a:pPr>
            <a:r>
              <a:rPr lang="ar-EG" sz="2400" dirty="0"/>
              <a:t>للمكونات والأطعمة المتنوعة متطلبات وأوقات طهي مختلفة.</a:t>
            </a:r>
            <a:r>
              <a:rPr lang="en-US" sz="2400" dirty="0"/>
              <a:t> </a:t>
            </a:r>
          </a:p>
          <a:p>
            <a:pPr>
              <a:spcBef>
                <a:spcPct val="20000"/>
              </a:spcBef>
            </a:pPr>
            <a:r>
              <a:rPr lang="ar-EG" sz="2400" dirty="0"/>
              <a:t>يؤدي استخدام درجات الحرارة الصحيحة عند طهي الطعام إلى تحقيق النتيجة المرجوة، كما يحافظ على سلامة الطعام.</a:t>
            </a:r>
            <a:r>
              <a:rPr lang="en-US" sz="2400" dirty="0"/>
              <a:t> </a:t>
            </a:r>
          </a:p>
          <a:p>
            <a:pPr>
              <a:spcBef>
                <a:spcPct val="20000"/>
              </a:spcBef>
            </a:pPr>
            <a:r>
              <a:rPr lang="ar-EG" sz="2400" dirty="0"/>
              <a:t>إليك دليل لدرجات الحرارة التي ستُستخدم.</a:t>
            </a: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3642D4B6-4BF6-9973-3C7C-BDA936977F7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43198467"/>
              </p:ext>
            </p:extLst>
          </p:nvPr>
        </p:nvGraphicFramePr>
        <p:xfrm>
          <a:off x="4648199" y="2196001"/>
          <a:ext cx="4027487" cy="402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9489B50-ADAD-B43A-491F-966FAC2246C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351725287"/>
      </p:ext>
    </p:extLst>
  </p:cSld>
  <p:clrMapOvr>
    <a:masterClrMapping/>
  </p:clrMapOvr>
  <p:transition>
    <p:sndAc>
      <p:stSnd>
        <p:snd r:embed="rId3" name="click.wav"/>
      </p:stSnd>
    </p:sndAc>
  </p:transition>
  <p:extLst>
    <p:ext uri="{6950BFC3-D8DA-4A85-94F7-54DA5524770B}">
      <p188:commentRel xmlns:p188="http://schemas.microsoft.com/office/powerpoint/2018/8/main" r:id="rId4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3649" y="2060848"/>
            <a:ext cx="8208712" cy="44284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11113">
              <a:buFont typeface="Wingdings" panose="05000000000000000000" pitchFamily="2" charset="2"/>
              <a:buNone/>
            </a:pPr>
            <a:r>
              <a:rPr lang="ar-EG" dirty="0"/>
              <a:t>يُراعى خلال عملية التحضير اتباع ممارسات الطهي ووضع اللمسات النهائية لسلامة الطعام.</a:t>
            </a:r>
            <a:r>
              <a:rPr lang="en-US" dirty="0"/>
              <a:t> </a:t>
            </a:r>
            <a:r>
              <a:rPr lang="ar-EG" dirty="0"/>
              <a:t>فيما يلي بعض الأمثلة:</a:t>
            </a:r>
          </a:p>
          <a:p>
            <a:pPr marL="354013"/>
            <a:r>
              <a:rPr lang="ar-EG" dirty="0"/>
              <a:t>التخزين المناسب للمكونات والمعدات</a:t>
            </a:r>
          </a:p>
          <a:p>
            <a:pPr marL="354013"/>
            <a:r>
              <a:rPr lang="ar-EG" dirty="0"/>
              <a:t>تجنب حدوث التلوث</a:t>
            </a:r>
          </a:p>
          <a:p>
            <a:pPr marL="354013"/>
            <a:r>
              <a:rPr lang="ar-EG" dirty="0"/>
              <a:t>الوعي بمسببات الحساسية</a:t>
            </a:r>
          </a:p>
          <a:p>
            <a:pPr marL="354013"/>
            <a:r>
              <a:rPr lang="ar-EG" dirty="0"/>
              <a:t>ارتداء زي نظيف ومناسب</a:t>
            </a:r>
          </a:p>
          <a:p>
            <a:pPr marL="354013"/>
            <a:r>
              <a:rPr lang="ar-EG" dirty="0"/>
              <a:t>غسل اليدين بانتظام</a:t>
            </a:r>
          </a:p>
          <a:p>
            <a:pPr marL="354013"/>
            <a:r>
              <a:rPr lang="ar-EG" dirty="0"/>
              <a:t>إجراء فحوصات السلامة والنظافة وتوثيقها، مثل نقاط التحكم الحرجة </a:t>
            </a:r>
            <a:br>
              <a:rPr lang="ar-EG" dirty="0"/>
            </a:br>
            <a:r>
              <a:rPr lang="ar-EG" dirty="0"/>
              <a:t>ودرجات الحرارة.</a:t>
            </a:r>
            <a:r>
              <a:rPr lang="en-US" dirty="0"/>
              <a:t> </a:t>
            </a:r>
          </a:p>
          <a:p>
            <a:pPr marL="685800"/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ممارسات السلامة والنظافة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76AA50C-980B-6A0C-1391-F557569A403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18590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24633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 b="1"/>
              <a:t>هدف التعلم ج</a:t>
            </a:r>
            <a:br>
              <a:rPr lang="ar-EG" sz="2400"/>
            </a:br>
            <a:br>
              <a:rPr lang="ar-EG" sz="2400"/>
            </a:br>
            <a:endParaRPr lang="ar-EG" sz="240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475308" y="3861048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dirty="0"/>
              <a:t>كيفية التحقق من المعجنات والحلويات التي تعدها.</a:t>
            </a:r>
          </a:p>
          <a:p>
            <a:r>
              <a:rPr lang="ar-EG" dirty="0"/>
              <a:t>كيفية مراجعة أدائك.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850946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4400" dirty="0">
                <a:solidFill>
                  <a:srgbClr val="000000"/>
                </a:solidFill>
                <a:ea typeface="Verdana" panose="020B0604030504040204" pitchFamily="34" charset="0"/>
              </a:rPr>
              <a:t>مراجعة أدائك الخاص والمنتج النهائي </a:t>
            </a:r>
            <a:br>
              <a:rPr lang="ar-EG" sz="4400" dirty="0">
                <a:solidFill>
                  <a:srgbClr val="000000"/>
                </a:solidFill>
                <a:ea typeface="Verdana" panose="020B0604030504040204" pitchFamily="34" charset="0"/>
              </a:rPr>
            </a:br>
            <a:r>
              <a:rPr lang="ar-EG" sz="4400" dirty="0">
                <a:solidFill>
                  <a:srgbClr val="000000"/>
                </a:solidFill>
                <a:ea typeface="Verdana" panose="020B0604030504040204" pitchFamily="34" charset="0"/>
              </a:rPr>
              <a:t>من المعجنات والحلويات </a:t>
            </a:r>
            <a:r>
              <a:rPr lang="en-US" sz="4400" dirty="0"/>
              <a:t> </a:t>
            </a:r>
          </a:p>
          <a:p>
            <a:pPr algn="ctr"/>
            <a:endParaRPr lang="en-GB" altLang="en-US" sz="3600" b="1" dirty="0">
              <a:highlight>
                <a:srgbClr val="FFFF00"/>
              </a:highlight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9FF9739-4F2D-E7B7-C2EE-A12A29B7BA5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05355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راجع أداءك الخاص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8D7C2C-040A-36C9-6119-47CA37F80248}"/>
              </a:ext>
            </a:extLst>
          </p:cNvPr>
          <p:cNvSpPr txBox="1"/>
          <p:nvPr/>
        </p:nvSpPr>
        <p:spPr>
          <a:xfrm>
            <a:off x="323529" y="2113955"/>
            <a:ext cx="388843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400" dirty="0"/>
              <a:t>مراجعة ما يلي من البداية حتى </a:t>
            </a:r>
            <a:br>
              <a:rPr lang="ar-EG" sz="2400" dirty="0"/>
            </a:br>
            <a:r>
              <a:rPr lang="ar-EG" sz="2400" dirty="0"/>
              <a:t>نهاية المهام للحصول على صورة حقيقية للأداء: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EG" sz="2400" dirty="0"/>
              <a:t>التخطيط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EG" sz="2400" dirty="0"/>
              <a:t>التنظيم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EG" sz="2400" dirty="0"/>
              <a:t>التوقيت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EG" sz="2400" dirty="0"/>
              <a:t>طُرق العمل.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635F1-239F-7CA2-60AF-13B53E0F3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290" y="2132856"/>
            <a:ext cx="3888430" cy="399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ar-EG" dirty="0"/>
              <a:t>يدور هدف التعلم (ج) حول مراجعة المنتج النهائي والأداء.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ar-EG" dirty="0"/>
              <a:t>وضع الأسس بغرض التحسين </a:t>
            </a:r>
            <a:br>
              <a:rPr lang="ar-EG" dirty="0"/>
            </a:br>
            <a:r>
              <a:rPr lang="ar-EG" dirty="0"/>
              <a:t>واقتراح التوصيات للمستقبل.</a:t>
            </a:r>
          </a:p>
          <a:p>
            <a:endParaRPr lang="en-US" altLang="en-US" kern="0" dirty="0"/>
          </a:p>
          <a:p>
            <a:endParaRPr lang="en-US" altLang="en-US" kern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7E7E27-8BB9-8145-97EB-BB3ED9661BF7}"/>
              </a:ext>
            </a:extLst>
          </p:cNvPr>
          <p:cNvSpPr txBox="1"/>
          <p:nvPr/>
        </p:nvSpPr>
        <p:spPr>
          <a:xfrm>
            <a:off x="440801" y="5437942"/>
            <a:ext cx="80916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ar-EG" sz="2400" b="1"/>
              <a:t>سؤال: </a:t>
            </a:r>
            <a:r>
              <a:rPr lang="ar-EG" sz="2400"/>
              <a:t>ما هي أهم النقاط التي ينبغي أن تفكر بها عند مراجعة أدائك في الدروس العملية في رأيك؟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97CCB2B-47B9-2329-73E4-EC44F84FADD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71752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82047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مراجعة ممارسات العمل المهنية (1)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635F1-239F-7CA2-60AF-13B53E0F3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9" y="2492896"/>
            <a:ext cx="8496943" cy="399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ar-EG" sz="2600" dirty="0"/>
              <a:t>كونك محترفًا سيترك انطباعًا إيجابيًا على أعضاء فريقك وعملائك.</a:t>
            </a:r>
            <a:r>
              <a:rPr lang="en-US" sz="2600" dirty="0"/>
              <a:t> </a:t>
            </a:r>
            <a:br>
              <a:rPr lang="ar-EG" sz="2600" dirty="0"/>
            </a:br>
            <a:r>
              <a:rPr lang="ar-EG" sz="2600" dirty="0"/>
              <a:t>عند مراجعة ممارسات العمل المهنية، نعرض بعض النقاط التي ينبغي مراعاتها:</a:t>
            </a:r>
          </a:p>
          <a:p>
            <a:r>
              <a:rPr lang="ar-EG" sz="2600" b="1" dirty="0"/>
              <a:t>السلوك </a:t>
            </a:r>
            <a:r>
              <a:rPr lang="ar-EG" sz="2600" dirty="0"/>
              <a:t>- إيجابي، ومُحفز، ومفيد</a:t>
            </a:r>
          </a:p>
          <a:p>
            <a:r>
              <a:rPr lang="ar-EG" sz="2600" b="1" dirty="0"/>
              <a:t>الملابس والمظهر </a:t>
            </a:r>
            <a:r>
              <a:rPr lang="ar-EG" sz="2600" dirty="0"/>
              <a:t>- زي موحد مناسب وآمن وفقًا لمواصفات العمل، </a:t>
            </a:r>
            <a:br>
              <a:rPr lang="ar-EG" sz="2600" dirty="0"/>
            </a:br>
            <a:r>
              <a:rPr lang="ar-EG" sz="2600" dirty="0"/>
              <a:t>ومظهر نظيف ومرتب.</a:t>
            </a:r>
          </a:p>
          <a:p>
            <a:pPr marL="0" indent="0">
              <a:buNone/>
            </a:pPr>
            <a:endParaRPr lang="en-US" altLang="en-US" kern="0" dirty="0"/>
          </a:p>
          <a:p>
            <a:endParaRPr lang="en-US" altLang="en-US" kern="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D29A706-3B51-7AB1-E0B8-6383E9CC478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78534713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ar-EG" sz="2800" b="1">
                <a:solidFill>
                  <a:schemeClr val="tx2"/>
                </a:solidFill>
              </a:rPr>
              <a:t>مراجعة ممارسات العمل المهنية (2)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635F1-239F-7CA2-60AF-13B53E0F3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976" y="2196001"/>
            <a:ext cx="4464496" cy="40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ar-EG" sz="2600" b="1" dirty="0"/>
              <a:t>طرق تحضير الطعام </a:t>
            </a:r>
            <a:r>
              <a:rPr lang="ar-EG" sz="2600" dirty="0"/>
              <a:t>–</a:t>
            </a:r>
            <a:r>
              <a:rPr lang="en-US" sz="2600" b="1" dirty="0"/>
              <a:t> </a:t>
            </a:r>
            <a:r>
              <a:rPr lang="ar-EG" sz="2600" dirty="0"/>
              <a:t>تقييم مدى مهارتك وكفاءتك في اتباع الطرق المختارة.</a:t>
            </a:r>
          </a:p>
          <a:p>
            <a:r>
              <a:rPr lang="ar-EG" sz="2600" b="1" dirty="0"/>
              <a:t>إدارة الوقت والعمل تحت الضغط </a:t>
            </a:r>
            <a:r>
              <a:rPr lang="ar-EG" sz="2600" dirty="0"/>
              <a:t>–</a:t>
            </a:r>
            <a:r>
              <a:rPr lang="en-US" sz="2600" b="1" dirty="0"/>
              <a:t> </a:t>
            </a:r>
            <a:r>
              <a:rPr lang="ar-EG" sz="2600" dirty="0"/>
              <a:t>أمر ضروري في بيئة مزدحمة، </a:t>
            </a:r>
            <a:br>
              <a:rPr lang="ar-EG" sz="2600" dirty="0"/>
            </a:br>
            <a:r>
              <a:rPr lang="ar-EG" sz="2600" dirty="0"/>
              <a:t>وقد توجد مهام متزامنة يتم إكمالها </a:t>
            </a:r>
            <a:br>
              <a:rPr lang="ar-EG" sz="2600" dirty="0"/>
            </a:br>
            <a:r>
              <a:rPr lang="ar-EG" sz="2600" dirty="0"/>
              <a:t>في الوقت ذاته.</a:t>
            </a:r>
          </a:p>
          <a:p>
            <a:pPr marL="0" indent="0"/>
            <a:endParaRPr lang="en-US" altLang="en-US" sz="2200" kern="0" dirty="0"/>
          </a:p>
          <a:p>
            <a:endParaRPr lang="en-US" altLang="en-US" sz="2200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966D6A-AB6B-3386-B40D-5061C4D2099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2708920"/>
            <a:ext cx="3888432" cy="2592288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606F2D8-07A5-F38A-3265-3AE57A78792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141836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4400" b="1">
                <a:solidFill>
                  <a:schemeClr val="tx2"/>
                </a:solidFill>
              </a:rPr>
              <a:t>مراجعة جودة المنتجات.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79C606-C331-A611-D37C-D03C045C0369}"/>
              </a:ext>
            </a:extLst>
          </p:cNvPr>
          <p:cNvSpPr txBox="1"/>
          <p:nvPr/>
        </p:nvSpPr>
        <p:spPr bwMode="auto">
          <a:xfrm>
            <a:off x="-144016" y="2996952"/>
            <a:ext cx="4067944" cy="40241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0"/>
              </a:spcBef>
            </a:pPr>
            <a:r>
              <a:rPr lang="ar-EG" sz="2400" b="1" dirty="0"/>
              <a:t>سؤال: </a:t>
            </a:r>
            <a:r>
              <a:rPr lang="ar-EG" sz="2400" dirty="0"/>
              <a:t>فكّر في آخر قطعة معجنات </a:t>
            </a:r>
            <a:br>
              <a:rPr lang="ar-EG" sz="2400" dirty="0"/>
            </a:br>
            <a:r>
              <a:rPr lang="ar-EG" sz="2400" dirty="0"/>
              <a:t>أو حلويات تناولتها.</a:t>
            </a:r>
            <a:r>
              <a:rPr lang="en-US" sz="2400" dirty="0"/>
              <a:t> </a:t>
            </a:r>
          </a:p>
          <a:p>
            <a:pPr>
              <a:spcBef>
                <a:spcPts val="0"/>
              </a:spcBef>
            </a:pPr>
            <a:r>
              <a:rPr lang="ar-EG" sz="2400" dirty="0"/>
              <a:t>كيف سيتم تقييمها وفقا لنقاط الجودة؟</a:t>
            </a:r>
          </a:p>
        </p:txBody>
      </p:sp>
      <p:graphicFrame>
        <p:nvGraphicFramePr>
          <p:cNvPr id="3" name="TextBox 7">
            <a:extLst>
              <a:ext uri="{FF2B5EF4-FFF2-40B4-BE49-F238E27FC236}">
                <a16:creationId xmlns:a16="http://schemas.microsoft.com/office/drawing/2014/main" id="{0278E69B-CCE2-B041-ECEA-06945389FA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1423432"/>
              </p:ext>
            </p:extLst>
          </p:nvPr>
        </p:nvGraphicFramePr>
        <p:xfrm>
          <a:off x="4283968" y="2196001"/>
          <a:ext cx="4680520" cy="402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53182ED-F7C7-CF21-587E-7DCAF8EC241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4778687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التعليقات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ECA0FA0-DF47-A543-227F-449BCC0A7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2060848"/>
            <a:ext cx="4464496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ar-EG" dirty="0"/>
              <a:t>أوراق تحليل الأطباق:</a:t>
            </a:r>
          </a:p>
          <a:p>
            <a:pPr marL="269875" indent="-269875"/>
            <a:r>
              <a:rPr lang="ar-EG" dirty="0"/>
              <a:t>طريقة لطلب التعليقات على الطبق</a:t>
            </a:r>
          </a:p>
          <a:p>
            <a:pPr marL="269875" indent="-269875"/>
            <a:r>
              <a:rPr lang="ar-EG" dirty="0"/>
              <a:t>يُمكن مراجعة معايير الاستخدام مثل التقديم ودرجة الحرارة والرائحة والمذاق</a:t>
            </a:r>
          </a:p>
          <a:p>
            <a:pPr marL="269875" indent="-269875"/>
            <a:r>
              <a:rPr lang="ar-EG" dirty="0"/>
              <a:t>استخدم مقاييس مثل 1 (ضعيف جدًا) </a:t>
            </a:r>
            <a:br>
              <a:rPr lang="ar-EG" dirty="0"/>
            </a:br>
            <a:r>
              <a:rPr lang="ar-EG" dirty="0"/>
              <a:t>إلى 5 (ممتاز).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kern="0" dirty="0"/>
          </a:p>
          <a:p>
            <a:pPr indent="0" algn="ctr">
              <a:buFont typeface="Wingdings" panose="05000000000000000000" pitchFamily="2" charset="2"/>
              <a:buNone/>
            </a:pPr>
            <a:endParaRPr lang="en-GB" altLang="en-US" kern="0" dirty="0"/>
          </a:p>
          <a:p>
            <a:pPr marL="685800"/>
            <a:endParaRPr lang="en-GB" altLang="en-US" kern="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29FC968-0ECC-7FFC-7BDF-9E013D7B4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2060848"/>
            <a:ext cx="4464496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ar-EG" dirty="0"/>
              <a:t>طرق جمع التعليقات:</a:t>
            </a:r>
          </a:p>
          <a:p>
            <a:pPr marL="269875" indent="-269875"/>
            <a:r>
              <a:rPr lang="ar-EG" dirty="0"/>
              <a:t>بطاقات التعليقات</a:t>
            </a:r>
          </a:p>
          <a:p>
            <a:pPr marL="269875" indent="-269875"/>
            <a:r>
              <a:rPr lang="ar-EG" dirty="0"/>
              <a:t>الآراء عبر الإنترنت أو داخل المطعم.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ar-EG" dirty="0"/>
              <a:t>احرص على الحصول على تعليقات </a:t>
            </a:r>
            <a:br>
              <a:rPr lang="ar-EG" dirty="0"/>
            </a:br>
            <a:r>
              <a:rPr lang="ar-EG" dirty="0"/>
              <a:t>من المشرف والمدير المباشر والزميل والعميل، حيث سيكون لكل منهم رأيًا </a:t>
            </a:r>
            <a:br>
              <a:rPr lang="ar-EG" dirty="0"/>
            </a:br>
            <a:r>
              <a:rPr lang="ar-EG" dirty="0"/>
              <a:t>مختلفًا ومعرفة متخصصة.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kern="0" dirty="0"/>
          </a:p>
          <a:p>
            <a:pPr indent="0" algn="ctr">
              <a:buFont typeface="Wingdings" panose="05000000000000000000" pitchFamily="2" charset="2"/>
              <a:buNone/>
            </a:pPr>
            <a:endParaRPr lang="en-GB" altLang="en-US" kern="0" dirty="0"/>
          </a:p>
          <a:p>
            <a:pPr marL="685800"/>
            <a:endParaRPr lang="en-GB" altLang="en-US" kern="0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E3C3E3B-57BF-8D6E-B0E1-EB88AA75CEC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A103000359738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8568585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19" ma:contentTypeDescription="Create a new document." ma:contentTypeScope="" ma:versionID="c3fee6712a48a11fd6be67b8f79c7245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a4549148fe956aca9da82eed9feb7880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SharedWithUsers xmlns="7012c9df-7563-46f6-96ee-cebd66fd5577">
      <UserInfo>
        <DisplayName/>
        <AccountId xsi:nil="true"/>
        <AccountType/>
      </UserInfo>
    </SharedWithUsers>
    <MediaLengthInSeconds xmlns="f63d1639-2e8e-4dfe-b2d4-ff2deac92409" xsi:nil="true"/>
    <_Flow_SignoffStatus xmlns="f63d1639-2e8e-4dfe-b2d4-ff2deac92409" xsi:nil="true"/>
  </documentManagement>
</p:properties>
</file>

<file path=customXml/itemProps1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D6CA2D-C86F-4991-93E7-667DDD2D9EB3}"/>
</file>

<file path=customXml/itemProps3.xml><?xml version="1.0" encoding="utf-8"?>
<ds:datastoreItem xmlns:ds="http://schemas.openxmlformats.org/officeDocument/2006/customXml" ds:itemID="{67E9D454-7315-400C-82C3-C591BC45CB39}">
  <ds:schemaRefs>
    <ds:schemaRef ds:uri="http://schemas.microsoft.com/office/2006/metadata/properties"/>
    <ds:schemaRef ds:uri="http://schemas.microsoft.com/office/2006/documentManagement/types"/>
    <ds:schemaRef ds:uri="a26a0597-d0d1-4250-940c-88e9bf9d5597"/>
    <ds:schemaRef ds:uri="http://www.w3.org/XML/1998/namespace"/>
    <ds:schemaRef ds:uri="http://purl.org/dc/elements/1.1/"/>
    <ds:schemaRef ds:uri="6881431a-e3b2-481e-ba90-fae26e2fa83c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7c1bd8dc-4e40-424f-a15f-9ffcd522197f"/>
    <ds:schemaRef ds:uri="6125ffc9-2c56-435e-8267-1393444907b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9626</TotalTime>
  <Words>1802</Words>
  <Application>Microsoft Office PowerPoint</Application>
  <PresentationFormat>On-screen Show (4:3)</PresentationFormat>
  <Paragraphs>323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35</vt:i4>
      </vt:variant>
    </vt:vector>
  </HeadingPairs>
  <TitlesOfParts>
    <vt:vector size="50" baseType="lpstr">
      <vt:lpstr>Arial</vt:lpstr>
      <vt:lpstr>Calibri</vt:lpstr>
      <vt:lpstr>Courier New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16  المعجنات والحلويات   </vt:lpstr>
      <vt:lpstr>المعجنات والحلويات</vt:lpstr>
      <vt:lpstr>أهداف التعلم</vt:lpstr>
      <vt:lpstr>هدف التعلم أ  </vt:lpstr>
      <vt:lpstr>المعدات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ب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ج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131</cp:revision>
  <dcterms:created xsi:type="dcterms:W3CDTF">2020-07-15T07:14:47Z</dcterms:created>
  <dcterms:modified xsi:type="dcterms:W3CDTF">2023-11-21T12:51:39Z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Order">
    <vt:r8>13900600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MediaServiceImageTags">
    <vt:lpwstr/>
  </property>
</Properties>
</file>