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0"/>
  </p:notesMasterIdLst>
  <p:sldIdLst>
    <p:sldId id="256" r:id="rId14"/>
    <p:sldId id="257" r:id="rId15"/>
    <p:sldId id="258" r:id="rId16"/>
    <p:sldId id="272" r:id="rId17"/>
    <p:sldId id="305" r:id="rId18"/>
    <p:sldId id="355" r:id="rId19"/>
    <p:sldId id="311" r:id="rId20"/>
    <p:sldId id="338" r:id="rId21"/>
    <p:sldId id="312" r:id="rId22"/>
    <p:sldId id="357" r:id="rId23"/>
    <p:sldId id="315" r:id="rId24"/>
    <p:sldId id="358" r:id="rId25"/>
    <p:sldId id="359" r:id="rId26"/>
    <p:sldId id="306" r:id="rId27"/>
    <p:sldId id="307" r:id="rId28"/>
    <p:sldId id="360" r:id="rId29"/>
    <p:sldId id="341" r:id="rId30"/>
    <p:sldId id="361" r:id="rId31"/>
    <p:sldId id="375" r:id="rId32"/>
    <p:sldId id="376" r:id="rId33"/>
    <p:sldId id="363" r:id="rId34"/>
    <p:sldId id="308" r:id="rId35"/>
    <p:sldId id="309" r:id="rId36"/>
    <p:sldId id="378" r:id="rId37"/>
    <p:sldId id="366" r:id="rId38"/>
    <p:sldId id="379" r:id="rId39"/>
    <p:sldId id="367" r:id="rId40"/>
    <p:sldId id="380" r:id="rId41"/>
    <p:sldId id="394" r:id="rId42"/>
    <p:sldId id="399" r:id="rId43"/>
    <p:sldId id="381" r:id="rId44"/>
    <p:sldId id="396" r:id="rId45"/>
    <p:sldId id="400" r:id="rId46"/>
    <p:sldId id="382" r:id="rId47"/>
    <p:sldId id="398" r:id="rId48"/>
    <p:sldId id="401" r:id="rId49"/>
  </p:sldIdLst>
  <p:sldSz cx="9144000" cy="6858000" type="screen4x3"/>
  <p:notesSz cx="6858000" cy="9144000"/>
  <p:defaultTextStyle>
    <a:defPPr>
      <a:defRPr lang="en-GB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5C967-3B49-4B26-8136-4D891C79CFC7}" v="6" dt="2023-10-20T15:56:46.49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3792" autoAdjust="0"/>
  </p:normalViewPr>
  <p:slideViewPr>
    <p:cSldViewPr>
      <p:cViewPr varScale="1">
        <p:scale>
          <a:sx n="70" d="100"/>
          <a:sy n="70" d="100"/>
        </p:scale>
        <p:origin x="1248" y="7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viewProps" Target="view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b8c1c271-dd5b-4079-a09a-81f4ce8be867" providerId="ADAL" clId="{AF690214-C320-41CB-BDEC-9235E6D4FE6B}"/>
    <pc:docChg chg="undo custSel addSld modSld">
      <pc:chgData name="Sam Prince" userId="b8c1c271-dd5b-4079-a09a-81f4ce8be867" providerId="ADAL" clId="{AF690214-C320-41CB-BDEC-9235E6D4FE6B}" dt="2023-10-12T17:59:54.998" v="347" actId="108"/>
      <pc:docMkLst>
        <pc:docMk/>
      </pc:docMkLst>
      <pc:sldChg chg="delCm">
        <pc:chgData name="Sam Prince" userId="b8c1c271-dd5b-4079-a09a-81f4ce8be867" providerId="ADAL" clId="{AF690214-C320-41CB-BDEC-9235E6D4FE6B}" dt="2023-10-12T17:23:59.924" v="0"/>
        <pc:sldMkLst>
          <pc:docMk/>
          <pc:sldMk cId="0" sldId="256"/>
        </pc:sldMkLst>
      </pc:sldChg>
      <pc:sldChg chg="modSp mod">
        <pc:chgData name="Sam Prince" userId="b8c1c271-dd5b-4079-a09a-81f4ce8be867" providerId="ADAL" clId="{AF690214-C320-41CB-BDEC-9235E6D4FE6B}" dt="2023-10-12T17:24:10.203" v="1" actId="20577"/>
        <pc:sldMkLst>
          <pc:docMk/>
          <pc:sldMk cId="0" sldId="258"/>
        </pc:sldMkLst>
        <pc:spChg chg="mod">
          <ac:chgData name="Sam Prince" userId="b8c1c271-dd5b-4079-a09a-81f4ce8be867" providerId="ADAL" clId="{AF690214-C320-41CB-BDEC-9235E6D4FE6B}" dt="2023-10-12T17:24:10.203" v="1" actId="20577"/>
          <ac:spMkLst>
            <pc:docMk/>
            <pc:sldMk cId="0" sldId="258"/>
            <ac:spMk id="32770" creationId="{CD9316BF-B3CE-8341-5A0A-249747D6C6E1}"/>
          </ac:spMkLst>
        </pc:spChg>
      </pc:sldChg>
      <pc:sldChg chg="modSp mod">
        <pc:chgData name="Sam Prince" userId="b8c1c271-dd5b-4079-a09a-81f4ce8be867" providerId="ADAL" clId="{AF690214-C320-41CB-BDEC-9235E6D4FE6B}" dt="2023-10-12T17:24:37.665" v="7" actId="20577"/>
        <pc:sldMkLst>
          <pc:docMk/>
          <pc:sldMk cId="884549766" sldId="305"/>
        </pc:sldMkLst>
        <pc:spChg chg="mod">
          <ac:chgData name="Sam Prince" userId="b8c1c271-dd5b-4079-a09a-81f4ce8be867" providerId="ADAL" clId="{AF690214-C320-41CB-BDEC-9235E6D4FE6B}" dt="2023-10-12T17:24:37.665" v="7" actId="20577"/>
          <ac:spMkLst>
            <pc:docMk/>
            <pc:sldMk cId="884549766" sldId="30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6:40.193" v="49" actId="20577"/>
        <pc:sldMkLst>
          <pc:docMk/>
          <pc:sldMk cId="3621417310" sldId="307"/>
        </pc:sldMkLst>
        <pc:spChg chg="mod">
          <ac:chgData name="Sam Prince" userId="b8c1c271-dd5b-4079-a09a-81f4ce8be867" providerId="ADAL" clId="{AF690214-C320-41CB-BDEC-9235E6D4FE6B}" dt="2023-10-12T17:26:40.193" v="49" actId="20577"/>
          <ac:spMkLst>
            <pc:docMk/>
            <pc:sldMk cId="3621417310" sldId="30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8:37.687" v="94" actId="20577"/>
        <pc:sldMkLst>
          <pc:docMk/>
          <pc:sldMk cId="47175209" sldId="309"/>
        </pc:sldMkLst>
        <pc:spChg chg="mod">
          <ac:chgData name="Sam Prince" userId="b8c1c271-dd5b-4079-a09a-81f4ce8be867" providerId="ADAL" clId="{AF690214-C320-41CB-BDEC-9235E6D4FE6B}" dt="2023-10-12T17:28:37.687" v="94" actId="20577"/>
          <ac:spMkLst>
            <pc:docMk/>
            <pc:sldMk cId="47175209" sldId="30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5:13.220" v="20" actId="20577"/>
        <pc:sldMkLst>
          <pc:docMk/>
          <pc:sldMk cId="46576221" sldId="311"/>
        </pc:sldMkLst>
        <pc:spChg chg="mod">
          <ac:chgData name="Sam Prince" userId="b8c1c271-dd5b-4079-a09a-81f4ce8be867" providerId="ADAL" clId="{AF690214-C320-41CB-BDEC-9235E6D4FE6B}" dt="2023-10-12T17:25:13.220" v="20" actId="20577"/>
          <ac:spMkLst>
            <pc:docMk/>
            <pc:sldMk cId="46576221" sldId="311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5:41.993" v="31" actId="20577"/>
        <pc:sldMkLst>
          <pc:docMk/>
          <pc:sldMk cId="4002895801" sldId="312"/>
        </pc:sldMkLst>
        <pc:spChg chg="mod">
          <ac:chgData name="Sam Prince" userId="b8c1c271-dd5b-4079-a09a-81f4ce8be867" providerId="ADAL" clId="{AF690214-C320-41CB-BDEC-9235E6D4FE6B}" dt="2023-10-12T17:25:41.993" v="31" actId="20577"/>
          <ac:spMkLst>
            <pc:docMk/>
            <pc:sldMk cId="4002895801" sldId="312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6:18.532" v="40" actId="20577"/>
        <pc:sldMkLst>
          <pc:docMk/>
          <pc:sldMk cId="3976878171" sldId="315"/>
        </pc:sldMkLst>
        <pc:spChg chg="mod">
          <ac:chgData name="Sam Prince" userId="b8c1c271-dd5b-4079-a09a-81f4ce8be867" providerId="ADAL" clId="{AF690214-C320-41CB-BDEC-9235E6D4FE6B}" dt="2023-10-12T17:26:18.532" v="40" actId="20577"/>
          <ac:spMkLst>
            <pc:docMk/>
            <pc:sldMk cId="3976878171" sldId="31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5:27.213" v="25" actId="20577"/>
        <pc:sldMkLst>
          <pc:docMk/>
          <pc:sldMk cId="2791118878" sldId="338"/>
        </pc:sldMkLst>
        <pc:spChg chg="mod">
          <ac:chgData name="Sam Prince" userId="b8c1c271-dd5b-4079-a09a-81f4ce8be867" providerId="ADAL" clId="{AF690214-C320-41CB-BDEC-9235E6D4FE6B}" dt="2023-10-12T17:25:27.213" v="25" actId="20577"/>
          <ac:spMkLst>
            <pc:docMk/>
            <pc:sldMk cId="2791118878" sldId="33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7:03.341" v="61" actId="20577"/>
        <pc:sldMkLst>
          <pc:docMk/>
          <pc:sldMk cId="2673177983" sldId="341"/>
        </pc:sldMkLst>
        <pc:spChg chg="mod">
          <ac:chgData name="Sam Prince" userId="b8c1c271-dd5b-4079-a09a-81f4ce8be867" providerId="ADAL" clId="{AF690214-C320-41CB-BDEC-9235E6D4FE6B}" dt="2023-10-12T17:27:03.341" v="61" actId="20577"/>
          <ac:spMkLst>
            <pc:docMk/>
            <pc:sldMk cId="2673177983" sldId="341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AF690214-C320-41CB-BDEC-9235E6D4FE6B}" dt="2023-10-12T17:53:52.057" v="273" actId="1076"/>
        <pc:sldMkLst>
          <pc:docMk/>
          <pc:sldMk cId="2592952398" sldId="355"/>
        </pc:sldMkLst>
        <pc:spChg chg="add mod">
          <ac:chgData name="Sam Prince" userId="b8c1c271-dd5b-4079-a09a-81f4ce8be867" providerId="ADAL" clId="{AF690214-C320-41CB-BDEC-9235E6D4FE6B}" dt="2023-10-12T17:25:08.354" v="19"/>
          <ac:spMkLst>
            <pc:docMk/>
            <pc:sldMk cId="2592952398" sldId="355"/>
            <ac:spMk id="3" creationId="{1911FEB5-D325-6CF8-3EE7-E9D7107A04C7}"/>
          </ac:spMkLst>
        </pc:spChg>
        <pc:spChg chg="mod">
          <ac:chgData name="Sam Prince" userId="b8c1c271-dd5b-4079-a09a-81f4ce8be867" providerId="ADAL" clId="{AF690214-C320-41CB-BDEC-9235E6D4FE6B}" dt="2023-10-12T17:24:57.588" v="17" actId="1076"/>
          <ac:spMkLst>
            <pc:docMk/>
            <pc:sldMk cId="2592952398" sldId="355"/>
            <ac:spMk id="34819" creationId="{453C7683-8588-7ABC-32E0-8A4E68218620}"/>
          </ac:spMkLst>
        </pc:spChg>
        <pc:picChg chg="del mod">
          <ac:chgData name="Sam Prince" userId="b8c1c271-dd5b-4079-a09a-81f4ce8be867" providerId="ADAL" clId="{AF690214-C320-41CB-BDEC-9235E6D4FE6B}" dt="2023-10-12T17:53:41.710" v="269" actId="478"/>
          <ac:picMkLst>
            <pc:docMk/>
            <pc:sldMk cId="2592952398" sldId="355"/>
            <ac:picMk id="2" creationId="{0AC993C4-649E-7653-1626-C675FD3DC4C0}"/>
          </ac:picMkLst>
        </pc:picChg>
        <pc:picChg chg="add mod">
          <ac:chgData name="Sam Prince" userId="b8c1c271-dd5b-4079-a09a-81f4ce8be867" providerId="ADAL" clId="{AF690214-C320-41CB-BDEC-9235E6D4FE6B}" dt="2023-10-12T17:53:52.057" v="273" actId="1076"/>
          <ac:picMkLst>
            <pc:docMk/>
            <pc:sldMk cId="2592952398" sldId="355"/>
            <ac:picMk id="5" creationId="{57F1B404-5C32-10C7-F1F8-00FD640C6F04}"/>
          </ac:picMkLst>
        </pc:picChg>
      </pc:sldChg>
      <pc:sldChg chg="addSp modSp mod">
        <pc:chgData name="Sam Prince" userId="b8c1c271-dd5b-4079-a09a-81f4ce8be867" providerId="ADAL" clId="{AF690214-C320-41CB-BDEC-9235E6D4FE6B}" dt="2023-10-12T17:26:12.863" v="38" actId="1076"/>
        <pc:sldMkLst>
          <pc:docMk/>
          <pc:sldMk cId="1977846423" sldId="357"/>
        </pc:sldMkLst>
        <pc:spChg chg="mod">
          <ac:chgData name="Sam Prince" userId="b8c1c271-dd5b-4079-a09a-81f4ce8be867" providerId="ADAL" clId="{AF690214-C320-41CB-BDEC-9235E6D4FE6B}" dt="2023-10-12T17:26:04.517" v="36" actId="1076"/>
          <ac:spMkLst>
            <pc:docMk/>
            <pc:sldMk cId="1977846423" sldId="357"/>
            <ac:spMk id="3" creationId="{41E8A985-B2B3-6CF9-3CC6-76C0FF0FE791}"/>
          </ac:spMkLst>
        </pc:spChg>
        <pc:spChg chg="add mod">
          <ac:chgData name="Sam Prince" userId="b8c1c271-dd5b-4079-a09a-81f4ce8be867" providerId="ADAL" clId="{AF690214-C320-41CB-BDEC-9235E6D4FE6B}" dt="2023-10-12T17:25:57.860" v="34" actId="20577"/>
          <ac:spMkLst>
            <pc:docMk/>
            <pc:sldMk cId="1977846423" sldId="357"/>
            <ac:spMk id="4" creationId="{066A7D71-5B5A-21A9-B64C-EB69E9AD798A}"/>
          </ac:spMkLst>
        </pc:spChg>
        <pc:spChg chg="mod">
          <ac:chgData name="Sam Prince" userId="b8c1c271-dd5b-4079-a09a-81f4ce8be867" providerId="ADAL" clId="{AF690214-C320-41CB-BDEC-9235E6D4FE6B}" dt="2023-10-12T17:26:07.694" v="37" actId="1076"/>
          <ac:spMkLst>
            <pc:docMk/>
            <pc:sldMk cId="1977846423" sldId="357"/>
            <ac:spMk id="5" creationId="{06EEA33C-6BBD-FABB-C51B-76B83744DAC9}"/>
          </ac:spMkLst>
        </pc:spChg>
        <pc:graphicFrameChg chg="mod">
          <ac:chgData name="Sam Prince" userId="b8c1c271-dd5b-4079-a09a-81f4ce8be867" providerId="ADAL" clId="{AF690214-C320-41CB-BDEC-9235E6D4FE6B}" dt="2023-10-12T17:26:12.863" v="38" actId="1076"/>
          <ac:graphicFrameMkLst>
            <pc:docMk/>
            <pc:sldMk cId="1977846423" sldId="357"/>
            <ac:graphicFrameMk id="2" creationId="{4F5BEA21-D4DC-BF6B-59B3-FB6B2857D7EC}"/>
          </ac:graphicFrameMkLst>
        </pc:graphicFrameChg>
      </pc:sldChg>
      <pc:sldChg chg="modSp mod">
        <pc:chgData name="Sam Prince" userId="b8c1c271-dd5b-4079-a09a-81f4ce8be867" providerId="ADAL" clId="{AF690214-C320-41CB-BDEC-9235E6D4FE6B}" dt="2023-10-12T17:26:24.464" v="44" actId="20577"/>
        <pc:sldMkLst>
          <pc:docMk/>
          <pc:sldMk cId="262574717" sldId="358"/>
        </pc:sldMkLst>
        <pc:spChg chg="mod">
          <ac:chgData name="Sam Prince" userId="b8c1c271-dd5b-4079-a09a-81f4ce8be867" providerId="ADAL" clId="{AF690214-C320-41CB-BDEC-9235E6D4FE6B}" dt="2023-10-12T17:26:24.464" v="44" actId="20577"/>
          <ac:spMkLst>
            <pc:docMk/>
            <pc:sldMk cId="262574717" sldId="35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6:30.470" v="46" actId="20577"/>
        <pc:sldMkLst>
          <pc:docMk/>
          <pc:sldMk cId="799584034" sldId="359"/>
        </pc:sldMkLst>
        <pc:spChg chg="mod">
          <ac:chgData name="Sam Prince" userId="b8c1c271-dd5b-4079-a09a-81f4ce8be867" providerId="ADAL" clId="{AF690214-C320-41CB-BDEC-9235E6D4FE6B}" dt="2023-10-12T17:26:30.470" v="46" actId="20577"/>
          <ac:spMkLst>
            <pc:docMk/>
            <pc:sldMk cId="799584034" sldId="35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6:54.136" v="55" actId="404"/>
        <pc:sldMkLst>
          <pc:docMk/>
          <pc:sldMk cId="2185547659" sldId="360"/>
        </pc:sldMkLst>
        <pc:spChg chg="mod">
          <ac:chgData name="Sam Prince" userId="b8c1c271-dd5b-4079-a09a-81f4ce8be867" providerId="ADAL" clId="{AF690214-C320-41CB-BDEC-9235E6D4FE6B}" dt="2023-10-12T17:26:54.136" v="55" actId="404"/>
          <ac:spMkLst>
            <pc:docMk/>
            <pc:sldMk cId="2185547659" sldId="360"/>
            <ac:spMk id="2" creationId="{D78B1E6A-0F12-3E72-0E3D-CC0E14E79900}"/>
          </ac:spMkLst>
        </pc:spChg>
      </pc:sldChg>
      <pc:sldChg chg="addSp modSp mod">
        <pc:chgData name="Sam Prince" userId="b8c1c271-dd5b-4079-a09a-81f4ce8be867" providerId="ADAL" clId="{AF690214-C320-41CB-BDEC-9235E6D4FE6B}" dt="2023-10-12T17:27:35.297" v="65" actId="1076"/>
        <pc:sldMkLst>
          <pc:docMk/>
          <pc:sldMk cId="3436768815" sldId="361"/>
        </pc:sldMkLst>
        <pc:spChg chg="add mod">
          <ac:chgData name="Sam Prince" userId="b8c1c271-dd5b-4079-a09a-81f4ce8be867" providerId="ADAL" clId="{AF690214-C320-41CB-BDEC-9235E6D4FE6B}" dt="2023-10-12T17:27:27.703" v="63" actId="20577"/>
          <ac:spMkLst>
            <pc:docMk/>
            <pc:sldMk cId="3436768815" sldId="361"/>
            <ac:spMk id="2" creationId="{2CF10219-5486-EB4A-9566-1C7A3AA88AAA}"/>
          </ac:spMkLst>
        </pc:spChg>
        <pc:spChg chg="mod">
          <ac:chgData name="Sam Prince" userId="b8c1c271-dd5b-4079-a09a-81f4ce8be867" providerId="ADAL" clId="{AF690214-C320-41CB-BDEC-9235E6D4FE6B}" dt="2023-10-12T17:27:35.297" v="65" actId="1076"/>
          <ac:spMkLst>
            <pc:docMk/>
            <pc:sldMk cId="3436768815" sldId="361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AF690214-C320-41CB-BDEC-9235E6D4FE6B}" dt="2023-10-12T17:28:30.512" v="92" actId="1076"/>
        <pc:sldMkLst>
          <pc:docMk/>
          <pc:sldMk cId="3834735958" sldId="363"/>
        </pc:sldMkLst>
        <pc:spChg chg="mod">
          <ac:chgData name="Sam Prince" userId="b8c1c271-dd5b-4079-a09a-81f4ce8be867" providerId="ADAL" clId="{AF690214-C320-41CB-BDEC-9235E6D4FE6B}" dt="2023-10-12T17:28:30.512" v="92" actId="1076"/>
          <ac:spMkLst>
            <pc:docMk/>
            <pc:sldMk cId="3834735958" sldId="363"/>
            <ac:spMk id="34819" creationId="{453C7683-8588-7ABC-32E0-8A4E68218620}"/>
          </ac:spMkLst>
        </pc:spChg>
        <pc:spChg chg="mod">
          <ac:chgData name="Sam Prince" userId="b8c1c271-dd5b-4079-a09a-81f4ce8be867" providerId="ADAL" clId="{AF690214-C320-41CB-BDEC-9235E6D4FE6B}" dt="2023-10-12T17:28:23.306" v="91" actId="403"/>
          <ac:spMkLst>
            <pc:docMk/>
            <pc:sldMk cId="3834735958" sldId="363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8:52.462" v="98" actId="20577"/>
        <pc:sldMkLst>
          <pc:docMk/>
          <pc:sldMk cId="1528366755" sldId="366"/>
        </pc:sldMkLst>
        <pc:spChg chg="mod">
          <ac:chgData name="Sam Prince" userId="b8c1c271-dd5b-4079-a09a-81f4ce8be867" providerId="ADAL" clId="{AF690214-C320-41CB-BDEC-9235E6D4FE6B}" dt="2023-10-12T17:28:52.462" v="98" actId="20577"/>
          <ac:spMkLst>
            <pc:docMk/>
            <pc:sldMk cId="1528366755" sldId="366"/>
            <ac:spMk id="34820" creationId="{8DCD7CE1-603D-4D59-3DBB-C13C0B6505F0}"/>
          </ac:spMkLst>
        </pc:spChg>
      </pc:sldChg>
      <pc:sldChg chg="addSp modSp mod delCm">
        <pc:chgData name="Sam Prince" userId="b8c1c271-dd5b-4079-a09a-81f4ce8be867" providerId="ADAL" clId="{AF690214-C320-41CB-BDEC-9235E6D4FE6B}" dt="2023-10-12T17:30:58.761" v="147" actId="20577"/>
        <pc:sldMkLst>
          <pc:docMk/>
          <pc:sldMk cId="2901521651" sldId="367"/>
        </pc:sldMkLst>
        <pc:spChg chg="add mod">
          <ac:chgData name="Sam Prince" userId="b8c1c271-dd5b-4079-a09a-81f4ce8be867" providerId="ADAL" clId="{AF690214-C320-41CB-BDEC-9235E6D4FE6B}" dt="2023-10-12T17:30:58.761" v="147" actId="20577"/>
          <ac:spMkLst>
            <pc:docMk/>
            <pc:sldMk cId="2901521651" sldId="367"/>
            <ac:spMk id="2" creationId="{11C4007E-49FE-5B44-41D8-E3C738B8A08F}"/>
          </ac:spMkLst>
        </pc:spChg>
      </pc:sldChg>
      <pc:sldChg chg="modSp mod">
        <pc:chgData name="Sam Prince" userId="b8c1c271-dd5b-4079-a09a-81f4ce8be867" providerId="ADAL" clId="{AF690214-C320-41CB-BDEC-9235E6D4FE6B}" dt="2023-10-12T17:27:49.153" v="75" actId="20577"/>
        <pc:sldMkLst>
          <pc:docMk/>
          <pc:sldMk cId="855643780" sldId="375"/>
        </pc:sldMkLst>
        <pc:spChg chg="mod">
          <ac:chgData name="Sam Prince" userId="b8c1c271-dd5b-4079-a09a-81f4ce8be867" providerId="ADAL" clId="{AF690214-C320-41CB-BDEC-9235E6D4FE6B}" dt="2023-10-12T17:27:49.153" v="75" actId="20577"/>
          <ac:spMkLst>
            <pc:docMk/>
            <pc:sldMk cId="855643780" sldId="37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AF690214-C320-41CB-BDEC-9235E6D4FE6B}" dt="2023-10-12T17:28:03.555" v="83" actId="20577"/>
        <pc:sldMkLst>
          <pc:docMk/>
          <pc:sldMk cId="2737509105" sldId="376"/>
        </pc:sldMkLst>
        <pc:spChg chg="mod">
          <ac:chgData name="Sam Prince" userId="b8c1c271-dd5b-4079-a09a-81f4ce8be867" providerId="ADAL" clId="{AF690214-C320-41CB-BDEC-9235E6D4FE6B}" dt="2023-10-12T17:28:03.555" v="83" actId="20577"/>
          <ac:spMkLst>
            <pc:docMk/>
            <pc:sldMk cId="2737509105" sldId="376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AF690214-C320-41CB-BDEC-9235E6D4FE6B}" dt="2023-10-12T17:54:32.818" v="278" actId="1076"/>
        <pc:sldMkLst>
          <pc:docMk/>
          <pc:sldMk cId="2918611192" sldId="378"/>
        </pc:sldMkLst>
        <pc:spChg chg="mod">
          <ac:chgData name="Sam Prince" userId="b8c1c271-dd5b-4079-a09a-81f4ce8be867" providerId="ADAL" clId="{AF690214-C320-41CB-BDEC-9235E6D4FE6B}" dt="2023-10-12T17:28:45.095" v="96" actId="20577"/>
          <ac:spMkLst>
            <pc:docMk/>
            <pc:sldMk cId="2918611192" sldId="378"/>
            <ac:spMk id="34820" creationId="{8DCD7CE1-603D-4D59-3DBB-C13C0B6505F0}"/>
          </ac:spMkLst>
        </pc:spChg>
        <pc:picChg chg="del">
          <ac:chgData name="Sam Prince" userId="b8c1c271-dd5b-4079-a09a-81f4ce8be867" providerId="ADAL" clId="{AF690214-C320-41CB-BDEC-9235E6D4FE6B}" dt="2023-10-12T17:54:00.462" v="274" actId="478"/>
          <ac:picMkLst>
            <pc:docMk/>
            <pc:sldMk cId="2918611192" sldId="378"/>
            <ac:picMk id="3" creationId="{49A09774-CA79-3242-7954-1BC60F9A6A7F}"/>
          </ac:picMkLst>
        </pc:picChg>
        <pc:picChg chg="add mod">
          <ac:chgData name="Sam Prince" userId="b8c1c271-dd5b-4079-a09a-81f4ce8be867" providerId="ADAL" clId="{AF690214-C320-41CB-BDEC-9235E6D4FE6B}" dt="2023-10-12T17:54:32.818" v="278" actId="1076"/>
          <ac:picMkLst>
            <pc:docMk/>
            <pc:sldMk cId="2918611192" sldId="378"/>
            <ac:picMk id="5" creationId="{BE3CFC7E-0D91-EE00-B6FD-4DB72129A2B5}"/>
          </ac:picMkLst>
        </pc:picChg>
      </pc:sldChg>
      <pc:sldChg chg="addSp modSp mod delCm">
        <pc:chgData name="Sam Prince" userId="b8c1c271-dd5b-4079-a09a-81f4ce8be867" providerId="ADAL" clId="{AF690214-C320-41CB-BDEC-9235E6D4FE6B}" dt="2023-10-12T17:30:31.060" v="144"/>
        <pc:sldMkLst>
          <pc:docMk/>
          <pc:sldMk cId="2786610621" sldId="379"/>
        </pc:sldMkLst>
        <pc:spChg chg="mod">
          <ac:chgData name="Sam Prince" userId="b8c1c271-dd5b-4079-a09a-81f4ce8be867" providerId="ADAL" clId="{AF690214-C320-41CB-BDEC-9235E6D4FE6B}" dt="2023-10-12T17:30:12.471" v="139" actId="20577"/>
          <ac:spMkLst>
            <pc:docMk/>
            <pc:sldMk cId="2786610621" sldId="379"/>
            <ac:spMk id="3" creationId="{A979139F-6D6B-D213-D57E-56722D6EC0C0}"/>
          </ac:spMkLst>
        </pc:spChg>
        <pc:spChg chg="add mod">
          <ac:chgData name="Sam Prince" userId="b8c1c271-dd5b-4079-a09a-81f4ce8be867" providerId="ADAL" clId="{AF690214-C320-41CB-BDEC-9235E6D4FE6B}" dt="2023-10-12T17:29:15.358" v="102" actId="20577"/>
          <ac:spMkLst>
            <pc:docMk/>
            <pc:sldMk cId="2786610621" sldId="379"/>
            <ac:spMk id="4" creationId="{D8C64B08-A83B-160D-34A7-364929C84637}"/>
          </ac:spMkLst>
        </pc:spChg>
        <pc:spChg chg="mod">
          <ac:chgData name="Sam Prince" userId="b8c1c271-dd5b-4079-a09a-81f4ce8be867" providerId="ADAL" clId="{AF690214-C320-41CB-BDEC-9235E6D4FE6B}" dt="2023-10-12T17:30:20.710" v="141" actId="1076"/>
          <ac:spMkLst>
            <pc:docMk/>
            <pc:sldMk cId="2786610621" sldId="379"/>
            <ac:spMk id="34819" creationId="{453C7683-8588-7ABC-32E0-8A4E68218620}"/>
          </ac:spMkLst>
        </pc:spChg>
        <pc:picChg chg="mod">
          <ac:chgData name="Sam Prince" userId="b8c1c271-dd5b-4079-a09a-81f4ce8be867" providerId="ADAL" clId="{AF690214-C320-41CB-BDEC-9235E6D4FE6B}" dt="2023-10-12T17:30:24.832" v="143" actId="1076"/>
          <ac:picMkLst>
            <pc:docMk/>
            <pc:sldMk cId="2786610621" sldId="379"/>
            <ac:picMk id="2" creationId="{076EDF65-E7B7-FE60-D180-A5A81D8DE95B}"/>
          </ac:picMkLst>
        </pc:picChg>
      </pc:sldChg>
      <pc:sldChg chg="modSp mod delCm">
        <pc:chgData name="Sam Prince" userId="b8c1c271-dd5b-4079-a09a-81f4ce8be867" providerId="ADAL" clId="{AF690214-C320-41CB-BDEC-9235E6D4FE6B}" dt="2023-10-12T17:31:52.044" v="162" actId="6549"/>
        <pc:sldMkLst>
          <pc:docMk/>
          <pc:sldMk cId="3876987311" sldId="380"/>
        </pc:sldMkLst>
        <pc:spChg chg="mod">
          <ac:chgData name="Sam Prince" userId="b8c1c271-dd5b-4079-a09a-81f4ce8be867" providerId="ADAL" clId="{AF690214-C320-41CB-BDEC-9235E6D4FE6B}" dt="2023-10-12T17:31:23.410" v="154" actId="20577"/>
          <ac:spMkLst>
            <pc:docMk/>
            <pc:sldMk cId="3876987311" sldId="380"/>
            <ac:spMk id="2" creationId="{4543B6B5-1D92-5F04-8AFB-7E499BA9D54D}"/>
          </ac:spMkLst>
        </pc:spChg>
        <pc:spChg chg="mod">
          <ac:chgData name="Sam Prince" userId="b8c1c271-dd5b-4079-a09a-81f4ce8be867" providerId="ADAL" clId="{AF690214-C320-41CB-BDEC-9235E6D4FE6B}" dt="2023-10-12T17:31:52.044" v="162" actId="6549"/>
          <ac:spMkLst>
            <pc:docMk/>
            <pc:sldMk cId="3876987311" sldId="380"/>
            <ac:spMk id="3" creationId="{835F3CE7-CDDF-33CE-1C30-9F29936A7080}"/>
          </ac:spMkLst>
        </pc:spChg>
      </pc:sldChg>
      <pc:sldChg chg="addSp delSp modSp mod">
        <pc:chgData name="Sam Prince" userId="b8c1c271-dd5b-4079-a09a-81f4ce8be867" providerId="ADAL" clId="{AF690214-C320-41CB-BDEC-9235E6D4FE6B}" dt="2023-10-12T17:55:14.482" v="284" actId="1076"/>
        <pc:sldMkLst>
          <pc:docMk/>
          <pc:sldMk cId="10587025" sldId="381"/>
        </pc:sldMkLst>
        <pc:spChg chg="mod">
          <ac:chgData name="Sam Prince" userId="b8c1c271-dd5b-4079-a09a-81f4ce8be867" providerId="ADAL" clId="{AF690214-C320-41CB-BDEC-9235E6D4FE6B}" dt="2023-10-12T17:35:08.435" v="234" actId="20577"/>
          <ac:spMkLst>
            <pc:docMk/>
            <pc:sldMk cId="10587025" sldId="381"/>
            <ac:spMk id="2" creationId="{4543B6B5-1D92-5F04-8AFB-7E499BA9D54D}"/>
          </ac:spMkLst>
        </pc:spChg>
        <pc:picChg chg="del">
          <ac:chgData name="Sam Prince" userId="b8c1c271-dd5b-4079-a09a-81f4ce8be867" providerId="ADAL" clId="{AF690214-C320-41CB-BDEC-9235E6D4FE6B}" dt="2023-10-12T17:54:47.948" v="279" actId="478"/>
          <ac:picMkLst>
            <pc:docMk/>
            <pc:sldMk cId="10587025" sldId="381"/>
            <ac:picMk id="5" creationId="{498DD9C6-B0BC-F9FC-1889-36FF796F3D89}"/>
          </ac:picMkLst>
        </pc:picChg>
        <pc:picChg chg="add mod">
          <ac:chgData name="Sam Prince" userId="b8c1c271-dd5b-4079-a09a-81f4ce8be867" providerId="ADAL" clId="{AF690214-C320-41CB-BDEC-9235E6D4FE6B}" dt="2023-10-12T17:55:14.482" v="284" actId="1076"/>
          <ac:picMkLst>
            <pc:docMk/>
            <pc:sldMk cId="10587025" sldId="381"/>
            <ac:picMk id="6" creationId="{C1F4CDE6-0211-F089-9375-1A900F7024D4}"/>
          </ac:picMkLst>
        </pc:picChg>
      </pc:sldChg>
      <pc:sldChg chg="modSp mod">
        <pc:chgData name="Sam Prince" userId="b8c1c271-dd5b-4079-a09a-81f4ce8be867" providerId="ADAL" clId="{AF690214-C320-41CB-BDEC-9235E6D4FE6B}" dt="2023-10-12T17:35:57.458" v="246" actId="403"/>
        <pc:sldMkLst>
          <pc:docMk/>
          <pc:sldMk cId="918188221" sldId="382"/>
        </pc:sldMkLst>
        <pc:spChg chg="mod">
          <ac:chgData name="Sam Prince" userId="b8c1c271-dd5b-4079-a09a-81f4ce8be867" providerId="ADAL" clId="{AF690214-C320-41CB-BDEC-9235E6D4FE6B}" dt="2023-10-12T17:35:57.458" v="246" actId="403"/>
          <ac:spMkLst>
            <pc:docMk/>
            <pc:sldMk cId="918188221" sldId="382"/>
            <ac:spMk id="2" creationId="{4543B6B5-1D92-5F04-8AFB-7E499BA9D54D}"/>
          </ac:spMkLst>
        </pc:spChg>
        <pc:spChg chg="mod">
          <ac:chgData name="Sam Prince" userId="b8c1c271-dd5b-4079-a09a-81f4ce8be867" providerId="ADAL" clId="{AF690214-C320-41CB-BDEC-9235E6D4FE6B}" dt="2023-10-12T17:35:51.270" v="245" actId="1076"/>
          <ac:spMkLst>
            <pc:docMk/>
            <pc:sldMk cId="918188221" sldId="382"/>
            <ac:spMk id="3" creationId="{835F3CE7-CDDF-33CE-1C30-9F29936A7080}"/>
          </ac:spMkLst>
        </pc:spChg>
      </pc:sldChg>
      <pc:sldChg chg="addSp modSp mod modCm">
        <pc:chgData name="Sam Prince" userId="b8c1c271-dd5b-4079-a09a-81f4ce8be867" providerId="ADAL" clId="{AF690214-C320-41CB-BDEC-9235E6D4FE6B}" dt="2023-10-12T17:32:15.548" v="169" actId="1076"/>
        <pc:sldMkLst>
          <pc:docMk/>
          <pc:sldMk cId="437782650" sldId="394"/>
        </pc:sldMkLst>
        <pc:spChg chg="add mod">
          <ac:chgData name="Sam Prince" userId="b8c1c271-dd5b-4079-a09a-81f4ce8be867" providerId="ADAL" clId="{AF690214-C320-41CB-BDEC-9235E6D4FE6B}" dt="2023-10-12T17:31:58.874" v="165" actId="1076"/>
          <ac:spMkLst>
            <pc:docMk/>
            <pc:sldMk cId="437782650" sldId="394"/>
            <ac:spMk id="2" creationId="{ED3B757D-1554-5E52-FEDD-FB156BEB2E9D}"/>
          </ac:spMkLst>
        </pc:spChg>
        <pc:spChg chg="mod">
          <ac:chgData name="Sam Prince" userId="b8c1c271-dd5b-4079-a09a-81f4ce8be867" providerId="ADAL" clId="{AF690214-C320-41CB-BDEC-9235E6D4FE6B}" dt="2023-10-12T17:32:15.548" v="169" actId="1076"/>
          <ac:spMkLst>
            <pc:docMk/>
            <pc:sldMk cId="437782650" sldId="394"/>
            <ac:spMk id="3" creationId="{835F3CE7-CDDF-33CE-1C30-9F29936A7080}"/>
          </ac:spMkLst>
        </pc:spChg>
      </pc:sldChg>
      <pc:sldChg chg="modSp mod">
        <pc:chgData name="Sam Prince" userId="b8c1c271-dd5b-4079-a09a-81f4ce8be867" providerId="ADAL" clId="{AF690214-C320-41CB-BDEC-9235E6D4FE6B}" dt="2023-10-12T17:35:22.241" v="239" actId="20577"/>
        <pc:sldMkLst>
          <pc:docMk/>
          <pc:sldMk cId="2512558355" sldId="396"/>
        </pc:sldMkLst>
        <pc:spChg chg="mod">
          <ac:chgData name="Sam Prince" userId="b8c1c271-dd5b-4079-a09a-81f4ce8be867" providerId="ADAL" clId="{AF690214-C320-41CB-BDEC-9235E6D4FE6B}" dt="2023-10-12T17:35:22.241" v="239" actId="20577"/>
          <ac:spMkLst>
            <pc:docMk/>
            <pc:sldMk cId="2512558355" sldId="396"/>
            <ac:spMk id="2" creationId="{4543B6B5-1D92-5F04-8AFB-7E499BA9D54D}"/>
          </ac:spMkLst>
        </pc:spChg>
      </pc:sldChg>
      <pc:sldChg chg="addSp delSp modSp mod">
        <pc:chgData name="Sam Prince" userId="b8c1c271-dd5b-4079-a09a-81f4ce8be867" providerId="ADAL" clId="{AF690214-C320-41CB-BDEC-9235E6D4FE6B}" dt="2023-10-12T17:55:46.870" v="289" actId="14100"/>
        <pc:sldMkLst>
          <pc:docMk/>
          <pc:sldMk cId="1094227036" sldId="398"/>
        </pc:sldMkLst>
        <pc:spChg chg="mod">
          <ac:chgData name="Sam Prince" userId="b8c1c271-dd5b-4079-a09a-81f4ce8be867" providerId="ADAL" clId="{AF690214-C320-41CB-BDEC-9235E6D4FE6B}" dt="2023-10-12T17:33:49.020" v="214" actId="404"/>
          <ac:spMkLst>
            <pc:docMk/>
            <pc:sldMk cId="1094227036" sldId="398"/>
            <ac:spMk id="2" creationId="{4543B6B5-1D92-5F04-8AFB-7E499BA9D54D}"/>
          </ac:spMkLst>
        </pc:spChg>
        <pc:picChg chg="del">
          <ac:chgData name="Sam Prince" userId="b8c1c271-dd5b-4079-a09a-81f4ce8be867" providerId="ADAL" clId="{AF690214-C320-41CB-BDEC-9235E6D4FE6B}" dt="2023-10-12T17:55:19.150" v="285" actId="478"/>
          <ac:picMkLst>
            <pc:docMk/>
            <pc:sldMk cId="1094227036" sldId="398"/>
            <ac:picMk id="5" creationId="{C4C2D70F-3A72-4ABE-5F8E-EF65E98398A7}"/>
          </ac:picMkLst>
        </pc:picChg>
        <pc:picChg chg="add mod">
          <ac:chgData name="Sam Prince" userId="b8c1c271-dd5b-4079-a09a-81f4ce8be867" providerId="ADAL" clId="{AF690214-C320-41CB-BDEC-9235E6D4FE6B}" dt="2023-10-12T17:55:46.870" v="289" actId="14100"/>
          <ac:picMkLst>
            <pc:docMk/>
            <pc:sldMk cId="1094227036" sldId="398"/>
            <ac:picMk id="6" creationId="{085ECF41-74A1-6B98-67E8-DE981D92D491}"/>
          </ac:picMkLst>
        </pc:picChg>
      </pc:sldChg>
      <pc:sldChg chg="modSp mod">
        <pc:chgData name="Sam Prince" userId="b8c1c271-dd5b-4079-a09a-81f4ce8be867" providerId="ADAL" clId="{AF690214-C320-41CB-BDEC-9235E6D4FE6B}" dt="2023-10-12T17:34:47.570" v="229" actId="20577"/>
        <pc:sldMkLst>
          <pc:docMk/>
          <pc:sldMk cId="2747081833" sldId="399"/>
        </pc:sldMkLst>
        <pc:spChg chg="mod">
          <ac:chgData name="Sam Prince" userId="b8c1c271-dd5b-4079-a09a-81f4ce8be867" providerId="ADAL" clId="{AF690214-C320-41CB-BDEC-9235E6D4FE6B}" dt="2023-10-12T17:34:47.570" v="229" actId="20577"/>
          <ac:spMkLst>
            <pc:docMk/>
            <pc:sldMk cId="2747081833" sldId="399"/>
            <ac:spMk id="2" creationId="{4543B6B5-1D92-5F04-8AFB-7E499BA9D54D}"/>
          </ac:spMkLst>
        </pc:spChg>
      </pc:sldChg>
      <pc:sldChg chg="modSp mod">
        <pc:chgData name="Sam Prince" userId="b8c1c271-dd5b-4079-a09a-81f4ce8be867" providerId="ADAL" clId="{AF690214-C320-41CB-BDEC-9235E6D4FE6B}" dt="2023-10-12T17:35:37.870" v="243" actId="20577"/>
        <pc:sldMkLst>
          <pc:docMk/>
          <pc:sldMk cId="2435089324" sldId="400"/>
        </pc:sldMkLst>
        <pc:spChg chg="mod">
          <ac:chgData name="Sam Prince" userId="b8c1c271-dd5b-4079-a09a-81f4ce8be867" providerId="ADAL" clId="{AF690214-C320-41CB-BDEC-9235E6D4FE6B}" dt="2023-10-12T17:35:37.870" v="243" actId="20577"/>
          <ac:spMkLst>
            <pc:docMk/>
            <pc:sldMk cId="2435089324" sldId="400"/>
            <ac:spMk id="2" creationId="{4543B6B5-1D92-5F04-8AFB-7E499BA9D54D}"/>
          </ac:spMkLst>
        </pc:spChg>
      </pc:sldChg>
      <pc:sldChg chg="modSp new mod">
        <pc:chgData name="Sam Prince" userId="b8c1c271-dd5b-4079-a09a-81f4ce8be867" providerId="ADAL" clId="{AF690214-C320-41CB-BDEC-9235E6D4FE6B}" dt="2023-10-12T17:59:54.998" v="347" actId="108"/>
        <pc:sldMkLst>
          <pc:docMk/>
          <pc:sldMk cId="1471982397" sldId="402"/>
        </pc:sldMkLst>
        <pc:spChg chg="mod">
          <ac:chgData name="Sam Prince" userId="b8c1c271-dd5b-4079-a09a-81f4ce8be867" providerId="ADAL" clId="{AF690214-C320-41CB-BDEC-9235E6D4FE6B}" dt="2023-10-12T17:33:20.879" v="193" actId="404"/>
          <ac:spMkLst>
            <pc:docMk/>
            <pc:sldMk cId="1471982397" sldId="402"/>
            <ac:spMk id="2" creationId="{7BB4C840-833E-1EF8-0634-01F97366F417}"/>
          </ac:spMkLst>
        </pc:spChg>
        <pc:spChg chg="mod">
          <ac:chgData name="Sam Prince" userId="b8c1c271-dd5b-4079-a09a-81f4ce8be867" providerId="ADAL" clId="{AF690214-C320-41CB-BDEC-9235E6D4FE6B}" dt="2023-10-12T17:59:54.998" v="347" actId="108"/>
          <ac:spMkLst>
            <pc:docMk/>
            <pc:sldMk cId="1471982397" sldId="402"/>
            <ac:spMk id="3" creationId="{FAC8BFC1-D6DB-FE6E-8E29-6CE38B613211}"/>
          </ac:spMkLst>
        </pc:spChg>
      </pc:sldChg>
    </pc:docChg>
  </pc:docChgLst>
  <pc:docChgLst>
    <pc:chgData name="Sam Prince" userId="b8c1c271-dd5b-4079-a09a-81f4ce8be867" providerId="ADAL" clId="{CB05C967-3B49-4B26-8136-4D891C79CFC7}"/>
    <pc:docChg chg="custSel delSld modSld">
      <pc:chgData name="Sam Prince" userId="b8c1c271-dd5b-4079-a09a-81f4ce8be867" providerId="ADAL" clId="{CB05C967-3B49-4B26-8136-4D891C79CFC7}" dt="2023-10-20T16:02:27.850" v="44" actId="179"/>
      <pc:docMkLst>
        <pc:docMk/>
      </pc:docMkLst>
      <pc:sldChg chg="modSp">
        <pc:chgData name="Sam Prince" userId="b8c1c271-dd5b-4079-a09a-81f4ce8be867" providerId="ADAL" clId="{CB05C967-3B49-4B26-8136-4D891C79CFC7}" dt="2023-10-20T15:55:26.422" v="16" actId="1076"/>
        <pc:sldMkLst>
          <pc:docMk/>
          <pc:sldMk cId="0" sldId="258"/>
        </pc:sldMkLst>
        <pc:spChg chg="mod">
          <ac:chgData name="Sam Prince" userId="b8c1c271-dd5b-4079-a09a-81f4ce8be867" providerId="ADAL" clId="{CB05C967-3B49-4B26-8136-4D891C79CFC7}" dt="2023-10-20T15:55:26.422" v="16" actId="1076"/>
          <ac:spMkLst>
            <pc:docMk/>
            <pc:sldMk cId="0" sldId="258"/>
            <ac:spMk id="32771" creationId="{44DFA49F-83B7-E61C-00EB-D6046D571A05}"/>
          </ac:spMkLst>
        </pc:spChg>
      </pc:sldChg>
      <pc:sldChg chg="addSp delSp modSp mod">
        <pc:chgData name="Sam Prince" userId="b8c1c271-dd5b-4079-a09a-81f4ce8be867" providerId="ADAL" clId="{CB05C967-3B49-4B26-8136-4D891C79CFC7}" dt="2023-10-20T15:51:46.282" v="10" actId="1076"/>
        <pc:sldMkLst>
          <pc:docMk/>
          <pc:sldMk cId="3621417310" sldId="307"/>
        </pc:sldMkLst>
        <pc:picChg chg="add mod">
          <ac:chgData name="Sam Prince" userId="b8c1c271-dd5b-4079-a09a-81f4ce8be867" providerId="ADAL" clId="{CB05C967-3B49-4B26-8136-4D891C79CFC7}" dt="2023-10-20T15:51:46.282" v="10" actId="1076"/>
          <ac:picMkLst>
            <pc:docMk/>
            <pc:sldMk cId="3621417310" sldId="307"/>
            <ac:picMk id="3" creationId="{93DF6B43-507E-9644-B7F6-9188A5F541E4}"/>
          </ac:picMkLst>
        </pc:picChg>
        <pc:picChg chg="del">
          <ac:chgData name="Sam Prince" userId="b8c1c271-dd5b-4079-a09a-81f4ce8be867" providerId="ADAL" clId="{CB05C967-3B49-4B26-8136-4D891C79CFC7}" dt="2023-10-20T15:51:37.635" v="7" actId="478"/>
          <ac:picMkLst>
            <pc:docMk/>
            <pc:sldMk cId="3621417310" sldId="307"/>
            <ac:picMk id="4" creationId="{4CF404DA-9F36-4BBD-CCFF-86FCA5B54390}"/>
          </ac:picMkLst>
        </pc:picChg>
      </pc:sldChg>
      <pc:sldChg chg="modSp mod">
        <pc:chgData name="Sam Prince" userId="b8c1c271-dd5b-4079-a09a-81f4ce8be867" providerId="ADAL" clId="{CB05C967-3B49-4B26-8136-4D891C79CFC7}" dt="2023-10-20T15:56:05.216" v="23" actId="20577"/>
        <pc:sldMkLst>
          <pc:docMk/>
          <pc:sldMk cId="4002895801" sldId="312"/>
        </pc:sldMkLst>
        <pc:spChg chg="mod">
          <ac:chgData name="Sam Prince" userId="b8c1c271-dd5b-4079-a09a-81f4ce8be867" providerId="ADAL" clId="{CB05C967-3B49-4B26-8136-4D891C79CFC7}" dt="2023-10-20T15:56:05.216" v="23" actId="20577"/>
          <ac:spMkLst>
            <pc:docMk/>
            <pc:sldMk cId="4002895801" sldId="312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CB05C967-3B49-4B26-8136-4D891C79CFC7}" dt="2023-10-20T15:56:27.630" v="27" actId="20577"/>
        <pc:sldMkLst>
          <pc:docMk/>
          <pc:sldMk cId="3976878171" sldId="315"/>
        </pc:sldMkLst>
        <pc:spChg chg="mod">
          <ac:chgData name="Sam Prince" userId="b8c1c271-dd5b-4079-a09a-81f4ce8be867" providerId="ADAL" clId="{CB05C967-3B49-4B26-8136-4D891C79CFC7}" dt="2023-10-20T15:56:27.630" v="27" actId="20577"/>
          <ac:spMkLst>
            <pc:docMk/>
            <pc:sldMk cId="3976878171" sldId="315"/>
            <ac:spMk id="34819" creationId="{453C7683-8588-7ABC-32E0-8A4E68218620}"/>
          </ac:spMkLst>
        </pc:spChg>
      </pc:sldChg>
      <pc:sldChg chg="addSp delSp modSp mod">
        <pc:chgData name="Sam Prince" userId="b8c1c271-dd5b-4079-a09a-81f4ce8be867" providerId="ADAL" clId="{CB05C967-3B49-4B26-8136-4D891C79CFC7}" dt="2023-10-20T15:55:57.117" v="20" actId="14100"/>
        <pc:sldMkLst>
          <pc:docMk/>
          <pc:sldMk cId="2791118878" sldId="338"/>
        </pc:sldMkLst>
        <pc:spChg chg="mod">
          <ac:chgData name="Sam Prince" userId="b8c1c271-dd5b-4079-a09a-81f4ce8be867" providerId="ADAL" clId="{CB05C967-3B49-4B26-8136-4D891C79CFC7}" dt="2023-10-20T15:55:51.542" v="18" actId="1076"/>
          <ac:spMkLst>
            <pc:docMk/>
            <pc:sldMk cId="2791118878" sldId="338"/>
            <ac:spMk id="34819" creationId="{453C7683-8588-7ABC-32E0-8A4E68218620}"/>
          </ac:spMkLst>
        </pc:spChg>
        <pc:picChg chg="del">
          <ac:chgData name="Sam Prince" userId="b8c1c271-dd5b-4079-a09a-81f4ce8be867" providerId="ADAL" clId="{CB05C967-3B49-4B26-8136-4D891C79CFC7}" dt="2023-10-20T15:51:04.770" v="0" actId="478"/>
          <ac:picMkLst>
            <pc:docMk/>
            <pc:sldMk cId="2791118878" sldId="338"/>
            <ac:picMk id="3" creationId="{3AECC468-5771-8E4D-BD20-6F27931586FB}"/>
          </ac:picMkLst>
        </pc:picChg>
        <pc:picChg chg="add mod">
          <ac:chgData name="Sam Prince" userId="b8c1c271-dd5b-4079-a09a-81f4ce8be867" providerId="ADAL" clId="{CB05C967-3B49-4B26-8136-4D891C79CFC7}" dt="2023-10-20T15:55:57.117" v="20" actId="14100"/>
          <ac:picMkLst>
            <pc:docMk/>
            <pc:sldMk cId="2791118878" sldId="338"/>
            <ac:picMk id="4" creationId="{2DFFFB90-EF13-8D1F-9EAF-17CF99B28DF3}"/>
          </ac:picMkLst>
        </pc:picChg>
      </pc:sldChg>
      <pc:sldChg chg="modSp mod">
        <pc:chgData name="Sam Prince" userId="b8c1c271-dd5b-4079-a09a-81f4ce8be867" providerId="ADAL" clId="{CB05C967-3B49-4B26-8136-4D891C79CFC7}" dt="2023-10-20T15:56:17.830" v="25" actId="20577"/>
        <pc:sldMkLst>
          <pc:docMk/>
          <pc:sldMk cId="1977846423" sldId="357"/>
        </pc:sldMkLst>
        <pc:spChg chg="mod">
          <ac:chgData name="Sam Prince" userId="b8c1c271-dd5b-4079-a09a-81f4ce8be867" providerId="ADAL" clId="{CB05C967-3B49-4B26-8136-4D891C79CFC7}" dt="2023-10-20T15:56:17.830" v="25" actId="20577"/>
          <ac:spMkLst>
            <pc:docMk/>
            <pc:sldMk cId="1977846423" sldId="357"/>
            <ac:spMk id="3" creationId="{41E8A985-B2B3-6CF9-3CC6-76C0FF0FE791}"/>
          </ac:spMkLst>
        </pc:spChg>
        <pc:spChg chg="mod">
          <ac:chgData name="Sam Prince" userId="b8c1c271-dd5b-4079-a09a-81f4ce8be867" providerId="ADAL" clId="{CB05C967-3B49-4B26-8136-4D891C79CFC7}" dt="2023-10-20T15:56:15.404" v="24" actId="20577"/>
          <ac:spMkLst>
            <pc:docMk/>
            <pc:sldMk cId="1977846423" sldId="357"/>
            <ac:spMk id="5" creationId="{06EEA33C-6BBD-FABB-C51B-76B83744DAC9}"/>
          </ac:spMkLst>
        </pc:spChg>
      </pc:sldChg>
      <pc:sldChg chg="modSp mod">
        <pc:chgData name="Sam Prince" userId="b8c1c271-dd5b-4079-a09a-81f4ce8be867" providerId="ADAL" clId="{CB05C967-3B49-4B26-8136-4D891C79CFC7}" dt="2023-10-20T15:56:51.280" v="30" actId="20577"/>
        <pc:sldMkLst>
          <pc:docMk/>
          <pc:sldMk cId="799584034" sldId="359"/>
        </pc:sldMkLst>
        <pc:spChg chg="mod">
          <ac:chgData name="Sam Prince" userId="b8c1c271-dd5b-4079-a09a-81f4ce8be867" providerId="ADAL" clId="{CB05C967-3B49-4B26-8136-4D891C79CFC7}" dt="2023-10-20T15:56:51.280" v="30" actId="20577"/>
          <ac:spMkLst>
            <pc:docMk/>
            <pc:sldMk cId="799584034" sldId="359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CB05C967-3B49-4B26-8136-4D891C79CFC7}" dt="2023-10-20T15:57:52.804" v="31" actId="20577"/>
        <pc:sldMkLst>
          <pc:docMk/>
          <pc:sldMk cId="3436768815" sldId="361"/>
        </pc:sldMkLst>
        <pc:spChg chg="mod">
          <ac:chgData name="Sam Prince" userId="b8c1c271-dd5b-4079-a09a-81f4ce8be867" providerId="ADAL" clId="{CB05C967-3B49-4B26-8136-4D891C79CFC7}" dt="2023-10-20T15:57:52.804" v="31" actId="20577"/>
          <ac:spMkLst>
            <pc:docMk/>
            <pc:sldMk cId="3436768815" sldId="361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CB05C967-3B49-4B26-8136-4D891C79CFC7}" dt="2023-10-20T15:58:44.755" v="33" actId="20577"/>
        <pc:sldMkLst>
          <pc:docMk/>
          <pc:sldMk cId="1528366755" sldId="366"/>
        </pc:sldMkLst>
        <pc:spChg chg="mod">
          <ac:chgData name="Sam Prince" userId="b8c1c271-dd5b-4079-a09a-81f4ce8be867" providerId="ADAL" clId="{CB05C967-3B49-4B26-8136-4D891C79CFC7}" dt="2023-10-20T15:58:44.755" v="33" actId="20577"/>
          <ac:spMkLst>
            <pc:docMk/>
            <pc:sldMk cId="1528366755" sldId="366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CB05C967-3B49-4B26-8136-4D891C79CFC7}" dt="2023-10-20T16:02:27.850" v="44" actId="179"/>
        <pc:sldMkLst>
          <pc:docMk/>
          <pc:sldMk cId="855643780" sldId="375"/>
        </pc:sldMkLst>
        <pc:spChg chg="mod">
          <ac:chgData name="Sam Prince" userId="b8c1c271-dd5b-4079-a09a-81f4ce8be867" providerId="ADAL" clId="{CB05C967-3B49-4B26-8136-4D891C79CFC7}" dt="2023-10-20T16:02:27.850" v="44" actId="179"/>
          <ac:spMkLst>
            <pc:docMk/>
            <pc:sldMk cId="855643780" sldId="375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CB05C967-3B49-4B26-8136-4D891C79CFC7}" dt="2023-10-20T15:58:38.780" v="32" actId="20577"/>
        <pc:sldMkLst>
          <pc:docMk/>
          <pc:sldMk cId="2918611192" sldId="378"/>
        </pc:sldMkLst>
        <pc:spChg chg="mod">
          <ac:chgData name="Sam Prince" userId="b8c1c271-dd5b-4079-a09a-81f4ce8be867" providerId="ADAL" clId="{CB05C967-3B49-4B26-8136-4D891C79CFC7}" dt="2023-10-20T15:58:38.780" v="32" actId="20577"/>
          <ac:spMkLst>
            <pc:docMk/>
            <pc:sldMk cId="2918611192" sldId="378"/>
            <ac:spMk id="2" creationId="{407B5F3D-51FD-24A7-7ED5-19F2813FC870}"/>
          </ac:spMkLst>
        </pc:spChg>
      </pc:sldChg>
      <pc:sldChg chg="addSp delSp modSp mod">
        <pc:chgData name="Sam Prince" userId="b8c1c271-dd5b-4079-a09a-81f4ce8be867" providerId="ADAL" clId="{CB05C967-3B49-4B26-8136-4D891C79CFC7}" dt="2023-10-20T15:52:11.200" v="14" actId="1076"/>
        <pc:sldMkLst>
          <pc:docMk/>
          <pc:sldMk cId="2786610621" sldId="379"/>
        </pc:sldMkLst>
        <pc:picChg chg="del">
          <ac:chgData name="Sam Prince" userId="b8c1c271-dd5b-4079-a09a-81f4ce8be867" providerId="ADAL" clId="{CB05C967-3B49-4B26-8136-4D891C79CFC7}" dt="2023-10-20T15:52:04.121" v="11" actId="478"/>
          <ac:picMkLst>
            <pc:docMk/>
            <pc:sldMk cId="2786610621" sldId="379"/>
            <ac:picMk id="2" creationId="{076EDF65-E7B7-FE60-D180-A5A81D8DE95B}"/>
          </ac:picMkLst>
        </pc:picChg>
        <pc:picChg chg="add mod">
          <ac:chgData name="Sam Prince" userId="b8c1c271-dd5b-4079-a09a-81f4ce8be867" providerId="ADAL" clId="{CB05C967-3B49-4B26-8136-4D891C79CFC7}" dt="2023-10-20T15:52:11.200" v="14" actId="1076"/>
          <ac:picMkLst>
            <pc:docMk/>
            <pc:sldMk cId="2786610621" sldId="379"/>
            <ac:picMk id="6" creationId="{58104C30-DC2A-8C40-92B6-6A0FC43E315F}"/>
          </ac:picMkLst>
        </pc:picChg>
      </pc:sldChg>
      <pc:sldChg chg="modSp mod">
        <pc:chgData name="Sam Prince" userId="b8c1c271-dd5b-4079-a09a-81f4ce8be867" providerId="ADAL" clId="{CB05C967-3B49-4B26-8136-4D891C79CFC7}" dt="2023-10-20T15:59:43.154" v="38" actId="20577"/>
        <pc:sldMkLst>
          <pc:docMk/>
          <pc:sldMk cId="10587025" sldId="381"/>
        </pc:sldMkLst>
        <pc:spChg chg="mod">
          <ac:chgData name="Sam Prince" userId="b8c1c271-dd5b-4079-a09a-81f4ce8be867" providerId="ADAL" clId="{CB05C967-3B49-4B26-8136-4D891C79CFC7}" dt="2023-10-20T15:59:43.154" v="38" actId="20577"/>
          <ac:spMkLst>
            <pc:docMk/>
            <pc:sldMk cId="10587025" sldId="381"/>
            <ac:spMk id="3" creationId="{835F3CE7-CDDF-33CE-1C30-9F29936A7080}"/>
          </ac:spMkLst>
        </pc:spChg>
      </pc:sldChg>
      <pc:sldChg chg="modSp mod delCm">
        <pc:chgData name="Sam Prince" userId="b8c1c271-dd5b-4079-a09a-81f4ce8be867" providerId="ADAL" clId="{CB05C967-3B49-4B26-8136-4D891C79CFC7}" dt="2023-10-20T15:59:33.908" v="36" actId="20577"/>
        <pc:sldMkLst>
          <pc:docMk/>
          <pc:sldMk cId="437782650" sldId="394"/>
        </pc:sldMkLst>
        <pc:spChg chg="mod">
          <ac:chgData name="Sam Prince" userId="b8c1c271-dd5b-4079-a09a-81f4ce8be867" providerId="ADAL" clId="{CB05C967-3B49-4B26-8136-4D891C79CFC7}" dt="2023-10-20T15:59:33.908" v="36" actId="20577"/>
          <ac:spMkLst>
            <pc:docMk/>
            <pc:sldMk cId="437782650" sldId="394"/>
            <ac:spMk id="3" creationId="{835F3CE7-CDDF-33CE-1C30-9F29936A7080}"/>
          </ac:spMkLst>
        </pc:spChg>
      </pc:sldChg>
      <pc:sldChg chg="modSp mod">
        <pc:chgData name="Sam Prince" userId="b8c1c271-dd5b-4079-a09a-81f4ce8be867" providerId="ADAL" clId="{CB05C967-3B49-4B26-8136-4D891C79CFC7}" dt="2023-10-20T15:59:53.379" v="40" actId="20577"/>
        <pc:sldMkLst>
          <pc:docMk/>
          <pc:sldMk cId="1094227036" sldId="398"/>
        </pc:sldMkLst>
        <pc:spChg chg="mod">
          <ac:chgData name="Sam Prince" userId="b8c1c271-dd5b-4079-a09a-81f4ce8be867" providerId="ADAL" clId="{CB05C967-3B49-4B26-8136-4D891C79CFC7}" dt="2023-10-20T15:59:53.379" v="40" actId="20577"/>
          <ac:spMkLst>
            <pc:docMk/>
            <pc:sldMk cId="1094227036" sldId="398"/>
            <ac:spMk id="3" creationId="{835F3CE7-CDDF-33CE-1C30-9F29936A7080}"/>
          </ac:spMkLst>
        </pc:spChg>
      </pc:sldChg>
      <pc:sldChg chg="modSp mod">
        <pc:chgData name="Sam Prince" userId="b8c1c271-dd5b-4079-a09a-81f4ce8be867" providerId="ADAL" clId="{CB05C967-3B49-4B26-8136-4D891C79CFC7}" dt="2023-10-20T15:59:50.163" v="39" actId="20577"/>
        <pc:sldMkLst>
          <pc:docMk/>
          <pc:sldMk cId="2435089324" sldId="400"/>
        </pc:sldMkLst>
        <pc:spChg chg="mod">
          <ac:chgData name="Sam Prince" userId="b8c1c271-dd5b-4079-a09a-81f4ce8be867" providerId="ADAL" clId="{CB05C967-3B49-4B26-8136-4D891C79CFC7}" dt="2023-10-20T15:59:50.163" v="39" actId="20577"/>
          <ac:spMkLst>
            <pc:docMk/>
            <pc:sldMk cId="2435089324" sldId="400"/>
            <ac:spMk id="3" creationId="{835F3CE7-CDDF-33CE-1C30-9F29936A7080}"/>
          </ac:spMkLst>
        </pc:spChg>
      </pc:sldChg>
      <pc:sldChg chg="del">
        <pc:chgData name="Sam Prince" userId="b8c1c271-dd5b-4079-a09a-81f4ce8be867" providerId="ADAL" clId="{CB05C967-3B49-4B26-8136-4D891C79CFC7}" dt="2023-10-20T15:52:16.371" v="15" actId="47"/>
        <pc:sldMkLst>
          <pc:docMk/>
          <pc:sldMk cId="1471982397" sldId="4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2487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64340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6190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6863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5570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828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2252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5975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3031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3506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8190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22063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8905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258146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136063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248684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948009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10662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8773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220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Unit X: </a:t>
            </a:r>
            <a:r>
              <a:rPr lang="en-GB" altLang="en-US" dirty="0" err="1"/>
              <a:t>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DB1C399A-ED47-1B03-C0E8-9C241DCEA6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 dirty="0"/>
              <a:t>الوحدة 14</a:t>
            </a:r>
            <a:br>
              <a:rPr lang="ar-EG" b="1" dirty="0"/>
            </a:br>
            <a:br>
              <a:rPr lang="ar-EG" b="1" dirty="0"/>
            </a:br>
            <a:r>
              <a:rPr lang="ar-EG" b="1" dirty="0"/>
              <a:t>المشتريات ومراقبة المخزون</a:t>
            </a:r>
            <a:br>
              <a:rPr lang="ar-EG" dirty="0"/>
            </a:br>
            <a:br>
              <a:rPr lang="ar-EG" dirty="0"/>
            </a:br>
            <a:endParaRPr lang="ar-EG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ar-EG" sz="1400"/>
              <a:t>شركة بيرسون للتعليم المحدودة 2023.</a:t>
            </a:r>
            <a:r>
              <a:rPr lang="en-US" sz="1400"/>
              <a:t> </a:t>
            </a:r>
            <a:r>
              <a:rPr lang="ar-EG" sz="1400"/>
              <a:t>يُسمح بالنسخ لمؤسسة الشراء فقط.</a:t>
            </a:r>
            <a:r>
              <a:rPr lang="en-US" sz="1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FD922F-A298-68CA-8F15-CFA722C754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المشتريات ومراقبة المخزون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9533" y="227687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ar-EG" dirty="0"/>
              <a:t>ستستكشف في هذه الوحدة كيفية حصول مؤسسات الضيافة على المنتجات والخدمات التي تستخدمها في أعمالها ومكان حصولها على هذه السلع والخدمات.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EG" dirty="0"/>
              <a:t>سوف تتعلم أساسيات عملية الشراء وتتحقق من المستندات المستخدمة </a:t>
            </a:r>
            <a:br>
              <a:rPr lang="ar-EG" dirty="0"/>
            </a:br>
            <a:r>
              <a:rPr lang="ar-EG" dirty="0"/>
              <a:t>في هذه العملية.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EG" dirty="0"/>
              <a:t>وسوف تتعلم أيضًا مبادئ مراقبة المخزون، بدءًا من الاستلام وحتى بيع المنتج النهائي، لتجنب الهدر.</a:t>
            </a:r>
          </a:p>
          <a:p>
            <a:pPr marL="0" indent="0"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9B19A80-6430-FA05-1D72-690D83EDD77F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/>
              <a:t>أهداف التعلم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852936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ar-EG" b="1" dirty="0"/>
              <a:t>أ</a:t>
            </a:r>
            <a:r>
              <a:rPr lang="ar-EG" sz="2200" b="1" dirty="0"/>
              <a:t>   </a:t>
            </a:r>
            <a:r>
              <a:rPr lang="ar-EG" dirty="0"/>
              <a:t>التحقيق في مصادر المنتجات والخدمات لقطاع الضيافة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ب</a:t>
            </a:r>
            <a:r>
              <a:rPr lang="ar-EG" dirty="0"/>
              <a:t> التعرف على كيفية شراء السلع والحصول على الخدمات في مؤسسات الضيافة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 dirty="0"/>
              <a:t>ج </a:t>
            </a:r>
            <a:r>
              <a:rPr lang="ar-EG" dirty="0"/>
              <a:t>التعرف على مبادئ مراقبة المخزون</a:t>
            </a: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ar-EG" dirty="0"/>
            </a:br>
            <a:r>
              <a:rPr lang="ar-EG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7B8EC82-D87E-FCED-A726-B684A4BDB42F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أ</a:t>
            </a:r>
            <a:br>
              <a:rPr lang="ar-EG" sz="2400" b="1"/>
            </a:br>
            <a:br>
              <a:rPr lang="ar-EG" sz="2400" b="1"/>
            </a:br>
            <a:endParaRPr lang="ar-EG" sz="2400" b="1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2493963"/>
            <a:ext cx="843528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التحقق من مصادر المنتجات والخدمات المقدمة </a:t>
            </a:r>
            <a:br>
              <a:rPr lang="ar-EG" sz="3600" b="1" dirty="0"/>
            </a:br>
            <a:r>
              <a:rPr lang="ar-EG" sz="3600" b="1" dirty="0"/>
              <a:t>لقطاع الضيافة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GB" altLang="en-US" sz="2800" dirty="0"/>
          </a:p>
          <a:p>
            <a:pPr marL="534988" indent="-352425">
              <a:buFont typeface="Wingdings" panose="05000000000000000000" pitchFamily="2" charset="2"/>
              <a:buChar char="§"/>
            </a:pPr>
            <a:r>
              <a:rPr lang="ar-EG" sz="2800" dirty="0"/>
              <a:t>الصناعات الداعمة</a:t>
            </a:r>
          </a:p>
          <a:p>
            <a:pPr marL="534988" indent="-352425">
              <a:buFont typeface="Wingdings" panose="05000000000000000000" pitchFamily="2" charset="2"/>
              <a:buChar char="§"/>
            </a:pPr>
            <a:r>
              <a:rPr lang="ar-EG" sz="2800" dirty="0"/>
              <a:t>أنواع الموردين</a:t>
            </a:r>
          </a:p>
          <a:p>
            <a:pPr marL="534988" indent="-352425">
              <a:buFont typeface="Wingdings" panose="05000000000000000000" pitchFamily="2" charset="2"/>
              <a:buChar char="§"/>
            </a:pPr>
            <a:r>
              <a:rPr lang="ar-EG" sz="2800" dirty="0" err="1"/>
              <a:t>معيايير</a:t>
            </a:r>
            <a:r>
              <a:rPr lang="ar-EG" sz="2800" dirty="0"/>
              <a:t> الاختيار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BB412E8-4E8E-8BF9-0881-F0658EF70C67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060848"/>
            <a:ext cx="8892480" cy="41404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dirty="0"/>
              <a:t>ثمة العديد من الصناعات التي تدعم بشكل مباشر أو غير مباشر الشركات في قطاع الضيافة:</a:t>
            </a:r>
          </a:p>
          <a:p>
            <a:pPr marL="352425"/>
            <a:r>
              <a:rPr lang="ar-EG" b="1" dirty="0"/>
              <a:t>البنوك:</a:t>
            </a:r>
            <a:r>
              <a:rPr lang="ar-EG" dirty="0"/>
              <a:t> تقدم الخدمات المالية للشركات والأفراد</a:t>
            </a:r>
            <a:r>
              <a:rPr lang="en-US" dirty="0"/>
              <a:t> </a:t>
            </a:r>
          </a:p>
          <a:p>
            <a:pPr marL="352425"/>
            <a:r>
              <a:rPr lang="ar-EG" b="1" dirty="0"/>
              <a:t>شركات التأمين: </a:t>
            </a:r>
            <a:r>
              <a:rPr lang="ar-EG" dirty="0"/>
              <a:t>توفر الحماية ضد الخسارة، مثل تعطيل الأعمال والحوادث </a:t>
            </a:r>
            <a:br>
              <a:rPr lang="ar-EG" dirty="0"/>
            </a:br>
            <a:r>
              <a:rPr lang="ar-EG" dirty="0"/>
              <a:t>والأمور القانونية</a:t>
            </a:r>
          </a:p>
          <a:p>
            <a:pPr marL="352425"/>
            <a:r>
              <a:rPr lang="ar-EG" b="1" dirty="0"/>
              <a:t>شركات الهاتف: </a:t>
            </a:r>
            <a:r>
              <a:rPr lang="ar-EG" dirty="0"/>
              <a:t>تقدم خدمات الاتصالات مثل البنية التحتية للهاتف والإنترنت</a:t>
            </a:r>
          </a:p>
          <a:p>
            <a:pPr marL="352425"/>
            <a:r>
              <a:rPr lang="ar-EG" b="1" dirty="0"/>
              <a:t>الموردون:</a:t>
            </a:r>
            <a:r>
              <a:rPr lang="ar-EG" dirty="0"/>
              <a:t> توفير الطعام والشراب والمعدات والسلع الجافة والخدمات </a:t>
            </a:r>
            <a:br>
              <a:rPr lang="ar-EG" dirty="0"/>
            </a:br>
            <a:r>
              <a:rPr lang="ar-EG" dirty="0"/>
              <a:t>لشركات الضيافة.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الصناعات الداعمة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996DF1C-99E2-988A-F6F2-AED6BDE6AEEB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7700" y="2132856"/>
            <a:ext cx="8828601" cy="53285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indent="-444500"/>
            <a:r>
              <a:rPr lang="ar-EG" sz="2200" b="1" dirty="0"/>
              <a:t>وكالات التوظيف:</a:t>
            </a:r>
            <a:r>
              <a:rPr lang="ar-EG" sz="2200" dirty="0"/>
              <a:t> توفير الموظفين والعاملين بشكل مؤقت ودائم لشركات الضيافة.</a:t>
            </a:r>
          </a:p>
          <a:p>
            <a:pPr marL="444500" indent="-444500"/>
            <a:r>
              <a:rPr lang="ar-EG" sz="2200" b="1" dirty="0"/>
              <a:t>وكلاء السفر/الشركات السياحية:</a:t>
            </a:r>
            <a:r>
              <a:rPr lang="en-US" sz="2200" b="1" dirty="0"/>
              <a:t> </a:t>
            </a:r>
          </a:p>
          <a:p>
            <a:pPr marL="444500" indent="0">
              <a:buNone/>
            </a:pPr>
            <a:r>
              <a:rPr lang="ar-EG" sz="2200" dirty="0"/>
              <a:t>تنظيم العطلات وبيعها،</a:t>
            </a:r>
            <a:r>
              <a:rPr lang="en-US" sz="2200" dirty="0"/>
              <a:t> </a:t>
            </a:r>
          </a:p>
          <a:p>
            <a:pPr marL="444500" indent="0">
              <a:buNone/>
            </a:pPr>
            <a:r>
              <a:rPr lang="ar-EG" sz="2200" dirty="0"/>
              <a:t>ويشمل ذلك الإقامة والسفر</a:t>
            </a:r>
            <a:r>
              <a:rPr lang="en-US" sz="2200" dirty="0"/>
              <a:t> </a:t>
            </a:r>
            <a:r>
              <a:rPr lang="ar-EG" sz="2200" dirty="0"/>
              <a:t>والانتقالات.</a:t>
            </a:r>
          </a:p>
          <a:p>
            <a:pPr marL="444500" indent="-444500"/>
            <a:r>
              <a:rPr lang="ar-EG" sz="2200" b="1" dirty="0"/>
              <a:t>النقل للعملاء: </a:t>
            </a:r>
            <a:r>
              <a:rPr lang="ar-EG" sz="2200" dirty="0"/>
              <a:t>نقل العملاء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r>
              <a:rPr lang="ar-EG" sz="2200" dirty="0"/>
              <a:t>     من شركات الضيافة وإليها</a:t>
            </a:r>
            <a:r>
              <a:rPr lang="en-US" sz="2200" dirty="0"/>
              <a:t> </a:t>
            </a:r>
          </a:p>
          <a:p>
            <a:pPr marL="444500" indent="0">
              <a:buNone/>
            </a:pPr>
            <a:r>
              <a:rPr lang="ar-EG" sz="2200" dirty="0"/>
              <a:t>مثل سيارات الأجرة وتأجير السيارات.</a:t>
            </a:r>
          </a:p>
          <a:p>
            <a:pPr marL="444500" indent="-444500"/>
            <a:r>
              <a:rPr lang="ar-EG" sz="2200" b="1" dirty="0"/>
              <a:t>الخدمات الإضافية:  </a:t>
            </a:r>
            <a:r>
              <a:rPr lang="ar-EG" sz="2200" dirty="0"/>
              <a:t>التي تدعم صناعة </a:t>
            </a:r>
            <a:br>
              <a:rPr lang="ar-EG" sz="2200" dirty="0"/>
            </a:br>
            <a:r>
              <a:rPr lang="ar-EG" sz="2200" dirty="0"/>
              <a:t>الضيافة بشكل غير مباشر، مثل </a:t>
            </a:r>
            <a:r>
              <a:rPr lang="ar-EG" sz="2200" dirty="0" err="1"/>
              <a:t>مصففي</a:t>
            </a:r>
            <a:r>
              <a:rPr lang="ar-EG" sz="2200" dirty="0"/>
              <a:t> الشعر </a:t>
            </a:r>
            <a:br>
              <a:rPr lang="ar-EG" sz="2200" dirty="0"/>
            </a:br>
            <a:r>
              <a:rPr lang="ar-EG" sz="2200" dirty="0"/>
              <a:t>ومحلات بيع الهدايا التذكارية ووكالات التذاكر.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11FEB5-D325-6CF8-3EE7-E9D7107A0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الصناعات الداعمة (2)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1B404-5C32-10C7-F1F8-00FD640C6F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2853631"/>
            <a:ext cx="3571546" cy="237626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A5E887-2869-7EDD-7037-FE56F56E8832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929523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276872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الدعم المقدم:</a:t>
            </a:r>
          </a:p>
          <a:p>
            <a:pPr marL="352425"/>
            <a:r>
              <a:rPr lang="ar-EG" b="1" dirty="0"/>
              <a:t>الخدمات المالية:</a:t>
            </a:r>
            <a:r>
              <a:rPr lang="ar-EG" dirty="0"/>
              <a:t> تزويد الشركات بالخدمات المصرفية والقروض </a:t>
            </a:r>
            <a:br>
              <a:rPr lang="ar-EG" dirty="0"/>
            </a:br>
            <a:r>
              <a:rPr lang="ar-EG" dirty="0"/>
              <a:t>وتسهيلات الدفع</a:t>
            </a:r>
          </a:p>
          <a:p>
            <a:pPr marL="352425"/>
            <a:r>
              <a:rPr lang="ar-EG" b="1" dirty="0"/>
              <a:t>توفير أنظمة الاتصالات (الداخلية، الخارجية):</a:t>
            </a:r>
            <a:r>
              <a:rPr lang="ar-EG" dirty="0"/>
              <a:t> بما في ذلك خدمات الهاتف والهاتف المحمول واتصالات الإنترنت، بالإضافة إلى القنوات الفضائية </a:t>
            </a:r>
            <a:br>
              <a:rPr lang="ar-EG" dirty="0"/>
            </a:br>
            <a:r>
              <a:rPr lang="ar-EG" dirty="0"/>
              <a:t>والأقمار الصناعية</a:t>
            </a:r>
          </a:p>
          <a:p>
            <a:pPr marL="352425"/>
            <a:r>
              <a:rPr lang="ar-EG" b="1" dirty="0"/>
              <a:t>توصيل البضائع:</a:t>
            </a:r>
            <a:r>
              <a:rPr lang="ar-EG" dirty="0"/>
              <a:t> الطازجة والمجمدة والجافة يوميًا أو أسبوعيًا</a:t>
            </a:r>
          </a:p>
          <a:p>
            <a:pPr marL="352425"/>
            <a:r>
              <a:rPr lang="ar-EG" b="1" dirty="0"/>
              <a:t>إزالة النفايات: </a:t>
            </a:r>
            <a:r>
              <a:rPr lang="ar-EG" dirty="0"/>
              <a:t>نفايات الطعام وإعادة التدوير.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الصناعات الداعمة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4D332E5-ADDC-945A-C250-22083BD6A4D5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65762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76365" y="1844452"/>
            <a:ext cx="4888123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الدعم المقدم:</a:t>
            </a:r>
          </a:p>
          <a:p>
            <a:pPr marL="352425" indent="-352425"/>
            <a:r>
              <a:rPr lang="ar-EG" b="1" dirty="0"/>
              <a:t>خدمات الصيانة والتنظيف: </a:t>
            </a:r>
            <a:r>
              <a:rPr lang="ar-EG" dirty="0"/>
              <a:t>تقوم بعض شركات الضيافة بالاستعانة "بمصادر خارجية" لتقديم هذه الخدمات</a:t>
            </a:r>
          </a:p>
          <a:p>
            <a:pPr marL="352425" indent="-352425"/>
            <a:r>
              <a:rPr lang="ar-EG" b="1" dirty="0"/>
              <a:t>توفير الموظفين:</a:t>
            </a:r>
            <a:r>
              <a:rPr lang="ar-EG" dirty="0"/>
              <a:t> إدارة حملات التوظيف والموظفين العاملين بصورة دائمة </a:t>
            </a:r>
            <a:br>
              <a:rPr lang="ar-EG" dirty="0"/>
            </a:br>
            <a:r>
              <a:rPr lang="ar-EG" dirty="0"/>
              <a:t>ومؤقتة وعرضية</a:t>
            </a:r>
          </a:p>
          <a:p>
            <a:pPr marL="352425" indent="-352425"/>
            <a:r>
              <a:rPr lang="ar-EG" b="1" dirty="0"/>
              <a:t>الخدمات الشخصية للعملاء:</a:t>
            </a:r>
            <a:r>
              <a:rPr lang="ar-EG" dirty="0"/>
              <a:t> تصفيف الشعر وصالونات التجميل وحجز تذاكر النقل.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الصناعات الداعمة (4)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FFB90-EF13-8D1F-9EAF-17CF99B28DF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2780928"/>
            <a:ext cx="3713748" cy="247912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18F94FC-D8D0-FC8E-521D-34C821D8D8C3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911188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096852"/>
            <a:ext cx="8964488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ثمة عدة أنواع مختلفة من الموردين لصناعة الضيافة.</a:t>
            </a:r>
          </a:p>
          <a:p>
            <a:pPr marL="685800"/>
            <a:r>
              <a:rPr lang="ar-EG" b="1" dirty="0"/>
              <a:t>الدفع نقدًا والحصول على البضائع: </a:t>
            </a:r>
            <a:r>
              <a:rPr lang="ar-EG" dirty="0"/>
              <a:t>مستودع للمواد الغذائية متاح للتجار فقط.</a:t>
            </a:r>
          </a:p>
          <a:p>
            <a:pPr marL="685800"/>
            <a:r>
              <a:rPr lang="ar-EG" b="1" dirty="0"/>
              <a:t>الموردون الذين ترشحهم الشركة: </a:t>
            </a:r>
            <a:r>
              <a:rPr lang="ar-EG" dirty="0"/>
              <a:t>الموردون الذين تمت الموافقة عليهم مسبقًا لتستعين بهم المؤسسة.</a:t>
            </a:r>
          </a:p>
          <a:p>
            <a:pPr marL="685800"/>
            <a:r>
              <a:rPr lang="ar-EG" b="1" dirty="0"/>
              <a:t>متاجر التجزئة:</a:t>
            </a:r>
            <a:r>
              <a:rPr lang="ar-EG" dirty="0"/>
              <a:t> متاجر السوبر ماركت والمحال التجارية والأسواق.</a:t>
            </a:r>
          </a:p>
          <a:p>
            <a:pPr marL="685800"/>
            <a:r>
              <a:rPr lang="ar-EG" b="1" dirty="0"/>
              <a:t>متاجر البيع بالجملة:</a:t>
            </a:r>
            <a:r>
              <a:rPr lang="ar-EG" dirty="0"/>
              <a:t> المورد الذي يبيع البضائع بكميات كبيرة بتكلفة أقل مباشرة </a:t>
            </a:r>
            <a:br>
              <a:rPr lang="ar-EG" dirty="0"/>
            </a:br>
            <a:r>
              <a:rPr lang="ar-EG" dirty="0"/>
              <a:t>إلى تجار التجزئة.</a:t>
            </a:r>
          </a:p>
          <a:p>
            <a:pPr marL="685800"/>
            <a:r>
              <a:rPr lang="ar-EG" dirty="0"/>
              <a:t>مورد </a:t>
            </a:r>
            <a:r>
              <a:rPr lang="ar-EG" b="1" dirty="0"/>
              <a:t>متخصص:</a:t>
            </a:r>
            <a:r>
              <a:rPr lang="ar-EG" dirty="0"/>
              <a:t> مورد لا يعمل إلا في توريد منتج واحد أو أكثر.</a:t>
            </a:r>
          </a:p>
          <a:p>
            <a:pPr marL="685800"/>
            <a:endParaRPr lang="en-GB" altLang="en-US" dirty="0"/>
          </a:p>
          <a:p>
            <a:pPr marL="685800"/>
            <a:endParaRPr lang="en-GB" altLang="en-US" dirty="0"/>
          </a:p>
          <a:p>
            <a:pPr indent="0">
              <a:buNone/>
            </a:pPr>
            <a:endParaRPr lang="en-GB" altLang="en-US" b="1" dirty="0"/>
          </a:p>
          <a:p>
            <a:pPr indent="0">
              <a:buNone/>
            </a:pPr>
            <a:endParaRPr lang="en-GB" altLang="en-US" b="1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أنواع الموردين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1E27D9E-336C-7846-840B-17ABD965E1CF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028958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5BEA21-D4DC-BF6B-59B3-FB6B2857D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591630"/>
              </p:ext>
            </p:extLst>
          </p:nvPr>
        </p:nvGraphicFramePr>
        <p:xfrm>
          <a:off x="611662" y="2954368"/>
          <a:ext cx="7992687" cy="2225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84077">
                  <a:extLst>
                    <a:ext uri="{9D8B030D-6E8A-4147-A177-3AD203B41FA5}">
                      <a16:colId xmlns:a16="http://schemas.microsoft.com/office/drawing/2014/main" val="3191813008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957216222"/>
                    </a:ext>
                  </a:extLst>
                </a:gridCol>
                <a:gridCol w="3240258">
                  <a:extLst>
                    <a:ext uri="{9D8B030D-6E8A-4147-A177-3AD203B41FA5}">
                      <a16:colId xmlns:a16="http://schemas.microsoft.com/office/drawing/2014/main" val="392082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المورد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المميزات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العيوب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713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EG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المتخصص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r">
                        <a:buFont typeface="Wingdings" panose="05000000000000000000" pitchFamily="2" charset="2"/>
                        <a:buChar char="§"/>
                      </a:pPr>
                      <a:r>
                        <a:rPr lang="ar-EG" sz="2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مجموعة واسعة من الاختيارات ضمن المنتج المتخصص.</a:t>
                      </a:r>
                    </a:p>
                    <a:p>
                      <a:pPr marL="342900" lvl="0" indent="-342900" algn="r">
                        <a:buFont typeface="Wingdings" panose="05000000000000000000" pitchFamily="2" charset="2"/>
                        <a:buChar char="§"/>
                      </a:pPr>
                      <a:r>
                        <a:rPr lang="ar-EG" sz="2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المعرفة المتخصصة بالمنتج.</a:t>
                      </a:r>
                    </a:p>
                    <a:p>
                      <a:pPr algn="r" rtl="1"/>
                      <a:endParaRPr lang="en-GB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 algn="r">
                        <a:buFont typeface="Wingdings" panose="05000000000000000000" pitchFamily="2" charset="2"/>
                        <a:buChar char="§"/>
                      </a:pPr>
                      <a:r>
                        <a:rPr lang="ar-EG" sz="2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يوجد عدد أقل من الموردين المتخصصين لذلك قد تكون أسعارهم مرتفعة.</a:t>
                      </a:r>
                    </a:p>
                    <a:p>
                      <a:pPr marL="342900" lvl="0" indent="-342900" algn="r">
                        <a:buFont typeface="Wingdings" panose="05000000000000000000" pitchFamily="2" charset="2"/>
                        <a:buChar char="§"/>
                      </a:pPr>
                      <a:r>
                        <a:rPr lang="ar-EG" sz="2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قد يقدموا كميات أقل.</a:t>
                      </a:r>
                    </a:p>
                    <a:p>
                      <a:pPr algn="r" rtl="1"/>
                      <a:endParaRPr lang="en-GB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861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EEA33C-6BBD-FABB-C51B-76B83744DAC9}"/>
              </a:ext>
            </a:extLst>
          </p:cNvPr>
          <p:cNvSpPr txBox="1"/>
          <p:nvPr/>
        </p:nvSpPr>
        <p:spPr>
          <a:xfrm>
            <a:off x="0" y="1846372"/>
            <a:ext cx="87849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sz="2200"/>
              <a:t>لكل مورد </a:t>
            </a:r>
            <a:r>
              <a:rPr lang="ar-EG" sz="2200" b="1"/>
              <a:t>عيوبه ومميزاته</a:t>
            </a:r>
            <a:r>
              <a:rPr lang="ar-EG" sz="2200"/>
              <a:t>.</a:t>
            </a:r>
            <a:r>
              <a:rPr lang="en-US" sz="2200" b="1"/>
              <a:t> </a:t>
            </a:r>
            <a:r>
              <a:rPr lang="ar-EG" sz="2200"/>
              <a:t>ابحث عن كل مورد لتكتشف ذلك بنفسك، وهو ما قمنا بتوضيحه لك.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8A985-B2B3-6CF9-3CC6-76C0FF0FE791}"/>
              </a:ext>
            </a:extLst>
          </p:cNvPr>
          <p:cNvSpPr txBox="1"/>
          <p:nvPr/>
        </p:nvSpPr>
        <p:spPr>
          <a:xfrm>
            <a:off x="0" y="5661248"/>
            <a:ext cx="87849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200" b="1"/>
              <a:t>سؤال</a:t>
            </a:r>
            <a:r>
              <a:rPr lang="ar-EG" sz="2200"/>
              <a:t>: غالبًا ما يعتمد اختيار المورد على عدة عوامل؛ هل يمكنك وصفها؟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6A7D71-5B5A-21A9-B64C-EB69E9AD7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أنواع الموردين (2)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9EFFCD7-19AB-EA12-484F-5CEC787D74B4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778464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861057"/>
            <a:ext cx="8568951" cy="48691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 dirty="0"/>
              <a:t>ثمة العديد من العوامل التي يجب أن تأخذها شركات الضيافة في الاعتبار عند تحديد مصادر المنتجات والخدمات واختيار الموردين.</a:t>
            </a:r>
            <a:r>
              <a:rPr lang="en-US" dirty="0"/>
              <a:t> </a:t>
            </a:r>
          </a:p>
          <a:p>
            <a:pPr marL="352425" indent="-352425"/>
            <a:r>
              <a:rPr lang="ar-EG" b="1" dirty="0"/>
              <a:t>المواصفات:</a:t>
            </a:r>
            <a:r>
              <a:rPr lang="ar-EG" dirty="0"/>
              <a:t> وصف مكتوب للسلعة أو البضاعة التي ترغب الشركة في شرائها.</a:t>
            </a:r>
            <a:r>
              <a:rPr lang="en-US" dirty="0"/>
              <a:t> </a:t>
            </a:r>
            <a:r>
              <a:rPr lang="ar-EG" dirty="0"/>
              <a:t>وبمجرد إعداده، سيكون هذا عاملاً رئيسياً في اختيار الموردين وتحديد مصادرهم.</a:t>
            </a:r>
          </a:p>
          <a:p>
            <a:pPr marL="352425" indent="-352425"/>
            <a:r>
              <a:rPr lang="ar-EG" b="1" dirty="0"/>
              <a:t>جودة البضائع:</a:t>
            </a:r>
            <a:r>
              <a:rPr lang="ar-EG" dirty="0"/>
              <a:t> تعتمد جودة البضائع على المنشأة والمواصفات.</a:t>
            </a:r>
          </a:p>
          <a:p>
            <a:pPr marL="352425" indent="-352425"/>
            <a:r>
              <a:rPr lang="ar-EG" b="1" dirty="0"/>
              <a:t>السعر:</a:t>
            </a:r>
            <a:r>
              <a:rPr lang="ar-EG" dirty="0"/>
              <a:t> سعر البضائع يعتمد على الجودة</a:t>
            </a:r>
          </a:p>
          <a:p>
            <a:pPr marL="352425" indent="-352425"/>
            <a:r>
              <a:rPr lang="ar-EG" b="1" dirty="0"/>
              <a:t>التوافر:</a:t>
            </a:r>
            <a:r>
              <a:rPr lang="ar-EG" dirty="0"/>
              <a:t> يجب أن تكون السلع متوفرة بسهولة لتتمكن من إدراجها في القائمة.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معايير الاختيار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B701DFA-191A-1119-A039-7806B539FEDB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768781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7505" y="2578969"/>
            <a:ext cx="8784976" cy="48691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2425" indent="-352425"/>
            <a:r>
              <a:rPr lang="ar-EG" b="1" dirty="0"/>
              <a:t>المهلة</a:t>
            </a:r>
            <a:r>
              <a:rPr lang="en-US" dirty="0"/>
              <a:t> </a:t>
            </a:r>
            <a:r>
              <a:rPr lang="ar-EG" b="1" dirty="0"/>
              <a:t>الزمنية:</a:t>
            </a:r>
            <a:r>
              <a:rPr lang="ar-EG" dirty="0"/>
              <a:t> المدة المستغرقة بداية من تقديم طلب الشراء وحتى استلام البضائع.</a:t>
            </a:r>
            <a:r>
              <a:rPr lang="en-US" dirty="0"/>
              <a:t> </a:t>
            </a:r>
          </a:p>
          <a:p>
            <a:pPr marL="352425" indent="-352425"/>
            <a:r>
              <a:rPr lang="ar-EG" b="1" dirty="0"/>
              <a:t>الملاءمة للغرض:</a:t>
            </a:r>
            <a:r>
              <a:rPr lang="ar-EG" dirty="0"/>
              <a:t> يجب أن تكون السلع أو الخدمات قابلة للاستخدام للغرض المقصود.</a:t>
            </a:r>
            <a:r>
              <a:rPr lang="en-US" dirty="0"/>
              <a:t> </a:t>
            </a:r>
          </a:p>
          <a:p>
            <a:pPr marL="352425" indent="-352425"/>
            <a:r>
              <a:rPr lang="ar-EG" b="1" dirty="0"/>
              <a:t>جديدة/مستعملة: </a:t>
            </a:r>
            <a:r>
              <a:rPr lang="ar-EG" dirty="0"/>
              <a:t>طريقة فعالة من حيث التكلفة لشراء معدات كبيرة، </a:t>
            </a:r>
            <a:br>
              <a:rPr lang="ar-EG" dirty="0"/>
            </a:br>
            <a:r>
              <a:rPr lang="ar-EG" dirty="0"/>
              <a:t>على سبيل المثال، معدات المطبخ.</a:t>
            </a:r>
          </a:p>
          <a:p>
            <a:pPr marL="352425" indent="-352425"/>
            <a:r>
              <a:rPr lang="ar-EG" b="1" dirty="0"/>
              <a:t>القيود المالية:</a:t>
            </a:r>
            <a:r>
              <a:rPr lang="ar-EG" dirty="0"/>
              <a:t> نوع منشأة الضيافة والأموال المتاحة.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معايير الاختيار (2)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6DFA1EA-9FD7-1737-A3EB-D52F0155B2B6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25747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9552" y="2348880"/>
            <a:ext cx="8352928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5800"/>
            <a:r>
              <a:rPr lang="ar-EG" sz="2200" b="1" dirty="0"/>
              <a:t>الاعتبارات المادية:</a:t>
            </a:r>
            <a:r>
              <a:rPr lang="ar-EG" sz="2200" dirty="0"/>
              <a:t> يمكن للاعتبارات المادية، المتعلقة بأعمال الضيافة، بما في ذلك الوصول والتخزين، أن تحدد مواعيد التسليم.</a:t>
            </a:r>
          </a:p>
          <a:p>
            <a:pPr marL="685800"/>
            <a:r>
              <a:rPr lang="ar-EG" sz="2200" b="1" dirty="0"/>
              <a:t>الصيانة:</a:t>
            </a:r>
            <a:r>
              <a:rPr lang="ar-EG" sz="2200" dirty="0"/>
              <a:t> تتعلق عادةً بالآلات والمعدات وتشمل اتفاقيات الصيانة والاستبدال والخدمة.</a:t>
            </a:r>
          </a:p>
          <a:p>
            <a:pPr marL="685800"/>
            <a:r>
              <a:rPr lang="ar-EG" sz="2200" b="1" dirty="0"/>
              <a:t>العقود:</a:t>
            </a:r>
            <a:r>
              <a:rPr lang="ar-EG" sz="2200" dirty="0"/>
              <a:t> اتفاقية توريد السلع و/أو الخدمات</a:t>
            </a:r>
          </a:p>
          <a:p>
            <a:pPr marL="685800"/>
            <a:r>
              <a:rPr lang="ar-EG" sz="2200" b="1" dirty="0"/>
              <a:t>الشروط والأحكام: </a:t>
            </a:r>
            <a:r>
              <a:rPr lang="ar-EG" sz="2200" dirty="0"/>
              <a:t>ترد عادةً في العقد، وتحدد شروطًا مثل الدفع.</a:t>
            </a:r>
            <a:r>
              <a:rPr lang="en-US" sz="2200" dirty="0"/>
              <a:t> 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معايير الاختيار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F1A625B-FF7A-96A5-25C6-CD62F68EDD63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995840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ب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/>
              <a:t>معرفة كيفية شراء السلع والخدمات </a:t>
            </a:r>
            <a:br>
              <a:rPr lang="ar-EG" sz="3600" b="1" dirty="0"/>
            </a:br>
            <a:r>
              <a:rPr lang="ar-EG" sz="3600" b="1" dirty="0"/>
              <a:t>في مؤسسات الضيافة</a:t>
            </a:r>
          </a:p>
          <a:p>
            <a:pPr algn="ctr"/>
            <a:endParaRPr lang="en-GB" altLang="en-US" sz="36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المراحل التي تمر بها عملية الشراء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400" dirty="0"/>
              <a:t>المستندات المستخدمة في عملية الشراء</a:t>
            </a:r>
          </a:p>
          <a:p>
            <a:endParaRPr lang="en-GB" altLang="en-US" sz="3600" b="1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87D2DB1-C7E8-2D5F-9D36-559D5A15E8E5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096852"/>
            <a:ext cx="8749071" cy="16201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تتبع معظم الشركات عملية تسمى "دورة الشراء" عند شراء السلع والبضائع والخدمات.</a:t>
            </a:r>
            <a:r>
              <a:rPr lang="en-US" dirty="0"/>
              <a:t> </a:t>
            </a:r>
            <a:r>
              <a:rPr lang="ar-EG" dirty="0"/>
              <a:t>تساعد هذه الدورة على ضمان تطبيق شركات الضيافة عملية تتسم </a:t>
            </a:r>
            <a:br>
              <a:rPr lang="ar-EG" dirty="0"/>
            </a:br>
            <a:r>
              <a:rPr lang="ar-EG" dirty="0"/>
              <a:t>بالكفاءة والفعالية للحصول على السلع والخدمات.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مراحل عملية الشراء 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9FF96-6176-E80A-8191-E5F2DED3D401}"/>
              </a:ext>
            </a:extLst>
          </p:cNvPr>
          <p:cNvSpPr txBox="1"/>
          <p:nvPr/>
        </p:nvSpPr>
        <p:spPr>
          <a:xfrm>
            <a:off x="323529" y="4230876"/>
            <a:ext cx="36724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 dirty="0"/>
              <a:t>دعونا نتتبع رحلة الطماطم المستخدمة في سلطة الطماطم </a:t>
            </a:r>
            <a:r>
              <a:rPr lang="ar-EG" sz="2400" dirty="0" err="1"/>
              <a:t>والموتزاريلا</a:t>
            </a:r>
            <a:r>
              <a:rPr lang="ar-EG" sz="2400" dirty="0"/>
              <a:t> والريحان، </a:t>
            </a:r>
            <a:br>
              <a:rPr lang="ar-EG" sz="2400" dirty="0"/>
            </a:br>
            <a:r>
              <a:rPr lang="ar-EG" sz="2400" dirty="0"/>
              <a:t>من خلال دورة الشراء.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F6B43-507E-9644-B7F6-9188A5F541E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89040"/>
            <a:ext cx="3546343" cy="237399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4BDCC6D-BD30-3A21-F282-1DA6C9557812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1E6A-0F12-3E72-0E3D-CC0E14E7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995" y="1331913"/>
            <a:ext cx="9144000" cy="863600"/>
          </a:xfrm>
        </p:spPr>
        <p:txBody>
          <a:bodyPr/>
          <a:lstStyle/>
          <a:p>
            <a:r>
              <a:rPr lang="ar-EG" sz="3200" b="1"/>
              <a:t>مراحل عملية الشراء (2)</a:t>
            </a:r>
            <a:br>
              <a:rPr lang="ar-EG" sz="4400" b="1"/>
            </a:br>
            <a:endParaRPr lang="ar-EG" sz="4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1E701-59BC-6B50-0D06-E72FEDCFCCA1}"/>
              </a:ext>
            </a:extLst>
          </p:cNvPr>
          <p:cNvSpPr txBox="1"/>
          <p:nvPr/>
        </p:nvSpPr>
        <p:spPr>
          <a:xfrm>
            <a:off x="296279" y="1988840"/>
            <a:ext cx="85241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buFont typeface="Wingdings" pitchFamily="2" charset="2"/>
              <a:buChar char="§"/>
            </a:pPr>
            <a:r>
              <a:rPr lang="ar-EG" sz="2400" b="1" dirty="0"/>
              <a:t>تحديد الاحتياجات:</a:t>
            </a:r>
            <a:r>
              <a:rPr lang="ar-EG" sz="2400" dirty="0"/>
              <a:t> المرحلة الأولى من عملية الشراء هي تحديد كمية </a:t>
            </a:r>
            <a:br>
              <a:rPr lang="ar-EG" sz="2400" dirty="0"/>
            </a:br>
            <a:r>
              <a:rPr lang="ar-EG" sz="2400" dirty="0"/>
              <a:t>الطماطم المطلوبة.</a:t>
            </a:r>
          </a:p>
          <a:p>
            <a:pPr marL="444500" indent="-444500">
              <a:buFont typeface="Wingdings" pitchFamily="2" charset="2"/>
              <a:buChar char="§"/>
            </a:pPr>
            <a:r>
              <a:rPr lang="ar-EG" sz="2400" b="1" dirty="0"/>
              <a:t>مواصفات الإنتاج: </a:t>
            </a:r>
            <a:r>
              <a:rPr lang="ar-EG" sz="2400" dirty="0"/>
              <a:t>توفر وصفًا كاملاً للطماطم المطلوبة وإرسالها إلى المورد </a:t>
            </a:r>
            <a:br>
              <a:rPr lang="ar-EG" sz="2400" dirty="0"/>
            </a:br>
            <a:r>
              <a:rPr lang="ar-EG" sz="2400" dirty="0"/>
              <a:t>ليقدم عرض أسعار لها.</a:t>
            </a:r>
          </a:p>
          <a:p>
            <a:pPr marL="685800"/>
            <a:endParaRPr lang="en-GB" altLang="en-US" sz="2400" dirty="0"/>
          </a:p>
          <a:p>
            <a:pPr marL="685800"/>
            <a:endParaRPr lang="en-GB" altLang="en-US" sz="2400" dirty="0"/>
          </a:p>
          <a:p>
            <a:pPr marL="92075"/>
            <a:r>
              <a:rPr lang="ar-EG" sz="2400" b="1" dirty="0"/>
              <a:t>المناقشة:</a:t>
            </a:r>
            <a:r>
              <a:rPr lang="ar-EG" sz="2400" dirty="0"/>
              <a:t> ما هو نوع الطماطم المطلوب وما هي المعلومات المدرجة </a:t>
            </a:r>
            <a:br>
              <a:rPr lang="ar-EG" sz="2400" dirty="0"/>
            </a:br>
            <a:r>
              <a:rPr lang="ar-EG" sz="2400" dirty="0"/>
              <a:t>في مواصفات الطماطم؟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C744D-4F92-2DBC-2A0D-D840F499AB46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855476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749" y="2285492"/>
            <a:ext cx="8730715" cy="45725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2425"/>
            <a:r>
              <a:rPr lang="ar-EG" b="1" dirty="0"/>
              <a:t>طلب عروض الأسعار واستلامها: </a:t>
            </a:r>
            <a:r>
              <a:rPr lang="ar-EG" dirty="0"/>
              <a:t>بمجرد كتابة مواصفات الطماطم، يمكن إرسالها </a:t>
            </a:r>
            <a:br>
              <a:rPr lang="ar-EG" dirty="0"/>
            </a:br>
            <a:r>
              <a:rPr lang="ar-EG" dirty="0"/>
              <a:t>إلى الموردين ليقدموا أسعارهم.</a:t>
            </a:r>
          </a:p>
          <a:p>
            <a:pPr marL="352425"/>
            <a:r>
              <a:rPr lang="ar-EG" b="1" dirty="0"/>
              <a:t>تقييم عروض أسعار الموردين:</a:t>
            </a:r>
            <a:r>
              <a:rPr lang="ar-EG" dirty="0"/>
              <a:t> بمجرد تلقي قوائم الأسعار من الموردين، </a:t>
            </a:r>
            <a:br>
              <a:rPr lang="ar-EG" dirty="0"/>
            </a:br>
            <a:r>
              <a:rPr lang="ar-EG" dirty="0"/>
              <a:t>سيقوم مدير المشتريات بمقارنة الأسعار وتطبيق معايير الاختيار وتحديد المورد </a:t>
            </a:r>
            <a:br>
              <a:rPr lang="ar-EG" dirty="0"/>
            </a:br>
            <a:r>
              <a:rPr lang="ar-EG" dirty="0"/>
              <a:t>الذي سيقوم بتوريد الطماطم.</a:t>
            </a:r>
          </a:p>
          <a:p>
            <a:pPr marL="685800"/>
            <a:endParaRPr lang="en-GB" altLang="en-US" dirty="0"/>
          </a:p>
          <a:p>
            <a:pPr marL="0" indent="0">
              <a:buNone/>
            </a:pPr>
            <a:r>
              <a:rPr lang="ar-EG" b="1" dirty="0"/>
              <a:t>سؤال:</a:t>
            </a:r>
            <a:r>
              <a:rPr lang="ar-EG" dirty="0"/>
              <a:t> ما هي معايير الاختيار التي من المحتمل تطبيقها على الطماطم؟</a:t>
            </a:r>
          </a:p>
          <a:p>
            <a:pPr indent="0">
              <a:buNone/>
            </a:pP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مراحل عملية الشراء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D88E990-B7F0-366D-C0C3-CC20F5CDA2D9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731779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096852"/>
            <a:ext cx="8960713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5800"/>
            <a:r>
              <a:rPr lang="ar-EG" sz="2000" b="1" dirty="0"/>
              <a:t>تقديم توصيات بشأن منح العقود:</a:t>
            </a:r>
            <a:r>
              <a:rPr lang="ar-EG" sz="2000" dirty="0"/>
              <a:t> بالنسبة للطلبات الكبيرة، ستصدر إدارة المشتريات تقريرًا بالنتائج التي توصلت إليها وسيقوم المزيد من كبار المديرين باتخاذ القرار.</a:t>
            </a:r>
          </a:p>
          <a:p>
            <a:pPr marL="685800"/>
            <a:r>
              <a:rPr lang="ar-EG" sz="2000" b="1" dirty="0"/>
              <a:t>تقديم طلب الشراء:</a:t>
            </a:r>
            <a:r>
              <a:rPr lang="ar-EG" sz="2000" dirty="0"/>
              <a:t> بمجرد اختيار المورد، سيقوم مدير المشتريات بتقديم الطلب.</a:t>
            </a:r>
          </a:p>
          <a:p>
            <a:pPr marL="685800"/>
            <a:r>
              <a:rPr lang="ar-EG" sz="2000" b="1" dirty="0"/>
              <a:t>الأداء والتسليم:</a:t>
            </a:r>
            <a:r>
              <a:rPr lang="ar-EG" sz="2000" dirty="0"/>
              <a:t> سيقوم المورد بتسليم الطماطم بالجودة والكميات المطلوبة في اليوم </a:t>
            </a:r>
            <a:br>
              <a:rPr lang="ar-EG" sz="2000" dirty="0"/>
            </a:br>
            <a:r>
              <a:rPr lang="ar-EG" sz="2000" dirty="0"/>
              <a:t>وفي الوقت المناسبين.</a:t>
            </a:r>
          </a:p>
          <a:p>
            <a:pPr marL="685800"/>
            <a:r>
              <a:rPr lang="ar-EG" sz="2000" b="1" dirty="0"/>
              <a:t>الدفع للموردين:</a:t>
            </a:r>
            <a:r>
              <a:rPr lang="ar-EG" sz="2000" dirty="0"/>
              <a:t> بمجرد تسليم الطماطم وتخزينها، يصبح السداد واجبًا للمورد.</a:t>
            </a:r>
          </a:p>
          <a:p>
            <a:pPr marL="685800"/>
            <a:r>
              <a:rPr lang="ar-EG" sz="2000" b="1" dirty="0"/>
              <a:t>مراجعة النتائج والعمليات:</a:t>
            </a:r>
            <a:r>
              <a:rPr lang="ar-EG" sz="2000" dirty="0"/>
              <a:t> سيقوم مدير المشتريات بمراجعة عملية الشراء بأكملها بشكل دوري.</a:t>
            </a:r>
          </a:p>
          <a:p>
            <a:pPr marL="9525" indent="0">
              <a:buNone/>
            </a:pPr>
            <a:endParaRPr lang="en-GB" altLang="en-US" dirty="0"/>
          </a:p>
          <a:p>
            <a:pPr marL="352425"/>
            <a:endParaRPr lang="en-GB" altLang="en-US" dirty="0"/>
          </a:p>
          <a:p>
            <a:pPr indent="0">
              <a:buNone/>
            </a:pPr>
            <a:endParaRPr lang="en-GB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10219-5486-EB4A-9566-1C7A3AA88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مراحل عملية الشراء (4)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BEFE6-E7AD-7810-01F9-E7EBB165E41A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3676881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440016" y="1844452"/>
            <a:ext cx="3429817" cy="33847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sz="2200" b="1" dirty="0"/>
              <a:t>مواصفات الشراء:</a:t>
            </a:r>
            <a:r>
              <a:rPr lang="ar-EG" sz="2200" dirty="0"/>
              <a:t> يمكن القول بأنها الوثيقة الأكثر أهمية المستخدمة في العملية.</a:t>
            </a:r>
          </a:p>
          <a:p>
            <a:endParaRPr lang="en-GB" altLang="en-US" sz="2200" dirty="0"/>
          </a:p>
          <a:p>
            <a:pPr marL="355600" indent="-355600"/>
            <a:r>
              <a:rPr lang="ar-EG" sz="2200" b="1" dirty="0"/>
              <a:t>طلب الشراء: </a:t>
            </a:r>
            <a:r>
              <a:rPr lang="ar-EG" sz="2200" dirty="0"/>
              <a:t>الوثيقة المعدة </a:t>
            </a:r>
            <a:br>
              <a:rPr lang="ar-EG" sz="2200" dirty="0"/>
            </a:br>
            <a:r>
              <a:rPr lang="ar-EG" sz="2200" dirty="0"/>
              <a:t>عند تقديم الشراء.  </a:t>
            </a:r>
          </a:p>
          <a:p>
            <a:pPr marL="685800"/>
            <a:endParaRPr lang="en-GB" altLang="en-US" dirty="0"/>
          </a:p>
          <a:p>
            <a:pPr indent="0">
              <a:buNone/>
            </a:pPr>
            <a:endParaRPr lang="en-GB" altLang="en-US" dirty="0"/>
          </a:p>
          <a:p>
            <a:endParaRPr lang="en-GB" altLang="en-US" dirty="0"/>
          </a:p>
          <a:p>
            <a:pPr marL="0" indent="0" algn="just">
              <a:buNone/>
            </a:pPr>
            <a:endParaRPr lang="en-GB" altLang="en-US" dirty="0"/>
          </a:p>
          <a:p>
            <a:pPr indent="0">
              <a:buNone/>
            </a:pPr>
            <a:endParaRPr lang="en-GB" altLang="en-US" sz="2200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2800" b="1"/>
              <a:t>المستندات المستخدمة في عملية الشراء 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68008-AE8B-D3DD-EE92-4A908C7D0FC1}"/>
              </a:ext>
            </a:extLst>
          </p:cNvPr>
          <p:cNvSpPr txBox="1"/>
          <p:nvPr/>
        </p:nvSpPr>
        <p:spPr>
          <a:xfrm>
            <a:off x="3969037" y="6021288"/>
            <a:ext cx="47324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200" b="1" dirty="0"/>
              <a:t>سؤال:</a:t>
            </a:r>
            <a:r>
              <a:rPr lang="ar-EG" sz="2200" dirty="0"/>
              <a:t> ما هي المعلومات المدرجة في طلب الشراء؟</a:t>
            </a:r>
          </a:p>
          <a:p>
            <a:endParaRPr lang="en-GB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1607B36-4D82-C60D-6C43-3D00C68E01C1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BC23E5-B6C4-F4B7-DFA8-D94656CAB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92" y="2217421"/>
            <a:ext cx="5242560" cy="3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437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1998692"/>
            <a:ext cx="4211960" cy="45695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2075" indent="0">
              <a:buNone/>
            </a:pPr>
            <a:r>
              <a:rPr lang="ar-EG" dirty="0"/>
              <a:t>هل تتطابق المعلومات الواردة </a:t>
            </a:r>
            <a:br>
              <a:rPr lang="ar-EG" dirty="0"/>
            </a:br>
            <a:r>
              <a:rPr lang="ar-EG" dirty="0"/>
              <a:t>في نموذج طلب الشراء </a:t>
            </a:r>
            <a:br>
              <a:rPr lang="ar-EG" dirty="0"/>
            </a:br>
            <a:r>
              <a:rPr lang="ar-EG" dirty="0"/>
              <a:t>هذا مع قائمتك؟</a:t>
            </a:r>
          </a:p>
          <a:p>
            <a:pPr marL="92075" indent="0">
              <a:buNone/>
            </a:pPr>
            <a:endParaRPr lang="en-GB" altLang="en-US" dirty="0"/>
          </a:p>
          <a:p>
            <a:pPr marL="92075" indent="0">
              <a:buNone/>
            </a:pPr>
            <a:r>
              <a:rPr lang="ar-EG" b="1" dirty="0"/>
              <a:t>سؤال:</a:t>
            </a:r>
            <a:r>
              <a:rPr lang="ar-EG" dirty="0"/>
              <a:t> ما المقصود بشروط العرض؟</a:t>
            </a:r>
          </a:p>
          <a:p>
            <a:pPr indent="0">
              <a:buNone/>
            </a:pPr>
            <a:endParaRPr lang="en-GB" altLang="en-US" sz="2200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2800" b="1"/>
              <a:t>المستندات المستخدمة في عملية الشراء (2)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19FA4-87FC-D489-6A7E-5B3831BF86D4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B25DFC-C79D-F592-5F60-9850E3166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64" y="1821180"/>
            <a:ext cx="4137796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091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8520" y="2096852"/>
            <a:ext cx="9144000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altLang="en-US" sz="2200" b="1" dirty="0"/>
          </a:p>
          <a:p>
            <a:pPr marL="685800"/>
            <a:r>
              <a:rPr lang="ar-EG" b="1" dirty="0"/>
              <a:t>ملاحظة المرتجعات:</a:t>
            </a:r>
            <a:r>
              <a:rPr lang="ar-EG" dirty="0"/>
              <a:t> تستخدم لإعادة السلع إلى المورد إذا كانت غير مستوفية </a:t>
            </a:r>
            <a:br>
              <a:rPr lang="ar-EG" dirty="0"/>
            </a:br>
            <a:r>
              <a:rPr lang="ar-EG" dirty="0"/>
              <a:t>للمتطلبات المحددة.</a:t>
            </a:r>
          </a:p>
          <a:p>
            <a:pPr marL="685800"/>
            <a:r>
              <a:rPr lang="ar-EG" b="1" dirty="0"/>
              <a:t>إشعار الائتمان:</a:t>
            </a:r>
            <a:r>
              <a:rPr lang="ar-EG" dirty="0"/>
              <a:t> إذا قام العميل بإرجاع السلع إلى المورد، فسيقوم المورد بإصدار </a:t>
            </a:r>
            <a:br>
              <a:rPr lang="ar-EG" dirty="0"/>
            </a:br>
            <a:r>
              <a:rPr lang="ar-EG" dirty="0"/>
              <a:t>إشعار دائن بقيمة البضائع المرتجعة.</a:t>
            </a:r>
          </a:p>
          <a:p>
            <a:pPr marL="685800"/>
            <a:r>
              <a:rPr lang="ar-EG" b="1" dirty="0"/>
              <a:t>الفاتورة:</a:t>
            </a:r>
            <a:r>
              <a:rPr lang="ar-EG" dirty="0"/>
              <a:t> هي طلب للدفع سيتضمن جميع البضائع المستلمة خلال فترة الفاتورة، </a:t>
            </a:r>
            <a:br>
              <a:rPr lang="ar-EG" dirty="0"/>
            </a:br>
            <a:r>
              <a:rPr lang="ar-EG" dirty="0"/>
              <a:t>وسيقوم المورد بإرسالها إلى شركة الضيافة في نهاية كل شهر.</a:t>
            </a:r>
          </a:p>
          <a:p>
            <a:pPr marL="685800"/>
            <a:r>
              <a:rPr lang="ar-EG" b="1" dirty="0"/>
              <a:t>البيان:</a:t>
            </a:r>
            <a:r>
              <a:rPr lang="ar-EG" dirty="0"/>
              <a:t> يرسله المورد لتأكيد تفاصيل الدفعات المستحقة.</a:t>
            </a:r>
          </a:p>
          <a:p>
            <a:pPr marL="685800"/>
            <a:endParaRPr lang="en-GB" altLang="en-US" sz="2200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200" b="1"/>
              <a:t>المستندات المستخدمة في عملية الشراء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9C9FC98-4518-2CF5-692A-0D308613C3DB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347359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b="1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564904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التعرف على مبادئ مراقبة المخزون.</a:t>
            </a:r>
          </a:p>
          <a:p>
            <a:pPr algn="ctr"/>
            <a:endParaRPr lang="en-GB" altLang="en-US" sz="36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ar-EG" sz="2400"/>
              <a:t>مراقبة استلام البضائع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ar-EG" sz="2400"/>
              <a:t>مراقبة تخزين البضائع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ar-EG" sz="2400"/>
              <a:t>مراقبة إصدار ومراقبة مخزون البضائع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ar-EG" sz="2400"/>
              <a:t>مراقبة  استخدام السلع أو الموارد</a:t>
            </a:r>
          </a:p>
          <a:p>
            <a:pPr algn="ctr"/>
            <a:endParaRPr lang="en-GB" altLang="en-US" sz="3600" b="1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85B423-366E-472D-F0F6-A1C680A30789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615" y="2096852"/>
            <a:ext cx="9134781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b="1" dirty="0"/>
              <a:t>الأهداف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فيما يلي ثلاثة أهداف رئيسية يجب أن تتحقق عند قبول عمليات استلام البضائع وتخزينها:</a:t>
            </a:r>
          </a:p>
          <a:p>
            <a:pPr marL="685800"/>
            <a:r>
              <a:rPr lang="ar-EG" dirty="0"/>
              <a:t>التحقق من الكمية مقارنة بطلب الشراء</a:t>
            </a:r>
          </a:p>
          <a:p>
            <a:pPr marL="685800"/>
            <a:r>
              <a:rPr lang="ar-EG" dirty="0"/>
              <a:t>التحقق من الجودة مقارنة بمواصفات الشراء</a:t>
            </a:r>
          </a:p>
          <a:p>
            <a:pPr marL="685800"/>
            <a:r>
              <a:rPr lang="ar-EG" dirty="0"/>
              <a:t>التحقق من صحة الأسعار.</a:t>
            </a:r>
          </a:p>
          <a:p>
            <a:pPr marL="685800"/>
            <a:endParaRPr lang="en-GB" altLang="en-US" b="1" dirty="0"/>
          </a:p>
          <a:p>
            <a:pPr indent="0">
              <a:buNone/>
            </a:pPr>
            <a:r>
              <a:rPr lang="ar-EG" dirty="0"/>
              <a:t>إجراء كل هذه الفحوصات للتأكد من أن السلع والبضائع المستلمة تستوفي شروط الجودة والكمية المطلوبة</a:t>
            </a:r>
            <a:r>
              <a:rPr lang="ar-EG" sz="2200" dirty="0"/>
              <a:t>.</a:t>
            </a:r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مراقبة استلام البضائع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5754296-3FE7-5453-6543-AE71D7AB3728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30" y="1844452"/>
            <a:ext cx="8568951" cy="13685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sz="2200" b="1"/>
              <a:t>الإجراءات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 sz="2200"/>
              <a:t>يوجد إجراءات يجب اتباعها عند قبول عمليات التسليم وإيداع السلع والبضائع في المخزون:</a:t>
            </a:r>
          </a:p>
          <a:p>
            <a:pPr indent="0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مراقبة استلام البضائع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B5F3D-51FD-24A7-7ED5-19F2813FC870}"/>
              </a:ext>
            </a:extLst>
          </p:cNvPr>
          <p:cNvSpPr txBox="1"/>
          <p:nvPr/>
        </p:nvSpPr>
        <p:spPr>
          <a:xfrm>
            <a:off x="3923928" y="2717315"/>
            <a:ext cx="49685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/>
            <a:endParaRPr lang="en-GB" altLang="en-US" sz="1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ar-EG" sz="2200" b="1" dirty="0"/>
              <a:t>التحقق من درجة حرارة السيارات والبضائع: </a:t>
            </a:r>
            <a:r>
              <a:rPr lang="ar-EG" sz="2200" dirty="0"/>
              <a:t>التحقق من درجة حرارة سيارات التوصيل باستخدام مسبار درجة الحرارة.</a:t>
            </a:r>
          </a:p>
          <a:p>
            <a:endParaRPr lang="en-GB" altLang="en-US" sz="2200" b="1" dirty="0"/>
          </a:p>
          <a:p>
            <a:r>
              <a:rPr lang="ar-EG" sz="2200" b="1" dirty="0"/>
              <a:t>سؤال:</a:t>
            </a:r>
            <a:r>
              <a:rPr lang="ar-EG" sz="2200" dirty="0"/>
              <a:t> هل يمكنك تذكر درجات حرارة التخزين الصحيحة للسلع المبردة والمجمدة؟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CFC7E-0D91-EE00-B6FD-4DB72129A2B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248" y="3178736"/>
            <a:ext cx="3779912" cy="269993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9DEBD-FF67-A89D-3DCC-2904C02896EF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1861119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30" y="1844452"/>
            <a:ext cx="8568951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altLang="en-US" sz="2200" dirty="0"/>
          </a:p>
          <a:p>
            <a:r>
              <a:rPr lang="ar-EG" b="1" dirty="0"/>
              <a:t>التحقق من حالة التعبئة والتغليف:</a:t>
            </a:r>
            <a:r>
              <a:rPr lang="ar-EG" dirty="0"/>
              <a:t> رفض أي سلعة في حالة تلف العبوة.</a:t>
            </a:r>
            <a:r>
              <a:rPr lang="en-US" dirty="0"/>
              <a:t> </a:t>
            </a:r>
            <a:r>
              <a:rPr lang="ar-EG" dirty="0"/>
              <a:t>التحقق </a:t>
            </a:r>
            <a:br>
              <a:rPr lang="ar-EG" dirty="0"/>
            </a:br>
            <a:r>
              <a:rPr lang="ar-EG" dirty="0"/>
              <a:t>من وجود علب تالفة وعبوات منتفخة </a:t>
            </a:r>
            <a:r>
              <a:rPr lang="ar-EG" dirty="0" err="1"/>
              <a:t>ومرطبانات</a:t>
            </a:r>
            <a:r>
              <a:rPr lang="ar-EG" dirty="0"/>
              <a:t> وزجاجات تبدو وكأنه سبق فتحها.</a:t>
            </a:r>
          </a:p>
          <a:p>
            <a:r>
              <a:rPr lang="ar-EG" b="1" dirty="0"/>
              <a:t>التحقق من العمر الافتراضي للبضائع: </a:t>
            </a:r>
            <a:r>
              <a:rPr lang="ar-EG" dirty="0"/>
              <a:t>التحقق من التواريخ الموجودة على العبوة للتأكد من العمر الافتراضي للبضائع.</a:t>
            </a:r>
          </a:p>
          <a:p>
            <a:pPr marL="685800"/>
            <a:endParaRPr lang="en-GB" altLang="en-US" b="1" dirty="0"/>
          </a:p>
          <a:p>
            <a:pPr marL="0" indent="0">
              <a:buNone/>
            </a:pPr>
            <a:r>
              <a:rPr lang="ar-EG" b="1" dirty="0"/>
              <a:t>سؤال:</a:t>
            </a:r>
            <a:r>
              <a:rPr lang="ar-EG" dirty="0"/>
              <a:t> هل يمكنك تذكر التواريخ المختلفة التي تظهر على عبوات المواد الغذائية؟</a:t>
            </a:r>
          </a:p>
          <a:p>
            <a:pPr marL="685800"/>
            <a:endParaRPr lang="en-GB" altLang="en-US" sz="2200" dirty="0"/>
          </a:p>
          <a:p>
            <a:pPr indent="0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مراقبة استلام البضائع (3)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2593EFB-CC10-91E3-B856-B4B980513C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283667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45336" y="3598912"/>
            <a:ext cx="5508104" cy="28007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85800"/>
            <a:r>
              <a:rPr lang="ar-EG" sz="2200" b="1" dirty="0">
                <a:latin typeface="Arial"/>
                <a:cs typeface="Arial"/>
              </a:rPr>
              <a:t>رفض البضائع غير المناسبة:</a:t>
            </a:r>
            <a:r>
              <a:rPr lang="ar-EG" sz="2200" dirty="0">
                <a:latin typeface="Arial"/>
                <a:cs typeface="Arial"/>
              </a:rPr>
              <a:t> بالإضافة إلى التحقق من التغليف والتواريخ، والتحقق بصريًا من جميع العناصر للتأكد من خلوها من التلف أو العيوب </a:t>
            </a:r>
            <a:br>
              <a:rPr lang="ar-EG" sz="2200" dirty="0">
                <a:latin typeface="Arial"/>
                <a:cs typeface="Arial"/>
              </a:rPr>
            </a:br>
            <a:r>
              <a:rPr lang="ar-EG" sz="2200" dirty="0">
                <a:latin typeface="Arial"/>
                <a:cs typeface="Arial"/>
              </a:rPr>
              <a:t>أو التضرر.</a:t>
            </a:r>
          </a:p>
          <a:p>
            <a:pPr marL="685800"/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139F-6D6B-D213-D57E-56722D6EC0C0}"/>
              </a:ext>
            </a:extLst>
          </p:cNvPr>
          <p:cNvSpPr txBox="1"/>
          <p:nvPr/>
        </p:nvSpPr>
        <p:spPr>
          <a:xfrm>
            <a:off x="-10344" y="1909859"/>
            <a:ext cx="968456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342900">
              <a:buFont typeface="Wingdings" pitchFamily="2" charset="2"/>
              <a:buChar char="§"/>
            </a:pPr>
            <a:r>
              <a:rPr lang="ar-EG" sz="2200" b="1" dirty="0"/>
              <a:t>تفريغ البضائع وتخزيها:</a:t>
            </a:r>
            <a:r>
              <a:rPr lang="ar-EG" sz="2200" dirty="0"/>
              <a:t> في بعض الأحيان يلزم إخراج البضائع من العبوة الأصلية، </a:t>
            </a:r>
            <a:br>
              <a:rPr lang="ar-EG" sz="2200" dirty="0"/>
            </a:br>
            <a:r>
              <a:rPr lang="ar-EG" sz="2200" dirty="0"/>
              <a:t>على سبيل المثال، يتم تسليم الدقيق في أكياس ورقية تبلى بمرور الوقت.</a:t>
            </a:r>
          </a:p>
          <a:p>
            <a:pPr marL="1028700" indent="-342900">
              <a:buFont typeface="Wingdings" pitchFamily="2" charset="2"/>
              <a:buChar char="§"/>
            </a:pPr>
            <a:r>
              <a:rPr lang="ar-EG" sz="2200" b="1" dirty="0"/>
              <a:t>وضع الملصقات التوضيحية على البضائع:</a:t>
            </a:r>
            <a:r>
              <a:rPr lang="ar-EG" sz="2200" dirty="0"/>
              <a:t> إذا تم تفريغ البضائع من عبواتها الأصلية، </a:t>
            </a:r>
            <a:br>
              <a:rPr lang="ar-EG" sz="2200" dirty="0"/>
            </a:br>
            <a:r>
              <a:rPr lang="ar-EG" sz="2200" dirty="0"/>
              <a:t>فيجب وضع ملصقات توضيحية عليها وكتابة البيانات الخاصة بالتاريخ.</a:t>
            </a:r>
          </a:p>
          <a:p>
            <a:pPr marL="1028700" indent="-342900">
              <a:buFont typeface="Wingdings" pitchFamily="2" charset="2"/>
              <a:buChar char="§"/>
            </a:pPr>
            <a:endParaRPr lang="en-GB" alt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C64B08-A83B-160D-34A7-364929C84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مراقبة استلام البضائع (4)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04C30-DC2A-8C40-92B6-6A0FC43E315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789040"/>
            <a:ext cx="3353030" cy="222940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80023AE-52BD-F9B3-1E1B-CCEC4C38F8F6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866106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096852"/>
            <a:ext cx="9036496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استكمال السجلات والتأكد من دقتها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sz="2200" b="1" dirty="0"/>
          </a:p>
          <a:p>
            <a:pPr marL="685800"/>
            <a:r>
              <a:rPr lang="ar-EG" b="1" dirty="0"/>
              <a:t>ورقة فحص التسليم:</a:t>
            </a:r>
            <a:r>
              <a:rPr lang="ar-EG" dirty="0"/>
              <a:t> تُستخدم لتسجيل عمليات التسليم التي تمت خلال </a:t>
            </a:r>
            <a:br>
              <a:rPr lang="ar-EG" dirty="0"/>
            </a:br>
            <a:r>
              <a:rPr lang="ar-EG" dirty="0"/>
              <a:t>فترة زمنية معينة.</a:t>
            </a:r>
          </a:p>
          <a:p>
            <a:pPr marL="685800"/>
            <a:r>
              <a:rPr lang="ar-EG" b="1" dirty="0"/>
              <a:t>سجلات تخزين المواد الغذائية: </a:t>
            </a:r>
            <a:r>
              <a:rPr lang="ar-EG" dirty="0"/>
              <a:t>تُستخدم لتسجيل درجات حرارة الثلاجات والمجمدات.</a:t>
            </a:r>
          </a:p>
          <a:p>
            <a:pPr marL="685800"/>
            <a:r>
              <a:rPr lang="ar-EG" b="1" dirty="0"/>
              <a:t>البضائع المسجلة: </a:t>
            </a:r>
            <a:r>
              <a:rPr lang="ar-EG" dirty="0"/>
              <a:t>تسجيل تفاصيل جميع البضائع المودعة في المخزون.</a:t>
            </a:r>
          </a:p>
          <a:p>
            <a:pPr marL="685800"/>
            <a:endParaRPr lang="en-GB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C4007E-49FE-5B44-41D8-E3C738B8A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مراقبة استلام البضائع (5)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BF176-4EA6-020A-1D9F-E9093C1DFDB4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0152165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1913"/>
            <a:ext cx="9144000" cy="863600"/>
          </a:xfrm>
        </p:spPr>
        <p:txBody>
          <a:bodyPr/>
          <a:lstStyle/>
          <a:p>
            <a:r>
              <a:rPr lang="ar-EG" sz="3600" b="1"/>
              <a:t>مراقبة تخزين البضائع (1)</a:t>
            </a:r>
            <a:r>
              <a:rPr lang="en-US" sz="3600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63" y="2564904"/>
            <a:ext cx="7991475" cy="3609975"/>
          </a:xfrm>
        </p:spPr>
        <p:txBody>
          <a:bodyPr/>
          <a:lstStyle/>
          <a:p>
            <a:pPr marL="0" indent="0">
              <a:buNone/>
            </a:pPr>
            <a:r>
              <a:rPr lang="ar-EG" b="1" dirty="0"/>
              <a:t>الأهداف</a:t>
            </a:r>
          </a:p>
          <a:p>
            <a:pPr marL="0" indent="0">
              <a:buNone/>
            </a:pPr>
            <a:endParaRPr lang="en-GB" dirty="0">
              <a:effectLst/>
            </a:endParaRPr>
          </a:p>
          <a:p>
            <a:pPr marL="0" indent="0">
              <a:buNone/>
            </a:pPr>
            <a:r>
              <a:rPr lang="ar-EG" dirty="0"/>
              <a:t>هناك هدفان واضحان للغاية لمراقبة تخزين البضائع:</a:t>
            </a:r>
          </a:p>
          <a:p>
            <a:r>
              <a:rPr lang="ar-EG" b="1" dirty="0"/>
              <a:t>منع الخسارة:</a:t>
            </a:r>
            <a:r>
              <a:rPr lang="ar-EG" dirty="0"/>
              <a:t> بسبب السرقة أو الهدر</a:t>
            </a:r>
          </a:p>
          <a:p>
            <a:r>
              <a:rPr lang="ar-EG" b="1" dirty="0"/>
              <a:t>تجنب التلف: </a:t>
            </a:r>
            <a:r>
              <a:rPr lang="ar-EG" dirty="0"/>
              <a:t>عن طريق التخزين والاستخدام غير الصحيحين.</a:t>
            </a:r>
          </a:p>
          <a:p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1106BB3-534A-5BE8-890A-6AEF096E8BBF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769873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40" y="2025968"/>
            <a:ext cx="8784976" cy="4104456"/>
          </a:xfrm>
        </p:spPr>
        <p:txBody>
          <a:bodyPr/>
          <a:lstStyle/>
          <a:p>
            <a:pPr marL="0" indent="0">
              <a:buNone/>
            </a:pPr>
            <a:r>
              <a:rPr lang="ar-EG" sz="2000" b="1" dirty="0"/>
              <a:t>متطلبات التخزين</a:t>
            </a:r>
          </a:p>
          <a:p>
            <a:pPr marL="0" indent="0">
              <a:buNone/>
            </a:pPr>
            <a:r>
              <a:rPr lang="ar-EG" sz="2000" dirty="0"/>
              <a:t>للأطعمة المختلفة متطلبات تخزين مختلفة:</a:t>
            </a:r>
          </a:p>
          <a:p>
            <a:r>
              <a:rPr lang="ar-EG" sz="2000" dirty="0"/>
              <a:t>مبردة أو مجمدة أو في الغرفة أو تحت إشراف متخصص.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ar-EG" sz="2000" b="1" dirty="0"/>
              <a:t>سؤال:</a:t>
            </a:r>
            <a:r>
              <a:rPr lang="ar-EG" sz="2000" dirty="0"/>
              <a:t> هل يمكنك تذكر درجات حرارة التخزين ولماذا تحتاج إلى الاحتفاظ بسجلات لها؟</a:t>
            </a:r>
          </a:p>
          <a:p>
            <a:pPr marL="0" indent="0">
              <a:buNone/>
            </a:pPr>
            <a:r>
              <a:rPr lang="ar-EG" sz="2000" b="1" dirty="0"/>
              <a:t>دوران المخزون</a:t>
            </a:r>
          </a:p>
          <a:p>
            <a:r>
              <a:rPr lang="ar-EG" sz="2000" b="1" dirty="0"/>
              <a:t>الوارد أولًا يخرج أولًا:</a:t>
            </a:r>
            <a:r>
              <a:rPr lang="ar-EG" sz="2000" dirty="0"/>
              <a:t> طريقة لتدوير المخزون تضمن استخدام السلع بالترتيب الصحيح.</a:t>
            </a:r>
          </a:p>
          <a:p>
            <a:r>
              <a:rPr lang="ar-EG" sz="2000" b="1" dirty="0"/>
              <a:t>تاريخ الطعام:</a:t>
            </a:r>
            <a:r>
              <a:rPr lang="ar-EG" sz="2000" dirty="0"/>
              <a:t> التأكد من استخدام السلع ذات التاريخ الأقصر أولاً.</a:t>
            </a:r>
          </a:p>
          <a:p>
            <a:r>
              <a:rPr lang="ar-EG" sz="2000" b="1" dirty="0"/>
              <a:t>سلامة التخزين:</a:t>
            </a:r>
            <a:r>
              <a:rPr lang="ar-EG" sz="2000" dirty="0"/>
              <a:t> لمنع الخسارة بسبب السرقة.</a:t>
            </a:r>
          </a:p>
          <a:p>
            <a:r>
              <a:rPr lang="ar-EG" sz="2000" b="1" dirty="0"/>
              <a:t>استكمال السجلات والحفاظ على دقتها:</a:t>
            </a:r>
            <a:r>
              <a:rPr lang="ar-EG" sz="2000" dirty="0"/>
              <a:t> لأسباب قانونية وأسباب تتعلق بسلامة الأغذية.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B757D-1554-5E52-FEDD-FB156BEB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360" y="1124744"/>
            <a:ext cx="9144000" cy="863600"/>
          </a:xfrm>
        </p:spPr>
        <p:txBody>
          <a:bodyPr/>
          <a:lstStyle/>
          <a:p>
            <a:r>
              <a:rPr lang="ar-EG" sz="3600" b="1"/>
              <a:t>مراقبة تخزين البضائع (2)</a:t>
            </a:r>
            <a:r>
              <a:rPr lang="en-US" sz="3600" b="1"/>
              <a:t> 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18941A0-5890-8A29-347C-B7B82713AFD4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3778265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0094"/>
            <a:ext cx="9144000" cy="863600"/>
          </a:xfrm>
        </p:spPr>
        <p:txBody>
          <a:bodyPr/>
          <a:lstStyle/>
          <a:p>
            <a:r>
              <a:rPr lang="ar-EG" sz="3600" b="1"/>
              <a:t>مراقبة الإصدار ومراقبة مخزون البضائع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529" y="2708920"/>
            <a:ext cx="8568951" cy="3609975"/>
          </a:xfrm>
        </p:spPr>
        <p:txBody>
          <a:bodyPr/>
          <a:lstStyle/>
          <a:p>
            <a:pPr marL="0" indent="0">
              <a:buNone/>
            </a:pPr>
            <a:r>
              <a:rPr lang="ar-EG" b="1" dirty="0"/>
              <a:t>الأهداف</a:t>
            </a:r>
          </a:p>
          <a:p>
            <a:pPr marL="0" indent="0">
              <a:buNone/>
            </a:pPr>
            <a:r>
              <a:rPr lang="ar-EG" dirty="0"/>
              <a:t>يُنظر إلى البضائع المُخزنة على أنها أصول، والأهداف الرئيسية لمراقبة </a:t>
            </a:r>
            <a:br>
              <a:rPr lang="ar-EG" dirty="0"/>
            </a:br>
            <a:r>
              <a:rPr lang="ar-EG" dirty="0"/>
              <a:t>إخراج البضائع والمخزون هي:</a:t>
            </a:r>
          </a:p>
          <a:p>
            <a:r>
              <a:rPr lang="ar-EG" b="1" dirty="0"/>
              <a:t>تجنب الخسائر: </a:t>
            </a:r>
            <a:r>
              <a:rPr lang="ar-EG" dirty="0"/>
              <a:t>الناتجة عن سوء الاستخدام أو السرقة</a:t>
            </a:r>
          </a:p>
          <a:p>
            <a:r>
              <a:rPr lang="ar-EG" b="1" dirty="0"/>
              <a:t>تجنب الهدر:</a:t>
            </a:r>
            <a:r>
              <a:rPr lang="ar-EG" dirty="0"/>
              <a:t> الناتج عن سوء الاستخدام أو التلف أو التدهور أو الإفراط.</a:t>
            </a:r>
          </a:p>
          <a:p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8C23C6F-FFDC-7AB5-E496-CD6FCC36C49D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4708183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2736"/>
            <a:ext cx="9144000" cy="863600"/>
          </a:xfrm>
        </p:spPr>
        <p:txBody>
          <a:bodyPr/>
          <a:lstStyle/>
          <a:p>
            <a:r>
              <a:rPr lang="ar-EG" sz="2800" b="1"/>
              <a:t>مراقبة الإصدار ومراقبة مخزون البضائع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1969" y="2116281"/>
            <a:ext cx="5616623" cy="3609975"/>
          </a:xfrm>
        </p:spPr>
        <p:txBody>
          <a:bodyPr/>
          <a:lstStyle/>
          <a:p>
            <a:pPr marL="0" indent="0">
              <a:buNone/>
            </a:pPr>
            <a:r>
              <a:rPr lang="ar-EG" sz="2200" b="1"/>
              <a:t>الأهداف</a:t>
            </a:r>
          </a:p>
          <a:p>
            <a:r>
              <a:rPr lang="ar-EG" sz="2200" b="1"/>
              <a:t>تحديد قيمة البضائع الموجودة في المخزون:</a:t>
            </a:r>
            <a:r>
              <a:rPr lang="ar-EG" sz="2200"/>
              <a:t> عن طريق إحصاء المخزون وفحصه.</a:t>
            </a:r>
          </a:p>
          <a:p>
            <a:r>
              <a:rPr lang="ar-EG" sz="2200" b="1"/>
              <a:t>القدرة على حساب الربح: </a:t>
            </a:r>
            <a:r>
              <a:rPr lang="ar-EG" sz="2200"/>
              <a:t>عن طريق حساب قيمة المخزون المستخدم في فترة معينة.</a:t>
            </a:r>
          </a:p>
          <a:p>
            <a:r>
              <a:rPr lang="ar-EG" sz="2200" b="1"/>
              <a:t>حساب معدل دوران المخزون:</a:t>
            </a:r>
            <a:r>
              <a:rPr lang="ar-EG" sz="2200"/>
              <a:t> عدد مرات استخدام المخزون.</a:t>
            </a:r>
            <a:r>
              <a:rPr lang="en-US" sz="2200"/>
              <a:t> </a:t>
            </a:r>
            <a:r>
              <a:rPr lang="ar-EG" sz="2200"/>
              <a:t>يشير معدل الدوران المرتفع إلى أن مستويات استهلاك المخزون مرتفعة للغاية، بينما يشير معدل الدوران المنخفض للغاية إلى أن مستويات المخزون مرتفعة للغاية.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4CDE6-0211-F089-9375-1A900F7024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8" y="2233236"/>
            <a:ext cx="2488549" cy="373282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D67D514-C6CE-DE17-5EC6-AF799BDEDA42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58702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24" y="1340768"/>
            <a:ext cx="9144000" cy="863600"/>
          </a:xfrm>
        </p:spPr>
        <p:txBody>
          <a:bodyPr/>
          <a:lstStyle/>
          <a:p>
            <a:r>
              <a:rPr lang="ar-EG" sz="3600" b="1"/>
              <a:t>مراقبة الإصدار ومراقبة مخزون البضائع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528" y="2564904"/>
            <a:ext cx="8568952" cy="3609975"/>
          </a:xfrm>
        </p:spPr>
        <p:txBody>
          <a:bodyPr/>
          <a:lstStyle/>
          <a:p>
            <a:r>
              <a:rPr lang="ar-EG" b="1" dirty="0"/>
              <a:t>أنظمة التحكم المحوسبة / اليدوية</a:t>
            </a:r>
          </a:p>
          <a:p>
            <a:pPr marL="444500" indent="0">
              <a:buNone/>
            </a:pPr>
            <a:r>
              <a:rPr lang="ar-EG" dirty="0"/>
              <a:t>بمجرد تخزين أي عنصر، يجب إنشاء سجل بذلك.</a:t>
            </a:r>
            <a:r>
              <a:rPr lang="en-US" dirty="0"/>
              <a:t> </a:t>
            </a:r>
            <a:r>
              <a:rPr lang="ar-EG" dirty="0"/>
              <a:t>ويمكن إجراء هذا التسجيل يدويًا أو باستخدام نظام مراقبة المخزون المحوسب.</a:t>
            </a:r>
          </a:p>
          <a:p>
            <a:r>
              <a:rPr lang="ar-EG" b="1" dirty="0"/>
              <a:t>بطاقات الرف/دفاتر المخزون:</a:t>
            </a:r>
            <a:r>
              <a:rPr lang="ar-EG" dirty="0"/>
              <a:t> تسجل حركة المخزون عن طريق تسجيل الإيصالات والإصدارات ورصيد العناصر المتبقية في المخزون.</a:t>
            </a:r>
          </a:p>
          <a:p>
            <a:r>
              <a:rPr lang="ar-EG" b="1" dirty="0"/>
              <a:t>الحد الأدنى لمستويات المخزون:</a:t>
            </a:r>
            <a:r>
              <a:rPr lang="ar-EG" dirty="0"/>
              <a:t> كمية البضائع التي يتعين الاحتفاظ بها في المخزون لتلبية الطلب.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6627ADB-6BE5-A6DE-832B-6C7367765737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1255835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0094"/>
            <a:ext cx="9144000" cy="863600"/>
          </a:xfrm>
        </p:spPr>
        <p:txBody>
          <a:bodyPr/>
          <a:lstStyle/>
          <a:p>
            <a:r>
              <a:rPr lang="ar-EG" sz="3600" b="1"/>
              <a:t>مراقبة الإصدار ومراقبة مخزون البضائع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1520" y="2564904"/>
            <a:ext cx="8568952" cy="3609975"/>
          </a:xfrm>
        </p:spPr>
        <p:txBody>
          <a:bodyPr/>
          <a:lstStyle/>
          <a:p>
            <a:pPr marL="0" indent="0">
              <a:buNone/>
            </a:pPr>
            <a:r>
              <a:rPr lang="ar-EG" b="1" dirty="0"/>
              <a:t>استكمال السجلات والحفاظ على دقتها</a:t>
            </a:r>
          </a:p>
          <a:p>
            <a:r>
              <a:rPr lang="ar-EG" b="1" dirty="0"/>
              <a:t>الطلبات:</a:t>
            </a:r>
            <a:r>
              <a:rPr lang="ar-EG" dirty="0"/>
              <a:t> تستخدمها المؤسسات الكبرى للحصول على البضائع من المتاجر.</a:t>
            </a:r>
          </a:p>
          <a:p>
            <a:r>
              <a:rPr lang="ar-EG" b="1" dirty="0"/>
              <a:t>أوراق الإصدار المُحددة التكلفة:</a:t>
            </a:r>
            <a:r>
              <a:rPr lang="ar-EG" dirty="0"/>
              <a:t> سيقوم صاحب المتجر بتحصيل تكلفة الطلبات </a:t>
            </a:r>
            <a:br>
              <a:rPr lang="ar-EG" dirty="0"/>
            </a:br>
            <a:r>
              <a:rPr lang="ar-EG" dirty="0"/>
              <a:t>للتأكد من دقة تكلفة الأطباق/قائمة الطعام.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A845590-12C1-EB4E-8034-6890F96596C5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3508932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2372"/>
            <a:ext cx="9144000" cy="863600"/>
          </a:xfrm>
        </p:spPr>
        <p:txBody>
          <a:bodyPr/>
          <a:lstStyle/>
          <a:p>
            <a:r>
              <a:rPr lang="ar-EG" sz="3600" b="1"/>
              <a:t>مراقبة استخدام السلع أو الموارد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7524" y="2348880"/>
            <a:ext cx="8568952" cy="3962300"/>
          </a:xfrm>
        </p:spPr>
        <p:txBody>
          <a:bodyPr/>
          <a:lstStyle/>
          <a:p>
            <a:pPr marL="0" indent="0">
              <a:buNone/>
            </a:pPr>
            <a:r>
              <a:rPr lang="ar-EG" b="1" dirty="0"/>
              <a:t>تحقيق أقصى استفادة من الفائض</a:t>
            </a:r>
          </a:p>
          <a:p>
            <a:pPr marL="0" indent="0">
              <a:buNone/>
            </a:pPr>
            <a:r>
              <a:rPr lang="ar-EG" dirty="0"/>
              <a:t>الفائض هو الجزء القابل للاستخدام من المنتج بعد تحضيره وطهيه.</a:t>
            </a:r>
            <a:r>
              <a:rPr lang="en-US" dirty="0"/>
              <a:t> </a:t>
            </a:r>
            <a:r>
              <a:rPr lang="ar-EG" dirty="0"/>
              <a:t>سيكون لجميع </a:t>
            </a:r>
            <a:br>
              <a:rPr lang="ar-EG" dirty="0"/>
            </a:br>
            <a:r>
              <a:rPr lang="ar-EG" dirty="0"/>
              <a:t>السلع والمكونات فائض، وهذه طرق عديدة لتحقيق فوائض صحيحة:</a:t>
            </a:r>
          </a:p>
          <a:p>
            <a:r>
              <a:rPr lang="ar-EG" dirty="0"/>
              <a:t>استخدام الوصفات القياسية: التعليمات المكتوبة لإعداد صنف/طبق/قائمة طعام</a:t>
            </a:r>
          </a:p>
          <a:p>
            <a:r>
              <a:rPr lang="ar-EG" dirty="0"/>
              <a:t>تطبيق الوصفات بدقة: استخدام الوصفات القياسية، مما يسمح بتقدير دقيق </a:t>
            </a:r>
            <a:br>
              <a:rPr lang="ar-EG" dirty="0"/>
            </a:br>
            <a:r>
              <a:rPr lang="ar-EG" dirty="0"/>
              <a:t>لعملية البيع وهوامش الربح.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FAC415C-CE8D-ACAD-5BEF-75426F280431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1818822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B6B5-1D92-5F04-8AFB-7E499BA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</p:spPr>
        <p:txBody>
          <a:bodyPr/>
          <a:lstStyle/>
          <a:p>
            <a:r>
              <a:rPr lang="ar-EG" sz="2800" b="1"/>
              <a:t>مراقبة استخدام السلع أو الموارد</a:t>
            </a:r>
            <a:r>
              <a:rPr lang="ar-EG" sz="3200" b="1"/>
              <a:t>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3CE7-CDDF-33CE-1C30-9F29936A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1960" y="1916956"/>
            <a:ext cx="4752529" cy="4394348"/>
          </a:xfrm>
        </p:spPr>
        <p:txBody>
          <a:bodyPr/>
          <a:lstStyle/>
          <a:p>
            <a:r>
              <a:rPr lang="ar-EG" b="1" dirty="0"/>
              <a:t>استخدام مراقبة الكميات:</a:t>
            </a:r>
            <a:r>
              <a:rPr lang="ar-EG" dirty="0"/>
              <a:t> يمكن تحقيقه </a:t>
            </a:r>
            <a:br>
              <a:rPr lang="ar-EG" dirty="0"/>
            </a:br>
            <a:r>
              <a:rPr lang="ar-EG" dirty="0"/>
              <a:t>بعدة طرق بما في ذلك استخدام العناصر المقسمة مسبقًا.</a:t>
            </a:r>
          </a:p>
          <a:p>
            <a:r>
              <a:rPr lang="ar-EG" b="1" dirty="0"/>
              <a:t>الوزن الدقيق للمكونات أو البضائع:</a:t>
            </a:r>
            <a:r>
              <a:rPr lang="ar-EG" dirty="0"/>
              <a:t> باستخدام أجهزة قياس دقيقة.</a:t>
            </a:r>
          </a:p>
          <a:p>
            <a:r>
              <a:rPr lang="ar-EG" b="1" dirty="0"/>
              <a:t>استخدام المعايير القياسية:</a:t>
            </a:r>
            <a:r>
              <a:rPr lang="ar-EG" dirty="0"/>
              <a:t> استخدام </a:t>
            </a:r>
            <a:br>
              <a:rPr lang="ar-EG" dirty="0"/>
            </a:br>
            <a:r>
              <a:rPr lang="ar-EG" dirty="0"/>
              <a:t>معايير الخدمة القياسية مثل المغارف والمجارف وملاعق القياس</a:t>
            </a:r>
            <a:r>
              <a:rPr lang="ar-EG" sz="22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5ECF41-74A1-6B98-67E8-DE981D92D4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025234"/>
            <a:ext cx="3826101" cy="2550734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DCB7BDF-0393-2EF8-EA6C-24093EFB7E3A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9422703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40B9-628C-DD9E-2ED9-13F9474A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5388"/>
            <a:ext cx="9036496" cy="863600"/>
          </a:xfrm>
        </p:spPr>
        <p:txBody>
          <a:bodyPr/>
          <a:lstStyle/>
          <a:p>
            <a:r>
              <a:rPr lang="ar-EG" sz="3600" b="1"/>
              <a:t>مراقبة استخدام السلع أو الموارد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BF2A-CF3A-F02B-F042-99407409B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511" y="2492896"/>
            <a:ext cx="7991475" cy="3609975"/>
          </a:xfrm>
        </p:spPr>
        <p:txBody>
          <a:bodyPr/>
          <a:lstStyle/>
          <a:p>
            <a:pPr marL="0" indent="0">
              <a:buNone/>
            </a:pPr>
            <a:r>
              <a:rPr lang="ar-EG" b="1" dirty="0">
                <a:latin typeface="Helvetica" pitchFamily="2" charset="0"/>
              </a:rPr>
              <a:t>استكمال السجلات والحفاظ على دقتها</a:t>
            </a:r>
          </a:p>
          <a:p>
            <a:r>
              <a:rPr lang="ar-EG" b="1" dirty="0"/>
              <a:t>الفراغ القمي:</a:t>
            </a:r>
            <a:r>
              <a:rPr lang="ar-EG" dirty="0"/>
              <a:t> مصطلح يشير إلى الكميات المهدرة في التجارة المرخصة</a:t>
            </a:r>
          </a:p>
          <a:p>
            <a:r>
              <a:rPr lang="ar-EG" b="1" dirty="0"/>
              <a:t>التكسر:</a:t>
            </a:r>
            <a:r>
              <a:rPr lang="ar-EG" dirty="0"/>
              <a:t> تكسر الزجاجات</a:t>
            </a:r>
            <a:r>
              <a:rPr lang="en-US" dirty="0"/>
              <a:t> </a:t>
            </a:r>
          </a:p>
          <a:p>
            <a:r>
              <a:rPr lang="ar-EG" b="1" dirty="0"/>
              <a:t>بقايا الأطباق:</a:t>
            </a:r>
            <a:r>
              <a:rPr lang="ar-EG" dirty="0"/>
              <a:t> الطعام الذي يعود من الطاولات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0D4F7BA-FC9D-D30E-B69D-7EC84188A80F}"/>
              </a:ext>
            </a:extLst>
          </p:cNvPr>
          <p:cNvSpPr txBox="1">
            <a:spLocks/>
          </p:cNvSpPr>
          <p:nvPr/>
        </p:nvSpPr>
        <p:spPr bwMode="auto">
          <a:xfrm>
            <a:off x="107504" y="654221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A103000359743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6654485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F79FCD87-6869-4650-A1E7-AB2FB33E323E}"/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E9D454-7315-400C-82C3-C591BC45CB39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a26a0597-d0d1-4250-940c-88e9bf9d5597"/>
    <ds:schemaRef ds:uri="6881431a-e3b2-481e-ba90-fae26e2fa83c"/>
    <ds:schemaRef ds:uri="http://schemas.microsoft.com/office/2006/metadata/properties"/>
    <ds:schemaRef ds:uri="http://purl.org/dc/dcmitype/"/>
    <ds:schemaRef ds:uri="7c1bd8dc-4e40-424f-a15f-9ffcd522197f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14684</TotalTime>
  <Words>2098</Words>
  <Application>Microsoft Office PowerPoint</Application>
  <PresentationFormat>On-screen Show (4:3)</PresentationFormat>
  <Paragraphs>280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Arial</vt:lpstr>
      <vt:lpstr>Calibri</vt:lpstr>
      <vt:lpstr>Helvetica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14  المشتريات ومراقبة المخزون  </vt:lpstr>
      <vt:lpstr>المشتريات ومراقبة المخزون</vt:lpstr>
      <vt:lpstr>أهداف التعلم</vt:lpstr>
      <vt:lpstr>هدف التعلم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ب  </vt:lpstr>
      <vt:lpstr>PowerPoint Presentation</vt:lpstr>
      <vt:lpstr>مراحل عملية الشراء (2)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مراقبة تخزين البضائع (1) </vt:lpstr>
      <vt:lpstr>مراقبة تخزين البضائع (2) </vt:lpstr>
      <vt:lpstr>مراقبة الإصدار ومراقبة مخزون البضائع (1)</vt:lpstr>
      <vt:lpstr>مراقبة الإصدار ومراقبة مخزون البضائع (1)</vt:lpstr>
      <vt:lpstr>مراقبة الإصدار ومراقبة مخزون البضائع (2)</vt:lpstr>
      <vt:lpstr>مراقبة الإصدار ومراقبة مخزون البضائع (3)</vt:lpstr>
      <vt:lpstr>مراقبة استخدام السلع أو الموارد (1)</vt:lpstr>
      <vt:lpstr>مراقبة استخدام السلع أو الموارد(2)</vt:lpstr>
      <vt:lpstr>مراقبة استخدام السلع أو الموارد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Mohamed Mostafa</cp:lastModifiedBy>
  <cp:revision>149</cp:revision>
  <dcterms:created xsi:type="dcterms:W3CDTF">2020-07-15T07:14:47Z</dcterms:created>
  <dcterms:modified xsi:type="dcterms:W3CDTF">2023-12-18T21:08:25Z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