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9"/>
  </p:notesMasterIdLst>
  <p:sldIdLst>
    <p:sldId id="310" r:id="rId14"/>
    <p:sldId id="311" r:id="rId15"/>
    <p:sldId id="312" r:id="rId16"/>
    <p:sldId id="313" r:id="rId17"/>
    <p:sldId id="314" r:id="rId18"/>
    <p:sldId id="315" r:id="rId19"/>
    <p:sldId id="335" r:id="rId20"/>
    <p:sldId id="339" r:id="rId21"/>
    <p:sldId id="338" r:id="rId22"/>
    <p:sldId id="340" r:id="rId23"/>
    <p:sldId id="316" r:id="rId24"/>
    <p:sldId id="317" r:id="rId25"/>
    <p:sldId id="341" r:id="rId26"/>
    <p:sldId id="318" r:id="rId27"/>
    <p:sldId id="342" r:id="rId28"/>
    <p:sldId id="319" r:id="rId29"/>
    <p:sldId id="321" r:id="rId30"/>
    <p:sldId id="322" r:id="rId31"/>
    <p:sldId id="323" r:id="rId32"/>
    <p:sldId id="324" r:id="rId33"/>
    <p:sldId id="326" r:id="rId34"/>
    <p:sldId id="325" r:id="rId35"/>
    <p:sldId id="327" r:id="rId36"/>
    <p:sldId id="343" r:id="rId37"/>
    <p:sldId id="328" r:id="rId38"/>
    <p:sldId id="329" r:id="rId39"/>
    <p:sldId id="331" r:id="rId40"/>
    <p:sldId id="330" r:id="rId41"/>
    <p:sldId id="333" r:id="rId42"/>
    <p:sldId id="332" r:id="rId43"/>
    <p:sldId id="334" r:id="rId44"/>
    <p:sldId id="344" r:id="rId45"/>
    <p:sldId id="345" r:id="rId46"/>
    <p:sldId id="337" r:id="rId47"/>
    <p:sldId id="346" r:id="rId48"/>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FFFFFF"/>
    <a:srgbClr val="3F82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A63C9-83C4-464F-9F41-E3EE227159B3}" v="2" dt="2023-08-26T21:17:26.168"/>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59" autoAdjust="0"/>
    <p:restoredTop sz="95226" autoAdjust="0"/>
  </p:normalViewPr>
  <p:slideViewPr>
    <p:cSldViewPr>
      <p:cViewPr varScale="1">
        <p:scale>
          <a:sx n="162" d="100"/>
          <a:sy n="162" d="100"/>
        </p:scale>
        <p:origin x="936"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1E13BE08-3320-4960-A83A-22A26047D1DD}"/>
    <pc:docChg chg="custSel addSld modSld">
      <pc:chgData name="Paul Winser" userId="c3146a91-e6bd-4264-bd86-e164e04bc32d" providerId="ADAL" clId="{1E13BE08-3320-4960-A83A-22A26047D1DD}" dt="2023-08-23T15:06:34.503" v="6"/>
      <pc:docMkLst>
        <pc:docMk/>
      </pc:docMkLst>
      <pc:sldChg chg="addSp delSp modSp new mod">
        <pc:chgData name="Paul Winser" userId="c3146a91-e6bd-4264-bd86-e164e04bc32d" providerId="ADAL" clId="{1E13BE08-3320-4960-A83A-22A26047D1DD}" dt="2023-08-23T15:06:34.503" v="6"/>
        <pc:sldMkLst>
          <pc:docMk/>
          <pc:sldMk cId="2312171436" sldId="346"/>
        </pc:sldMkLst>
        <pc:spChg chg="del">
          <ac:chgData name="Paul Winser" userId="c3146a91-e6bd-4264-bd86-e164e04bc32d" providerId="ADAL" clId="{1E13BE08-3320-4960-A83A-22A26047D1DD}" dt="2023-08-23T15:06:19.204" v="1" actId="478"/>
          <ac:spMkLst>
            <pc:docMk/>
            <pc:sldMk cId="2312171436" sldId="346"/>
            <ac:spMk id="2" creationId="{74E1D263-3028-89D3-9B17-9FA7EED34E9C}"/>
          </ac:spMkLst>
        </pc:spChg>
        <pc:spChg chg="del">
          <ac:chgData name="Paul Winser" userId="c3146a91-e6bd-4264-bd86-e164e04bc32d" providerId="ADAL" clId="{1E13BE08-3320-4960-A83A-22A26047D1DD}" dt="2023-08-23T15:06:20.408" v="2" actId="478"/>
          <ac:spMkLst>
            <pc:docMk/>
            <pc:sldMk cId="2312171436" sldId="346"/>
            <ac:spMk id="3" creationId="{E2C59315-FF9C-D324-BCC6-F55F6E75E211}"/>
          </ac:spMkLst>
        </pc:spChg>
        <pc:spChg chg="del">
          <ac:chgData name="Paul Winser" userId="c3146a91-e6bd-4264-bd86-e164e04bc32d" providerId="ADAL" clId="{1E13BE08-3320-4960-A83A-22A26047D1DD}" dt="2023-08-23T15:06:21.852" v="3" actId="478"/>
          <ac:spMkLst>
            <pc:docMk/>
            <pc:sldMk cId="2312171436" sldId="346"/>
            <ac:spMk id="4" creationId="{CA87EBC0-9A43-36B1-3548-456C2E6E3D0E}"/>
          </ac:spMkLst>
        </pc:spChg>
        <pc:spChg chg="add mod">
          <ac:chgData name="Paul Winser" userId="c3146a91-e6bd-4264-bd86-e164e04bc32d" providerId="ADAL" clId="{1E13BE08-3320-4960-A83A-22A26047D1DD}" dt="2023-08-23T15:06:26.023" v="4"/>
          <ac:spMkLst>
            <pc:docMk/>
            <pc:sldMk cId="2312171436" sldId="346"/>
            <ac:spMk id="5" creationId="{D2CFA5D6-195C-79ED-045F-B1CCF8466F98}"/>
          </ac:spMkLst>
        </pc:spChg>
        <pc:spChg chg="add mod">
          <ac:chgData name="Paul Winser" userId="c3146a91-e6bd-4264-bd86-e164e04bc32d" providerId="ADAL" clId="{1E13BE08-3320-4960-A83A-22A26047D1DD}" dt="2023-08-23T15:06:29.027" v="5"/>
          <ac:spMkLst>
            <pc:docMk/>
            <pc:sldMk cId="2312171436" sldId="346"/>
            <ac:spMk id="6" creationId="{522B9FE4-5067-D0EF-DADA-E0441DDB8EB0}"/>
          </ac:spMkLst>
        </pc:spChg>
        <pc:spChg chg="add mod">
          <ac:chgData name="Paul Winser" userId="c3146a91-e6bd-4264-bd86-e164e04bc32d" providerId="ADAL" clId="{1E13BE08-3320-4960-A83A-22A26047D1DD}" dt="2023-08-23T15:06:34.503" v="6"/>
          <ac:spMkLst>
            <pc:docMk/>
            <pc:sldMk cId="2312171436" sldId="346"/>
            <ac:spMk id="7" creationId="{0B5C0DCA-F0BE-58D4-E5E8-0BD9CED09C19}"/>
          </ac:spMkLst>
        </pc:spChg>
      </pc:sldChg>
    </pc:docChg>
  </pc:docChgLst>
  <pc:docChgLst>
    <pc:chgData name="Paul Winser" userId="c3146a91-e6bd-4264-bd86-e164e04bc32d" providerId="ADAL" clId="{5FBACFB8-A837-4EF6-8C97-0319C58E30C8}"/>
    <pc:docChg chg="undo custSel modSld modMainMaster">
      <pc:chgData name="Paul Winser" userId="c3146a91-e6bd-4264-bd86-e164e04bc32d" providerId="ADAL" clId="{5FBACFB8-A837-4EF6-8C97-0319C58E30C8}" dt="2023-08-21T15:58:54.199" v="135" actId="1076"/>
      <pc:docMkLst>
        <pc:docMk/>
      </pc:docMkLst>
      <pc:sldChg chg="addSp modSp">
        <pc:chgData name="Paul Winser" userId="c3146a91-e6bd-4264-bd86-e164e04bc32d" providerId="ADAL" clId="{5FBACFB8-A837-4EF6-8C97-0319C58E30C8}" dt="2023-08-21T15:50:35.310" v="2"/>
        <pc:sldMkLst>
          <pc:docMk/>
          <pc:sldMk cId="0" sldId="310"/>
        </pc:sldMkLst>
        <pc:spChg chg="add mod">
          <ac:chgData name="Paul Winser" userId="c3146a91-e6bd-4264-bd86-e164e04bc32d" providerId="ADAL" clId="{5FBACFB8-A837-4EF6-8C97-0319C58E30C8}" dt="2023-08-21T15:50:35.310" v="2"/>
          <ac:spMkLst>
            <pc:docMk/>
            <pc:sldMk cId="0" sldId="310"/>
            <ac:spMk id="3" creationId="{7D3EA59F-F6B2-D7C0-8C87-4AD6C3B30C77}"/>
          </ac:spMkLst>
        </pc:spChg>
      </pc:sldChg>
      <pc:sldChg chg="addSp modSp">
        <pc:chgData name="Paul Winser" userId="c3146a91-e6bd-4264-bd86-e164e04bc32d" providerId="ADAL" clId="{5FBACFB8-A837-4EF6-8C97-0319C58E30C8}" dt="2023-08-21T15:50:36.407" v="3"/>
        <pc:sldMkLst>
          <pc:docMk/>
          <pc:sldMk cId="0" sldId="311"/>
        </pc:sldMkLst>
        <pc:spChg chg="add mod">
          <ac:chgData name="Paul Winser" userId="c3146a91-e6bd-4264-bd86-e164e04bc32d" providerId="ADAL" clId="{5FBACFB8-A837-4EF6-8C97-0319C58E30C8}" dt="2023-08-21T15:50:36.407" v="3"/>
          <ac:spMkLst>
            <pc:docMk/>
            <pc:sldMk cId="0" sldId="311"/>
            <ac:spMk id="2" creationId="{A334B392-ABCB-5362-7CBE-4404E78CDDB4}"/>
          </ac:spMkLst>
        </pc:spChg>
      </pc:sldChg>
      <pc:sldChg chg="addSp modSp">
        <pc:chgData name="Paul Winser" userId="c3146a91-e6bd-4264-bd86-e164e04bc32d" providerId="ADAL" clId="{5FBACFB8-A837-4EF6-8C97-0319C58E30C8}" dt="2023-08-21T15:50:37.249" v="4"/>
        <pc:sldMkLst>
          <pc:docMk/>
          <pc:sldMk cId="0" sldId="312"/>
        </pc:sldMkLst>
        <pc:spChg chg="add mod">
          <ac:chgData name="Paul Winser" userId="c3146a91-e6bd-4264-bd86-e164e04bc32d" providerId="ADAL" clId="{5FBACFB8-A837-4EF6-8C97-0319C58E30C8}" dt="2023-08-21T15:50:37.249" v="4"/>
          <ac:spMkLst>
            <pc:docMk/>
            <pc:sldMk cId="0" sldId="312"/>
            <ac:spMk id="2" creationId="{C98379B1-7AC6-30CC-4729-EDDDD8426096}"/>
          </ac:spMkLst>
        </pc:spChg>
      </pc:sldChg>
      <pc:sldChg chg="addSp modSp">
        <pc:chgData name="Paul Winser" userId="c3146a91-e6bd-4264-bd86-e164e04bc32d" providerId="ADAL" clId="{5FBACFB8-A837-4EF6-8C97-0319C58E30C8}" dt="2023-08-21T15:50:38.321" v="5"/>
        <pc:sldMkLst>
          <pc:docMk/>
          <pc:sldMk cId="0" sldId="313"/>
        </pc:sldMkLst>
        <pc:spChg chg="add mod">
          <ac:chgData name="Paul Winser" userId="c3146a91-e6bd-4264-bd86-e164e04bc32d" providerId="ADAL" clId="{5FBACFB8-A837-4EF6-8C97-0319C58E30C8}" dt="2023-08-21T15:50:38.321" v="5"/>
          <ac:spMkLst>
            <pc:docMk/>
            <pc:sldMk cId="0" sldId="313"/>
            <ac:spMk id="2" creationId="{584DC063-9467-67B7-93A9-08DD2DC0245E}"/>
          </ac:spMkLst>
        </pc:spChg>
      </pc:sldChg>
      <pc:sldChg chg="addSp modSp">
        <pc:chgData name="Paul Winser" userId="c3146a91-e6bd-4264-bd86-e164e04bc32d" providerId="ADAL" clId="{5FBACFB8-A837-4EF6-8C97-0319C58E30C8}" dt="2023-08-21T15:50:39.666" v="6"/>
        <pc:sldMkLst>
          <pc:docMk/>
          <pc:sldMk cId="2850094694" sldId="314"/>
        </pc:sldMkLst>
        <pc:spChg chg="add mod">
          <ac:chgData name="Paul Winser" userId="c3146a91-e6bd-4264-bd86-e164e04bc32d" providerId="ADAL" clId="{5FBACFB8-A837-4EF6-8C97-0319C58E30C8}" dt="2023-08-21T15:50:39.666" v="6"/>
          <ac:spMkLst>
            <pc:docMk/>
            <pc:sldMk cId="2850094694" sldId="314"/>
            <ac:spMk id="2" creationId="{75D030DC-FFB7-4431-559F-E649F80E88D2}"/>
          </ac:spMkLst>
        </pc:spChg>
      </pc:sldChg>
      <pc:sldChg chg="addSp modSp">
        <pc:chgData name="Paul Winser" userId="c3146a91-e6bd-4264-bd86-e164e04bc32d" providerId="ADAL" clId="{5FBACFB8-A837-4EF6-8C97-0319C58E30C8}" dt="2023-08-21T15:50:40.948" v="7"/>
        <pc:sldMkLst>
          <pc:docMk/>
          <pc:sldMk cId="2679800159" sldId="315"/>
        </pc:sldMkLst>
        <pc:spChg chg="add mod">
          <ac:chgData name="Paul Winser" userId="c3146a91-e6bd-4264-bd86-e164e04bc32d" providerId="ADAL" clId="{5FBACFB8-A837-4EF6-8C97-0319C58E30C8}" dt="2023-08-21T15:50:40.948" v="7"/>
          <ac:spMkLst>
            <pc:docMk/>
            <pc:sldMk cId="2679800159" sldId="315"/>
            <ac:spMk id="2" creationId="{1883F139-76EC-4184-6B63-4E7CC3BCDF07}"/>
          </ac:spMkLst>
        </pc:spChg>
      </pc:sldChg>
      <pc:sldChg chg="addSp modSp">
        <pc:chgData name="Paul Winser" userId="c3146a91-e6bd-4264-bd86-e164e04bc32d" providerId="ADAL" clId="{5FBACFB8-A837-4EF6-8C97-0319C58E30C8}" dt="2023-08-21T15:50:45.904" v="12"/>
        <pc:sldMkLst>
          <pc:docMk/>
          <pc:sldMk cId="2663986341" sldId="316"/>
        </pc:sldMkLst>
        <pc:spChg chg="add mod">
          <ac:chgData name="Paul Winser" userId="c3146a91-e6bd-4264-bd86-e164e04bc32d" providerId="ADAL" clId="{5FBACFB8-A837-4EF6-8C97-0319C58E30C8}" dt="2023-08-21T15:50:45.904" v="12"/>
          <ac:spMkLst>
            <pc:docMk/>
            <pc:sldMk cId="2663986341" sldId="316"/>
            <ac:spMk id="2" creationId="{B6CF4AFB-737F-743C-FCA5-44374F970D02}"/>
          </ac:spMkLst>
        </pc:spChg>
      </pc:sldChg>
      <pc:sldChg chg="addSp modSp">
        <pc:chgData name="Paul Winser" userId="c3146a91-e6bd-4264-bd86-e164e04bc32d" providerId="ADAL" clId="{5FBACFB8-A837-4EF6-8C97-0319C58E30C8}" dt="2023-08-21T15:50:46.952" v="13"/>
        <pc:sldMkLst>
          <pc:docMk/>
          <pc:sldMk cId="4184406921" sldId="317"/>
        </pc:sldMkLst>
        <pc:spChg chg="add mod">
          <ac:chgData name="Paul Winser" userId="c3146a91-e6bd-4264-bd86-e164e04bc32d" providerId="ADAL" clId="{5FBACFB8-A837-4EF6-8C97-0319C58E30C8}" dt="2023-08-21T15:50:46.952" v="13"/>
          <ac:spMkLst>
            <pc:docMk/>
            <pc:sldMk cId="4184406921" sldId="317"/>
            <ac:spMk id="2" creationId="{86A5E155-05BF-25E6-866D-BF529CEC2859}"/>
          </ac:spMkLst>
        </pc:spChg>
      </pc:sldChg>
      <pc:sldChg chg="addSp modSp">
        <pc:chgData name="Paul Winser" userId="c3146a91-e6bd-4264-bd86-e164e04bc32d" providerId="ADAL" clId="{5FBACFB8-A837-4EF6-8C97-0319C58E30C8}" dt="2023-08-21T15:50:49.543" v="15"/>
        <pc:sldMkLst>
          <pc:docMk/>
          <pc:sldMk cId="3760474492" sldId="318"/>
        </pc:sldMkLst>
        <pc:spChg chg="add mod">
          <ac:chgData name="Paul Winser" userId="c3146a91-e6bd-4264-bd86-e164e04bc32d" providerId="ADAL" clId="{5FBACFB8-A837-4EF6-8C97-0319C58E30C8}" dt="2023-08-21T15:50:49.543" v="15"/>
          <ac:spMkLst>
            <pc:docMk/>
            <pc:sldMk cId="3760474492" sldId="318"/>
            <ac:spMk id="2" creationId="{A3C99FC2-B67E-4779-0505-1B90D5488C2B}"/>
          </ac:spMkLst>
        </pc:spChg>
      </pc:sldChg>
      <pc:sldChg chg="addSp modSp">
        <pc:chgData name="Paul Winser" userId="c3146a91-e6bd-4264-bd86-e164e04bc32d" providerId="ADAL" clId="{5FBACFB8-A837-4EF6-8C97-0319C58E30C8}" dt="2023-08-21T15:50:51.987" v="17"/>
        <pc:sldMkLst>
          <pc:docMk/>
          <pc:sldMk cId="616294654" sldId="319"/>
        </pc:sldMkLst>
        <pc:spChg chg="add mod">
          <ac:chgData name="Paul Winser" userId="c3146a91-e6bd-4264-bd86-e164e04bc32d" providerId="ADAL" clId="{5FBACFB8-A837-4EF6-8C97-0319C58E30C8}" dt="2023-08-21T15:50:51.987" v="17"/>
          <ac:spMkLst>
            <pc:docMk/>
            <pc:sldMk cId="616294654" sldId="319"/>
            <ac:spMk id="2" creationId="{D35F911B-7D66-DE76-569D-F5ED0BFACC85}"/>
          </ac:spMkLst>
        </pc:spChg>
      </pc:sldChg>
      <pc:sldChg chg="addSp modSp">
        <pc:chgData name="Paul Winser" userId="c3146a91-e6bd-4264-bd86-e164e04bc32d" providerId="ADAL" clId="{5FBACFB8-A837-4EF6-8C97-0319C58E30C8}" dt="2023-08-21T15:50:53.326" v="18"/>
        <pc:sldMkLst>
          <pc:docMk/>
          <pc:sldMk cId="3287313576" sldId="321"/>
        </pc:sldMkLst>
        <pc:spChg chg="add mod">
          <ac:chgData name="Paul Winser" userId="c3146a91-e6bd-4264-bd86-e164e04bc32d" providerId="ADAL" clId="{5FBACFB8-A837-4EF6-8C97-0319C58E30C8}" dt="2023-08-21T15:50:53.326" v="18"/>
          <ac:spMkLst>
            <pc:docMk/>
            <pc:sldMk cId="3287313576" sldId="321"/>
            <ac:spMk id="2" creationId="{2F56BAC5-311E-588F-A997-B06D3F7CAA77}"/>
          </ac:spMkLst>
        </pc:spChg>
      </pc:sldChg>
      <pc:sldChg chg="addSp modSp">
        <pc:chgData name="Paul Winser" userId="c3146a91-e6bd-4264-bd86-e164e04bc32d" providerId="ADAL" clId="{5FBACFB8-A837-4EF6-8C97-0319C58E30C8}" dt="2023-08-21T15:50:54.561" v="19"/>
        <pc:sldMkLst>
          <pc:docMk/>
          <pc:sldMk cId="653926275" sldId="322"/>
        </pc:sldMkLst>
        <pc:spChg chg="add mod">
          <ac:chgData name="Paul Winser" userId="c3146a91-e6bd-4264-bd86-e164e04bc32d" providerId="ADAL" clId="{5FBACFB8-A837-4EF6-8C97-0319C58E30C8}" dt="2023-08-21T15:50:54.561" v="19"/>
          <ac:spMkLst>
            <pc:docMk/>
            <pc:sldMk cId="653926275" sldId="322"/>
            <ac:spMk id="2" creationId="{43C0BCC6-66C3-02BC-9A74-69FD14F7BCB0}"/>
          </ac:spMkLst>
        </pc:spChg>
      </pc:sldChg>
      <pc:sldChg chg="addSp modSp">
        <pc:chgData name="Paul Winser" userId="c3146a91-e6bd-4264-bd86-e164e04bc32d" providerId="ADAL" clId="{5FBACFB8-A837-4EF6-8C97-0319C58E30C8}" dt="2023-08-21T15:50:55.572" v="20"/>
        <pc:sldMkLst>
          <pc:docMk/>
          <pc:sldMk cId="944462381" sldId="323"/>
        </pc:sldMkLst>
        <pc:spChg chg="add mod">
          <ac:chgData name="Paul Winser" userId="c3146a91-e6bd-4264-bd86-e164e04bc32d" providerId="ADAL" clId="{5FBACFB8-A837-4EF6-8C97-0319C58E30C8}" dt="2023-08-21T15:50:55.572" v="20"/>
          <ac:spMkLst>
            <pc:docMk/>
            <pc:sldMk cId="944462381" sldId="323"/>
            <ac:spMk id="2" creationId="{8DB9AE01-BA47-B8E9-D13A-E72B7BD07545}"/>
          </ac:spMkLst>
        </pc:spChg>
      </pc:sldChg>
      <pc:sldChg chg="addSp modSp">
        <pc:chgData name="Paul Winser" userId="c3146a91-e6bd-4264-bd86-e164e04bc32d" providerId="ADAL" clId="{5FBACFB8-A837-4EF6-8C97-0319C58E30C8}" dt="2023-08-21T15:50:56.579" v="21"/>
        <pc:sldMkLst>
          <pc:docMk/>
          <pc:sldMk cId="1719708674" sldId="324"/>
        </pc:sldMkLst>
        <pc:spChg chg="add mod">
          <ac:chgData name="Paul Winser" userId="c3146a91-e6bd-4264-bd86-e164e04bc32d" providerId="ADAL" clId="{5FBACFB8-A837-4EF6-8C97-0319C58E30C8}" dt="2023-08-21T15:50:56.579" v="21"/>
          <ac:spMkLst>
            <pc:docMk/>
            <pc:sldMk cId="1719708674" sldId="324"/>
            <ac:spMk id="2" creationId="{EFBF5800-B8AA-C843-2822-B52E8C225593}"/>
          </ac:spMkLst>
        </pc:spChg>
      </pc:sldChg>
      <pc:sldChg chg="addSp modSp">
        <pc:chgData name="Paul Winser" userId="c3146a91-e6bd-4264-bd86-e164e04bc32d" providerId="ADAL" clId="{5FBACFB8-A837-4EF6-8C97-0319C58E30C8}" dt="2023-08-21T15:50:58.754" v="23"/>
        <pc:sldMkLst>
          <pc:docMk/>
          <pc:sldMk cId="4261627762" sldId="325"/>
        </pc:sldMkLst>
        <pc:spChg chg="add mod">
          <ac:chgData name="Paul Winser" userId="c3146a91-e6bd-4264-bd86-e164e04bc32d" providerId="ADAL" clId="{5FBACFB8-A837-4EF6-8C97-0319C58E30C8}" dt="2023-08-21T15:50:58.754" v="23"/>
          <ac:spMkLst>
            <pc:docMk/>
            <pc:sldMk cId="4261627762" sldId="325"/>
            <ac:spMk id="2" creationId="{2F7A46DD-7CE5-476A-1BC2-61B86387D092}"/>
          </ac:spMkLst>
        </pc:spChg>
      </pc:sldChg>
      <pc:sldChg chg="addSp modSp">
        <pc:chgData name="Paul Winser" userId="c3146a91-e6bd-4264-bd86-e164e04bc32d" providerId="ADAL" clId="{5FBACFB8-A837-4EF6-8C97-0319C58E30C8}" dt="2023-08-21T15:50:57.731" v="22"/>
        <pc:sldMkLst>
          <pc:docMk/>
          <pc:sldMk cId="1480064407" sldId="326"/>
        </pc:sldMkLst>
        <pc:spChg chg="add mod">
          <ac:chgData name="Paul Winser" userId="c3146a91-e6bd-4264-bd86-e164e04bc32d" providerId="ADAL" clId="{5FBACFB8-A837-4EF6-8C97-0319C58E30C8}" dt="2023-08-21T15:50:57.731" v="22"/>
          <ac:spMkLst>
            <pc:docMk/>
            <pc:sldMk cId="1480064407" sldId="326"/>
            <ac:spMk id="2" creationId="{9431C90E-A533-967F-E6E0-CE76221743E2}"/>
          </ac:spMkLst>
        </pc:spChg>
      </pc:sldChg>
      <pc:sldChg chg="addSp delSp modSp mod">
        <pc:chgData name="Paul Winser" userId="c3146a91-e6bd-4264-bd86-e164e04bc32d" providerId="ADAL" clId="{5FBACFB8-A837-4EF6-8C97-0319C58E30C8}" dt="2023-08-21T15:57:06.621" v="117" actId="1076"/>
        <pc:sldMkLst>
          <pc:docMk/>
          <pc:sldMk cId="1609044410" sldId="327"/>
        </pc:sldMkLst>
        <pc:spChg chg="add mod">
          <ac:chgData name="Paul Winser" userId="c3146a91-e6bd-4264-bd86-e164e04bc32d" providerId="ADAL" clId="{5FBACFB8-A837-4EF6-8C97-0319C58E30C8}" dt="2023-08-21T15:50:59.954" v="24"/>
          <ac:spMkLst>
            <pc:docMk/>
            <pc:sldMk cId="1609044410" sldId="327"/>
            <ac:spMk id="3" creationId="{1C8294A1-DE63-2126-9ED3-508CE049842A}"/>
          </ac:spMkLst>
        </pc:spChg>
        <pc:spChg chg="add del mod">
          <ac:chgData name="Paul Winser" userId="c3146a91-e6bd-4264-bd86-e164e04bc32d" providerId="ADAL" clId="{5FBACFB8-A837-4EF6-8C97-0319C58E30C8}" dt="2023-08-21T15:52:25.831" v="41" actId="478"/>
          <ac:spMkLst>
            <pc:docMk/>
            <pc:sldMk cId="1609044410" sldId="327"/>
            <ac:spMk id="6" creationId="{6643AA07-571C-36B4-C388-57BA2BB55415}"/>
          </ac:spMkLst>
        </pc:spChg>
        <pc:spChg chg="mod">
          <ac:chgData name="Paul Winser" userId="c3146a91-e6bd-4264-bd86-e164e04bc32d" providerId="ADAL" clId="{5FBACFB8-A837-4EF6-8C97-0319C58E30C8}" dt="2023-08-21T15:56:14.471" v="93" actId="1076"/>
          <ac:spMkLst>
            <pc:docMk/>
            <pc:sldMk cId="1609044410" sldId="327"/>
            <ac:spMk id="7" creationId="{D50BF5AE-8106-9B6D-A317-F1D731CB6EE1}"/>
          </ac:spMkLst>
        </pc:spChg>
        <pc:spChg chg="mod">
          <ac:chgData name="Paul Winser" userId="c3146a91-e6bd-4264-bd86-e164e04bc32d" providerId="ADAL" clId="{5FBACFB8-A837-4EF6-8C97-0319C58E30C8}" dt="2023-08-21T15:56:44.264" v="106" actId="1076"/>
          <ac:spMkLst>
            <pc:docMk/>
            <pc:sldMk cId="1609044410" sldId="327"/>
            <ac:spMk id="9" creationId="{1F3A5CD0-D7C6-45BF-A42C-7795112DA2E2}"/>
          </ac:spMkLst>
        </pc:spChg>
        <pc:spChg chg="mod">
          <ac:chgData name="Paul Winser" userId="c3146a91-e6bd-4264-bd86-e164e04bc32d" providerId="ADAL" clId="{5FBACFB8-A837-4EF6-8C97-0319C58E30C8}" dt="2023-08-21T15:56:57.003" v="111" actId="404"/>
          <ac:spMkLst>
            <pc:docMk/>
            <pc:sldMk cId="1609044410" sldId="327"/>
            <ac:spMk id="10" creationId="{E5B96162-B695-BD74-682E-145176C55793}"/>
          </ac:spMkLst>
        </pc:spChg>
        <pc:spChg chg="mod">
          <ac:chgData name="Paul Winser" userId="c3146a91-e6bd-4264-bd86-e164e04bc32d" providerId="ADAL" clId="{5FBACFB8-A837-4EF6-8C97-0319C58E30C8}" dt="2023-08-21T15:56:51.931" v="109" actId="14100"/>
          <ac:spMkLst>
            <pc:docMk/>
            <pc:sldMk cId="1609044410" sldId="327"/>
            <ac:spMk id="11" creationId="{83B6502E-3177-49C1-6AFF-C87DCA1DA07E}"/>
          </ac:spMkLst>
        </pc:spChg>
        <pc:spChg chg="mod ord">
          <ac:chgData name="Paul Winser" userId="c3146a91-e6bd-4264-bd86-e164e04bc32d" providerId="ADAL" clId="{5FBACFB8-A837-4EF6-8C97-0319C58E30C8}" dt="2023-08-21T15:57:06.621" v="117" actId="1076"/>
          <ac:spMkLst>
            <pc:docMk/>
            <pc:sldMk cId="1609044410" sldId="327"/>
            <ac:spMk id="13" creationId="{6E9DA5C7-CE9E-2F95-A45C-93DE1C23870A}"/>
          </ac:spMkLst>
        </pc:spChg>
        <pc:spChg chg="mod ord">
          <ac:chgData name="Paul Winser" userId="c3146a91-e6bd-4264-bd86-e164e04bc32d" providerId="ADAL" clId="{5FBACFB8-A837-4EF6-8C97-0319C58E30C8}" dt="2023-08-21T15:55:57.947" v="86" actId="404"/>
          <ac:spMkLst>
            <pc:docMk/>
            <pc:sldMk cId="1609044410" sldId="327"/>
            <ac:spMk id="15" creationId="{88713011-72F1-1A39-2A72-FDFFDCC0E916}"/>
          </ac:spMkLst>
        </pc:spChg>
        <pc:spChg chg="mod">
          <ac:chgData name="Paul Winser" userId="c3146a91-e6bd-4264-bd86-e164e04bc32d" providerId="ADAL" clId="{5FBACFB8-A837-4EF6-8C97-0319C58E30C8}" dt="2023-08-21T15:56:34.544" v="100" actId="1076"/>
          <ac:spMkLst>
            <pc:docMk/>
            <pc:sldMk cId="1609044410" sldId="327"/>
            <ac:spMk id="17" creationId="{BD058163-D1E8-E5A7-D4D2-E4CB588A9CD5}"/>
          </ac:spMkLst>
        </pc:spChg>
        <pc:picChg chg="del mod">
          <ac:chgData name="Paul Winser" userId="c3146a91-e6bd-4264-bd86-e164e04bc32d" providerId="ADAL" clId="{5FBACFB8-A837-4EF6-8C97-0319C58E30C8}" dt="2023-08-21T15:52:22.396" v="40" actId="478"/>
          <ac:picMkLst>
            <pc:docMk/>
            <pc:sldMk cId="1609044410" sldId="327"/>
            <ac:picMk id="5" creationId="{62025CFB-6E61-B957-B0B5-281C97A4D7C6}"/>
          </ac:picMkLst>
        </pc:picChg>
        <pc:picChg chg="add del mod ord">
          <ac:chgData name="Paul Winser" userId="c3146a91-e6bd-4264-bd86-e164e04bc32d" providerId="ADAL" clId="{5FBACFB8-A837-4EF6-8C97-0319C58E30C8}" dt="2023-08-21T15:52:49.111" v="49"/>
          <ac:picMkLst>
            <pc:docMk/>
            <pc:sldMk cId="1609044410" sldId="327"/>
            <ac:picMk id="8" creationId="{407FE60E-468C-EC8A-AE0F-631A75E5C8F3}"/>
          </ac:picMkLst>
        </pc:picChg>
        <pc:picChg chg="add mod ord">
          <ac:chgData name="Paul Winser" userId="c3146a91-e6bd-4264-bd86-e164e04bc32d" providerId="ADAL" clId="{5FBACFB8-A837-4EF6-8C97-0319C58E30C8}" dt="2023-08-21T15:55:40.622" v="79" actId="1076"/>
          <ac:picMkLst>
            <pc:docMk/>
            <pc:sldMk cId="1609044410" sldId="327"/>
            <ac:picMk id="12" creationId="{13883E1B-A15E-A1D5-CDFD-AE3B3281C7A8}"/>
          </ac:picMkLst>
        </pc:picChg>
      </pc:sldChg>
      <pc:sldChg chg="addSp modSp">
        <pc:chgData name="Paul Winser" userId="c3146a91-e6bd-4264-bd86-e164e04bc32d" providerId="ADAL" clId="{5FBACFB8-A837-4EF6-8C97-0319C58E30C8}" dt="2023-08-21T15:51:02.790" v="26"/>
        <pc:sldMkLst>
          <pc:docMk/>
          <pc:sldMk cId="3236562809" sldId="328"/>
        </pc:sldMkLst>
        <pc:spChg chg="add mod">
          <ac:chgData name="Paul Winser" userId="c3146a91-e6bd-4264-bd86-e164e04bc32d" providerId="ADAL" clId="{5FBACFB8-A837-4EF6-8C97-0319C58E30C8}" dt="2023-08-21T15:51:02.790" v="26"/>
          <ac:spMkLst>
            <pc:docMk/>
            <pc:sldMk cId="3236562809" sldId="328"/>
            <ac:spMk id="2" creationId="{5AA2E435-04B1-CB11-0BB1-ED8D45C260D0}"/>
          </ac:spMkLst>
        </pc:spChg>
      </pc:sldChg>
      <pc:sldChg chg="addSp modSp">
        <pc:chgData name="Paul Winser" userId="c3146a91-e6bd-4264-bd86-e164e04bc32d" providerId="ADAL" clId="{5FBACFB8-A837-4EF6-8C97-0319C58E30C8}" dt="2023-08-21T15:51:03.463" v="27"/>
        <pc:sldMkLst>
          <pc:docMk/>
          <pc:sldMk cId="3438298977" sldId="329"/>
        </pc:sldMkLst>
        <pc:spChg chg="add mod">
          <ac:chgData name="Paul Winser" userId="c3146a91-e6bd-4264-bd86-e164e04bc32d" providerId="ADAL" clId="{5FBACFB8-A837-4EF6-8C97-0319C58E30C8}" dt="2023-08-21T15:51:03.463" v="27"/>
          <ac:spMkLst>
            <pc:docMk/>
            <pc:sldMk cId="3438298977" sldId="329"/>
            <ac:spMk id="2" creationId="{2DAACCFF-7FA0-015D-5E6E-36517F5CFA16}"/>
          </ac:spMkLst>
        </pc:spChg>
      </pc:sldChg>
      <pc:sldChg chg="addSp modSp">
        <pc:chgData name="Paul Winser" userId="c3146a91-e6bd-4264-bd86-e164e04bc32d" providerId="ADAL" clId="{5FBACFB8-A837-4EF6-8C97-0319C58E30C8}" dt="2023-08-21T15:51:06.419" v="29"/>
        <pc:sldMkLst>
          <pc:docMk/>
          <pc:sldMk cId="3529109033" sldId="330"/>
        </pc:sldMkLst>
        <pc:spChg chg="add mod">
          <ac:chgData name="Paul Winser" userId="c3146a91-e6bd-4264-bd86-e164e04bc32d" providerId="ADAL" clId="{5FBACFB8-A837-4EF6-8C97-0319C58E30C8}" dt="2023-08-21T15:51:06.419" v="29"/>
          <ac:spMkLst>
            <pc:docMk/>
            <pc:sldMk cId="3529109033" sldId="330"/>
            <ac:spMk id="2" creationId="{2CADC1B8-FFAD-70F7-F157-510B564A4BFE}"/>
          </ac:spMkLst>
        </pc:spChg>
      </pc:sldChg>
      <pc:sldChg chg="addSp modSp">
        <pc:chgData name="Paul Winser" userId="c3146a91-e6bd-4264-bd86-e164e04bc32d" providerId="ADAL" clId="{5FBACFB8-A837-4EF6-8C97-0319C58E30C8}" dt="2023-08-21T15:51:05.077" v="28"/>
        <pc:sldMkLst>
          <pc:docMk/>
          <pc:sldMk cId="542019904" sldId="331"/>
        </pc:sldMkLst>
        <pc:spChg chg="add mod">
          <ac:chgData name="Paul Winser" userId="c3146a91-e6bd-4264-bd86-e164e04bc32d" providerId="ADAL" clId="{5FBACFB8-A837-4EF6-8C97-0319C58E30C8}" dt="2023-08-21T15:51:05.077" v="28"/>
          <ac:spMkLst>
            <pc:docMk/>
            <pc:sldMk cId="542019904" sldId="331"/>
            <ac:spMk id="2" creationId="{32D7FC3B-B8AA-1470-EC6C-7CCC698C133B}"/>
          </ac:spMkLst>
        </pc:spChg>
      </pc:sldChg>
      <pc:sldChg chg="addSp modSp">
        <pc:chgData name="Paul Winser" userId="c3146a91-e6bd-4264-bd86-e164e04bc32d" providerId="ADAL" clId="{5FBACFB8-A837-4EF6-8C97-0319C58E30C8}" dt="2023-08-21T15:51:08.645" v="31"/>
        <pc:sldMkLst>
          <pc:docMk/>
          <pc:sldMk cId="3212165389" sldId="332"/>
        </pc:sldMkLst>
        <pc:spChg chg="add mod">
          <ac:chgData name="Paul Winser" userId="c3146a91-e6bd-4264-bd86-e164e04bc32d" providerId="ADAL" clId="{5FBACFB8-A837-4EF6-8C97-0319C58E30C8}" dt="2023-08-21T15:51:08.645" v="31"/>
          <ac:spMkLst>
            <pc:docMk/>
            <pc:sldMk cId="3212165389" sldId="332"/>
            <ac:spMk id="2" creationId="{EA73F66A-A4B1-888B-E9C9-DFB5DF2DECD5}"/>
          </ac:spMkLst>
        </pc:spChg>
      </pc:sldChg>
      <pc:sldChg chg="addSp modSp">
        <pc:chgData name="Paul Winser" userId="c3146a91-e6bd-4264-bd86-e164e04bc32d" providerId="ADAL" clId="{5FBACFB8-A837-4EF6-8C97-0319C58E30C8}" dt="2023-08-21T15:51:07.462" v="30"/>
        <pc:sldMkLst>
          <pc:docMk/>
          <pc:sldMk cId="917250679" sldId="333"/>
        </pc:sldMkLst>
        <pc:spChg chg="add mod">
          <ac:chgData name="Paul Winser" userId="c3146a91-e6bd-4264-bd86-e164e04bc32d" providerId="ADAL" clId="{5FBACFB8-A837-4EF6-8C97-0319C58E30C8}" dt="2023-08-21T15:51:07.462" v="30"/>
          <ac:spMkLst>
            <pc:docMk/>
            <pc:sldMk cId="917250679" sldId="333"/>
            <ac:spMk id="2" creationId="{4C5FD021-C785-D863-1730-218BE61C5FB8}"/>
          </ac:spMkLst>
        </pc:spChg>
      </pc:sldChg>
      <pc:sldChg chg="addSp modSp">
        <pc:chgData name="Paul Winser" userId="c3146a91-e6bd-4264-bd86-e164e04bc32d" providerId="ADAL" clId="{5FBACFB8-A837-4EF6-8C97-0319C58E30C8}" dt="2023-08-21T15:51:09.860" v="32"/>
        <pc:sldMkLst>
          <pc:docMk/>
          <pc:sldMk cId="2751487312" sldId="334"/>
        </pc:sldMkLst>
        <pc:spChg chg="add mod">
          <ac:chgData name="Paul Winser" userId="c3146a91-e6bd-4264-bd86-e164e04bc32d" providerId="ADAL" clId="{5FBACFB8-A837-4EF6-8C97-0319C58E30C8}" dt="2023-08-21T15:51:09.860" v="32"/>
          <ac:spMkLst>
            <pc:docMk/>
            <pc:sldMk cId="2751487312" sldId="334"/>
            <ac:spMk id="2" creationId="{83BABEC9-84E7-5F45-8A68-29B13677CE52}"/>
          </ac:spMkLst>
        </pc:spChg>
      </pc:sldChg>
      <pc:sldChg chg="addSp modSp">
        <pc:chgData name="Paul Winser" userId="c3146a91-e6bd-4264-bd86-e164e04bc32d" providerId="ADAL" clId="{5FBACFB8-A837-4EF6-8C97-0319C58E30C8}" dt="2023-08-21T15:50:41.956" v="8"/>
        <pc:sldMkLst>
          <pc:docMk/>
          <pc:sldMk cId="935939285" sldId="335"/>
        </pc:sldMkLst>
        <pc:spChg chg="add mod">
          <ac:chgData name="Paul Winser" userId="c3146a91-e6bd-4264-bd86-e164e04bc32d" providerId="ADAL" clId="{5FBACFB8-A837-4EF6-8C97-0319C58E30C8}" dt="2023-08-21T15:50:41.956" v="8"/>
          <ac:spMkLst>
            <pc:docMk/>
            <pc:sldMk cId="935939285" sldId="335"/>
            <ac:spMk id="2" creationId="{51C029DE-001B-2998-89F6-AC7821111323}"/>
          </ac:spMkLst>
        </pc:spChg>
      </pc:sldChg>
      <pc:sldChg chg="addSp delSp modSp">
        <pc:chgData name="Paul Winser" userId="c3146a91-e6bd-4264-bd86-e164e04bc32d" providerId="ADAL" clId="{5FBACFB8-A837-4EF6-8C97-0319C58E30C8}" dt="2023-08-21T15:58:54.199" v="135" actId="1076"/>
        <pc:sldMkLst>
          <pc:docMk/>
          <pc:sldMk cId="470993573" sldId="337"/>
        </pc:sldMkLst>
        <pc:spChg chg="add mod">
          <ac:chgData name="Paul Winser" userId="c3146a91-e6bd-4264-bd86-e164e04bc32d" providerId="ADAL" clId="{5FBACFB8-A837-4EF6-8C97-0319C58E30C8}" dt="2023-08-21T15:51:14.239" v="35"/>
          <ac:spMkLst>
            <pc:docMk/>
            <pc:sldMk cId="470993573" sldId="337"/>
            <ac:spMk id="6" creationId="{2D862BCE-FDA1-164D-90FB-525D6647D920}"/>
          </ac:spMkLst>
        </pc:spChg>
        <pc:spChg chg="add del mod">
          <ac:chgData name="Paul Winser" userId="c3146a91-e6bd-4264-bd86-e164e04bc32d" providerId="ADAL" clId="{5FBACFB8-A837-4EF6-8C97-0319C58E30C8}" dt="2023-08-21T15:58:46.571" v="133" actId="478"/>
          <ac:spMkLst>
            <pc:docMk/>
            <pc:sldMk cId="470993573" sldId="337"/>
            <ac:spMk id="9" creationId="{3FCB944C-3D60-75C5-0E30-7DA9214D3C56}"/>
          </ac:spMkLst>
        </pc:spChg>
        <pc:picChg chg="add mod">
          <ac:chgData name="Paul Winser" userId="c3146a91-e6bd-4264-bd86-e164e04bc32d" providerId="ADAL" clId="{5FBACFB8-A837-4EF6-8C97-0319C58E30C8}" dt="2023-08-21T15:58:54.199" v="135" actId="1076"/>
          <ac:picMkLst>
            <pc:docMk/>
            <pc:sldMk cId="470993573" sldId="337"/>
            <ac:picMk id="10" creationId="{B4C01681-D80F-C569-3C41-3503B2B7EB04}"/>
          </ac:picMkLst>
        </pc:picChg>
        <pc:picChg chg="del mod">
          <ac:chgData name="Paul Winser" userId="c3146a91-e6bd-4264-bd86-e164e04bc32d" providerId="ADAL" clId="{5FBACFB8-A837-4EF6-8C97-0319C58E30C8}" dt="2023-08-21T15:58:41.243" v="130" actId="478"/>
          <ac:picMkLst>
            <pc:docMk/>
            <pc:sldMk cId="470993573" sldId="337"/>
            <ac:picMk id="1026" creationId="{B833827F-6E1C-9BEE-BDC4-317472D195B3}"/>
          </ac:picMkLst>
        </pc:picChg>
      </pc:sldChg>
      <pc:sldChg chg="addSp modSp">
        <pc:chgData name="Paul Winser" userId="c3146a91-e6bd-4264-bd86-e164e04bc32d" providerId="ADAL" clId="{5FBACFB8-A837-4EF6-8C97-0319C58E30C8}" dt="2023-08-21T15:50:44.227" v="10"/>
        <pc:sldMkLst>
          <pc:docMk/>
          <pc:sldMk cId="2519788246" sldId="338"/>
        </pc:sldMkLst>
        <pc:spChg chg="add mod">
          <ac:chgData name="Paul Winser" userId="c3146a91-e6bd-4264-bd86-e164e04bc32d" providerId="ADAL" clId="{5FBACFB8-A837-4EF6-8C97-0319C58E30C8}" dt="2023-08-21T15:50:44.227" v="10"/>
          <ac:spMkLst>
            <pc:docMk/>
            <pc:sldMk cId="2519788246" sldId="338"/>
            <ac:spMk id="2" creationId="{FFBA91AF-6581-F823-E9CA-CD4785B8C787}"/>
          </ac:spMkLst>
        </pc:spChg>
      </pc:sldChg>
      <pc:sldChg chg="addSp modSp">
        <pc:chgData name="Paul Winser" userId="c3146a91-e6bd-4264-bd86-e164e04bc32d" providerId="ADAL" clId="{5FBACFB8-A837-4EF6-8C97-0319C58E30C8}" dt="2023-08-21T15:50:43.132" v="9"/>
        <pc:sldMkLst>
          <pc:docMk/>
          <pc:sldMk cId="4182914498" sldId="339"/>
        </pc:sldMkLst>
        <pc:spChg chg="add mod">
          <ac:chgData name="Paul Winser" userId="c3146a91-e6bd-4264-bd86-e164e04bc32d" providerId="ADAL" clId="{5FBACFB8-A837-4EF6-8C97-0319C58E30C8}" dt="2023-08-21T15:50:43.132" v="9"/>
          <ac:spMkLst>
            <pc:docMk/>
            <pc:sldMk cId="4182914498" sldId="339"/>
            <ac:spMk id="2" creationId="{150144EE-1C40-805E-30D6-33681B654536}"/>
          </ac:spMkLst>
        </pc:spChg>
      </pc:sldChg>
      <pc:sldChg chg="addSp modSp">
        <pc:chgData name="Paul Winser" userId="c3146a91-e6bd-4264-bd86-e164e04bc32d" providerId="ADAL" clId="{5FBACFB8-A837-4EF6-8C97-0319C58E30C8}" dt="2023-08-21T15:50:45.262" v="11"/>
        <pc:sldMkLst>
          <pc:docMk/>
          <pc:sldMk cId="2261843373" sldId="340"/>
        </pc:sldMkLst>
        <pc:spChg chg="add mod">
          <ac:chgData name="Paul Winser" userId="c3146a91-e6bd-4264-bd86-e164e04bc32d" providerId="ADAL" clId="{5FBACFB8-A837-4EF6-8C97-0319C58E30C8}" dt="2023-08-21T15:50:45.262" v="11"/>
          <ac:spMkLst>
            <pc:docMk/>
            <pc:sldMk cId="2261843373" sldId="340"/>
            <ac:spMk id="2" creationId="{BAC050A1-CD58-FF30-6A27-2574EEC00664}"/>
          </ac:spMkLst>
        </pc:spChg>
      </pc:sldChg>
      <pc:sldChg chg="addSp delSp modSp">
        <pc:chgData name="Paul Winser" userId="c3146a91-e6bd-4264-bd86-e164e04bc32d" providerId="ADAL" clId="{5FBACFB8-A837-4EF6-8C97-0319C58E30C8}" dt="2023-08-21T15:57:36.669" v="121" actId="1076"/>
        <pc:sldMkLst>
          <pc:docMk/>
          <pc:sldMk cId="1453187318" sldId="341"/>
        </pc:sldMkLst>
        <pc:spChg chg="add mod">
          <ac:chgData name="Paul Winser" userId="c3146a91-e6bd-4264-bd86-e164e04bc32d" providerId="ADAL" clId="{5FBACFB8-A837-4EF6-8C97-0319C58E30C8}" dt="2023-08-21T15:50:48.098" v="14"/>
          <ac:spMkLst>
            <pc:docMk/>
            <pc:sldMk cId="1453187318" sldId="341"/>
            <ac:spMk id="3" creationId="{5E287BAD-FF56-E46D-E0F4-20621A12C406}"/>
          </ac:spMkLst>
        </pc:spChg>
        <pc:spChg chg="add del mod">
          <ac:chgData name="Paul Winser" userId="c3146a91-e6bd-4264-bd86-e164e04bc32d" providerId="ADAL" clId="{5FBACFB8-A837-4EF6-8C97-0319C58E30C8}" dt="2023-08-21T15:51:48.935" v="38" actId="478"/>
          <ac:spMkLst>
            <pc:docMk/>
            <pc:sldMk cId="1453187318" sldId="341"/>
            <ac:spMk id="6" creationId="{285CE656-0752-5A07-C8C9-B808E7FDEDD0}"/>
          </ac:spMkLst>
        </pc:spChg>
        <pc:picChg chg="del">
          <ac:chgData name="Paul Winser" userId="c3146a91-e6bd-4264-bd86-e164e04bc32d" providerId="ADAL" clId="{5FBACFB8-A837-4EF6-8C97-0319C58E30C8}" dt="2023-08-21T15:51:44.457" v="36" actId="478"/>
          <ac:picMkLst>
            <pc:docMk/>
            <pc:sldMk cId="1453187318" sldId="341"/>
            <ac:picMk id="5" creationId="{EFB8616A-60B7-AD7C-9DA7-481F03A64A2A}"/>
          </ac:picMkLst>
        </pc:picChg>
        <pc:picChg chg="add mod">
          <ac:chgData name="Paul Winser" userId="c3146a91-e6bd-4264-bd86-e164e04bc32d" providerId="ADAL" clId="{5FBACFB8-A837-4EF6-8C97-0319C58E30C8}" dt="2023-08-21T15:57:36.669" v="121" actId="1076"/>
          <ac:picMkLst>
            <pc:docMk/>
            <pc:sldMk cId="1453187318" sldId="341"/>
            <ac:picMk id="7" creationId="{6EA25FD7-5B36-9B2C-93EE-D1D1A49195D3}"/>
          </ac:picMkLst>
        </pc:picChg>
      </pc:sldChg>
      <pc:sldChg chg="addSp modSp">
        <pc:chgData name="Paul Winser" userId="c3146a91-e6bd-4264-bd86-e164e04bc32d" providerId="ADAL" clId="{5FBACFB8-A837-4EF6-8C97-0319C58E30C8}" dt="2023-08-21T15:50:50.649" v="16"/>
        <pc:sldMkLst>
          <pc:docMk/>
          <pc:sldMk cId="411939061" sldId="342"/>
        </pc:sldMkLst>
        <pc:spChg chg="add mod">
          <ac:chgData name="Paul Winser" userId="c3146a91-e6bd-4264-bd86-e164e04bc32d" providerId="ADAL" clId="{5FBACFB8-A837-4EF6-8C97-0319C58E30C8}" dt="2023-08-21T15:50:50.649" v="16"/>
          <ac:spMkLst>
            <pc:docMk/>
            <pc:sldMk cId="411939061" sldId="342"/>
            <ac:spMk id="2" creationId="{1269BBB2-BD7F-1E1B-869D-61E161A02EE4}"/>
          </ac:spMkLst>
        </pc:spChg>
      </pc:sldChg>
      <pc:sldChg chg="addSp modSp">
        <pc:chgData name="Paul Winser" userId="c3146a91-e6bd-4264-bd86-e164e04bc32d" providerId="ADAL" clId="{5FBACFB8-A837-4EF6-8C97-0319C58E30C8}" dt="2023-08-21T15:51:01.106" v="25"/>
        <pc:sldMkLst>
          <pc:docMk/>
          <pc:sldMk cId="1534600714" sldId="343"/>
        </pc:sldMkLst>
        <pc:spChg chg="add mod">
          <ac:chgData name="Paul Winser" userId="c3146a91-e6bd-4264-bd86-e164e04bc32d" providerId="ADAL" clId="{5FBACFB8-A837-4EF6-8C97-0319C58E30C8}" dt="2023-08-21T15:51:01.106" v="25"/>
          <ac:spMkLst>
            <pc:docMk/>
            <pc:sldMk cId="1534600714" sldId="343"/>
            <ac:spMk id="2" creationId="{31AEBB77-2EDE-95F1-392B-0324B5D08A3A}"/>
          </ac:spMkLst>
        </pc:spChg>
      </pc:sldChg>
      <pc:sldChg chg="addSp delSp modSp mod">
        <pc:chgData name="Paul Winser" userId="c3146a91-e6bd-4264-bd86-e164e04bc32d" providerId="ADAL" clId="{5FBACFB8-A837-4EF6-8C97-0319C58E30C8}" dt="2023-08-21T15:58:13.103" v="128" actId="1076"/>
        <pc:sldMkLst>
          <pc:docMk/>
          <pc:sldMk cId="1361308914" sldId="344"/>
        </pc:sldMkLst>
        <pc:spChg chg="mod">
          <ac:chgData name="Paul Winser" userId="c3146a91-e6bd-4264-bd86-e164e04bc32d" providerId="ADAL" clId="{5FBACFB8-A837-4EF6-8C97-0319C58E30C8}" dt="2023-08-21T15:58:13.103" v="128" actId="1076"/>
          <ac:spMkLst>
            <pc:docMk/>
            <pc:sldMk cId="1361308914" sldId="344"/>
            <ac:spMk id="4" creationId="{3795718B-1EED-F36E-F70A-116C856A5403}"/>
          </ac:spMkLst>
        </pc:spChg>
        <pc:spChg chg="add mod">
          <ac:chgData name="Paul Winser" userId="c3146a91-e6bd-4264-bd86-e164e04bc32d" providerId="ADAL" clId="{5FBACFB8-A837-4EF6-8C97-0319C58E30C8}" dt="2023-08-21T15:51:11.616" v="33"/>
          <ac:spMkLst>
            <pc:docMk/>
            <pc:sldMk cId="1361308914" sldId="344"/>
            <ac:spMk id="5" creationId="{7DDA6EDB-FCB8-0FD8-2762-7EAE818FBA92}"/>
          </ac:spMkLst>
        </pc:spChg>
        <pc:spChg chg="add del mod">
          <ac:chgData name="Paul Winser" userId="c3146a91-e6bd-4264-bd86-e164e04bc32d" providerId="ADAL" clId="{5FBACFB8-A837-4EF6-8C97-0319C58E30C8}" dt="2023-08-21T15:58:01.447" v="124" actId="478"/>
          <ac:spMkLst>
            <pc:docMk/>
            <pc:sldMk cId="1361308914" sldId="344"/>
            <ac:spMk id="6" creationId="{DA260CD3-C41B-8E4A-4A23-CDACBCA9F529}"/>
          </ac:spMkLst>
        </pc:spChg>
        <pc:picChg chg="add mod">
          <ac:chgData name="Paul Winser" userId="c3146a91-e6bd-4264-bd86-e164e04bc32d" providerId="ADAL" clId="{5FBACFB8-A837-4EF6-8C97-0319C58E30C8}" dt="2023-08-21T15:58:10.495" v="127" actId="1076"/>
          <ac:picMkLst>
            <pc:docMk/>
            <pc:sldMk cId="1361308914" sldId="344"/>
            <ac:picMk id="7" creationId="{965F9D66-F040-2E50-B568-B7519C00E46D}"/>
          </ac:picMkLst>
        </pc:picChg>
        <pc:picChg chg="del mod">
          <ac:chgData name="Paul Winser" userId="c3146a91-e6bd-4264-bd86-e164e04bc32d" providerId="ADAL" clId="{5FBACFB8-A837-4EF6-8C97-0319C58E30C8}" dt="2023-08-21T15:57:54.550" v="123" actId="478"/>
          <ac:picMkLst>
            <pc:docMk/>
            <pc:sldMk cId="1361308914" sldId="344"/>
            <ac:picMk id="2050" creationId="{E9596DA0-BAF2-4C96-C8D5-E78EF0FF28AC}"/>
          </ac:picMkLst>
        </pc:picChg>
      </pc:sldChg>
      <pc:sldChg chg="addSp modSp">
        <pc:chgData name="Paul Winser" userId="c3146a91-e6bd-4264-bd86-e164e04bc32d" providerId="ADAL" clId="{5FBACFB8-A837-4EF6-8C97-0319C58E30C8}" dt="2023-08-21T15:51:12.832" v="34"/>
        <pc:sldMkLst>
          <pc:docMk/>
          <pc:sldMk cId="2581631724" sldId="345"/>
        </pc:sldMkLst>
        <pc:spChg chg="add mod">
          <ac:chgData name="Paul Winser" userId="c3146a91-e6bd-4264-bd86-e164e04bc32d" providerId="ADAL" clId="{5FBACFB8-A837-4EF6-8C97-0319C58E30C8}" dt="2023-08-21T15:51:12.832" v="34"/>
          <ac:spMkLst>
            <pc:docMk/>
            <pc:sldMk cId="2581631724" sldId="345"/>
            <ac:spMk id="2" creationId="{664A8AF6-55C1-3FB2-B591-9DA172BBD20C}"/>
          </ac:spMkLst>
        </pc:spChg>
      </pc:sldChg>
      <pc:sldMasterChg chg="addSp delSp modSp">
        <pc:chgData name="Paul Winser" userId="c3146a91-e6bd-4264-bd86-e164e04bc32d" providerId="ADAL" clId="{5FBACFB8-A837-4EF6-8C97-0319C58E30C8}" dt="2023-08-21T15:50:26.474" v="1"/>
        <pc:sldMasterMkLst>
          <pc:docMk/>
          <pc:sldMasterMk cId="1028825263" sldId="2147484864"/>
        </pc:sldMasterMkLst>
        <pc:picChg chg="add mod">
          <ac:chgData name="Paul Winser" userId="c3146a91-e6bd-4264-bd86-e164e04bc32d" providerId="ADAL" clId="{5FBACFB8-A837-4EF6-8C97-0319C58E30C8}" dt="2023-08-21T15:50:26.474" v="1"/>
          <ac:picMkLst>
            <pc:docMk/>
            <pc:sldMasterMk cId="1028825263" sldId="2147484864"/>
            <ac:picMk id="2" creationId="{A781B503-2BFD-F1CF-37E2-D6E700302C27}"/>
          </ac:picMkLst>
        </pc:picChg>
        <pc:picChg chg="del">
          <ac:chgData name="Paul Winser" userId="c3146a91-e6bd-4264-bd86-e164e04bc32d" providerId="ADAL" clId="{5FBACFB8-A837-4EF6-8C97-0319C58E30C8}" dt="2023-08-21T15:50:26.119" v="0" actId="478"/>
          <ac:picMkLst>
            <pc:docMk/>
            <pc:sldMasterMk cId="1028825263" sldId="2147484864"/>
            <ac:picMk id="14341" creationId="{FEDC9336-94D7-0F7A-9422-574A068E9570}"/>
          </ac:picMkLst>
        </pc:picChg>
      </pc:sldMasterChg>
    </pc:docChg>
  </pc:docChgLst>
  <pc:docChgLst>
    <pc:chgData name="Paul Winser" userId="c3146a91-e6bd-4264-bd86-e164e04bc32d" providerId="ADAL" clId="{219A63C9-83C4-464F-9F41-E3EE227159B3}"/>
    <pc:docChg chg="modSld">
      <pc:chgData name="Paul Winser" userId="c3146a91-e6bd-4264-bd86-e164e04bc32d" providerId="ADAL" clId="{219A63C9-83C4-464F-9F41-E3EE227159B3}" dt="2023-08-26T21:17:26.168" v="1"/>
      <pc:docMkLst>
        <pc:docMk/>
      </pc:docMkLst>
      <pc:sldChg chg="addSp delSp modSp">
        <pc:chgData name="Paul Winser" userId="c3146a91-e6bd-4264-bd86-e164e04bc32d" providerId="ADAL" clId="{219A63C9-83C4-464F-9F41-E3EE227159B3}" dt="2023-08-26T21:17:26.168" v="1"/>
        <pc:sldMkLst>
          <pc:docMk/>
          <pc:sldMk cId="1453187318" sldId="341"/>
        </pc:sldMkLst>
        <pc:picChg chg="add mod">
          <ac:chgData name="Paul Winser" userId="c3146a91-e6bd-4264-bd86-e164e04bc32d" providerId="ADAL" clId="{219A63C9-83C4-464F-9F41-E3EE227159B3}" dt="2023-08-26T21:17:26.168" v="1"/>
          <ac:picMkLst>
            <pc:docMk/>
            <pc:sldMk cId="1453187318" sldId="341"/>
            <ac:picMk id="5" creationId="{9ADB37DC-8164-488A-2CAE-A87419A792CA}"/>
          </ac:picMkLst>
        </pc:picChg>
        <pc:picChg chg="del">
          <ac:chgData name="Paul Winser" userId="c3146a91-e6bd-4264-bd86-e164e04bc32d" providerId="ADAL" clId="{219A63C9-83C4-464F-9F41-E3EE227159B3}" dt="2023-08-26T21:17:25.709" v="0" actId="478"/>
          <ac:picMkLst>
            <pc:docMk/>
            <pc:sldMk cId="1453187318" sldId="341"/>
            <ac:picMk id="7" creationId="{6EA25FD7-5B36-9B2C-93EE-D1D1A49195D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a:p>
            <a:pPr rtl="1"/>
            <a:endParaRPr lang="en-GB" altLang="en-US" dirty="0"/>
          </a:p>
          <a:p>
            <a:pPr rtl="1"/>
            <a:endParaRPr lang="en-GB" altLang="en-US" dirty="0"/>
          </a:p>
          <a:p>
            <a:pPr rtl="1"/>
            <a:endParaRPr lang="en-GB" altLang="en-US" dirty="0"/>
          </a:p>
          <a:p>
            <a:pPr rtl="1"/>
            <a:endParaRPr lang="en-GB" altLang="en-US" dirty="0"/>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sz="1200" b="0" u="none" dirty="0"/>
          </a:p>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sz="1200" b="0" dirty="0"/>
          </a:p>
          <a:p>
            <a:pPr rtl="1"/>
            <a:endParaRPr lang="en-GB" altLang="en-US" sz="1200"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35235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36208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70833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89420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sz="1200"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32979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sz="1200" b="0" dirty="0"/>
          </a:p>
          <a:p>
            <a:pPr rtl="1"/>
            <a:endParaRPr lang="en-GB" altLang="en-US" sz="1200" b="0" dirty="0"/>
          </a:p>
          <a:p>
            <a:pPr rtl="1"/>
            <a:endParaRPr lang="en-GB" altLang="en-US" sz="1200"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39969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sz="1200" b="0" dirty="0"/>
              <a:t> </a:t>
            </a:r>
          </a:p>
          <a:p>
            <a:pPr rtl="1"/>
            <a:endParaRPr lang="en-GB" altLang="en-US" sz="1200" b="0" dirty="0"/>
          </a:p>
          <a:p>
            <a:pPr rtl="1"/>
            <a:endParaRPr lang="en-GB" altLang="en-US" sz="1200" b="0" dirty="0"/>
          </a:p>
          <a:p>
            <a:pPr rtl="1"/>
            <a:endParaRPr lang="en-GB" altLang="en-US" sz="1200"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06431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1562766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sz="1200"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32460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8692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618729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40721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1" dirty="0"/>
          </a:p>
          <a:p>
            <a:pPr rtl="1"/>
            <a:endParaRPr lang="en-GB" altLang="en-US" b="1"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21191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1"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40250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1"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413577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549547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1"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78273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23</a:t>
            </a:fld>
            <a:endParaRPr lang="en-GB" altLang="en-US"/>
          </a:p>
        </p:txBody>
      </p:sp>
    </p:spTree>
    <p:extLst>
      <p:ext uri="{BB962C8B-B14F-4D97-AF65-F5344CB8AC3E}">
        <p14:creationId xmlns:p14="http://schemas.microsoft.com/office/powerpoint/2010/main" val="10711028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092717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1"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49628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415898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885874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29222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939922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827680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906446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036839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0" dirty="0"/>
          </a:p>
          <a:p>
            <a:pPr rtl="1"/>
            <a:endParaRPr lang="en-GB" altLang="en-US" b="1" dirty="0"/>
          </a:p>
          <a:p>
            <a:pPr rtl="1"/>
            <a:endParaRPr lang="en-GB" altLang="en-US" b="0"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100048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b="1"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34</a:t>
            </a:fld>
            <a:endParaRPr lang="en-GB" altLang="en-US"/>
          </a:p>
        </p:txBody>
      </p:sp>
    </p:spTree>
    <p:extLst>
      <p:ext uri="{BB962C8B-B14F-4D97-AF65-F5344CB8AC3E}">
        <p14:creationId xmlns:p14="http://schemas.microsoft.com/office/powerpoint/2010/main" val="4456833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60485046"/>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2592856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88277242"/>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2" name="Picture 8">
            <a:extLst>
              <a:ext uri="{FF2B5EF4-FFF2-40B4-BE49-F238E27FC236}">
                <a16:creationId xmlns:a16="http://schemas.microsoft.com/office/drawing/2014/main" id="{A781B503-2BFD-F1CF-37E2-D6E700302C2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3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0012F91A-CE7E-F9D0-49A0-525DD2185BAB}"/>
              </a:ext>
            </a:extLst>
          </p:cNvPr>
          <p:cNvSpPr>
            <a:spLocks noGrp="1" noChangeArrowheads="1"/>
          </p:cNvSpPr>
          <p:nvPr>
            <p:ph type="ctrTitle"/>
          </p:nvPr>
        </p:nvSpPr>
        <p:spPr bwMode="auto">
          <a:xfrm>
            <a:off x="0" y="2130425"/>
            <a:ext cx="9144000" cy="2235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dirty="0"/>
              <a:t>الوحدة 3</a:t>
            </a:r>
            <a:br>
              <a:rPr lang="en-GB" altLang="en-US" dirty="0"/>
            </a:br>
            <a:r>
              <a:rPr lang="ar" b="0" dirty="0"/>
              <a:t>مهارات خدمة العملاء في قطاع الضيافة</a:t>
            </a:r>
            <a:br>
              <a:rPr lang="en-GB" altLang="en-US" dirty="0">
                <a:highlight>
                  <a:srgbClr val="FFFF00"/>
                </a:highlight>
              </a:rPr>
            </a:br>
            <a:br>
              <a:rPr lang="en-GB" altLang="en-US" dirty="0"/>
            </a:br>
            <a:br>
              <a:rPr lang="en-US" altLang="en-US" dirty="0"/>
            </a:br>
            <a:endParaRPr lang="en-GB" altLang="en-US" dirty="0"/>
          </a:p>
        </p:txBody>
      </p:sp>
      <p:sp>
        <p:nvSpPr>
          <p:cNvPr id="2" name="Footer Placeholder 2">
            <a:extLst>
              <a:ext uri="{FF2B5EF4-FFF2-40B4-BE49-F238E27FC236}">
                <a16:creationId xmlns:a16="http://schemas.microsoft.com/office/drawing/2014/main" id="{B2026733-FE2F-C406-6ABF-A4EA839A62CE}"/>
              </a:ext>
            </a:extLst>
          </p:cNvPr>
          <p:cNvSpPr>
            <a:spLocks noGrp="1"/>
          </p:cNvSpPr>
          <p:nvPr>
            <p:ph type="ftr" sz="quarter" idx="10"/>
          </p:nvPr>
        </p:nvSpPr>
        <p:spPr>
          <a:xfrm>
            <a:off x="0" y="6237312"/>
            <a:ext cx="9144000" cy="287337"/>
          </a:xfrm>
        </p:spPr>
        <p:txBody>
          <a:bodyPr wrap="square" rtlCol="1" anchor="t">
            <a:normAutofit lnSpcReduction="10000"/>
          </a:bodyPr>
          <a:lstStyle/>
          <a:p>
            <a:pPr algn="ctr" rtl="1">
              <a:lnSpc>
                <a:spcPct val="90000"/>
              </a:lnSpc>
              <a:spcAft>
                <a:spcPts val="600"/>
              </a:spcAft>
              <a:defRPr/>
            </a:pPr>
            <a:r>
              <a:rPr lang="ar" sz="1400" dirty="0"/>
              <a:t>© حقوق التأليف والنشر لعام 2023 محفوظة لشركة بيرسون إديوكيشن ليمتد </a:t>
            </a:r>
          </a:p>
        </p:txBody>
      </p:sp>
      <p:sp>
        <p:nvSpPr>
          <p:cNvPr id="3" name="Footer Placeholder 2">
            <a:extLst>
              <a:ext uri="{FF2B5EF4-FFF2-40B4-BE49-F238E27FC236}">
                <a16:creationId xmlns:a16="http://schemas.microsoft.com/office/drawing/2014/main" id="{7D3EA59F-F6B2-D7C0-8C87-4AD6C3B30C7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0" y="1195388"/>
            <a:ext cx="91440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3600"/>
              <a:t>مهارات خدمة العملاء في قطاع الضيافة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971600" y="2636912"/>
            <a:ext cx="6768752"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dirty="0"/>
              <a:t>ستدعمك هذه الوحدة في تطوير معرفتك بخدمة العملاء في </a:t>
            </a:r>
            <a:r>
              <a:rPr lang="ar-SA" dirty="0"/>
              <a:t>قطاع الضيافة</a:t>
            </a:r>
            <a:r>
              <a:rPr lang="ar" dirty="0"/>
              <a:t>.</a:t>
            </a:r>
          </a:p>
          <a:p>
            <a:pPr marL="0" indent="0" rtl="1">
              <a:buFont typeface="Wingdings" panose="05000000000000000000" pitchFamily="2" charset="2"/>
              <a:buNone/>
            </a:pPr>
            <a:r>
              <a:rPr lang="ar" dirty="0"/>
              <a:t>حيث ستتعلم فيها أهمية خدمة العملاء المتسقة والمهارات والتقنيات اللازمة لمعالجة مشكلات خدمة العملاء في بيئات مختلفة.  </a:t>
            </a:r>
          </a:p>
          <a:p>
            <a:pPr marL="0" indent="0" rtl="1">
              <a:buFont typeface="Wingdings" panose="05000000000000000000" pitchFamily="2" charset="2"/>
              <a:buNone/>
            </a:pPr>
            <a:r>
              <a:rPr lang="ar" dirty="0"/>
              <a:t>وأخيرًا، تسمح لك هذه الوحدة بالبحث في كيفية قيام شركات الضيافة بمراقبة خدمة العملاء وتقييمها وكيف يمكن للملاحظات تحسين مهارات خدمة العملاء. </a:t>
            </a:r>
          </a:p>
          <a:p>
            <a:pPr marL="0" indent="0" rtl="1">
              <a:buFont typeface="Wingdings" panose="05000000000000000000" pitchFamily="2" charset="2"/>
              <a:buNone/>
            </a:pPr>
            <a:endParaRPr lang="en-GB" altLang="en-US" dirty="0"/>
          </a:p>
        </p:txBody>
      </p:sp>
      <p:sp>
        <p:nvSpPr>
          <p:cNvPr id="2" name="Footer Placeholder 2">
            <a:extLst>
              <a:ext uri="{FF2B5EF4-FFF2-40B4-BE49-F238E27FC236}">
                <a16:creationId xmlns:a16="http://schemas.microsoft.com/office/drawing/2014/main" id="{A334B392-ABCB-5362-7CBE-4404E78CDDB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3600"/>
              <a:t>أهداف التعلم</a:t>
            </a:r>
            <a:endParaRPr lang="en-GB" altLang="en-US" sz="3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1043608" y="2420888"/>
            <a:ext cx="7056784"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defTabSz="431800" rtl="1">
              <a:buNone/>
            </a:pPr>
            <a:r>
              <a:rPr lang="prs-AF" sz="2800" b="1" dirty="0"/>
              <a:t>(أ)</a:t>
            </a:r>
            <a:r>
              <a:rPr lang="ar" sz="2800" b="1" dirty="0"/>
              <a:t>	</a:t>
            </a:r>
            <a:r>
              <a:rPr lang="ar" sz="2800" dirty="0"/>
              <a:t>فهم خصائص مهارات خدمة العملاء في </a:t>
            </a:r>
            <a:r>
              <a:rPr lang="ar-SA" sz="2800" dirty="0"/>
              <a:t>قطاع الضيافة</a:t>
            </a:r>
            <a:r>
              <a:rPr lang="ar" sz="2800" dirty="0"/>
              <a:t>. </a:t>
            </a:r>
          </a:p>
          <a:p>
            <a:pPr marL="0" indent="0" defTabSz="431800" rtl="1">
              <a:buNone/>
            </a:pPr>
            <a:r>
              <a:rPr lang="ar" sz="2800" b="1" dirty="0"/>
              <a:t>(ب)	</a:t>
            </a:r>
            <a:r>
              <a:rPr lang="ar" sz="2800" dirty="0"/>
              <a:t>إظهار مهارات خدمة العملاء في 	مجموعة من المواقف. </a:t>
            </a:r>
          </a:p>
          <a:p>
            <a:pPr marL="0" indent="0" defTabSz="431800" rtl="1">
              <a:buNone/>
            </a:pPr>
            <a:r>
              <a:rPr lang="ar" sz="2800" b="1" dirty="0"/>
              <a:t>(ج)	</a:t>
            </a:r>
            <a:r>
              <a:rPr lang="ar" sz="2800" dirty="0"/>
              <a:t>استخدام المعلومات لاقتراح التحسينات على خدمة العملاء. </a:t>
            </a:r>
            <a:br>
              <a:rPr lang="en-GB" altLang="en-US" dirty="0"/>
            </a:br>
            <a:r>
              <a:rPr lang="ar" dirty="0"/>
              <a:t>	</a:t>
            </a:r>
          </a:p>
        </p:txBody>
      </p:sp>
      <p:sp>
        <p:nvSpPr>
          <p:cNvPr id="2" name="Footer Placeholder 2">
            <a:extLst>
              <a:ext uri="{FF2B5EF4-FFF2-40B4-BE49-F238E27FC236}">
                <a16:creationId xmlns:a16="http://schemas.microsoft.com/office/drawing/2014/main" id="{C98379B1-7AC6-30CC-4729-EDDDD842609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247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هدف التعلم (أ)</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2009" y="2492524"/>
            <a:ext cx="8999983"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خدمة العملاء في </a:t>
            </a:r>
            <a:r>
              <a:rPr lang="ar-SA" dirty="0"/>
              <a:t>قطاع الضيافة</a:t>
            </a:r>
            <a:r>
              <a:rPr lang="ar" dirty="0"/>
              <a:t> </a:t>
            </a:r>
          </a:p>
          <a:p>
            <a:pPr marL="685800" rtl="1"/>
            <a:r>
              <a:rPr lang="ar" dirty="0"/>
              <a:t>خصائص وفوائد خدمة العملاء </a:t>
            </a:r>
          </a:p>
          <a:p>
            <a:pPr marL="685800" rtl="1"/>
            <a:r>
              <a:rPr lang="ar" dirty="0"/>
              <a:t>استخدام الإجراءات التنظيمية وأهميتها لخدمة العملاء </a:t>
            </a:r>
          </a:p>
          <a:p>
            <a:pPr marL="685800" rtl="1"/>
            <a:endParaRPr lang="en-GB" altLang="en-US" dirty="0"/>
          </a:p>
          <a:p>
            <a:pPr indent="0" rtl="1">
              <a:buNone/>
            </a:pPr>
            <a:r>
              <a:rPr lang="ar" dirty="0"/>
              <a:t>عند دراسة خدمة العملاء في </a:t>
            </a:r>
            <a:r>
              <a:rPr lang="ar-SA" dirty="0"/>
              <a:t>قطاع الضيافة</a:t>
            </a:r>
            <a:r>
              <a:rPr lang="ar" dirty="0"/>
              <a:t>، من الضروري فهم أنواع العملاء المختلفة واحتياجاتهم وتوقعاتهم. </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4825" y="1484784"/>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b="1" dirty="0">
                <a:latin typeface="Sakkal Majalla" panose="02000000000000000000" pitchFamily="2" charset="-78"/>
                <a:cs typeface="Sakkal Majalla" panose="02000000000000000000" pitchFamily="2" charset="-78"/>
              </a:rPr>
              <a:t>فهم خصائص مهارات خدمة العملاء في قطاع الضيافة</a:t>
            </a:r>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84DC063-9467-67B7-93A9-08DD2DC0245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1" y="119675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فهم خصائص مهارات خدمة العملاء في قطاع الضيافة (1)</a:t>
            </a:r>
            <a:br>
              <a:rPr lang="en-US"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76264" y="3645024"/>
            <a:ext cx="8460232"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خدمة العملاء</a:t>
            </a:r>
          </a:p>
          <a:p>
            <a:pPr marL="685800" rtl="1"/>
            <a:r>
              <a:rPr lang="ar" dirty="0"/>
              <a:t>التميز في خدمة العملاء</a:t>
            </a:r>
          </a:p>
          <a:p>
            <a:pPr marL="685800" rtl="1"/>
            <a:endParaRPr lang="en-GB" altLang="en-US" dirty="0"/>
          </a:p>
          <a:p>
            <a:pPr indent="0" rtl="1">
              <a:buNone/>
            </a:pPr>
            <a:r>
              <a:rPr lang="ar" sz="2400" b="0" dirty="0"/>
              <a:t>تعتبر خدمة العملاء الجيدة أمرًا ضروريًا في </a:t>
            </a:r>
            <a:r>
              <a:rPr lang="ar-SA" sz="2400" b="0" dirty="0"/>
              <a:t>قطاع الضيافة</a:t>
            </a:r>
            <a:r>
              <a:rPr lang="ar" sz="2400" b="0" dirty="0"/>
              <a:t>، وذلك لضمان حصول العملاء على التجربة التي توقعوها مع تحفيز رغبتهم إلى العودة مرة أخرى. وجديرًا بالذكر أن شركات الضيافة تعتمد على معدل تردد العملاء والتواصل الشفهي لزيادة المبيعات. </a:t>
            </a:r>
          </a:p>
          <a:p>
            <a:pPr indent="0" rtl="1">
              <a:buNone/>
            </a:pPr>
            <a:r>
              <a:rPr lang="ar" dirty="0"/>
              <a:t>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65130" y="2276872"/>
            <a:ext cx="7991475"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dirty="0">
                <a:latin typeface="Sakkal Majalla" panose="02000000000000000000" pitchFamily="2" charset="-78"/>
                <a:cs typeface="Sakkal Majalla" panose="02000000000000000000" pitchFamily="2" charset="-78"/>
              </a:rPr>
              <a:t>يدرس هدف التعلم (أ) الأنواع المختلفة لخدمة العملاء في </a:t>
            </a:r>
            <a:r>
              <a:rPr lang="ar-SA" sz="2400" dirty="0">
                <a:latin typeface="Sakkal Majalla" panose="02000000000000000000" pitchFamily="2" charset="-78"/>
                <a:cs typeface="Sakkal Majalla" panose="02000000000000000000" pitchFamily="2" charset="-78"/>
              </a:rPr>
              <a:t>قطاع</a:t>
            </a:r>
            <a:r>
              <a:rPr lang="ar" sz="2400" dirty="0">
                <a:latin typeface="Sakkal Majalla" panose="02000000000000000000" pitchFamily="2" charset="-78"/>
                <a:cs typeface="Sakkal Majalla" panose="02000000000000000000" pitchFamily="2" charset="-78"/>
              </a:rPr>
              <a:t> الضيافة واحتياجاتهم في هذا الشأن. علمًا بأنه من الضروري فهم تعريف المصطلحات الرئيسية مثل: </a:t>
            </a:r>
          </a:p>
          <a:p>
            <a:pPr algn="ctr" rtl="1"/>
            <a:endParaRPr lang="en-US" altLang="en-US" sz="2400" dirty="0">
              <a:latin typeface="Sakkal Majalla" panose="02000000000000000000" pitchFamily="2" charset="-78"/>
              <a:cs typeface="Sakkal Majalla" panose="02000000000000000000" pitchFamily="2" charset="-78"/>
            </a:endParaRPr>
          </a:p>
          <a:p>
            <a:pPr algn="ctr" rtl="1"/>
            <a:endParaRPr lang="en-US" altLang="en-US" sz="2400" dirty="0">
              <a:latin typeface="Sakkal Majalla" panose="02000000000000000000" pitchFamily="2" charset="-78"/>
              <a:cs typeface="Sakkal Majalla" panose="02000000000000000000" pitchFamily="2" charset="-78"/>
            </a:endParaRPr>
          </a:p>
          <a:p>
            <a:pPr algn="ctr" rtl="1"/>
            <a:r>
              <a:rPr lang="ar" sz="2400" dirty="0">
                <a:latin typeface="Sakkal Majalla" panose="02000000000000000000" pitchFamily="2" charset="-78"/>
                <a:cs typeface="Sakkal Majalla" panose="02000000000000000000" pitchFamily="2" charset="-78"/>
              </a:rPr>
              <a:t> </a:t>
            </a:r>
            <a:br>
              <a:rPr lang="en-US" altLang="en-US" sz="2400" b="1" dirty="0">
                <a:latin typeface="Sakkal Majalla" panose="02000000000000000000" pitchFamily="2" charset="-78"/>
                <a:cs typeface="Sakkal Majalla" panose="02000000000000000000" pitchFamily="2" charset="-78"/>
              </a:rPr>
            </a:br>
            <a:endParaRPr lang="en-GB" altLang="en-US" sz="24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5D030DC-FFB7-4431-559F-E649F80E88D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850094694"/>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1"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فهم خصائص مهارات خدمة العملاء في قطاع الضيافة (1)</a:t>
            </a:r>
            <a:br>
              <a:rPr lang="en-US"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3429000"/>
            <a:ext cx="8784976" cy="31683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العملاء الداخليون </a:t>
            </a:r>
          </a:p>
          <a:p>
            <a:pPr marL="685800" rtl="1"/>
            <a:r>
              <a:rPr lang="ar" dirty="0"/>
              <a:t>العملاء الخارجيون</a:t>
            </a:r>
          </a:p>
          <a:p>
            <a:pPr marL="685800" rtl="1"/>
            <a:r>
              <a:rPr lang="ar" dirty="0"/>
              <a:t>ذوو الاحتياجات الخاصة </a:t>
            </a:r>
          </a:p>
          <a:p>
            <a:pPr indent="0" rtl="1">
              <a:buNone/>
            </a:pPr>
            <a:endParaRPr lang="en-GB" altLang="en-US" dirty="0"/>
          </a:p>
          <a:p>
            <a:pPr indent="0" rtl="1">
              <a:buNone/>
            </a:pPr>
            <a:r>
              <a:rPr lang="ar" sz="2400" b="0" dirty="0"/>
              <a:t>عند مناقشة خصائص خدمة العملاء، نحتاج إلى اعتبار الأنواع المختلفة من العملاء والفرق بين احتياجاتهم وتوقعاتهم. </a:t>
            </a:r>
          </a:p>
          <a:p>
            <a:pPr marL="685800" rtl="1"/>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4" y="2276872"/>
            <a:ext cx="7991475" cy="129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dirty="0">
                <a:latin typeface="Sakkal Majalla" panose="02000000000000000000" pitchFamily="2" charset="-78"/>
                <a:cs typeface="Sakkal Majalla" panose="02000000000000000000" pitchFamily="2" charset="-78"/>
              </a:rPr>
              <a:t>يبحث هدف التعلم (أ) أيضًا في الأنواع المختلفة من العملاء والفرق بين احتياجاتهم وتوقعاتهم. </a:t>
            </a:r>
          </a:p>
          <a:p>
            <a:pPr algn="ctr" rtl="1"/>
            <a:r>
              <a:rPr lang="ar" sz="2400" dirty="0">
                <a:latin typeface="Sakkal Majalla" panose="02000000000000000000" pitchFamily="2" charset="-78"/>
                <a:cs typeface="Sakkal Majalla" panose="02000000000000000000" pitchFamily="2" charset="-78"/>
              </a:rPr>
              <a:t> </a:t>
            </a:r>
            <a:br>
              <a:rPr lang="en-US" altLang="en-US" sz="2400" b="1" dirty="0">
                <a:latin typeface="Sakkal Majalla" panose="02000000000000000000" pitchFamily="2" charset="-78"/>
                <a:cs typeface="Sakkal Majalla" panose="02000000000000000000" pitchFamily="2" charset="-78"/>
              </a:rPr>
            </a:br>
            <a:endParaRPr lang="en-GB" altLang="en-US" sz="24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883F139-76EC-4184-6B63-4E7CC3BCDF0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679800159"/>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247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600"/>
              <a:t>العملاء الداخليون </a:t>
            </a:r>
            <a:br>
              <a:rPr lang="en-GB" altLang="en-US" sz="36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43607" y="1772816"/>
            <a:ext cx="7487618" cy="43204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dirty="0"/>
          </a:p>
          <a:p>
            <a:pPr marL="685800" rtl="1"/>
            <a:r>
              <a:rPr lang="ar"/>
              <a:t>الزملاء </a:t>
            </a:r>
          </a:p>
          <a:p>
            <a:pPr marL="685800" rtl="1"/>
            <a:r>
              <a:rPr lang="ar"/>
              <a:t>المشرفون</a:t>
            </a:r>
          </a:p>
          <a:p>
            <a:pPr marL="685800" rtl="1"/>
            <a:r>
              <a:rPr lang="ar"/>
              <a:t>الموظفون</a:t>
            </a:r>
          </a:p>
          <a:p>
            <a:pPr marL="685800" rtl="1"/>
            <a:r>
              <a:rPr lang="ar"/>
              <a:t>فرق الموظفين </a:t>
            </a:r>
          </a:p>
          <a:p>
            <a:pPr indent="0" rtl="1">
              <a:buNone/>
            </a:pPr>
            <a:endParaRPr lang="en-GB" altLang="en-US" dirty="0"/>
          </a:p>
          <a:p>
            <a:pPr indent="0" rtl="1">
              <a:buNone/>
            </a:pPr>
            <a:r>
              <a:rPr lang="ar"/>
              <a:t>يغطي مصطلح العملاء الداخليون مجموعة من الأشخاص ممن قد نتعامل معهم يوميًا في بيئة خدمة العملاء.</a:t>
            </a:r>
          </a:p>
          <a:p>
            <a:pPr indent="0" rtl="1">
              <a:buNone/>
            </a:pPr>
            <a:r>
              <a:rPr lang="ar"/>
              <a:t>لذلك ضع في اعتبارك الأنواع المختلفة من العملاء الداخليين واحتياجاتهم.</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1C029DE-001B-2998-89F6-AC782111132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935939285"/>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247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600"/>
              <a:t>العملاء الخارجيون</a:t>
            </a:r>
            <a:br>
              <a:rPr lang="en-GB" altLang="en-US" sz="36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2775" y="1844824"/>
            <a:ext cx="7775649" cy="48245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EG" dirty="0"/>
              <a:t>الحاليون</a:t>
            </a:r>
            <a:r>
              <a:rPr lang="ar" dirty="0"/>
              <a:t> </a:t>
            </a:r>
            <a:r>
              <a:rPr lang="en-US" dirty="0"/>
              <a:t>		</a:t>
            </a:r>
            <a:r>
              <a:rPr lang="ar" dirty="0"/>
              <a:t>المتحدثون غير الأصليين</a:t>
            </a:r>
          </a:p>
          <a:p>
            <a:pPr marL="685800" rtl="1"/>
            <a:r>
              <a:rPr lang="ar" dirty="0"/>
              <a:t>عملاء جدد   </a:t>
            </a:r>
            <a:r>
              <a:rPr lang="en-US" dirty="0"/>
              <a:t>		</a:t>
            </a:r>
            <a:r>
              <a:rPr lang="ar" dirty="0"/>
              <a:t> وكلاء مختلفون</a:t>
            </a:r>
          </a:p>
          <a:p>
            <a:pPr marL="685800" rtl="1"/>
            <a:r>
              <a:rPr lang="ar" dirty="0"/>
              <a:t>الأفراد                </a:t>
            </a:r>
            <a:r>
              <a:rPr lang="en-US" dirty="0"/>
              <a:t>	</a:t>
            </a:r>
            <a:r>
              <a:rPr lang="ar" dirty="0"/>
              <a:t>الثقافات المختلفة</a:t>
            </a:r>
          </a:p>
          <a:p>
            <a:pPr marL="685800" rtl="1"/>
            <a:r>
              <a:rPr lang="ar" dirty="0"/>
              <a:t>المجموعات          </a:t>
            </a:r>
            <a:r>
              <a:rPr lang="en-US" dirty="0"/>
              <a:t>	</a:t>
            </a:r>
            <a:r>
              <a:rPr lang="ar" dirty="0"/>
              <a:t>العائلات</a:t>
            </a:r>
          </a:p>
          <a:p>
            <a:pPr marL="685800" rtl="1"/>
            <a:r>
              <a:rPr lang="ar" dirty="0"/>
              <a:t>رجال الأعمال                     ذوو الاحتياجات الخاصة</a:t>
            </a:r>
          </a:p>
          <a:p>
            <a:pPr marL="685800" rtl="1"/>
            <a:r>
              <a:rPr lang="ar" dirty="0"/>
              <a:t>وكلاء الموردين </a:t>
            </a:r>
          </a:p>
          <a:p>
            <a:pPr indent="0" rtl="1">
              <a:buNone/>
            </a:pPr>
            <a:endParaRPr lang="en-GB" altLang="en-US" dirty="0"/>
          </a:p>
          <a:p>
            <a:pPr indent="0" rtl="1">
              <a:buNone/>
            </a:pPr>
            <a:r>
              <a:rPr lang="ar" dirty="0"/>
              <a:t>يغطي مصطلح العملاء الخارجيون مجموعة من الأشخاص ممن قد نتعامل معهم يوميًا في بيئة خدمة العملاء.</a:t>
            </a:r>
          </a:p>
          <a:p>
            <a:pPr indent="0" rtl="1">
              <a:buNone/>
            </a:pPr>
            <a:r>
              <a:rPr lang="ar" dirty="0"/>
              <a:t>لذلك ضع في اعتبارك الأنواع المختلفة من العملاء الخارجيين واحتياجاتهم.</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50144EE-1C40-805E-30D6-33681B65453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4182914498"/>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29867"/>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3600"/>
              <a:t>ذوو الاحتياجات الخاصة </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988840"/>
            <a:ext cx="8640960" cy="363929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إعاقة بصرية</a:t>
            </a:r>
          </a:p>
          <a:p>
            <a:pPr marL="685800" rtl="1"/>
            <a:r>
              <a:rPr lang="ar"/>
              <a:t>إعاقة سمعية</a:t>
            </a:r>
          </a:p>
          <a:p>
            <a:pPr marL="685800" rtl="1"/>
            <a:r>
              <a:rPr lang="ar"/>
              <a:t>إعاقة حركية </a:t>
            </a:r>
          </a:p>
          <a:p>
            <a:pPr marL="685800" rtl="1"/>
            <a:endParaRPr lang="en-GB" altLang="en-US" dirty="0"/>
          </a:p>
          <a:p>
            <a:pPr indent="0" rtl="1">
              <a:buNone/>
            </a:pPr>
            <a:r>
              <a:rPr lang="ar"/>
              <a:t>يغطي مصطلح العملاء ذوو الاحتياجات الخاصة مجموعة من الأشخاص ممن قد نتعامل معهم يوميًا في بيئة خدمة العملاء.</a:t>
            </a:r>
          </a:p>
          <a:p>
            <a:pPr indent="0" rtl="1">
              <a:buNone/>
            </a:pPr>
            <a:r>
              <a:rPr lang="ar"/>
              <a:t>لذلك ضع في اعتبارك الأنواع المختلفة من العملاء ذوي الاحتياجات الخاصة واحتياجاتهم.</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FBA91AF-6581-F823-E9CA-CD4785B8C78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519788246"/>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1" y="1196752"/>
            <a:ext cx="8229600" cy="792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فهم خصائص مهارات خدمة العملاء في قطاع الضيافة (1)</a:t>
            </a:r>
            <a:br>
              <a:rPr lang="en-US"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2495252"/>
            <a:ext cx="8640960" cy="44621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a:t>تتنوع احتياجات العملاء، علمًا بأن كيفية تلبية شركات الضيافة لهذه الاحتياجات ستؤثر على تجربة العملاء. </a:t>
            </a:r>
          </a:p>
          <a:p>
            <a:pPr marL="685800" rtl="1"/>
            <a:r>
              <a:rPr lang="ar"/>
              <a:t>القيمة مقابل المال</a:t>
            </a:r>
          </a:p>
          <a:p>
            <a:pPr marL="685800" rtl="1"/>
            <a:r>
              <a:rPr lang="ar"/>
              <a:t>الدقة والموثوقية</a:t>
            </a:r>
          </a:p>
          <a:p>
            <a:pPr marL="685800" rtl="1"/>
            <a:r>
              <a:rPr lang="ar"/>
              <a:t>تقديم المعلومات والمشورة</a:t>
            </a:r>
          </a:p>
          <a:p>
            <a:pPr marL="685800" rtl="1"/>
            <a:r>
              <a:rPr lang="ar"/>
              <a:t>المؤازرة والمساعدة</a:t>
            </a:r>
          </a:p>
          <a:p>
            <a:pPr marL="685800" rtl="1"/>
            <a:r>
              <a:rPr lang="ar"/>
              <a:t>التعامل بحرفية مع ذوي الاحتياجات الخاصة</a:t>
            </a:r>
          </a:p>
          <a:p>
            <a:pPr marL="685800" rtl="1"/>
            <a:r>
              <a:rPr lang="ar"/>
              <a:t>تحديد المشكلات والتعامل معها</a:t>
            </a:r>
          </a:p>
          <a:p>
            <a:pPr marL="685800" rtl="1"/>
            <a:r>
              <a:rPr lang="ar"/>
              <a:t>توفير بيئة صحية وآمنة.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1988840"/>
            <a:ext cx="799147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dirty="0">
                <a:latin typeface="Sakkal Majalla" panose="02000000000000000000" pitchFamily="2" charset="-78"/>
                <a:cs typeface="Sakkal Majalla" panose="02000000000000000000" pitchFamily="2" charset="-78"/>
              </a:rPr>
              <a:t>يبحث هدف التعلم (أ) أيضًا في احتياجات العملاء</a:t>
            </a:r>
          </a:p>
          <a:p>
            <a:pPr algn="ctr" rtl="1"/>
            <a:r>
              <a:rPr lang="ar" sz="2400" dirty="0">
                <a:latin typeface="Sakkal Majalla" panose="02000000000000000000" pitchFamily="2" charset="-78"/>
                <a:cs typeface="Sakkal Majalla" panose="02000000000000000000" pitchFamily="2" charset="-78"/>
              </a:rPr>
              <a:t> </a:t>
            </a:r>
            <a:br>
              <a:rPr lang="en-US" altLang="en-US" sz="2400" b="1" dirty="0">
                <a:latin typeface="Sakkal Majalla" panose="02000000000000000000" pitchFamily="2" charset="-78"/>
                <a:cs typeface="Sakkal Majalla" panose="02000000000000000000" pitchFamily="2" charset="-78"/>
              </a:rPr>
            </a:br>
            <a:endParaRPr lang="en-GB" altLang="en-US" sz="24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AC050A1-CD58-FF30-6A27-2574EEC0066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261843373"/>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1" y="119675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فهم خصائص مهارات خدمة العملاء في قطاع الضيافة (2)</a:t>
            </a:r>
            <a:br>
              <a:rPr lang="en-US"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3458975"/>
            <a:ext cx="8784976" cy="32407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موقف الموظفين وسلوكهم </a:t>
            </a:r>
          </a:p>
          <a:p>
            <a:pPr marL="685800" rtl="1"/>
            <a:r>
              <a:rPr lang="ar" dirty="0"/>
              <a:t>المعرفة </a:t>
            </a:r>
          </a:p>
          <a:p>
            <a:pPr marL="685800" rtl="1"/>
            <a:r>
              <a:rPr lang="ar" dirty="0"/>
              <a:t>جودة الخدمات والمنتجات </a:t>
            </a:r>
          </a:p>
          <a:p>
            <a:pPr marL="685800" rtl="1"/>
            <a:r>
              <a:rPr lang="ar" dirty="0"/>
              <a:t>المزايا</a:t>
            </a:r>
          </a:p>
          <a:p>
            <a:pPr indent="0" rtl="1">
              <a:buNone/>
            </a:pPr>
            <a:r>
              <a:rPr lang="ar" sz="2400" b="0" dirty="0"/>
              <a:t>ضع في اعتبارك المتطلبات الضرورية لتحقيق رضا العملاء وتجاوز التوقعات وتحقيق الأهداف التنظيمية. </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 y="2163203"/>
            <a:ext cx="9143999" cy="129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dirty="0">
                <a:latin typeface="Sakkal Majalla" panose="02000000000000000000" pitchFamily="2" charset="-78"/>
                <a:cs typeface="Sakkal Majalla" panose="02000000000000000000" pitchFamily="2" charset="-78"/>
              </a:rPr>
              <a:t>يبحث هدف التعلم (أ) أيضًا في المتطلبات الضرورية لتحقيق رضا العملاء </a:t>
            </a:r>
            <a:br>
              <a:rPr lang="en-US" sz="2400" dirty="0">
                <a:latin typeface="Sakkal Majalla" panose="02000000000000000000" pitchFamily="2" charset="-78"/>
                <a:cs typeface="Sakkal Majalla" panose="02000000000000000000" pitchFamily="2" charset="-78"/>
              </a:rPr>
            </a:br>
            <a:r>
              <a:rPr lang="ar" sz="2400" dirty="0">
                <a:latin typeface="Sakkal Majalla" panose="02000000000000000000" pitchFamily="2" charset="-78"/>
                <a:cs typeface="Sakkal Majalla" panose="02000000000000000000" pitchFamily="2" charset="-78"/>
              </a:rPr>
              <a:t>وتجاوز توقعاتهم وتحقيق الأهداف التنظيمية. </a:t>
            </a:r>
          </a:p>
          <a:p>
            <a:pPr algn="ctr" rtl="1"/>
            <a:r>
              <a:rPr lang="ar" sz="2400" dirty="0">
                <a:latin typeface="Sakkal Majalla" panose="02000000000000000000" pitchFamily="2" charset="-78"/>
                <a:cs typeface="Sakkal Majalla" panose="02000000000000000000" pitchFamily="2" charset="-78"/>
              </a:rPr>
              <a:t> </a:t>
            </a:r>
            <a:br>
              <a:rPr lang="en-US" altLang="en-US" sz="2400" b="1" dirty="0">
                <a:latin typeface="Sakkal Majalla" panose="02000000000000000000" pitchFamily="2" charset="-78"/>
                <a:cs typeface="Sakkal Majalla" panose="02000000000000000000" pitchFamily="2" charset="-78"/>
              </a:rPr>
            </a:br>
            <a:endParaRPr lang="en-GB" altLang="en-US" sz="24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6CF4AFB-737F-743C-FCA5-44374F970D0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66398634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1" y="119675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فهم خصائص مهارات خدمة العملاء في قطاع الضيافة (3)</a:t>
            </a:r>
            <a:br>
              <a:rPr lang="en-US" altLang="en-US" sz="2400" b="1" dirty="0"/>
            </a:b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4447" y="3068496"/>
            <a:ext cx="8856984" cy="36724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التحقق من التوافر </a:t>
            </a:r>
          </a:p>
          <a:p>
            <a:pPr marL="685800" rtl="1"/>
            <a:r>
              <a:rPr lang="ar"/>
              <a:t>عملاء مترددون</a:t>
            </a:r>
          </a:p>
          <a:p>
            <a:pPr marL="685800" rtl="1"/>
            <a:r>
              <a:rPr lang="ar"/>
              <a:t>سمعة الشركة</a:t>
            </a:r>
          </a:p>
          <a:p>
            <a:pPr marL="685800" rtl="1"/>
            <a:r>
              <a:rPr lang="ar"/>
              <a:t>رضا العملاء</a:t>
            </a:r>
          </a:p>
          <a:p>
            <a:pPr marL="685800" rtl="1"/>
            <a:r>
              <a:rPr lang="ar"/>
              <a:t>الرضا الوظيفي للموظفين</a:t>
            </a:r>
          </a:p>
          <a:p>
            <a:pPr indent="0" rtl="1">
              <a:buNone/>
            </a:pPr>
            <a:r>
              <a:rPr lang="ar"/>
              <a:t>الإجراءات التنظيمية للأعمال هي نظام من القواعد وإجراءات التشغيل القياسية التي يجب على الموظفين اتباعها.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1" y="1989786"/>
            <a:ext cx="7991475"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dirty="0">
                <a:latin typeface="Sakkal Majalla" panose="02000000000000000000" pitchFamily="2" charset="-78"/>
                <a:cs typeface="Sakkal Majalla" panose="02000000000000000000" pitchFamily="2" charset="-78"/>
              </a:rPr>
              <a:t>يغطي هدف التعلم (أ) أيضًا استخدام الإجراءات التنظيمية وأهميتها لخدمة العملاء. </a:t>
            </a:r>
          </a:p>
          <a:p>
            <a:pPr algn="ctr" rtl="1"/>
            <a:r>
              <a:rPr lang="ar" sz="2400" dirty="0">
                <a:latin typeface="Sakkal Majalla" panose="02000000000000000000" pitchFamily="2" charset="-78"/>
                <a:cs typeface="Sakkal Majalla" panose="02000000000000000000" pitchFamily="2" charset="-78"/>
              </a:rPr>
              <a:t> </a:t>
            </a:r>
            <a:br>
              <a:rPr lang="en-US" altLang="en-US" sz="2400" b="1" dirty="0">
                <a:latin typeface="Sakkal Majalla" panose="02000000000000000000" pitchFamily="2" charset="-78"/>
                <a:cs typeface="Sakkal Majalla" panose="02000000000000000000" pitchFamily="2" charset="-78"/>
              </a:rPr>
            </a:br>
            <a:endParaRPr lang="en-GB" altLang="en-US" sz="24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6A5E155-05BF-25E6-866D-BF529CEC285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4184406921"/>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52B2-4506-AC09-97D4-8A68E77E043A}"/>
              </a:ext>
            </a:extLst>
          </p:cNvPr>
          <p:cNvSpPr>
            <a:spLocks noGrp="1"/>
          </p:cNvSpPr>
          <p:nvPr>
            <p:ph type="title"/>
          </p:nvPr>
        </p:nvSpPr>
        <p:spPr>
          <a:xfrm>
            <a:off x="457200" y="1195388"/>
            <a:ext cx="8229600" cy="863600"/>
          </a:xfrm>
        </p:spPr>
        <p:txBody>
          <a:bodyPr rtlCol="1"/>
          <a:lstStyle/>
          <a:p>
            <a:pPr rtl="1"/>
            <a:r>
              <a:rPr lang="ar" sz="2400"/>
              <a:t>الخصائص الرئيسية لمهارات خدمة العملاء في</a:t>
            </a:r>
            <a:br>
              <a:rPr lang="en-GB" sz="2400" dirty="0"/>
            </a:br>
            <a:r>
              <a:rPr lang="ar" sz="2400"/>
              <a:t>قطاع الضيافة</a:t>
            </a:r>
          </a:p>
        </p:txBody>
      </p:sp>
      <p:sp>
        <p:nvSpPr>
          <p:cNvPr id="4" name="Footer Placeholder 3">
            <a:extLst>
              <a:ext uri="{FF2B5EF4-FFF2-40B4-BE49-F238E27FC236}">
                <a16:creationId xmlns:a16="http://schemas.microsoft.com/office/drawing/2014/main" id="{13E4CBAA-DE5B-1270-24FA-7084E5613D37}"/>
              </a:ext>
            </a:extLst>
          </p:cNvPr>
          <p:cNvSpPr>
            <a:spLocks noGrp="1"/>
          </p:cNvSpPr>
          <p:nvPr>
            <p:ph type="ftr" sz="quarter" idx="10"/>
          </p:nvPr>
        </p:nvSpPr>
        <p:spPr>
          <a:xfrm>
            <a:off x="0" y="5883276"/>
            <a:ext cx="9144000" cy="863600"/>
          </a:xfrm>
        </p:spPr>
        <p:txBody>
          <a:bodyPr rtlCol="1"/>
          <a:lstStyle/>
          <a:p>
            <a:pPr algn="ctr" rtl="1">
              <a:defRPr/>
            </a:pPr>
            <a:r>
              <a:rPr lang="ar" dirty="0"/>
              <a:t>مناقشة خدمة العملاء في </a:t>
            </a:r>
            <a:r>
              <a:rPr lang="ar-SA" dirty="0"/>
              <a:t>قطاع الضيافة</a:t>
            </a:r>
            <a:r>
              <a:rPr lang="ar" dirty="0"/>
              <a:t> وأنواع العملاء المختلفة واحتياجاتهم وتوقعاتهم.  </a:t>
            </a:r>
          </a:p>
        </p:txBody>
      </p:sp>
      <p:sp>
        <p:nvSpPr>
          <p:cNvPr id="3" name="Footer Placeholder 2">
            <a:extLst>
              <a:ext uri="{FF2B5EF4-FFF2-40B4-BE49-F238E27FC236}">
                <a16:creationId xmlns:a16="http://schemas.microsoft.com/office/drawing/2014/main" id="{5E287BAD-FF56-E46D-E0F4-20621A12C40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pic>
        <p:nvPicPr>
          <p:cNvPr id="5" name="Picture 8">
            <a:extLst>
              <a:ext uri="{FF2B5EF4-FFF2-40B4-BE49-F238E27FC236}">
                <a16:creationId xmlns:a16="http://schemas.microsoft.com/office/drawing/2014/main" id="{9ADB37DC-8164-488A-2CAE-A87419A792C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2987824" y="2276872"/>
            <a:ext cx="3425229" cy="3164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3187318"/>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39750" y="11247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هدف التعلم (ب)</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223628" y="3068960"/>
            <a:ext cx="6696744"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مهارات العرض ومهارات التعامل مع الآخرين</a:t>
            </a:r>
          </a:p>
          <a:p>
            <a:pPr marL="685800" rtl="1"/>
            <a:r>
              <a:rPr lang="ar" dirty="0"/>
              <a:t>مهارات التواصل</a:t>
            </a:r>
          </a:p>
          <a:p>
            <a:pPr marL="685800" rtl="1"/>
            <a:r>
              <a:rPr lang="ar" dirty="0"/>
              <a:t>مواقف خدمة العملاء</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sz="2400" b="0" dirty="0"/>
          </a:p>
          <a:p>
            <a:pPr marL="0" marR="0" lvl="0" indent="0" defTabSz="914400" rtl="1" eaLnBrk="0" fontAlgn="base" latinLnBrk="0" hangingPunct="0">
              <a:lnSpc>
                <a:spcPct val="100000"/>
              </a:lnSpc>
              <a:spcBef>
                <a:spcPct val="30000"/>
              </a:spcBef>
              <a:spcAft>
                <a:spcPct val="0"/>
              </a:spcAft>
              <a:buClrTx/>
              <a:buSzTx/>
              <a:buFontTx/>
              <a:buNone/>
              <a:tabLst/>
              <a:defRPr/>
            </a:pPr>
            <a:r>
              <a:rPr lang="ar" sz="2400" b="0" dirty="0"/>
              <a:t>هناك عدد من مواقف خدمة العملاء المختلفة التي تتطلب من الموظفين عرض هذه الصفات. </a:t>
            </a:r>
          </a:p>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sz="2400" b="0" dirty="0"/>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159434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dirty="0">
                <a:latin typeface="Sakkal Majalla" panose="02000000000000000000" pitchFamily="2" charset="-78"/>
                <a:cs typeface="Sakkal Majalla" panose="02000000000000000000" pitchFamily="2" charset="-78"/>
              </a:rPr>
              <a:t>إظهار مهارات خدمة العملاء في مجموعة من المواقف</a:t>
            </a:r>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3C99FC2-B67E-4779-0505-1B90D5488C2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3760474492"/>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34932" y="1254973"/>
            <a:ext cx="8229600" cy="17625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إظهار مهارات خدمة العملاء في مجموعة من المواقف (1) </a:t>
            </a:r>
            <a:br>
              <a:rPr lang="en-GB" altLang="en-US" sz="2400" b="1" dirty="0"/>
            </a:br>
            <a:r>
              <a:rPr lang="ar" sz="2400" b="0"/>
              <a:t>يناقش هدف التعلم (ب) دور الفرد في تقديم خدمة العملاء. </a:t>
            </a: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1401" y="2996952"/>
            <a:ext cx="8784976" cy="360039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التصرف والسلوك تجاه العملاء والموظفين والشركة</a:t>
            </a:r>
          </a:p>
          <a:p>
            <a:pPr marL="685800" rtl="1"/>
            <a:r>
              <a:rPr lang="ar" b="0" i="0" u="none" strike="noStrike" dirty="0"/>
              <a:t>السلوك والمهنية وقيم الشركة</a:t>
            </a:r>
          </a:p>
          <a:p>
            <a:pPr marL="685800" rtl="1"/>
            <a:r>
              <a:rPr lang="ar" b="0" i="0" u="none" strike="noStrike" dirty="0"/>
              <a:t>التحفيز والاستقلال والثقة بالنفس</a:t>
            </a:r>
            <a:endParaRPr lang="en-GB" dirty="0"/>
          </a:p>
          <a:p>
            <a:pPr marL="685800" rtl="1"/>
            <a:r>
              <a:rPr lang="ar" b="0" i="0" u="none" strike="noStrike" dirty="0"/>
              <a:t>المظهر الشخصي</a:t>
            </a:r>
          </a:p>
          <a:p>
            <a:pPr marL="685800" rtl="1"/>
            <a:r>
              <a:rPr lang="ar" b="0" i="0" u="none" strike="noStrike" dirty="0"/>
              <a:t>المظهر والزي الرسمي واللباس والشعر والمكياج والمجوهرات.</a:t>
            </a:r>
          </a:p>
          <a:p>
            <a:pPr marL="685800" rtl="1"/>
            <a:endParaRPr lang="en-GB" b="0" i="0" u="none" strike="noStrike" baseline="0" dirty="0"/>
          </a:p>
          <a:p>
            <a:pPr indent="0" rtl="1">
              <a:buNone/>
            </a:pPr>
            <a:r>
              <a:rPr lang="ar" b="0" dirty="0"/>
              <a:t>ضع في اعتبارك دور موظفي خدمة العملاء وكيف سيؤثر مظهرهم على خدمة العملاء.</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269BBB2-BD7F-1E1B-869D-61E161A02EE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411939061"/>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20688" y="1717055"/>
            <a:ext cx="8229600" cy="12664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t>مهارات التواصل (2) </a:t>
            </a:r>
            <a:br>
              <a:rPr lang="en-GB" altLang="en-US" sz="2400" b="1" dirty="0"/>
            </a:br>
            <a:r>
              <a:rPr lang="ar" sz="2400" b="0" dirty="0"/>
              <a:t>يناقش هدف التعلم (ب) أيضًا استخدام النوع والأسلوب الصحيحين للتواصل </a:t>
            </a:r>
            <a:br>
              <a:rPr lang="en-US" sz="2400" b="0" dirty="0"/>
            </a:br>
            <a:r>
              <a:rPr lang="ar" sz="2400" b="0" dirty="0"/>
              <a:t>عند التعامل مع العملاء. </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3429000"/>
            <a:ext cx="8856984" cy="2376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التواصل </a:t>
            </a:r>
          </a:p>
          <a:p>
            <a:pPr marL="685800" rtl="1"/>
            <a:r>
              <a:rPr lang="ar"/>
              <a:t>التأكد من أن الخدمة تلبي الاحتياجات والتوقعات</a:t>
            </a:r>
          </a:p>
          <a:p>
            <a:pPr indent="0" rtl="1">
              <a:buNone/>
            </a:pPr>
            <a:endParaRPr lang="en-GB" altLang="en-US" dirty="0"/>
          </a:p>
          <a:p>
            <a:pPr indent="0" rtl="1">
              <a:buNone/>
            </a:pPr>
            <a:r>
              <a:rPr lang="ar"/>
              <a:t>يلعب التواصل دورًا مهمًا عند التعامل مع العملاء لضمان تلبية الخدمة للاحتياجات والتوقعات.</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35F911B-7D66-DE76-569D-F5ED0BFACC8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616294654"/>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9675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مهارات التواصل</a:t>
            </a:r>
            <a:br>
              <a:rPr lang="en-GB" altLang="en-US" sz="2400" b="1"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703164"/>
            <a:ext cx="8928992" cy="47501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لغة الجسد - الوضعية والتعبير والإيماءات والاتصال بالعين</a:t>
            </a:r>
          </a:p>
          <a:p>
            <a:pPr marL="685800" rtl="1"/>
            <a:r>
              <a:rPr lang="ar"/>
              <a:t>الصوت - حدة الصوت والنغمة وسرعة التحدث ونبرة الصوت</a:t>
            </a:r>
          </a:p>
          <a:p>
            <a:pPr marL="685800" rtl="1"/>
            <a:r>
              <a:rPr lang="ar"/>
              <a:t>اللغة - مناسبة، عامية، كلمات متلعثمة</a:t>
            </a:r>
          </a:p>
          <a:p>
            <a:pPr marL="685800" rtl="1"/>
            <a:r>
              <a:rPr lang="ar"/>
              <a:t>مهارات الاستماع - طرح الأسئلة المناسبة والتكرار مرة أخرى للعملاء والنظر باهتمام.</a:t>
            </a:r>
          </a:p>
          <a:p>
            <a:pPr marL="685800" rtl="1"/>
            <a:endParaRPr lang="en-GB" altLang="en-US" dirty="0"/>
          </a:p>
          <a:p>
            <a:pPr indent="0" rtl="1">
              <a:buNone/>
            </a:pPr>
            <a:r>
              <a:rPr lang="ar"/>
              <a:t>يغطي التواصل العديد من الطرق المختلفة للتفاعل مع العملاء. </a:t>
            </a:r>
          </a:p>
          <a:p>
            <a:pPr indent="0" rtl="1">
              <a:buNone/>
            </a:pPr>
            <a:r>
              <a:rPr lang="ar"/>
              <a:t>ضع في اعتبارك أنواع التواصل المختلفة المستخدمة عند التأكد من أن الخدمة تلبي الاحتياجات والتوقعات.</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F56BAC5-311E-588F-A997-B06D3F7CAA7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3287313576"/>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20688" y="123031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مواقف خدمة العملاء (3) </a:t>
            </a:r>
            <a:br>
              <a:rPr lang="en-GB" altLang="en-US" sz="2400" b="1" dirty="0"/>
            </a:br>
            <a:br>
              <a:rPr lang="en-US" altLang="en-US" sz="2400" dirty="0"/>
            </a:br>
            <a:r>
              <a:rPr lang="ar" sz="2400" b="0"/>
              <a:t>يناقش هدف التعلم (ب) الأنواع المختلفة من مواقف خدمة العملاء وكيفية الاستجابة لها بفعالية. </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2852936"/>
            <a:ext cx="8712968" cy="36724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إعدادات خدمة العملاء</a:t>
            </a:r>
          </a:p>
          <a:p>
            <a:pPr marL="685800" rtl="1"/>
            <a:r>
              <a:rPr lang="ar"/>
              <a:t>معرفة المنتج والمبيعات</a:t>
            </a:r>
          </a:p>
          <a:p>
            <a:pPr marL="685800" rtl="1"/>
            <a:r>
              <a:rPr lang="ar"/>
              <a:t>التعامل مع الشكاوى </a:t>
            </a:r>
          </a:p>
          <a:p>
            <a:pPr marL="685800" rtl="1"/>
            <a:r>
              <a:rPr lang="ar"/>
              <a:t>اتباع الإجراءات التنظيمية</a:t>
            </a:r>
          </a:p>
          <a:p>
            <a:pPr marL="685800" rtl="1"/>
            <a:endParaRPr lang="en-GB" altLang="en-US" dirty="0"/>
          </a:p>
          <a:p>
            <a:pPr indent="0" rtl="1">
              <a:buNone/>
            </a:pPr>
            <a:r>
              <a:rPr lang="ar"/>
              <a:t>تحتاج مواقف خدمة العملاء استجابة موظفي خدمة العملاء لها بفعالية لضمان رضا العملاء.</a:t>
            </a:r>
          </a:p>
          <a:p>
            <a:pPr indent="0" rtl="1">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3C0BCC6-66C3-02BC-9A74-69FD14F7BCB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65392627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39750" y="134076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إعدادات خدمة العملاء </a:t>
            </a:r>
            <a:br>
              <a:rPr lang="en-GB" altLang="en-US" sz="2400" b="1" dirty="0"/>
            </a:br>
            <a:br>
              <a:rPr lang="en-US" altLang="en-US" sz="2400" dirty="0"/>
            </a:b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475308" y="1963812"/>
            <a:ext cx="6769100" cy="4894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لفظية (وجهًا لوجه، عبر الهاتف)</a:t>
            </a:r>
          </a:p>
          <a:p>
            <a:pPr marL="685800" rtl="1"/>
            <a:r>
              <a:rPr lang="ar"/>
              <a:t>غير لفظية (مكتوبة، إلكترونية)</a:t>
            </a:r>
          </a:p>
          <a:p>
            <a:pPr marL="685800" rtl="1"/>
            <a:r>
              <a:rPr lang="ar"/>
              <a:t>عاجلة</a:t>
            </a:r>
          </a:p>
          <a:p>
            <a:pPr marL="685800" rtl="1"/>
            <a:r>
              <a:rPr lang="ar"/>
              <a:t>غير عاجلة</a:t>
            </a:r>
          </a:p>
          <a:p>
            <a:pPr marL="685800" rtl="1"/>
            <a:r>
              <a:rPr lang="ar"/>
              <a:t>صعبة</a:t>
            </a:r>
          </a:p>
          <a:p>
            <a:pPr marL="685800" rtl="1"/>
            <a:r>
              <a:rPr lang="ar"/>
              <a:t>روتينية</a:t>
            </a:r>
          </a:p>
          <a:p>
            <a:pPr marL="685800" rtl="1"/>
            <a:r>
              <a:rPr lang="ar"/>
              <a:t>تقديم المعلومات والمشورة</a:t>
            </a:r>
          </a:p>
          <a:p>
            <a:pPr marL="685800" rtl="1"/>
            <a:r>
              <a:rPr lang="ar"/>
              <a:t>تقديم المساعدة</a:t>
            </a:r>
          </a:p>
          <a:p>
            <a:pPr marL="685800" rtl="1"/>
            <a:r>
              <a:rPr lang="ar"/>
              <a:t>التعامل مع المشاكل.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DB9AE01-BA47-B8E9-D13A-E72B7BD0754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94446238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20688" y="119675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معرفة المنتج والمبيعات </a:t>
            </a:r>
            <a:br>
              <a:rPr lang="en-GB" altLang="en-US" sz="2400" b="1" dirty="0"/>
            </a:br>
            <a:br>
              <a:rPr lang="en-US" altLang="en-US" sz="2400" dirty="0"/>
            </a:b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3" y="1703164"/>
            <a:ext cx="8696135" cy="50382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dirty="0"/>
              <a:t>تقديم المشورة</a:t>
            </a:r>
          </a:p>
          <a:p>
            <a:pPr marL="685800" rtl="1"/>
            <a:r>
              <a:rPr lang="ar" dirty="0"/>
              <a:t>الإجابة على الأسئلة</a:t>
            </a:r>
          </a:p>
          <a:p>
            <a:pPr marL="685800" rtl="1"/>
            <a:r>
              <a:rPr lang="ar" dirty="0"/>
              <a:t>اقتراح منتجات</a:t>
            </a:r>
          </a:p>
          <a:p>
            <a:pPr marL="685800" rtl="1"/>
            <a:r>
              <a:rPr lang="ar" dirty="0"/>
              <a:t>زيادة المبيعات.</a:t>
            </a:r>
          </a:p>
          <a:p>
            <a:pPr marL="685800" rtl="1"/>
            <a:endParaRPr lang="en-GB" altLang="en-US" dirty="0"/>
          </a:p>
          <a:p>
            <a:pPr marL="0" indent="0" rtl="1">
              <a:buNone/>
            </a:pPr>
            <a:r>
              <a:rPr lang="ar" b="0" dirty="0"/>
              <a:t>يجب أن يكون لدى موظفي خدمة العملاء معرفة بالمنتج لزيادة مبيعات العملاء وضمان رضاهم.</a:t>
            </a:r>
          </a:p>
          <a:p>
            <a:pPr rtl="1"/>
            <a:endParaRPr lang="en-GB" altLang="en-US" b="0" dirty="0"/>
          </a:p>
          <a:p>
            <a:pPr marL="0" indent="0" rtl="1">
              <a:buNone/>
            </a:pPr>
            <a:r>
              <a:rPr lang="ar" b="0" dirty="0"/>
              <a:t>ضع في اعتبارك التأثير السلبي على العميل إذا لم يتمكن موظفو خدمة العملاء من الإجابة على أسئلة العملاء حول المنتجات أو الخدمات.</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FBF5800-B8AA-C843-2822-B52E8C22559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1719708674"/>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التعامل مع الشكاوى</a:t>
            </a:r>
            <a:br>
              <a:rPr lang="en-GB" altLang="en-US" sz="2400" b="1" dirty="0"/>
            </a:br>
            <a:br>
              <a:rPr lang="en-US" altLang="en-US" sz="2400" dirty="0"/>
            </a:b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2673" y="2034410"/>
            <a:ext cx="8624127" cy="48245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الفائدة المعرفية للشكاوى المقدمة إلى المؤسسة</a:t>
            </a:r>
          </a:p>
          <a:p>
            <a:pPr marL="685800" rtl="1"/>
            <a:r>
              <a:rPr lang="ar"/>
              <a:t>اتباع طريقة إيجابية عند التعامل مع الشكوى</a:t>
            </a:r>
          </a:p>
          <a:p>
            <a:pPr marL="685800" rtl="1"/>
            <a:r>
              <a:rPr lang="ar"/>
              <a:t>إجراءات التعامل مع الشكاوى.</a:t>
            </a:r>
          </a:p>
          <a:p>
            <a:pPr indent="0" rtl="1">
              <a:buNone/>
            </a:pPr>
            <a:endParaRPr lang="en-GB" altLang="en-US" dirty="0"/>
          </a:p>
          <a:p>
            <a:pPr indent="0" rtl="1">
              <a:buNone/>
            </a:pPr>
            <a:r>
              <a:rPr lang="ar"/>
              <a:t>يجب أن يكون موظفو خدمة العملاء قادرين على التعامل مع شكاوى العملاء لضمان رضاهم بشكل احترافي. </a:t>
            </a:r>
          </a:p>
          <a:p>
            <a:pPr marL="685800" rtl="1"/>
            <a:endParaRPr lang="en-GB" altLang="en-US" dirty="0"/>
          </a:p>
          <a:p>
            <a:pPr indent="0" rtl="1">
              <a:buNone/>
            </a:pPr>
            <a:r>
              <a:rPr lang="ar"/>
              <a:t>ضع في اعتبارك التأثير على أعمال الضيافة إذا لم يتم التعامل مع شكاوى العملاء بشكل فعال.</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431C90E-A533-967F-E6E0-CE76221743E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1480064407"/>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20688"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اتباع الإجراءات التنظيمية التالية:</a:t>
            </a:r>
            <a:br>
              <a:rPr lang="en-GB" altLang="en-US" sz="2400" b="1" dirty="0"/>
            </a:br>
            <a:br>
              <a:rPr lang="en-US" altLang="en-US" sz="2400" dirty="0"/>
            </a:b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004" y="1961456"/>
            <a:ext cx="8712968" cy="36277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معايير الخدمة</a:t>
            </a:r>
          </a:p>
          <a:p>
            <a:pPr marL="685800" rtl="1"/>
            <a:r>
              <a:rPr lang="ar"/>
              <a:t>الإجراءات</a:t>
            </a:r>
          </a:p>
          <a:p>
            <a:pPr marL="685800" rtl="1"/>
            <a:r>
              <a:rPr lang="ar"/>
              <a:t>الاتصال مع الإدارات الأخرى</a:t>
            </a:r>
          </a:p>
          <a:p>
            <a:pPr indent="0" rtl="1">
              <a:buNone/>
            </a:pPr>
            <a:endParaRPr lang="en-GB" altLang="en-US" dirty="0"/>
          </a:p>
          <a:p>
            <a:pPr indent="0" rtl="1">
              <a:buNone/>
            </a:pPr>
            <a:r>
              <a:rPr lang="ar"/>
              <a:t>يجب على موظفي خدمة العملاء اتباع الإجراءات التنظيمية لضمان خدمة عملاء جيدة. يجب اتباع قواعد وإجراءات العمل للحفاظ على خدمة العملاء وتحسينها وتحسين سمعة الشركة. </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F7A46DD-7CE5-476A-1BC2-61B86387D09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4261627762"/>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8" descr="A group of gears with words&#10;&#10;Description automatically generated">
            <a:extLst>
              <a:ext uri="{FF2B5EF4-FFF2-40B4-BE49-F238E27FC236}">
                <a16:creationId xmlns:a16="http://schemas.microsoft.com/office/drawing/2014/main" id="{13883E1B-A15E-A1D5-CDFD-AE3B3281C7A8}"/>
              </a:ext>
            </a:extLst>
          </p:cNvPr>
          <p:cNvPicPr>
            <a:picLocks noChangeAspect="1"/>
          </p:cNvPicPr>
          <p:nvPr/>
        </p:nvPicPr>
        <p:blipFill>
          <a:blip r:embed="rId4"/>
          <a:stretch>
            <a:fillRect/>
          </a:stretch>
        </p:blipFill>
        <p:spPr>
          <a:xfrm>
            <a:off x="2925147" y="2058988"/>
            <a:ext cx="3705725" cy="2779293"/>
          </a:xfrm>
          <a:prstGeom prst="rect">
            <a:avLst/>
          </a:prstGeom>
        </p:spPr>
      </p:pic>
      <p:sp>
        <p:nvSpPr>
          <p:cNvPr id="2" name="Title 1">
            <a:extLst>
              <a:ext uri="{FF2B5EF4-FFF2-40B4-BE49-F238E27FC236}">
                <a16:creationId xmlns:a16="http://schemas.microsoft.com/office/drawing/2014/main" id="{E1D605C3-A379-DD98-C137-2F0EF57DF32A}"/>
              </a:ext>
            </a:extLst>
          </p:cNvPr>
          <p:cNvSpPr>
            <a:spLocks noGrp="1"/>
          </p:cNvSpPr>
          <p:nvPr>
            <p:ph type="title"/>
          </p:nvPr>
        </p:nvSpPr>
        <p:spPr>
          <a:xfrm>
            <a:off x="457200" y="1195388"/>
            <a:ext cx="8229600" cy="863600"/>
          </a:xfrm>
        </p:spPr>
        <p:txBody>
          <a:bodyPr rtlCol="1"/>
          <a:lstStyle/>
          <a:p>
            <a:pPr rtl="1"/>
            <a:r>
              <a:rPr lang="ar" sz="2400"/>
              <a:t>الخصائص الرئيسية لإظهار مهارات خدمة العملاء </a:t>
            </a:r>
          </a:p>
        </p:txBody>
      </p:sp>
      <p:sp>
        <p:nvSpPr>
          <p:cNvPr id="4" name="Footer Placeholder 3">
            <a:extLst>
              <a:ext uri="{FF2B5EF4-FFF2-40B4-BE49-F238E27FC236}">
                <a16:creationId xmlns:a16="http://schemas.microsoft.com/office/drawing/2014/main" id="{C9689597-7E59-A5C9-63F1-1C551690FA19}"/>
              </a:ext>
            </a:extLst>
          </p:cNvPr>
          <p:cNvSpPr>
            <a:spLocks noGrp="1"/>
          </p:cNvSpPr>
          <p:nvPr>
            <p:ph type="ftr" sz="quarter" idx="10"/>
          </p:nvPr>
        </p:nvSpPr>
        <p:spPr>
          <a:xfrm>
            <a:off x="0" y="5229200"/>
            <a:ext cx="9144000" cy="1368153"/>
          </a:xfrm>
        </p:spPr>
        <p:txBody>
          <a:bodyPr rtlCol="1"/>
          <a:lstStyle/>
          <a:p>
            <a:pPr algn="ctr" rtl="1">
              <a:defRPr/>
            </a:pPr>
            <a:r>
              <a:rPr lang="ar" sz="2400" dirty="0"/>
              <a:t>لعب الأدوار في مواقف خدمة العملاء المختلفة بما في ذلك أثناء التعامل وجهًا لوجه أو عبر الهاتف أو إجراء المقابلات أو إلقاء التحية أو إجراء الحجوزات أو التعامل مع الشكاوى أو المجاملات. </a:t>
            </a:r>
          </a:p>
          <a:p>
            <a:pPr rtl="1">
              <a:defRPr/>
            </a:pPr>
            <a:r>
              <a:rPr lang="ar" sz="2400" dirty="0"/>
              <a:t> </a:t>
            </a:r>
          </a:p>
        </p:txBody>
      </p:sp>
      <p:sp>
        <p:nvSpPr>
          <p:cNvPr id="7" name="TextBox 6">
            <a:extLst>
              <a:ext uri="{FF2B5EF4-FFF2-40B4-BE49-F238E27FC236}">
                <a16:creationId xmlns:a16="http://schemas.microsoft.com/office/drawing/2014/main" id="{D50BF5AE-8106-9B6D-A317-F1D731CB6EE1}"/>
              </a:ext>
            </a:extLst>
          </p:cNvPr>
          <p:cNvSpPr txBox="1"/>
          <p:nvPr/>
        </p:nvSpPr>
        <p:spPr>
          <a:xfrm rot="20012932">
            <a:off x="3376719" y="2671016"/>
            <a:ext cx="561877" cy="261610"/>
          </a:xfrm>
          <a:prstGeom prst="rect">
            <a:avLst/>
          </a:prstGeom>
          <a:solidFill>
            <a:schemeClr val="bg1"/>
          </a:solidFill>
        </p:spPr>
        <p:txBody>
          <a:bodyPr wrap="square">
            <a:spAutoFit/>
          </a:bodyPr>
          <a:lstStyle/>
          <a:p>
            <a:r>
              <a:rPr lang="ar" sz="1100" b="1" dirty="0">
                <a:solidFill>
                  <a:srgbClr val="3F82BE"/>
                </a:solidFill>
                <a:latin typeface="Sakkal Majalla" panose="02000000000000000000" pitchFamily="2" charset="-78"/>
                <a:cs typeface="Sakkal Majalla" panose="02000000000000000000" pitchFamily="2" charset="-78"/>
              </a:rPr>
              <a:t>المهارات</a:t>
            </a:r>
            <a:endParaRPr lang="en-US" sz="1100" dirty="0">
              <a:solidFill>
                <a:srgbClr val="3F82BE"/>
              </a:solidFill>
            </a:endParaRPr>
          </a:p>
        </p:txBody>
      </p:sp>
      <p:sp>
        <p:nvSpPr>
          <p:cNvPr id="9" name="TextBox 8">
            <a:extLst>
              <a:ext uri="{FF2B5EF4-FFF2-40B4-BE49-F238E27FC236}">
                <a16:creationId xmlns:a16="http://schemas.microsoft.com/office/drawing/2014/main" id="{1F3A5CD0-D7C6-45BF-A42C-7795112DA2E2}"/>
              </a:ext>
            </a:extLst>
          </p:cNvPr>
          <p:cNvSpPr txBox="1"/>
          <p:nvPr/>
        </p:nvSpPr>
        <p:spPr>
          <a:xfrm>
            <a:off x="3102471" y="3547412"/>
            <a:ext cx="833909" cy="261610"/>
          </a:xfrm>
          <a:prstGeom prst="rect">
            <a:avLst/>
          </a:prstGeom>
          <a:solidFill>
            <a:schemeClr val="bg1"/>
          </a:solidFill>
        </p:spPr>
        <p:txBody>
          <a:bodyPr wrap="square">
            <a:spAutoFit/>
          </a:bodyPr>
          <a:lstStyle/>
          <a:p>
            <a:r>
              <a:rPr lang="ar" sz="1100" b="1" dirty="0">
                <a:solidFill>
                  <a:srgbClr val="3F82BE"/>
                </a:solidFill>
                <a:latin typeface="Sakkal Majalla" panose="02000000000000000000" pitchFamily="2" charset="-78"/>
                <a:cs typeface="Sakkal Majalla" panose="02000000000000000000" pitchFamily="2" charset="-78"/>
              </a:rPr>
              <a:t>التطوير</a:t>
            </a:r>
            <a:endParaRPr lang="en-US" sz="1100" dirty="0"/>
          </a:p>
        </p:txBody>
      </p:sp>
      <p:sp>
        <p:nvSpPr>
          <p:cNvPr id="10" name="TextBox 9">
            <a:extLst>
              <a:ext uri="{FF2B5EF4-FFF2-40B4-BE49-F238E27FC236}">
                <a16:creationId xmlns:a16="http://schemas.microsoft.com/office/drawing/2014/main" id="{E5B96162-B695-BD74-682E-145176C55793}"/>
              </a:ext>
            </a:extLst>
          </p:cNvPr>
          <p:cNvSpPr txBox="1"/>
          <p:nvPr/>
        </p:nvSpPr>
        <p:spPr>
          <a:xfrm rot="20651727">
            <a:off x="5151357" y="4006822"/>
            <a:ext cx="910559" cy="261610"/>
          </a:xfrm>
          <a:prstGeom prst="rect">
            <a:avLst/>
          </a:prstGeom>
          <a:solidFill>
            <a:schemeClr val="bg1"/>
          </a:solidFill>
        </p:spPr>
        <p:txBody>
          <a:bodyPr wrap="square">
            <a:spAutoFit/>
          </a:bodyPr>
          <a:lstStyle/>
          <a:p>
            <a:pPr algn="ctr"/>
            <a:r>
              <a:rPr lang="ar" sz="1100" b="1" dirty="0">
                <a:solidFill>
                  <a:srgbClr val="3F82BE"/>
                </a:solidFill>
                <a:latin typeface="Sakkal Majalla" panose="02000000000000000000" pitchFamily="2" charset="-78"/>
                <a:cs typeface="Sakkal Majalla" panose="02000000000000000000" pitchFamily="2" charset="-78"/>
              </a:rPr>
              <a:t>النجاح</a:t>
            </a:r>
            <a:endParaRPr lang="en-US" sz="1100" dirty="0">
              <a:solidFill>
                <a:srgbClr val="3F82BE"/>
              </a:solidFill>
            </a:endParaRPr>
          </a:p>
        </p:txBody>
      </p:sp>
      <p:sp>
        <p:nvSpPr>
          <p:cNvPr id="11" name="TextBox 10">
            <a:extLst>
              <a:ext uri="{FF2B5EF4-FFF2-40B4-BE49-F238E27FC236}">
                <a16:creationId xmlns:a16="http://schemas.microsoft.com/office/drawing/2014/main" id="{83B6502E-3177-49C1-6AFF-C87DCA1DA07E}"/>
              </a:ext>
            </a:extLst>
          </p:cNvPr>
          <p:cNvSpPr txBox="1"/>
          <p:nvPr/>
        </p:nvSpPr>
        <p:spPr>
          <a:xfrm rot="20651727">
            <a:off x="3791855" y="4198966"/>
            <a:ext cx="828051" cy="261610"/>
          </a:xfrm>
          <a:prstGeom prst="rect">
            <a:avLst/>
          </a:prstGeom>
          <a:solidFill>
            <a:schemeClr val="bg1"/>
          </a:solidFill>
        </p:spPr>
        <p:txBody>
          <a:bodyPr wrap="square">
            <a:spAutoFit/>
          </a:bodyPr>
          <a:lstStyle/>
          <a:p>
            <a:r>
              <a:rPr lang="ar" sz="1100" b="1" dirty="0">
                <a:solidFill>
                  <a:srgbClr val="3F82BE"/>
                </a:solidFill>
                <a:latin typeface="Sakkal Majalla" panose="02000000000000000000" pitchFamily="2" charset="-78"/>
                <a:cs typeface="Sakkal Majalla" panose="02000000000000000000" pitchFamily="2" charset="-78"/>
              </a:rPr>
              <a:t>الاستراتيجية</a:t>
            </a:r>
            <a:endParaRPr lang="en-US" sz="1100" dirty="0">
              <a:solidFill>
                <a:srgbClr val="3F82BE"/>
              </a:solidFill>
            </a:endParaRPr>
          </a:p>
        </p:txBody>
      </p:sp>
      <p:sp>
        <p:nvSpPr>
          <p:cNvPr id="13" name="TextBox 12">
            <a:extLst>
              <a:ext uri="{FF2B5EF4-FFF2-40B4-BE49-F238E27FC236}">
                <a16:creationId xmlns:a16="http://schemas.microsoft.com/office/drawing/2014/main" id="{6E9DA5C7-CE9E-2F95-A45C-93DE1C23870A}"/>
              </a:ext>
            </a:extLst>
          </p:cNvPr>
          <p:cNvSpPr txBox="1"/>
          <p:nvPr/>
        </p:nvSpPr>
        <p:spPr>
          <a:xfrm>
            <a:off x="5652120" y="3083179"/>
            <a:ext cx="614517" cy="261610"/>
          </a:xfrm>
          <a:prstGeom prst="rect">
            <a:avLst/>
          </a:prstGeom>
          <a:solidFill>
            <a:schemeClr val="bg1"/>
          </a:solidFill>
        </p:spPr>
        <p:txBody>
          <a:bodyPr wrap="square">
            <a:spAutoFit/>
          </a:bodyPr>
          <a:lstStyle/>
          <a:p>
            <a:r>
              <a:rPr lang="ar" sz="1100" b="1" dirty="0">
                <a:solidFill>
                  <a:srgbClr val="3F82BE"/>
                </a:solidFill>
                <a:latin typeface="Sakkal Majalla" panose="02000000000000000000" pitchFamily="2" charset="-78"/>
                <a:cs typeface="Sakkal Majalla" panose="02000000000000000000" pitchFamily="2" charset="-78"/>
              </a:rPr>
              <a:t>الحل</a:t>
            </a:r>
            <a:endParaRPr lang="en-US" sz="1100" dirty="0"/>
          </a:p>
        </p:txBody>
      </p:sp>
      <p:sp>
        <p:nvSpPr>
          <p:cNvPr id="17" name="TextBox 16">
            <a:extLst>
              <a:ext uri="{FF2B5EF4-FFF2-40B4-BE49-F238E27FC236}">
                <a16:creationId xmlns:a16="http://schemas.microsoft.com/office/drawing/2014/main" id="{BD058163-D1E8-E5A7-D4D2-E4CB588A9CD5}"/>
              </a:ext>
            </a:extLst>
          </p:cNvPr>
          <p:cNvSpPr txBox="1"/>
          <p:nvPr/>
        </p:nvSpPr>
        <p:spPr>
          <a:xfrm>
            <a:off x="4206675" y="3008070"/>
            <a:ext cx="1008111" cy="523220"/>
          </a:xfrm>
          <a:prstGeom prst="rect">
            <a:avLst/>
          </a:prstGeom>
          <a:solidFill>
            <a:schemeClr val="bg1"/>
          </a:solidFill>
        </p:spPr>
        <p:txBody>
          <a:bodyPr wrap="square">
            <a:spAutoFit/>
          </a:bodyPr>
          <a:lstStyle/>
          <a:p>
            <a:pPr indent="0" algn="ctr" rtl="1"/>
            <a:r>
              <a:rPr lang="ar" sz="1400" b="1" dirty="0">
                <a:solidFill>
                  <a:srgbClr val="C00000"/>
                </a:solidFill>
                <a:latin typeface="Sakkal Majalla" panose="02000000000000000000" pitchFamily="2" charset="-78"/>
                <a:cs typeface="Sakkal Majalla" panose="02000000000000000000" pitchFamily="2" charset="-78"/>
              </a:rPr>
              <a:t>أفضل </a:t>
            </a:r>
          </a:p>
          <a:p>
            <a:pPr indent="0" algn="ctr" rtl="1"/>
            <a:r>
              <a:rPr lang="ar" sz="1400" b="1" dirty="0">
                <a:solidFill>
                  <a:srgbClr val="C00000"/>
                </a:solidFill>
                <a:latin typeface="Sakkal Majalla" panose="02000000000000000000" pitchFamily="2" charset="-78"/>
                <a:cs typeface="Sakkal Majalla" panose="02000000000000000000" pitchFamily="2" charset="-78"/>
              </a:rPr>
              <a:t> الممارسات</a:t>
            </a:r>
          </a:p>
        </p:txBody>
      </p:sp>
      <p:sp>
        <p:nvSpPr>
          <p:cNvPr id="3" name="Footer Placeholder 2">
            <a:extLst>
              <a:ext uri="{FF2B5EF4-FFF2-40B4-BE49-F238E27FC236}">
                <a16:creationId xmlns:a16="http://schemas.microsoft.com/office/drawing/2014/main" id="{1C8294A1-DE63-2126-9ED3-508CE049842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
        <p:nvSpPr>
          <p:cNvPr id="15" name="TextBox 14">
            <a:extLst>
              <a:ext uri="{FF2B5EF4-FFF2-40B4-BE49-F238E27FC236}">
                <a16:creationId xmlns:a16="http://schemas.microsoft.com/office/drawing/2014/main" id="{88713011-72F1-1A39-2A72-FDFFDCC0E916}"/>
              </a:ext>
            </a:extLst>
          </p:cNvPr>
          <p:cNvSpPr txBox="1"/>
          <p:nvPr/>
        </p:nvSpPr>
        <p:spPr>
          <a:xfrm rot="20645315">
            <a:off x="5106236" y="2390255"/>
            <a:ext cx="626795" cy="261610"/>
          </a:xfrm>
          <a:prstGeom prst="rect">
            <a:avLst/>
          </a:prstGeom>
          <a:solidFill>
            <a:schemeClr val="bg1"/>
          </a:solidFill>
        </p:spPr>
        <p:txBody>
          <a:bodyPr wrap="square">
            <a:spAutoFit/>
          </a:bodyPr>
          <a:lstStyle/>
          <a:p>
            <a:r>
              <a:rPr lang="ar" sz="1100" b="1" dirty="0">
                <a:solidFill>
                  <a:srgbClr val="3F82BE"/>
                </a:solidFill>
                <a:latin typeface="Sakkal Majalla" panose="02000000000000000000" pitchFamily="2" charset="-78"/>
                <a:cs typeface="Sakkal Majalla" panose="02000000000000000000" pitchFamily="2" charset="-78"/>
              </a:rPr>
              <a:t>الجودة</a:t>
            </a:r>
            <a:endParaRPr lang="en-US" sz="1100" dirty="0"/>
          </a:p>
        </p:txBody>
      </p:sp>
    </p:spTree>
    <p:extLst>
      <p:ext uri="{BB962C8B-B14F-4D97-AF65-F5344CB8AC3E}">
        <p14:creationId xmlns:p14="http://schemas.microsoft.com/office/powerpoint/2010/main" val="1609044410"/>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55765"/>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هدف التعلم (ج)</a:t>
            </a:r>
            <a:br>
              <a:rPr lang="en-US" altLang="en-US" sz="2400" dirty="0"/>
            </a:br>
            <a:br>
              <a:rPr lang="en-US" altLang="en-US" sz="2400" dirty="0"/>
            </a:br>
            <a:endParaRPr lang="en-GB" altLang="en-US" sz="360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8638" y="3645024"/>
            <a:ext cx="6769100"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طرق مختلفة لمراقبة خدمة العملاء  </a:t>
            </a:r>
          </a:p>
          <a:p>
            <a:pPr marL="685800" rtl="1"/>
            <a:r>
              <a:rPr lang="ar"/>
              <a:t>أهمية تقييم خدمة العملاء </a:t>
            </a:r>
          </a:p>
          <a:p>
            <a:pPr marL="685800" rtl="1"/>
            <a:r>
              <a:rPr lang="ar"/>
              <a:t>فوائد التحسينات على خدمة العملاء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1751990"/>
            <a:ext cx="7991475" cy="170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dirty="0">
                <a:latin typeface="Sakkal Majalla" panose="02000000000000000000" pitchFamily="2" charset="-78"/>
                <a:cs typeface="Sakkal Majalla" panose="02000000000000000000" pitchFamily="2" charset="-78"/>
              </a:rPr>
              <a:t>استخدام المعلومات لاقتراح تحسينات على خدمة</a:t>
            </a:r>
          </a:p>
          <a:p>
            <a:pPr algn="ctr" rtl="1"/>
            <a:r>
              <a:rPr lang="ar" sz="3600" b="1" dirty="0">
                <a:latin typeface="Sakkal Majalla" panose="02000000000000000000" pitchFamily="2" charset="-78"/>
                <a:cs typeface="Sakkal Majalla" panose="02000000000000000000" pitchFamily="2" charset="-78"/>
              </a:rPr>
              <a:t>العملاء</a:t>
            </a:r>
            <a:br>
              <a:rPr lang="en-US" altLang="en-US" sz="3600" b="1" dirty="0">
                <a:latin typeface="Sakkal Majalla" panose="02000000000000000000" pitchFamily="2" charset="-78"/>
                <a:cs typeface="Sakkal Majalla" panose="02000000000000000000" pitchFamily="2" charset="-78"/>
              </a:rPr>
            </a:br>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1AEBB77-2EDE-95F1-392B-0324B5D08A3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1534600714"/>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55765"/>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مراقبة ملاحظات العملاء </a:t>
            </a:r>
            <a:r>
              <a:rPr lang="ar" sz="2400" b="1"/>
              <a:t>(1) </a:t>
            </a:r>
            <a:br>
              <a:rPr lang="en-GB" altLang="en-US" sz="2400" b="1" dirty="0"/>
            </a:br>
            <a:br>
              <a:rPr lang="en-US" altLang="en-US" sz="2400" dirty="0"/>
            </a:br>
            <a:r>
              <a:rPr lang="ar" sz="2400" b="0"/>
              <a:t>يناقش هدف التعلم (ج) الأنظمة المختلفة المستخدمة لضمان تلبية توقعات العملاء.  </a:t>
            </a:r>
            <a:br>
              <a:rPr lang="en-US" altLang="en-US" sz="2400" b="0" dirty="0"/>
            </a:br>
            <a:br>
              <a:rPr lang="en-US" altLang="en-US" sz="2400" b="0" dirty="0"/>
            </a:b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2852937"/>
            <a:ext cx="8784976" cy="31684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مراقبة ملاحظات العملاء</a:t>
            </a:r>
          </a:p>
          <a:p>
            <a:pPr indent="0" rtl="1">
              <a:buNone/>
            </a:pPr>
            <a:r>
              <a:rPr lang="ar"/>
              <a:t>تحتاج شركات الضيافة إلى مراقبة خدمة العملاء باستمرار لضمان تلبية احتياجات عملائها. </a:t>
            </a:r>
          </a:p>
          <a:p>
            <a:pPr indent="0" rtl="1">
              <a:buNone/>
            </a:pPr>
            <a:r>
              <a:rPr lang="ar"/>
              <a:t>حيث يسمح ذلك بمعالجة أي قصور في خدمة العملاء. </a:t>
            </a:r>
          </a:p>
          <a:p>
            <a:pPr indent="0" rtl="1">
              <a:buNone/>
            </a:pPr>
            <a:r>
              <a:rPr lang="ar"/>
              <a:t>ضع في اعتبارك التأثير على شركات الضيافة إذا لم تراقب خدمة العملاء بعد.</a:t>
            </a:r>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AA2E435-04B1-CB11-0BB1-ED8D45C260D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3236562809"/>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20688"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مراقبة ملاحظات العملاء</a:t>
            </a:r>
            <a:r>
              <a:rPr lang="ar" sz="2400" b="1"/>
              <a:t> </a:t>
            </a:r>
            <a:br>
              <a:rPr lang="en-GB" altLang="en-US" sz="2400" b="1" dirty="0"/>
            </a:br>
            <a:br>
              <a:rPr lang="en-US" altLang="en-US" sz="2400" dirty="0"/>
            </a:br>
            <a:br>
              <a:rPr lang="en-US" altLang="en-US" sz="2400" dirty="0"/>
            </a:br>
            <a:r>
              <a:rPr lang="ar" sz="2400" b="0"/>
              <a:t>  </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6552" y="1916832"/>
            <a:ext cx="8784976"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ملاحظات العملاء غير الرسمية</a:t>
            </a:r>
          </a:p>
          <a:p>
            <a:pPr marL="685800" rtl="1"/>
            <a:r>
              <a:rPr lang="ar"/>
              <a:t>استبيانات العملاء</a:t>
            </a:r>
          </a:p>
          <a:p>
            <a:pPr marL="685800" rtl="1"/>
            <a:r>
              <a:rPr lang="ar"/>
              <a:t>بطاقات التعليق</a:t>
            </a:r>
          </a:p>
          <a:p>
            <a:pPr marL="685800" rtl="1"/>
            <a:r>
              <a:rPr lang="ar"/>
              <a:t>ملاحظات الموظفين</a:t>
            </a:r>
          </a:p>
          <a:p>
            <a:pPr marL="685800" rtl="1"/>
            <a:r>
              <a:rPr lang="ar"/>
              <a:t>العملاء الغامضون</a:t>
            </a:r>
          </a:p>
          <a:p>
            <a:pPr marL="685800" rtl="1"/>
            <a:r>
              <a:rPr lang="ar"/>
              <a:t>الشكاوى</a:t>
            </a:r>
          </a:p>
          <a:p>
            <a:pPr marL="685800" rtl="1"/>
            <a:r>
              <a:rPr lang="ar"/>
              <a:t>رسائل المجاملة.</a:t>
            </a:r>
          </a:p>
          <a:p>
            <a:pPr indent="0" rtl="1">
              <a:buNone/>
            </a:pPr>
            <a:endParaRPr lang="en-GB" altLang="en-US" dirty="0"/>
          </a:p>
          <a:p>
            <a:pPr indent="0" rtl="1">
              <a:buNone/>
            </a:pPr>
            <a:r>
              <a:rPr lang="ar"/>
              <a:t>ضع في اعتبارك الطرق المختلفة التي يمكن بها لشركة الضيافة مراقبة ملاحظات العملاء.</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DAACCFF-7FA0-015D-5E6E-36517F5CFA1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3438298977"/>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74650" y="1484436"/>
            <a:ext cx="8229600" cy="180089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a:t>أهمية تقييم خدمة العملاء (2) </a:t>
            </a:r>
            <a:br>
              <a:rPr lang="en-GB" altLang="en-US" sz="2400" b="1" dirty="0"/>
            </a:br>
            <a:br>
              <a:rPr lang="en-US" altLang="en-US" sz="2400" dirty="0"/>
            </a:br>
            <a:r>
              <a:rPr lang="ar" sz="2400" b="0"/>
              <a:t>يناقش هدف التعلم (ج) أيضًا أهمية تقييم خدمة العملاء لتحقيق الأهداف التنظيمية. </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24243" y="3429000"/>
            <a:ext cx="8398768" cy="309634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تحقيق الأهداف التنظيمية </a:t>
            </a:r>
          </a:p>
          <a:p>
            <a:pPr marL="685800" rtl="1"/>
            <a:endParaRPr lang="en-GB" altLang="en-US" dirty="0"/>
          </a:p>
          <a:p>
            <a:pPr indent="0" rtl="1">
              <a:buNone/>
            </a:pPr>
            <a:r>
              <a:rPr lang="ar"/>
              <a:t> تحتاج شركات الضيافة إلى تلبية الأهداف التنظيمية لضمان جودة الخدمة المقدمة. </a:t>
            </a:r>
          </a:p>
          <a:p>
            <a:pPr indent="0" rtl="1">
              <a:buNone/>
            </a:pPr>
            <a:r>
              <a:rPr lang="ar"/>
              <a:t>حيث أن تحقيق هذه الأهداف يعتبر الطريقة الأكثر فعالية لتنمية شركة ما.</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2D7FC3B-B8AA-1470-EC6C-7CCC698C133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542019904"/>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تحقيق الأهداف التنظيمية</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844824"/>
            <a:ext cx="8784976"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الشؤون المالية وإجْمالِيّ المَبِيعات</a:t>
            </a:r>
          </a:p>
          <a:p>
            <a:pPr marL="685800" rtl="1"/>
            <a:r>
              <a:rPr lang="ar"/>
              <a:t>مستوى المبيعات</a:t>
            </a:r>
          </a:p>
          <a:p>
            <a:pPr marL="685800" rtl="1"/>
            <a:r>
              <a:rPr lang="ar"/>
              <a:t>العملاء المتكررين والعملاء الجدد</a:t>
            </a:r>
          </a:p>
          <a:p>
            <a:pPr marL="685800" rtl="1"/>
            <a:r>
              <a:rPr lang="ar"/>
              <a:t>مستوى الشكاوى</a:t>
            </a:r>
          </a:p>
          <a:p>
            <a:pPr marL="685800" rtl="1"/>
            <a:r>
              <a:rPr lang="ar"/>
              <a:t>تبديل الموظفين.</a:t>
            </a:r>
          </a:p>
          <a:p>
            <a:pPr indent="0" rtl="1">
              <a:buNone/>
            </a:pPr>
            <a:r>
              <a:rPr lang="ar"/>
              <a:t>لدى شركات الضيافة أهداف تنظيمية مختلفة يجب تحقيقها جميعًا لضمان استمرار نمو الشركة.</a:t>
            </a:r>
          </a:p>
          <a:p>
            <a:pPr indent="0" rtl="1">
              <a:buNone/>
            </a:pPr>
            <a:r>
              <a:rPr lang="ar"/>
              <a:t>ضع في اعتبارك الأهداف التنظيمية المختلفة والتأثير على الشركة إذا لم يتم تحقيقها. </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CADC1B8-FFAD-70F7-F157-510B564A4BF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352910903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32695"/>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فوائد التحسينات على خدمة العملاء </a:t>
            </a:r>
            <a:r>
              <a:rPr lang="ar" sz="2400" b="1"/>
              <a:t>(3) </a:t>
            </a:r>
            <a:br>
              <a:rPr lang="en-GB" altLang="en-US" sz="2400" b="1" dirty="0"/>
            </a:br>
            <a:r>
              <a:rPr lang="ar" sz="2400" b="0"/>
              <a:t>يناقش هدف التعلم (ج) فوائد التحسينات على خدمة العملاء. </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493963"/>
            <a:ext cx="8855967" cy="41033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تحقيق رضا العملاء</a:t>
            </a:r>
          </a:p>
          <a:p>
            <a:pPr marL="685800" rtl="1"/>
            <a:r>
              <a:rPr lang="ar"/>
              <a:t>تحقيق الأهداف التنظيمية</a:t>
            </a:r>
          </a:p>
          <a:p>
            <a:pPr marL="685800" rtl="1"/>
            <a:r>
              <a:rPr lang="ar"/>
              <a:t>الامتثال للالتزامات القانونية</a:t>
            </a:r>
          </a:p>
          <a:p>
            <a:pPr marL="685800" rtl="1"/>
            <a:r>
              <a:rPr lang="ar"/>
              <a:t>الموظفون.</a:t>
            </a:r>
          </a:p>
          <a:p>
            <a:pPr indent="0" rtl="1">
              <a:buNone/>
            </a:pPr>
            <a:r>
              <a:rPr lang="ar"/>
              <a:t>ستشهد شركات الضيافة العديد من الفوائد عندما تعمل على تحسين خدمة العملاء. حيث ستؤدي هذه التحسينات إلى نمو الشركة من الناحية المالية وتحسين سمعتها.</a:t>
            </a:r>
          </a:p>
          <a:p>
            <a:pPr indent="0" rtl="1">
              <a:buNone/>
            </a:pPr>
            <a:r>
              <a:rPr lang="ar"/>
              <a:t>ضع في اعتبارك تأثير عدم تحسين خدمة العملاء على شركات الضيافة.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C5FD021-C785-D863-1730-218BE61C5FB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917250679"/>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تحقيق رضا العملاء</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2775" y="2132857"/>
            <a:ext cx="7918450"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جودة الخدمة</a:t>
            </a:r>
          </a:p>
          <a:p>
            <a:pPr marL="685800" rtl="1"/>
            <a:r>
              <a:rPr lang="ar"/>
              <a:t>تجاوز توقعات العملاء</a:t>
            </a:r>
          </a:p>
          <a:p>
            <a:pPr marL="685800" rtl="1"/>
            <a:r>
              <a:rPr lang="ar"/>
              <a:t>سمعة الشركة.</a:t>
            </a:r>
          </a:p>
          <a:p>
            <a:pPr marL="685800" rtl="1"/>
            <a:endParaRPr lang="en-GB" altLang="en-US" dirty="0"/>
          </a:p>
          <a:p>
            <a:pPr indent="0" rtl="1">
              <a:buNone/>
            </a:pPr>
            <a:r>
              <a:rPr lang="ar"/>
              <a:t>يجب مراعاة العديد من العوامل في حال رغبة شركة الضيافة تحقيق رضا العملاء. </a:t>
            </a:r>
          </a:p>
          <a:p>
            <a:pPr indent="0" rtl="1">
              <a:buNone/>
            </a:pPr>
            <a:endParaRPr lang="en-GB" altLang="en-US" dirty="0"/>
          </a:p>
          <a:p>
            <a:pPr indent="0" rtl="1">
              <a:buNone/>
            </a:pPr>
            <a:endParaRPr lang="en-GB" altLang="en-US" dirty="0"/>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69823"/>
            <a:ext cx="7991475" cy="671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A73F66A-A4B1-888B-E9C9-DFB5DF2DECD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321216538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31672" y="112474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تحقيق الأهداف التنظيمية</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700808"/>
            <a:ext cx="8229600" cy="46805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dirty="0"/>
              <a:t>الحفاظ على الأهداف المالية.</a:t>
            </a:r>
          </a:p>
          <a:p>
            <a:pPr marL="0" indent="0" rtl="1">
              <a:buNone/>
            </a:pPr>
            <a:r>
              <a:rPr lang="ar" b="0" dirty="0"/>
              <a:t>تحتاج شركات الضيافة إلى تحديد أهدافها المالية لتحقيق النجاح. وفي هذا الصدد يمكن أن يكون لخدمة العملاء تأثير إيجابي أو سلبي على قدرة الشركة على الحفاظ على أهدافها المالية.</a:t>
            </a:r>
          </a:p>
          <a:p>
            <a:pPr marL="0" indent="0" rtl="1">
              <a:buNone/>
            </a:pPr>
            <a:r>
              <a:rPr lang="ar" b="0" dirty="0"/>
              <a:t>الآثار الإيجابية؛</a:t>
            </a:r>
          </a:p>
          <a:p>
            <a:pPr rtl="1"/>
            <a:r>
              <a:rPr lang="ar" b="0" dirty="0"/>
              <a:t>عملاء مترددون</a:t>
            </a:r>
          </a:p>
          <a:p>
            <a:pPr rtl="1"/>
            <a:r>
              <a:rPr lang="ar" b="0" dirty="0"/>
              <a:t>سمعة شركة إيجابية.</a:t>
            </a:r>
          </a:p>
          <a:p>
            <a:pPr marL="0" indent="0" rtl="1">
              <a:buFont typeface="Arial" panose="020B0604020202020204" pitchFamily="34" charset="0"/>
              <a:buNone/>
            </a:pPr>
            <a:r>
              <a:rPr lang="ar" b="0" dirty="0"/>
              <a:t>الآثار السلبية؛</a:t>
            </a:r>
          </a:p>
          <a:p>
            <a:pPr rtl="1"/>
            <a:r>
              <a:rPr lang="ar" b="0" dirty="0"/>
              <a:t>قلة معدل تردد العملاء</a:t>
            </a:r>
          </a:p>
          <a:p>
            <a:pPr rtl="1"/>
            <a:r>
              <a:rPr lang="ar" b="0" dirty="0"/>
              <a:t>قلة الأعمال الجديدة.</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3BABEC9-84E7-5F45-8A68-29B13677CE5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751487312"/>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blue and yellow binders with black text on them&#10;&#10;Description automatically generated">
            <a:extLst>
              <a:ext uri="{FF2B5EF4-FFF2-40B4-BE49-F238E27FC236}">
                <a16:creationId xmlns:a16="http://schemas.microsoft.com/office/drawing/2014/main" id="{965F9D66-F040-2E50-B568-B7519C00E46D}"/>
              </a:ext>
            </a:extLst>
          </p:cNvPr>
          <p:cNvPicPr>
            <a:picLocks noGrp="1" noChangeAspect="1"/>
          </p:cNvPicPr>
          <p:nvPr>
            <p:ph sz="half" idx="2"/>
          </p:nvPr>
        </p:nvPicPr>
        <p:blipFill>
          <a:blip r:embed="rId4"/>
          <a:stretch>
            <a:fillRect/>
          </a:stretch>
        </p:blipFill>
        <p:spPr>
          <a:xfrm>
            <a:off x="2578851" y="1811466"/>
            <a:ext cx="3913272" cy="2585787"/>
          </a:xfrm>
        </p:spPr>
      </p:pic>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20689"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الامتثال للالتزامات القانونية  </a:t>
            </a:r>
            <a:br>
              <a:rPr lang="en-US" altLang="en-US" sz="2400" b="0" dirty="0"/>
            </a:br>
            <a:endParaRPr lang="en-GB" altLang="en-US" sz="3600" b="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7FE5F24F-F4D5-0B77-3496-4CFF35CF3797}"/>
              </a:ext>
            </a:extLst>
          </p:cNvPr>
          <p:cNvSpPr txBox="1"/>
          <p:nvPr/>
        </p:nvSpPr>
        <p:spPr>
          <a:xfrm>
            <a:off x="420689" y="4375649"/>
            <a:ext cx="8238051" cy="1569660"/>
          </a:xfrm>
          <a:prstGeom prst="rect">
            <a:avLst/>
          </a:prstGeom>
          <a:noFill/>
        </p:spPr>
        <p:txBody>
          <a:bodyPr wrap="square" rtlCol="1">
            <a:spAutoFit/>
          </a:bodyPr>
          <a:lstStyle/>
          <a:p>
            <a:pPr rtl="1"/>
            <a:r>
              <a:rPr lang="ar" sz="2400" dirty="0">
                <a:latin typeface="Sakkal Majalla" panose="02000000000000000000" pitchFamily="2" charset="-78"/>
                <a:cs typeface="Sakkal Majalla" panose="02000000000000000000" pitchFamily="2" charset="-78"/>
              </a:rPr>
              <a:t>يؤدي الامتثال للتشريعات في قطاع الضيافة إلى تجنب العقوبات من المفتشين الحكوميين والحوادث المحتملة التي قد تضر بالموظفين والعملاء.  </a:t>
            </a:r>
          </a:p>
          <a:p>
            <a:pPr rtl="1"/>
            <a:r>
              <a:rPr lang="ar" sz="2400" dirty="0">
                <a:latin typeface="Sakkal Majalla" panose="02000000000000000000" pitchFamily="2" charset="-78"/>
                <a:cs typeface="Sakkal Majalla" panose="02000000000000000000" pitchFamily="2" charset="-78"/>
              </a:rPr>
              <a:t>كما قد يؤدي ذلك إلى الدعاية السيئة وكذلك الإضرار بسمعة الشركة مما سيؤثر على تصور العميل للشركة. </a:t>
            </a:r>
          </a:p>
        </p:txBody>
      </p:sp>
      <p:sp>
        <p:nvSpPr>
          <p:cNvPr id="2" name="Rectangle 1">
            <a:extLst>
              <a:ext uri="{FF2B5EF4-FFF2-40B4-BE49-F238E27FC236}">
                <a16:creationId xmlns:a16="http://schemas.microsoft.com/office/drawing/2014/main" id="{78D6A365-9D51-FFE3-3AB8-3C0A500E8204}"/>
              </a:ext>
            </a:extLst>
          </p:cNvPr>
          <p:cNvSpPr/>
          <p:nvPr/>
        </p:nvSpPr>
        <p:spPr>
          <a:xfrm>
            <a:off x="3347864" y="2191512"/>
            <a:ext cx="2181000" cy="429768"/>
          </a:xfrm>
          <a:prstGeom prst="rect">
            <a:avLst/>
          </a:prstGeom>
          <a:solidFill>
            <a:srgbClr val="D9D9D9"/>
          </a:solidFill>
        </p:spPr>
        <p:txBody>
          <a:bodyPr wrap="none" lIns="0" tIns="0" rIns="0" bIns="0" rtlCol="1">
            <a:noAutofit/>
          </a:bodyPr>
          <a:lstStyle/>
          <a:p>
            <a:pPr indent="0" algn="ctr" rtl="1"/>
            <a:r>
              <a:rPr lang="ar" sz="2500">
                <a:solidFill>
                  <a:srgbClr val="373737"/>
                </a:solidFill>
                <a:latin typeface="Sakkal Majalla" panose="02000000000000000000" pitchFamily="2" charset="-78"/>
                <a:cs typeface="Sakkal Majalla" panose="02000000000000000000" pitchFamily="2" charset="-78"/>
              </a:rPr>
              <a:t>الامتثال</a:t>
            </a:r>
          </a:p>
        </p:txBody>
      </p:sp>
      <p:sp>
        <p:nvSpPr>
          <p:cNvPr id="4" name="Rectangle 3">
            <a:extLst>
              <a:ext uri="{FF2B5EF4-FFF2-40B4-BE49-F238E27FC236}">
                <a16:creationId xmlns:a16="http://schemas.microsoft.com/office/drawing/2014/main" id="{3795718B-1EED-F36E-F70A-116C856A5403}"/>
              </a:ext>
            </a:extLst>
          </p:cNvPr>
          <p:cNvSpPr/>
          <p:nvPr/>
        </p:nvSpPr>
        <p:spPr>
          <a:xfrm rot="21338362">
            <a:off x="3647709" y="3005179"/>
            <a:ext cx="2157372" cy="392868"/>
          </a:xfrm>
          <a:prstGeom prst="rect">
            <a:avLst/>
          </a:prstGeom>
          <a:solidFill>
            <a:srgbClr val="D9D9D9"/>
          </a:solidFill>
        </p:spPr>
        <p:txBody>
          <a:bodyPr wrap="none" lIns="0" tIns="0" rIns="0" bIns="0" rtlCol="1">
            <a:noAutofit/>
          </a:bodyPr>
          <a:lstStyle/>
          <a:p>
            <a:pPr indent="0" algn="ctr" rtl="1"/>
            <a:r>
              <a:rPr lang="ar" sz="2500" dirty="0">
                <a:solidFill>
                  <a:srgbClr val="373737"/>
                </a:solidFill>
                <a:latin typeface="Sakkal Majalla" panose="02000000000000000000" pitchFamily="2" charset="-78"/>
                <a:cs typeface="Sakkal Majalla" panose="02000000000000000000" pitchFamily="2" charset="-78"/>
              </a:rPr>
              <a:t>اللوائح</a:t>
            </a:r>
          </a:p>
        </p:txBody>
      </p:sp>
      <p:sp>
        <p:nvSpPr>
          <p:cNvPr id="5" name="Footer Placeholder 2">
            <a:extLst>
              <a:ext uri="{FF2B5EF4-FFF2-40B4-BE49-F238E27FC236}">
                <a16:creationId xmlns:a16="http://schemas.microsoft.com/office/drawing/2014/main" id="{7DDA6EDB-FCB8-0FD8-2762-7EAE818FBA9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136130891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85762" y="1196752"/>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الموظفون </a:t>
            </a:r>
            <a:br>
              <a:rPr lang="en-US" altLang="en-US" sz="2400" b="0" dirty="0"/>
            </a:br>
            <a:endParaRPr lang="en-GB" altLang="en-US" sz="3600" b="0" dirty="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060848"/>
            <a:ext cx="8640960" cy="39604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a:t>الرضا الوظيفي</a:t>
            </a:r>
          </a:p>
          <a:p>
            <a:pPr indent="0" rtl="1">
              <a:buNone/>
            </a:pPr>
            <a:endParaRPr lang="en-GB" altLang="en-US" dirty="0"/>
          </a:p>
          <a:p>
            <a:pPr indent="0" rtl="1">
              <a:buNone/>
            </a:pPr>
            <a:r>
              <a:rPr lang="ar"/>
              <a:t>يلعب الموظفون دورًا رئيسيًا في تحسين خدمة العملاء فهم من يواجهون العملاء ويلتقون مباشرة معهم. </a:t>
            </a:r>
          </a:p>
          <a:p>
            <a:pPr indent="0" rtl="1">
              <a:buNone/>
            </a:pPr>
            <a:endParaRPr lang="en-GB" altLang="en-US" dirty="0"/>
          </a:p>
          <a:p>
            <a:pPr indent="0" rtl="1">
              <a:buNone/>
            </a:pPr>
            <a:r>
              <a:rPr lang="ar"/>
              <a:t>إذا كان الموظفون يشعرون بالرضا الوظيفي، فسوف يعطون انطباعًا أفضل عن الشركة للعميل وسيكونون أكثر عرضة للعمل بجد من أجل الشركة. </a:t>
            </a:r>
          </a:p>
          <a:p>
            <a:pPr indent="0" rtl="1">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4825" y="2709453"/>
            <a:ext cx="7991475" cy="1439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64A8AF6-55C1-3FB2-B591-9DA172BBD20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581631724"/>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8">
            <a:extLst>
              <a:ext uri="{FF2B5EF4-FFF2-40B4-BE49-F238E27FC236}">
                <a16:creationId xmlns:a16="http://schemas.microsoft.com/office/drawing/2014/main" id="{B4C01681-D80F-C569-3C41-3503B2B7EB04}"/>
              </a:ext>
            </a:extLst>
          </p:cNvPr>
          <p:cNvPicPr>
            <a:picLocks noChangeAspect="1"/>
          </p:cNvPicPr>
          <p:nvPr/>
        </p:nvPicPr>
        <p:blipFill>
          <a:blip r:embed="rId4"/>
          <a:stretch>
            <a:fillRect/>
          </a:stretch>
        </p:blipFill>
        <p:spPr bwMode="auto">
          <a:xfrm>
            <a:off x="3149628" y="2348880"/>
            <a:ext cx="2932603" cy="293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1D605C3-A379-DD98-C137-2F0EF57DF32A}"/>
              </a:ext>
            </a:extLst>
          </p:cNvPr>
          <p:cNvSpPr>
            <a:spLocks noGrp="1"/>
          </p:cNvSpPr>
          <p:nvPr>
            <p:ph type="title"/>
          </p:nvPr>
        </p:nvSpPr>
        <p:spPr>
          <a:xfrm>
            <a:off x="457200" y="1195388"/>
            <a:ext cx="8229600" cy="863600"/>
          </a:xfrm>
        </p:spPr>
        <p:txBody>
          <a:bodyPr rtlCol="1"/>
          <a:lstStyle/>
          <a:p>
            <a:pPr rtl="1"/>
            <a:r>
              <a:rPr lang="ar" sz="2400"/>
              <a:t>الخصائص الرئيسية باستخدام المعلومات لاقتراح تحسينات على خدمة العملاء </a:t>
            </a:r>
          </a:p>
        </p:txBody>
      </p:sp>
      <p:sp>
        <p:nvSpPr>
          <p:cNvPr id="4" name="Footer Placeholder 3">
            <a:extLst>
              <a:ext uri="{FF2B5EF4-FFF2-40B4-BE49-F238E27FC236}">
                <a16:creationId xmlns:a16="http://schemas.microsoft.com/office/drawing/2014/main" id="{C9689597-7E59-A5C9-63F1-1C551690FA19}"/>
              </a:ext>
            </a:extLst>
          </p:cNvPr>
          <p:cNvSpPr>
            <a:spLocks noGrp="1"/>
          </p:cNvSpPr>
          <p:nvPr>
            <p:ph type="ftr" sz="quarter" idx="10"/>
          </p:nvPr>
        </p:nvSpPr>
        <p:spPr>
          <a:xfrm>
            <a:off x="107504" y="5229200"/>
            <a:ext cx="8884096" cy="1296144"/>
          </a:xfrm>
        </p:spPr>
        <p:txBody>
          <a:bodyPr rtlCol="1"/>
          <a:lstStyle/>
          <a:p>
            <a:pPr rtl="1"/>
            <a:endParaRPr lang="en-GB" sz="1600" dirty="0"/>
          </a:p>
          <a:p>
            <a:pPr algn="ctr" rtl="1"/>
            <a:r>
              <a:rPr lang="ar" sz="2400" dirty="0"/>
              <a:t>ناقش الأنواع المختلفة من ملاحظات العملاء التي يمكن استخدامها لتحديد مستوى الخدمة المقدمة.</a:t>
            </a:r>
          </a:p>
          <a:p>
            <a:pPr rtl="1">
              <a:defRPr/>
            </a:pPr>
            <a:endParaRPr lang="en-GB" altLang="en-US" sz="2400" dirty="0"/>
          </a:p>
        </p:txBody>
      </p:sp>
      <p:sp>
        <p:nvSpPr>
          <p:cNvPr id="3" name="Footer Placeholder 3">
            <a:extLst>
              <a:ext uri="{FF2B5EF4-FFF2-40B4-BE49-F238E27FC236}">
                <a16:creationId xmlns:a16="http://schemas.microsoft.com/office/drawing/2014/main" id="{1A10769F-98F3-410F-169A-9F4266A53465}"/>
              </a:ext>
            </a:extLst>
          </p:cNvPr>
          <p:cNvSpPr txBox="1">
            <a:spLocks/>
          </p:cNvSpPr>
          <p:nvPr/>
        </p:nvSpPr>
        <p:spPr bwMode="auto">
          <a:xfrm>
            <a:off x="6541435" y="2281817"/>
            <a:ext cx="2483768" cy="1296144"/>
          </a:xfrm>
          <a:prstGeom prst="rect">
            <a:avLst/>
          </a:prstGeom>
          <a:noFill/>
        </p:spPr>
        <p:txBody>
          <a:bodyPr vert="horz" wrap="square" lIns="91440" tIns="45720" rIns="91440" bIns="45720" numCol="1" rtlCol="1" anchor="t" anchorCtr="0" compatLnSpc="1">
            <a:prstTxWarp prst="textNoShape">
              <a:avLst/>
            </a:prstTxWarp>
          </a:bodyPr>
          <a:lstStyle>
            <a:defPPr>
              <a:defRPr lang="en-GB"/>
            </a:defPPr>
            <a:lvl1pPr algn="ctr" rtl="1" eaLnBrk="0" fontAlgn="base" hangingPunct="0">
              <a:spcBef>
                <a:spcPct val="0"/>
              </a:spcBef>
              <a:spcAft>
                <a:spcPct val="0"/>
              </a:spcAft>
              <a:buFontTx/>
              <a:buNone/>
              <a:defRPr sz="1800" kern="1200">
                <a:solidFill>
                  <a:schemeClr val="tx1"/>
                </a:solidFill>
                <a:latin typeface="Arial" panose="020B0604020202020204" pitchFamily="34" charset="0"/>
                <a:ea typeface="+mn-ea"/>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rtl="1">
              <a:defRPr/>
            </a:pPr>
            <a:endParaRPr lang="en-GB" altLang="en-US" sz="2400" dirty="0">
              <a:latin typeface="Sakkal Majalla" panose="02000000000000000000" pitchFamily="2" charset="-78"/>
              <a:cs typeface="Sakkal Majalla" panose="02000000000000000000" pitchFamily="2" charset="-78"/>
            </a:endParaRPr>
          </a:p>
        </p:txBody>
      </p:sp>
      <p:sp>
        <p:nvSpPr>
          <p:cNvPr id="5" name="Rectangle 4">
            <a:extLst>
              <a:ext uri="{FF2B5EF4-FFF2-40B4-BE49-F238E27FC236}">
                <a16:creationId xmlns:a16="http://schemas.microsoft.com/office/drawing/2014/main" id="{237856CC-BD77-5E3A-88B0-08FE0B467E7D}"/>
              </a:ext>
            </a:extLst>
          </p:cNvPr>
          <p:cNvSpPr/>
          <p:nvPr/>
        </p:nvSpPr>
        <p:spPr>
          <a:xfrm rot="17740541">
            <a:off x="4528710" y="3925466"/>
            <a:ext cx="1277112" cy="397420"/>
          </a:xfrm>
          <a:prstGeom prst="rect">
            <a:avLst/>
          </a:prstGeom>
          <a:solidFill>
            <a:srgbClr val="FFFFFF"/>
          </a:solidFill>
        </p:spPr>
        <p:txBody>
          <a:bodyPr wrap="none" lIns="0" tIns="0" rIns="0" bIns="0" rtlCol="1">
            <a:noAutofit/>
          </a:bodyPr>
          <a:lstStyle/>
          <a:p>
            <a:pPr indent="0" algn="ctr" rtl="1"/>
            <a:r>
              <a:rPr lang="ar" sz="2800" b="1" dirty="0">
                <a:latin typeface="Sakkal Majalla" panose="02000000000000000000" pitchFamily="2" charset="-78"/>
                <a:cs typeface="Sakkal Majalla" panose="02000000000000000000" pitchFamily="2" charset="-78"/>
              </a:rPr>
              <a:t>المخاوف؟</a:t>
            </a:r>
          </a:p>
        </p:txBody>
      </p:sp>
      <p:sp>
        <p:nvSpPr>
          <p:cNvPr id="7" name="Rectangle 6">
            <a:extLst>
              <a:ext uri="{FF2B5EF4-FFF2-40B4-BE49-F238E27FC236}">
                <a16:creationId xmlns:a16="http://schemas.microsoft.com/office/drawing/2014/main" id="{CB899AB3-8D3D-BF33-DD03-0F5759288776}"/>
              </a:ext>
            </a:extLst>
          </p:cNvPr>
          <p:cNvSpPr/>
          <p:nvPr/>
        </p:nvSpPr>
        <p:spPr>
          <a:xfrm rot="2867368">
            <a:off x="3556350" y="3996777"/>
            <a:ext cx="1277112" cy="351007"/>
          </a:xfrm>
          <a:prstGeom prst="rect">
            <a:avLst/>
          </a:prstGeom>
          <a:solidFill>
            <a:srgbClr val="FFFFFF"/>
          </a:solidFill>
        </p:spPr>
        <p:txBody>
          <a:bodyPr wrap="none" lIns="0" tIns="0" rIns="0" bIns="0" rtlCol="1">
            <a:noAutofit/>
          </a:bodyPr>
          <a:lstStyle/>
          <a:p>
            <a:pPr indent="0" algn="ctr" rtl="1"/>
            <a:r>
              <a:rPr lang="ar" sz="2800" b="1" dirty="0">
                <a:latin typeface="Sakkal Majalla" panose="02000000000000000000" pitchFamily="2" charset="-78"/>
                <a:cs typeface="Sakkal Majalla" panose="02000000000000000000" pitchFamily="2" charset="-78"/>
              </a:rPr>
              <a:t>التعليقات؟</a:t>
            </a:r>
          </a:p>
        </p:txBody>
      </p:sp>
      <p:sp>
        <p:nvSpPr>
          <p:cNvPr id="8" name="Rectangle 7">
            <a:extLst>
              <a:ext uri="{FF2B5EF4-FFF2-40B4-BE49-F238E27FC236}">
                <a16:creationId xmlns:a16="http://schemas.microsoft.com/office/drawing/2014/main" id="{F5FDD722-886F-D2F5-EF04-D506AE4429E0}"/>
              </a:ext>
            </a:extLst>
          </p:cNvPr>
          <p:cNvSpPr/>
          <p:nvPr/>
        </p:nvSpPr>
        <p:spPr>
          <a:xfrm>
            <a:off x="3979463" y="2967272"/>
            <a:ext cx="1277112" cy="407113"/>
          </a:xfrm>
          <a:prstGeom prst="rect">
            <a:avLst/>
          </a:prstGeom>
          <a:solidFill>
            <a:srgbClr val="FFFFFF"/>
          </a:solidFill>
        </p:spPr>
        <p:txBody>
          <a:bodyPr wrap="none" lIns="0" tIns="0" rIns="0" bIns="0" rtlCol="1">
            <a:noAutofit/>
          </a:bodyPr>
          <a:lstStyle/>
          <a:p>
            <a:pPr indent="0" algn="ctr" rtl="1"/>
            <a:r>
              <a:rPr lang="ar" sz="2800" b="1" dirty="0">
                <a:latin typeface="Sakkal Majalla" panose="02000000000000000000" pitchFamily="2" charset="-78"/>
                <a:cs typeface="Sakkal Majalla" panose="02000000000000000000" pitchFamily="2" charset="-78"/>
              </a:rPr>
              <a:t>الأسئلة</a:t>
            </a:r>
            <a:r>
              <a:rPr lang="ar-EG" sz="2800" b="1" dirty="0">
                <a:latin typeface="Sakkal Majalla" panose="02000000000000000000" pitchFamily="2" charset="-78"/>
                <a:cs typeface="Sakkal Majalla" panose="02000000000000000000" pitchFamily="2" charset="-78"/>
              </a:rPr>
              <a:t>؟</a:t>
            </a:r>
            <a:endParaRPr lang="ar" sz="2800" b="1" dirty="0">
              <a:latin typeface="Sakkal Majalla" panose="02000000000000000000" pitchFamily="2" charset="-78"/>
              <a:cs typeface="Sakkal Majalla" panose="02000000000000000000" pitchFamily="2" charset="-78"/>
            </a:endParaRPr>
          </a:p>
        </p:txBody>
      </p:sp>
      <p:sp>
        <p:nvSpPr>
          <p:cNvPr id="6" name="Footer Placeholder 2">
            <a:extLst>
              <a:ext uri="{FF2B5EF4-FFF2-40B4-BE49-F238E27FC236}">
                <a16:creationId xmlns:a16="http://schemas.microsoft.com/office/drawing/2014/main" id="{2D862BCE-FDA1-164D-90FB-525D6647D92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470993573"/>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D2CFA5D6-195C-79ED-045F-B1CCF8466F98}"/>
              </a:ext>
            </a:extLst>
          </p:cNvPr>
          <p:cNvSpPr>
            <a:spLocks noGrp="1"/>
          </p:cNvSpPr>
          <p:nvPr>
            <p:ph type="title"/>
          </p:nvPr>
        </p:nvSpPr>
        <p:spPr>
          <a:xfrm>
            <a:off x="345688" y="1279022"/>
            <a:ext cx="8229600" cy="863600"/>
          </a:xfrm>
        </p:spPr>
        <p:txBody>
          <a:bodyPr rtlCol="1"/>
          <a:lstStyle/>
          <a:p>
            <a:pPr rtl="1"/>
            <a:r>
              <a:rPr lang="ar" dirty="0">
                <a:latin typeface="Sakkal Majalla" panose="02000000000000000000" pitchFamily="2" charset="-78"/>
                <a:cs typeface="Sakkal Majalla" panose="02000000000000000000" pitchFamily="2" charset="-78"/>
              </a:rPr>
              <a:t>شكر وتقدير</a:t>
            </a:r>
            <a:endParaRPr lang="en-US" dirty="0">
              <a:latin typeface="Sakkal Majalla" panose="02000000000000000000" pitchFamily="2" charset="-78"/>
              <a:cs typeface="Sakkal Majalla" panose="02000000000000000000" pitchFamily="2" charset="-78"/>
            </a:endParaRPr>
          </a:p>
        </p:txBody>
      </p:sp>
      <p:sp>
        <p:nvSpPr>
          <p:cNvPr id="6" name="Content Placeholder 9">
            <a:extLst>
              <a:ext uri="{FF2B5EF4-FFF2-40B4-BE49-F238E27FC236}">
                <a16:creationId xmlns:a16="http://schemas.microsoft.com/office/drawing/2014/main" id="{522B9FE4-5067-D0EF-DADA-E0441DDB8EB0}"/>
              </a:ext>
            </a:extLst>
          </p:cNvPr>
          <p:cNvSpPr>
            <a:spLocks noGrp="1"/>
          </p:cNvSpPr>
          <p:nvPr>
            <p:ph sz="half" idx="2"/>
          </p:nvPr>
        </p:nvSpPr>
        <p:spPr>
          <a:xfrm>
            <a:off x="449727" y="2195513"/>
            <a:ext cx="8010060" cy="1677097"/>
          </a:xfrm>
        </p:spPr>
        <p:txBody>
          <a:bodyPr rtlCol="1"/>
          <a:lstStyle/>
          <a:p>
            <a:pPr marL="0" indent="0" rtl="1">
              <a:buNone/>
            </a:pPr>
            <a:r>
              <a:rPr lang="ar" b="1" dirty="0">
                <a:latin typeface="Sakkal Majalla" panose="02000000000000000000" pitchFamily="2" charset="-78"/>
                <a:cs typeface="Sakkal Majalla" panose="02000000000000000000" pitchFamily="2" charset="-78"/>
              </a:rPr>
              <a:t>الصور:</a:t>
            </a:r>
            <a:endParaRPr lang="en-GB" dirty="0">
              <a:latin typeface="Sakkal Majalla" panose="02000000000000000000" pitchFamily="2" charset="-78"/>
              <a:cs typeface="Sakkal Majalla" panose="02000000000000000000" pitchFamily="2" charset="-78"/>
            </a:endParaRPr>
          </a:p>
          <a:p>
            <a:pPr algn="l" rtl="0"/>
            <a:r>
              <a:rPr lang="en-US" b="1" dirty="0">
                <a:latin typeface="Sakkal Majalla" panose="02000000000000000000" pitchFamily="2" charset="-78"/>
                <a:cs typeface="Sakkal Majalla" panose="02000000000000000000" pitchFamily="2" charset="-78"/>
              </a:rPr>
              <a:t>123RF:</a:t>
            </a:r>
            <a:r>
              <a:rPr lang="en-US" dirty="0">
                <a:latin typeface="Sakkal Majalla" panose="02000000000000000000" pitchFamily="2" charset="-78"/>
                <a:cs typeface="Sakkal Majalla" panose="02000000000000000000" pitchFamily="2" charset="-78"/>
              </a:rPr>
              <a:t> </a:t>
            </a:r>
            <a:r>
              <a:rPr lang="en-US" dirty="0" err="1">
                <a:latin typeface="Sakkal Majalla" panose="02000000000000000000" pitchFamily="2" charset="-78"/>
                <a:cs typeface="Sakkal Majalla" panose="02000000000000000000" pitchFamily="2" charset="-78"/>
              </a:rPr>
              <a:t>Zerbor</a:t>
            </a:r>
            <a:r>
              <a:rPr lang="en-US" dirty="0">
                <a:latin typeface="Sakkal Majalla" panose="02000000000000000000" pitchFamily="2" charset="-78"/>
                <a:cs typeface="Sakkal Majalla" panose="02000000000000000000" pitchFamily="2" charset="-78"/>
              </a:rPr>
              <a:t> 32;</a:t>
            </a:r>
            <a:r>
              <a:rPr lang="en-US" b="1" dirty="0">
                <a:latin typeface="Sakkal Majalla" panose="02000000000000000000" pitchFamily="2" charset="-78"/>
                <a:cs typeface="Sakkal Majalla" panose="02000000000000000000" pitchFamily="2" charset="-78"/>
              </a:rPr>
              <a:t> </a:t>
            </a:r>
            <a:endParaRPr lang="en-US" dirty="0">
              <a:latin typeface="Sakkal Majalla" panose="02000000000000000000" pitchFamily="2" charset="-78"/>
              <a:cs typeface="Sakkal Majalla" panose="02000000000000000000" pitchFamily="2" charset="-78"/>
            </a:endParaRPr>
          </a:p>
          <a:p>
            <a:pPr algn="l" rtl="0"/>
            <a:r>
              <a:rPr lang="en-US" b="1" dirty="0">
                <a:latin typeface="Sakkal Majalla" panose="02000000000000000000" pitchFamily="2" charset="-78"/>
                <a:cs typeface="Sakkal Majalla" panose="02000000000000000000" pitchFamily="2" charset="-78"/>
              </a:rPr>
              <a:t>Shutterstock:</a:t>
            </a:r>
            <a:r>
              <a:rPr lang="en-US" dirty="0">
                <a:latin typeface="Sakkal Majalla" panose="02000000000000000000" pitchFamily="2" charset="-78"/>
                <a:cs typeface="Sakkal Majalla" panose="02000000000000000000" pitchFamily="2" charset="-78"/>
              </a:rPr>
              <a:t> Arcady 13, </a:t>
            </a:r>
            <a:r>
              <a:rPr lang="en-US" dirty="0" err="1">
                <a:latin typeface="Sakkal Majalla" panose="02000000000000000000" pitchFamily="2" charset="-78"/>
                <a:cs typeface="Sakkal Majalla" panose="02000000000000000000" pitchFamily="2" charset="-78"/>
              </a:rPr>
              <a:t>Marinini</a:t>
            </a:r>
            <a:r>
              <a:rPr lang="en-US" dirty="0">
                <a:latin typeface="Sakkal Majalla" panose="02000000000000000000" pitchFamily="2" charset="-78"/>
                <a:cs typeface="Sakkal Majalla" panose="02000000000000000000" pitchFamily="2" charset="-78"/>
              </a:rPr>
              <a:t> 23, </a:t>
            </a:r>
            <a:r>
              <a:rPr lang="en-US" dirty="0" err="1">
                <a:latin typeface="Sakkal Majalla" panose="02000000000000000000" pitchFamily="2" charset="-78"/>
                <a:cs typeface="Sakkal Majalla" panose="02000000000000000000" pitchFamily="2" charset="-78"/>
              </a:rPr>
              <a:t>IQoncept</a:t>
            </a:r>
            <a:r>
              <a:rPr lang="en-US" dirty="0">
                <a:latin typeface="Sakkal Majalla" panose="02000000000000000000" pitchFamily="2" charset="-78"/>
                <a:cs typeface="Sakkal Majalla" panose="02000000000000000000" pitchFamily="2" charset="-78"/>
              </a:rPr>
              <a:t> 34.</a:t>
            </a:r>
          </a:p>
          <a:p>
            <a:pPr rtl="1"/>
            <a:endParaRPr lang="en-GB" dirty="0">
              <a:latin typeface="Sakkal Majalla" panose="02000000000000000000" pitchFamily="2" charset="-78"/>
              <a:cs typeface="Sakkal Majalla" panose="02000000000000000000" pitchFamily="2" charset="-78"/>
            </a:endParaRPr>
          </a:p>
        </p:txBody>
      </p:sp>
      <p:sp>
        <p:nvSpPr>
          <p:cNvPr id="7" name="Footer Placeholder 2">
            <a:extLst>
              <a:ext uri="{FF2B5EF4-FFF2-40B4-BE49-F238E27FC236}">
                <a16:creationId xmlns:a16="http://schemas.microsoft.com/office/drawing/2014/main" id="{0B5C0DCA-F0BE-58D4-E5E8-0BD9CED09C1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A103000359717</a:t>
            </a:r>
            <a:endParaRPr lang="ar" sz="1000" dirty="0"/>
          </a:p>
        </p:txBody>
      </p:sp>
    </p:spTree>
    <p:extLst>
      <p:ext uri="{BB962C8B-B14F-4D97-AF65-F5344CB8AC3E}">
        <p14:creationId xmlns:p14="http://schemas.microsoft.com/office/powerpoint/2010/main" val="2312171436"/>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19" ma:contentTypeDescription="Create a new document." ma:contentTypeScope="" ma:versionID="c3fee6712a48a11fd6be67b8f79c7245">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a4549148fe956aca9da82eed9feb7880"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DA7FC461-AD08-4437-A295-DDA951A799AC}">
  <ds:schemaRefs>
    <ds:schemaRef ds:uri="http://schemas.microsoft.com/office/infopath/2007/PartnerControls"/>
    <ds:schemaRef ds:uri="http://www.w3.org/XML/1998/namespace"/>
    <ds:schemaRef ds:uri="http://purl.org/dc/terms/"/>
    <ds:schemaRef ds:uri="f63d1639-2e8e-4dfe-b2d4-ff2deac92409"/>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7012c9df-7563-46f6-96ee-cebd66fd5577"/>
    <ds:schemaRef ds:uri="http://purl.org/dc/dcmitype/"/>
  </ds:schemaRefs>
</ds:datastoreItem>
</file>

<file path=customXml/itemProps3.xml><?xml version="1.0" encoding="utf-8"?>
<ds:datastoreItem xmlns:ds="http://schemas.openxmlformats.org/officeDocument/2006/customXml" ds:itemID="{240A8B2F-E34B-473E-98C0-2F58907C05FB}"/>
</file>

<file path=docProps/app.xml><?xml version="1.0" encoding="utf-8"?>
<Properties xmlns="http://schemas.openxmlformats.org/officeDocument/2006/extended-properties" xmlns:vt="http://schemas.openxmlformats.org/officeDocument/2006/docPropsVTypes">
  <TotalTime>9186</TotalTime>
  <Words>1768</Words>
  <Application>Microsoft Office PowerPoint</Application>
  <PresentationFormat>On-screen Show (4:3)</PresentationFormat>
  <Paragraphs>399</Paragraphs>
  <Slides>35</Slides>
  <Notes>34</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35</vt:i4>
      </vt:variant>
    </vt:vector>
  </HeadingPairs>
  <TitlesOfParts>
    <vt:vector size="50" baseType="lpstr">
      <vt:lpstr>Arial</vt:lpstr>
      <vt:lpstr>Calibri</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3 مهارات خدمة العملاء في قطاع الضيافة   </vt:lpstr>
      <vt:lpstr>مهارات خدمة العملاء في قطاع الضيافة</vt:lpstr>
      <vt:lpstr>أهداف التعلم</vt:lpstr>
      <vt:lpstr>هدف التعلم (أ)  </vt:lpstr>
      <vt:lpstr>فهم خصائص مهارات خدمة العملاء في قطاع الضيافة (1)   </vt:lpstr>
      <vt:lpstr>فهم خصائص مهارات خدمة العملاء في قطاع الضيافة (1)   </vt:lpstr>
      <vt:lpstr>العملاء الداخليون  </vt:lpstr>
      <vt:lpstr>العملاء الخارجيون </vt:lpstr>
      <vt:lpstr>ذوو الاحتياجات الخاصة </vt:lpstr>
      <vt:lpstr>فهم خصائص مهارات خدمة العملاء في قطاع الضيافة (1)   </vt:lpstr>
      <vt:lpstr>فهم خصائص مهارات خدمة العملاء في قطاع الضيافة (2)   </vt:lpstr>
      <vt:lpstr>فهم خصائص مهارات خدمة العملاء في قطاع الضيافة (3)   </vt:lpstr>
      <vt:lpstr>الخصائص الرئيسية لمهارات خدمة العملاء في قطاع الضيافة</vt:lpstr>
      <vt:lpstr>هدف التعلم (ب)  </vt:lpstr>
      <vt:lpstr>إظهار مهارات خدمة العملاء في مجموعة من المواقف (1)  يناقش هدف التعلم (ب) دور الفرد في تقديم خدمة العملاء. </vt:lpstr>
      <vt:lpstr>مهارات التواصل (2)  يناقش هدف التعلم (ب) أيضًا استخدام النوع والأسلوب الصحيحين للتواصل  عند التعامل مع العملاء.  </vt:lpstr>
      <vt:lpstr>مهارات التواصل </vt:lpstr>
      <vt:lpstr>مواقف خدمة العملاء (3)   يناقش هدف التعلم (ب) الأنواع المختلفة من مواقف خدمة العملاء وكيفية الاستجابة لها بفعالية.  </vt:lpstr>
      <vt:lpstr>إعدادات خدمة العملاء    </vt:lpstr>
      <vt:lpstr>معرفة المنتج والمبيعات    </vt:lpstr>
      <vt:lpstr>التعامل مع الشكاوى   </vt:lpstr>
      <vt:lpstr>اتباع الإجراءات التنظيمية التالية:   </vt:lpstr>
      <vt:lpstr>الخصائص الرئيسية لإظهار مهارات خدمة العملاء </vt:lpstr>
      <vt:lpstr>هدف التعلم (ج)  </vt:lpstr>
      <vt:lpstr>مراقبة ملاحظات العملاء (1)   يناقش هدف التعلم (ج) الأنظمة المختلفة المستخدمة لضمان تلبية توقعات العملاء.     </vt:lpstr>
      <vt:lpstr>مراقبة ملاحظات العملاء       </vt:lpstr>
      <vt:lpstr>أهمية تقييم خدمة العملاء (2)   يناقش هدف التعلم (ج) أيضًا أهمية تقييم خدمة العملاء لتحقيق الأهداف التنظيمية.  </vt:lpstr>
      <vt:lpstr>تحقيق الأهداف التنظيمية </vt:lpstr>
      <vt:lpstr>فوائد التحسينات على خدمة العملاء (3)  يناقش هدف التعلم (ج) فوائد التحسينات على خدمة العملاء.  </vt:lpstr>
      <vt:lpstr>تحقيق رضا العملاء </vt:lpstr>
      <vt:lpstr>تحقيق الأهداف التنظيمية </vt:lpstr>
      <vt:lpstr>الامتثال للالتزامات القانونية   </vt:lpstr>
      <vt:lpstr>الموظفون  </vt:lpstr>
      <vt:lpstr>الخصائص الرئيسية باستخدام المعلومات لاقتراح تحسينات على خدمة العملاء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120</cp:revision>
  <dcterms:created xsi:type="dcterms:W3CDTF">2020-07-15T07:14:47Z</dcterms:created>
  <dcterms:modified xsi:type="dcterms:W3CDTF">2023-08-26T21:17:36Z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