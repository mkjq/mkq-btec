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57_3A403F6.xml" ContentType="application/vnd.ms-powerpoint.comments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comments/modernComment_13B_B9D6EFAF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modernComment_142_A12D470D.xml" ContentType="application/vnd.ms-powerpoint.comments+xml"/>
  <Override PartName="/ppt/notesSlides/notesSlide20.xml" ContentType="application/vnd.openxmlformats-officedocument.presentationml.notesSlide+xml"/>
  <Override PartName="/ppt/comments/modernComment_143_7FE59F14.xml" ContentType="application/vnd.ms-powerpoint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s/modernComment_151_F47CAB8C.xml" ContentType="application/vnd.ms-powerpoint.comments+xml"/>
  <Override PartName="/ppt/notesSlides/notesSlide24.xml" ContentType="application/vnd.openxmlformats-officedocument.presentationml.notesSlide+xml"/>
  <Override PartName="/ppt/comments/modernComment_152_36CF9288.xml" ContentType="application/vnd.ms-powerpoint.comments+xml"/>
  <Override PartName="/ppt/notesSlides/notesSlide25.xml" ContentType="application/vnd.openxmlformats-officedocument.presentationml.notesSlide+xml"/>
  <Override PartName="/ppt/comments/modernComment_145_34290002.xml" ContentType="application/vnd.ms-powerpoint.comments+xml"/>
  <Override PartName="/ppt/notesSlides/notesSlide26.xml" ContentType="application/vnd.openxmlformats-officedocument.presentationml.notesSlide+xml"/>
  <Override PartName="/ppt/comments/modernComment_146_94C84487.xml" ContentType="application/vnd.ms-powerpoint.comment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omments/modernComment_14C_D617BBCC.xml" ContentType="application/vnd.ms-powerpoint.comment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51"/>
  </p:notesMasterIdLst>
  <p:sldIdLst>
    <p:sldId id="256" r:id="rId14"/>
    <p:sldId id="257" r:id="rId15"/>
    <p:sldId id="258" r:id="rId16"/>
    <p:sldId id="272" r:id="rId17"/>
    <p:sldId id="305" r:id="rId18"/>
    <p:sldId id="339" r:id="rId19"/>
    <p:sldId id="317" r:id="rId20"/>
    <p:sldId id="316" r:id="rId21"/>
    <p:sldId id="341" r:id="rId22"/>
    <p:sldId id="345" r:id="rId23"/>
    <p:sldId id="342" r:id="rId24"/>
    <p:sldId id="343" r:id="rId25"/>
    <p:sldId id="340" r:id="rId26"/>
    <p:sldId id="315" r:id="rId27"/>
    <p:sldId id="306" r:id="rId28"/>
    <p:sldId id="344" r:id="rId29"/>
    <p:sldId id="346" r:id="rId30"/>
    <p:sldId id="307" r:id="rId31"/>
    <p:sldId id="321" r:id="rId32"/>
    <p:sldId id="322" r:id="rId33"/>
    <p:sldId id="323" r:id="rId34"/>
    <p:sldId id="324" r:id="rId35"/>
    <p:sldId id="347" r:id="rId36"/>
    <p:sldId id="337" r:id="rId37"/>
    <p:sldId id="338" r:id="rId38"/>
    <p:sldId id="325" r:id="rId39"/>
    <p:sldId id="326" r:id="rId40"/>
    <p:sldId id="308" r:id="rId41"/>
    <p:sldId id="332" r:id="rId42"/>
    <p:sldId id="309" r:id="rId43"/>
    <p:sldId id="331" r:id="rId44"/>
    <p:sldId id="330" r:id="rId45"/>
    <p:sldId id="348" r:id="rId46"/>
    <p:sldId id="334" r:id="rId47"/>
    <p:sldId id="335" r:id="rId48"/>
    <p:sldId id="336" r:id="rId49"/>
    <p:sldId id="333" r:id="rId50"/>
  </p:sldIdLst>
  <p:sldSz cx="9144000" cy="6858000" type="screen4x3"/>
  <p:notesSz cx="6858000" cy="9144000"/>
  <p:defaultTextStyle>
    <a:defPPr>
      <a:defRPr lang="en-GB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F2998A-632D-7DD3-001C-456425904A3C}" name="Claire Chester" initials="CC" userId="2bbad52d21f39eb5" providerId="Windows Live"/>
  <p188:author id="{531F32EF-B7AB-FD12-ECD3-DD5955CD0FA8}" name="Andrew Bodmer" initials="AB" userId="e78b4f3cb0d7499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19E682-3771-7E83-5BDA-145ABEFA8441}" v="22" dt="2023-10-19T15:43:01.627"/>
    <p1510:client id="{5A11C2E0-A7D7-4CD5-918C-9C3F3A467ECF}" v="68" dt="2023-10-20T10:04:31.649"/>
    <p1510:client id="{79DC353A-6300-A286-344A-DCE5DD097774}" v="17" dt="2023-10-20T09:55:50.564"/>
    <p1510:client id="{7B41001B-4D6D-3AEE-2B1A-0579D413D8A4}" v="1" dt="2023-10-20T11:08:27.079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5314" autoAdjust="0"/>
  </p:normalViewPr>
  <p:slideViewPr>
    <p:cSldViewPr>
      <p:cViewPr>
        <p:scale>
          <a:sx n="130" d="100"/>
          <a:sy n="130" d="100"/>
        </p:scale>
        <p:origin x="2706" y="846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slide" Target="slides/slide37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59" Type="http://schemas.microsoft.com/office/2018/10/relationships/authors" Target="authors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Prince" userId="S::sam.prince1@pearson.com::b8c1c271-dd5b-4079-a09a-81f4ce8be867" providerId="AD" clId="Web-{6BB66CDC-079A-69CA-03A2-AF6E77C22E95}"/>
    <pc:docChg chg="modSld">
      <pc:chgData name="Sam Prince" userId="S::sam.prince1@pearson.com::b8c1c271-dd5b-4079-a09a-81f4ce8be867" providerId="AD" clId="Web-{6BB66CDC-079A-69CA-03A2-AF6E77C22E95}" dt="2023-10-03T15:47:00.808" v="2" actId="1076"/>
      <pc:docMkLst>
        <pc:docMk/>
      </pc:docMkLst>
      <pc:sldChg chg="addSp delSp modSp">
        <pc:chgData name="Sam Prince" userId="S::sam.prince1@pearson.com::b8c1c271-dd5b-4079-a09a-81f4ce8be867" providerId="AD" clId="Web-{6BB66CDC-079A-69CA-03A2-AF6E77C22E95}" dt="2023-10-03T15:47:00.808" v="2" actId="1076"/>
        <pc:sldMkLst>
          <pc:docMk/>
          <pc:sldMk cId="3107386429" sldId="330"/>
        </pc:sldMkLst>
        <pc:picChg chg="del">
          <ac:chgData name="Sam Prince" userId="S::sam.prince1@pearson.com::b8c1c271-dd5b-4079-a09a-81f4ce8be867" providerId="AD" clId="Web-{6BB66CDC-079A-69CA-03A2-AF6E77C22E95}" dt="2023-10-03T15:46:42.213" v="0"/>
          <ac:picMkLst>
            <pc:docMk/>
            <pc:sldMk cId="3107386429" sldId="330"/>
            <ac:picMk id="2" creationId="{9CFAED2D-0841-8198-2DA5-864676F5E395}"/>
          </ac:picMkLst>
        </pc:picChg>
        <pc:picChg chg="add mod">
          <ac:chgData name="Sam Prince" userId="S::sam.prince1@pearson.com::b8c1c271-dd5b-4079-a09a-81f4ce8be867" providerId="AD" clId="Web-{6BB66CDC-079A-69CA-03A2-AF6E77C22E95}" dt="2023-10-03T15:47:00.808" v="2" actId="1076"/>
          <ac:picMkLst>
            <pc:docMk/>
            <pc:sldMk cId="3107386429" sldId="330"/>
            <ac:picMk id="3" creationId="{8551837C-7443-173B-3724-7CC686137D14}"/>
          </ac:picMkLst>
        </pc:picChg>
      </pc:sldChg>
    </pc:docChg>
  </pc:docChgLst>
  <pc:docChgLst>
    <pc:chgData name="Sam Prince" userId="b8c1c271-dd5b-4079-a09a-81f4ce8be867" providerId="ADAL" clId="{5A11C2E0-A7D7-4CD5-918C-9C3F3A467ECF}"/>
    <pc:docChg chg="undo custSel addSld delSld modSld">
      <pc:chgData name="Sam Prince" userId="b8c1c271-dd5b-4079-a09a-81f4ce8be867" providerId="ADAL" clId="{5A11C2E0-A7D7-4CD5-918C-9C3F3A467ECF}" dt="2023-10-20T10:04:31.647" v="1050" actId="1076"/>
      <pc:docMkLst>
        <pc:docMk/>
      </pc:docMkLst>
      <pc:sldChg chg="modSp mod">
        <pc:chgData name="Sam Prince" userId="b8c1c271-dd5b-4079-a09a-81f4ce8be867" providerId="ADAL" clId="{5A11C2E0-A7D7-4CD5-918C-9C3F3A467ECF}" dt="2023-10-03T14:58:52.229" v="430" actId="20577"/>
        <pc:sldMkLst>
          <pc:docMk/>
          <pc:sldMk cId="0" sldId="256"/>
        </pc:sldMkLst>
        <pc:spChg chg="mod">
          <ac:chgData name="Sam Prince" userId="b8c1c271-dd5b-4079-a09a-81f4ce8be867" providerId="ADAL" clId="{5A11C2E0-A7D7-4CD5-918C-9C3F3A467ECF}" dt="2023-10-03T14:58:52.229" v="430" actId="20577"/>
          <ac:spMkLst>
            <pc:docMk/>
            <pc:sldMk cId="0" sldId="256"/>
            <ac:spMk id="3" creationId="{986D29E0-B089-110D-BF1E-B3C37F2C37F9}"/>
          </ac:spMkLst>
        </pc:spChg>
      </pc:sldChg>
      <pc:sldChg chg="modSp mod">
        <pc:chgData name="Sam Prince" userId="b8c1c271-dd5b-4079-a09a-81f4ce8be867" providerId="ADAL" clId="{5A11C2E0-A7D7-4CD5-918C-9C3F3A467ECF}" dt="2023-10-12T15:03:26.419" v="795" actId="20577"/>
        <pc:sldMkLst>
          <pc:docMk/>
          <pc:sldMk cId="0" sldId="258"/>
        </pc:sldMkLst>
        <pc:spChg chg="mod">
          <ac:chgData name="Sam Prince" userId="b8c1c271-dd5b-4079-a09a-81f4ce8be867" providerId="ADAL" clId="{5A11C2E0-A7D7-4CD5-918C-9C3F3A467ECF}" dt="2023-10-12T15:03:26.419" v="795" actId="20577"/>
          <ac:spMkLst>
            <pc:docMk/>
            <pc:sldMk cId="0" sldId="258"/>
            <ac:spMk id="32770" creationId="{CD9316BF-B3CE-8341-5A0A-249747D6C6E1}"/>
          </ac:spMkLst>
        </pc:spChg>
        <pc:spChg chg="mod">
          <ac:chgData name="Sam Prince" userId="b8c1c271-dd5b-4079-a09a-81f4ce8be867" providerId="ADAL" clId="{5A11C2E0-A7D7-4CD5-918C-9C3F3A467ECF}" dt="2023-10-03T15:00:12.715" v="434" actId="113"/>
          <ac:spMkLst>
            <pc:docMk/>
            <pc:sldMk cId="0" sldId="258"/>
            <ac:spMk id="32771" creationId="{44DFA49F-83B7-E61C-00EB-D6046D571A05}"/>
          </ac:spMkLst>
        </pc:spChg>
      </pc:sldChg>
      <pc:sldChg chg="modSp mod">
        <pc:chgData name="Sam Prince" userId="b8c1c271-dd5b-4079-a09a-81f4ce8be867" providerId="ADAL" clId="{5A11C2E0-A7D7-4CD5-918C-9C3F3A467ECF}" dt="2023-10-12T15:03:49.656" v="810" actId="1076"/>
        <pc:sldMkLst>
          <pc:docMk/>
          <pc:sldMk cId="884549766" sldId="305"/>
        </pc:sldMkLst>
        <pc:spChg chg="mod">
          <ac:chgData name="Sam Prince" userId="b8c1c271-dd5b-4079-a09a-81f4ce8be867" providerId="ADAL" clId="{5A11C2E0-A7D7-4CD5-918C-9C3F3A467ECF}" dt="2023-10-12T15:03:49.656" v="810" actId="1076"/>
          <ac:spMkLst>
            <pc:docMk/>
            <pc:sldMk cId="884549766" sldId="305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3:44.573" v="809" actId="20577"/>
          <ac:spMkLst>
            <pc:docMk/>
            <pc:sldMk cId="884549766" sldId="305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5A11C2E0-A7D7-4CD5-918C-9C3F3A467ECF}" dt="2023-10-03T15:06:06.215" v="589" actId="6549"/>
        <pc:sldMkLst>
          <pc:docMk/>
          <pc:sldMk cId="588007661" sldId="306"/>
        </pc:sldMkLst>
        <pc:spChg chg="mod">
          <ac:chgData name="Sam Prince" userId="b8c1c271-dd5b-4079-a09a-81f4ce8be867" providerId="ADAL" clId="{5A11C2E0-A7D7-4CD5-918C-9C3F3A467ECF}" dt="2023-10-03T15:06:06.215" v="589" actId="6549"/>
          <ac:spMkLst>
            <pc:docMk/>
            <pc:sldMk cId="588007661" sldId="306"/>
            <ac:spMk id="2" creationId="{E78D9715-BACB-0611-8B81-C7B2B0F842E7}"/>
          </ac:spMkLst>
        </pc:spChg>
      </pc:sldChg>
      <pc:sldChg chg="delSp modSp mod">
        <pc:chgData name="Sam Prince" userId="b8c1c271-dd5b-4079-a09a-81f4ce8be867" providerId="ADAL" clId="{5A11C2E0-A7D7-4CD5-918C-9C3F3A467ECF}" dt="2023-10-19T15:43:51.931" v="944" actId="20577"/>
        <pc:sldMkLst>
          <pc:docMk/>
          <pc:sldMk cId="3621417310" sldId="307"/>
        </pc:sldMkLst>
        <pc:spChg chg="mod">
          <ac:chgData name="Sam Prince" userId="b8c1c271-dd5b-4079-a09a-81f4ce8be867" providerId="ADAL" clId="{5A11C2E0-A7D7-4CD5-918C-9C3F3A467ECF}" dt="2023-10-19T15:43:51.931" v="944" actId="20577"/>
          <ac:spMkLst>
            <pc:docMk/>
            <pc:sldMk cId="3621417310" sldId="307"/>
            <ac:spMk id="3" creationId="{2D20DE1B-D90E-AC98-2389-3E6BF0EE7F74}"/>
          </ac:spMkLst>
        </pc:spChg>
        <pc:spChg chg="del mod">
          <ac:chgData name="Sam Prince" userId="b8c1c271-dd5b-4079-a09a-81f4ce8be867" providerId="ADAL" clId="{5A11C2E0-A7D7-4CD5-918C-9C3F3A467ECF}" dt="2023-10-03T14:43:48.903" v="74" actId="478"/>
          <ac:spMkLst>
            <pc:docMk/>
            <pc:sldMk cId="3621417310" sldId="307"/>
            <ac:spMk id="4" creationId="{36E95DBC-974F-2F31-BD57-7FF2CBB29C58}"/>
          </ac:spMkLst>
        </pc:spChg>
        <pc:spChg chg="mod">
          <ac:chgData name="Sam Prince" userId="b8c1c271-dd5b-4079-a09a-81f4ce8be867" providerId="ADAL" clId="{5A11C2E0-A7D7-4CD5-918C-9C3F3A467ECF}" dt="2023-10-12T15:06:54.880" v="866" actId="20577"/>
          <ac:spMkLst>
            <pc:docMk/>
            <pc:sldMk cId="3621417310" sldId="307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5A11C2E0-A7D7-4CD5-918C-9C3F3A467ECF}" dt="2023-10-03T15:12:24.615" v="646" actId="6549"/>
        <pc:sldMkLst>
          <pc:docMk/>
          <pc:sldMk cId="2005355495" sldId="308"/>
        </pc:sldMkLst>
        <pc:spChg chg="mod">
          <ac:chgData name="Sam Prince" userId="b8c1c271-dd5b-4079-a09a-81f4ce8be867" providerId="ADAL" clId="{5A11C2E0-A7D7-4CD5-918C-9C3F3A467ECF}" dt="2023-10-03T15:12:24.615" v="646" actId="6549"/>
          <ac:spMkLst>
            <pc:docMk/>
            <pc:sldMk cId="2005355495" sldId="308"/>
            <ac:spMk id="2" creationId="{54F06D0E-2E60-473C-EF36-3A56284D33F7}"/>
          </ac:spMkLst>
        </pc:spChg>
      </pc:sldChg>
      <pc:sldChg chg="addSp delSp modSp mod">
        <pc:chgData name="Sam Prince" userId="b8c1c271-dd5b-4079-a09a-81f4ce8be867" providerId="ADAL" clId="{5A11C2E0-A7D7-4CD5-918C-9C3F3A467ECF}" dt="2023-10-20T10:04:31.647" v="1050" actId="1076"/>
        <pc:sldMkLst>
          <pc:docMk/>
          <pc:sldMk cId="47175209" sldId="309"/>
        </pc:sldMkLst>
        <pc:spChg chg="mod">
          <ac:chgData name="Sam Prince" userId="b8c1c271-dd5b-4079-a09a-81f4ce8be867" providerId="ADAL" clId="{5A11C2E0-A7D7-4CD5-918C-9C3F3A467ECF}" dt="2023-10-12T15:09:31.370" v="913" actId="404"/>
          <ac:spMkLst>
            <pc:docMk/>
            <pc:sldMk cId="47175209" sldId="309"/>
            <ac:spMk id="2" creationId="{527C8C3C-CBBF-6ABA-245E-1338C7C4E55D}"/>
          </ac:spMkLst>
        </pc:spChg>
        <pc:spChg chg="mod">
          <ac:chgData name="Sam Prince" userId="b8c1c271-dd5b-4079-a09a-81f4ce8be867" providerId="ADAL" clId="{5A11C2E0-A7D7-4CD5-918C-9C3F3A467ECF}" dt="2023-10-20T10:04:31.647" v="1050" actId="1076"/>
          <ac:spMkLst>
            <pc:docMk/>
            <pc:sldMk cId="47175209" sldId="309"/>
            <ac:spMk id="3" creationId="{A7CFF96D-D305-E017-10C0-AD562AC49939}"/>
          </ac:spMkLst>
        </pc:spChg>
        <pc:spChg chg="mod">
          <ac:chgData name="Sam Prince" userId="b8c1c271-dd5b-4079-a09a-81f4ce8be867" providerId="ADAL" clId="{5A11C2E0-A7D7-4CD5-918C-9C3F3A467ECF}" dt="2023-10-12T10:48:59.963" v="787" actId="6549"/>
          <ac:spMkLst>
            <pc:docMk/>
            <pc:sldMk cId="47175209" sldId="309"/>
            <ac:spMk id="4" creationId="{AA0CF82F-AC2C-69EB-3112-321B64A518B7}"/>
          </ac:spMkLst>
        </pc:spChg>
        <pc:spChg chg="del">
          <ac:chgData name="Sam Prince" userId="b8c1c271-dd5b-4079-a09a-81f4ce8be867" providerId="ADAL" clId="{5A11C2E0-A7D7-4CD5-918C-9C3F3A467ECF}" dt="2023-10-03T14:51:42.473" v="318" actId="478"/>
          <ac:spMkLst>
            <pc:docMk/>
            <pc:sldMk cId="47175209" sldId="309"/>
            <ac:spMk id="5" creationId="{530BC6C8-5A51-6E82-B7DF-7C251AF0E382}"/>
          </ac:spMkLst>
        </pc:spChg>
        <pc:spChg chg="del mod">
          <ac:chgData name="Sam Prince" userId="b8c1c271-dd5b-4079-a09a-81f4ce8be867" providerId="ADAL" clId="{5A11C2E0-A7D7-4CD5-918C-9C3F3A467ECF}" dt="2023-10-03T14:51:45.161" v="320" actId="478"/>
          <ac:spMkLst>
            <pc:docMk/>
            <pc:sldMk cId="47175209" sldId="309"/>
            <ac:spMk id="7" creationId="{8DD59B59-7331-6E51-8834-B2030E24F1A0}"/>
          </ac:spMkLst>
        </pc:spChg>
        <pc:picChg chg="del mod">
          <ac:chgData name="Sam Prince" userId="b8c1c271-dd5b-4079-a09a-81f4ce8be867" providerId="ADAL" clId="{5A11C2E0-A7D7-4CD5-918C-9C3F3A467ECF}" dt="2023-10-12T10:48:11.994" v="774" actId="478"/>
          <ac:picMkLst>
            <pc:docMk/>
            <pc:sldMk cId="47175209" sldId="309"/>
            <ac:picMk id="6" creationId="{B15596F4-4A0E-D665-1333-BD0161F272D7}"/>
          </ac:picMkLst>
        </pc:picChg>
        <pc:picChg chg="add mod">
          <ac:chgData name="Sam Prince" userId="b8c1c271-dd5b-4079-a09a-81f4ce8be867" providerId="ADAL" clId="{5A11C2E0-A7D7-4CD5-918C-9C3F3A467ECF}" dt="2023-10-20T10:04:26.101" v="1049" actId="1076"/>
          <ac:picMkLst>
            <pc:docMk/>
            <pc:sldMk cId="47175209" sldId="309"/>
            <ac:picMk id="7" creationId="{74931B4D-09E0-B11E-AC06-32F0B364B97C}"/>
          </ac:picMkLst>
        </pc:picChg>
        <pc:picChg chg="del mod">
          <ac:chgData name="Sam Prince" userId="b8c1c271-dd5b-4079-a09a-81f4ce8be867" providerId="ADAL" clId="{5A11C2E0-A7D7-4CD5-918C-9C3F3A467ECF}" dt="2023-10-12T10:48:28.962" v="779" actId="478"/>
          <ac:picMkLst>
            <pc:docMk/>
            <pc:sldMk cId="47175209" sldId="309"/>
            <ac:picMk id="8" creationId="{F9126BFC-CC2C-5CB4-2B40-FE4B979E1832}"/>
          </ac:picMkLst>
        </pc:picChg>
        <pc:picChg chg="add mod">
          <ac:chgData name="Sam Prince" userId="b8c1c271-dd5b-4079-a09a-81f4ce8be867" providerId="ADAL" clId="{5A11C2E0-A7D7-4CD5-918C-9C3F3A467ECF}" dt="2023-10-12T10:49:06.900" v="788" actId="14100"/>
          <ac:picMkLst>
            <pc:docMk/>
            <pc:sldMk cId="47175209" sldId="309"/>
            <ac:picMk id="10" creationId="{7461F645-C250-3AAE-1120-5F0B36CD68EE}"/>
          </ac:picMkLst>
        </pc:picChg>
      </pc:sldChg>
      <pc:sldChg chg="modSp mod modCm">
        <pc:chgData name="Sam Prince" userId="b8c1c271-dd5b-4079-a09a-81f4ce8be867" providerId="ADAL" clId="{5A11C2E0-A7D7-4CD5-918C-9C3F3A467ECF}" dt="2023-10-12T15:05:45.734" v="845" actId="20577"/>
        <pc:sldMkLst>
          <pc:docMk/>
          <pc:sldMk cId="3117871023" sldId="315"/>
        </pc:sldMkLst>
        <pc:spChg chg="mod">
          <ac:chgData name="Sam Prince" userId="b8c1c271-dd5b-4079-a09a-81f4ce8be867" providerId="ADAL" clId="{5A11C2E0-A7D7-4CD5-918C-9C3F3A467ECF}" dt="2023-10-03T15:06:01.384" v="588" actId="1076"/>
          <ac:spMkLst>
            <pc:docMk/>
            <pc:sldMk cId="3117871023" sldId="315"/>
            <ac:spMk id="5" creationId="{C4957D1A-F47E-921D-5C64-66C3BB6A770F}"/>
          </ac:spMkLst>
        </pc:spChg>
        <pc:spChg chg="mod">
          <ac:chgData name="Sam Prince" userId="b8c1c271-dd5b-4079-a09a-81f4ce8be867" providerId="ADAL" clId="{5A11C2E0-A7D7-4CD5-918C-9C3F3A467ECF}" dt="2023-10-03T15:05:57.914" v="587" actId="20577"/>
          <ac:spMkLst>
            <pc:docMk/>
            <pc:sldMk cId="3117871023" sldId="315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5:45.734" v="845" actId="20577"/>
          <ac:spMkLst>
            <pc:docMk/>
            <pc:sldMk cId="3117871023" sldId="315"/>
            <ac:spMk id="34820" creationId="{8DCD7CE1-603D-4D59-3DBB-C13C0B6505F0}"/>
          </ac:spMkLst>
        </pc:spChg>
      </pc:sldChg>
      <pc:sldChg chg="modSp mod modCm">
        <pc:chgData name="Sam Prince" userId="b8c1c271-dd5b-4079-a09a-81f4ce8be867" providerId="ADAL" clId="{5A11C2E0-A7D7-4CD5-918C-9C3F3A467ECF}" dt="2023-10-12T15:04:47.032" v="820" actId="404"/>
        <pc:sldMkLst>
          <pc:docMk/>
          <pc:sldMk cId="3810098665" sldId="316"/>
        </pc:sldMkLst>
        <pc:spChg chg="mod">
          <ac:chgData name="Sam Prince" userId="b8c1c271-dd5b-4079-a09a-81f4ce8be867" providerId="ADAL" clId="{5A11C2E0-A7D7-4CD5-918C-9C3F3A467ECF}" dt="2023-10-03T15:00:52.976" v="449" actId="1076"/>
          <ac:spMkLst>
            <pc:docMk/>
            <pc:sldMk cId="3810098665" sldId="316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4:47.032" v="820" actId="404"/>
          <ac:spMkLst>
            <pc:docMk/>
            <pc:sldMk cId="3810098665" sldId="316"/>
            <ac:spMk id="34820" creationId="{8DCD7CE1-603D-4D59-3DBB-C13C0B6505F0}"/>
          </ac:spMkLst>
        </pc:spChg>
      </pc:sldChg>
      <pc:sldChg chg="modSp mod delCm modCm">
        <pc:chgData name="Sam Prince" userId="b8c1c271-dd5b-4079-a09a-81f4ce8be867" providerId="ADAL" clId="{5A11C2E0-A7D7-4CD5-918C-9C3F3A467ECF}" dt="2023-10-12T15:04:35.392" v="817" actId="404"/>
        <pc:sldMkLst>
          <pc:docMk/>
          <pc:sldMk cId="130248893" sldId="317"/>
        </pc:sldMkLst>
        <pc:spChg chg="mod">
          <ac:chgData name="Sam Prince" userId="b8c1c271-dd5b-4079-a09a-81f4ce8be867" providerId="ADAL" clId="{5A11C2E0-A7D7-4CD5-918C-9C3F3A467ECF}" dt="2023-10-03T14:40:35.928" v="8" actId="20577"/>
          <ac:spMkLst>
            <pc:docMk/>
            <pc:sldMk cId="130248893" sldId="317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4:35.392" v="817" actId="404"/>
          <ac:spMkLst>
            <pc:docMk/>
            <pc:sldMk cId="130248893" sldId="317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5A11C2E0-A7D7-4CD5-918C-9C3F3A467ECF}" dt="2023-10-12T15:07:15.227" v="869" actId="404"/>
        <pc:sldMkLst>
          <pc:docMk/>
          <pc:sldMk cId="3372260719" sldId="321"/>
        </pc:sldMkLst>
        <pc:spChg chg="mod">
          <ac:chgData name="Sam Prince" userId="b8c1c271-dd5b-4079-a09a-81f4ce8be867" providerId="ADAL" clId="{5A11C2E0-A7D7-4CD5-918C-9C3F3A467ECF}" dt="2023-10-03T15:09:03.767" v="612" actId="20577"/>
          <ac:spMkLst>
            <pc:docMk/>
            <pc:sldMk cId="3372260719" sldId="321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7:15.227" v="869" actId="404"/>
          <ac:spMkLst>
            <pc:docMk/>
            <pc:sldMk cId="3372260719" sldId="321"/>
            <ac:spMk id="34820" creationId="{8DCD7CE1-603D-4D59-3DBB-C13C0B6505F0}"/>
          </ac:spMkLst>
        </pc:spChg>
      </pc:sldChg>
      <pc:sldChg chg="modSp mod modCm">
        <pc:chgData name="Sam Prince" userId="b8c1c271-dd5b-4079-a09a-81f4ce8be867" providerId="ADAL" clId="{5A11C2E0-A7D7-4CD5-918C-9C3F3A467ECF}" dt="2023-10-12T15:07:29.202" v="872" actId="404"/>
        <pc:sldMkLst>
          <pc:docMk/>
          <pc:sldMk cId="2704099085" sldId="322"/>
        </pc:sldMkLst>
        <pc:spChg chg="mod">
          <ac:chgData name="Sam Prince" userId="b8c1c271-dd5b-4079-a09a-81f4ce8be867" providerId="ADAL" clId="{5A11C2E0-A7D7-4CD5-918C-9C3F3A467ECF}" dt="2023-10-03T15:09:10.968" v="613" actId="255"/>
          <ac:spMkLst>
            <pc:docMk/>
            <pc:sldMk cId="2704099085" sldId="322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7:29.202" v="872" actId="404"/>
          <ac:spMkLst>
            <pc:docMk/>
            <pc:sldMk cId="2704099085" sldId="322"/>
            <ac:spMk id="34820" creationId="{8DCD7CE1-603D-4D59-3DBB-C13C0B6505F0}"/>
          </ac:spMkLst>
        </pc:spChg>
      </pc:sldChg>
      <pc:sldChg chg="modSp mod modCm">
        <pc:chgData name="Sam Prince" userId="b8c1c271-dd5b-4079-a09a-81f4ce8be867" providerId="ADAL" clId="{5A11C2E0-A7D7-4CD5-918C-9C3F3A467ECF}" dt="2023-10-12T15:07:43.310" v="875" actId="404"/>
        <pc:sldMkLst>
          <pc:docMk/>
          <pc:sldMk cId="2145754900" sldId="323"/>
        </pc:sldMkLst>
        <pc:spChg chg="mod">
          <ac:chgData name="Sam Prince" userId="b8c1c271-dd5b-4079-a09a-81f4ce8be867" providerId="ADAL" clId="{5A11C2E0-A7D7-4CD5-918C-9C3F3A467ECF}" dt="2023-10-03T15:09:18.724" v="614" actId="20577"/>
          <ac:spMkLst>
            <pc:docMk/>
            <pc:sldMk cId="2145754900" sldId="323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7:43.310" v="875" actId="404"/>
          <ac:spMkLst>
            <pc:docMk/>
            <pc:sldMk cId="2145754900" sldId="323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5A11C2E0-A7D7-4CD5-918C-9C3F3A467ECF}" dt="2023-10-12T15:07:53.985" v="878" actId="404"/>
        <pc:sldMkLst>
          <pc:docMk/>
          <pc:sldMk cId="368092861" sldId="324"/>
        </pc:sldMkLst>
        <pc:spChg chg="mod">
          <ac:chgData name="Sam Prince" userId="b8c1c271-dd5b-4079-a09a-81f4ce8be867" providerId="ADAL" clId="{5A11C2E0-A7D7-4CD5-918C-9C3F3A467ECF}" dt="2023-10-03T15:09:33.754" v="616" actId="1076"/>
          <ac:spMkLst>
            <pc:docMk/>
            <pc:sldMk cId="368092861" sldId="324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7:53.985" v="878" actId="404"/>
          <ac:spMkLst>
            <pc:docMk/>
            <pc:sldMk cId="368092861" sldId="324"/>
            <ac:spMk id="34820" creationId="{8DCD7CE1-603D-4D59-3DBB-C13C0B6505F0}"/>
          </ac:spMkLst>
        </pc:spChg>
      </pc:sldChg>
      <pc:sldChg chg="addSp delSp modSp mod modCm">
        <pc:chgData name="Sam Prince" userId="b8c1c271-dd5b-4079-a09a-81f4ce8be867" providerId="ADAL" clId="{5A11C2E0-A7D7-4CD5-918C-9C3F3A467ECF}" dt="2023-10-12T15:08:48.127" v="897" actId="20577"/>
        <pc:sldMkLst>
          <pc:docMk/>
          <pc:sldMk cId="875102210" sldId="325"/>
        </pc:sldMkLst>
        <pc:spChg chg="add mod">
          <ac:chgData name="Sam Prince" userId="b8c1c271-dd5b-4079-a09a-81f4ce8be867" providerId="ADAL" clId="{5A11C2E0-A7D7-4CD5-918C-9C3F3A467ECF}" dt="2023-10-03T15:10:57.037" v="630" actId="1076"/>
          <ac:spMkLst>
            <pc:docMk/>
            <pc:sldMk cId="875102210" sldId="325"/>
            <ac:spMk id="2" creationId="{334F5262-D7A9-FF55-BD82-F07B7B2D928D}"/>
          </ac:spMkLst>
        </pc:spChg>
        <pc:spChg chg="mod">
          <ac:chgData name="Sam Prince" userId="b8c1c271-dd5b-4079-a09a-81f4ce8be867" providerId="ADAL" clId="{5A11C2E0-A7D7-4CD5-918C-9C3F3A467ECF}" dt="2023-10-03T15:12:12.198" v="645" actId="6549"/>
          <ac:spMkLst>
            <pc:docMk/>
            <pc:sldMk cId="875102210" sldId="325"/>
            <ac:spMk id="3" creationId="{C494921C-C8E3-C4F0-9C1B-B6E51CC0E1C9}"/>
          </ac:spMkLst>
        </pc:spChg>
        <pc:spChg chg="mod">
          <ac:chgData name="Sam Prince" userId="b8c1c271-dd5b-4079-a09a-81f4ce8be867" providerId="ADAL" clId="{5A11C2E0-A7D7-4CD5-918C-9C3F3A467ECF}" dt="2023-10-03T15:10:53.470" v="629" actId="1076"/>
          <ac:spMkLst>
            <pc:docMk/>
            <pc:sldMk cId="875102210" sldId="325"/>
            <ac:spMk id="5" creationId="{97475E8C-D2CF-252F-D617-8107DEC88B13}"/>
          </ac:spMkLst>
        </pc:spChg>
        <pc:spChg chg="mod">
          <ac:chgData name="Sam Prince" userId="b8c1c271-dd5b-4079-a09a-81f4ce8be867" providerId="ADAL" clId="{5A11C2E0-A7D7-4CD5-918C-9C3F3A467ECF}" dt="2023-10-03T14:48:42.897" v="242" actId="403"/>
          <ac:spMkLst>
            <pc:docMk/>
            <pc:sldMk cId="875102210" sldId="325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8:48.127" v="897" actId="20577"/>
          <ac:spMkLst>
            <pc:docMk/>
            <pc:sldMk cId="875102210" sldId="325"/>
            <ac:spMk id="34820" creationId="{8DCD7CE1-603D-4D59-3DBB-C13C0B6505F0}"/>
          </ac:spMkLst>
        </pc:spChg>
        <pc:graphicFrameChg chg="add del mod">
          <ac:chgData name="Sam Prince" userId="b8c1c271-dd5b-4079-a09a-81f4ce8be867" providerId="ADAL" clId="{5A11C2E0-A7D7-4CD5-918C-9C3F3A467ECF}" dt="2023-10-03T15:11:15.429" v="634"/>
          <ac:graphicFrameMkLst>
            <pc:docMk/>
            <pc:sldMk cId="875102210" sldId="325"/>
            <ac:graphicFrameMk id="4" creationId="{94EBE7EA-178B-3E1A-942A-A3B525AE27F2}"/>
          </ac:graphicFrameMkLst>
        </pc:graphicFrameChg>
        <pc:graphicFrameChg chg="add del mod">
          <ac:chgData name="Sam Prince" userId="b8c1c271-dd5b-4079-a09a-81f4ce8be867" providerId="ADAL" clId="{5A11C2E0-A7D7-4CD5-918C-9C3F3A467ECF}" dt="2023-10-03T15:11:21.947" v="636"/>
          <ac:graphicFrameMkLst>
            <pc:docMk/>
            <pc:sldMk cId="875102210" sldId="325"/>
            <ac:graphicFrameMk id="6" creationId="{CB1A2E70-8A9F-95C8-08B5-8918DFEC8EA5}"/>
          </ac:graphicFrameMkLst>
        </pc:graphicFrameChg>
        <pc:graphicFrameChg chg="add del mod">
          <ac:chgData name="Sam Prince" userId="b8c1c271-dd5b-4079-a09a-81f4ce8be867" providerId="ADAL" clId="{5A11C2E0-A7D7-4CD5-918C-9C3F3A467ECF}" dt="2023-10-03T15:11:26.989" v="638"/>
          <ac:graphicFrameMkLst>
            <pc:docMk/>
            <pc:sldMk cId="875102210" sldId="325"/>
            <ac:graphicFrameMk id="7" creationId="{C6C11EC0-8F37-B7EE-FEC1-83687ACF27CF}"/>
          </ac:graphicFrameMkLst>
        </pc:graphicFrameChg>
      </pc:sldChg>
      <pc:sldChg chg="modSp mod modCm">
        <pc:chgData name="Sam Prince" userId="b8c1c271-dd5b-4079-a09a-81f4ce8be867" providerId="ADAL" clId="{5A11C2E0-A7D7-4CD5-918C-9C3F3A467ECF}" dt="2023-10-12T15:08:55.630" v="899" actId="20577"/>
        <pc:sldMkLst>
          <pc:docMk/>
          <pc:sldMk cId="2496152711" sldId="326"/>
        </pc:sldMkLst>
        <pc:spChg chg="mod">
          <ac:chgData name="Sam Prince" userId="b8c1c271-dd5b-4079-a09a-81f4ce8be867" providerId="ADAL" clId="{5A11C2E0-A7D7-4CD5-918C-9C3F3A467ECF}" dt="2023-10-03T14:50:48.556" v="302" actId="20577"/>
          <ac:spMkLst>
            <pc:docMk/>
            <pc:sldMk cId="2496152711" sldId="326"/>
            <ac:spMk id="3" creationId="{8A4DC992-36CD-A9BF-49AE-8ABE055E5205}"/>
          </ac:spMkLst>
        </pc:spChg>
        <pc:spChg chg="mod">
          <ac:chgData name="Sam Prince" userId="b8c1c271-dd5b-4079-a09a-81f4ce8be867" providerId="ADAL" clId="{5A11C2E0-A7D7-4CD5-918C-9C3F3A467ECF}" dt="2023-10-03T14:51:08.005" v="310" actId="20577"/>
          <ac:spMkLst>
            <pc:docMk/>
            <pc:sldMk cId="2496152711" sldId="326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8:55.630" v="899" actId="20577"/>
          <ac:spMkLst>
            <pc:docMk/>
            <pc:sldMk cId="2496152711" sldId="326"/>
            <ac:spMk id="34820" creationId="{8DCD7CE1-603D-4D59-3DBB-C13C0B6505F0}"/>
          </ac:spMkLst>
        </pc:spChg>
      </pc:sldChg>
      <pc:sldChg chg="delSp modSp mod">
        <pc:chgData name="Sam Prince" userId="b8c1c271-dd5b-4079-a09a-81f4ce8be867" providerId="ADAL" clId="{5A11C2E0-A7D7-4CD5-918C-9C3F3A467ECF}" dt="2023-10-12T15:09:46.471" v="917" actId="20577"/>
        <pc:sldMkLst>
          <pc:docMk/>
          <pc:sldMk cId="3107386429" sldId="330"/>
        </pc:sldMkLst>
        <pc:spChg chg="del mod">
          <ac:chgData name="Sam Prince" userId="b8c1c271-dd5b-4079-a09a-81f4ce8be867" providerId="ADAL" clId="{5A11C2E0-A7D7-4CD5-918C-9C3F3A467ECF}" dt="2023-10-03T14:53:36.488" v="359" actId="478"/>
          <ac:spMkLst>
            <pc:docMk/>
            <pc:sldMk cId="3107386429" sldId="330"/>
            <ac:spMk id="3" creationId="{4DE80C23-E793-3652-7254-83048CCABDF0}"/>
          </ac:spMkLst>
        </pc:spChg>
        <pc:spChg chg="mod">
          <ac:chgData name="Sam Prince" userId="b8c1c271-dd5b-4079-a09a-81f4ce8be867" providerId="ADAL" clId="{5A11C2E0-A7D7-4CD5-918C-9C3F3A467ECF}" dt="2023-10-03T15:13:32.996" v="658" actId="403"/>
          <ac:spMkLst>
            <pc:docMk/>
            <pc:sldMk cId="3107386429" sldId="330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9:46.471" v="917" actId="20577"/>
          <ac:spMkLst>
            <pc:docMk/>
            <pc:sldMk cId="3107386429" sldId="330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5A11C2E0-A7D7-4CD5-918C-9C3F3A467ECF}" dt="2023-10-12T15:09:38.777" v="915" actId="20577"/>
        <pc:sldMkLst>
          <pc:docMk/>
          <pc:sldMk cId="2435131574" sldId="331"/>
        </pc:sldMkLst>
        <pc:spChg chg="mod">
          <ac:chgData name="Sam Prince" userId="b8c1c271-dd5b-4079-a09a-81f4ce8be867" providerId="ADAL" clId="{5A11C2E0-A7D7-4CD5-918C-9C3F3A467ECF}" dt="2023-10-03T15:13:55.901" v="660" actId="948"/>
          <ac:spMkLst>
            <pc:docMk/>
            <pc:sldMk cId="2435131574" sldId="331"/>
            <ac:spMk id="3" creationId="{1FF34F1C-767C-9B09-BF82-583D630DB4F8}"/>
          </ac:spMkLst>
        </pc:spChg>
        <pc:spChg chg="mod">
          <ac:chgData name="Sam Prince" userId="b8c1c271-dd5b-4079-a09a-81f4ce8be867" providerId="ADAL" clId="{5A11C2E0-A7D7-4CD5-918C-9C3F3A467ECF}" dt="2023-10-03T15:14:04.130" v="662" actId="6549"/>
          <ac:spMkLst>
            <pc:docMk/>
            <pc:sldMk cId="2435131574" sldId="331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9:38.777" v="915" actId="20577"/>
          <ac:spMkLst>
            <pc:docMk/>
            <pc:sldMk cId="2435131574" sldId="331"/>
            <ac:spMk id="34820" creationId="{8DCD7CE1-603D-4D59-3DBB-C13C0B6505F0}"/>
          </ac:spMkLst>
        </pc:spChg>
      </pc:sldChg>
      <pc:sldChg chg="modSp mod modCm">
        <pc:chgData name="Sam Prince" userId="b8c1c271-dd5b-4079-a09a-81f4ce8be867" providerId="ADAL" clId="{5A11C2E0-A7D7-4CD5-918C-9C3F3A467ECF}" dt="2023-10-12T15:09:12.582" v="909" actId="20577"/>
        <pc:sldMkLst>
          <pc:docMk/>
          <pc:sldMk cId="3591879628" sldId="332"/>
        </pc:sldMkLst>
        <pc:spChg chg="mod">
          <ac:chgData name="Sam Prince" userId="b8c1c271-dd5b-4079-a09a-81f4ce8be867" providerId="ADAL" clId="{5A11C2E0-A7D7-4CD5-918C-9C3F3A467ECF}" dt="2023-10-03T14:51:37.526" v="317" actId="403"/>
          <ac:spMkLst>
            <pc:docMk/>
            <pc:sldMk cId="3591879628" sldId="332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9:12.582" v="909" actId="20577"/>
          <ac:spMkLst>
            <pc:docMk/>
            <pc:sldMk cId="3591879628" sldId="332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5A11C2E0-A7D7-4CD5-918C-9C3F3A467ECF}" dt="2023-10-12T15:11:01.718" v="942" actId="404"/>
        <pc:sldMkLst>
          <pc:docMk/>
          <pc:sldMk cId="3305269774" sldId="333"/>
        </pc:sldMkLst>
        <pc:spChg chg="mod">
          <ac:chgData name="Sam Prince" userId="b8c1c271-dd5b-4079-a09a-81f4ce8be867" providerId="ADAL" clId="{5A11C2E0-A7D7-4CD5-918C-9C3F3A467ECF}" dt="2023-10-12T15:10:57.371" v="940" actId="1076"/>
          <ac:spMkLst>
            <pc:docMk/>
            <pc:sldMk cId="3305269774" sldId="333"/>
            <ac:spMk id="2" creationId="{B6B69AF3-80FA-BBFC-8B46-AA2953AF33F3}"/>
          </ac:spMkLst>
        </pc:spChg>
        <pc:spChg chg="del mod">
          <ac:chgData name="Sam Prince" userId="b8c1c271-dd5b-4079-a09a-81f4ce8be867" providerId="ADAL" clId="{5A11C2E0-A7D7-4CD5-918C-9C3F3A467ECF}" dt="2023-10-03T14:56:08.499" v="403" actId="478"/>
          <ac:spMkLst>
            <pc:docMk/>
            <pc:sldMk cId="3305269774" sldId="333"/>
            <ac:spMk id="3" creationId="{E55CDF7B-5AF2-4F76-7DE1-9DE7CE4A35BF}"/>
          </ac:spMkLst>
        </pc:spChg>
        <pc:spChg chg="mod">
          <ac:chgData name="Sam Prince" userId="b8c1c271-dd5b-4079-a09a-81f4ce8be867" providerId="ADAL" clId="{5A11C2E0-A7D7-4CD5-918C-9C3F3A467ECF}" dt="2023-10-03T15:15:10.254" v="672" actId="255"/>
          <ac:spMkLst>
            <pc:docMk/>
            <pc:sldMk cId="3305269774" sldId="333"/>
            <ac:spMk id="6" creationId="{89294D1B-7402-65D5-7432-AE8D2475653B}"/>
          </ac:spMkLst>
        </pc:spChg>
        <pc:spChg chg="mod">
          <ac:chgData name="Sam Prince" userId="b8c1c271-dd5b-4079-a09a-81f4ce8be867" providerId="ADAL" clId="{5A11C2E0-A7D7-4CD5-918C-9C3F3A467ECF}" dt="2023-10-03T15:14:58.731" v="670" actId="2711"/>
          <ac:spMkLst>
            <pc:docMk/>
            <pc:sldMk cId="3305269774" sldId="333"/>
            <ac:spMk id="7" creationId="{7AA8A7DD-BAE3-7CA7-149C-A3AD3D69D8DC}"/>
          </ac:spMkLst>
        </pc:spChg>
        <pc:spChg chg="mod">
          <ac:chgData name="Sam Prince" userId="b8c1c271-dd5b-4079-a09a-81f4ce8be867" providerId="ADAL" clId="{5A11C2E0-A7D7-4CD5-918C-9C3F3A467ECF}" dt="2023-10-03T14:57:11.256" v="428" actId="14100"/>
          <ac:spMkLst>
            <pc:docMk/>
            <pc:sldMk cId="3305269774" sldId="333"/>
            <ac:spMk id="12" creationId="{CD30BDD2-C0DA-D5D0-EDCE-02FD8ED16EE7}"/>
          </ac:spMkLst>
        </pc:spChg>
        <pc:spChg chg="mod">
          <ac:chgData name="Sam Prince" userId="b8c1c271-dd5b-4079-a09a-81f4ce8be867" providerId="ADAL" clId="{5A11C2E0-A7D7-4CD5-918C-9C3F3A467ECF}" dt="2023-10-12T15:11:01.718" v="942" actId="404"/>
          <ac:spMkLst>
            <pc:docMk/>
            <pc:sldMk cId="3305269774" sldId="333"/>
            <ac:spMk id="34820" creationId="{8DCD7CE1-603D-4D59-3DBB-C13C0B6505F0}"/>
          </ac:spMkLst>
        </pc:spChg>
        <pc:picChg chg="add mod">
          <ac:chgData name="Sam Prince" userId="b8c1c271-dd5b-4079-a09a-81f4ce8be867" providerId="ADAL" clId="{5A11C2E0-A7D7-4CD5-918C-9C3F3A467ECF}" dt="2023-10-12T10:49:31.663" v="793" actId="14100"/>
          <ac:picMkLst>
            <pc:docMk/>
            <pc:sldMk cId="3305269774" sldId="333"/>
            <ac:picMk id="4" creationId="{C51A281F-0188-7477-D78B-5EB6CB84859D}"/>
          </ac:picMkLst>
        </pc:picChg>
        <pc:picChg chg="del mod">
          <ac:chgData name="Sam Prince" userId="b8c1c271-dd5b-4079-a09a-81f4ce8be867" providerId="ADAL" clId="{5A11C2E0-A7D7-4CD5-918C-9C3F3A467ECF}" dt="2023-10-12T10:49:14.167" v="789" actId="478"/>
          <ac:picMkLst>
            <pc:docMk/>
            <pc:sldMk cId="3305269774" sldId="333"/>
            <ac:picMk id="9" creationId="{4AB4FC9E-D5D8-2B37-E139-E7885BBB9EFD}"/>
          </ac:picMkLst>
        </pc:picChg>
      </pc:sldChg>
      <pc:sldChg chg="modSp mod">
        <pc:chgData name="Sam Prince" userId="b8c1c271-dd5b-4079-a09a-81f4ce8be867" providerId="ADAL" clId="{5A11C2E0-A7D7-4CD5-918C-9C3F3A467ECF}" dt="2023-10-12T15:10:26.726" v="932" actId="1076"/>
        <pc:sldMkLst>
          <pc:docMk/>
          <pc:sldMk cId="172576730" sldId="334"/>
        </pc:sldMkLst>
        <pc:spChg chg="mod">
          <ac:chgData name="Sam Prince" userId="b8c1c271-dd5b-4079-a09a-81f4ce8be867" providerId="ADAL" clId="{5A11C2E0-A7D7-4CD5-918C-9C3F3A467ECF}" dt="2023-10-03T15:14:18.153" v="664" actId="20577"/>
          <ac:spMkLst>
            <pc:docMk/>
            <pc:sldMk cId="172576730" sldId="334"/>
            <ac:spMk id="3" creationId="{64E0DC36-D227-6B1A-B969-B975B39AA63E}"/>
          </ac:spMkLst>
        </pc:spChg>
        <pc:spChg chg="mod">
          <ac:chgData name="Sam Prince" userId="b8c1c271-dd5b-4079-a09a-81f4ce8be867" providerId="ADAL" clId="{5A11C2E0-A7D7-4CD5-918C-9C3F3A467ECF}" dt="2023-10-03T14:54:29.766" v="372" actId="14100"/>
          <ac:spMkLst>
            <pc:docMk/>
            <pc:sldMk cId="172576730" sldId="334"/>
            <ac:spMk id="5" creationId="{84BD03C0-188F-D1CC-C0A5-4A3962647AFC}"/>
          </ac:spMkLst>
        </pc:spChg>
        <pc:spChg chg="mod">
          <ac:chgData name="Sam Prince" userId="b8c1c271-dd5b-4079-a09a-81f4ce8be867" providerId="ADAL" clId="{5A11C2E0-A7D7-4CD5-918C-9C3F3A467ECF}" dt="2023-10-12T15:10:26.726" v="932" actId="1076"/>
          <ac:spMkLst>
            <pc:docMk/>
            <pc:sldMk cId="172576730" sldId="334"/>
            <ac:spMk id="6" creationId="{10C4A8DC-6EE7-F1F5-B13C-C427336DDFE6}"/>
          </ac:spMkLst>
        </pc:spChg>
        <pc:spChg chg="mod">
          <ac:chgData name="Sam Prince" userId="b8c1c271-dd5b-4079-a09a-81f4ce8be867" providerId="ADAL" clId="{5A11C2E0-A7D7-4CD5-918C-9C3F3A467ECF}" dt="2023-10-12T15:10:22.690" v="931" actId="20577"/>
          <ac:spMkLst>
            <pc:docMk/>
            <pc:sldMk cId="172576730" sldId="334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5A11C2E0-A7D7-4CD5-918C-9C3F3A467ECF}" dt="2023-10-12T15:10:38.763" v="935" actId="404"/>
        <pc:sldMkLst>
          <pc:docMk/>
          <pc:sldMk cId="957823989" sldId="335"/>
        </pc:sldMkLst>
        <pc:spChg chg="mod">
          <ac:chgData name="Sam Prince" userId="b8c1c271-dd5b-4079-a09a-81f4ce8be867" providerId="ADAL" clId="{5A11C2E0-A7D7-4CD5-918C-9C3F3A467ECF}" dt="2023-10-03T15:14:38.856" v="669" actId="1076"/>
          <ac:spMkLst>
            <pc:docMk/>
            <pc:sldMk cId="957823989" sldId="335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10:38.763" v="935" actId="404"/>
          <ac:spMkLst>
            <pc:docMk/>
            <pc:sldMk cId="957823989" sldId="335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5A11C2E0-A7D7-4CD5-918C-9C3F3A467ECF}" dt="2023-10-12T15:10:49.213" v="938" actId="404"/>
        <pc:sldMkLst>
          <pc:docMk/>
          <pc:sldMk cId="1531686283" sldId="336"/>
        </pc:sldMkLst>
        <pc:spChg chg="mod">
          <ac:chgData name="Sam Prince" userId="b8c1c271-dd5b-4079-a09a-81f4ce8be867" providerId="ADAL" clId="{5A11C2E0-A7D7-4CD5-918C-9C3F3A467ECF}" dt="2023-10-03T14:55:35.066" v="388" actId="1076"/>
          <ac:spMkLst>
            <pc:docMk/>
            <pc:sldMk cId="1531686283" sldId="336"/>
            <ac:spMk id="2" creationId="{BA1E2C08-1F26-6758-44DB-FF47D4730D15}"/>
          </ac:spMkLst>
        </pc:spChg>
        <pc:spChg chg="mod">
          <ac:chgData name="Sam Prince" userId="b8c1c271-dd5b-4079-a09a-81f4ce8be867" providerId="ADAL" clId="{5A11C2E0-A7D7-4CD5-918C-9C3F3A467ECF}" dt="2023-10-03T14:55:57.862" v="399" actId="20577"/>
          <ac:spMkLst>
            <pc:docMk/>
            <pc:sldMk cId="1531686283" sldId="336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10:49.213" v="938" actId="404"/>
          <ac:spMkLst>
            <pc:docMk/>
            <pc:sldMk cId="1531686283" sldId="336"/>
            <ac:spMk id="34820" creationId="{8DCD7CE1-603D-4D59-3DBB-C13C0B6505F0}"/>
          </ac:spMkLst>
        </pc:spChg>
      </pc:sldChg>
      <pc:sldChg chg="modSp mod modCm">
        <pc:chgData name="Sam Prince" userId="b8c1c271-dd5b-4079-a09a-81f4ce8be867" providerId="ADAL" clId="{5A11C2E0-A7D7-4CD5-918C-9C3F3A467ECF}" dt="2023-10-12T15:08:25.851" v="893" actId="20577"/>
        <pc:sldMkLst>
          <pc:docMk/>
          <pc:sldMk cId="4101811084" sldId="337"/>
        </pc:sldMkLst>
        <pc:spChg chg="mod">
          <ac:chgData name="Sam Prince" userId="b8c1c271-dd5b-4079-a09a-81f4ce8be867" providerId="ADAL" clId="{5A11C2E0-A7D7-4CD5-918C-9C3F3A467ECF}" dt="2023-10-03T14:48:10.171" v="235" actId="20577"/>
          <ac:spMkLst>
            <pc:docMk/>
            <pc:sldMk cId="4101811084" sldId="337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8:25.851" v="893" actId="20577"/>
          <ac:spMkLst>
            <pc:docMk/>
            <pc:sldMk cId="4101811084" sldId="337"/>
            <ac:spMk id="34820" creationId="{8DCD7CE1-603D-4D59-3DBB-C13C0B6505F0}"/>
          </ac:spMkLst>
        </pc:spChg>
      </pc:sldChg>
      <pc:sldChg chg="modSp mod modCm">
        <pc:chgData name="Sam Prince" userId="b8c1c271-dd5b-4079-a09a-81f4ce8be867" providerId="ADAL" clId="{5A11C2E0-A7D7-4CD5-918C-9C3F3A467ECF}" dt="2023-10-12T15:08:39.060" v="895" actId="20577"/>
        <pc:sldMkLst>
          <pc:docMk/>
          <pc:sldMk cId="919573128" sldId="338"/>
        </pc:sldMkLst>
        <pc:spChg chg="mod">
          <ac:chgData name="Sam Prince" userId="b8c1c271-dd5b-4079-a09a-81f4ce8be867" providerId="ADAL" clId="{5A11C2E0-A7D7-4CD5-918C-9C3F3A467ECF}" dt="2023-10-03T15:09:57.641" v="619" actId="20577"/>
          <ac:spMkLst>
            <pc:docMk/>
            <pc:sldMk cId="919573128" sldId="338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8:39.060" v="895" actId="20577"/>
          <ac:spMkLst>
            <pc:docMk/>
            <pc:sldMk cId="919573128" sldId="338"/>
            <ac:spMk id="34820" creationId="{8DCD7CE1-603D-4D59-3DBB-C13C0B6505F0}"/>
          </ac:spMkLst>
        </pc:spChg>
      </pc:sldChg>
      <pc:sldChg chg="addSp delSp modSp mod delCm modCm">
        <pc:chgData name="Sam Prince" userId="b8c1c271-dd5b-4079-a09a-81f4ce8be867" providerId="ADAL" clId="{5A11C2E0-A7D7-4CD5-918C-9C3F3A467ECF}" dt="2023-10-12T15:04:11.132" v="813" actId="404"/>
        <pc:sldMkLst>
          <pc:docMk/>
          <pc:sldMk cId="4158489676" sldId="339"/>
        </pc:sldMkLst>
        <pc:spChg chg="del">
          <ac:chgData name="Sam Prince" userId="b8c1c271-dd5b-4079-a09a-81f4ce8be867" providerId="ADAL" clId="{5A11C2E0-A7D7-4CD5-918C-9C3F3A467ECF}" dt="2023-10-03T15:00:34.771" v="446" actId="478"/>
          <ac:spMkLst>
            <pc:docMk/>
            <pc:sldMk cId="4158489676" sldId="339"/>
            <ac:spMk id="3" creationId="{A21AFB74-1FA2-86CB-43D9-D2E2D4CEDE1D}"/>
          </ac:spMkLst>
        </pc:spChg>
        <pc:spChg chg="mod">
          <ac:chgData name="Sam Prince" userId="b8c1c271-dd5b-4079-a09a-81f4ce8be867" providerId="ADAL" clId="{5A11C2E0-A7D7-4CD5-918C-9C3F3A467ECF}" dt="2023-10-03T14:40:18.523" v="4" actId="20577"/>
          <ac:spMkLst>
            <pc:docMk/>
            <pc:sldMk cId="4158489676" sldId="339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4:11.132" v="813" actId="404"/>
          <ac:spMkLst>
            <pc:docMk/>
            <pc:sldMk cId="4158489676" sldId="339"/>
            <ac:spMk id="34820" creationId="{8DCD7CE1-603D-4D59-3DBB-C13C0B6505F0}"/>
          </ac:spMkLst>
        </pc:spChg>
        <pc:picChg chg="del">
          <ac:chgData name="Sam Prince" userId="b8c1c271-dd5b-4079-a09a-81f4ce8be867" providerId="ADAL" clId="{5A11C2E0-A7D7-4CD5-918C-9C3F3A467ECF}" dt="2023-10-12T10:35:53.528" v="744" actId="478"/>
          <ac:picMkLst>
            <pc:docMk/>
            <pc:sldMk cId="4158489676" sldId="339"/>
            <ac:picMk id="2" creationId="{C9B02EE2-72AF-CE07-2D6B-FB820D319A5D}"/>
          </ac:picMkLst>
        </pc:picChg>
        <pc:picChg chg="add mod">
          <ac:chgData name="Sam Prince" userId="b8c1c271-dd5b-4079-a09a-81f4ce8be867" providerId="ADAL" clId="{5A11C2E0-A7D7-4CD5-918C-9C3F3A467ECF}" dt="2023-10-12T10:41:11.172" v="748" actId="14100"/>
          <ac:picMkLst>
            <pc:docMk/>
            <pc:sldMk cId="4158489676" sldId="339"/>
            <ac:picMk id="4" creationId="{46743F3E-7CE2-52A0-E21A-68E144DE4001}"/>
          </ac:picMkLst>
        </pc:picChg>
      </pc:sldChg>
      <pc:sldChg chg="modSp mod">
        <pc:chgData name="Sam Prince" userId="b8c1c271-dd5b-4079-a09a-81f4ce8be867" providerId="ADAL" clId="{5A11C2E0-A7D7-4CD5-918C-9C3F3A467ECF}" dt="2023-10-12T15:05:28.680" v="835" actId="20577"/>
        <pc:sldMkLst>
          <pc:docMk/>
          <pc:sldMk cId="870821747" sldId="340"/>
        </pc:sldMkLst>
        <pc:spChg chg="mod">
          <ac:chgData name="Sam Prince" userId="b8c1c271-dd5b-4079-a09a-81f4ce8be867" providerId="ADAL" clId="{5A11C2E0-A7D7-4CD5-918C-9C3F3A467ECF}" dt="2023-10-03T15:05:27.702" v="549" actId="6549"/>
          <ac:spMkLst>
            <pc:docMk/>
            <pc:sldMk cId="870821747" sldId="340"/>
            <ac:spMk id="2" creationId="{E7310E9E-A64E-BCBB-E710-22C0FCECF721}"/>
          </ac:spMkLst>
        </pc:spChg>
        <pc:spChg chg="mod">
          <ac:chgData name="Sam Prince" userId="b8c1c271-dd5b-4079-a09a-81f4ce8be867" providerId="ADAL" clId="{5A11C2E0-A7D7-4CD5-918C-9C3F3A467ECF}" dt="2023-10-12T15:05:28.680" v="835" actId="20577"/>
          <ac:spMkLst>
            <pc:docMk/>
            <pc:sldMk cId="870821747" sldId="340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5A11C2E0-A7D7-4CD5-918C-9C3F3A467ECF}" dt="2023-10-12T15:04:58.633" v="827" actId="20577"/>
        <pc:sldMkLst>
          <pc:docMk/>
          <pc:sldMk cId="326288803" sldId="341"/>
        </pc:sldMkLst>
        <pc:spChg chg="add del mod">
          <ac:chgData name="Sam Prince" userId="b8c1c271-dd5b-4079-a09a-81f4ce8be867" providerId="ADAL" clId="{5A11C2E0-A7D7-4CD5-918C-9C3F3A467ECF}" dt="2023-10-03T15:02:42.133" v="484"/>
          <ac:spMkLst>
            <pc:docMk/>
            <pc:sldMk cId="326288803" sldId="341"/>
            <ac:spMk id="2" creationId="{74D53F2D-0F60-32D5-A088-DB7144D4C021}"/>
          </ac:spMkLst>
        </pc:spChg>
        <pc:spChg chg="add mod">
          <ac:chgData name="Sam Prince" userId="b8c1c271-dd5b-4079-a09a-81f4ce8be867" providerId="ADAL" clId="{5A11C2E0-A7D7-4CD5-918C-9C3F3A467ECF}" dt="2023-10-03T15:03:30.373" v="503" actId="1076"/>
          <ac:spMkLst>
            <pc:docMk/>
            <pc:sldMk cId="326288803" sldId="341"/>
            <ac:spMk id="3" creationId="{6380FC90-DB5A-0390-B400-6DA1ABC550A6}"/>
          </ac:spMkLst>
        </pc:spChg>
        <pc:spChg chg="del">
          <ac:chgData name="Sam Prince" userId="b8c1c271-dd5b-4079-a09a-81f4ce8be867" providerId="ADAL" clId="{5A11C2E0-A7D7-4CD5-918C-9C3F3A467ECF}" dt="2023-10-03T15:01:03.657" v="451" actId="478"/>
          <ac:spMkLst>
            <pc:docMk/>
            <pc:sldMk cId="326288803" sldId="341"/>
            <ac:spMk id="6" creationId="{5269B8AC-DF72-632D-E2DD-B35E227F194D}"/>
          </ac:spMkLst>
        </pc:spChg>
        <pc:spChg chg="mod">
          <ac:chgData name="Sam Prince" userId="b8c1c271-dd5b-4079-a09a-81f4ce8be867" providerId="ADAL" clId="{5A11C2E0-A7D7-4CD5-918C-9C3F3A467ECF}" dt="2023-10-03T15:03:22.560" v="502" actId="113"/>
          <ac:spMkLst>
            <pc:docMk/>
            <pc:sldMk cId="326288803" sldId="341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4:58.633" v="827" actId="20577"/>
          <ac:spMkLst>
            <pc:docMk/>
            <pc:sldMk cId="326288803" sldId="341"/>
            <ac:spMk id="34820" creationId="{8DCD7CE1-603D-4D59-3DBB-C13C0B6505F0}"/>
          </ac:spMkLst>
        </pc:spChg>
        <pc:picChg chg="add del mod">
          <ac:chgData name="Sam Prince" userId="b8c1c271-dd5b-4079-a09a-81f4ce8be867" providerId="ADAL" clId="{5A11C2E0-A7D7-4CD5-918C-9C3F3A467ECF}" dt="2023-10-12T10:45:49.862" v="756" actId="478"/>
          <ac:picMkLst>
            <pc:docMk/>
            <pc:sldMk cId="326288803" sldId="341"/>
            <ac:picMk id="4" creationId="{6FCF5B35-D238-DB05-34EE-4709D3447D0B}"/>
          </ac:picMkLst>
        </pc:picChg>
        <pc:picChg chg="del mod">
          <ac:chgData name="Sam Prince" userId="b8c1c271-dd5b-4079-a09a-81f4ce8be867" providerId="ADAL" clId="{5A11C2E0-A7D7-4CD5-918C-9C3F3A467ECF}" dt="2023-10-12T10:41:27.202" v="749" actId="478"/>
          <ac:picMkLst>
            <pc:docMk/>
            <pc:sldMk cId="326288803" sldId="341"/>
            <ac:picMk id="5" creationId="{63D73E5E-0D4B-F94D-915C-70AD2EFB963C}"/>
          </ac:picMkLst>
        </pc:picChg>
        <pc:picChg chg="add mod">
          <ac:chgData name="Sam Prince" userId="b8c1c271-dd5b-4079-a09a-81f4ce8be867" providerId="ADAL" clId="{5A11C2E0-A7D7-4CD5-918C-9C3F3A467ECF}" dt="2023-10-12T10:46:03.396" v="760" actId="14100"/>
          <ac:picMkLst>
            <pc:docMk/>
            <pc:sldMk cId="326288803" sldId="341"/>
            <ac:picMk id="7" creationId="{5FEA2F76-7DA9-B217-9549-BBF74605104A}"/>
          </ac:picMkLst>
        </pc:picChg>
      </pc:sldChg>
      <pc:sldChg chg="modSp mod">
        <pc:chgData name="Sam Prince" userId="b8c1c271-dd5b-4079-a09a-81f4ce8be867" providerId="ADAL" clId="{5A11C2E0-A7D7-4CD5-918C-9C3F3A467ECF}" dt="2023-10-03T15:05:08.934" v="544" actId="20577"/>
        <pc:sldMkLst>
          <pc:docMk/>
          <pc:sldMk cId="3024136335" sldId="342"/>
        </pc:sldMkLst>
        <pc:spChg chg="mod">
          <ac:chgData name="Sam Prince" userId="b8c1c271-dd5b-4079-a09a-81f4ce8be867" providerId="ADAL" clId="{5A11C2E0-A7D7-4CD5-918C-9C3F3A467ECF}" dt="2023-10-03T15:05:08.934" v="544" actId="20577"/>
          <ac:spMkLst>
            <pc:docMk/>
            <pc:sldMk cId="3024136335" sldId="342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5A11C2E0-A7D7-4CD5-918C-9C3F3A467ECF}" dt="2023-10-12T15:05:41.180" v="841" actId="20577"/>
        <pc:sldMkLst>
          <pc:docMk/>
          <pc:sldMk cId="61080566" sldId="343"/>
        </pc:sldMkLst>
        <pc:spChg chg="mod">
          <ac:chgData name="Sam Prince" userId="b8c1c271-dd5b-4079-a09a-81f4ce8be867" providerId="ADAL" clId="{5A11C2E0-A7D7-4CD5-918C-9C3F3A467ECF}" dt="2023-10-12T15:05:41.180" v="841" actId="20577"/>
          <ac:spMkLst>
            <pc:docMk/>
            <pc:sldMk cId="61080566" sldId="343"/>
            <ac:spMk id="2" creationId="{D0CB9C27-CFE3-E107-93A3-9512416EF4D0}"/>
          </ac:spMkLst>
        </pc:spChg>
        <pc:spChg chg="mod">
          <ac:chgData name="Sam Prince" userId="b8c1c271-dd5b-4079-a09a-81f4ce8be867" providerId="ADAL" clId="{5A11C2E0-A7D7-4CD5-918C-9C3F3A467ECF}" dt="2023-10-03T15:05:17.257" v="547" actId="20577"/>
          <ac:spMkLst>
            <pc:docMk/>
            <pc:sldMk cId="61080566" sldId="343"/>
            <ac:spMk id="3" creationId="{6630821F-1CC9-D4A4-96B8-13CD50CD5842}"/>
          </ac:spMkLst>
        </pc:spChg>
      </pc:sldChg>
      <pc:sldChg chg="modSp mod">
        <pc:chgData name="Sam Prince" userId="b8c1c271-dd5b-4079-a09a-81f4ce8be867" providerId="ADAL" clId="{5A11C2E0-A7D7-4CD5-918C-9C3F3A467ECF}" dt="2023-10-12T15:06:03.560" v="855" actId="20577"/>
        <pc:sldMkLst>
          <pc:docMk/>
          <pc:sldMk cId="2856352072" sldId="344"/>
        </pc:sldMkLst>
        <pc:spChg chg="mod">
          <ac:chgData name="Sam Prince" userId="b8c1c271-dd5b-4079-a09a-81f4ce8be867" providerId="ADAL" clId="{5A11C2E0-A7D7-4CD5-918C-9C3F3A467ECF}" dt="2023-10-12T15:06:03.560" v="855" actId="20577"/>
          <ac:spMkLst>
            <pc:docMk/>
            <pc:sldMk cId="2856352072" sldId="344"/>
            <ac:spMk id="2" creationId="{F6615247-AC87-9C26-FE45-F68B3C53C53A}"/>
          </ac:spMkLst>
        </pc:spChg>
        <pc:spChg chg="mod">
          <ac:chgData name="Sam Prince" userId="b8c1c271-dd5b-4079-a09a-81f4ce8be867" providerId="ADAL" clId="{5A11C2E0-A7D7-4CD5-918C-9C3F3A467ECF}" dt="2023-10-03T15:07:10.400" v="593" actId="1076"/>
          <ac:spMkLst>
            <pc:docMk/>
            <pc:sldMk cId="2856352072" sldId="344"/>
            <ac:spMk id="3" creationId="{9D2D1594-94BA-9FE6-A583-A3E052A469DA}"/>
          </ac:spMkLst>
        </pc:spChg>
      </pc:sldChg>
      <pc:sldChg chg="addSp delSp modSp mod">
        <pc:chgData name="Sam Prince" userId="b8c1c271-dd5b-4079-a09a-81f4ce8be867" providerId="ADAL" clId="{5A11C2E0-A7D7-4CD5-918C-9C3F3A467ECF}" dt="2023-10-12T15:05:14.180" v="829" actId="20577"/>
        <pc:sldMkLst>
          <pc:docMk/>
          <pc:sldMk cId="3159036755" sldId="345"/>
        </pc:sldMkLst>
        <pc:spChg chg="mod">
          <ac:chgData name="Sam Prince" userId="b8c1c271-dd5b-4079-a09a-81f4ce8be867" providerId="ADAL" clId="{5A11C2E0-A7D7-4CD5-918C-9C3F3A467ECF}" dt="2023-10-03T15:04:26.681" v="536" actId="20577"/>
          <ac:spMkLst>
            <pc:docMk/>
            <pc:sldMk cId="3159036755" sldId="345"/>
            <ac:spMk id="3" creationId="{4BB5B3A8-EB7B-B090-DB94-D9902ECBFAE3}"/>
          </ac:spMkLst>
        </pc:spChg>
        <pc:spChg chg="del">
          <ac:chgData name="Sam Prince" userId="b8c1c271-dd5b-4079-a09a-81f4ce8be867" providerId="ADAL" clId="{5A11C2E0-A7D7-4CD5-918C-9C3F3A467ECF}" dt="2023-10-03T14:41:11.433" v="14" actId="478"/>
          <ac:spMkLst>
            <pc:docMk/>
            <pc:sldMk cId="3159036755" sldId="345"/>
            <ac:spMk id="6" creationId="{5E1CC0A0-FA4C-E767-07B2-040271BFF546}"/>
          </ac:spMkLst>
        </pc:spChg>
        <pc:spChg chg="mod">
          <ac:chgData name="Sam Prince" userId="b8c1c271-dd5b-4079-a09a-81f4ce8be867" providerId="ADAL" clId="{5A11C2E0-A7D7-4CD5-918C-9C3F3A467ECF}" dt="2023-10-12T15:05:14.180" v="829" actId="20577"/>
          <ac:spMkLst>
            <pc:docMk/>
            <pc:sldMk cId="3159036755" sldId="345"/>
            <ac:spMk id="34820" creationId="{8DCD7CE1-603D-4D59-3DBB-C13C0B6505F0}"/>
          </ac:spMkLst>
        </pc:spChg>
        <pc:picChg chg="add mod">
          <ac:chgData name="Sam Prince" userId="b8c1c271-dd5b-4079-a09a-81f4ce8be867" providerId="ADAL" clId="{5A11C2E0-A7D7-4CD5-918C-9C3F3A467ECF}" dt="2023-10-12T10:46:57.407" v="763" actId="1076"/>
          <ac:picMkLst>
            <pc:docMk/>
            <pc:sldMk cId="3159036755" sldId="345"/>
            <ac:picMk id="4" creationId="{45E732C9-5778-6B41-9FB1-71738082BD1B}"/>
          </ac:picMkLst>
        </pc:picChg>
        <pc:picChg chg="del mod">
          <ac:chgData name="Sam Prince" userId="b8c1c271-dd5b-4079-a09a-81f4ce8be867" providerId="ADAL" clId="{5A11C2E0-A7D7-4CD5-918C-9C3F3A467ECF}" dt="2023-10-12T10:41:43.568" v="755" actId="478"/>
          <ac:picMkLst>
            <pc:docMk/>
            <pc:sldMk cId="3159036755" sldId="345"/>
            <ac:picMk id="5" creationId="{8972CE11-94DB-4518-7EAE-4857283A063E}"/>
          </ac:picMkLst>
        </pc:picChg>
      </pc:sldChg>
      <pc:sldChg chg="addSp delSp modSp mod">
        <pc:chgData name="Sam Prince" userId="b8c1c271-dd5b-4079-a09a-81f4ce8be867" providerId="ADAL" clId="{5A11C2E0-A7D7-4CD5-918C-9C3F3A467ECF}" dt="2023-10-12T15:06:25.540" v="860" actId="404"/>
        <pc:sldMkLst>
          <pc:docMk/>
          <pc:sldMk cId="1646646361" sldId="346"/>
        </pc:sldMkLst>
        <pc:spChg chg="add del mod">
          <ac:chgData name="Sam Prince" userId="b8c1c271-dd5b-4079-a09a-81f4ce8be867" providerId="ADAL" clId="{5A11C2E0-A7D7-4CD5-918C-9C3F3A467ECF}" dt="2023-10-12T10:47:16.643" v="765" actId="478"/>
          <ac:spMkLst>
            <pc:docMk/>
            <pc:sldMk cId="1646646361" sldId="346"/>
            <ac:spMk id="2" creationId="{4F87D6E2-5A02-B5F1-8ABE-7537552AFBE1}"/>
          </ac:spMkLst>
        </pc:spChg>
        <pc:spChg chg="del">
          <ac:chgData name="Sam Prince" userId="b8c1c271-dd5b-4079-a09a-81f4ce8be867" providerId="ADAL" clId="{5A11C2E0-A7D7-4CD5-918C-9C3F3A467ECF}" dt="2023-10-03T14:43:00.819" v="46" actId="478"/>
          <ac:spMkLst>
            <pc:docMk/>
            <pc:sldMk cId="1646646361" sldId="346"/>
            <ac:spMk id="6" creationId="{409A1507-2949-B48F-667A-42588EE02271}"/>
          </ac:spMkLst>
        </pc:spChg>
        <pc:spChg chg="mod">
          <ac:chgData name="Sam Prince" userId="b8c1c271-dd5b-4079-a09a-81f4ce8be867" providerId="ADAL" clId="{5A11C2E0-A7D7-4CD5-918C-9C3F3A467ECF}" dt="2023-10-03T15:07:33.459" v="598" actId="20577"/>
          <ac:spMkLst>
            <pc:docMk/>
            <pc:sldMk cId="1646646361" sldId="346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6:25.540" v="860" actId="404"/>
          <ac:spMkLst>
            <pc:docMk/>
            <pc:sldMk cId="1646646361" sldId="346"/>
            <ac:spMk id="34820" creationId="{8DCD7CE1-603D-4D59-3DBB-C13C0B6505F0}"/>
          </ac:spMkLst>
        </pc:spChg>
        <pc:picChg chg="add mod">
          <ac:chgData name="Sam Prince" userId="b8c1c271-dd5b-4079-a09a-81f4ce8be867" providerId="ADAL" clId="{5A11C2E0-A7D7-4CD5-918C-9C3F3A467ECF}" dt="2023-10-12T10:47:27.201" v="769" actId="1076"/>
          <ac:picMkLst>
            <pc:docMk/>
            <pc:sldMk cId="1646646361" sldId="346"/>
            <ac:picMk id="4" creationId="{83E5E6AD-C21D-679D-25F1-3898A10524D9}"/>
          </ac:picMkLst>
        </pc:picChg>
        <pc:picChg chg="del">
          <ac:chgData name="Sam Prince" userId="b8c1c271-dd5b-4079-a09a-81f4ce8be867" providerId="ADAL" clId="{5A11C2E0-A7D7-4CD5-918C-9C3F3A467ECF}" dt="2023-10-12T10:47:04.301" v="764" actId="478"/>
          <ac:picMkLst>
            <pc:docMk/>
            <pc:sldMk cId="1646646361" sldId="346"/>
            <ac:picMk id="5" creationId="{CE0F9C1A-FEB8-FBBC-E9BE-40B86A839146}"/>
          </ac:picMkLst>
        </pc:picChg>
      </pc:sldChg>
      <pc:sldChg chg="addSp delSp modSp mod">
        <pc:chgData name="Sam Prince" userId="b8c1c271-dd5b-4079-a09a-81f4ce8be867" providerId="ADAL" clId="{5A11C2E0-A7D7-4CD5-918C-9C3F3A467ECF}" dt="2023-10-12T15:08:04.089" v="881" actId="404"/>
        <pc:sldMkLst>
          <pc:docMk/>
          <pc:sldMk cId="4200396905" sldId="347"/>
        </pc:sldMkLst>
        <pc:spChg chg="mod">
          <ac:chgData name="Sam Prince" userId="b8c1c271-dd5b-4079-a09a-81f4ce8be867" providerId="ADAL" clId="{5A11C2E0-A7D7-4CD5-918C-9C3F3A467ECF}" dt="2023-10-03T14:47:34.190" v="226"/>
          <ac:spMkLst>
            <pc:docMk/>
            <pc:sldMk cId="4200396905" sldId="347"/>
            <ac:spMk id="3" creationId="{D1EFA940-FB75-764D-F6D7-F86373DA4679}"/>
          </ac:spMkLst>
        </pc:spChg>
        <pc:spChg chg="del">
          <ac:chgData name="Sam Prince" userId="b8c1c271-dd5b-4079-a09a-81f4ce8be867" providerId="ADAL" clId="{5A11C2E0-A7D7-4CD5-918C-9C3F3A467ECF}" dt="2023-10-03T14:47:43.684" v="228" actId="478"/>
          <ac:spMkLst>
            <pc:docMk/>
            <pc:sldMk cId="4200396905" sldId="347"/>
            <ac:spMk id="6" creationId="{7F782A53-BBAE-3B10-850B-3C8E0A3FC113}"/>
          </ac:spMkLst>
        </pc:spChg>
        <pc:spChg chg="mod">
          <ac:chgData name="Sam Prince" userId="b8c1c271-dd5b-4079-a09a-81f4ce8be867" providerId="ADAL" clId="{5A11C2E0-A7D7-4CD5-918C-9C3F3A467ECF}" dt="2023-10-12T15:08:04.089" v="881" actId="404"/>
          <ac:spMkLst>
            <pc:docMk/>
            <pc:sldMk cId="4200396905" sldId="347"/>
            <ac:spMk id="34820" creationId="{8DCD7CE1-603D-4D59-3DBB-C13C0B6505F0}"/>
          </ac:spMkLst>
        </pc:spChg>
        <pc:picChg chg="add mod">
          <ac:chgData name="Sam Prince" userId="b8c1c271-dd5b-4079-a09a-81f4ce8be867" providerId="ADAL" clId="{5A11C2E0-A7D7-4CD5-918C-9C3F3A467ECF}" dt="2023-10-12T10:48:06.080" v="773" actId="1076"/>
          <ac:picMkLst>
            <pc:docMk/>
            <pc:sldMk cId="4200396905" sldId="347"/>
            <ac:picMk id="4" creationId="{3F2618B1-B585-CF8D-8B38-E46B1560A718}"/>
          </ac:picMkLst>
        </pc:picChg>
        <pc:picChg chg="del">
          <ac:chgData name="Sam Prince" userId="b8c1c271-dd5b-4079-a09a-81f4ce8be867" providerId="ADAL" clId="{5A11C2E0-A7D7-4CD5-918C-9C3F3A467ECF}" dt="2023-10-12T10:47:53.330" v="770" actId="478"/>
          <ac:picMkLst>
            <pc:docMk/>
            <pc:sldMk cId="4200396905" sldId="347"/>
            <ac:picMk id="5" creationId="{0DB68E1C-C259-7524-A004-928D70742261}"/>
          </ac:picMkLst>
        </pc:picChg>
      </pc:sldChg>
      <pc:sldChg chg="modSp mod">
        <pc:chgData name="Sam Prince" userId="b8c1c271-dd5b-4079-a09a-81f4ce8be867" providerId="ADAL" clId="{5A11C2E0-A7D7-4CD5-918C-9C3F3A467ECF}" dt="2023-10-12T15:10:05.668" v="928" actId="1076"/>
        <pc:sldMkLst>
          <pc:docMk/>
          <pc:sldMk cId="3498956551" sldId="348"/>
        </pc:sldMkLst>
        <pc:spChg chg="mod">
          <ac:chgData name="Sam Prince" userId="b8c1c271-dd5b-4079-a09a-81f4ce8be867" providerId="ADAL" clId="{5A11C2E0-A7D7-4CD5-918C-9C3F3A467ECF}" dt="2023-10-12T15:10:05.668" v="928" actId="1076"/>
          <ac:spMkLst>
            <pc:docMk/>
            <pc:sldMk cId="3498956551" sldId="348"/>
            <ac:spMk id="2" creationId="{2548FFA8-F003-E5FA-FA7E-CE23A812F273}"/>
          </ac:spMkLst>
        </pc:spChg>
        <pc:spChg chg="mod">
          <ac:chgData name="Sam Prince" userId="b8c1c271-dd5b-4079-a09a-81f4ce8be867" providerId="ADAL" clId="{5A11C2E0-A7D7-4CD5-918C-9C3F3A467ECF}" dt="2023-10-03T14:53:52.174" v="363" actId="20577"/>
          <ac:spMkLst>
            <pc:docMk/>
            <pc:sldMk cId="3498956551" sldId="348"/>
            <ac:spMk id="34819" creationId="{453C7683-8588-7ABC-32E0-8A4E68218620}"/>
          </ac:spMkLst>
        </pc:spChg>
        <pc:spChg chg="mod">
          <ac:chgData name="Sam Prince" userId="b8c1c271-dd5b-4079-a09a-81f4ce8be867" providerId="ADAL" clId="{5A11C2E0-A7D7-4CD5-918C-9C3F3A467ECF}" dt="2023-10-12T15:09:59.419" v="927" actId="20577"/>
          <ac:spMkLst>
            <pc:docMk/>
            <pc:sldMk cId="3498956551" sldId="348"/>
            <ac:spMk id="34820" creationId="{8DCD7CE1-603D-4D59-3DBB-C13C0B6505F0}"/>
          </ac:spMkLst>
        </pc:spChg>
      </pc:sldChg>
      <pc:sldChg chg="delSp modSp new del mod">
        <pc:chgData name="Sam Prince" userId="b8c1c271-dd5b-4079-a09a-81f4ce8be867" providerId="ADAL" clId="{5A11C2E0-A7D7-4CD5-918C-9C3F3A467ECF}" dt="2023-10-12T10:13:04.105" v="686" actId="47"/>
        <pc:sldMkLst>
          <pc:docMk/>
          <pc:sldMk cId="1642061897" sldId="349"/>
        </pc:sldMkLst>
        <pc:spChg chg="del">
          <ac:chgData name="Sam Prince" userId="b8c1c271-dd5b-4079-a09a-81f4ce8be867" providerId="ADAL" clId="{5A11C2E0-A7D7-4CD5-918C-9C3F3A467ECF}" dt="2023-10-12T10:12:39.324" v="675" actId="478"/>
          <ac:spMkLst>
            <pc:docMk/>
            <pc:sldMk cId="1642061897" sldId="349"/>
            <ac:spMk id="2" creationId="{B0176BE5-BC08-8BC7-90BB-3B391BF9A829}"/>
          </ac:spMkLst>
        </pc:spChg>
        <pc:spChg chg="mod">
          <ac:chgData name="Sam Prince" userId="b8c1c271-dd5b-4079-a09a-81f4ce8be867" providerId="ADAL" clId="{5A11C2E0-A7D7-4CD5-918C-9C3F3A467ECF}" dt="2023-10-12T10:12:53.324" v="684" actId="14100"/>
          <ac:spMkLst>
            <pc:docMk/>
            <pc:sldMk cId="1642061897" sldId="349"/>
            <ac:spMk id="3" creationId="{950E726B-3B80-61B2-A38F-670B58273C87}"/>
          </ac:spMkLst>
        </pc:spChg>
        <pc:spChg chg="del">
          <ac:chgData name="Sam Prince" userId="b8c1c271-dd5b-4079-a09a-81f4ce8be867" providerId="ADAL" clId="{5A11C2E0-A7D7-4CD5-918C-9C3F3A467ECF}" dt="2023-10-12T10:12:42.740" v="676" actId="478"/>
          <ac:spMkLst>
            <pc:docMk/>
            <pc:sldMk cId="1642061897" sldId="349"/>
            <ac:spMk id="4" creationId="{59A99C66-7EA7-54AA-DF31-DAA9CF98BCC5}"/>
          </ac:spMkLst>
        </pc:spChg>
        <pc:spChg chg="del">
          <ac:chgData name="Sam Prince" userId="b8c1c271-dd5b-4079-a09a-81f4ce8be867" providerId="ADAL" clId="{5A11C2E0-A7D7-4CD5-918C-9C3F3A467ECF}" dt="2023-10-12T10:12:34.333" v="674" actId="478"/>
          <ac:spMkLst>
            <pc:docMk/>
            <pc:sldMk cId="1642061897" sldId="349"/>
            <ac:spMk id="5" creationId="{E20C3AC9-AB4D-406D-C353-64CB4D1B51F9}"/>
          </ac:spMkLst>
        </pc:spChg>
      </pc:sldChg>
      <pc:sldChg chg="delSp modSp new mod">
        <pc:chgData name="Sam Prince" userId="b8c1c271-dd5b-4079-a09a-81f4ce8be867" providerId="ADAL" clId="{5A11C2E0-A7D7-4CD5-918C-9C3F3A467ECF}" dt="2023-10-19T18:12:02.898" v="1047" actId="20577"/>
        <pc:sldMkLst>
          <pc:docMk/>
          <pc:sldMk cId="941398628" sldId="350"/>
        </pc:sldMkLst>
        <pc:spChg chg="mod">
          <ac:chgData name="Sam Prince" userId="b8c1c271-dd5b-4079-a09a-81f4ce8be867" providerId="ADAL" clId="{5A11C2E0-A7D7-4CD5-918C-9C3F3A467ECF}" dt="2023-10-12T10:13:23.104" v="705" actId="113"/>
          <ac:spMkLst>
            <pc:docMk/>
            <pc:sldMk cId="941398628" sldId="350"/>
            <ac:spMk id="2" creationId="{E598C33E-04DC-8952-0E15-941C50D55971}"/>
          </ac:spMkLst>
        </pc:spChg>
        <pc:spChg chg="mod">
          <ac:chgData name="Sam Prince" userId="b8c1c271-dd5b-4079-a09a-81f4ce8be867" providerId="ADAL" clId="{5A11C2E0-A7D7-4CD5-918C-9C3F3A467ECF}" dt="2023-10-19T18:12:02.898" v="1047" actId="20577"/>
          <ac:spMkLst>
            <pc:docMk/>
            <pc:sldMk cId="941398628" sldId="350"/>
            <ac:spMk id="3" creationId="{F7F08657-3AA8-F89D-0919-D9930EA6AEFE}"/>
          </ac:spMkLst>
        </pc:spChg>
        <pc:spChg chg="del">
          <ac:chgData name="Sam Prince" userId="b8c1c271-dd5b-4079-a09a-81f4ce8be867" providerId="ADAL" clId="{5A11C2E0-A7D7-4CD5-918C-9C3F3A467ECF}" dt="2023-10-12T10:13:27.073" v="706" actId="478"/>
          <ac:spMkLst>
            <pc:docMk/>
            <pc:sldMk cId="941398628" sldId="350"/>
            <ac:spMk id="4" creationId="{1F19F013-7A6A-C24E-EC4E-D7DFE5615EA1}"/>
          </ac:spMkLst>
        </pc:spChg>
      </pc:sldChg>
    </pc:docChg>
  </pc:docChgLst>
  <pc:docChgLst>
    <pc:chgData name="Sam Prince" userId="S::sam.prince1@pearson.com::b8c1c271-dd5b-4079-a09a-81f4ce8be867" providerId="AD" clId="Web-{7B41001B-4D6D-3AEE-2B1A-0579D413D8A4}"/>
    <pc:docChg chg="delSld">
      <pc:chgData name="Sam Prince" userId="S::sam.prince1@pearson.com::b8c1c271-dd5b-4079-a09a-81f4ce8be867" providerId="AD" clId="Web-{7B41001B-4D6D-3AEE-2B1A-0579D413D8A4}" dt="2023-10-20T11:08:27.079" v="0"/>
      <pc:docMkLst>
        <pc:docMk/>
      </pc:docMkLst>
      <pc:sldChg chg="del">
        <pc:chgData name="Sam Prince" userId="S::sam.prince1@pearson.com::b8c1c271-dd5b-4079-a09a-81f4ce8be867" providerId="AD" clId="Web-{7B41001B-4D6D-3AEE-2B1A-0579D413D8A4}" dt="2023-10-20T11:08:27.079" v="0"/>
        <pc:sldMkLst>
          <pc:docMk/>
          <pc:sldMk cId="941398628" sldId="350"/>
        </pc:sldMkLst>
      </pc:sldChg>
    </pc:docChg>
  </pc:docChgLst>
  <pc:docChgLst>
    <pc:chgData name="Sam Prince" userId="S::sam.prince1@pearson.com::b8c1c271-dd5b-4079-a09a-81f4ce8be867" providerId="AD" clId="Web-{79DC353A-6300-A286-344A-DCE5DD097774}"/>
    <pc:docChg chg="modSld">
      <pc:chgData name="Sam Prince" userId="S::sam.prince1@pearson.com::b8c1c271-dd5b-4079-a09a-81f4ce8be867" providerId="AD" clId="Web-{79DC353A-6300-A286-344A-DCE5DD097774}" dt="2023-10-20T09:55:50.564" v="16" actId="20577"/>
      <pc:docMkLst>
        <pc:docMk/>
      </pc:docMkLst>
      <pc:sldChg chg="modSp">
        <pc:chgData name="Sam Prince" userId="S::sam.prince1@pearson.com::b8c1c271-dd5b-4079-a09a-81f4ce8be867" providerId="AD" clId="Web-{79DC353A-6300-A286-344A-DCE5DD097774}" dt="2023-10-20T09:55:50.564" v="16" actId="20577"/>
        <pc:sldMkLst>
          <pc:docMk/>
          <pc:sldMk cId="941398628" sldId="350"/>
        </pc:sldMkLst>
        <pc:spChg chg="mod">
          <ac:chgData name="Sam Prince" userId="S::sam.prince1@pearson.com::b8c1c271-dd5b-4079-a09a-81f4ce8be867" providerId="AD" clId="Web-{79DC353A-6300-A286-344A-DCE5DD097774}" dt="2023-10-20T09:55:50.564" v="16" actId="20577"/>
          <ac:spMkLst>
            <pc:docMk/>
            <pc:sldMk cId="941398628" sldId="350"/>
            <ac:spMk id="3" creationId="{F7F08657-3AA8-F89D-0919-D9930EA6AEFE}"/>
          </ac:spMkLst>
        </pc:spChg>
      </pc:sldChg>
    </pc:docChg>
  </pc:docChgLst>
  <pc:docChgLst>
    <pc:chgData name="Sam Prince" userId="S::sam.prince1@pearson.com::b8c1c271-dd5b-4079-a09a-81f4ce8be867" providerId="AD" clId="Web-{1719E682-3771-7E83-5BDA-145ABEFA8441}"/>
    <pc:docChg chg="modSld">
      <pc:chgData name="Sam Prince" userId="S::sam.prince1@pearson.com::b8c1c271-dd5b-4079-a09a-81f4ce8be867" providerId="AD" clId="Web-{1719E682-3771-7E83-5BDA-145ABEFA8441}" dt="2023-10-19T15:43:01.627" v="21" actId="20577"/>
      <pc:docMkLst>
        <pc:docMk/>
      </pc:docMkLst>
      <pc:sldChg chg="modSp">
        <pc:chgData name="Sam Prince" userId="S::sam.prince1@pearson.com::b8c1c271-dd5b-4079-a09a-81f4ce8be867" providerId="AD" clId="Web-{1719E682-3771-7E83-5BDA-145ABEFA8441}" dt="2023-10-19T15:43:01.627" v="21" actId="20577"/>
        <pc:sldMkLst>
          <pc:docMk/>
          <pc:sldMk cId="941398628" sldId="350"/>
        </pc:sldMkLst>
        <pc:spChg chg="mod">
          <ac:chgData name="Sam Prince" userId="S::sam.prince1@pearson.com::b8c1c271-dd5b-4079-a09a-81f4ce8be867" providerId="AD" clId="Web-{1719E682-3771-7E83-5BDA-145ABEFA8441}" dt="2023-10-19T15:43:01.627" v="21" actId="20577"/>
          <ac:spMkLst>
            <pc:docMk/>
            <pc:sldMk cId="941398628" sldId="350"/>
            <ac:spMk id="3" creationId="{F7F08657-3AA8-F89D-0919-D9930EA6AEFE}"/>
          </ac:spMkLst>
        </pc:spChg>
      </pc:sldChg>
    </pc:docChg>
  </pc:docChgLst>
  <pc:docChgLst>
    <pc:chgData name="Sam Prince" userId="S::sam.prince1@pearson.com::b8c1c271-dd5b-4079-a09a-81f4ce8be867" providerId="AD" clId="Web-{4B8CDFB2-D1AB-CFAE-CB9E-91FA6346C7C6}"/>
    <pc:docChg chg="modSld">
      <pc:chgData name="Sam Prince" userId="S::sam.prince1@pearson.com::b8c1c271-dd5b-4079-a09a-81f4ce8be867" providerId="AD" clId="Web-{4B8CDFB2-D1AB-CFAE-CB9E-91FA6346C7C6}" dt="2023-10-12T20:11:36.880" v="26"/>
      <pc:docMkLst>
        <pc:docMk/>
      </pc:docMkLst>
      <pc:sldChg chg="modSp">
        <pc:chgData name="Sam Prince" userId="S::sam.prince1@pearson.com::b8c1c271-dd5b-4079-a09a-81f4ce8be867" providerId="AD" clId="Web-{4B8CDFB2-D1AB-CFAE-CB9E-91FA6346C7C6}" dt="2023-10-12T20:11:36.880" v="26"/>
        <pc:sldMkLst>
          <pc:docMk/>
          <pc:sldMk cId="941398628" sldId="350"/>
        </pc:sldMkLst>
        <pc:spChg chg="mod">
          <ac:chgData name="Sam Prince" userId="S::sam.prince1@pearson.com::b8c1c271-dd5b-4079-a09a-81f4ce8be867" providerId="AD" clId="Web-{4B8CDFB2-D1AB-CFAE-CB9E-91FA6346C7C6}" dt="2023-10-12T20:11:36.880" v="26"/>
          <ac:spMkLst>
            <pc:docMk/>
            <pc:sldMk cId="941398628" sldId="350"/>
            <ac:spMk id="3" creationId="{F7F08657-3AA8-F89D-0919-D9930EA6AEFE}"/>
          </ac:spMkLst>
        </pc:spChg>
      </pc:sldChg>
    </pc:docChg>
  </pc:docChgLst>
  <pc:docChgLst>
    <pc:chgData name="Sam Prince" userId="S::sam.prince1@pearson.com::b8c1c271-dd5b-4079-a09a-81f4ce8be867" providerId="AD" clId="Web-{9623BC56-F0B0-0777-CD9D-1E2CCDC3A8BC}"/>
    <pc:docChg chg="modSld">
      <pc:chgData name="Sam Prince" userId="S::sam.prince1@pearson.com::b8c1c271-dd5b-4079-a09a-81f4ce8be867" providerId="AD" clId="Web-{9623BC56-F0B0-0777-CD9D-1E2CCDC3A8BC}" dt="2023-10-04T12:10:31.329" v="6" actId="14100"/>
      <pc:docMkLst>
        <pc:docMk/>
      </pc:docMkLst>
      <pc:sldChg chg="addSp delSp modSp">
        <pc:chgData name="Sam Prince" userId="S::sam.prince1@pearson.com::b8c1c271-dd5b-4079-a09a-81f4ce8be867" providerId="AD" clId="Web-{9623BC56-F0B0-0777-CD9D-1E2CCDC3A8BC}" dt="2023-10-04T12:10:31.329" v="6" actId="14100"/>
        <pc:sldMkLst>
          <pc:docMk/>
          <pc:sldMk cId="3621417310" sldId="307"/>
        </pc:sldMkLst>
        <pc:picChg chg="del">
          <ac:chgData name="Sam Prince" userId="S::sam.prince1@pearson.com::b8c1c271-dd5b-4079-a09a-81f4ce8be867" providerId="AD" clId="Web-{9623BC56-F0B0-0777-CD9D-1E2CCDC3A8BC}" dt="2023-10-04T12:10:14.250" v="0"/>
          <ac:picMkLst>
            <pc:docMk/>
            <pc:sldMk cId="3621417310" sldId="307"/>
            <ac:picMk id="2" creationId="{4CCBF1A3-2B8D-290A-64F2-AEA6349049E5}"/>
          </ac:picMkLst>
        </pc:picChg>
        <pc:picChg chg="add mod">
          <ac:chgData name="Sam Prince" userId="S::sam.prince1@pearson.com::b8c1c271-dd5b-4079-a09a-81f4ce8be867" providerId="AD" clId="Web-{9623BC56-F0B0-0777-CD9D-1E2CCDC3A8BC}" dt="2023-10-04T12:10:31.329" v="6" actId="14100"/>
          <ac:picMkLst>
            <pc:docMk/>
            <pc:sldMk cId="3621417310" sldId="307"/>
            <ac:picMk id="4" creationId="{C2AD1066-6A1C-A658-D4C0-778D85C99386}"/>
          </ac:picMkLst>
        </pc:picChg>
      </pc:sldChg>
    </pc:docChg>
  </pc:docChgLst>
</pc:chgInfo>
</file>

<file path=ppt/comments/modernComment_13B_B9D6EFA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958746-0BCF-C542-BD4F-D919C715A1FB}" authorId="{531F32EF-B7AB-FD12-ECD3-DD5955CD0FA8}" status="resolved" created="2023-09-26T13:50:31.01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17871023" sldId="315"/>
      <ac:spMk id="34819" creationId="{453C7683-8588-7ABC-32E0-8A4E68218620}"/>
      <ac:txMk cp="104">
        <ac:context len="170" hash="2953852374"/>
      </ac:txMk>
    </ac:txMkLst>
    <p188:pos x="3992756" y="2505196"/>
    <p188:txBody>
      <a:bodyPr/>
      <a:lstStyle/>
      <a:p>
        <a:r>
          <a:rPr lang="en-GB"/>
          <a:t>Maybe add what the arrow means</a:t>
        </a:r>
      </a:p>
    </p188:txBody>
  </p188:cm>
</p188:cmLst>
</file>

<file path=ppt/comments/modernComment_14C_D617BBC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AE9B251-0630-C947-9568-8CC5BB65FFA2}" authorId="{531F32EF-B7AB-FD12-ECD3-DD5955CD0FA8}" status="resolved" created="2023-09-26T14:08:21.31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91879628" sldId="332"/>
      <ac:spMk id="34819" creationId="{453C7683-8588-7ABC-32E0-8A4E68218620}"/>
      <ac:txMk cp="253">
        <ac:context len="311" hash="3870787674"/>
      </ac:txMk>
    </ac:txMkLst>
    <p188:pos x="3806190" y="3704446"/>
    <p188:txBody>
      <a:bodyPr/>
      <a:lstStyle/>
      <a:p>
        <a:r>
          <a:rPr lang="en-GB"/>
          <a:t>do</a:t>
        </a:r>
      </a:p>
    </p188:txBody>
  </p188:cm>
  <p188:cm id="{D9AD8444-7CF5-6A41-A94A-FFEB19D8BD7C}" authorId="{531F32EF-B7AB-FD12-ECD3-DD5955CD0FA8}" status="resolved" created="2023-09-26T14:09:11.13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91879628" sldId="332"/>
      <ac:spMk id="34819" creationId="{453C7683-8588-7ABC-32E0-8A4E68218620}"/>
      <ac:txMk cp="34">
        <ac:context len="311" hash="3870787674"/>
      </ac:txMk>
    </ac:txMkLst>
    <p188:pos x="2423160" y="2104246"/>
    <p188:txBody>
      <a:bodyPr/>
      <a:lstStyle/>
      <a:p>
        <a:r>
          <a:rPr lang="en-GB"/>
          <a:t>risk of</a:t>
        </a:r>
      </a:p>
    </p188:txBody>
  </p188:cm>
  <p188:cm id="{2A2CB4F4-14B1-2B4A-9B01-AB49531F0BC9}" authorId="{531F32EF-B7AB-FD12-ECD3-DD5955CD0FA8}" status="resolved" created="2023-09-26T14:09:29.50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91879628" sldId="332"/>
      <ac:spMk id="34819" creationId="{453C7683-8588-7ABC-32E0-8A4E68218620}"/>
      <ac:txMk cp="117">
        <ac:context len="311" hash="3870787674"/>
      </ac:txMk>
    </ac:txMkLst>
    <p188:pos x="5612130" y="2104246"/>
    <p188:txBody>
      <a:bodyPr/>
      <a:lstStyle/>
      <a:p>
        <a:r>
          <a:rPr lang="en-GB"/>
          <a:t>delete</a:t>
        </a:r>
      </a:p>
    </p188:txBody>
  </p188:cm>
  <p188:cm id="{E973448A-C4B4-1A48-BE52-EFC39EB33B9F}" authorId="{531F32EF-B7AB-FD12-ECD3-DD5955CD0FA8}" status="resolved" created="2023-09-26T14:09:52.03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91879628" sldId="332"/>
      <ac:spMk id="34819" creationId="{453C7683-8588-7ABC-32E0-8A4E68218620}"/>
      <ac:txMk cp="219">
        <ac:context len="311" hash="3870787674"/>
      </ac:txMk>
    </ac:txMkLst>
    <p188:pos x="3954780" y="2904346"/>
    <p188:txBody>
      <a:bodyPr/>
      <a:lstStyle/>
      <a:p>
        <a:r>
          <a:rPr lang="en-GB"/>
          <a:t>for</a:t>
        </a:r>
      </a:p>
    </p188:txBody>
  </p188:cm>
</p188:cmLst>
</file>

<file path=ppt/comments/modernComment_142_A12D47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DE2A8CC-F697-A349-811D-92E7ABFC6B57}" authorId="{531F32EF-B7AB-FD12-ECD3-DD5955CD0FA8}" status="resolved" created="2023-09-26T13:54:15.17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04099085" sldId="322"/>
      <ac:spMk id="34819" creationId="{453C7683-8588-7ABC-32E0-8A4E68218620}"/>
      <ac:txMk cp="82">
        <ac:context len="230" hash="3222097787"/>
      </ac:txMk>
    </ac:txMkLst>
    <p188:pos x="5446266" y="1257486"/>
    <p188:txBody>
      <a:bodyPr/>
      <a:lstStyle/>
      <a:p>
        <a:r>
          <a:rPr lang="en-GB"/>
          <a:t>stage</a:t>
        </a:r>
      </a:p>
    </p188:txBody>
  </p188:cm>
</p188:cmLst>
</file>

<file path=ppt/comments/modernComment_143_7FE59F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874222-65A5-6643-8770-8368B78BD855}" authorId="{531F32EF-B7AB-FD12-ECD3-DD5955CD0FA8}" status="resolved" created="2023-09-26T13:55:13.95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45754900" sldId="323"/>
      <ac:spMk id="34819" creationId="{453C7683-8588-7ABC-32E0-8A4E68218620}"/>
      <ac:txMk cp="184">
        <ac:context len="301" hash="1400391009"/>
      </ac:txMk>
    </ac:txMkLst>
    <p188:pos x="6583680" y="2397802"/>
    <p188:txBody>
      <a:bodyPr/>
      <a:lstStyle/>
      <a:p>
        <a:r>
          <a:rPr lang="en-GB"/>
          <a:t>fingernails</a:t>
        </a:r>
      </a:p>
    </p188:txBody>
  </p188:cm>
</p188:cmLst>
</file>

<file path=ppt/comments/modernComment_145_342900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5D6D39-EF19-BD4F-93CF-BFC4BEA6F178}" authorId="{531F32EF-B7AB-FD12-ECD3-DD5955CD0FA8}" status="resolved" created="2023-09-26T14:04:23.83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75102210" sldId="325"/>
      <ac:spMk id="3" creationId="{C494921C-C8E3-C4F0-9C1B-B6E51CC0E1C9}"/>
      <ac:txMk cp="44">
        <ac:context len="126" hash="136435925"/>
      </ac:txMk>
    </ac:txMkLst>
    <p188:pos x="2780768" y="2474146"/>
    <p188:txBody>
      <a:bodyPr/>
      <a:lstStyle/>
      <a:p>
        <a:r>
          <a:rPr lang="en-GB"/>
          <a:t>Or below? In student book
Also not sure if need to add Fahrenheit been added to student book. Although not sure as Jordan seems to use metric.</a:t>
        </a:r>
      </a:p>
    </p188:txBody>
  </p188:cm>
</p188:cmLst>
</file>

<file path=ppt/comments/modernComment_146_94C844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FD819ED-6C58-A644-B578-D4B4BCC9F62E}" authorId="{531F32EF-B7AB-FD12-ECD3-DD5955CD0FA8}" status="resolved" created="2023-09-26T14:05:43.33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96152711" sldId="326"/>
      <ac:spMk id="34819" creationId="{453C7683-8588-7ABC-32E0-8A4E68218620}"/>
      <ac:txMk cp="33">
        <ac:context len="178" hash="32851740"/>
      </ac:txMk>
    </ac:txMkLst>
    <p188:pos x="2763234" y="2573135"/>
    <p188:txBody>
      <a:bodyPr/>
      <a:lstStyle/>
      <a:p>
        <a:r>
          <a:rPr lang="en-GB"/>
          <a:t>Is there a reason this need to be in bold?</a:t>
        </a:r>
      </a:p>
    </p188:txBody>
  </p188:cm>
</p188:cmLst>
</file>

<file path=ppt/comments/modernComment_151_F47CAB8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704FDC-4419-1C48-B7B1-54022B892E07}" authorId="{531F32EF-B7AB-FD12-ECD3-DD5955CD0FA8}" status="resolved" created="2023-09-26T13:56:59.53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01811084" sldId="337"/>
      <ac:spMk id="34819" creationId="{453C7683-8588-7ABC-32E0-8A4E68218620}"/>
      <ac:txMk cp="37">
        <ac:context len="310" hash="1097847333"/>
      </ac:txMk>
    </ac:txMkLst>
    <p188:pos x="5956016" y="1693912"/>
    <p188:txBody>
      <a:bodyPr/>
      <a:lstStyle/>
      <a:p>
        <a:r>
          <a:rPr lang="en-GB"/>
          <a:t>to eat</a:t>
        </a:r>
      </a:p>
    </p188:txBody>
  </p188:cm>
  <p188:cm id="{4E541A02-D877-3848-8A56-C2B3EF7C2E6C}" authorId="{531F32EF-B7AB-FD12-ECD3-DD5955CD0FA8}" status="resolved" created="2023-09-26T13:57:31.56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01811084" sldId="337"/>
      <ac:spMk id="34819" creationId="{453C7683-8588-7ABC-32E0-8A4E68218620}"/>
      <ac:txMk cp="203">
        <ac:context len="310" hash="1097847333"/>
      </ac:txMk>
    </ac:txMkLst>
    <p188:pos x="5761706" y="2574022"/>
    <p188:txBody>
      <a:bodyPr/>
      <a:lstStyle/>
      <a:p>
        <a:r>
          <a:rPr lang="en-GB"/>
          <a:t>delete</a:t>
        </a:r>
      </a:p>
    </p188:txBody>
  </p188:cm>
  <p188:cm id="{466249C0-7B16-014F-B2EE-87A02392421F}" authorId="{531F32EF-B7AB-FD12-ECD3-DD5955CD0FA8}" status="resolved" created="2023-09-26T13:58:24.77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01811084" sldId="337"/>
      <ac:spMk id="34819" creationId="{453C7683-8588-7ABC-32E0-8A4E68218620}"/>
      <ac:txMk cp="299">
        <ac:context len="310" hash="1097847333"/>
      </ac:txMk>
    </ac:txMkLst>
    <p188:pos x="4470116" y="3888472"/>
    <p188:txBody>
      <a:bodyPr/>
      <a:lstStyle/>
      <a:p>
        <a:r>
          <a:rPr lang="en-GB"/>
          <a:t>only preparation?</a:t>
        </a:r>
      </a:p>
    </p188:txBody>
  </p188:cm>
</p188:cmLst>
</file>

<file path=ppt/comments/modernComment_152_36CF92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75E4A7-8864-D743-BCBA-5A978D190DD7}" authorId="{531F32EF-B7AB-FD12-ECD3-DD5955CD0FA8}" status="resolved" created="2023-09-26T14:00:44.04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19573128" sldId="338"/>
      <ac:spMk id="34819" creationId="{453C7683-8588-7ABC-32E0-8A4E68218620}"/>
      <ac:txMk cp="20">
        <ac:context len="201" hash="2147044752"/>
      </ac:txMk>
    </ac:txMkLst>
    <p188:pos x="7691156" y="453762"/>
    <p188:txBody>
      <a:bodyPr/>
      <a:lstStyle/>
      <a:p>
        <a:r>
          <a:rPr lang="en-GB"/>
          <a:t>Recording and documentation would be good added here although covered a little in next slide.</a:t>
        </a:r>
      </a:p>
    </p188:txBody>
  </p188:cm>
</p188:cmLst>
</file>

<file path=ppt/comments/modernComment_157_3A403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253D410-EDFF-3E45-B2FF-96179B590C31}" authorId="{531F32EF-B7AB-FD12-ECD3-DD5955CD0FA8}" status="resolved" created="2023-09-26T13:47:12.167" complete="100000">
    <pc:sldMkLst xmlns:pc="http://schemas.microsoft.com/office/powerpoint/2013/main/command">
      <pc:docMk/>
      <pc:sldMk cId="61080566" sldId="343"/>
    </pc:sldMkLst>
    <p188:replyLst>
      <p188:reply id="{D065728D-E13B-FC4A-A70D-EF01B0431308}" authorId="{8EF2998A-632D-7DD3-001C-456425904A3C}" created="2023-09-27T15:05:08.068">
        <p188:txBody>
          <a:bodyPr/>
          <a:lstStyle/>
          <a:p>
            <a:r>
              <a:rPr lang="en-GB"/>
              <a:t>top of page 58
Importance of risk assessment:
o reduce potential harm or injury to self, staff, visitors and customers
o legal requirement to avoid legal action
o maintain good reputation
o avoid loss of business.</a:t>
            </a:r>
          </a:p>
        </p188:txBody>
      </p188:reply>
    </p188:replyLst>
    <p188:txBody>
      <a:bodyPr/>
      <a:lstStyle/>
      <a:p>
        <a:r>
          <a:rPr lang="en-GB"/>
          <a:t>Can’t see where this  spec point is although there is some crossover with risk assessments and other slides.
Risk – likelihood of hazard causing actual harm:
o risk assessment – recognition of the likelihood of a hazard occurring
o evaluate level of risks
o minimise future risks
o identify plans of support
o consult with employees and ensure their best interests
o set dates for reviews. 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A795F6-FE18-2247-9559-234D424F9D4B}" type="doc">
      <dgm:prSet loTypeId="urn:microsoft.com/office/officeart/2005/8/layout/cycle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EF3D361-2446-9744-B74E-142B488556ED}">
      <dgm:prSet phldrT="[Text]" custT="1"/>
      <dgm:spPr>
        <a:solidFill>
          <a:srgbClr val="0070C0"/>
        </a:solidFill>
      </dgm:spPr>
      <dgm:t>
        <a:bodyPr/>
        <a:lstStyle/>
        <a:p>
          <a:pPr algn="ctr"/>
          <a:r>
            <a:rPr lang="ar-EG" sz="1400" dirty="0">
              <a:latin typeface="Arial" panose="020B0604020202020204" pitchFamily="34" charset="0"/>
              <a:cs typeface="Arial" panose="020B0604020202020204" pitchFamily="34" charset="0"/>
            </a:rPr>
            <a:t>تحديد المخاطر</a:t>
          </a:r>
        </a:p>
      </dgm:t>
    </dgm:pt>
    <dgm:pt modelId="{485405CA-519E-594F-AA5D-8AEEF47A4744}" type="parTrans" cxnId="{E8C4E218-359F-B240-9856-D04F753E5287}">
      <dgm:prSet/>
      <dgm:spPr/>
      <dgm:t>
        <a:bodyPr/>
        <a:lstStyle/>
        <a:p>
          <a:pPr algn="ctr"/>
          <a:endParaRPr lang="en-GB"/>
        </a:p>
      </dgm:t>
    </dgm:pt>
    <dgm:pt modelId="{D7CA1EC8-66AA-774D-80BC-E5CE4591BDE6}" type="sibTrans" cxnId="{E8C4E218-359F-B240-9856-D04F753E5287}">
      <dgm:prSet/>
      <dgm:spPr>
        <a:solidFill>
          <a:srgbClr val="0070C0"/>
        </a:solidFill>
      </dgm:spPr>
      <dgm:t>
        <a:bodyPr/>
        <a:lstStyle/>
        <a:p>
          <a:pPr algn="ctr"/>
          <a:endParaRPr lang="en-GB"/>
        </a:p>
      </dgm:t>
    </dgm:pt>
    <dgm:pt modelId="{A40AED4D-A821-ED49-82BC-9FA90EA31802}">
      <dgm:prSet phldrT="[Text]" custT="1"/>
      <dgm:spPr>
        <a:solidFill>
          <a:srgbClr val="0070C0"/>
        </a:solidFill>
      </dgm:spPr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تحديد من قد يتضرر وكيفية تضرره</a:t>
          </a:r>
        </a:p>
      </dgm:t>
    </dgm:pt>
    <dgm:pt modelId="{92B432EB-B5C8-D944-B407-B0E997B000D7}" type="parTrans" cxnId="{C7C38D04-4114-5A45-91B6-3CAA80362A5B}">
      <dgm:prSet/>
      <dgm:spPr/>
      <dgm:t>
        <a:bodyPr/>
        <a:lstStyle/>
        <a:p>
          <a:pPr algn="ctr"/>
          <a:endParaRPr lang="en-GB"/>
        </a:p>
      </dgm:t>
    </dgm:pt>
    <dgm:pt modelId="{FC67AC62-8D98-CD42-8C89-2A51FA530A7B}" type="sibTrans" cxnId="{C7C38D04-4114-5A45-91B6-3CAA80362A5B}">
      <dgm:prSet/>
      <dgm:spPr>
        <a:solidFill>
          <a:srgbClr val="0070C0"/>
        </a:solidFill>
      </dgm:spPr>
      <dgm:t>
        <a:bodyPr/>
        <a:lstStyle/>
        <a:p>
          <a:pPr algn="ctr"/>
          <a:endParaRPr lang="en-GB"/>
        </a:p>
      </dgm:t>
    </dgm:pt>
    <dgm:pt modelId="{4243BDEA-77C5-454F-BFCF-2BAD1078B977}">
      <dgm:prSet phldrT="[Text]" custT="1"/>
      <dgm:spPr>
        <a:solidFill>
          <a:srgbClr val="0070C0"/>
        </a:solidFill>
      </dgm:spPr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تقييم المخاطر وتحديد الاحتياطات</a:t>
          </a:r>
        </a:p>
      </dgm:t>
    </dgm:pt>
    <dgm:pt modelId="{48DBA031-E75D-5D40-9A59-69768B385B10}" type="parTrans" cxnId="{019BA006-5A3B-5145-95A8-2840880973F6}">
      <dgm:prSet/>
      <dgm:spPr/>
      <dgm:t>
        <a:bodyPr/>
        <a:lstStyle/>
        <a:p>
          <a:pPr algn="ctr"/>
          <a:endParaRPr lang="en-GB"/>
        </a:p>
      </dgm:t>
    </dgm:pt>
    <dgm:pt modelId="{9391770E-0D0E-9C47-8014-005221BD3A89}" type="sibTrans" cxnId="{019BA006-5A3B-5145-95A8-2840880973F6}">
      <dgm:prSet/>
      <dgm:spPr>
        <a:solidFill>
          <a:srgbClr val="0070C0"/>
        </a:solidFill>
      </dgm:spPr>
      <dgm:t>
        <a:bodyPr/>
        <a:lstStyle/>
        <a:p>
          <a:pPr algn="ctr"/>
          <a:endParaRPr lang="en-GB"/>
        </a:p>
      </dgm:t>
    </dgm:pt>
    <dgm:pt modelId="{08F94FDA-E101-2549-9EFB-5F1D3E6C3A09}">
      <dgm:prSet phldrT="[Text]" custT="1"/>
      <dgm:spPr>
        <a:solidFill>
          <a:srgbClr val="0070C0"/>
        </a:solidFill>
      </dgm:spPr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تسجيل النتائج وتنفيذها</a:t>
          </a:r>
        </a:p>
      </dgm:t>
    </dgm:pt>
    <dgm:pt modelId="{5A23E116-8157-1F45-9B67-FF5F98537E5E}" type="parTrans" cxnId="{00A4CB6E-D7C9-AF40-AF7A-3885951CD1C4}">
      <dgm:prSet/>
      <dgm:spPr/>
      <dgm:t>
        <a:bodyPr/>
        <a:lstStyle/>
        <a:p>
          <a:pPr algn="ctr"/>
          <a:endParaRPr lang="en-GB"/>
        </a:p>
      </dgm:t>
    </dgm:pt>
    <dgm:pt modelId="{F7C7D8BE-AF45-8E4D-BC52-2576FBEF1BF3}" type="sibTrans" cxnId="{00A4CB6E-D7C9-AF40-AF7A-3885951CD1C4}">
      <dgm:prSet/>
      <dgm:spPr>
        <a:solidFill>
          <a:srgbClr val="0070C0"/>
        </a:solidFill>
      </dgm:spPr>
      <dgm:t>
        <a:bodyPr/>
        <a:lstStyle/>
        <a:p>
          <a:pPr algn="ctr"/>
          <a:endParaRPr lang="en-GB"/>
        </a:p>
      </dgm:t>
    </dgm:pt>
    <dgm:pt modelId="{093CD21F-B7E9-6C47-99B6-FEC8C2A4C6C7}">
      <dgm:prSet phldrT="[Text]" custT="1"/>
      <dgm:spPr>
        <a:solidFill>
          <a:srgbClr val="0070C0"/>
        </a:solidFill>
      </dgm:spPr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مراجعة تقييمك وتحديثه، </a:t>
          </a:r>
          <a:b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إذا لزم الأمر</a:t>
          </a:r>
        </a:p>
      </dgm:t>
    </dgm:pt>
    <dgm:pt modelId="{224E5A4F-BB68-A24E-8920-79DBF146DA82}" type="parTrans" cxnId="{B004272B-A92A-8446-8DBC-7148C70FE169}">
      <dgm:prSet/>
      <dgm:spPr/>
      <dgm:t>
        <a:bodyPr/>
        <a:lstStyle/>
        <a:p>
          <a:pPr algn="ctr"/>
          <a:endParaRPr lang="en-GB"/>
        </a:p>
      </dgm:t>
    </dgm:pt>
    <dgm:pt modelId="{E0153D75-E6D2-7248-B425-58EC5D3C7117}" type="sibTrans" cxnId="{B004272B-A92A-8446-8DBC-7148C70FE169}">
      <dgm:prSet/>
      <dgm:spPr>
        <a:solidFill>
          <a:srgbClr val="0070C0"/>
        </a:solidFill>
      </dgm:spPr>
      <dgm:t>
        <a:bodyPr/>
        <a:lstStyle/>
        <a:p>
          <a:pPr algn="ctr"/>
          <a:endParaRPr lang="en-GB"/>
        </a:p>
      </dgm:t>
    </dgm:pt>
    <dgm:pt modelId="{B462D6CC-AA70-894C-8FB0-539B9276EE8F}" type="pres">
      <dgm:prSet presAssocID="{D6A795F6-FE18-2247-9559-234D424F9D4B}" presName="cycle" presStyleCnt="0">
        <dgm:presLayoutVars>
          <dgm:dir val="rev"/>
          <dgm:resizeHandles val="exact"/>
        </dgm:presLayoutVars>
      </dgm:prSet>
      <dgm:spPr/>
    </dgm:pt>
    <dgm:pt modelId="{65907ACB-783C-D148-A310-EB9061A68CA8}" type="pres">
      <dgm:prSet presAssocID="{BEF3D361-2446-9744-B74E-142B488556ED}" presName="node" presStyleLbl="node1" presStyleIdx="0" presStyleCnt="5">
        <dgm:presLayoutVars>
          <dgm:bulletEnabled val="1"/>
        </dgm:presLayoutVars>
      </dgm:prSet>
      <dgm:spPr/>
    </dgm:pt>
    <dgm:pt modelId="{0D7CB3C4-C9CB-BB4F-87A2-65C072F9113D}" type="pres">
      <dgm:prSet presAssocID="{D7CA1EC8-66AA-774D-80BC-E5CE4591BDE6}" presName="sibTrans" presStyleLbl="sibTrans2D1" presStyleIdx="0" presStyleCnt="5"/>
      <dgm:spPr/>
    </dgm:pt>
    <dgm:pt modelId="{6131C214-7837-624A-9A4D-408460A6397E}" type="pres">
      <dgm:prSet presAssocID="{D7CA1EC8-66AA-774D-80BC-E5CE4591BDE6}" presName="connectorText" presStyleLbl="sibTrans2D1" presStyleIdx="0" presStyleCnt="5"/>
      <dgm:spPr/>
    </dgm:pt>
    <dgm:pt modelId="{C9CC6D43-D5E2-0C46-9681-527F441709DF}" type="pres">
      <dgm:prSet presAssocID="{A40AED4D-A821-ED49-82BC-9FA90EA31802}" presName="node" presStyleLbl="node1" presStyleIdx="1" presStyleCnt="5">
        <dgm:presLayoutVars>
          <dgm:bulletEnabled val="1"/>
        </dgm:presLayoutVars>
      </dgm:prSet>
      <dgm:spPr/>
    </dgm:pt>
    <dgm:pt modelId="{D03E4088-73AF-F149-B10A-C136B2B9E9A5}" type="pres">
      <dgm:prSet presAssocID="{FC67AC62-8D98-CD42-8C89-2A51FA530A7B}" presName="sibTrans" presStyleLbl="sibTrans2D1" presStyleIdx="1" presStyleCnt="5"/>
      <dgm:spPr/>
    </dgm:pt>
    <dgm:pt modelId="{4BBFB10C-F831-AF4C-929F-B7522D193D86}" type="pres">
      <dgm:prSet presAssocID="{FC67AC62-8D98-CD42-8C89-2A51FA530A7B}" presName="connectorText" presStyleLbl="sibTrans2D1" presStyleIdx="1" presStyleCnt="5"/>
      <dgm:spPr/>
    </dgm:pt>
    <dgm:pt modelId="{C2C44519-79F3-394B-B53F-75A00BEFBF44}" type="pres">
      <dgm:prSet presAssocID="{4243BDEA-77C5-454F-BFCF-2BAD1078B977}" presName="node" presStyleLbl="node1" presStyleIdx="2" presStyleCnt="5">
        <dgm:presLayoutVars>
          <dgm:bulletEnabled val="1"/>
        </dgm:presLayoutVars>
      </dgm:prSet>
      <dgm:spPr/>
    </dgm:pt>
    <dgm:pt modelId="{BE2FFCBF-735F-9B4F-AAF8-8E5BF190BF9D}" type="pres">
      <dgm:prSet presAssocID="{9391770E-0D0E-9C47-8014-005221BD3A89}" presName="sibTrans" presStyleLbl="sibTrans2D1" presStyleIdx="2" presStyleCnt="5"/>
      <dgm:spPr/>
    </dgm:pt>
    <dgm:pt modelId="{3EF8D002-964D-AC42-AEEB-7FB220FB7239}" type="pres">
      <dgm:prSet presAssocID="{9391770E-0D0E-9C47-8014-005221BD3A89}" presName="connectorText" presStyleLbl="sibTrans2D1" presStyleIdx="2" presStyleCnt="5"/>
      <dgm:spPr/>
    </dgm:pt>
    <dgm:pt modelId="{5008446E-2DA2-5643-AF97-9E5EA38CD065}" type="pres">
      <dgm:prSet presAssocID="{08F94FDA-E101-2549-9EFB-5F1D3E6C3A09}" presName="node" presStyleLbl="node1" presStyleIdx="3" presStyleCnt="5">
        <dgm:presLayoutVars>
          <dgm:bulletEnabled val="1"/>
        </dgm:presLayoutVars>
      </dgm:prSet>
      <dgm:spPr/>
    </dgm:pt>
    <dgm:pt modelId="{C7B15052-396A-9844-B974-CA6359866959}" type="pres">
      <dgm:prSet presAssocID="{F7C7D8BE-AF45-8E4D-BC52-2576FBEF1BF3}" presName="sibTrans" presStyleLbl="sibTrans2D1" presStyleIdx="3" presStyleCnt="5"/>
      <dgm:spPr/>
    </dgm:pt>
    <dgm:pt modelId="{4D57C594-E213-9E43-8B66-32BEB61D8449}" type="pres">
      <dgm:prSet presAssocID="{F7C7D8BE-AF45-8E4D-BC52-2576FBEF1BF3}" presName="connectorText" presStyleLbl="sibTrans2D1" presStyleIdx="3" presStyleCnt="5"/>
      <dgm:spPr/>
    </dgm:pt>
    <dgm:pt modelId="{3202EB1C-DC70-E54D-8A60-E08DACA18BB4}" type="pres">
      <dgm:prSet presAssocID="{093CD21F-B7E9-6C47-99B6-FEC8C2A4C6C7}" presName="node" presStyleLbl="node1" presStyleIdx="4" presStyleCnt="5">
        <dgm:presLayoutVars>
          <dgm:bulletEnabled val="1"/>
        </dgm:presLayoutVars>
      </dgm:prSet>
      <dgm:spPr/>
    </dgm:pt>
    <dgm:pt modelId="{5B41F936-0420-3B4D-882B-879988E00F66}" type="pres">
      <dgm:prSet presAssocID="{E0153D75-E6D2-7248-B425-58EC5D3C7117}" presName="sibTrans" presStyleLbl="sibTrans2D1" presStyleIdx="4" presStyleCnt="5"/>
      <dgm:spPr/>
    </dgm:pt>
    <dgm:pt modelId="{9591A26F-90B5-2B4F-8147-99FAF5F5960B}" type="pres">
      <dgm:prSet presAssocID="{E0153D75-E6D2-7248-B425-58EC5D3C7117}" presName="connectorText" presStyleLbl="sibTrans2D1" presStyleIdx="4" presStyleCnt="5"/>
      <dgm:spPr/>
    </dgm:pt>
  </dgm:ptLst>
  <dgm:cxnLst>
    <dgm:cxn modelId="{120EE500-2465-DD42-829C-F2C38F9523BB}" type="presOf" srcId="{9391770E-0D0E-9C47-8014-005221BD3A89}" destId="{3EF8D002-964D-AC42-AEEB-7FB220FB7239}" srcOrd="1" destOrd="0" presId="urn:microsoft.com/office/officeart/2005/8/layout/cycle2"/>
    <dgm:cxn modelId="{C7C38D04-4114-5A45-91B6-3CAA80362A5B}" srcId="{D6A795F6-FE18-2247-9559-234D424F9D4B}" destId="{A40AED4D-A821-ED49-82BC-9FA90EA31802}" srcOrd="1" destOrd="0" parTransId="{92B432EB-B5C8-D944-B407-B0E997B000D7}" sibTransId="{FC67AC62-8D98-CD42-8C89-2A51FA530A7B}"/>
    <dgm:cxn modelId="{019BA006-5A3B-5145-95A8-2840880973F6}" srcId="{D6A795F6-FE18-2247-9559-234D424F9D4B}" destId="{4243BDEA-77C5-454F-BFCF-2BAD1078B977}" srcOrd="2" destOrd="0" parTransId="{48DBA031-E75D-5D40-9A59-69768B385B10}" sibTransId="{9391770E-0D0E-9C47-8014-005221BD3A89}"/>
    <dgm:cxn modelId="{49F0D60C-4470-0D4B-B9D0-E717B87B2B39}" type="presOf" srcId="{F7C7D8BE-AF45-8E4D-BC52-2576FBEF1BF3}" destId="{4D57C594-E213-9E43-8B66-32BEB61D8449}" srcOrd="1" destOrd="0" presId="urn:microsoft.com/office/officeart/2005/8/layout/cycle2"/>
    <dgm:cxn modelId="{75C87813-32C1-2E4C-B455-2A2451E0DC4D}" type="presOf" srcId="{E0153D75-E6D2-7248-B425-58EC5D3C7117}" destId="{9591A26F-90B5-2B4F-8147-99FAF5F5960B}" srcOrd="1" destOrd="0" presId="urn:microsoft.com/office/officeart/2005/8/layout/cycle2"/>
    <dgm:cxn modelId="{E8C4E218-359F-B240-9856-D04F753E5287}" srcId="{D6A795F6-FE18-2247-9559-234D424F9D4B}" destId="{BEF3D361-2446-9744-B74E-142B488556ED}" srcOrd="0" destOrd="0" parTransId="{485405CA-519E-594F-AA5D-8AEEF47A4744}" sibTransId="{D7CA1EC8-66AA-774D-80BC-E5CE4591BDE6}"/>
    <dgm:cxn modelId="{B004272B-A92A-8446-8DBC-7148C70FE169}" srcId="{D6A795F6-FE18-2247-9559-234D424F9D4B}" destId="{093CD21F-B7E9-6C47-99B6-FEC8C2A4C6C7}" srcOrd="4" destOrd="0" parTransId="{224E5A4F-BB68-A24E-8920-79DBF146DA82}" sibTransId="{E0153D75-E6D2-7248-B425-58EC5D3C7117}"/>
    <dgm:cxn modelId="{AB947034-B35A-B449-98CC-31D91FB0B1FD}" type="presOf" srcId="{F7C7D8BE-AF45-8E4D-BC52-2576FBEF1BF3}" destId="{C7B15052-396A-9844-B974-CA6359866959}" srcOrd="0" destOrd="0" presId="urn:microsoft.com/office/officeart/2005/8/layout/cycle2"/>
    <dgm:cxn modelId="{A325D637-42AF-B847-9B1C-7D5EC01C7DF9}" type="presOf" srcId="{4243BDEA-77C5-454F-BFCF-2BAD1078B977}" destId="{C2C44519-79F3-394B-B53F-75A00BEFBF44}" srcOrd="0" destOrd="0" presId="urn:microsoft.com/office/officeart/2005/8/layout/cycle2"/>
    <dgm:cxn modelId="{43855249-FBB1-1D4B-870B-A45AC79876CE}" type="presOf" srcId="{D7CA1EC8-66AA-774D-80BC-E5CE4591BDE6}" destId="{6131C214-7837-624A-9A4D-408460A6397E}" srcOrd="1" destOrd="0" presId="urn:microsoft.com/office/officeart/2005/8/layout/cycle2"/>
    <dgm:cxn modelId="{00A4CB6E-D7C9-AF40-AF7A-3885951CD1C4}" srcId="{D6A795F6-FE18-2247-9559-234D424F9D4B}" destId="{08F94FDA-E101-2549-9EFB-5F1D3E6C3A09}" srcOrd="3" destOrd="0" parTransId="{5A23E116-8157-1F45-9B67-FF5F98537E5E}" sibTransId="{F7C7D8BE-AF45-8E4D-BC52-2576FBEF1BF3}"/>
    <dgm:cxn modelId="{C78B1354-F6A5-7B42-80B6-2C7A71E36FEF}" type="presOf" srcId="{D6A795F6-FE18-2247-9559-234D424F9D4B}" destId="{B462D6CC-AA70-894C-8FB0-539B9276EE8F}" srcOrd="0" destOrd="0" presId="urn:microsoft.com/office/officeart/2005/8/layout/cycle2"/>
    <dgm:cxn modelId="{58B67D59-BB8E-BD4F-A245-3218BC13C16D}" type="presOf" srcId="{E0153D75-E6D2-7248-B425-58EC5D3C7117}" destId="{5B41F936-0420-3B4D-882B-879988E00F66}" srcOrd="0" destOrd="0" presId="urn:microsoft.com/office/officeart/2005/8/layout/cycle2"/>
    <dgm:cxn modelId="{24C73A92-F6D6-9A48-ACE5-2FE26543EC08}" type="presOf" srcId="{D7CA1EC8-66AA-774D-80BC-E5CE4591BDE6}" destId="{0D7CB3C4-C9CB-BB4F-87A2-65C072F9113D}" srcOrd="0" destOrd="0" presId="urn:microsoft.com/office/officeart/2005/8/layout/cycle2"/>
    <dgm:cxn modelId="{1A92C49C-4DF9-4543-91FB-BCA05C08F030}" type="presOf" srcId="{FC67AC62-8D98-CD42-8C89-2A51FA530A7B}" destId="{4BBFB10C-F831-AF4C-929F-B7522D193D86}" srcOrd="1" destOrd="0" presId="urn:microsoft.com/office/officeart/2005/8/layout/cycle2"/>
    <dgm:cxn modelId="{919446A8-DDEB-2449-854D-20E31670508A}" type="presOf" srcId="{08F94FDA-E101-2549-9EFB-5F1D3E6C3A09}" destId="{5008446E-2DA2-5643-AF97-9E5EA38CD065}" srcOrd="0" destOrd="0" presId="urn:microsoft.com/office/officeart/2005/8/layout/cycle2"/>
    <dgm:cxn modelId="{A1B212B6-A419-5B4E-B42D-DCAD9E22CF6C}" type="presOf" srcId="{FC67AC62-8D98-CD42-8C89-2A51FA530A7B}" destId="{D03E4088-73AF-F149-B10A-C136B2B9E9A5}" srcOrd="0" destOrd="0" presId="urn:microsoft.com/office/officeart/2005/8/layout/cycle2"/>
    <dgm:cxn modelId="{BEC13CC0-CE58-A249-84F9-D8088D82DFE3}" type="presOf" srcId="{9391770E-0D0E-9C47-8014-005221BD3A89}" destId="{BE2FFCBF-735F-9B4F-AAF8-8E5BF190BF9D}" srcOrd="0" destOrd="0" presId="urn:microsoft.com/office/officeart/2005/8/layout/cycle2"/>
    <dgm:cxn modelId="{BEB9A1C7-29BE-624B-9C45-8100C44111A5}" type="presOf" srcId="{A40AED4D-A821-ED49-82BC-9FA90EA31802}" destId="{C9CC6D43-D5E2-0C46-9681-527F441709DF}" srcOrd="0" destOrd="0" presId="urn:microsoft.com/office/officeart/2005/8/layout/cycle2"/>
    <dgm:cxn modelId="{8E201ECE-2EB1-D448-99BC-B54A2C6836B8}" type="presOf" srcId="{BEF3D361-2446-9744-B74E-142B488556ED}" destId="{65907ACB-783C-D148-A310-EB9061A68CA8}" srcOrd="0" destOrd="0" presId="urn:microsoft.com/office/officeart/2005/8/layout/cycle2"/>
    <dgm:cxn modelId="{47D82FD5-5C71-534E-92B7-B83EF6CB7DF4}" type="presOf" srcId="{093CD21F-B7E9-6C47-99B6-FEC8C2A4C6C7}" destId="{3202EB1C-DC70-E54D-8A60-E08DACA18BB4}" srcOrd="0" destOrd="0" presId="urn:microsoft.com/office/officeart/2005/8/layout/cycle2"/>
    <dgm:cxn modelId="{69E0EE5D-731D-7D4B-98F4-5BA7B3E27134}" type="presParOf" srcId="{B462D6CC-AA70-894C-8FB0-539B9276EE8F}" destId="{65907ACB-783C-D148-A310-EB9061A68CA8}" srcOrd="0" destOrd="0" presId="urn:microsoft.com/office/officeart/2005/8/layout/cycle2"/>
    <dgm:cxn modelId="{87959A9B-75A1-B24B-92AE-283AC340F835}" type="presParOf" srcId="{B462D6CC-AA70-894C-8FB0-539B9276EE8F}" destId="{0D7CB3C4-C9CB-BB4F-87A2-65C072F9113D}" srcOrd="1" destOrd="0" presId="urn:microsoft.com/office/officeart/2005/8/layout/cycle2"/>
    <dgm:cxn modelId="{02175FB8-C8C5-1740-87C8-BC6EFB29D067}" type="presParOf" srcId="{0D7CB3C4-C9CB-BB4F-87A2-65C072F9113D}" destId="{6131C214-7837-624A-9A4D-408460A6397E}" srcOrd="0" destOrd="0" presId="urn:microsoft.com/office/officeart/2005/8/layout/cycle2"/>
    <dgm:cxn modelId="{37DA5428-70BE-8D49-AB53-46D6E2214F1D}" type="presParOf" srcId="{B462D6CC-AA70-894C-8FB0-539B9276EE8F}" destId="{C9CC6D43-D5E2-0C46-9681-527F441709DF}" srcOrd="2" destOrd="0" presId="urn:microsoft.com/office/officeart/2005/8/layout/cycle2"/>
    <dgm:cxn modelId="{E3FD2579-C292-2F46-A587-91DB21B76C70}" type="presParOf" srcId="{B462D6CC-AA70-894C-8FB0-539B9276EE8F}" destId="{D03E4088-73AF-F149-B10A-C136B2B9E9A5}" srcOrd="3" destOrd="0" presId="urn:microsoft.com/office/officeart/2005/8/layout/cycle2"/>
    <dgm:cxn modelId="{C6DA262B-55AA-9846-9EE3-D934EB007979}" type="presParOf" srcId="{D03E4088-73AF-F149-B10A-C136B2B9E9A5}" destId="{4BBFB10C-F831-AF4C-929F-B7522D193D86}" srcOrd="0" destOrd="0" presId="urn:microsoft.com/office/officeart/2005/8/layout/cycle2"/>
    <dgm:cxn modelId="{2E097974-3169-DA42-B384-C1EC2FF6ABC8}" type="presParOf" srcId="{B462D6CC-AA70-894C-8FB0-539B9276EE8F}" destId="{C2C44519-79F3-394B-B53F-75A00BEFBF44}" srcOrd="4" destOrd="0" presId="urn:microsoft.com/office/officeart/2005/8/layout/cycle2"/>
    <dgm:cxn modelId="{10CDA5CE-2FD7-0E4D-AF74-51579E224F81}" type="presParOf" srcId="{B462D6CC-AA70-894C-8FB0-539B9276EE8F}" destId="{BE2FFCBF-735F-9B4F-AAF8-8E5BF190BF9D}" srcOrd="5" destOrd="0" presId="urn:microsoft.com/office/officeart/2005/8/layout/cycle2"/>
    <dgm:cxn modelId="{17A975AB-30EE-8E4C-80A5-3269BB766CC0}" type="presParOf" srcId="{BE2FFCBF-735F-9B4F-AAF8-8E5BF190BF9D}" destId="{3EF8D002-964D-AC42-AEEB-7FB220FB7239}" srcOrd="0" destOrd="0" presId="urn:microsoft.com/office/officeart/2005/8/layout/cycle2"/>
    <dgm:cxn modelId="{3398185C-D4ED-2C4E-93A9-DEE75957A0DD}" type="presParOf" srcId="{B462D6CC-AA70-894C-8FB0-539B9276EE8F}" destId="{5008446E-2DA2-5643-AF97-9E5EA38CD065}" srcOrd="6" destOrd="0" presId="urn:microsoft.com/office/officeart/2005/8/layout/cycle2"/>
    <dgm:cxn modelId="{36AA8DCD-44E8-2C4E-A5FE-6BBEC2B9D3BE}" type="presParOf" srcId="{B462D6CC-AA70-894C-8FB0-539B9276EE8F}" destId="{C7B15052-396A-9844-B974-CA6359866959}" srcOrd="7" destOrd="0" presId="urn:microsoft.com/office/officeart/2005/8/layout/cycle2"/>
    <dgm:cxn modelId="{C394A4DF-72B7-D842-8FF2-9B364FE0C3C7}" type="presParOf" srcId="{C7B15052-396A-9844-B974-CA6359866959}" destId="{4D57C594-E213-9E43-8B66-32BEB61D8449}" srcOrd="0" destOrd="0" presId="urn:microsoft.com/office/officeart/2005/8/layout/cycle2"/>
    <dgm:cxn modelId="{CE77FA5A-BEFE-5748-AEDD-903FC2039B18}" type="presParOf" srcId="{B462D6CC-AA70-894C-8FB0-539B9276EE8F}" destId="{3202EB1C-DC70-E54D-8A60-E08DACA18BB4}" srcOrd="8" destOrd="0" presId="urn:microsoft.com/office/officeart/2005/8/layout/cycle2"/>
    <dgm:cxn modelId="{EFB8C9CA-F7EA-FE49-BEC0-E2338294EB08}" type="presParOf" srcId="{B462D6CC-AA70-894C-8FB0-539B9276EE8F}" destId="{5B41F936-0420-3B4D-882B-879988E00F66}" srcOrd="9" destOrd="0" presId="urn:microsoft.com/office/officeart/2005/8/layout/cycle2"/>
    <dgm:cxn modelId="{0A0BFC10-4706-5342-89E8-E1BA1DCED969}" type="presParOf" srcId="{5B41F936-0420-3B4D-882B-879988E00F66}" destId="{9591A26F-90B5-2B4F-8147-99FAF5F5960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07ACB-783C-D148-A310-EB9061A68CA8}">
      <dsp:nvSpPr>
        <dsp:cNvPr id="0" name=""/>
        <dsp:cNvSpPr/>
      </dsp:nvSpPr>
      <dsp:spPr>
        <a:xfrm>
          <a:off x="3077296" y="1527"/>
          <a:ext cx="1427124" cy="1427124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kern="1200" dirty="0">
              <a:latin typeface="Arial" panose="020B0604020202020204" pitchFamily="34" charset="0"/>
              <a:cs typeface="Arial" panose="020B0604020202020204" pitchFamily="34" charset="0"/>
            </a:rPr>
            <a:t>تحديد المخاطر</a:t>
          </a:r>
        </a:p>
      </dsp:txBody>
      <dsp:txXfrm>
        <a:off x="3286293" y="210524"/>
        <a:ext cx="1009130" cy="1009130"/>
      </dsp:txXfrm>
    </dsp:sp>
    <dsp:sp modelId="{0D7CB3C4-C9CB-BB4F-87A2-65C072F9113D}">
      <dsp:nvSpPr>
        <dsp:cNvPr id="0" name=""/>
        <dsp:cNvSpPr/>
      </dsp:nvSpPr>
      <dsp:spPr>
        <a:xfrm rot="8640000">
          <a:off x="2744161" y="1097248"/>
          <a:ext cx="378458" cy="481654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 rot="10800000">
        <a:off x="2846856" y="1160211"/>
        <a:ext cx="264921" cy="288992"/>
      </dsp:txXfrm>
    </dsp:sp>
    <dsp:sp modelId="{C9CC6D43-D5E2-0C46-9681-527F441709DF}">
      <dsp:nvSpPr>
        <dsp:cNvPr id="0" name=""/>
        <dsp:cNvSpPr/>
      </dsp:nvSpPr>
      <dsp:spPr>
        <a:xfrm>
          <a:off x="1345030" y="1260091"/>
          <a:ext cx="1427124" cy="1427124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تحديد من قد يتضرر وكيفية تضرره</a:t>
          </a:r>
        </a:p>
      </dsp:txBody>
      <dsp:txXfrm>
        <a:off x="1554027" y="1469088"/>
        <a:ext cx="1009130" cy="1009130"/>
      </dsp:txXfrm>
    </dsp:sp>
    <dsp:sp modelId="{D03E4088-73AF-F149-B10A-C136B2B9E9A5}">
      <dsp:nvSpPr>
        <dsp:cNvPr id="0" name=""/>
        <dsp:cNvSpPr/>
      </dsp:nvSpPr>
      <dsp:spPr>
        <a:xfrm rot="4320000">
          <a:off x="2196887" y="2740840"/>
          <a:ext cx="378458" cy="481654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2236113" y="2783181"/>
        <a:ext cx="264921" cy="288992"/>
      </dsp:txXfrm>
    </dsp:sp>
    <dsp:sp modelId="{C2C44519-79F3-394B-B53F-75A00BEFBF44}">
      <dsp:nvSpPr>
        <dsp:cNvPr id="0" name=""/>
        <dsp:cNvSpPr/>
      </dsp:nvSpPr>
      <dsp:spPr>
        <a:xfrm>
          <a:off x="2006697" y="3296491"/>
          <a:ext cx="1427124" cy="1427124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تقييم المخاطر وتحديد الاحتياطات</a:t>
          </a:r>
        </a:p>
      </dsp:txBody>
      <dsp:txXfrm>
        <a:off x="2215694" y="3505488"/>
        <a:ext cx="1009130" cy="1009130"/>
      </dsp:txXfrm>
    </dsp:sp>
    <dsp:sp modelId="{BE2FFCBF-735F-9B4F-AAF8-8E5BF190BF9D}">
      <dsp:nvSpPr>
        <dsp:cNvPr id="0" name=""/>
        <dsp:cNvSpPr/>
      </dsp:nvSpPr>
      <dsp:spPr>
        <a:xfrm>
          <a:off x="3590918" y="3769226"/>
          <a:ext cx="378458" cy="481654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3590918" y="3865557"/>
        <a:ext cx="264921" cy="288992"/>
      </dsp:txXfrm>
    </dsp:sp>
    <dsp:sp modelId="{5008446E-2DA2-5643-AF97-9E5EA38CD065}">
      <dsp:nvSpPr>
        <dsp:cNvPr id="0" name=""/>
        <dsp:cNvSpPr/>
      </dsp:nvSpPr>
      <dsp:spPr>
        <a:xfrm>
          <a:off x="4147894" y="3296491"/>
          <a:ext cx="1427124" cy="1427124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تسجيل النتائج وتنفيذها</a:t>
          </a:r>
        </a:p>
      </dsp:txBody>
      <dsp:txXfrm>
        <a:off x="4356891" y="3505488"/>
        <a:ext cx="1009130" cy="1009130"/>
      </dsp:txXfrm>
    </dsp:sp>
    <dsp:sp modelId="{C7B15052-396A-9844-B974-CA6359866959}">
      <dsp:nvSpPr>
        <dsp:cNvPr id="0" name=""/>
        <dsp:cNvSpPr/>
      </dsp:nvSpPr>
      <dsp:spPr>
        <a:xfrm rot="17280000">
          <a:off x="4999751" y="2761213"/>
          <a:ext cx="378458" cy="481654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5038977" y="2911534"/>
        <a:ext cx="264921" cy="288992"/>
      </dsp:txXfrm>
    </dsp:sp>
    <dsp:sp modelId="{3202EB1C-DC70-E54D-8A60-E08DACA18BB4}">
      <dsp:nvSpPr>
        <dsp:cNvPr id="0" name=""/>
        <dsp:cNvSpPr/>
      </dsp:nvSpPr>
      <dsp:spPr>
        <a:xfrm>
          <a:off x="4809561" y="1260091"/>
          <a:ext cx="1427124" cy="1427124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مراجعة تقييمك وتحديثه، </a:t>
          </a:r>
          <a:b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ar-EG" sz="14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إذا لزم الأمر</a:t>
          </a:r>
        </a:p>
      </dsp:txBody>
      <dsp:txXfrm>
        <a:off x="5018558" y="1469088"/>
        <a:ext cx="1009130" cy="1009130"/>
      </dsp:txXfrm>
    </dsp:sp>
    <dsp:sp modelId="{5B41F936-0420-3B4D-882B-879988E00F66}">
      <dsp:nvSpPr>
        <dsp:cNvPr id="0" name=""/>
        <dsp:cNvSpPr/>
      </dsp:nvSpPr>
      <dsp:spPr>
        <a:xfrm rot="12960000">
          <a:off x="4476427" y="1109840"/>
          <a:ext cx="378458" cy="481654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 rot="10800000">
        <a:off x="4579122" y="1239539"/>
        <a:ext cx="264921" cy="2889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72569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32667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0496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91184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55928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6688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49626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50275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0326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77830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491442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9538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45733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420401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7851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272191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118650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909677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03616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685749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688078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680741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80787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24219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51964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07161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98227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Unit X: </a:t>
            </a:r>
            <a:r>
              <a:rPr lang="en-GB" altLang="en-US" dirty="0" err="1"/>
              <a:t>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 altLang="en-US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Blue 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Blue subhead</a:t>
            </a:r>
          </a:p>
          <a:p>
            <a:r>
              <a:rPr lang="en-GB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2592856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882772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9E207E3D-CC08-0B3E-7A36-4263BFE332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7_3A403F6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7.xml"/><Relationship Id="rId4" Type="http://schemas.microsoft.com/office/2018/10/relationships/comments" Target="../comments/modernComment_13B_B9D6EFAF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7.xml"/><Relationship Id="rId4" Type="http://schemas.microsoft.com/office/2018/10/relationships/comments" Target="../comments/modernComment_142_A12D470D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7.xml"/><Relationship Id="rId4" Type="http://schemas.microsoft.com/office/2018/10/relationships/comments" Target="../comments/modernComment_143_7FE59F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7.xml"/><Relationship Id="rId4" Type="http://schemas.microsoft.com/office/2018/10/relationships/comments" Target="../comments/modernComment_151_F47CAB8C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7.xml"/><Relationship Id="rId4" Type="http://schemas.microsoft.com/office/2018/10/relationships/comments" Target="../comments/modernComment_152_36CF928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8.xml"/><Relationship Id="rId4" Type="http://schemas.microsoft.com/office/2018/10/relationships/comments" Target="../comments/modernComment_145_3429000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8.xml"/><Relationship Id="rId4" Type="http://schemas.microsoft.com/office/2018/10/relationships/comments" Target="../comments/modernComment_146_94C8448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7.xml"/><Relationship Id="rId4" Type="http://schemas.microsoft.com/office/2018/10/relationships/comments" Target="../comments/modernComment_14C_D617BBCC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 dirty="0"/>
              <a:t>الوحدة 5</a:t>
            </a:r>
            <a:br>
              <a:rPr lang="ar-EG" b="1" dirty="0"/>
            </a:br>
            <a:br>
              <a:rPr lang="ar-EG" b="1" dirty="0"/>
            </a:br>
            <a:r>
              <a:rPr lang="ar-EG" b="1" dirty="0"/>
              <a:t>الصحة والسلامة والنظافة </a:t>
            </a:r>
            <a:br>
              <a:rPr lang="ar-EG" b="1" dirty="0"/>
            </a:br>
            <a:r>
              <a:rPr lang="ar-EG" b="1" dirty="0"/>
              <a:t>في مجال الضيافة</a:t>
            </a:r>
            <a:br>
              <a:rPr lang="ar-EG" dirty="0"/>
            </a:br>
            <a:br>
              <a:rPr lang="ar-EG" dirty="0"/>
            </a:br>
            <a:endParaRPr lang="ar-EG" dirty="0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ar-EG" sz="1400"/>
              <a:t>شركة بيرسون للتعليم المحدودة 2023.</a:t>
            </a:r>
            <a:r>
              <a:rPr lang="en-US" sz="1400"/>
              <a:t> </a:t>
            </a:r>
            <a:r>
              <a:rPr lang="ar-EG" sz="1400"/>
              <a:t>يُسمح بالنسخ لمؤسسة الشراء فقط.</a:t>
            </a:r>
            <a:r>
              <a:rPr lang="en-US" sz="140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4FD922F-A298-68CA-8F15-CFA722C754F6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 dirty="0"/>
              <a:t>الصحة والسلامة والنظافة </a:t>
            </a:r>
            <a:br>
              <a:rPr lang="ar-EG" b="1" dirty="0"/>
            </a:br>
            <a:r>
              <a:rPr lang="ar-EG" b="1" dirty="0"/>
              <a:t>في مجال الضيافة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636912"/>
            <a:ext cx="8424935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ar-EG" dirty="0"/>
              <a:t>في هذه الوحدة، سوف تقوم بفحص مسؤوليات أصحاب العمل والموظفين تجاه الصحة والسلامة في مكان العمل ومخاطر الصحة والسلامة في مكان العمل </a:t>
            </a:r>
            <a:br>
              <a:rPr lang="ar-EG" dirty="0"/>
            </a:br>
            <a:r>
              <a:rPr lang="ar-EG" dirty="0"/>
              <a:t>وتقييم المخاطر.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EG" dirty="0"/>
              <a:t>سوف تتعرف على المخاطر الرئيسية المتعلقة بالمواد الغذائية والضوابط المطلوبة لتقليل هذه المخاطر أو القضاء عليها وإجراءات المراقبة التي يجب تنفيذها.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EG" dirty="0"/>
              <a:t>سوف تتعلم أيضًا أساسيات النظافة الشخصية والحفاظ على نظافة مناطق العمل وتطهيرها.</a:t>
            </a:r>
          </a:p>
          <a:p>
            <a:pPr>
              <a:buFont typeface="Arial" panose="020B0604020202020204" pitchFamily="34" charset="0"/>
              <a:buChar char="•"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A57EB8D-3081-FCB3-4F61-FA2487988A40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 dirty="0"/>
              <a:t>أهداف التعلم</a:t>
            </a: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1061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387350" defTabSz="431800">
              <a:buNone/>
            </a:pPr>
            <a:r>
              <a:rPr lang="ar-EG" b="1"/>
              <a:t>أ</a:t>
            </a:r>
            <a:r>
              <a:rPr lang="ar-EG"/>
              <a:t> فهم أهمية الصحة والسلامة في مجال الضيافة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/>
              <a:t>ب</a:t>
            </a:r>
            <a:r>
              <a:rPr lang="ar-EG"/>
              <a:t> استكشاف أهمية سلامة الأغذية في صناعة الضيافة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/>
              <a:t>ج</a:t>
            </a:r>
            <a:r>
              <a:rPr lang="ar-EG"/>
              <a:t>  فهم كيفية الحفاظ على النظافة الشخصية وصحة منطقة العمل ونظافتها</a:t>
            </a: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ar-EG"/>
            </a:br>
            <a:r>
              <a:rPr lang="ar-EG"/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62B81C3-E980-140A-0405-15A444C620D1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b="1"/>
              <a:t>هدف التعلم أ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فهم أهمية الصحة والسلامة </a:t>
            </a:r>
            <a:br>
              <a:rPr lang="ar-EG" sz="3600" b="1" dirty="0"/>
            </a:br>
            <a:r>
              <a:rPr lang="ar-EG" sz="3600" b="1" dirty="0"/>
              <a:t>في مجال الضيافة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  <a:p>
            <a:endParaRPr lang="en-GB" sz="2400" dirty="0">
              <a:effectLst/>
            </a:endParaRP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AAA97A-4EF2-4353-6EF6-8A9860214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97" y="4005064"/>
            <a:ext cx="7991475" cy="208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400"/>
              <a:t>مسؤوليات أصحاب العمل والموظفين تجاه الصحة والسلامة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400"/>
              <a:t>مخاطر الصحة والسلامة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400"/>
              <a:t>تقييم المخاطر</a:t>
            </a:r>
          </a:p>
          <a:p>
            <a:endParaRPr lang="en-GB" altLang="en-US" sz="3600" b="1" dirty="0"/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  <a:p>
            <a:endParaRPr lang="en-GB" sz="2400" dirty="0">
              <a:effectLst/>
            </a:endParaRP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CFD3C-DA82-E23E-BE1F-3B74ABF087CE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-161970" y="2708920"/>
            <a:ext cx="9073104" cy="3816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b="1" dirty="0"/>
              <a:t>مسؤوليات صاحب العمل:</a:t>
            </a:r>
          </a:p>
          <a:p>
            <a:pPr marL="685800"/>
            <a:r>
              <a:rPr lang="ar-EG" dirty="0"/>
              <a:t>تسجيل أعمالهم</a:t>
            </a:r>
          </a:p>
          <a:p>
            <a:pPr marL="685800"/>
            <a:r>
              <a:rPr lang="ar-EG" dirty="0"/>
              <a:t>التأكد من اتباع ممارسات وإجراءات الصحة والسلامة المناسبة</a:t>
            </a:r>
          </a:p>
          <a:p>
            <a:pPr marL="685800"/>
            <a:r>
              <a:rPr lang="ar-EG" dirty="0"/>
              <a:t>حماية الموظفين من أي شيء قد يسبب الضرر</a:t>
            </a:r>
          </a:p>
          <a:p>
            <a:pPr marL="685800"/>
            <a:r>
              <a:rPr lang="ar-EG" dirty="0"/>
              <a:t>تقييمات المخاطر الكاملة.</a:t>
            </a:r>
          </a:p>
          <a:p>
            <a:pPr indent="0"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مسؤوليات أصحاب العمل والموظفين </a:t>
            </a:r>
            <a:br>
              <a:rPr lang="ar-EG" sz="3600" b="1" dirty="0"/>
            </a:br>
            <a:r>
              <a:rPr lang="ar-EG" sz="3600" b="1" dirty="0"/>
              <a:t>تجاه الصحة والسلامة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E782593-C219-F1D8-1012-29D307804AF9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779912" y="2492896"/>
            <a:ext cx="5364088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ar-EG" b="1" dirty="0"/>
              <a:t>مسؤوليات صاحب العمل:</a:t>
            </a:r>
          </a:p>
          <a:p>
            <a:pPr marL="685800"/>
            <a:r>
              <a:rPr lang="ar-EG" dirty="0"/>
              <a:t>توفير معلومات سلامة واضحة للموظفين </a:t>
            </a:r>
            <a:br>
              <a:rPr lang="ar-EG" dirty="0"/>
            </a:br>
            <a:r>
              <a:rPr lang="ar-EG" dirty="0"/>
              <a:t>حول المخاطر</a:t>
            </a:r>
          </a:p>
          <a:p>
            <a:pPr marL="685800"/>
            <a:r>
              <a:rPr lang="ar-EG" dirty="0"/>
              <a:t>تدريب الموظفين على التعامل مع المخاطر</a:t>
            </a:r>
          </a:p>
          <a:p>
            <a:pPr marL="685800"/>
            <a:r>
              <a:rPr lang="ar-EG" dirty="0"/>
              <a:t>التشاور مع الموظفين بشأن جميع قضايا الصحة والسلامة.</a:t>
            </a:r>
          </a:p>
          <a:p>
            <a:pPr indent="0" algn="ctr">
              <a:buNone/>
            </a:pPr>
            <a:endParaRPr lang="en-GB" altLang="en-US" dirty="0"/>
          </a:p>
          <a:p>
            <a:pPr indent="0">
              <a:buNone/>
            </a:pPr>
            <a:r>
              <a:rPr lang="ar-EG" b="1" dirty="0"/>
              <a:t>سؤال:</a:t>
            </a:r>
            <a:r>
              <a:rPr lang="ar-EG" dirty="0"/>
              <a:t> كيف يمكن لصاحب العمل التشاور </a:t>
            </a:r>
            <a:br>
              <a:rPr lang="ar-EG" dirty="0"/>
            </a:br>
            <a:r>
              <a:rPr lang="ar-EG" dirty="0"/>
              <a:t>مع الموظفين؟             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 dirty="0"/>
              <a:t>مسؤوليات أصحاب العمل والموظفين </a:t>
            </a:r>
            <a:br>
              <a:rPr lang="ar-EG" sz="3200" b="1" dirty="0"/>
            </a:br>
            <a:r>
              <a:rPr lang="ar-EG" sz="3200" b="1" dirty="0"/>
              <a:t>تجاه الصحة والسلامة (2)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43F3E-7CE2-52A0-E21A-68E144DE400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600" y="2520260"/>
            <a:ext cx="2376264" cy="356439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6CC3096-8531-8324-9D21-7EAEFC084B21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5848967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780928"/>
            <a:ext cx="9144000" cy="38884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b="1"/>
              <a:t>مسؤوليات الموظف:</a:t>
            </a:r>
          </a:p>
          <a:p>
            <a:pPr marL="685800"/>
            <a:r>
              <a:rPr lang="ar-EG"/>
              <a:t>اتباع قواعد وممارسات وإجراءات الصحة والسلامة التنظيمية والقانونية</a:t>
            </a:r>
          </a:p>
          <a:p>
            <a:pPr marL="685800"/>
            <a:r>
              <a:rPr lang="ar-EG"/>
              <a:t>التعاون مع أصحاب العمل بشأن متطلبات الصحة والسلامة</a:t>
            </a:r>
          </a:p>
          <a:p>
            <a:pPr marL="685800"/>
            <a:r>
              <a:rPr lang="ar-EG"/>
              <a:t>إظهار واجب العناية بصحتهم وسلامتهم وصحة الآخرين.</a:t>
            </a:r>
          </a:p>
          <a:p>
            <a:pPr indent="0">
              <a:buNone/>
            </a:pPr>
            <a:endParaRPr lang="en-GB" altLang="en-US" dirty="0"/>
          </a:p>
          <a:p>
            <a:pPr indent="0">
              <a:buNone/>
            </a:pPr>
            <a:r>
              <a:rPr lang="ar-EG" b="1"/>
              <a:t>سؤال</a:t>
            </a:r>
            <a:r>
              <a:rPr lang="ar-EG"/>
              <a:t>: ما معنى واجب الرعاية؟</a:t>
            </a: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 dirty="0"/>
              <a:t>مسؤوليات أصحاب العمل والموظفين </a:t>
            </a:r>
            <a:br>
              <a:rPr lang="ar-EG" sz="3200" b="1" dirty="0"/>
            </a:br>
            <a:r>
              <a:rPr lang="ar-EG" sz="3200" b="1" dirty="0"/>
              <a:t>تجاه الصحة والسلامة (2)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43AAC87-7488-D7C3-AFD7-B214730D6734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024889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27784" y="2780928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ar-EG" b="1"/>
              <a:t>مسؤوليات الموظف:</a:t>
            </a:r>
          </a:p>
          <a:p>
            <a:pPr marL="685800"/>
            <a:r>
              <a:rPr lang="ar-EG"/>
              <a:t>استخدام المعدات على النحو الذي تدربوا عليه، مثل أي ملابس واقية لازمة (معدت الوقاية الشخصية)</a:t>
            </a:r>
          </a:p>
          <a:p>
            <a:pPr marL="685800"/>
            <a:r>
              <a:rPr lang="ar-EG"/>
              <a:t>الإبلاغ عن المرض</a:t>
            </a:r>
          </a:p>
          <a:p>
            <a:pPr marL="685800"/>
            <a:r>
              <a:rPr lang="ar-EG"/>
              <a:t>الإبلاغ عن أي شيء يعتبرونه خطيرًا</a:t>
            </a:r>
          </a:p>
          <a:p>
            <a:pPr marL="685800"/>
            <a:r>
              <a:rPr lang="ar-EG"/>
              <a:t>النظافة الشخصية الجيدة.</a:t>
            </a:r>
            <a:r>
              <a:rPr lang="en-US"/>
              <a:t> </a:t>
            </a:r>
          </a:p>
          <a:p>
            <a:pPr marL="685800"/>
            <a:endParaRPr lang="en-GB" altLang="en-US" dirty="0"/>
          </a:p>
          <a:p>
            <a:pPr marL="265113" indent="77788">
              <a:buNone/>
            </a:pPr>
            <a:r>
              <a:rPr lang="ar-EG" b="1"/>
              <a:t>سؤال</a:t>
            </a:r>
            <a:r>
              <a:rPr lang="ar-EG"/>
              <a:t>: ما نوع معدات الوقاية الشخصية المستخدمة في الضيافة؟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 dirty="0"/>
              <a:t>مسؤوليات أصحاب العمل والموظفين </a:t>
            </a:r>
            <a:br>
              <a:rPr lang="ar-EG" sz="3200" b="1" dirty="0"/>
            </a:br>
            <a:r>
              <a:rPr lang="ar-EG" sz="3200" b="1" dirty="0"/>
              <a:t>تجاه الصحة والسلامة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EAE8932-5D4C-B6A3-B6D1-AD912109A455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1009866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779914" y="1856408"/>
            <a:ext cx="5364087" cy="4024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ar-EG" b="1" dirty="0"/>
              <a:t>المخاطر</a:t>
            </a:r>
          </a:p>
          <a:p>
            <a:pPr marL="685800"/>
            <a:r>
              <a:rPr lang="ar-EG" dirty="0"/>
              <a:t>الحريق</a:t>
            </a:r>
          </a:p>
          <a:p>
            <a:pPr marL="685800"/>
            <a:r>
              <a:rPr lang="ar-EG" dirty="0"/>
              <a:t>المعدات الساخنة</a:t>
            </a:r>
          </a:p>
          <a:p>
            <a:pPr marL="685800"/>
            <a:r>
              <a:rPr lang="ar-EG" dirty="0"/>
              <a:t>سلوك غير لائق وغير مقبول</a:t>
            </a:r>
          </a:p>
          <a:p>
            <a:pPr marL="685800"/>
            <a:r>
              <a:rPr lang="ar-EG" dirty="0"/>
              <a:t>الرفع والحمل بشكل غير صحيح</a:t>
            </a:r>
            <a:r>
              <a:rPr lang="en-US" dirty="0"/>
              <a:t> </a:t>
            </a:r>
          </a:p>
          <a:p>
            <a:pPr marL="685800"/>
            <a:r>
              <a:rPr lang="ar-EG" dirty="0"/>
              <a:t>السكاكين</a:t>
            </a:r>
            <a:r>
              <a:rPr lang="en-US" dirty="0"/>
              <a:t> </a:t>
            </a:r>
          </a:p>
          <a:p>
            <a:pPr marL="685800"/>
            <a:r>
              <a:rPr lang="ar-EG" dirty="0"/>
              <a:t>الأسلاك الطويلة</a:t>
            </a:r>
            <a:r>
              <a:rPr lang="en-US" dirty="0"/>
              <a:t> </a:t>
            </a:r>
          </a:p>
          <a:p>
            <a:pPr marL="685800"/>
            <a:r>
              <a:rPr lang="ar-EG" dirty="0"/>
              <a:t>الاستخدام غير الآمن للمعدات</a:t>
            </a:r>
            <a:r>
              <a:rPr lang="en-US" dirty="0"/>
              <a:t> </a:t>
            </a:r>
          </a:p>
          <a:p>
            <a:pPr marL="685800"/>
            <a:r>
              <a:rPr lang="ar-EG" dirty="0"/>
              <a:t>الأرضيات المبللة والأسطح الزلقة</a:t>
            </a:r>
            <a:r>
              <a:rPr lang="en-US" dirty="0"/>
              <a:t> </a:t>
            </a:r>
          </a:p>
          <a:p>
            <a:pPr indent="0">
              <a:buNone/>
            </a:pPr>
            <a:endParaRPr lang="en-GB" altLang="en-US" b="1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مخاطر الصحة والسلامة 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0FC90-DB5A-0390-B400-6DA1ABC550A6}"/>
              </a:ext>
            </a:extLst>
          </p:cNvPr>
          <p:cNvSpPr txBox="1"/>
          <p:nvPr/>
        </p:nvSpPr>
        <p:spPr>
          <a:xfrm>
            <a:off x="1691680" y="6304579"/>
            <a:ext cx="698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ar-EG" sz="2400" b="1"/>
              <a:t>سؤال</a:t>
            </a:r>
            <a:r>
              <a:rPr lang="ar-EG" sz="2400"/>
              <a:t>: هل يمكنك التفكير في المزيد من المخاطر؟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EA2F76-7DA9-B217-9549-BBF74605104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2690052"/>
            <a:ext cx="3777574" cy="2833181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EA7871A-5D7D-6EC4-4B76-7F79C99ED5CF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262888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5B3A8-EB7B-B090-DB94-D9902ECBF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0973" y="2060848"/>
            <a:ext cx="4027488" cy="4024100"/>
          </a:xfrm>
        </p:spPr>
        <p:txBody>
          <a:bodyPr/>
          <a:lstStyle/>
          <a:p>
            <a:pPr marL="0" indent="0">
              <a:buNone/>
            </a:pPr>
            <a:r>
              <a:rPr lang="ar-EG" b="1"/>
              <a:t>الإصابات</a:t>
            </a:r>
          </a:p>
          <a:p>
            <a:r>
              <a:rPr lang="ar-EG"/>
              <a:t>إصابات الظهر والساق</a:t>
            </a:r>
          </a:p>
          <a:p>
            <a:r>
              <a:rPr lang="ar-EG"/>
              <a:t>الحروق من النار</a:t>
            </a:r>
          </a:p>
          <a:p>
            <a:r>
              <a:rPr lang="ar-EG"/>
              <a:t>الجروح</a:t>
            </a:r>
          </a:p>
          <a:p>
            <a:r>
              <a:rPr lang="ar-EG"/>
              <a:t>السقوط</a:t>
            </a:r>
          </a:p>
          <a:p>
            <a:r>
              <a:rPr lang="ar-EG"/>
              <a:t>الحروق من السوائل</a:t>
            </a:r>
          </a:p>
          <a:p>
            <a:r>
              <a:rPr lang="ar-EG"/>
              <a:t>الانزلاق</a:t>
            </a:r>
          </a:p>
          <a:p>
            <a:r>
              <a:rPr lang="ar-EG"/>
              <a:t>التعثر</a:t>
            </a:r>
            <a:r>
              <a:rPr lang="en-US"/>
              <a:t>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مخاطر الصحة والسلامة (2)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732C9-5778-6B41-9FB1-71738082BD1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2873858"/>
            <a:ext cx="4845636" cy="277727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30C2DD6-1B32-5775-F966-12A77EA810BF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15903675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564904"/>
            <a:ext cx="9144000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b="1"/>
              <a:t>الإبلاغ عن المخاطر: الأهمية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b="1" dirty="0"/>
          </a:p>
          <a:p>
            <a:pPr marL="685800"/>
            <a:r>
              <a:rPr lang="ar-EG"/>
              <a:t>سلامة النفس والآخرين</a:t>
            </a:r>
          </a:p>
          <a:p>
            <a:pPr marL="685800"/>
            <a:r>
              <a:rPr lang="ar-EG"/>
              <a:t>مطلب قانوني</a:t>
            </a:r>
          </a:p>
          <a:p>
            <a:pPr marL="685800"/>
            <a:r>
              <a:rPr lang="ar-EG"/>
              <a:t>خطر على المؤسسة</a:t>
            </a:r>
          </a:p>
          <a:p>
            <a:pPr marL="685800"/>
            <a:endParaRPr lang="en-GB" altLang="en-US" dirty="0"/>
          </a:p>
          <a:p>
            <a:pPr indent="0">
              <a:buNone/>
            </a:pPr>
            <a:r>
              <a:rPr lang="ar-EG" b="1"/>
              <a:t>سؤال</a:t>
            </a:r>
            <a:r>
              <a:rPr lang="ar-EG"/>
              <a:t>: ما هي عواقب عدم الإبلاغ عن المخاطر؟</a:t>
            </a: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مخاطر الصحة والسلامة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5406ACD-4CF8-E13F-A25C-11F3384B31AE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2413633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9C27-CFE3-E107-93A3-9512416E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20" y="1412775"/>
            <a:ext cx="8229600" cy="840467"/>
          </a:xfrm>
        </p:spPr>
        <p:txBody>
          <a:bodyPr/>
          <a:lstStyle/>
          <a:p>
            <a:r>
              <a:rPr lang="ar-EG" sz="3600" b="1">
                <a:latin typeface="Helvetica" pitchFamily="2" charset="0"/>
              </a:rPr>
              <a:t>تقييمات المخاطر (1)</a:t>
            </a:r>
            <a:br>
              <a:rPr lang="ar-EG" sz="4400" b="1">
                <a:latin typeface="Helvetica" pitchFamily="2" charset="0"/>
              </a:rPr>
            </a:br>
            <a:endParaRPr lang="ar-EG" sz="4400" b="1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0821F-1CC9-D4A4-96B8-13CD50CD5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/>
          <a:lstStyle/>
          <a:p>
            <a:pPr marL="0" indent="0">
              <a:buNone/>
            </a:pPr>
            <a:r>
              <a:rPr lang="ar-EG" b="1"/>
              <a:t>أهمية تقييمات المخاطر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ar-EG"/>
              <a:t>تقليل الأذى أو الإصابة المحتملة للنفس والموظفين والزوار والعملاء.</a:t>
            </a:r>
          </a:p>
          <a:p>
            <a:r>
              <a:rPr lang="ar-EG"/>
              <a:t>تجنب الإجراءات القانونية</a:t>
            </a:r>
          </a:p>
          <a:p>
            <a:r>
              <a:rPr lang="ar-EG"/>
              <a:t>الحفاظ على سمعة جيدة</a:t>
            </a:r>
          </a:p>
          <a:p>
            <a:r>
              <a:rPr lang="ar-EG"/>
              <a:t>تجنب خسارة الأعمال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FB7F768-7C7D-B57A-1F5D-D1A4BF81FB1B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61080566"/>
      </p:ext>
    </p:extLst>
  </p:cSld>
  <p:clrMapOvr>
    <a:masterClrMapping/>
  </p:clrMapOvr>
  <p:transition>
    <p:sndAc>
      <p:stSnd>
        <p:snd r:embed="rId2" name="click.wav"/>
      </p:stSnd>
    </p:sndAc>
  </p:transition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>
                <a:latin typeface="Helvetica" pitchFamily="2" charset="0"/>
              </a:rPr>
              <a:t>تقييم المخاطر:</a:t>
            </a:r>
            <a:r>
              <a:rPr lang="en-US" sz="3600" b="1">
                <a:latin typeface="Helvetica" pitchFamily="2" charset="0"/>
              </a:rPr>
              <a:t> </a:t>
            </a:r>
            <a:r>
              <a:rPr lang="ar-EG" sz="3600" b="1">
                <a:latin typeface="Helvetica" pitchFamily="2" charset="0"/>
              </a:rPr>
              <a:t>عملية من خمس خطوات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EAAD598-776C-6AAC-38FD-CD2E81FC6B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66062"/>
              </p:ext>
            </p:extLst>
          </p:nvPr>
        </p:nvGraphicFramePr>
        <p:xfrm>
          <a:off x="2462891" y="1844452"/>
          <a:ext cx="7581717" cy="4725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310E9E-A64E-BCBB-E710-22C0FCECF721}"/>
              </a:ext>
            </a:extLst>
          </p:cNvPr>
          <p:cNvSpPr txBox="1"/>
          <p:nvPr/>
        </p:nvSpPr>
        <p:spPr>
          <a:xfrm>
            <a:off x="107505" y="2348880"/>
            <a:ext cx="36003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 dirty="0"/>
              <a:t>تقييم المخاطر </a:t>
            </a:r>
            <a:br>
              <a:rPr lang="ar-EG" sz="2400" dirty="0"/>
            </a:br>
            <a:r>
              <a:rPr lang="ar-EG" sz="2400" dirty="0"/>
              <a:t>هو</a:t>
            </a:r>
            <a:r>
              <a:rPr lang="en-US" sz="2400" dirty="0"/>
              <a:t> </a:t>
            </a:r>
            <a:r>
              <a:rPr lang="ar-EG" sz="2400" dirty="0"/>
              <a:t>عملية مستمرة.</a:t>
            </a:r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r>
              <a:rPr lang="ar-EG" sz="2400" b="1" dirty="0"/>
              <a:t>سؤال</a:t>
            </a:r>
            <a:r>
              <a:rPr lang="ar-EG" sz="2400" dirty="0"/>
              <a:t>: لماذا تعتقد أن تقييم المخاطر هو عملية مستمرة؟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A1E5257-FFDF-8D27-265F-953518FD3F62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7082174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04684" y="1963934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b="1" dirty="0"/>
              <a:t>تقييم المخاطر - التعرف على احتمالية حدوث خطر.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b="1" dirty="0"/>
          </a:p>
          <a:p>
            <a:pPr indent="0">
              <a:buFont typeface="Wingdings" panose="05000000000000000000" pitchFamily="2" charset="2"/>
              <a:buNone/>
            </a:pPr>
            <a:r>
              <a:rPr lang="ar-EG" b="1" dirty="0"/>
              <a:t>التسلسل الهرمي لضوابط المخاطر</a:t>
            </a:r>
          </a:p>
          <a:p>
            <a:pPr indent="0">
              <a:buNone/>
            </a:pPr>
            <a:r>
              <a:rPr lang="ar-EG" dirty="0"/>
              <a:t>1.</a:t>
            </a:r>
            <a:r>
              <a:rPr lang="en-US" dirty="0"/>
              <a:t> </a:t>
            </a:r>
            <a:r>
              <a:rPr lang="ar-EG" dirty="0"/>
              <a:t>القضاء عليها</a:t>
            </a:r>
          </a:p>
          <a:p>
            <a:pPr indent="0">
              <a:buNone/>
            </a:pPr>
            <a:r>
              <a:rPr lang="ar-EG" dirty="0"/>
              <a:t>2.</a:t>
            </a:r>
            <a:r>
              <a:rPr lang="en-US" dirty="0"/>
              <a:t> </a:t>
            </a:r>
            <a:r>
              <a:rPr lang="ar-EG" dirty="0"/>
              <a:t>البدائل</a:t>
            </a:r>
          </a:p>
          <a:p>
            <a:pPr indent="0">
              <a:buNone/>
            </a:pPr>
            <a:r>
              <a:rPr lang="ar-EG" dirty="0"/>
              <a:t>3.</a:t>
            </a:r>
            <a:r>
              <a:rPr lang="en-US" dirty="0"/>
              <a:t> </a:t>
            </a:r>
            <a:r>
              <a:rPr lang="ar-EG" dirty="0"/>
              <a:t>الضوابط الهندسية</a:t>
            </a:r>
          </a:p>
          <a:p>
            <a:pPr indent="0">
              <a:buNone/>
            </a:pPr>
            <a:r>
              <a:rPr lang="ar-EG" dirty="0"/>
              <a:t>4.</a:t>
            </a:r>
            <a:r>
              <a:rPr lang="en-US" dirty="0"/>
              <a:t> </a:t>
            </a:r>
            <a:r>
              <a:rPr lang="ar-EG" dirty="0"/>
              <a:t>الرقابة الإدارية</a:t>
            </a:r>
          </a:p>
          <a:p>
            <a:pPr indent="0">
              <a:buNone/>
            </a:pPr>
            <a:r>
              <a:rPr lang="ar-EG" dirty="0"/>
              <a:t>5.</a:t>
            </a:r>
            <a:r>
              <a:rPr lang="en-US" dirty="0"/>
              <a:t> </a:t>
            </a:r>
            <a:r>
              <a:rPr lang="ar-EG" dirty="0"/>
              <a:t>معدات الحماية الشخصية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>
                <a:latin typeface="Helvetica" pitchFamily="2" charset="0"/>
              </a:rPr>
              <a:t>تقييمات المخاطر (2)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C4957D1A-F47E-921D-5C64-66C3BB6A770F}"/>
              </a:ext>
            </a:extLst>
          </p:cNvPr>
          <p:cNvSpPr/>
          <p:nvPr/>
        </p:nvSpPr>
        <p:spPr>
          <a:xfrm>
            <a:off x="1259632" y="3631588"/>
            <a:ext cx="1872208" cy="2232248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BD435AC-7E8D-4D7F-4A0F-D7A6941DC745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117871023"/>
      </p:ext>
    </p:extLst>
  </p:cSld>
  <p:clrMapOvr>
    <a:masterClrMapping/>
  </p:clrMapOvr>
  <p:transition>
    <p:sndAc>
      <p:stSnd>
        <p:snd r:embed="rId3" name="click.wav"/>
      </p:stSnd>
    </p:sndAc>
  </p:transition>
  <p:extLst>
    <p:ext uri="{6950BFC3-D8DA-4A85-94F7-54DA5524770B}">
      <p188:commentRel xmlns:p188="http://schemas.microsoft.com/office/powerpoint/2018/8/main" r:id="rId4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b="1"/>
              <a:t>هدف التعلم ب</a:t>
            </a:r>
            <a:br>
              <a:rPr lang="ar-EG" sz="2400" b="1"/>
            </a:br>
            <a:br>
              <a:rPr lang="ar-EG" sz="2400" b="1"/>
            </a:br>
            <a:endParaRPr lang="ar-EG" sz="2400" b="1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18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استكشاف أهمية سلامة الأغذية </a:t>
            </a:r>
            <a:br>
              <a:rPr lang="ar-EG" sz="3600" b="1" dirty="0"/>
            </a:br>
            <a:r>
              <a:rPr lang="ar-EG" sz="3600" b="1" dirty="0"/>
              <a:t>في مجال الضيافة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8D9715-BACB-0611-8B81-C7B2B0F84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97" y="4005064"/>
            <a:ext cx="7991475" cy="208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400" dirty="0"/>
              <a:t>المخاطر الغذائية في مجال الضيافة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400" dirty="0"/>
              <a:t>الضوابط وإجراءات المراقبة لمخاطر سلامة الأغذية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  <a:p>
            <a:endParaRPr lang="en-GB" sz="2400" dirty="0">
              <a:effectLst/>
            </a:endParaRP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212340-2B79-2747-BFAE-8B0F854FD233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5247-AC87-9C26-FE45-F68B3C53C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31913"/>
            <a:ext cx="8229600" cy="863600"/>
          </a:xfrm>
        </p:spPr>
        <p:txBody>
          <a:bodyPr/>
          <a:lstStyle/>
          <a:p>
            <a:r>
              <a:rPr lang="ar-EG" b="1" dirty="0"/>
              <a:t>مخاطر الأغذية في مجال الضيافة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D1594-94BA-9FE6-A583-A3E052A46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4106" y="2348880"/>
            <a:ext cx="8363272" cy="4351135"/>
          </a:xfrm>
        </p:spPr>
        <p:txBody>
          <a:bodyPr/>
          <a:lstStyle/>
          <a:p>
            <a:pPr marL="0" indent="0">
              <a:buNone/>
            </a:pPr>
            <a:r>
              <a:rPr lang="ar-EG" b="1" dirty="0"/>
              <a:t>تعريفات</a:t>
            </a:r>
          </a:p>
          <a:p>
            <a:r>
              <a:rPr lang="ar-EG" b="1" dirty="0"/>
              <a:t>تدابير الرقابة:</a:t>
            </a:r>
            <a:r>
              <a:rPr lang="ar-EG" dirty="0"/>
              <a:t> الإجراءات المطلوبة لمنع المخاطر أو القضاء عليها </a:t>
            </a:r>
            <a:br>
              <a:rPr lang="ar-EG" dirty="0"/>
            </a:br>
            <a:r>
              <a:rPr lang="ar-EG" dirty="0"/>
              <a:t>التي تهدد سلامة الأغذية أو تقليلها إلى مستوى مقبول.</a:t>
            </a:r>
          </a:p>
          <a:p>
            <a:r>
              <a:rPr lang="ar-EG" b="1" dirty="0"/>
              <a:t>نظافة الأغذية</a:t>
            </a:r>
            <a:r>
              <a:rPr lang="ar-EG" dirty="0"/>
              <a:t>: طرق التأكد من سلامة الطعام الذي نحضره ونتناوله.</a:t>
            </a:r>
          </a:p>
          <a:p>
            <a:r>
              <a:rPr lang="ar-EG" b="1" dirty="0"/>
              <a:t>التلوث</a:t>
            </a:r>
            <a:r>
              <a:rPr lang="ar-EG" dirty="0"/>
              <a:t>: مادة غير مرغوب فيها (خطر) في المنتج قد تسبب الضرر.</a:t>
            </a:r>
          </a:p>
          <a:p>
            <a:r>
              <a:rPr lang="ar-EG" b="1" dirty="0"/>
              <a:t>نظام إدارة سلامة الأغذية: </a:t>
            </a:r>
            <a:r>
              <a:rPr lang="ar-EG" dirty="0"/>
              <a:t>السياسات والممارسات والضوابط والوثائق </a:t>
            </a:r>
            <a:br>
              <a:rPr lang="ar-EG" dirty="0"/>
            </a:br>
            <a:r>
              <a:rPr lang="ar-EG" dirty="0"/>
              <a:t>التي تضمن سلامة الأغذية لتناولها.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2599FDC-E6F1-A247-8F43-A061BEE453ED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5635207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923929" y="1988840"/>
            <a:ext cx="5220072" cy="48691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b="1" dirty="0"/>
              <a:t>الميكروبية: البكتيريا</a:t>
            </a:r>
          </a:p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السبب الأكثر شيوعًا للأمراض </a:t>
            </a:r>
            <a:br>
              <a:rPr lang="ar-EG" dirty="0"/>
            </a:br>
            <a:r>
              <a:rPr lang="ar-EG" dirty="0"/>
              <a:t>المرتبطة بالأغذية .</a:t>
            </a:r>
          </a:p>
          <a:p>
            <a:pPr indent="0" algn="ctr">
              <a:buNone/>
            </a:pPr>
            <a:endParaRPr lang="en-GB" altLang="en-US" dirty="0"/>
          </a:p>
          <a:p>
            <a:pPr indent="0">
              <a:buNone/>
            </a:pPr>
            <a:r>
              <a:rPr lang="ar-EG" b="1" dirty="0"/>
              <a:t>المصادر المشتركة:</a:t>
            </a:r>
          </a:p>
          <a:p>
            <a:pPr marL="685800"/>
            <a:r>
              <a:rPr lang="ar-EG" dirty="0"/>
              <a:t>البيض</a:t>
            </a:r>
          </a:p>
          <a:p>
            <a:pPr marL="685800"/>
            <a:r>
              <a:rPr lang="ar-EG" dirty="0"/>
              <a:t>البشر (الأمعاء والأنف)</a:t>
            </a:r>
          </a:p>
          <a:p>
            <a:pPr marL="685800"/>
            <a:r>
              <a:rPr lang="ar-EG" dirty="0"/>
              <a:t>اللحوم والدواجن النيئة </a:t>
            </a:r>
            <a:br>
              <a:rPr lang="ar-EG" dirty="0"/>
            </a:br>
            <a:r>
              <a:rPr lang="ar-EG" dirty="0"/>
              <a:t>أو غير المطبوخة جيداً</a:t>
            </a:r>
          </a:p>
          <a:p>
            <a:pPr marL="685800"/>
            <a:r>
              <a:rPr lang="ar-EG" dirty="0"/>
              <a:t>المحار</a:t>
            </a:r>
          </a:p>
          <a:p>
            <a:pPr marL="685800"/>
            <a:r>
              <a:rPr lang="ar-EG" dirty="0"/>
              <a:t>الحليب غير المبستر.</a:t>
            </a:r>
            <a:r>
              <a:rPr lang="en-US" dirty="0"/>
              <a:t> </a:t>
            </a:r>
          </a:p>
          <a:p>
            <a:pPr indent="0">
              <a:buNone/>
            </a:pPr>
            <a:endParaRPr lang="en-GB" altLang="en-US" sz="2200" dirty="0"/>
          </a:p>
          <a:p>
            <a:pPr marL="685800"/>
            <a:endParaRPr lang="en-GB" alt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/>
              <a:t>مخاطر الأغذية في مجال الضيافة (2)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E5E6AD-C21D-679D-25F1-3898A10524D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584" y="2780928"/>
            <a:ext cx="4032448" cy="3024336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4F3BB44-AED3-2799-A277-BA38F9A22205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466463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612930" y="1988840"/>
            <a:ext cx="5783606" cy="48691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indent="0" algn="ctr">
              <a:buFont typeface="Wingdings" panose="05000000000000000000" pitchFamily="2" charset="2"/>
              <a:buNone/>
            </a:pPr>
            <a:r>
              <a:rPr lang="ar-EG" b="1" dirty="0"/>
              <a:t>الميكروبية:</a:t>
            </a:r>
            <a:r>
              <a:rPr lang="en-US" b="1" dirty="0"/>
              <a:t> </a:t>
            </a:r>
            <a:r>
              <a:rPr lang="ar-EG" b="1" dirty="0"/>
              <a:t>البكتيريا</a:t>
            </a:r>
          </a:p>
          <a:p>
            <a:pPr indent="0" algn="ctr">
              <a:buNone/>
            </a:pPr>
            <a:endParaRPr lang="en-GB" altLang="en-US" dirty="0"/>
          </a:p>
          <a:p>
            <a:pPr indent="0">
              <a:buNone/>
            </a:pPr>
            <a:endParaRPr lang="en-GB" altLang="en-US" sz="2200" dirty="0"/>
          </a:p>
          <a:p>
            <a:pPr marL="685800"/>
            <a:endParaRPr lang="en-GB" alt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 dirty="0"/>
              <a:t>مخاطر الأغذية في مجال الضيافة (3)</a:t>
            </a:r>
          </a:p>
        </p:txBody>
      </p:sp>
      <p:pic>
        <p:nvPicPr>
          <p:cNvPr id="4" name="Picture 3" descr="A diagram of a cell division&#10;&#10;Description automatically generated">
            <a:extLst>
              <a:ext uri="{FF2B5EF4-FFF2-40B4-BE49-F238E27FC236}">
                <a16:creationId xmlns:a16="http://schemas.microsoft.com/office/drawing/2014/main" id="{C2AD1066-6A1C-A658-D4C0-778D85C9938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515" y="1906480"/>
            <a:ext cx="4030461" cy="468740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0DE1B-D90E-AC98-2389-3E6BF0EE7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71070" y="2564904"/>
            <a:ext cx="4889362" cy="4024100"/>
          </a:xfrm>
        </p:spPr>
        <p:txBody>
          <a:bodyPr/>
          <a:lstStyle/>
          <a:p>
            <a:pPr marL="0" indent="0" algn="ctr">
              <a:buNone/>
            </a:pPr>
            <a:r>
              <a:rPr lang="ar-EG" b="1" dirty="0"/>
              <a:t>شروط التكاثر</a:t>
            </a:r>
          </a:p>
          <a:p>
            <a:pPr algn="ctr"/>
            <a:endParaRPr lang="en-GB" dirty="0"/>
          </a:p>
          <a:p>
            <a:r>
              <a:rPr lang="ar-EG" sz="2200" dirty="0"/>
              <a:t>الدفء:</a:t>
            </a:r>
            <a:r>
              <a:rPr lang="en-US" sz="2200" dirty="0"/>
              <a:t> </a:t>
            </a:r>
            <a:r>
              <a:rPr lang="ar-EG" sz="2200" dirty="0"/>
              <a:t>5 درجة مئوية – 63 درجة مئوية /</a:t>
            </a:r>
            <a:br>
              <a:rPr lang="ar-EG" sz="2200" dirty="0"/>
            </a:br>
            <a:r>
              <a:rPr lang="ar-EG" sz="2200" dirty="0"/>
              <a:t>41 درجة فهرنهايت – 145.4 درجة فهرنهايت</a:t>
            </a:r>
          </a:p>
          <a:p>
            <a:r>
              <a:rPr lang="ar-EG" sz="2200" dirty="0"/>
              <a:t>الرطوبة</a:t>
            </a:r>
          </a:p>
          <a:p>
            <a:r>
              <a:rPr lang="ar-EG" sz="2200" dirty="0"/>
              <a:t>الغذاء: غني بالبروتين ودرجة الحموضة محايدة</a:t>
            </a:r>
          </a:p>
          <a:p>
            <a:r>
              <a:rPr lang="ar-EG" sz="2200" dirty="0"/>
              <a:t>الوقت: قسم كل 4– 20 دقيقة</a:t>
            </a:r>
          </a:p>
          <a:p>
            <a:endParaRPr lang="en-GB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1528FE8-328A-1582-4D46-03FE628EED61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536" y="2096852"/>
            <a:ext cx="8776054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b="1" dirty="0"/>
              <a:t>الميكروبية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b="1" dirty="0"/>
          </a:p>
          <a:p>
            <a:pPr marL="685800"/>
            <a:r>
              <a:rPr lang="ar-EG" b="1" dirty="0"/>
              <a:t>العفن:  </a:t>
            </a:r>
            <a:r>
              <a:rPr lang="ar-EG" dirty="0"/>
              <a:t>فطريات صغيرة تعيش على النباتات أو الحيوانات ويمكن أن يحملها </a:t>
            </a:r>
            <a:br>
              <a:rPr lang="ar-EG" dirty="0"/>
            </a:br>
            <a:r>
              <a:rPr lang="ar-EG" dirty="0"/>
              <a:t>الهواء أو الماء أو الحشرات.</a:t>
            </a:r>
          </a:p>
          <a:p>
            <a:pPr marL="685800"/>
            <a:r>
              <a:rPr lang="ar-EG" b="1" dirty="0"/>
              <a:t>الفيروسات</a:t>
            </a:r>
            <a:r>
              <a:rPr lang="ar-EG" dirty="0"/>
              <a:t>: ميكروبات مسببة للأمراض شديدة العدوى.</a:t>
            </a:r>
            <a:r>
              <a:rPr lang="en-US" dirty="0"/>
              <a:t> </a:t>
            </a:r>
            <a:r>
              <a:rPr lang="ar-EG" dirty="0"/>
              <a:t>يمكن لبعض الفيروسات التعايش والبقاء معدية في الأطعمة والبيئة لفترة طويلة والبقاء على قيد الحياة </a:t>
            </a:r>
            <a:br>
              <a:rPr lang="ar-EG" dirty="0"/>
            </a:br>
            <a:r>
              <a:rPr lang="ar-EG" dirty="0"/>
              <a:t>في الظروف القاسية.</a:t>
            </a:r>
          </a:p>
          <a:p>
            <a:pPr marL="685800"/>
            <a:r>
              <a:rPr lang="ar-EG" b="1" dirty="0"/>
              <a:t>الطفيليات</a:t>
            </a:r>
            <a:r>
              <a:rPr lang="ar-EG" dirty="0"/>
              <a:t>: كائن يعيش على كائن حي أو داخله مثل الحيوان أو الإنسان.</a:t>
            </a:r>
            <a:r>
              <a:rPr lang="en-US" dirty="0"/>
              <a:t> </a:t>
            </a: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 dirty="0"/>
              <a:t>مخاطر الأغذية في مجال الضيافة (4)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C763DF7-6447-8BD2-87A6-F9A4E23D8E50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3722607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-28704" y="2148654"/>
            <a:ext cx="9144000" cy="40770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ar-EG" b="1" dirty="0"/>
              <a:t>المخاطر الكيميائية أو التلوث الكيميائي</a:t>
            </a:r>
          </a:p>
          <a:p>
            <a:pPr indent="0">
              <a:buNone/>
            </a:pPr>
            <a:endParaRPr lang="en-GB" altLang="en-US" b="1" dirty="0"/>
          </a:p>
          <a:p>
            <a:pPr indent="0">
              <a:buNone/>
            </a:pPr>
            <a:r>
              <a:rPr lang="ar-EG" dirty="0"/>
              <a:t>يمكن أن يتعرض لها الطعام في أي مرحلة من مراحل إنتاجه أو تصنيعه أو نقله، </a:t>
            </a:r>
            <a:br>
              <a:rPr lang="ar-EG" dirty="0"/>
            </a:br>
            <a:r>
              <a:rPr lang="ar-EG" dirty="0"/>
              <a:t>ويمكن أن تسببها:</a:t>
            </a:r>
          </a:p>
          <a:p>
            <a:pPr marL="685800"/>
            <a:r>
              <a:rPr lang="ar-EG" dirty="0"/>
              <a:t>مستحضرات التنظيف</a:t>
            </a:r>
          </a:p>
          <a:p>
            <a:pPr marL="685800"/>
            <a:r>
              <a:rPr lang="ar-EG" dirty="0"/>
              <a:t>المواد الكيميائية لمكافحة الآفات</a:t>
            </a:r>
          </a:p>
          <a:p>
            <a:pPr marL="685800"/>
            <a:r>
              <a:rPr lang="ar-EG" dirty="0"/>
              <a:t>المبيدات الحشرية المستخدمة في الفواكه والخضروات.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 dirty="0"/>
              <a:t>مخاطر الأغذية في مجال الضيافة (5)</a:t>
            </a:r>
          </a:p>
          <a:p>
            <a:pPr algn="ctr"/>
            <a:endParaRPr lang="en-GB" altLang="en-US" sz="3200" b="1" dirty="0">
              <a:highlight>
                <a:srgbClr val="FFFF00"/>
              </a:highlight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9CD3356-E2E2-EC04-F294-95B2C358167E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704099085"/>
      </p:ext>
    </p:extLst>
  </p:cSld>
  <p:clrMapOvr>
    <a:masterClrMapping/>
  </p:clrMapOvr>
  <p:transition>
    <p:sndAc>
      <p:stSnd>
        <p:snd r:embed="rId3" name="click.wav"/>
      </p:stSnd>
    </p:sndAc>
  </p:transition>
  <p:extLst>
    <p:ext uri="{6950BFC3-D8DA-4A85-94F7-54DA5524770B}">
      <p188:commentRel xmlns:p188="http://schemas.microsoft.com/office/powerpoint/2018/8/main" r:id="rId4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528528"/>
            <a:ext cx="9144000" cy="41408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b="1" dirty="0"/>
              <a:t>المخاطر المادية أو التلوث المادي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وهي:</a:t>
            </a:r>
          </a:p>
          <a:p>
            <a:pPr marL="685800"/>
            <a:r>
              <a:rPr lang="ar-EG" dirty="0"/>
              <a:t>يمكن إدخالها عن غير قصد إلى الأغذية في أي مرحلة من مراحل الإنتاج </a:t>
            </a:r>
            <a:br>
              <a:rPr lang="ar-EG" dirty="0"/>
            </a:br>
            <a:r>
              <a:rPr lang="ar-EG" dirty="0"/>
              <a:t>أو المعالجة أو النقل</a:t>
            </a:r>
          </a:p>
          <a:p>
            <a:pPr marL="685800"/>
            <a:r>
              <a:rPr lang="ar-EG" dirty="0"/>
              <a:t>يمكن أن تكون الحشرات والزجاج والمعادن والشعر والأظافر والمجوهرات</a:t>
            </a:r>
          </a:p>
          <a:p>
            <a:pPr marL="685800"/>
            <a:r>
              <a:rPr lang="ar-EG" dirty="0"/>
              <a:t>وقد تتواجد أيضًا بشكل طبيعي في الطعام، مثل عظام الأسماك أو النوى الموجود </a:t>
            </a:r>
            <a:br>
              <a:rPr lang="ar-EG" dirty="0"/>
            </a:br>
            <a:r>
              <a:rPr lang="ar-EG" dirty="0"/>
              <a:t>في الفاكهة أو التربة في الخضروات.</a:t>
            </a:r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b="1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 dirty="0"/>
              <a:t>مخاطر الأغذية في مجال الضيافة (6)</a:t>
            </a:r>
          </a:p>
          <a:p>
            <a:pPr algn="ctr"/>
            <a:endParaRPr lang="en-GB" altLang="en-US" sz="3200" b="1" dirty="0">
              <a:highlight>
                <a:srgbClr val="FFFF00"/>
              </a:highlight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02184CC-CD8B-10F8-5E3B-C89690B3CD0A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45754900"/>
      </p:ext>
    </p:extLst>
  </p:cSld>
  <p:clrMapOvr>
    <a:masterClrMapping/>
  </p:clrMapOvr>
  <p:transition>
    <p:sndAc>
      <p:stSnd>
        <p:snd r:embed="rId3" name="click.wav"/>
      </p:stSnd>
    </p:sndAc>
  </p:transition>
  <p:extLst>
    <p:ext uri="{6950BFC3-D8DA-4A85-94F7-54DA5524770B}">
      <p188:commentRel xmlns:p188="http://schemas.microsoft.com/office/powerpoint/2018/8/main" r:id="rId4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58312" y="2708920"/>
            <a:ext cx="7200800" cy="3600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anchor="t" anchorCtr="0" compatLnSpc="1">
            <a:prstTxWarp prst="textNoShape">
              <a:avLst/>
            </a:prstTxWarp>
          </a:bodyPr>
          <a:lstStyle/>
          <a:p>
            <a:pPr indent="0">
              <a:buNone/>
            </a:pPr>
            <a:endParaRPr lang="en-GB" altLang="en-US" sz="2200" dirty="0"/>
          </a:p>
          <a:p>
            <a:pPr marL="685800"/>
            <a:r>
              <a:rPr lang="ar-EG" dirty="0"/>
              <a:t>اللبن</a:t>
            </a:r>
          </a:p>
          <a:p>
            <a:pPr marL="685800"/>
            <a:r>
              <a:rPr lang="ar-EG" dirty="0"/>
              <a:t>الرخويات</a:t>
            </a:r>
          </a:p>
          <a:p>
            <a:pPr marL="685800"/>
            <a:r>
              <a:rPr lang="ar-EG" dirty="0"/>
              <a:t>المكسرات</a:t>
            </a:r>
          </a:p>
          <a:p>
            <a:pPr marL="685800"/>
            <a:r>
              <a:rPr lang="ar-EG" dirty="0"/>
              <a:t>السمسم</a:t>
            </a:r>
          </a:p>
          <a:p>
            <a:pPr marL="685800"/>
            <a:r>
              <a:rPr lang="ar-EG" dirty="0"/>
              <a:t>فول الصويا</a:t>
            </a:r>
          </a:p>
          <a:p>
            <a:pPr marL="685800"/>
            <a:r>
              <a:rPr lang="ar-EG" dirty="0"/>
              <a:t>ثاني أكسيد الكبريت</a:t>
            </a:r>
          </a:p>
          <a:p>
            <a:pPr marL="685800"/>
            <a:r>
              <a:rPr lang="ar-EG" dirty="0"/>
              <a:t>الكبريتات</a:t>
            </a:r>
          </a:p>
          <a:p>
            <a:pPr marL="685800"/>
            <a:endParaRPr lang="en-GB" altLang="en-US" dirty="0"/>
          </a:p>
          <a:p>
            <a:pPr marL="685800"/>
            <a:endParaRPr lang="en-GB" altLang="en-US" dirty="0"/>
          </a:p>
          <a:p>
            <a:pPr marL="685800"/>
            <a:endParaRPr lang="en-GB" altLang="en-US" dirty="0"/>
          </a:p>
          <a:p>
            <a:pPr marL="685800"/>
            <a:endParaRPr lang="en-GB" altLang="en-US" dirty="0"/>
          </a:p>
          <a:p>
            <a:pPr indent="0">
              <a:buNone/>
            </a:pPr>
            <a:endParaRPr lang="en-GB" altLang="en-US" dirty="0"/>
          </a:p>
          <a:p>
            <a:pPr marL="685800"/>
            <a:r>
              <a:rPr lang="ar-EG" dirty="0"/>
              <a:t>الكرفس </a:t>
            </a:r>
          </a:p>
          <a:p>
            <a:pPr marL="685800"/>
            <a:r>
              <a:rPr lang="ar-EG" dirty="0"/>
              <a:t>الحبوب</a:t>
            </a:r>
          </a:p>
          <a:p>
            <a:pPr marL="685800"/>
            <a:r>
              <a:rPr lang="ar-EG" dirty="0"/>
              <a:t>القشريات</a:t>
            </a:r>
          </a:p>
          <a:p>
            <a:pPr marL="685800"/>
            <a:r>
              <a:rPr lang="ar-EG" dirty="0"/>
              <a:t>البيض</a:t>
            </a:r>
          </a:p>
          <a:p>
            <a:pPr marL="685800"/>
            <a:r>
              <a:rPr lang="ar-EG" dirty="0"/>
              <a:t>السمك</a:t>
            </a:r>
          </a:p>
          <a:p>
            <a:pPr marL="685800"/>
            <a:r>
              <a:rPr lang="ar-EG" dirty="0"/>
              <a:t>الترمس</a:t>
            </a:r>
          </a:p>
          <a:p>
            <a:pPr marL="685800"/>
            <a:r>
              <a:rPr lang="ar-EG" dirty="0"/>
              <a:t>الخردل</a:t>
            </a:r>
          </a:p>
          <a:p>
            <a:pPr indent="0">
              <a:buNone/>
            </a:pPr>
            <a:endParaRPr lang="en-GB" altLang="en-US" dirty="0"/>
          </a:p>
          <a:p>
            <a:pPr marL="685800"/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12" y="1268760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 dirty="0"/>
              <a:t>مخاطر الأغذية في مجال الضيافة (7)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  <a:p>
            <a:pPr algn="ctr"/>
            <a:r>
              <a:rPr lang="ar-EG" sz="2400" b="1" dirty="0"/>
              <a:t>   14 مسببات الحساسية الشائعة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1791282-39E0-9424-F11C-B87C8C3B9436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80928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FA940-FB75-764D-F6D7-F86373DA4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6864" y="2852936"/>
            <a:ext cx="3527624" cy="3168352"/>
          </a:xfrm>
        </p:spPr>
        <p:txBody>
          <a:bodyPr/>
          <a:lstStyle/>
          <a:p>
            <a:pPr algn="ctr"/>
            <a:endParaRPr lang="en-GB" sz="2200" dirty="0"/>
          </a:p>
          <a:p>
            <a:r>
              <a:rPr lang="ar-EG"/>
              <a:t>الفصل</a:t>
            </a:r>
          </a:p>
          <a:p>
            <a:r>
              <a:rPr lang="ar-EG"/>
              <a:t>الوسم</a:t>
            </a:r>
            <a:r>
              <a:rPr lang="en-US"/>
              <a:t> </a:t>
            </a:r>
          </a:p>
          <a:p>
            <a:r>
              <a:rPr lang="ar-EG"/>
              <a:t>المعلومات</a:t>
            </a:r>
          </a:p>
          <a:p>
            <a:r>
              <a:rPr lang="ar-EG"/>
              <a:t>خالي من</a:t>
            </a:r>
          </a:p>
          <a:p>
            <a:r>
              <a:rPr lang="ar-EG"/>
              <a:t>التدريب</a:t>
            </a:r>
          </a:p>
          <a:p>
            <a:endParaRPr lang="en-GB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12" y="103744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 dirty="0"/>
              <a:t>مخاطر الأغذية في مجال الضيافة (8)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  <a:p>
            <a:r>
              <a:rPr lang="ar-EG" sz="2400" b="1" dirty="0"/>
              <a:t>   14 مسبب للحساسية الشائعة: الضوابط والرصد</a:t>
            </a:r>
          </a:p>
          <a:p>
            <a:endParaRPr lang="en-GB" alt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2618B1-B585-CF8D-8B38-E46B1560A71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3034224"/>
            <a:ext cx="4988046" cy="2805776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834DEAA-A147-9FBB-C62A-4B6EC0C651BF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0039690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2420888"/>
            <a:ext cx="8208712" cy="44371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b="1"/>
              <a:t>التعامل الآمن مع الأغذية: الفصل</a:t>
            </a:r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b="1" dirty="0"/>
          </a:p>
          <a:p>
            <a:pPr marL="685800"/>
            <a:r>
              <a:rPr lang="ar-EG"/>
              <a:t>منتجات اللحوم الطازجة/النيئة والمطبوخة</a:t>
            </a:r>
          </a:p>
          <a:p>
            <a:pPr marL="685800"/>
            <a:r>
              <a:rPr lang="ar-EG"/>
              <a:t>اللحوم النيئة والمنتجات الجاهزة و/أو الجاهزة للأكل</a:t>
            </a:r>
          </a:p>
          <a:p>
            <a:pPr marL="685800"/>
            <a:r>
              <a:rPr lang="ar-EG"/>
              <a:t>الأواني الخاصة بمنتجات اللحوم الطازجة/النيئة والمطبوخة</a:t>
            </a:r>
          </a:p>
          <a:p>
            <a:pPr marL="685800"/>
            <a:r>
              <a:rPr lang="ar-EG"/>
              <a:t>أواني حاصة بمسببات الحساسية الغذائية الرئيسية</a:t>
            </a:r>
          </a:p>
          <a:p>
            <a:pPr marL="685800"/>
            <a:r>
              <a:rPr lang="ar-EG"/>
              <a:t>مستحضرات التنظيف</a:t>
            </a:r>
          </a:p>
          <a:p>
            <a:pPr marL="685800"/>
            <a:r>
              <a:rPr lang="ar-EG"/>
              <a:t>تجنب التلوث وانتقاله من مصدر إلى آخر، في جميع مراحل الدورة الغذائية.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42" y="105273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الضوابط وإجراءات الرصد لمخاطر </a:t>
            </a:r>
            <a:br>
              <a:rPr lang="ar-EG" sz="3600" b="1" dirty="0"/>
            </a:br>
            <a:r>
              <a:rPr lang="ar-EG" sz="3600" b="1" dirty="0"/>
              <a:t>سلامة الأغذية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37C3698-AB0F-E06A-38F3-CE94DA485314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01811084"/>
      </p:ext>
    </p:extLst>
  </p:cSld>
  <p:clrMapOvr>
    <a:masterClrMapping/>
  </p:clrMapOvr>
  <p:transition>
    <p:sndAc>
      <p:stSnd>
        <p:snd r:embed="rId3" name="click.wav"/>
      </p:stSnd>
    </p:sndAc>
  </p:transition>
  <p:extLst>
    <p:ext uri="{6950BFC3-D8DA-4A85-94F7-54DA5524770B}">
      <p188:commentRel xmlns:p188="http://schemas.microsoft.com/office/powerpoint/2018/8/main" r:id="rId4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780928"/>
            <a:ext cx="8208712" cy="3816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b="1"/>
              <a:t>التعامل الآمن مع الأغذية: المسؤوليات الشخصية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b="1" dirty="0"/>
          </a:p>
          <a:p>
            <a:pPr marL="685800"/>
            <a:r>
              <a:rPr lang="ar-EG"/>
              <a:t>الاغتسال والاستحمام</a:t>
            </a:r>
          </a:p>
          <a:p>
            <a:pPr marL="685800"/>
            <a:r>
              <a:rPr lang="ar-EG"/>
              <a:t>غسل اليدين</a:t>
            </a:r>
          </a:p>
          <a:p>
            <a:pPr marL="685800"/>
            <a:r>
              <a:rPr lang="ar-EG"/>
              <a:t>ارتداء ملابس العمل النظيفة والمكوية</a:t>
            </a:r>
          </a:p>
          <a:p>
            <a:pPr marL="685800"/>
            <a:r>
              <a:rPr lang="ar-EG"/>
              <a:t>اتباع الإرشادات</a:t>
            </a:r>
            <a:r>
              <a:rPr lang="en-US"/>
              <a:t> </a:t>
            </a:r>
          </a:p>
          <a:p>
            <a:pPr marL="685800"/>
            <a:r>
              <a:rPr lang="ar-EG"/>
              <a:t>المحافظة على نظافة أماكن العمل</a:t>
            </a:r>
          </a:p>
          <a:p>
            <a:pPr marL="685800"/>
            <a:r>
              <a:rPr lang="ar-EG"/>
              <a:t>الإبلاغ عن المخاطر/المخاطر المشتبه بها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الضوابط وإجراءات الرصد لمخاطر </a:t>
            </a:r>
            <a:br>
              <a:rPr lang="ar-EG" sz="3600" b="1" dirty="0"/>
            </a:br>
            <a:r>
              <a:rPr lang="ar-EG" sz="3600" b="1" dirty="0"/>
              <a:t>سلامة الأغذية (2)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520F365-2942-A697-6A35-A381DFE9DF84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19573128"/>
      </p:ext>
    </p:extLst>
  </p:cSld>
  <p:clrMapOvr>
    <a:masterClrMapping/>
  </p:clrMapOvr>
  <p:transition>
    <p:sndAc>
      <p:stSnd>
        <p:snd r:embed="rId3" name="click.wav"/>
      </p:stSnd>
    </p:sndAc>
  </p:transition>
  <p:extLst>
    <p:ext uri="{6950BFC3-D8DA-4A85-94F7-54DA5524770B}">
      <p188:commentRel xmlns:p188="http://schemas.microsoft.com/office/powerpoint/2018/8/main" r:id="rId4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211960" y="3429000"/>
            <a:ext cx="4932040" cy="4024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85800"/>
            <a:r>
              <a:rPr lang="ar-EG"/>
              <a:t>الحفاظ على فصل الطعام</a:t>
            </a:r>
          </a:p>
          <a:p>
            <a:pPr marL="685800"/>
            <a:r>
              <a:rPr lang="ar-EG"/>
              <a:t>التغطية واللف</a:t>
            </a:r>
          </a:p>
          <a:p>
            <a:pPr marL="685800"/>
            <a:r>
              <a:rPr lang="ar-EG"/>
              <a:t>التحقق من درجات الحرارة وتسجيلها</a:t>
            </a:r>
          </a:p>
          <a:p>
            <a:pPr marL="685800"/>
            <a:r>
              <a:rPr lang="ar-EG"/>
              <a:t>تسمية جميع الأطعمة وتأريخها</a:t>
            </a:r>
          </a:p>
          <a:p>
            <a:pPr marL="685800"/>
            <a:r>
              <a:rPr lang="ar-EG"/>
              <a:t>اتباع المتطلبات القانونية</a:t>
            </a:r>
          </a:p>
          <a:p>
            <a:pPr marL="685800"/>
            <a:endParaRPr lang="en-GB" altLang="en-US" sz="2200" dirty="0"/>
          </a:p>
          <a:p>
            <a:pPr marL="685800"/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4921C-C8E3-C4F0-9C1B-B6E51CC0E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42646" y="3117149"/>
            <a:ext cx="4596802" cy="4024100"/>
          </a:xfrm>
        </p:spPr>
        <p:txBody>
          <a:bodyPr/>
          <a:lstStyle/>
          <a:p>
            <a:endParaRPr lang="en-GB" b="1" dirty="0"/>
          </a:p>
          <a:p>
            <a:r>
              <a:rPr lang="ar-EG" sz="2200" dirty="0"/>
              <a:t>الثلاجة 1-5 درجة مئوية/</a:t>
            </a:r>
            <a:br>
              <a:rPr lang="ar-EG" sz="2200" dirty="0"/>
            </a:br>
            <a:r>
              <a:rPr lang="ar-EG" sz="2200" dirty="0"/>
              <a:t>33.8 درجة فهرنهايت-41 درجة فهرنهايت</a:t>
            </a:r>
          </a:p>
          <a:p>
            <a:r>
              <a:rPr lang="ar-EG" sz="2200" dirty="0"/>
              <a:t>الفريزر -18-22 درجة مئوية/</a:t>
            </a:r>
            <a:br>
              <a:rPr lang="ar-EG" sz="2200" dirty="0"/>
            </a:br>
            <a:r>
              <a:rPr lang="ar-EG" sz="2200" dirty="0"/>
              <a:t>-0.4 درجة فهرنهايت-7.6 درجة فهرنهايت</a:t>
            </a:r>
          </a:p>
          <a:p>
            <a:endParaRPr lang="en-GB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5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الضوابط وإجراءات الرصد </a:t>
            </a:r>
            <a:br>
              <a:rPr lang="ar-EG" sz="3600" b="1" dirty="0"/>
            </a:br>
            <a:r>
              <a:rPr lang="ar-EG" sz="3600" b="1" dirty="0"/>
              <a:t>لمخاطر سلامة الأغذية (3)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75E8C-D2CF-252F-D617-8107DEC88B13}"/>
              </a:ext>
            </a:extLst>
          </p:cNvPr>
          <p:cNvSpPr txBox="1"/>
          <p:nvPr/>
        </p:nvSpPr>
        <p:spPr>
          <a:xfrm>
            <a:off x="6269900" y="2747817"/>
            <a:ext cx="247856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400" b="1"/>
              <a:t>التخزين الصحيح</a:t>
            </a:r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F5262-D7A9-FF55-BD82-F07B7B2D928D}"/>
              </a:ext>
            </a:extLst>
          </p:cNvPr>
          <p:cNvSpPr txBox="1"/>
          <p:nvPr/>
        </p:nvSpPr>
        <p:spPr>
          <a:xfrm>
            <a:off x="83525" y="2772013"/>
            <a:ext cx="43444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400" b="1"/>
              <a:t>درجة الحرارة الصحيحة للتخزين</a:t>
            </a:r>
          </a:p>
          <a:p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BD760F4-0569-DA10-2EEA-5F91C7186422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75102210"/>
      </p:ext>
    </p:extLst>
  </p:cSld>
  <p:clrMapOvr>
    <a:masterClrMapping/>
  </p:clrMapOvr>
  <p:transition>
    <p:sndAc>
      <p:stSnd>
        <p:snd r:embed="rId3" name="click.wav"/>
      </p:stSnd>
    </p:sndAc>
  </p:transition>
  <p:extLst>
    <p:ext uri="{6950BFC3-D8DA-4A85-94F7-54DA5524770B}">
      <p188:commentRel xmlns:p188="http://schemas.microsoft.com/office/powerpoint/2018/8/main" r:id="rId4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410340" y="2604655"/>
            <a:ext cx="4925144" cy="4024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b="1" dirty="0"/>
              <a:t>دوران المخزون الفعال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/>
            <a:r>
              <a:rPr lang="ar-EG" dirty="0"/>
              <a:t>توفير المال للتنظيم</a:t>
            </a:r>
          </a:p>
          <a:p>
            <a:pPr marL="685800"/>
            <a:r>
              <a:rPr lang="ar-EG" dirty="0"/>
              <a:t>التقليل من النفايات</a:t>
            </a:r>
          </a:p>
          <a:p>
            <a:pPr marL="685800"/>
            <a:r>
              <a:rPr lang="ar-EG" dirty="0"/>
              <a:t>ضمان استخدام جميع الأطعمة ضمن </a:t>
            </a:r>
            <a:br>
              <a:rPr lang="ar-EG" dirty="0"/>
            </a:br>
            <a:r>
              <a:rPr lang="ar-EG" dirty="0"/>
              <a:t>إطار تاريخ صلاحيتها</a:t>
            </a:r>
          </a:p>
          <a:p>
            <a:pPr marL="685800"/>
            <a:r>
              <a:rPr lang="ar-EG" dirty="0"/>
              <a:t>إجراءات التخلص الصحيحة من النفايات للمنتجات الملوثة أو التالفة.</a:t>
            </a:r>
          </a:p>
          <a:p>
            <a:pPr marL="685800"/>
            <a:endParaRPr lang="en-GB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DC992-36CD-A9BF-49AE-8ABE055E5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213540" y="2604655"/>
            <a:ext cx="4281484" cy="4024100"/>
          </a:xfrm>
        </p:spPr>
        <p:txBody>
          <a:bodyPr/>
          <a:lstStyle/>
          <a:p>
            <a:pPr marL="0" indent="0">
              <a:buNone/>
            </a:pPr>
            <a:r>
              <a:rPr lang="ar-EG" b="1" dirty="0"/>
              <a:t>الوارد أولاً، يخرج أولاً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ar-EG" dirty="0"/>
              <a:t>نظام شائع لمراقبة المخزون يُستخدم </a:t>
            </a:r>
            <a:br>
              <a:rPr lang="ar-EG" dirty="0"/>
            </a:br>
            <a:r>
              <a:rPr lang="ar-EG" dirty="0"/>
              <a:t>في مجال الضيافة.</a:t>
            </a:r>
          </a:p>
          <a:p>
            <a:r>
              <a:rPr lang="ar-EG" dirty="0"/>
              <a:t>يضمن النظام استخدام الطعام </a:t>
            </a:r>
            <a:br>
              <a:rPr lang="ar-EG" dirty="0"/>
            </a:br>
            <a:r>
              <a:rPr lang="ar-EG" dirty="0"/>
              <a:t>وفقًا لتاريخ شرائه.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60" y="1124744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الضوابط وإجراءات الرصد </a:t>
            </a:r>
            <a:br>
              <a:rPr lang="ar-EG" sz="3600" b="1" dirty="0"/>
            </a:br>
            <a:r>
              <a:rPr lang="ar-EG" sz="3600" b="1" dirty="0"/>
              <a:t>لمخاطر سلامة الأغذية (4)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A336895-E183-50ED-9E4C-84EC3D48EE86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96152711"/>
      </p:ext>
    </p:extLst>
  </p:cSld>
  <p:clrMapOvr>
    <a:masterClrMapping/>
  </p:clrMapOvr>
  <p:transition>
    <p:sndAc>
      <p:stSnd>
        <p:snd r:embed="rId3" name="click.wav"/>
      </p:stSnd>
    </p:sndAc>
  </p:transition>
  <p:extLst>
    <p:ext uri="{6950BFC3-D8DA-4A85-94F7-54DA5524770B}">
      <p188:commentRel xmlns:p188="http://schemas.microsoft.com/office/powerpoint/2018/8/main" r:id="rId4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b="1"/>
              <a:t>هدف التعلم ج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فهم كيفية الحفاظ على النظافة الشخصية </a:t>
            </a:r>
            <a:br>
              <a:rPr lang="ar-EG" sz="3600" b="1" dirty="0"/>
            </a:br>
            <a:r>
              <a:rPr lang="ar-EG" sz="3600" b="1" dirty="0"/>
              <a:t>ونظافة منطقة العمل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F06D0E-2E60-473C-EF36-3A56284D3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97" y="4005064"/>
            <a:ext cx="7991475" cy="208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400"/>
              <a:t>حافظ على نظافة نفسك وصحتك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400"/>
              <a:t>حافظ على منطقة العمل نظيفة وصحية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  <a:p>
            <a:endParaRPr lang="en-GB" sz="2400" dirty="0">
              <a:effectLst/>
            </a:endParaRP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8DE82-9232-F61E-FEB3-62DAA3542326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204864"/>
            <a:ext cx="9144000" cy="42668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 algn="ctr">
              <a:buNone/>
            </a:pPr>
            <a:r>
              <a:rPr lang="ar-EG" b="1"/>
              <a:t>أهمية النظافة الشخصية</a:t>
            </a:r>
          </a:p>
          <a:p>
            <a:pPr indent="0" algn="ctr">
              <a:buNone/>
            </a:pPr>
            <a:endParaRPr lang="en-GB" altLang="en-US" b="1" dirty="0"/>
          </a:p>
          <a:p>
            <a:pPr indent="0" algn="ctr">
              <a:buNone/>
            </a:pPr>
            <a:endParaRPr lang="en-GB" altLang="en-US" b="1" dirty="0"/>
          </a:p>
          <a:p>
            <a:pPr marL="685800"/>
            <a:r>
              <a:rPr lang="ar-EG"/>
              <a:t>هناك مطلب قانوني للحفاظ على النظافة</a:t>
            </a:r>
          </a:p>
          <a:p>
            <a:pPr marL="685800"/>
            <a:r>
              <a:rPr lang="ar-EG"/>
              <a:t>يقلل من خطر انتقال التلوث من مصدر إلى آخر</a:t>
            </a:r>
          </a:p>
          <a:p>
            <a:pPr marL="685800"/>
            <a:r>
              <a:rPr lang="ar-EG"/>
              <a:t>يساعد على ضمان صحة وسلامة النفس والآخرين</a:t>
            </a:r>
          </a:p>
          <a:p>
            <a:pPr marL="685800"/>
            <a:r>
              <a:rPr lang="ar-EG"/>
              <a:t>الانطباعات الأولى الجيدة للعملاء</a:t>
            </a:r>
          </a:p>
          <a:p>
            <a:pPr marL="685800"/>
            <a:endParaRPr lang="en-GB" altLang="en-US" sz="2200" dirty="0"/>
          </a:p>
          <a:p>
            <a:pPr indent="0">
              <a:buNone/>
            </a:pPr>
            <a:r>
              <a:rPr lang="ar-EG" b="1"/>
              <a:t>سؤال</a:t>
            </a:r>
            <a:r>
              <a:rPr lang="ar-EG"/>
              <a:t>: ما هي الإجراءات التي عليك اتخاذها للحفاظ على نظافتك الشخصية؟</a:t>
            </a:r>
          </a:p>
          <a:p>
            <a:pPr marL="685800"/>
            <a:endParaRPr lang="en-GB" alt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حافظ على نظافتك وصحتك الشخصية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BD3F91C-FD5C-44D6-C85A-E389420CFE93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591879628"/>
      </p:ext>
    </p:extLst>
  </p:cSld>
  <p:clrMapOvr>
    <a:masterClrMapping/>
  </p:clrMapOvr>
  <p:transition>
    <p:sndAc>
      <p:stSnd>
        <p:snd r:embed="rId3" name="click.wav"/>
      </p:stSnd>
    </p:sndAc>
  </p:transition>
  <p:extLst>
    <p:ext uri="{6950BFC3-D8DA-4A85-94F7-54DA5524770B}">
      <p188:commentRel xmlns:p188="http://schemas.microsoft.com/office/powerpoint/2018/8/main" r:id="rId4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8C3C-CBBF-6ABA-245E-1338C7C4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42289"/>
            <a:ext cx="8229600" cy="864000"/>
          </a:xfrm>
        </p:spPr>
        <p:txBody>
          <a:bodyPr/>
          <a:lstStyle/>
          <a:p>
            <a:r>
              <a:rPr lang="ar-EG" sz="3200" b="1"/>
              <a:t>حافظ على نظافتك وصحتك الشخصية (2)</a:t>
            </a:r>
            <a:br>
              <a:rPr lang="ar-EG" sz="3600" b="1"/>
            </a:br>
            <a:endParaRPr lang="ar-EG" sz="3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FF96D-D305-E017-10C0-AD562AC49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5" y="2220221"/>
            <a:ext cx="4320479" cy="3808076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ar-EG" b="1" dirty="0"/>
              <a:t>تجنب:</a:t>
            </a:r>
          </a:p>
          <a:p>
            <a:r>
              <a:rPr lang="ar-EG" dirty="0"/>
              <a:t>ارتداء المجوهرات</a:t>
            </a:r>
          </a:p>
          <a:p>
            <a:r>
              <a:rPr lang="ar-EG" dirty="0"/>
              <a:t>العطور ومستحضرات التجميل القوية</a:t>
            </a:r>
          </a:p>
          <a:p>
            <a:r>
              <a:rPr lang="ar-EG" dirty="0"/>
              <a:t>مضغ العلكة وتناول الطعام والتدخين</a:t>
            </a:r>
          </a:p>
          <a:p>
            <a:r>
              <a:rPr lang="ar-EG" dirty="0"/>
              <a:t>حك أو لمس الأنف أو الوجه </a:t>
            </a:r>
            <a:r>
              <a:rPr lang="ar-EG" sz="2200" dirty="0"/>
              <a:t>أو الشعر</a:t>
            </a:r>
            <a:r>
              <a:rPr lang="ar-EG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CF82F-AC2C-69EB-3112-321B64A51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1966310"/>
            <a:ext cx="4463726" cy="4048055"/>
          </a:xfrm>
        </p:spPr>
        <p:txBody>
          <a:bodyPr/>
          <a:lstStyle/>
          <a:p>
            <a:pPr marL="0" indent="0">
              <a:buNone/>
            </a:pPr>
            <a:r>
              <a:rPr lang="ar-EG" b="1"/>
              <a:t>النظافة الشخصية الأساسية</a:t>
            </a:r>
          </a:p>
          <a:p>
            <a:r>
              <a:rPr lang="ar-EG"/>
              <a:t>الاستحمام بشكل متكرر</a:t>
            </a:r>
          </a:p>
          <a:p>
            <a:r>
              <a:rPr lang="ar-EG"/>
              <a:t>التأكد من نظافة الشعر وربطه للخلف وتغطيته</a:t>
            </a:r>
          </a:p>
          <a:p>
            <a:r>
              <a:rPr lang="ar-EG"/>
              <a:t>تغطية الجروح باستخدام الضمادة الزرقاء المقاومة للماء</a:t>
            </a:r>
          </a:p>
          <a:p>
            <a:r>
              <a:rPr lang="ar-EG"/>
              <a:t>الإبلاغ المشرف بأي مرض قد تعاني منه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931B4D-09E0-B11E-AC06-32F0B364B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200" y="1736447"/>
            <a:ext cx="2160240" cy="18372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1F645-C250-3AAE-1120-5F0B36CD68E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4168" y="4941168"/>
            <a:ext cx="1800200" cy="1800200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56C495A-BACB-1ABF-AB25-B4E77E2321CD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842795" y="3102224"/>
            <a:ext cx="4027487" cy="3681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ar-EG" b="1"/>
              <a:t>قبل</a:t>
            </a:r>
          </a:p>
          <a:p>
            <a:pPr indent="0">
              <a:spcBef>
                <a:spcPts val="0"/>
              </a:spcBef>
              <a:buNone/>
            </a:pPr>
            <a:endParaRPr lang="en-GB" altLang="en-US" b="1" dirty="0"/>
          </a:p>
          <a:p>
            <a:pPr marL="685800"/>
            <a:r>
              <a:rPr lang="ar-EG"/>
              <a:t>الدخول إلى منطقة الطعام</a:t>
            </a:r>
          </a:p>
          <a:p>
            <a:pPr marL="685800"/>
            <a:r>
              <a:rPr lang="ar-EG"/>
              <a:t>التعامل مع الطعام</a:t>
            </a:r>
          </a:p>
          <a:p>
            <a:pPr marL="685800"/>
            <a:r>
              <a:rPr lang="ar-EG"/>
              <a:t>تحضير الطعام</a:t>
            </a:r>
          </a:p>
          <a:p>
            <a:pPr marL="685800"/>
            <a:r>
              <a:rPr lang="ar-EG"/>
              <a:t>طهي الطعام</a:t>
            </a:r>
          </a:p>
          <a:p>
            <a:pPr marL="685800"/>
            <a:r>
              <a:rPr lang="ar-EG"/>
              <a:t>بشكل متكرر</a:t>
            </a:r>
          </a:p>
          <a:p>
            <a:pPr marL="685800"/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34F1C-767C-9B09-BF82-583D630DB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1298" y="3102224"/>
            <a:ext cx="4027488" cy="3681411"/>
          </a:xfrm>
        </p:spPr>
        <p:txBody>
          <a:bodyPr/>
          <a:lstStyle/>
          <a:p>
            <a:pPr marL="0" indent="0">
              <a:buNone/>
            </a:pPr>
            <a:r>
              <a:rPr lang="ar-EG" b="1"/>
              <a:t>بعد</a:t>
            </a:r>
          </a:p>
          <a:p>
            <a:pPr marL="0" indent="0">
              <a:spcBef>
                <a:spcPts val="0"/>
              </a:spcBef>
              <a:buNone/>
            </a:pPr>
            <a:endParaRPr lang="en-GB" b="1" dirty="0"/>
          </a:p>
          <a:p>
            <a:r>
              <a:rPr lang="ar-EG"/>
              <a:t>لمس الأطعمة النيئة</a:t>
            </a:r>
          </a:p>
          <a:p>
            <a:r>
              <a:rPr lang="ar-EG"/>
              <a:t>استخدام المرحاض</a:t>
            </a:r>
          </a:p>
          <a:p>
            <a:r>
              <a:rPr lang="ar-EG"/>
              <a:t>التنظيف</a:t>
            </a:r>
          </a:p>
          <a:p>
            <a:r>
              <a:rPr lang="ar-EG"/>
              <a:t>التخلص من النفايات</a:t>
            </a:r>
          </a:p>
          <a:p>
            <a:r>
              <a:rPr lang="ar-EG"/>
              <a:t>لمس الأنف أو الوجه أو الشعر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حافظ على نظافتك وصحتك الشخصية (2)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593B52-5137-706E-CCB6-80FEC7929D2B}"/>
              </a:ext>
            </a:extLst>
          </p:cNvPr>
          <p:cNvSpPr txBox="1"/>
          <p:nvPr/>
        </p:nvSpPr>
        <p:spPr>
          <a:xfrm>
            <a:off x="467546" y="2111428"/>
            <a:ext cx="8280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400"/>
              <a:t>يعد غسل اليدين أحد أكثر الطرق فعالية لتقليل انتقال التلوث من مصدر إلى آخر.</a:t>
            </a:r>
            <a:r>
              <a:rPr lang="en-US" sz="2400"/>
              <a:t> </a:t>
            </a:r>
            <a:r>
              <a:rPr lang="ar-EG" sz="2400"/>
              <a:t>غسل اليدين دائمًا:</a:t>
            </a:r>
            <a:r>
              <a:rPr lang="en-US" sz="240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F99C191-53DB-C0E8-1C0F-7160F2457276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351315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earing a chef&amp;#39;s uniform&#10;&#10;Description automatically generated">
            <a:extLst>
              <a:ext uri="{FF2B5EF4-FFF2-40B4-BE49-F238E27FC236}">
                <a16:creationId xmlns:a16="http://schemas.microsoft.com/office/drawing/2014/main" id="{8551837C-7443-173B-3724-7CC686137D1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830" y="2205747"/>
            <a:ext cx="2743200" cy="3866932"/>
          </a:xfrm>
          <a:prstGeom prst="rect">
            <a:avLst/>
          </a:prstGeom>
        </p:spPr>
      </p:pic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963022" y="2204864"/>
            <a:ext cx="6217490" cy="420559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الملابس الواقية وملابس العمل:</a:t>
            </a:r>
            <a:r>
              <a:rPr lang="en-US" dirty="0"/>
              <a:t> </a:t>
            </a:r>
          </a:p>
          <a:p>
            <a:pPr marL="685800"/>
            <a:r>
              <a:rPr lang="ar-EG" dirty="0"/>
              <a:t>يحمي المتعاملين مع الطعام من الإصابات ويقلل من انتقال التلوث من مصدر إلى آخر</a:t>
            </a:r>
          </a:p>
          <a:p>
            <a:pPr marL="685800"/>
            <a:r>
              <a:rPr lang="ar-EG" dirty="0"/>
              <a:t>يجب أن تغطي جميع ملابس الموظف الشخصية بالكامل</a:t>
            </a:r>
          </a:p>
          <a:p>
            <a:pPr marL="685800"/>
            <a:r>
              <a:rPr lang="ar-EG" dirty="0"/>
              <a:t>يجب أن تغطي أغطية الرأس الشعر بالكامل وتحتويه</a:t>
            </a:r>
            <a:r>
              <a:rPr lang="en-US" dirty="0"/>
              <a:t> </a:t>
            </a:r>
          </a:p>
          <a:p>
            <a:pPr marL="685800"/>
            <a:r>
              <a:rPr lang="ar-EG" dirty="0"/>
              <a:t>يجب استخدام واقي اللحى والشوارب، مع ضمان تغطيتهم بالكامل.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حافظ على نظافتك وصحتك الشخصية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F94DD06-95A6-E024-FD4D-DDD749280CC5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10738642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-16768" y="3212976"/>
            <a:ext cx="9144000" cy="15335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anchor="t" anchorCtr="0" compatLnSpc="1">
            <a:prstTxWarp prst="textNoShape">
              <a:avLst/>
            </a:prstTxWarp>
          </a:bodyPr>
          <a:lstStyle/>
          <a:p>
            <a:pPr marL="685800"/>
            <a:r>
              <a:rPr lang="ar-EG" dirty="0"/>
              <a:t>بيئة عمل آمنة</a:t>
            </a:r>
          </a:p>
          <a:p>
            <a:pPr marL="685800"/>
            <a:r>
              <a:rPr lang="ar-EG" dirty="0"/>
              <a:t>مطلب قانوني</a:t>
            </a:r>
          </a:p>
          <a:p>
            <a:pPr marL="685800"/>
            <a:r>
              <a:rPr lang="ar-EG" dirty="0"/>
              <a:t>رضا العميل</a:t>
            </a:r>
          </a:p>
          <a:p>
            <a:pPr indent="0" algn="ctr">
              <a:buNone/>
            </a:pPr>
            <a:r>
              <a:rPr lang="ar-EG" dirty="0"/>
              <a:t>                                      </a:t>
            </a:r>
          </a:p>
          <a:p>
            <a:pPr marL="685800"/>
            <a:r>
              <a:rPr lang="ar-EG" dirty="0"/>
              <a:t>خالية من البكتيريا</a:t>
            </a:r>
          </a:p>
          <a:p>
            <a:pPr marL="685800"/>
            <a:r>
              <a:rPr lang="ar-EG" dirty="0"/>
              <a:t>منع الآفات</a:t>
            </a:r>
          </a:p>
          <a:p>
            <a:pPr marL="685800"/>
            <a:r>
              <a:rPr lang="ar-EG" dirty="0"/>
              <a:t>إنتاج أغذية نظيفة وآمنة</a:t>
            </a:r>
          </a:p>
          <a:p>
            <a:pPr indent="0"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الحفاظ على نظافة منطقة العمل </a:t>
            </a:r>
            <a:br>
              <a:rPr lang="ar-EG" sz="3600" b="1" dirty="0"/>
            </a:br>
            <a:r>
              <a:rPr lang="ar-EG" sz="3600" b="1" dirty="0"/>
              <a:t>وتطهيرها (1)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48FFA8-F003-E5FA-FA7E-CE23A812F273}"/>
              </a:ext>
            </a:extLst>
          </p:cNvPr>
          <p:cNvSpPr txBox="1"/>
          <p:nvPr/>
        </p:nvSpPr>
        <p:spPr>
          <a:xfrm>
            <a:off x="2598607" y="2492896"/>
            <a:ext cx="3913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EG" sz="2400" b="1" dirty="0"/>
              <a:t>أهمية الحفاظ على مناطق العمل نظيفة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AE38C-4E49-23F1-82D1-80B1B2E25F66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9895655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الحفاظ على نظافة منطقة العمل </a:t>
            </a:r>
            <a:br>
              <a:rPr lang="ar-EG" sz="3600" b="1" dirty="0"/>
            </a:br>
            <a:r>
              <a:rPr lang="ar-EG" sz="3600" b="1" dirty="0"/>
              <a:t>وتطهيرها (2)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4E0DC36-D227-6B1A-B969-B975B39AA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68725"/>
            <a:ext cx="9144000" cy="1844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3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>
              <a:buNone/>
            </a:pPr>
            <a:r>
              <a:rPr lang="ar-EG" b="1" dirty="0"/>
              <a:t>خطورة منخفضة</a:t>
            </a:r>
          </a:p>
          <a:p>
            <a:pPr marL="685800"/>
            <a:r>
              <a:rPr lang="ar-EG" dirty="0"/>
              <a:t>غسل الأواني</a:t>
            </a:r>
          </a:p>
          <a:p>
            <a:pPr marL="685800"/>
            <a:endParaRPr lang="ar-EG" dirty="0"/>
          </a:p>
          <a:p>
            <a:pPr indent="0" algn="ctr">
              <a:buNone/>
            </a:pPr>
            <a:endParaRPr lang="en-GB" altLang="en-US" b="1" kern="0" dirty="0"/>
          </a:p>
          <a:p>
            <a:pPr marL="628650" indent="0">
              <a:buNone/>
            </a:pPr>
            <a:r>
              <a:rPr lang="ar-EG" b="1" dirty="0"/>
              <a:t>خطورة متوسطة  </a:t>
            </a:r>
            <a:r>
              <a:rPr lang="en-US" dirty="0"/>
              <a:t> </a:t>
            </a:r>
          </a:p>
          <a:p>
            <a:pPr marL="981075" indent="-352425"/>
            <a:r>
              <a:rPr lang="ar-EG" dirty="0"/>
              <a:t>الطبخ</a:t>
            </a:r>
          </a:p>
          <a:p>
            <a:pPr marL="981075" indent="-352425"/>
            <a:r>
              <a:rPr lang="ar-EG" dirty="0"/>
              <a:t>التوصيل</a:t>
            </a:r>
          </a:p>
          <a:p>
            <a:pPr marL="981075" indent="-352425"/>
            <a:r>
              <a:rPr lang="ar-EG" dirty="0"/>
              <a:t>الخدمة</a:t>
            </a:r>
          </a:p>
          <a:p>
            <a:pPr indent="0">
              <a:buNone/>
            </a:pPr>
            <a:r>
              <a:rPr lang="ar-EG" b="1" dirty="0"/>
              <a:t>خطورة عالية</a:t>
            </a:r>
          </a:p>
          <a:p>
            <a:pPr marL="685800"/>
            <a:r>
              <a:rPr lang="ar-EG" dirty="0"/>
              <a:t>إعداد الطعام</a:t>
            </a:r>
          </a:p>
          <a:p>
            <a:pPr marL="685800"/>
            <a:r>
              <a:rPr lang="ar-EG" dirty="0"/>
              <a:t>مناولة طعام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4A8DC-6EE7-F1F5-B13C-C427336DDFE6}"/>
              </a:ext>
            </a:extLst>
          </p:cNvPr>
          <p:cNvSpPr txBox="1"/>
          <p:nvPr/>
        </p:nvSpPr>
        <p:spPr>
          <a:xfrm>
            <a:off x="3419872" y="2465855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 </a:t>
            </a:r>
            <a:r>
              <a:rPr lang="ar-EG" sz="2400" b="1"/>
              <a:t>مناطق العمل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D03C0-188F-D1CC-C0A5-4A3962647AFC}"/>
              </a:ext>
            </a:extLst>
          </p:cNvPr>
          <p:cNvSpPr txBox="1"/>
          <p:nvPr/>
        </p:nvSpPr>
        <p:spPr>
          <a:xfrm>
            <a:off x="539552" y="5485586"/>
            <a:ext cx="8336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 b="1"/>
              <a:t>سؤال</a:t>
            </a:r>
            <a:r>
              <a:rPr lang="ar-EG" sz="2400"/>
              <a:t>: هل يمكنك التفكير في أي مناطق عمل أخرى تحتاج إلى التنظيف؟</a:t>
            </a:r>
            <a:r>
              <a:rPr lang="en-US" sz="240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782ACC7-F94E-7150-DAC6-BFDD809222CF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7257673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1988840"/>
            <a:ext cx="8208712" cy="4392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ar-EG" b="1">
                <a:latin typeface="Helvetica" pitchFamily="2" charset="0"/>
              </a:rPr>
              <a:t>المنتجات</a:t>
            </a:r>
          </a:p>
          <a:p>
            <a:r>
              <a:rPr lang="ar-EG" b="1">
                <a:latin typeface="Helvetica" pitchFamily="2" charset="0"/>
              </a:rPr>
              <a:t>المنظف</a:t>
            </a:r>
            <a:r>
              <a:rPr lang="ar-EG">
                <a:latin typeface="Helvetica" pitchFamily="2" charset="0"/>
              </a:rPr>
              <a:t>: يستخدم لإزالة الشحوم والأوساخ وبقايا الطعام.</a:t>
            </a:r>
          </a:p>
          <a:p>
            <a:r>
              <a:rPr lang="ar-EG" b="1">
                <a:latin typeface="Helvetica" pitchFamily="2" charset="0"/>
              </a:rPr>
              <a:t>المطهر</a:t>
            </a:r>
            <a:r>
              <a:rPr lang="ar-EG">
                <a:latin typeface="Helvetica" pitchFamily="2" charset="0"/>
              </a:rPr>
              <a:t>: يستخدم لتقليل أعداد البكتيريا إلى مستويات آمنة.</a:t>
            </a:r>
          </a:p>
          <a:p>
            <a:r>
              <a:rPr lang="ar-EG" b="1">
                <a:latin typeface="Helvetica" pitchFamily="2" charset="0"/>
              </a:rPr>
              <a:t>المطهرات والمنظفات</a:t>
            </a:r>
            <a:r>
              <a:rPr lang="ar-EG">
                <a:latin typeface="Helvetica" pitchFamily="2" charset="0"/>
              </a:rPr>
              <a:t>: تستخدم كمنظف ومطهر.</a:t>
            </a:r>
          </a:p>
          <a:p>
            <a:pPr marL="0" indent="0">
              <a:buNone/>
            </a:pPr>
            <a:endParaRPr lang="en-GB" b="1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ar-EG" b="1">
                <a:latin typeface="Helvetica" pitchFamily="2" charset="0"/>
              </a:rPr>
              <a:t>عملية التنظيف المكونة من ثلاث خطوات:</a:t>
            </a:r>
          </a:p>
          <a:p>
            <a:pPr marL="457200" indent="-457200">
              <a:buFont typeface="+mj-lt"/>
              <a:buAutoNum type="arabicPeriod"/>
            </a:pPr>
            <a:r>
              <a:rPr lang="ar-EG">
                <a:latin typeface="Helvetica" pitchFamily="2" charset="0"/>
              </a:rPr>
              <a:t>التنظيف</a:t>
            </a:r>
          </a:p>
          <a:p>
            <a:pPr marL="457200" indent="-457200">
              <a:buFont typeface="+mj-lt"/>
              <a:buAutoNum type="arabicPeriod"/>
            </a:pPr>
            <a:r>
              <a:rPr lang="ar-EG">
                <a:latin typeface="Helvetica" pitchFamily="2" charset="0"/>
              </a:rPr>
              <a:t>الشطف</a:t>
            </a:r>
          </a:p>
          <a:p>
            <a:pPr marL="457200" indent="-457200">
              <a:buFont typeface="+mj-lt"/>
              <a:buAutoNum type="arabicPeriod"/>
            </a:pPr>
            <a:r>
              <a:rPr lang="ar-EG">
                <a:latin typeface="Helvetica" pitchFamily="2" charset="0"/>
              </a:rPr>
              <a:t>التطهير / التعقيم.</a:t>
            </a:r>
          </a:p>
          <a:p>
            <a:endParaRPr lang="en-GB" dirty="0">
              <a:effectLst/>
              <a:latin typeface="Helvetica" pitchFamily="2" charset="0"/>
            </a:endParaRP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/>
              <a:t>الحفاظ على نظافة منطقة العمل وتطهيرها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B3BCFB7-AA52-19DD-8270-2F17BC6D553A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5782398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617809"/>
            <a:ext cx="9144000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85800"/>
            <a:r>
              <a:rPr lang="ar-EG" dirty="0"/>
              <a:t>التنظيف أثناء العمل - بشكل مستمر لمنع تراكم الأوساخ/النفايات.</a:t>
            </a:r>
          </a:p>
          <a:p>
            <a:pPr marL="685800"/>
            <a:r>
              <a:rPr lang="ar-EG" dirty="0"/>
              <a:t>يوميًا وأسبوعيًا - التنظيف اليومي والمنتظم لمكان العمل والمعدات.</a:t>
            </a:r>
          </a:p>
          <a:p>
            <a:pPr marL="685800"/>
            <a:r>
              <a:rPr lang="ar-EG" dirty="0"/>
              <a:t>دوريًا - للمناطق ذات المخاطر المنخفضة أو التي لا تُستخدم كثيرًا.</a:t>
            </a:r>
          </a:p>
          <a:p>
            <a:pPr marL="685800"/>
            <a:r>
              <a:rPr lang="ar-EG" dirty="0"/>
              <a:t>التنظيف العميق – يُجرى مرة أو مرتين سنويًا لتنظيف الأماكن التي يصعب </a:t>
            </a:r>
            <a:br>
              <a:rPr lang="ar-EG" dirty="0"/>
            </a:br>
            <a:r>
              <a:rPr lang="ar-EG" dirty="0"/>
              <a:t>الوصول إليها</a:t>
            </a:r>
          </a:p>
          <a:p>
            <a:pPr indent="0">
              <a:buNone/>
            </a:pPr>
            <a:endParaRPr lang="en-GB" altLang="en-US" dirty="0"/>
          </a:p>
          <a:p>
            <a:pPr indent="0">
              <a:buNone/>
            </a:pPr>
            <a:r>
              <a:rPr lang="ar-EG" dirty="0"/>
              <a:t>استخدام جداول التنظيف لضمان تنظيف جميع الأماكن والمعدات، كلما كان ذلك مطلوبًا.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/>
              <a:t>الحفاظ على نظافة منطقة العمل وتطهيرها (4)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1E2C08-1F26-6758-44DB-FF47D4730D15}"/>
              </a:ext>
            </a:extLst>
          </p:cNvPr>
          <p:cNvSpPr txBox="1"/>
          <p:nvPr/>
        </p:nvSpPr>
        <p:spPr>
          <a:xfrm>
            <a:off x="5917752" y="2034042"/>
            <a:ext cx="2758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400" b="1"/>
              <a:t>أنواع التنظيف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CE87F-3EF6-71B6-0FB6-EBED422D9B0D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316862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 dirty="0"/>
              <a:t>الحفاظ على نظافة منطقة العمل وتطهيرها (5)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B69AF3-80FA-BBFC-8B46-AA2953AF33F3}"/>
              </a:ext>
            </a:extLst>
          </p:cNvPr>
          <p:cNvSpPr txBox="1"/>
          <p:nvPr/>
        </p:nvSpPr>
        <p:spPr>
          <a:xfrm>
            <a:off x="3564322" y="2264606"/>
            <a:ext cx="2167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400" b="1"/>
              <a:t>النفايات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294D1B-7402-65D5-7432-AE8D24756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7584" y="2520087"/>
            <a:ext cx="7848104" cy="1940838"/>
          </a:xfrm>
        </p:spPr>
        <p:txBody>
          <a:bodyPr/>
          <a:lstStyle/>
          <a:p>
            <a:pPr marL="0" indent="0">
              <a:buNone/>
            </a:pPr>
            <a:r>
              <a:rPr lang="ar-EG" b="1"/>
              <a:t>أنواع النفايات</a:t>
            </a:r>
          </a:p>
          <a:p>
            <a:r>
              <a:rPr lang="ar-EG"/>
              <a:t>مواد خطيرة: الأدوات الحادة والزجاج والمواد الكيميائية</a:t>
            </a:r>
          </a:p>
          <a:p>
            <a:r>
              <a:rPr lang="ar-EG"/>
              <a:t>غير خطرة: المواد الغذائية والورق والبلاستيك</a:t>
            </a:r>
          </a:p>
          <a:p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AA8A7DD-BAE3-7CA7-149C-A3AD3D69D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4069755"/>
            <a:ext cx="4027488" cy="1805061"/>
          </a:xfrm>
        </p:spPr>
        <p:txBody>
          <a:bodyPr/>
          <a:lstStyle/>
          <a:p>
            <a:pPr marL="0" indent="0">
              <a:buNone/>
            </a:pPr>
            <a:r>
              <a:rPr lang="ar-EG" b="1"/>
              <a:t>التعامل مع النفايات</a:t>
            </a:r>
          </a:p>
          <a:p>
            <a:r>
              <a:rPr lang="ar-EG"/>
              <a:t>الجمع الخارجي</a:t>
            </a:r>
          </a:p>
          <a:p>
            <a:r>
              <a:rPr lang="ar-EG"/>
              <a:t>حرق النفايات</a:t>
            </a:r>
          </a:p>
          <a:p>
            <a:r>
              <a:rPr lang="ar-EG"/>
              <a:t>إعادة التدوير</a:t>
            </a:r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30BDD2-C0DA-D5D0-EDCE-02FD8ED16EE7}"/>
              </a:ext>
            </a:extLst>
          </p:cNvPr>
          <p:cNvSpPr txBox="1"/>
          <p:nvPr/>
        </p:nvSpPr>
        <p:spPr>
          <a:xfrm>
            <a:off x="115962" y="4167064"/>
            <a:ext cx="31598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 b="1" dirty="0"/>
              <a:t>سؤال</a:t>
            </a:r>
            <a:r>
              <a:rPr lang="ar-EG" sz="2400" dirty="0"/>
              <a:t>: كيف يمكن أن تؤدي الإدارة الفعالة للنفايات إلى مستويات عالية من النظافة والسلامة؟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A281F-0188-7477-D78B-5EB6CB84859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8122" y="4167064"/>
            <a:ext cx="2082490" cy="208249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3B5B4-8EB8-7388-677A-7B53361535E3}"/>
              </a:ext>
            </a:extLst>
          </p:cNvPr>
          <p:cNvSpPr txBox="1">
            <a:spLocks/>
          </p:cNvSpPr>
          <p:nvPr/>
        </p:nvSpPr>
        <p:spPr bwMode="auto">
          <a:xfrm>
            <a:off x="145740" y="6511501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3052697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SharedWithUsers xmlns="7012c9df-7563-46f6-96ee-cebd66fd5577">
      <UserInfo>
        <DisplayName/>
        <AccountId xsi:nil="true"/>
        <AccountType/>
      </UserInfo>
    </SharedWithUsers>
    <MediaLengthInSeconds xmlns="f63d1639-2e8e-4dfe-b2d4-ff2deac92409" xsi:nil="true"/>
    <_Flow_SignoffStatus xmlns="f63d1639-2e8e-4dfe-b2d4-ff2deac9240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9D454-7315-400C-82C3-C591BC45CB39}">
  <ds:schemaRefs>
    <ds:schemaRef ds:uri="http://schemas.microsoft.com/office/2006/metadata/properties"/>
    <ds:schemaRef ds:uri="http://schemas.microsoft.com/office/infopath/2007/PartnerControls"/>
    <ds:schemaRef ds:uri="a26a0597-d0d1-4250-940c-88e9bf9d5597"/>
    <ds:schemaRef ds:uri="6881431a-e3b2-481e-ba90-fae26e2fa83c"/>
    <ds:schemaRef ds:uri="7c1bd8dc-4e40-424f-a15f-9ffcd522197f"/>
    <ds:schemaRef ds:uri="6125ffc9-2c56-435e-8267-1393444907b2"/>
  </ds:schemaRefs>
</ds:datastoreItem>
</file>

<file path=customXml/itemProps2.xml><?xml version="1.0" encoding="utf-8"?>
<ds:datastoreItem xmlns:ds="http://schemas.openxmlformats.org/officeDocument/2006/customXml" ds:itemID="{C6C823B6-295F-4A37-937C-EE23CC747C62}"/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14432</TotalTime>
  <Words>1746</Words>
  <Application>Microsoft Office PowerPoint</Application>
  <PresentationFormat>On-screen Show (4:3)</PresentationFormat>
  <Paragraphs>411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37</vt:i4>
      </vt:variant>
    </vt:vector>
  </HeadingPairs>
  <TitlesOfParts>
    <vt:vector size="52" baseType="lpstr">
      <vt:lpstr>Arial</vt:lpstr>
      <vt:lpstr>Calibri</vt:lpstr>
      <vt:lpstr>Helvetica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5  الصحة والسلامة والنظافة  في مجال الضيافة  </vt:lpstr>
      <vt:lpstr>الصحة والسلامة والنظافة  في مجال الضيافة</vt:lpstr>
      <vt:lpstr>أهداف التعلم</vt:lpstr>
      <vt:lpstr>هدف التعلم أ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تقييمات المخاطر (1) </vt:lpstr>
      <vt:lpstr>PowerPoint Presentation</vt:lpstr>
      <vt:lpstr>PowerPoint Presentation</vt:lpstr>
      <vt:lpstr>هدف التعلم ب  </vt:lpstr>
      <vt:lpstr>مخاطر الأغذية في مجال الضيافة (1)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ج  </vt:lpstr>
      <vt:lpstr>PowerPoint Presentation</vt:lpstr>
      <vt:lpstr>حافظ على نظافتك وصحتك الشخصية (2)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217</cp:revision>
  <dcterms:created xsi:type="dcterms:W3CDTF">2020-07-15T07:14:47Z</dcterms:created>
  <dcterms:modified xsi:type="dcterms:W3CDTF">2023-11-21T12:40:11Z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Order">
    <vt:r8>13900600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ediaServiceImageTags">
    <vt:lpwstr/>
  </property>
  <property fmtid="{D5CDD505-2E9C-101B-9397-08002B2CF9AE}" pid="12" name="_SourceUrl">
    <vt:lpwstr/>
  </property>
  <property fmtid="{D5CDD505-2E9C-101B-9397-08002B2CF9AE}" pid="13" name="_SharedFileIndex">
    <vt:lpwstr/>
  </property>
</Properties>
</file>