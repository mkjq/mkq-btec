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7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8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9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56"/>
  </p:notesMasterIdLst>
  <p:sldIdLst>
    <p:sldId id="256" r:id="rId14"/>
    <p:sldId id="257" r:id="rId15"/>
    <p:sldId id="258" r:id="rId16"/>
    <p:sldId id="272" r:id="rId17"/>
    <p:sldId id="305" r:id="rId18"/>
    <p:sldId id="346" r:id="rId19"/>
    <p:sldId id="347" r:id="rId20"/>
    <p:sldId id="358" r:id="rId21"/>
    <p:sldId id="319" r:id="rId22"/>
    <p:sldId id="310" r:id="rId23"/>
    <p:sldId id="344" r:id="rId24"/>
    <p:sldId id="320" r:id="rId25"/>
    <p:sldId id="321" r:id="rId26"/>
    <p:sldId id="348" r:id="rId27"/>
    <p:sldId id="326" r:id="rId28"/>
    <p:sldId id="350" r:id="rId29"/>
    <p:sldId id="349" r:id="rId30"/>
    <p:sldId id="324" r:id="rId31"/>
    <p:sldId id="325" r:id="rId32"/>
    <p:sldId id="327" r:id="rId33"/>
    <p:sldId id="351" r:id="rId34"/>
    <p:sldId id="328" r:id="rId35"/>
    <p:sldId id="306" r:id="rId36"/>
    <p:sldId id="307" r:id="rId37"/>
    <p:sldId id="359" r:id="rId38"/>
    <p:sldId id="335" r:id="rId39"/>
    <p:sldId id="329" r:id="rId40"/>
    <p:sldId id="308" r:id="rId41"/>
    <p:sldId id="309" r:id="rId42"/>
    <p:sldId id="357" r:id="rId43"/>
    <p:sldId id="352" r:id="rId44"/>
    <p:sldId id="353" r:id="rId45"/>
    <p:sldId id="354" r:id="rId46"/>
    <p:sldId id="355" r:id="rId47"/>
    <p:sldId id="356" r:id="rId48"/>
    <p:sldId id="345" r:id="rId49"/>
    <p:sldId id="343" r:id="rId50"/>
    <p:sldId id="336" r:id="rId51"/>
    <p:sldId id="341" r:id="rId52"/>
    <p:sldId id="342" r:id="rId53"/>
    <p:sldId id="338" r:id="rId54"/>
    <p:sldId id="360" r:id="rId55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1F32EF-B7AB-FD12-ECD3-DD5955CD0FA8}" name="Andrew Bodmer" initials="AB" userId="e78b4f3cb0d7499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C9C2F-9727-4F05-AF3E-A51A928D1053}" v="49" dt="2024-05-28T15:46:28.379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588" autoAdjust="0"/>
    <p:restoredTop sz="94673"/>
  </p:normalViewPr>
  <p:slideViewPr>
    <p:cSldViewPr snapToGrid="0">
      <p:cViewPr varScale="1">
        <p:scale>
          <a:sx n="153" d="100"/>
          <a:sy n="153" d="100"/>
        </p:scale>
        <p:origin x="2052" y="132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slide" Target="slides/slide37.xml"/><Relationship Id="rId55" Type="http://schemas.openxmlformats.org/officeDocument/2006/relationships/slide" Target="slides/slide42.xml"/><Relationship Id="rId63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slide" Target="slides/slide40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notesMaster" Target="notesMasters/notesMaster1.xml"/><Relationship Id="rId64" Type="http://schemas.microsoft.com/office/2018/10/relationships/authors" Target="author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8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59" Type="http://schemas.openxmlformats.org/officeDocument/2006/relationships/viewProps" Target="viewProps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slide" Target="slides/slide41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openxmlformats.org/officeDocument/2006/relationships/commentAuthors" Target="commentAuthors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slide" Target="slides/slide39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39EC9C2F-9727-4F05-AF3E-A51A928D1053}"/>
    <pc:docChg chg="custSel addSld modSld">
      <pc:chgData name="Paul Winser" userId="c3146a91-e6bd-4264-bd86-e164e04bc32d" providerId="ADAL" clId="{39EC9C2F-9727-4F05-AF3E-A51A928D1053}" dt="2024-05-28T15:46:30.245" v="79" actId="478"/>
      <pc:docMkLst>
        <pc:docMk/>
      </pc:docMkLst>
      <pc:sldChg chg="addSp modSp mod">
        <pc:chgData name="Paul Winser" userId="c3146a91-e6bd-4264-bd86-e164e04bc32d" providerId="ADAL" clId="{39EC9C2F-9727-4F05-AF3E-A51A928D1053}" dt="2024-05-28T08:46:32.164" v="4" actId="20577"/>
        <pc:sldMkLst>
          <pc:docMk/>
          <pc:sldMk cId="0" sldId="256"/>
        </pc:sldMkLst>
        <pc:spChg chg="add mod">
          <ac:chgData name="Paul Winser" userId="c3146a91-e6bd-4264-bd86-e164e04bc32d" providerId="ADAL" clId="{39EC9C2F-9727-4F05-AF3E-A51A928D1053}" dt="2024-05-28T08:46:32.164" v="4" actId="20577"/>
          <ac:spMkLst>
            <pc:docMk/>
            <pc:sldMk cId="0" sldId="256"/>
            <ac:spMk id="2" creationId="{C49B3462-5109-2C9A-4757-D925DF0236E6}"/>
          </ac:spMkLst>
        </pc:spChg>
      </pc:sldChg>
      <pc:sldChg chg="addSp modSp modNotesTx">
        <pc:chgData name="Paul Winser" userId="c3146a91-e6bd-4264-bd86-e164e04bc32d" providerId="ADAL" clId="{39EC9C2F-9727-4F05-AF3E-A51A928D1053}" dt="2024-05-28T08:46:39.549" v="6" actId="6549"/>
        <pc:sldMkLst>
          <pc:docMk/>
          <pc:sldMk cId="0" sldId="257"/>
        </pc:sldMkLst>
        <pc:spChg chg="add mod">
          <ac:chgData name="Paul Winser" userId="c3146a91-e6bd-4264-bd86-e164e04bc32d" providerId="ADAL" clId="{39EC9C2F-9727-4F05-AF3E-A51A928D1053}" dt="2024-05-28T08:46:35.773" v="5"/>
          <ac:spMkLst>
            <pc:docMk/>
            <pc:sldMk cId="0" sldId="257"/>
            <ac:spMk id="2" creationId="{E6B9C42D-5BD2-9FC9-295B-D93AA86A17EC}"/>
          </ac:spMkLst>
        </pc:spChg>
      </pc:sldChg>
      <pc:sldChg chg="addSp modSp modNotesTx">
        <pc:chgData name="Paul Winser" userId="c3146a91-e6bd-4264-bd86-e164e04bc32d" providerId="ADAL" clId="{39EC9C2F-9727-4F05-AF3E-A51A928D1053}" dt="2024-05-28T08:46:43.663" v="8" actId="6549"/>
        <pc:sldMkLst>
          <pc:docMk/>
          <pc:sldMk cId="0" sldId="258"/>
        </pc:sldMkLst>
        <pc:spChg chg="add mod">
          <ac:chgData name="Paul Winser" userId="c3146a91-e6bd-4264-bd86-e164e04bc32d" providerId="ADAL" clId="{39EC9C2F-9727-4F05-AF3E-A51A928D1053}" dt="2024-05-28T08:46:41.284" v="7"/>
          <ac:spMkLst>
            <pc:docMk/>
            <pc:sldMk cId="0" sldId="258"/>
            <ac:spMk id="2" creationId="{4A16AF12-CD19-8197-5452-CBDC0C1C6A24}"/>
          </ac:spMkLst>
        </pc:spChg>
      </pc:sldChg>
      <pc:sldChg chg="addSp modSp">
        <pc:chgData name="Paul Winser" userId="c3146a91-e6bd-4264-bd86-e164e04bc32d" providerId="ADAL" clId="{39EC9C2F-9727-4F05-AF3E-A51A928D1053}" dt="2024-05-28T08:46:45.522" v="9"/>
        <pc:sldMkLst>
          <pc:docMk/>
          <pc:sldMk cId="0" sldId="272"/>
        </pc:sldMkLst>
        <pc:spChg chg="add mod">
          <ac:chgData name="Paul Winser" userId="c3146a91-e6bd-4264-bd86-e164e04bc32d" providerId="ADAL" clId="{39EC9C2F-9727-4F05-AF3E-A51A928D1053}" dt="2024-05-28T08:46:45.522" v="9"/>
          <ac:spMkLst>
            <pc:docMk/>
            <pc:sldMk cId="0" sldId="272"/>
            <ac:spMk id="2" creationId="{803E0FF0-4494-9F2A-6BFD-BD7086DE1A13}"/>
          </ac:spMkLst>
        </pc:spChg>
      </pc:sldChg>
      <pc:sldChg chg="addSp modSp">
        <pc:chgData name="Paul Winser" userId="c3146a91-e6bd-4264-bd86-e164e04bc32d" providerId="ADAL" clId="{39EC9C2F-9727-4F05-AF3E-A51A928D1053}" dt="2024-05-28T08:46:48.104" v="10"/>
        <pc:sldMkLst>
          <pc:docMk/>
          <pc:sldMk cId="884549766" sldId="305"/>
        </pc:sldMkLst>
        <pc:spChg chg="add mod">
          <ac:chgData name="Paul Winser" userId="c3146a91-e6bd-4264-bd86-e164e04bc32d" providerId="ADAL" clId="{39EC9C2F-9727-4F05-AF3E-A51A928D1053}" dt="2024-05-28T08:46:48.104" v="10"/>
          <ac:spMkLst>
            <pc:docMk/>
            <pc:sldMk cId="884549766" sldId="305"/>
            <ac:spMk id="3" creationId="{BEF23C6C-BA25-14C3-80D3-5C40EC067DF9}"/>
          </ac:spMkLst>
        </pc:spChg>
      </pc:sldChg>
      <pc:sldChg chg="addSp modSp">
        <pc:chgData name="Paul Winser" userId="c3146a91-e6bd-4264-bd86-e164e04bc32d" providerId="ADAL" clId="{39EC9C2F-9727-4F05-AF3E-A51A928D1053}" dt="2024-05-28T08:47:32.722" v="31"/>
        <pc:sldMkLst>
          <pc:docMk/>
          <pc:sldMk cId="588007661" sldId="306"/>
        </pc:sldMkLst>
        <pc:spChg chg="add mod">
          <ac:chgData name="Paul Winser" userId="c3146a91-e6bd-4264-bd86-e164e04bc32d" providerId="ADAL" clId="{39EC9C2F-9727-4F05-AF3E-A51A928D1053}" dt="2024-05-28T08:47:32.722" v="31"/>
          <ac:spMkLst>
            <pc:docMk/>
            <pc:sldMk cId="588007661" sldId="306"/>
            <ac:spMk id="2" creationId="{CF17F8FA-B90D-64C1-F6FE-DF0379C9E6FB}"/>
          </ac:spMkLst>
        </pc:spChg>
      </pc:sldChg>
      <pc:sldChg chg="addSp modSp">
        <pc:chgData name="Paul Winser" userId="c3146a91-e6bd-4264-bd86-e164e04bc32d" providerId="ADAL" clId="{39EC9C2F-9727-4F05-AF3E-A51A928D1053}" dt="2024-05-28T08:47:34.216" v="32"/>
        <pc:sldMkLst>
          <pc:docMk/>
          <pc:sldMk cId="3621417310" sldId="307"/>
        </pc:sldMkLst>
        <pc:spChg chg="add mod">
          <ac:chgData name="Paul Winser" userId="c3146a91-e6bd-4264-bd86-e164e04bc32d" providerId="ADAL" clId="{39EC9C2F-9727-4F05-AF3E-A51A928D1053}" dt="2024-05-28T08:47:34.216" v="32"/>
          <ac:spMkLst>
            <pc:docMk/>
            <pc:sldMk cId="3621417310" sldId="307"/>
            <ac:spMk id="3" creationId="{E802497D-CBB2-B6D3-481D-957E0DA2976C}"/>
          </ac:spMkLst>
        </pc:spChg>
      </pc:sldChg>
      <pc:sldChg chg="addSp modSp">
        <pc:chgData name="Paul Winser" userId="c3146a91-e6bd-4264-bd86-e164e04bc32d" providerId="ADAL" clId="{39EC9C2F-9727-4F05-AF3E-A51A928D1053}" dt="2024-05-28T08:47:40.335" v="36"/>
        <pc:sldMkLst>
          <pc:docMk/>
          <pc:sldMk cId="2005355495" sldId="308"/>
        </pc:sldMkLst>
        <pc:spChg chg="add mod">
          <ac:chgData name="Paul Winser" userId="c3146a91-e6bd-4264-bd86-e164e04bc32d" providerId="ADAL" clId="{39EC9C2F-9727-4F05-AF3E-A51A928D1053}" dt="2024-05-28T08:47:40.335" v="36"/>
          <ac:spMkLst>
            <pc:docMk/>
            <pc:sldMk cId="2005355495" sldId="308"/>
            <ac:spMk id="2" creationId="{B609F348-6AB2-799F-AD8F-87513D5D05E9}"/>
          </ac:spMkLst>
        </pc:spChg>
      </pc:sldChg>
      <pc:sldChg chg="addSp modSp">
        <pc:chgData name="Paul Winser" userId="c3146a91-e6bd-4264-bd86-e164e04bc32d" providerId="ADAL" clId="{39EC9C2F-9727-4F05-AF3E-A51A928D1053}" dt="2024-05-28T08:47:41.651" v="37"/>
        <pc:sldMkLst>
          <pc:docMk/>
          <pc:sldMk cId="47175209" sldId="309"/>
        </pc:sldMkLst>
        <pc:spChg chg="add mod">
          <ac:chgData name="Paul Winser" userId="c3146a91-e6bd-4264-bd86-e164e04bc32d" providerId="ADAL" clId="{39EC9C2F-9727-4F05-AF3E-A51A928D1053}" dt="2024-05-28T08:47:41.651" v="37"/>
          <ac:spMkLst>
            <pc:docMk/>
            <pc:sldMk cId="47175209" sldId="309"/>
            <ac:spMk id="3" creationId="{053D7EEA-B379-540C-E3C5-6E9FA4E9D368}"/>
          </ac:spMkLst>
        </pc:spChg>
      </pc:sldChg>
      <pc:sldChg chg="addSp delSp modSp mod">
        <pc:chgData name="Paul Winser" userId="c3146a91-e6bd-4264-bd86-e164e04bc32d" providerId="ADAL" clId="{39EC9C2F-9727-4F05-AF3E-A51A928D1053}" dt="2024-05-28T10:22:53.149" v="57" actId="1076"/>
        <pc:sldMkLst>
          <pc:docMk/>
          <pc:sldMk cId="1201467398" sldId="310"/>
        </pc:sldMkLst>
        <pc:spChg chg="add mod">
          <ac:chgData name="Paul Winser" userId="c3146a91-e6bd-4264-bd86-e164e04bc32d" providerId="ADAL" clId="{39EC9C2F-9727-4F05-AF3E-A51A928D1053}" dt="2024-05-28T08:46:57.379" v="15"/>
          <ac:spMkLst>
            <pc:docMk/>
            <pc:sldMk cId="1201467398" sldId="310"/>
            <ac:spMk id="2" creationId="{42B23F2A-EF39-68F8-6B42-EC73F706FEEF}"/>
          </ac:spMkLst>
        </pc:spChg>
        <pc:picChg chg="del">
          <ac:chgData name="Paul Winser" userId="c3146a91-e6bd-4264-bd86-e164e04bc32d" providerId="ADAL" clId="{39EC9C2F-9727-4F05-AF3E-A51A928D1053}" dt="2024-05-28T10:22:49.727" v="55" actId="478"/>
          <ac:picMkLst>
            <pc:docMk/>
            <pc:sldMk cId="1201467398" sldId="310"/>
            <ac:picMk id="3" creationId="{D81C0606-4DF5-D419-34ED-1885C0DDD98E}"/>
          </ac:picMkLst>
        </pc:picChg>
        <pc:picChg chg="add mod">
          <ac:chgData name="Paul Winser" userId="c3146a91-e6bd-4264-bd86-e164e04bc32d" providerId="ADAL" clId="{39EC9C2F-9727-4F05-AF3E-A51A928D1053}" dt="2024-05-28T10:22:53.149" v="57" actId="1076"/>
          <ac:picMkLst>
            <pc:docMk/>
            <pc:sldMk cId="1201467398" sldId="310"/>
            <ac:picMk id="4" creationId="{8C11C819-FF25-C088-2CE3-E33F06E39AEC}"/>
          </ac:picMkLst>
        </pc:picChg>
      </pc:sldChg>
      <pc:sldChg chg="addSp modSp">
        <pc:chgData name="Paul Winser" userId="c3146a91-e6bd-4264-bd86-e164e04bc32d" providerId="ADAL" clId="{39EC9C2F-9727-4F05-AF3E-A51A928D1053}" dt="2024-05-28T08:46:55.573" v="14"/>
        <pc:sldMkLst>
          <pc:docMk/>
          <pc:sldMk cId="2222703600" sldId="319"/>
        </pc:sldMkLst>
        <pc:spChg chg="add mod">
          <ac:chgData name="Paul Winser" userId="c3146a91-e6bd-4264-bd86-e164e04bc32d" providerId="ADAL" clId="{39EC9C2F-9727-4F05-AF3E-A51A928D1053}" dt="2024-05-28T08:46:55.573" v="14"/>
          <ac:spMkLst>
            <pc:docMk/>
            <pc:sldMk cId="2222703600" sldId="319"/>
            <ac:spMk id="2" creationId="{4E47F0F5-DD55-E9FE-C975-6B6A78ACBC75}"/>
          </ac:spMkLst>
        </pc:spChg>
      </pc:sldChg>
      <pc:sldChg chg="addSp delSp modSp mod">
        <pc:chgData name="Paul Winser" userId="c3146a91-e6bd-4264-bd86-e164e04bc32d" providerId="ADAL" clId="{39EC9C2F-9727-4F05-AF3E-A51A928D1053}" dt="2024-05-28T10:23:03.908" v="61" actId="14100"/>
        <pc:sldMkLst>
          <pc:docMk/>
          <pc:sldMk cId="92468732" sldId="320"/>
        </pc:sldMkLst>
        <pc:spChg chg="add mod">
          <ac:chgData name="Paul Winser" userId="c3146a91-e6bd-4264-bd86-e164e04bc32d" providerId="ADAL" clId="{39EC9C2F-9727-4F05-AF3E-A51A928D1053}" dt="2024-05-28T08:47:03.846" v="17"/>
          <ac:spMkLst>
            <pc:docMk/>
            <pc:sldMk cId="92468732" sldId="320"/>
            <ac:spMk id="2" creationId="{2004A1D3-BEB4-7D02-0B14-DAD3799B64CD}"/>
          </ac:spMkLst>
        </pc:spChg>
        <pc:picChg chg="del">
          <ac:chgData name="Paul Winser" userId="c3146a91-e6bd-4264-bd86-e164e04bc32d" providerId="ADAL" clId="{39EC9C2F-9727-4F05-AF3E-A51A928D1053}" dt="2024-05-28T10:23:00.001" v="58" actId="478"/>
          <ac:picMkLst>
            <pc:docMk/>
            <pc:sldMk cId="92468732" sldId="320"/>
            <ac:picMk id="3" creationId="{E531DB7A-4FEC-F8A9-A956-2482DA8AAF0B}"/>
          </ac:picMkLst>
        </pc:picChg>
        <pc:picChg chg="add mod">
          <ac:chgData name="Paul Winser" userId="c3146a91-e6bd-4264-bd86-e164e04bc32d" providerId="ADAL" clId="{39EC9C2F-9727-4F05-AF3E-A51A928D1053}" dt="2024-05-28T10:23:03.908" v="61" actId="14100"/>
          <ac:picMkLst>
            <pc:docMk/>
            <pc:sldMk cId="92468732" sldId="320"/>
            <ac:picMk id="4" creationId="{4706DAE0-378C-D74F-9D79-6151C52D2E08}"/>
          </ac:picMkLst>
        </pc:picChg>
      </pc:sldChg>
      <pc:sldChg chg="addSp modSp">
        <pc:chgData name="Paul Winser" userId="c3146a91-e6bd-4264-bd86-e164e04bc32d" providerId="ADAL" clId="{39EC9C2F-9727-4F05-AF3E-A51A928D1053}" dt="2024-05-28T08:47:05.376" v="18"/>
        <pc:sldMkLst>
          <pc:docMk/>
          <pc:sldMk cId="4276920982" sldId="321"/>
        </pc:sldMkLst>
        <pc:spChg chg="add mod">
          <ac:chgData name="Paul Winser" userId="c3146a91-e6bd-4264-bd86-e164e04bc32d" providerId="ADAL" clId="{39EC9C2F-9727-4F05-AF3E-A51A928D1053}" dt="2024-05-28T08:47:05.376" v="18"/>
          <ac:spMkLst>
            <pc:docMk/>
            <pc:sldMk cId="4276920982" sldId="321"/>
            <ac:spMk id="2" creationId="{AE72830F-7622-2148-697A-F9063FA7DD50}"/>
          </ac:spMkLst>
        </pc:spChg>
      </pc:sldChg>
      <pc:sldChg chg="addSp modSp">
        <pc:chgData name="Paul Winser" userId="c3146a91-e6bd-4264-bd86-e164e04bc32d" providerId="ADAL" clId="{39EC9C2F-9727-4F05-AF3E-A51A928D1053}" dt="2024-05-28T08:47:19.954" v="25"/>
        <pc:sldMkLst>
          <pc:docMk/>
          <pc:sldMk cId="1250010181" sldId="324"/>
        </pc:sldMkLst>
        <pc:spChg chg="add mod">
          <ac:chgData name="Paul Winser" userId="c3146a91-e6bd-4264-bd86-e164e04bc32d" providerId="ADAL" clId="{39EC9C2F-9727-4F05-AF3E-A51A928D1053}" dt="2024-05-28T08:47:19.954" v="25"/>
          <ac:spMkLst>
            <pc:docMk/>
            <pc:sldMk cId="1250010181" sldId="324"/>
            <ac:spMk id="2" creationId="{A2A7127A-FD57-871F-0E86-0E3B3988663E}"/>
          </ac:spMkLst>
        </pc:spChg>
      </pc:sldChg>
      <pc:sldChg chg="addSp modSp">
        <pc:chgData name="Paul Winser" userId="c3146a91-e6bd-4264-bd86-e164e04bc32d" providerId="ADAL" clId="{39EC9C2F-9727-4F05-AF3E-A51A928D1053}" dt="2024-05-28T08:47:21.432" v="26"/>
        <pc:sldMkLst>
          <pc:docMk/>
          <pc:sldMk cId="2407597519" sldId="325"/>
        </pc:sldMkLst>
        <pc:spChg chg="add mod">
          <ac:chgData name="Paul Winser" userId="c3146a91-e6bd-4264-bd86-e164e04bc32d" providerId="ADAL" clId="{39EC9C2F-9727-4F05-AF3E-A51A928D1053}" dt="2024-05-28T08:47:21.432" v="26"/>
          <ac:spMkLst>
            <pc:docMk/>
            <pc:sldMk cId="2407597519" sldId="325"/>
            <ac:spMk id="2" creationId="{20CB5B74-6AE1-D458-B33A-06565086E941}"/>
          </ac:spMkLst>
        </pc:spChg>
      </pc:sldChg>
      <pc:sldChg chg="addSp delSp modSp mod">
        <pc:chgData name="Paul Winser" userId="c3146a91-e6bd-4264-bd86-e164e04bc32d" providerId="ADAL" clId="{39EC9C2F-9727-4F05-AF3E-A51A928D1053}" dt="2024-05-28T10:23:16.403" v="66" actId="1076"/>
        <pc:sldMkLst>
          <pc:docMk/>
          <pc:sldMk cId="2001726070" sldId="326"/>
        </pc:sldMkLst>
        <pc:spChg chg="add mod">
          <ac:chgData name="Paul Winser" userId="c3146a91-e6bd-4264-bd86-e164e04bc32d" providerId="ADAL" clId="{39EC9C2F-9727-4F05-AF3E-A51A928D1053}" dt="2024-05-28T08:47:15.565" v="22"/>
          <ac:spMkLst>
            <pc:docMk/>
            <pc:sldMk cId="2001726070" sldId="326"/>
            <ac:spMk id="2" creationId="{8C1AAD58-EF3F-3B11-B144-25D435F987F6}"/>
          </ac:spMkLst>
        </pc:spChg>
        <pc:picChg chg="add mod">
          <ac:chgData name="Paul Winser" userId="c3146a91-e6bd-4264-bd86-e164e04bc32d" providerId="ADAL" clId="{39EC9C2F-9727-4F05-AF3E-A51A928D1053}" dt="2024-05-28T10:23:16.403" v="66" actId="1076"/>
          <ac:picMkLst>
            <pc:docMk/>
            <pc:sldMk cId="2001726070" sldId="326"/>
            <ac:picMk id="3" creationId="{0409FEE9-F8B5-7696-CF8F-BEC1CB19CE9E}"/>
          </ac:picMkLst>
        </pc:picChg>
        <pc:picChg chg="del">
          <ac:chgData name="Paul Winser" userId="c3146a91-e6bd-4264-bd86-e164e04bc32d" providerId="ADAL" clId="{39EC9C2F-9727-4F05-AF3E-A51A928D1053}" dt="2024-05-28T10:23:10.284" v="62" actId="478"/>
          <ac:picMkLst>
            <pc:docMk/>
            <pc:sldMk cId="2001726070" sldId="326"/>
            <ac:picMk id="4" creationId="{C47599A0-0543-2875-17CB-126E611E6694}"/>
          </ac:picMkLst>
        </pc:picChg>
      </pc:sldChg>
      <pc:sldChg chg="addSp modSp">
        <pc:chgData name="Paul Winser" userId="c3146a91-e6bd-4264-bd86-e164e04bc32d" providerId="ADAL" clId="{39EC9C2F-9727-4F05-AF3E-A51A928D1053}" dt="2024-05-28T08:47:22.845" v="27"/>
        <pc:sldMkLst>
          <pc:docMk/>
          <pc:sldMk cId="3895457570" sldId="327"/>
        </pc:sldMkLst>
        <pc:spChg chg="add mod">
          <ac:chgData name="Paul Winser" userId="c3146a91-e6bd-4264-bd86-e164e04bc32d" providerId="ADAL" clId="{39EC9C2F-9727-4F05-AF3E-A51A928D1053}" dt="2024-05-28T08:47:22.845" v="27"/>
          <ac:spMkLst>
            <pc:docMk/>
            <pc:sldMk cId="3895457570" sldId="327"/>
            <ac:spMk id="2" creationId="{4C852DEF-9796-B21B-EAAE-DD23D4C7AA1F}"/>
          </ac:spMkLst>
        </pc:spChg>
      </pc:sldChg>
      <pc:sldChg chg="addSp modSp mod">
        <pc:chgData name="Paul Winser" userId="c3146a91-e6bd-4264-bd86-e164e04bc32d" providerId="ADAL" clId="{39EC9C2F-9727-4F05-AF3E-A51A928D1053}" dt="2024-05-28T08:47:31.317" v="30" actId="14100"/>
        <pc:sldMkLst>
          <pc:docMk/>
          <pc:sldMk cId="3155863374" sldId="328"/>
        </pc:sldMkLst>
        <pc:spChg chg="mod">
          <ac:chgData name="Paul Winser" userId="c3146a91-e6bd-4264-bd86-e164e04bc32d" providerId="ADAL" clId="{39EC9C2F-9727-4F05-AF3E-A51A928D1053}" dt="2024-05-28T08:47:31.317" v="30" actId="14100"/>
          <ac:spMkLst>
            <pc:docMk/>
            <pc:sldMk cId="3155863374" sldId="328"/>
            <ac:spMk id="2" creationId="{13B55102-3CC0-A0CA-6BF0-6DDD8BF1B9D9}"/>
          </ac:spMkLst>
        </pc:spChg>
        <pc:spChg chg="add mod">
          <ac:chgData name="Paul Winser" userId="c3146a91-e6bd-4264-bd86-e164e04bc32d" providerId="ADAL" clId="{39EC9C2F-9727-4F05-AF3E-A51A928D1053}" dt="2024-05-28T08:47:25.767" v="29"/>
          <ac:spMkLst>
            <pc:docMk/>
            <pc:sldMk cId="3155863374" sldId="328"/>
            <ac:spMk id="3" creationId="{5F4C6FB1-3F8C-1FE2-0E73-B95D699C97C6}"/>
          </ac:spMkLst>
        </pc:spChg>
      </pc:sldChg>
      <pc:sldChg chg="addSp modSp">
        <pc:chgData name="Paul Winser" userId="c3146a91-e6bd-4264-bd86-e164e04bc32d" providerId="ADAL" clId="{39EC9C2F-9727-4F05-AF3E-A51A928D1053}" dt="2024-05-28T08:47:38.964" v="35"/>
        <pc:sldMkLst>
          <pc:docMk/>
          <pc:sldMk cId="914972762" sldId="329"/>
        </pc:sldMkLst>
        <pc:spChg chg="add mod">
          <ac:chgData name="Paul Winser" userId="c3146a91-e6bd-4264-bd86-e164e04bc32d" providerId="ADAL" clId="{39EC9C2F-9727-4F05-AF3E-A51A928D1053}" dt="2024-05-28T08:47:38.964" v="35"/>
          <ac:spMkLst>
            <pc:docMk/>
            <pc:sldMk cId="914972762" sldId="329"/>
            <ac:spMk id="3" creationId="{304080BA-5B31-22DD-BACA-88B8D448C6A1}"/>
          </ac:spMkLst>
        </pc:spChg>
      </pc:sldChg>
      <pc:sldChg chg="addSp delSp modSp mod">
        <pc:chgData name="Paul Winser" userId="c3146a91-e6bd-4264-bd86-e164e04bc32d" providerId="ADAL" clId="{39EC9C2F-9727-4F05-AF3E-A51A928D1053}" dt="2024-05-28T10:23:35.381" v="71" actId="1076"/>
        <pc:sldMkLst>
          <pc:docMk/>
          <pc:sldMk cId="2957456870" sldId="335"/>
        </pc:sldMkLst>
        <pc:spChg chg="add mod">
          <ac:chgData name="Paul Winser" userId="c3146a91-e6bd-4264-bd86-e164e04bc32d" providerId="ADAL" clId="{39EC9C2F-9727-4F05-AF3E-A51A928D1053}" dt="2024-05-28T08:47:37.524" v="34"/>
          <ac:spMkLst>
            <pc:docMk/>
            <pc:sldMk cId="2957456870" sldId="335"/>
            <ac:spMk id="2" creationId="{40C05CC3-590F-664B-6C8B-4937FC27523E}"/>
          </ac:spMkLst>
        </pc:spChg>
        <pc:picChg chg="del">
          <ac:chgData name="Paul Winser" userId="c3146a91-e6bd-4264-bd86-e164e04bc32d" providerId="ADAL" clId="{39EC9C2F-9727-4F05-AF3E-A51A928D1053}" dt="2024-05-28T10:23:29.547" v="67" actId="478"/>
          <ac:picMkLst>
            <pc:docMk/>
            <pc:sldMk cId="2957456870" sldId="335"/>
            <ac:picMk id="3" creationId="{309068F9-33E0-00D2-934B-A617F3DE0911}"/>
          </ac:picMkLst>
        </pc:picChg>
        <pc:picChg chg="add mod">
          <ac:chgData name="Paul Winser" userId="c3146a91-e6bd-4264-bd86-e164e04bc32d" providerId="ADAL" clId="{39EC9C2F-9727-4F05-AF3E-A51A928D1053}" dt="2024-05-28T10:23:35.381" v="71" actId="1076"/>
          <ac:picMkLst>
            <pc:docMk/>
            <pc:sldMk cId="2957456870" sldId="335"/>
            <ac:picMk id="4" creationId="{EC963E62-1C4E-EBC9-BB20-402FDD705D47}"/>
          </ac:picMkLst>
        </pc:picChg>
      </pc:sldChg>
      <pc:sldChg chg="addSp modSp">
        <pc:chgData name="Paul Winser" userId="c3146a91-e6bd-4264-bd86-e164e04bc32d" providerId="ADAL" clId="{39EC9C2F-9727-4F05-AF3E-A51A928D1053}" dt="2024-05-28T08:47:55.378" v="46"/>
        <pc:sldMkLst>
          <pc:docMk/>
          <pc:sldMk cId="868744550" sldId="336"/>
        </pc:sldMkLst>
        <pc:spChg chg="add mod">
          <ac:chgData name="Paul Winser" userId="c3146a91-e6bd-4264-bd86-e164e04bc32d" providerId="ADAL" clId="{39EC9C2F-9727-4F05-AF3E-A51A928D1053}" dt="2024-05-28T08:47:55.378" v="46"/>
          <ac:spMkLst>
            <pc:docMk/>
            <pc:sldMk cId="868744550" sldId="336"/>
            <ac:spMk id="2" creationId="{5D05576C-C010-4EB0-6F7F-8040CF6EFA58}"/>
          </ac:spMkLst>
        </pc:spChg>
      </pc:sldChg>
      <pc:sldChg chg="addSp modSp">
        <pc:chgData name="Paul Winser" userId="c3146a91-e6bd-4264-bd86-e164e04bc32d" providerId="ADAL" clId="{39EC9C2F-9727-4F05-AF3E-A51A928D1053}" dt="2024-05-28T08:48:00.236" v="49"/>
        <pc:sldMkLst>
          <pc:docMk/>
          <pc:sldMk cId="2313278210" sldId="338"/>
        </pc:sldMkLst>
        <pc:spChg chg="add mod">
          <ac:chgData name="Paul Winser" userId="c3146a91-e6bd-4264-bd86-e164e04bc32d" providerId="ADAL" clId="{39EC9C2F-9727-4F05-AF3E-A51A928D1053}" dt="2024-05-28T08:48:00.236" v="49"/>
          <ac:spMkLst>
            <pc:docMk/>
            <pc:sldMk cId="2313278210" sldId="338"/>
            <ac:spMk id="2" creationId="{EF537548-6CB7-91A0-BE72-5829E3580D23}"/>
          </ac:spMkLst>
        </pc:spChg>
      </pc:sldChg>
      <pc:sldChg chg="addSp modSp">
        <pc:chgData name="Paul Winser" userId="c3146a91-e6bd-4264-bd86-e164e04bc32d" providerId="ADAL" clId="{39EC9C2F-9727-4F05-AF3E-A51A928D1053}" dt="2024-05-28T08:47:56.747" v="47"/>
        <pc:sldMkLst>
          <pc:docMk/>
          <pc:sldMk cId="4141444468" sldId="341"/>
        </pc:sldMkLst>
        <pc:spChg chg="add mod">
          <ac:chgData name="Paul Winser" userId="c3146a91-e6bd-4264-bd86-e164e04bc32d" providerId="ADAL" clId="{39EC9C2F-9727-4F05-AF3E-A51A928D1053}" dt="2024-05-28T08:47:56.747" v="47"/>
          <ac:spMkLst>
            <pc:docMk/>
            <pc:sldMk cId="4141444468" sldId="341"/>
            <ac:spMk id="2" creationId="{2A2E3E9C-01B2-011E-E309-6ABE11AA100D}"/>
          </ac:spMkLst>
        </pc:spChg>
      </pc:sldChg>
      <pc:sldChg chg="addSp delSp modSp mod">
        <pc:chgData name="Paul Winser" userId="c3146a91-e6bd-4264-bd86-e164e04bc32d" providerId="ADAL" clId="{39EC9C2F-9727-4F05-AF3E-A51A928D1053}" dt="2024-05-28T10:23:54.825" v="76" actId="1076"/>
        <pc:sldMkLst>
          <pc:docMk/>
          <pc:sldMk cId="906768981" sldId="342"/>
        </pc:sldMkLst>
        <pc:spChg chg="add mod">
          <ac:chgData name="Paul Winser" userId="c3146a91-e6bd-4264-bd86-e164e04bc32d" providerId="ADAL" clId="{39EC9C2F-9727-4F05-AF3E-A51A928D1053}" dt="2024-05-28T08:47:58.398" v="48"/>
          <ac:spMkLst>
            <pc:docMk/>
            <pc:sldMk cId="906768981" sldId="342"/>
            <ac:spMk id="2" creationId="{8CC9DBB3-D54B-9876-616B-43A80895C27A}"/>
          </ac:spMkLst>
        </pc:spChg>
        <pc:picChg chg="del">
          <ac:chgData name="Paul Winser" userId="c3146a91-e6bd-4264-bd86-e164e04bc32d" providerId="ADAL" clId="{39EC9C2F-9727-4F05-AF3E-A51A928D1053}" dt="2024-05-28T10:23:49.176" v="72" actId="478"/>
          <ac:picMkLst>
            <pc:docMk/>
            <pc:sldMk cId="906768981" sldId="342"/>
            <ac:picMk id="3" creationId="{CDB4C7DF-4EC6-FFAB-F006-D4BD2DE61040}"/>
          </ac:picMkLst>
        </pc:picChg>
        <pc:picChg chg="add mod">
          <ac:chgData name="Paul Winser" userId="c3146a91-e6bd-4264-bd86-e164e04bc32d" providerId="ADAL" clId="{39EC9C2F-9727-4F05-AF3E-A51A928D1053}" dt="2024-05-28T10:23:54.825" v="76" actId="1076"/>
          <ac:picMkLst>
            <pc:docMk/>
            <pc:sldMk cId="906768981" sldId="342"/>
            <ac:picMk id="4" creationId="{EA011D0F-415C-D1F2-3954-A927139BED2E}"/>
          </ac:picMkLst>
        </pc:picChg>
      </pc:sldChg>
      <pc:sldChg chg="addSp modSp">
        <pc:chgData name="Paul Winser" userId="c3146a91-e6bd-4264-bd86-e164e04bc32d" providerId="ADAL" clId="{39EC9C2F-9727-4F05-AF3E-A51A928D1053}" dt="2024-05-28T08:47:54.149" v="45"/>
        <pc:sldMkLst>
          <pc:docMk/>
          <pc:sldMk cId="2106588170" sldId="343"/>
        </pc:sldMkLst>
        <pc:spChg chg="add mod">
          <ac:chgData name="Paul Winser" userId="c3146a91-e6bd-4264-bd86-e164e04bc32d" providerId="ADAL" clId="{39EC9C2F-9727-4F05-AF3E-A51A928D1053}" dt="2024-05-28T08:47:54.149" v="45"/>
          <ac:spMkLst>
            <pc:docMk/>
            <pc:sldMk cId="2106588170" sldId="343"/>
            <ac:spMk id="2" creationId="{C63E23BD-9997-56C1-E386-7069FEFCAD61}"/>
          </ac:spMkLst>
        </pc:spChg>
      </pc:sldChg>
      <pc:sldChg chg="addSp modSp">
        <pc:chgData name="Paul Winser" userId="c3146a91-e6bd-4264-bd86-e164e04bc32d" providerId="ADAL" clId="{39EC9C2F-9727-4F05-AF3E-A51A928D1053}" dt="2024-05-28T08:47:01.667" v="16"/>
        <pc:sldMkLst>
          <pc:docMk/>
          <pc:sldMk cId="109817028" sldId="344"/>
        </pc:sldMkLst>
        <pc:spChg chg="add mod">
          <ac:chgData name="Paul Winser" userId="c3146a91-e6bd-4264-bd86-e164e04bc32d" providerId="ADAL" clId="{39EC9C2F-9727-4F05-AF3E-A51A928D1053}" dt="2024-05-28T08:47:01.667" v="16"/>
          <ac:spMkLst>
            <pc:docMk/>
            <pc:sldMk cId="109817028" sldId="344"/>
            <ac:spMk id="2" creationId="{7B47BEF4-7A12-4A53-F9E9-81584FFEB6B6}"/>
          </ac:spMkLst>
        </pc:spChg>
      </pc:sldChg>
      <pc:sldChg chg="addSp modSp">
        <pc:chgData name="Paul Winser" userId="c3146a91-e6bd-4264-bd86-e164e04bc32d" providerId="ADAL" clId="{39EC9C2F-9727-4F05-AF3E-A51A928D1053}" dt="2024-05-28T08:47:52.276" v="44"/>
        <pc:sldMkLst>
          <pc:docMk/>
          <pc:sldMk cId="1571212784" sldId="345"/>
        </pc:sldMkLst>
        <pc:spChg chg="add mod">
          <ac:chgData name="Paul Winser" userId="c3146a91-e6bd-4264-bd86-e164e04bc32d" providerId="ADAL" clId="{39EC9C2F-9727-4F05-AF3E-A51A928D1053}" dt="2024-05-28T08:47:52.276" v="44"/>
          <ac:spMkLst>
            <pc:docMk/>
            <pc:sldMk cId="1571212784" sldId="345"/>
            <ac:spMk id="9" creationId="{890E70AB-B4B2-A1F0-0173-CB2D9AAD6326}"/>
          </ac:spMkLst>
        </pc:spChg>
      </pc:sldChg>
      <pc:sldChg chg="addSp modSp">
        <pc:chgData name="Paul Winser" userId="c3146a91-e6bd-4264-bd86-e164e04bc32d" providerId="ADAL" clId="{39EC9C2F-9727-4F05-AF3E-A51A928D1053}" dt="2024-05-28T08:46:49.896" v="11"/>
        <pc:sldMkLst>
          <pc:docMk/>
          <pc:sldMk cId="3032584539" sldId="346"/>
        </pc:sldMkLst>
        <pc:spChg chg="add mod">
          <ac:chgData name="Paul Winser" userId="c3146a91-e6bd-4264-bd86-e164e04bc32d" providerId="ADAL" clId="{39EC9C2F-9727-4F05-AF3E-A51A928D1053}" dt="2024-05-28T08:46:49.896" v="11"/>
          <ac:spMkLst>
            <pc:docMk/>
            <pc:sldMk cId="3032584539" sldId="346"/>
            <ac:spMk id="2" creationId="{9E752D43-873F-A512-AE3D-33C5EE9A62FB}"/>
          </ac:spMkLst>
        </pc:spChg>
      </pc:sldChg>
      <pc:sldChg chg="addSp delSp modSp mod">
        <pc:chgData name="Paul Winser" userId="c3146a91-e6bd-4264-bd86-e164e04bc32d" providerId="ADAL" clId="{39EC9C2F-9727-4F05-AF3E-A51A928D1053}" dt="2024-05-28T10:22:41.785" v="54" actId="1076"/>
        <pc:sldMkLst>
          <pc:docMk/>
          <pc:sldMk cId="295625254" sldId="347"/>
        </pc:sldMkLst>
        <pc:spChg chg="add mod">
          <ac:chgData name="Paul Winser" userId="c3146a91-e6bd-4264-bd86-e164e04bc32d" providerId="ADAL" clId="{39EC9C2F-9727-4F05-AF3E-A51A928D1053}" dt="2024-05-28T08:46:51.690" v="12"/>
          <ac:spMkLst>
            <pc:docMk/>
            <pc:sldMk cId="295625254" sldId="347"/>
            <ac:spMk id="3" creationId="{BD66D644-95F3-260B-6D25-084D77B72893}"/>
          </ac:spMkLst>
        </pc:spChg>
        <pc:picChg chg="del">
          <ac:chgData name="Paul Winser" userId="c3146a91-e6bd-4264-bd86-e164e04bc32d" providerId="ADAL" clId="{39EC9C2F-9727-4F05-AF3E-A51A928D1053}" dt="2024-05-28T10:22:35.026" v="50" actId="478"/>
          <ac:picMkLst>
            <pc:docMk/>
            <pc:sldMk cId="295625254" sldId="347"/>
            <ac:picMk id="2" creationId="{CAA7E7A0-27ED-A8CA-5FF2-1F3FB182F38E}"/>
          </ac:picMkLst>
        </pc:picChg>
        <pc:picChg chg="add mod">
          <ac:chgData name="Paul Winser" userId="c3146a91-e6bd-4264-bd86-e164e04bc32d" providerId="ADAL" clId="{39EC9C2F-9727-4F05-AF3E-A51A928D1053}" dt="2024-05-28T10:22:41.785" v="54" actId="1076"/>
          <ac:picMkLst>
            <pc:docMk/>
            <pc:sldMk cId="295625254" sldId="347"/>
            <ac:picMk id="4" creationId="{4A553B4E-8C6A-FEF3-9B1B-DD0E3B32DE69}"/>
          </ac:picMkLst>
        </pc:picChg>
      </pc:sldChg>
      <pc:sldChg chg="addSp modSp mod">
        <pc:chgData name="Paul Winser" userId="c3146a91-e6bd-4264-bd86-e164e04bc32d" providerId="ADAL" clId="{39EC9C2F-9727-4F05-AF3E-A51A928D1053}" dt="2024-05-28T08:47:13.901" v="21" actId="1076"/>
        <pc:sldMkLst>
          <pc:docMk/>
          <pc:sldMk cId="2330116879" sldId="348"/>
        </pc:sldMkLst>
        <pc:spChg chg="add mod">
          <ac:chgData name="Paul Winser" userId="c3146a91-e6bd-4264-bd86-e164e04bc32d" providerId="ADAL" clId="{39EC9C2F-9727-4F05-AF3E-A51A928D1053}" dt="2024-05-28T08:47:07.667" v="19"/>
          <ac:spMkLst>
            <pc:docMk/>
            <pc:sldMk cId="2330116879" sldId="348"/>
            <ac:spMk id="3" creationId="{6FCB19E7-9921-1B87-CC6E-F1D3DA859628}"/>
          </ac:spMkLst>
        </pc:spChg>
        <pc:grpChg chg="mod">
          <ac:chgData name="Paul Winser" userId="c3146a91-e6bd-4264-bd86-e164e04bc32d" providerId="ADAL" clId="{39EC9C2F-9727-4F05-AF3E-A51A928D1053}" dt="2024-05-28T08:47:13.901" v="21" actId="1076"/>
          <ac:grpSpMkLst>
            <pc:docMk/>
            <pc:sldMk cId="2330116879" sldId="348"/>
            <ac:grpSpMk id="32" creationId="{54ED0140-54DE-19D0-E7A2-7E2656106CD9}"/>
          </ac:grpSpMkLst>
        </pc:grpChg>
      </pc:sldChg>
      <pc:sldChg chg="addSp modSp">
        <pc:chgData name="Paul Winser" userId="c3146a91-e6bd-4264-bd86-e164e04bc32d" providerId="ADAL" clId="{39EC9C2F-9727-4F05-AF3E-A51A928D1053}" dt="2024-05-28T08:47:18.603" v="24"/>
        <pc:sldMkLst>
          <pc:docMk/>
          <pc:sldMk cId="4284288222" sldId="349"/>
        </pc:sldMkLst>
        <pc:spChg chg="add mod">
          <ac:chgData name="Paul Winser" userId="c3146a91-e6bd-4264-bd86-e164e04bc32d" providerId="ADAL" clId="{39EC9C2F-9727-4F05-AF3E-A51A928D1053}" dt="2024-05-28T08:47:18.603" v="24"/>
          <ac:spMkLst>
            <pc:docMk/>
            <pc:sldMk cId="4284288222" sldId="349"/>
            <ac:spMk id="2" creationId="{5AFAE279-BDA8-0C91-A4A8-8C8A52E1624C}"/>
          </ac:spMkLst>
        </pc:spChg>
      </pc:sldChg>
      <pc:sldChg chg="addSp modSp">
        <pc:chgData name="Paul Winser" userId="c3146a91-e6bd-4264-bd86-e164e04bc32d" providerId="ADAL" clId="{39EC9C2F-9727-4F05-AF3E-A51A928D1053}" dt="2024-05-28T08:47:17.203" v="23"/>
        <pc:sldMkLst>
          <pc:docMk/>
          <pc:sldMk cId="3941585773" sldId="350"/>
        </pc:sldMkLst>
        <pc:spChg chg="add mod">
          <ac:chgData name="Paul Winser" userId="c3146a91-e6bd-4264-bd86-e164e04bc32d" providerId="ADAL" clId="{39EC9C2F-9727-4F05-AF3E-A51A928D1053}" dt="2024-05-28T08:47:17.203" v="23"/>
          <ac:spMkLst>
            <pc:docMk/>
            <pc:sldMk cId="3941585773" sldId="350"/>
            <ac:spMk id="2" creationId="{41C1A1A6-C9A5-8BD5-9DC1-D7D0DBFA5A41}"/>
          </ac:spMkLst>
        </pc:spChg>
      </pc:sldChg>
      <pc:sldChg chg="addSp modSp">
        <pc:chgData name="Paul Winser" userId="c3146a91-e6bd-4264-bd86-e164e04bc32d" providerId="ADAL" clId="{39EC9C2F-9727-4F05-AF3E-A51A928D1053}" dt="2024-05-28T08:47:24.276" v="28"/>
        <pc:sldMkLst>
          <pc:docMk/>
          <pc:sldMk cId="660151281" sldId="351"/>
        </pc:sldMkLst>
        <pc:spChg chg="add mod">
          <ac:chgData name="Paul Winser" userId="c3146a91-e6bd-4264-bd86-e164e04bc32d" providerId="ADAL" clId="{39EC9C2F-9727-4F05-AF3E-A51A928D1053}" dt="2024-05-28T08:47:24.276" v="28"/>
          <ac:spMkLst>
            <pc:docMk/>
            <pc:sldMk cId="660151281" sldId="351"/>
            <ac:spMk id="2" creationId="{C9F0F3BF-6A13-BAD7-4BB9-9C38F809B520}"/>
          </ac:spMkLst>
        </pc:spChg>
      </pc:sldChg>
      <pc:sldChg chg="addSp modSp">
        <pc:chgData name="Paul Winser" userId="c3146a91-e6bd-4264-bd86-e164e04bc32d" providerId="ADAL" clId="{39EC9C2F-9727-4F05-AF3E-A51A928D1053}" dt="2024-05-28T08:47:44.610" v="39"/>
        <pc:sldMkLst>
          <pc:docMk/>
          <pc:sldMk cId="1866505127" sldId="352"/>
        </pc:sldMkLst>
        <pc:spChg chg="add mod">
          <ac:chgData name="Paul Winser" userId="c3146a91-e6bd-4264-bd86-e164e04bc32d" providerId="ADAL" clId="{39EC9C2F-9727-4F05-AF3E-A51A928D1053}" dt="2024-05-28T08:47:44.610" v="39"/>
          <ac:spMkLst>
            <pc:docMk/>
            <pc:sldMk cId="1866505127" sldId="352"/>
            <ac:spMk id="2" creationId="{D7BB31B8-AB03-F745-4041-599384B45F8E}"/>
          </ac:spMkLst>
        </pc:spChg>
      </pc:sldChg>
      <pc:sldChg chg="addSp modSp">
        <pc:chgData name="Paul Winser" userId="c3146a91-e6bd-4264-bd86-e164e04bc32d" providerId="ADAL" clId="{39EC9C2F-9727-4F05-AF3E-A51A928D1053}" dt="2024-05-28T08:47:46.229" v="40"/>
        <pc:sldMkLst>
          <pc:docMk/>
          <pc:sldMk cId="1462990050" sldId="353"/>
        </pc:sldMkLst>
        <pc:spChg chg="add mod">
          <ac:chgData name="Paul Winser" userId="c3146a91-e6bd-4264-bd86-e164e04bc32d" providerId="ADAL" clId="{39EC9C2F-9727-4F05-AF3E-A51A928D1053}" dt="2024-05-28T08:47:46.229" v="40"/>
          <ac:spMkLst>
            <pc:docMk/>
            <pc:sldMk cId="1462990050" sldId="353"/>
            <ac:spMk id="2" creationId="{C9AB3238-95D7-AC5C-D582-C45662909FC7}"/>
          </ac:spMkLst>
        </pc:spChg>
      </pc:sldChg>
      <pc:sldChg chg="addSp modSp">
        <pc:chgData name="Paul Winser" userId="c3146a91-e6bd-4264-bd86-e164e04bc32d" providerId="ADAL" clId="{39EC9C2F-9727-4F05-AF3E-A51A928D1053}" dt="2024-05-28T08:47:47.504" v="41"/>
        <pc:sldMkLst>
          <pc:docMk/>
          <pc:sldMk cId="2534373806" sldId="354"/>
        </pc:sldMkLst>
        <pc:spChg chg="add mod">
          <ac:chgData name="Paul Winser" userId="c3146a91-e6bd-4264-bd86-e164e04bc32d" providerId="ADAL" clId="{39EC9C2F-9727-4F05-AF3E-A51A928D1053}" dt="2024-05-28T08:47:47.504" v="41"/>
          <ac:spMkLst>
            <pc:docMk/>
            <pc:sldMk cId="2534373806" sldId="354"/>
            <ac:spMk id="2" creationId="{3565F692-97A0-058A-7CF0-809BEFCAE75A}"/>
          </ac:spMkLst>
        </pc:spChg>
      </pc:sldChg>
      <pc:sldChg chg="addSp modSp">
        <pc:chgData name="Paul Winser" userId="c3146a91-e6bd-4264-bd86-e164e04bc32d" providerId="ADAL" clId="{39EC9C2F-9727-4F05-AF3E-A51A928D1053}" dt="2024-05-28T08:47:49.329" v="42"/>
        <pc:sldMkLst>
          <pc:docMk/>
          <pc:sldMk cId="1440041099" sldId="355"/>
        </pc:sldMkLst>
        <pc:spChg chg="add mod">
          <ac:chgData name="Paul Winser" userId="c3146a91-e6bd-4264-bd86-e164e04bc32d" providerId="ADAL" clId="{39EC9C2F-9727-4F05-AF3E-A51A928D1053}" dt="2024-05-28T08:47:49.329" v="42"/>
          <ac:spMkLst>
            <pc:docMk/>
            <pc:sldMk cId="1440041099" sldId="355"/>
            <ac:spMk id="2" creationId="{0B49E15B-5836-11FB-F1F1-7F46F43C7C15}"/>
          </ac:spMkLst>
        </pc:spChg>
      </pc:sldChg>
      <pc:sldChg chg="addSp modSp">
        <pc:chgData name="Paul Winser" userId="c3146a91-e6bd-4264-bd86-e164e04bc32d" providerId="ADAL" clId="{39EC9C2F-9727-4F05-AF3E-A51A928D1053}" dt="2024-05-28T08:47:50.842" v="43"/>
        <pc:sldMkLst>
          <pc:docMk/>
          <pc:sldMk cId="1596134869" sldId="356"/>
        </pc:sldMkLst>
        <pc:spChg chg="add mod">
          <ac:chgData name="Paul Winser" userId="c3146a91-e6bd-4264-bd86-e164e04bc32d" providerId="ADAL" clId="{39EC9C2F-9727-4F05-AF3E-A51A928D1053}" dt="2024-05-28T08:47:50.842" v="43"/>
          <ac:spMkLst>
            <pc:docMk/>
            <pc:sldMk cId="1596134869" sldId="356"/>
            <ac:spMk id="2" creationId="{095109F2-820F-1CAA-F7D5-824418F7D689}"/>
          </ac:spMkLst>
        </pc:spChg>
      </pc:sldChg>
      <pc:sldChg chg="addSp modSp">
        <pc:chgData name="Paul Winser" userId="c3146a91-e6bd-4264-bd86-e164e04bc32d" providerId="ADAL" clId="{39EC9C2F-9727-4F05-AF3E-A51A928D1053}" dt="2024-05-28T08:47:43.130" v="38"/>
        <pc:sldMkLst>
          <pc:docMk/>
          <pc:sldMk cId="3419783829" sldId="357"/>
        </pc:sldMkLst>
        <pc:spChg chg="add mod">
          <ac:chgData name="Paul Winser" userId="c3146a91-e6bd-4264-bd86-e164e04bc32d" providerId="ADAL" clId="{39EC9C2F-9727-4F05-AF3E-A51A928D1053}" dt="2024-05-28T08:47:43.130" v="38"/>
          <ac:spMkLst>
            <pc:docMk/>
            <pc:sldMk cId="3419783829" sldId="357"/>
            <ac:spMk id="2" creationId="{0BF5F9ED-C8B2-3754-F63D-ACDCC567BBD4}"/>
          </ac:spMkLst>
        </pc:spChg>
      </pc:sldChg>
      <pc:sldChg chg="addSp modSp">
        <pc:chgData name="Paul Winser" userId="c3146a91-e6bd-4264-bd86-e164e04bc32d" providerId="ADAL" clId="{39EC9C2F-9727-4F05-AF3E-A51A928D1053}" dt="2024-05-28T08:46:53.499" v="13"/>
        <pc:sldMkLst>
          <pc:docMk/>
          <pc:sldMk cId="158961720" sldId="358"/>
        </pc:sldMkLst>
        <pc:spChg chg="add mod">
          <ac:chgData name="Paul Winser" userId="c3146a91-e6bd-4264-bd86-e164e04bc32d" providerId="ADAL" clId="{39EC9C2F-9727-4F05-AF3E-A51A928D1053}" dt="2024-05-28T08:46:53.499" v="13"/>
          <ac:spMkLst>
            <pc:docMk/>
            <pc:sldMk cId="158961720" sldId="358"/>
            <ac:spMk id="2" creationId="{E42FBCEA-FA10-5903-F329-C7C887C81994}"/>
          </ac:spMkLst>
        </pc:spChg>
      </pc:sldChg>
      <pc:sldChg chg="addSp modSp">
        <pc:chgData name="Paul Winser" userId="c3146a91-e6bd-4264-bd86-e164e04bc32d" providerId="ADAL" clId="{39EC9C2F-9727-4F05-AF3E-A51A928D1053}" dt="2024-05-28T08:47:35.915" v="33"/>
        <pc:sldMkLst>
          <pc:docMk/>
          <pc:sldMk cId="90590524" sldId="359"/>
        </pc:sldMkLst>
        <pc:spChg chg="add mod">
          <ac:chgData name="Paul Winser" userId="c3146a91-e6bd-4264-bd86-e164e04bc32d" providerId="ADAL" clId="{39EC9C2F-9727-4F05-AF3E-A51A928D1053}" dt="2024-05-28T08:47:35.915" v="33"/>
          <ac:spMkLst>
            <pc:docMk/>
            <pc:sldMk cId="90590524" sldId="359"/>
            <ac:spMk id="2" creationId="{80161B67-2FD2-5551-EC2F-69793F448350}"/>
          </ac:spMkLst>
        </pc:spChg>
      </pc:sldChg>
      <pc:sldChg chg="addSp delSp modSp add mod modTransition">
        <pc:chgData name="Paul Winser" userId="c3146a91-e6bd-4264-bd86-e164e04bc32d" providerId="ADAL" clId="{39EC9C2F-9727-4F05-AF3E-A51A928D1053}" dt="2024-05-28T15:46:30.245" v="79" actId="478"/>
        <pc:sldMkLst>
          <pc:docMk/>
          <pc:sldMk cId="0" sldId="360"/>
        </pc:sldMkLst>
        <pc:spChg chg="del">
          <ac:chgData name="Paul Winser" userId="c3146a91-e6bd-4264-bd86-e164e04bc32d" providerId="ADAL" clId="{39EC9C2F-9727-4F05-AF3E-A51A928D1053}" dt="2024-05-28T15:46:30.245" v="79" actId="478"/>
          <ac:spMkLst>
            <pc:docMk/>
            <pc:sldMk cId="0" sldId="360"/>
            <ac:spMk id="3" creationId="{E17EAB0C-C605-3356-5F27-1CC0711E9C5F}"/>
          </ac:spMkLst>
        </pc:spChg>
        <pc:spChg chg="add mod">
          <ac:chgData name="Paul Winser" userId="c3146a91-e6bd-4264-bd86-e164e04bc32d" providerId="ADAL" clId="{39EC9C2F-9727-4F05-AF3E-A51A928D1053}" dt="2024-05-28T15:46:28.379" v="78"/>
          <ac:spMkLst>
            <pc:docMk/>
            <pc:sldMk cId="0" sldId="360"/>
            <ac:spMk id="4" creationId="{DA7B3A9F-042F-B087-D5CC-14458B5875A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4311CA-8B65-8D4F-876F-003F4EEF2D53}" type="doc">
      <dgm:prSet loTypeId="urn:microsoft.com/office/officeart/2005/8/layout/radial1" loCatId="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7B89D511-1BEA-EA49-B556-88F7A041F386}">
      <dgm:prSet phldrT="[Text]" custT="1"/>
      <dgm:spPr/>
      <dgm:t>
        <a:bodyPr rtlCol="1"/>
        <a:lstStyle/>
        <a:p>
          <a:pPr rtl="1"/>
          <a:r>
            <a:rPr lang="ar" sz="3400" b="1" dirty="0">
              <a:solidFill>
                <a:schemeClr val="tx1"/>
              </a:solidFill>
            </a:rPr>
            <a:t>الفنادق</a:t>
          </a:r>
        </a:p>
      </dgm:t>
    </dgm:pt>
    <dgm:pt modelId="{10A1C660-0BC1-A146-A5F5-6CF4E2487A8E}" type="parTrans" cxnId="{6C5D8BAA-8421-8D4C-87C1-98AAC8948CE9}">
      <dgm:prSet/>
      <dgm:spPr/>
      <dgm:t>
        <a:bodyPr rtlCol="1"/>
        <a:lstStyle/>
        <a:p>
          <a:pPr rtl="1"/>
          <a:endParaRPr lang="en-GB"/>
        </a:p>
      </dgm:t>
    </dgm:pt>
    <dgm:pt modelId="{F7D436D0-4E3D-9748-A3EE-C521AAC43B6E}" type="sibTrans" cxnId="{6C5D8BAA-8421-8D4C-87C1-98AAC8948CE9}">
      <dgm:prSet/>
      <dgm:spPr/>
      <dgm:t>
        <a:bodyPr rtlCol="1"/>
        <a:lstStyle/>
        <a:p>
          <a:pPr rtl="1"/>
          <a:endParaRPr lang="en-GB"/>
        </a:p>
      </dgm:t>
    </dgm:pt>
    <dgm:pt modelId="{132E5B43-E826-9240-AA5E-FA60F395D86E}">
      <dgm:prSet phldrT="[Text]" custT="1"/>
      <dgm:spPr/>
      <dgm:t>
        <a:bodyPr rtlCol="1"/>
        <a:lstStyle/>
        <a:p>
          <a:pPr rtl="1">
            <a:lnSpc>
              <a:spcPct val="120000"/>
            </a:lnSpc>
          </a:pPr>
          <a:r>
            <a:rPr lang="ar" sz="1400" b="1" dirty="0">
              <a:solidFill>
                <a:schemeClr val="tx1"/>
              </a:solidFill>
            </a:rPr>
            <a:t>المبيت </a:t>
          </a:r>
          <a:br>
            <a:rPr lang="en-US" sz="1400" b="1" dirty="0">
              <a:solidFill>
                <a:schemeClr val="tx1"/>
              </a:solidFill>
            </a:rPr>
          </a:br>
          <a:r>
            <a:rPr lang="ar" sz="1400" b="1" dirty="0">
              <a:solidFill>
                <a:schemeClr val="tx1"/>
              </a:solidFill>
            </a:rPr>
            <a:t>مع الفطور</a:t>
          </a:r>
        </a:p>
      </dgm:t>
    </dgm:pt>
    <dgm:pt modelId="{63BF4B83-1240-4E4B-8FCF-E4B3A75C0351}" type="parTrans" cxnId="{34A42844-00B2-7E4B-8E63-2749EFC84728}">
      <dgm:prSet/>
      <dgm:spPr/>
      <dgm:t>
        <a:bodyPr rtlCol="1"/>
        <a:lstStyle/>
        <a:p>
          <a:pPr rtl="1"/>
          <a:endParaRPr lang="en-GB"/>
        </a:p>
      </dgm:t>
    </dgm:pt>
    <dgm:pt modelId="{70D07154-3D6C-C148-9B3F-A34184AE3C03}" type="sibTrans" cxnId="{34A42844-00B2-7E4B-8E63-2749EFC84728}">
      <dgm:prSet/>
      <dgm:spPr/>
      <dgm:t>
        <a:bodyPr rtlCol="1"/>
        <a:lstStyle/>
        <a:p>
          <a:pPr rtl="1"/>
          <a:endParaRPr lang="en-GB"/>
        </a:p>
      </dgm:t>
    </dgm:pt>
    <dgm:pt modelId="{6AB1D36C-B427-044F-8E13-5E24882FF7AA}">
      <dgm:prSet phldrT="[Text]" custT="1"/>
      <dgm:spPr/>
      <dgm:t>
        <a:bodyPr rtlCol="1"/>
        <a:lstStyle/>
        <a:p>
          <a:pPr rtl="1"/>
          <a:r>
            <a:rPr lang="ar" sz="1400" b="1">
              <a:solidFill>
                <a:schemeClr val="tx1"/>
              </a:solidFill>
            </a:rPr>
            <a:t>الموازنة</a:t>
          </a:r>
          <a:r>
            <a:rPr lang="ar" sz="1400" b="1"/>
            <a:t> </a:t>
          </a:r>
        </a:p>
      </dgm:t>
    </dgm:pt>
    <dgm:pt modelId="{F9218B06-72CD-894C-9017-39B7F04D6ECD}" type="parTrans" cxnId="{4262BDAA-9E52-624C-8664-E95E89196D21}">
      <dgm:prSet/>
      <dgm:spPr/>
      <dgm:t>
        <a:bodyPr rtlCol="1"/>
        <a:lstStyle/>
        <a:p>
          <a:pPr rtl="1"/>
          <a:endParaRPr lang="en-GB"/>
        </a:p>
      </dgm:t>
    </dgm:pt>
    <dgm:pt modelId="{2D52D622-7DBD-4C4D-94E7-DF54BA516FBD}" type="sibTrans" cxnId="{4262BDAA-9E52-624C-8664-E95E89196D21}">
      <dgm:prSet/>
      <dgm:spPr/>
      <dgm:t>
        <a:bodyPr rtlCol="1"/>
        <a:lstStyle/>
        <a:p>
          <a:pPr rtl="1"/>
          <a:endParaRPr lang="en-GB"/>
        </a:p>
      </dgm:t>
    </dgm:pt>
    <dgm:pt modelId="{35209AAD-28CC-CC45-81B5-61B7F0B6CCAE}">
      <dgm:prSet phldrT="[Text]" custT="1"/>
      <dgm:spPr/>
      <dgm:t>
        <a:bodyPr rtlCol="1"/>
        <a:lstStyle/>
        <a:p>
          <a:pPr rtl="1"/>
          <a:r>
            <a:rPr lang="ar" sz="1400" b="1">
              <a:solidFill>
                <a:schemeClr val="tx1"/>
              </a:solidFill>
            </a:rPr>
            <a:t>بيت شباب</a:t>
          </a:r>
        </a:p>
      </dgm:t>
    </dgm:pt>
    <dgm:pt modelId="{C2F86DB5-0D43-3044-85B7-C43DC1966FBE}" type="parTrans" cxnId="{6EB5CAC7-E612-CD4D-AE18-290CFB23FD67}">
      <dgm:prSet/>
      <dgm:spPr/>
      <dgm:t>
        <a:bodyPr rtlCol="1"/>
        <a:lstStyle/>
        <a:p>
          <a:pPr rtl="1"/>
          <a:endParaRPr lang="en-GB"/>
        </a:p>
      </dgm:t>
    </dgm:pt>
    <dgm:pt modelId="{F5788D9C-A80A-0045-889C-48BAF8CA8889}" type="sibTrans" cxnId="{6EB5CAC7-E612-CD4D-AE18-290CFB23FD67}">
      <dgm:prSet/>
      <dgm:spPr/>
      <dgm:t>
        <a:bodyPr rtlCol="1"/>
        <a:lstStyle/>
        <a:p>
          <a:pPr rtl="1"/>
          <a:endParaRPr lang="en-GB"/>
        </a:p>
      </dgm:t>
    </dgm:pt>
    <dgm:pt modelId="{00FAF40F-90B6-0E4A-97C0-60744AA853A1}">
      <dgm:prSet phldrT="[Text]" custT="1"/>
      <dgm:spPr/>
      <dgm:t>
        <a:bodyPr rtlCol="1"/>
        <a:lstStyle/>
        <a:p>
          <a:pPr rtl="1"/>
          <a:r>
            <a:rPr lang="ar" sz="1400" b="1">
              <a:solidFill>
                <a:schemeClr val="tx1"/>
              </a:solidFill>
            </a:rPr>
            <a:t>إقامة فاخرة</a:t>
          </a:r>
        </a:p>
      </dgm:t>
    </dgm:pt>
    <dgm:pt modelId="{E58BA014-F2B1-EE4A-A77D-CA2DD4D92822}" type="parTrans" cxnId="{66692607-2314-A14F-AB1E-8165840D56DF}">
      <dgm:prSet/>
      <dgm:spPr/>
      <dgm:t>
        <a:bodyPr rtlCol="1"/>
        <a:lstStyle/>
        <a:p>
          <a:pPr rtl="1"/>
          <a:endParaRPr lang="en-GB"/>
        </a:p>
      </dgm:t>
    </dgm:pt>
    <dgm:pt modelId="{9E75E251-ECF3-CC40-91FB-0E034A53454F}" type="sibTrans" cxnId="{66692607-2314-A14F-AB1E-8165840D56DF}">
      <dgm:prSet/>
      <dgm:spPr/>
      <dgm:t>
        <a:bodyPr rtlCol="1"/>
        <a:lstStyle/>
        <a:p>
          <a:pPr rtl="1"/>
          <a:endParaRPr lang="en-GB"/>
        </a:p>
      </dgm:t>
    </dgm:pt>
    <dgm:pt modelId="{41D62D55-3D87-8547-B49E-C1E59F00466C}">
      <dgm:prSet custT="1"/>
      <dgm:spPr/>
      <dgm:t>
        <a:bodyPr rtlCol="1"/>
        <a:lstStyle/>
        <a:p>
          <a:pPr rtl="1"/>
          <a:r>
            <a:rPr lang="ar" sz="1400" b="1" dirty="0">
              <a:solidFill>
                <a:schemeClr val="tx1"/>
              </a:solidFill>
            </a:rPr>
            <a:t>بوتيك</a:t>
          </a:r>
        </a:p>
      </dgm:t>
    </dgm:pt>
    <dgm:pt modelId="{515BE12D-D8F9-C746-8FF9-C4CFC61E6CF7}" type="parTrans" cxnId="{D4AFEADA-3382-C649-94E2-7F300560B7C8}">
      <dgm:prSet/>
      <dgm:spPr/>
      <dgm:t>
        <a:bodyPr rtlCol="1"/>
        <a:lstStyle/>
        <a:p>
          <a:pPr rtl="1"/>
          <a:endParaRPr lang="en-GB"/>
        </a:p>
      </dgm:t>
    </dgm:pt>
    <dgm:pt modelId="{65EDDC71-70B0-3848-8AB0-0A34716A05D4}" type="sibTrans" cxnId="{D4AFEADA-3382-C649-94E2-7F300560B7C8}">
      <dgm:prSet/>
      <dgm:spPr/>
      <dgm:t>
        <a:bodyPr rtlCol="1"/>
        <a:lstStyle/>
        <a:p>
          <a:pPr rtl="1"/>
          <a:endParaRPr lang="en-GB"/>
        </a:p>
      </dgm:t>
    </dgm:pt>
    <dgm:pt modelId="{F13547A0-7C76-F442-9DEF-8C378DE360F2}">
      <dgm:prSet custT="1"/>
      <dgm:spPr/>
      <dgm:t>
        <a:bodyPr rtlCol="1"/>
        <a:lstStyle/>
        <a:p>
          <a:pPr rtl="1"/>
          <a:r>
            <a:rPr lang="ar" sz="1400" b="1">
              <a:solidFill>
                <a:schemeClr val="tx1"/>
              </a:solidFill>
            </a:rPr>
            <a:t>منتجع</a:t>
          </a:r>
        </a:p>
      </dgm:t>
    </dgm:pt>
    <dgm:pt modelId="{1D8B78D3-6DBA-7D4B-AF8F-0CD5980C99F0}" type="parTrans" cxnId="{FEAE8FAE-5DC6-FE4F-9968-254E22AB437B}">
      <dgm:prSet/>
      <dgm:spPr/>
      <dgm:t>
        <a:bodyPr rtlCol="1"/>
        <a:lstStyle/>
        <a:p>
          <a:pPr rtl="1"/>
          <a:endParaRPr lang="en-GB"/>
        </a:p>
      </dgm:t>
    </dgm:pt>
    <dgm:pt modelId="{4FAC351F-1B3F-E647-BB60-826B591BB55A}" type="sibTrans" cxnId="{FEAE8FAE-5DC6-FE4F-9968-254E22AB437B}">
      <dgm:prSet/>
      <dgm:spPr/>
      <dgm:t>
        <a:bodyPr rtlCol="1"/>
        <a:lstStyle/>
        <a:p>
          <a:pPr rtl="1"/>
          <a:endParaRPr lang="en-GB"/>
        </a:p>
      </dgm:t>
    </dgm:pt>
    <dgm:pt modelId="{93786DCE-2282-AF44-85C3-EDC6BB5FE83E}">
      <dgm:prSet custT="1"/>
      <dgm:spPr/>
      <dgm:t>
        <a:bodyPr rtlCol="1"/>
        <a:lstStyle/>
        <a:p>
          <a:pPr rtl="1"/>
          <a:r>
            <a:rPr lang="ar" sz="1400" b="1">
              <a:solidFill>
                <a:schemeClr val="tx1"/>
              </a:solidFill>
            </a:rPr>
            <a:t>كبسولة</a:t>
          </a:r>
          <a:endParaRPr lang="en-GB" sz="1400" b="1">
            <a:solidFill>
              <a:schemeClr val="tx1"/>
            </a:solidFill>
          </a:endParaRPr>
        </a:p>
      </dgm:t>
    </dgm:pt>
    <dgm:pt modelId="{5716A790-4453-6041-B518-2407A59A63D4}" type="parTrans" cxnId="{B14A3B36-D2F3-3A43-91AD-7486D11600A8}">
      <dgm:prSet/>
      <dgm:spPr/>
      <dgm:t>
        <a:bodyPr rtlCol="1"/>
        <a:lstStyle/>
        <a:p>
          <a:pPr rtl="1"/>
          <a:endParaRPr lang="en-GB"/>
        </a:p>
      </dgm:t>
    </dgm:pt>
    <dgm:pt modelId="{CB908711-DB99-BA4A-92CE-1FC9802935CD}" type="sibTrans" cxnId="{B14A3B36-D2F3-3A43-91AD-7486D11600A8}">
      <dgm:prSet/>
      <dgm:spPr/>
      <dgm:t>
        <a:bodyPr rtlCol="1"/>
        <a:lstStyle/>
        <a:p>
          <a:pPr rtl="1"/>
          <a:endParaRPr lang="en-GB"/>
        </a:p>
      </dgm:t>
    </dgm:pt>
    <dgm:pt modelId="{492C9A32-E603-A642-929D-EC287C77B75D}">
      <dgm:prSet custT="1"/>
      <dgm:spPr/>
      <dgm:t>
        <a:bodyPr rtlCol="1"/>
        <a:lstStyle/>
        <a:p>
          <a:pPr rtl="1"/>
          <a:r>
            <a:rPr lang="ar" sz="1400" b="1">
              <a:solidFill>
                <a:schemeClr val="tx1"/>
              </a:solidFill>
            </a:rPr>
            <a:t>إقامة بيئية</a:t>
          </a:r>
        </a:p>
      </dgm:t>
    </dgm:pt>
    <dgm:pt modelId="{6E1CD27B-4E04-B047-8FD4-E7334AB624D3}" type="parTrans" cxnId="{4F232744-8931-944A-8060-91C94FF29546}">
      <dgm:prSet/>
      <dgm:spPr/>
      <dgm:t>
        <a:bodyPr rtlCol="1"/>
        <a:lstStyle/>
        <a:p>
          <a:pPr rtl="1"/>
          <a:endParaRPr lang="en-GB"/>
        </a:p>
      </dgm:t>
    </dgm:pt>
    <dgm:pt modelId="{01A4B063-C1C9-A040-8347-88B62EF06496}" type="sibTrans" cxnId="{4F232744-8931-944A-8060-91C94FF29546}">
      <dgm:prSet/>
      <dgm:spPr/>
      <dgm:t>
        <a:bodyPr rtlCol="1"/>
        <a:lstStyle/>
        <a:p>
          <a:pPr rtl="1"/>
          <a:endParaRPr lang="en-GB"/>
        </a:p>
      </dgm:t>
    </dgm:pt>
    <dgm:pt modelId="{4C6F7E4D-B00F-B246-9196-06F9B746D34C}">
      <dgm:prSet custT="1"/>
      <dgm:spPr/>
      <dgm:t>
        <a:bodyPr rtlCol="1"/>
        <a:lstStyle/>
        <a:p>
          <a:pPr rtl="1"/>
          <a:r>
            <a:rPr lang="ar" sz="1400" b="1">
              <a:solidFill>
                <a:schemeClr val="tx1"/>
              </a:solidFill>
            </a:rPr>
            <a:t>دور الضيافة</a:t>
          </a:r>
        </a:p>
      </dgm:t>
    </dgm:pt>
    <dgm:pt modelId="{50BECD55-DE3D-FC42-A1B7-008D1ADE2E2C}" type="parTrans" cxnId="{6D046FBA-F6D1-4B47-B8D6-EF0DEBF1E192}">
      <dgm:prSet/>
      <dgm:spPr/>
      <dgm:t>
        <a:bodyPr rtlCol="1"/>
        <a:lstStyle/>
        <a:p>
          <a:pPr rtl="1"/>
          <a:endParaRPr lang="en-GB"/>
        </a:p>
      </dgm:t>
    </dgm:pt>
    <dgm:pt modelId="{26542A24-3041-AB47-BB28-5E5730D6B935}" type="sibTrans" cxnId="{6D046FBA-F6D1-4B47-B8D6-EF0DEBF1E192}">
      <dgm:prSet/>
      <dgm:spPr/>
      <dgm:t>
        <a:bodyPr rtlCol="1"/>
        <a:lstStyle/>
        <a:p>
          <a:pPr rtl="1"/>
          <a:endParaRPr lang="en-GB"/>
        </a:p>
      </dgm:t>
    </dgm:pt>
    <dgm:pt modelId="{4F09A2B1-FC3E-2948-9F3C-2260F74C7C4F}">
      <dgm:prSet custT="1"/>
      <dgm:spPr/>
      <dgm:t>
        <a:bodyPr rtlCol="1"/>
        <a:lstStyle/>
        <a:p>
          <a:pPr rtl="1"/>
          <a:r>
            <a:rPr lang="ar" sz="1400" b="1">
              <a:solidFill>
                <a:schemeClr val="tx1"/>
              </a:solidFill>
            </a:rPr>
            <a:t>شقة فندقية</a:t>
          </a:r>
        </a:p>
      </dgm:t>
    </dgm:pt>
    <dgm:pt modelId="{A74EF2C0-E0E6-6D4A-9BEE-E78A52490465}" type="parTrans" cxnId="{7F3D1EBB-C1C2-4E4C-BBDE-6C25169D7119}">
      <dgm:prSet/>
      <dgm:spPr/>
      <dgm:t>
        <a:bodyPr rtlCol="1"/>
        <a:lstStyle/>
        <a:p>
          <a:pPr rtl="1"/>
          <a:endParaRPr lang="en-GB"/>
        </a:p>
      </dgm:t>
    </dgm:pt>
    <dgm:pt modelId="{91932DCA-18D1-C14E-9F90-20FAD31E20F6}" type="sibTrans" cxnId="{7F3D1EBB-C1C2-4E4C-BBDE-6C25169D7119}">
      <dgm:prSet/>
      <dgm:spPr/>
      <dgm:t>
        <a:bodyPr rtlCol="1"/>
        <a:lstStyle/>
        <a:p>
          <a:pPr rtl="1"/>
          <a:endParaRPr lang="en-GB"/>
        </a:p>
      </dgm:t>
    </dgm:pt>
    <dgm:pt modelId="{929F69DF-DC3F-B44D-A938-E636A2761794}" type="pres">
      <dgm:prSet presAssocID="{3D4311CA-8B65-8D4F-876F-003F4EEF2D53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703BBB0-3B94-D140-8167-8F8045341A19}" type="pres">
      <dgm:prSet presAssocID="{7B89D511-1BEA-EA49-B556-88F7A041F386}" presName="centerShape" presStyleLbl="node0" presStyleIdx="0" presStyleCnt="1" custScaleX="161598" custScaleY="161598"/>
      <dgm:spPr/>
    </dgm:pt>
    <dgm:pt modelId="{5802B0D3-66B6-D04E-B334-8B2D3B9BB875}" type="pres">
      <dgm:prSet presAssocID="{63BF4B83-1240-4E4B-8FCF-E4B3A75C0351}" presName="Name9" presStyleLbl="parChTrans1D2" presStyleIdx="0" presStyleCnt="10"/>
      <dgm:spPr/>
    </dgm:pt>
    <dgm:pt modelId="{46A2812A-56C7-A546-8566-E39AAE74F56A}" type="pres">
      <dgm:prSet presAssocID="{63BF4B83-1240-4E4B-8FCF-E4B3A75C0351}" presName="connTx" presStyleLbl="parChTrans1D2" presStyleIdx="0" presStyleCnt="10"/>
      <dgm:spPr/>
    </dgm:pt>
    <dgm:pt modelId="{96B0812F-6652-F54F-8BDB-ED34DA656CBB}" type="pres">
      <dgm:prSet presAssocID="{132E5B43-E826-9240-AA5E-FA60F395D86E}" presName="node" presStyleLbl="node1" presStyleIdx="0" presStyleCnt="10" custScaleX="161598" custScaleY="161598">
        <dgm:presLayoutVars>
          <dgm:bulletEnabled val="1"/>
        </dgm:presLayoutVars>
      </dgm:prSet>
      <dgm:spPr/>
    </dgm:pt>
    <dgm:pt modelId="{C8D5EE64-A99C-404A-AFFB-BC33FD14C244}" type="pres">
      <dgm:prSet presAssocID="{515BE12D-D8F9-C746-8FF9-C4CFC61E6CF7}" presName="Name9" presStyleLbl="parChTrans1D2" presStyleIdx="1" presStyleCnt="10"/>
      <dgm:spPr/>
    </dgm:pt>
    <dgm:pt modelId="{A37A46BE-63B3-0F49-AF92-9FB01224F69A}" type="pres">
      <dgm:prSet presAssocID="{515BE12D-D8F9-C746-8FF9-C4CFC61E6CF7}" presName="connTx" presStyleLbl="parChTrans1D2" presStyleIdx="1" presStyleCnt="10"/>
      <dgm:spPr/>
    </dgm:pt>
    <dgm:pt modelId="{D772A106-A184-4248-9AC7-495C90A84493}" type="pres">
      <dgm:prSet presAssocID="{41D62D55-3D87-8547-B49E-C1E59F00466C}" presName="node" presStyleLbl="node1" presStyleIdx="1" presStyleCnt="10" custScaleX="161598" custScaleY="161598">
        <dgm:presLayoutVars>
          <dgm:bulletEnabled val="1"/>
        </dgm:presLayoutVars>
      </dgm:prSet>
      <dgm:spPr/>
    </dgm:pt>
    <dgm:pt modelId="{52E35041-79F1-564C-8A98-D7AFB2D53BEF}" type="pres">
      <dgm:prSet presAssocID="{F9218B06-72CD-894C-9017-39B7F04D6ECD}" presName="Name9" presStyleLbl="parChTrans1D2" presStyleIdx="2" presStyleCnt="10"/>
      <dgm:spPr/>
    </dgm:pt>
    <dgm:pt modelId="{0315576D-00C6-8F49-BBC4-6666B79FB20C}" type="pres">
      <dgm:prSet presAssocID="{F9218B06-72CD-894C-9017-39B7F04D6ECD}" presName="connTx" presStyleLbl="parChTrans1D2" presStyleIdx="2" presStyleCnt="10"/>
      <dgm:spPr/>
    </dgm:pt>
    <dgm:pt modelId="{A4F79728-F81D-954D-980E-DF07D98719BB}" type="pres">
      <dgm:prSet presAssocID="{6AB1D36C-B427-044F-8E13-5E24882FF7AA}" presName="node" presStyleLbl="node1" presStyleIdx="2" presStyleCnt="10" custScaleX="161598" custScaleY="161598">
        <dgm:presLayoutVars>
          <dgm:bulletEnabled val="1"/>
        </dgm:presLayoutVars>
      </dgm:prSet>
      <dgm:spPr/>
    </dgm:pt>
    <dgm:pt modelId="{7770022A-1847-2548-A76F-00299F2F025D}" type="pres">
      <dgm:prSet presAssocID="{5716A790-4453-6041-B518-2407A59A63D4}" presName="Name9" presStyleLbl="parChTrans1D2" presStyleIdx="3" presStyleCnt="10"/>
      <dgm:spPr/>
    </dgm:pt>
    <dgm:pt modelId="{5A707518-F03C-F443-B91A-C292894EFC14}" type="pres">
      <dgm:prSet presAssocID="{5716A790-4453-6041-B518-2407A59A63D4}" presName="connTx" presStyleLbl="parChTrans1D2" presStyleIdx="3" presStyleCnt="10"/>
      <dgm:spPr/>
    </dgm:pt>
    <dgm:pt modelId="{03ABACF0-FA3E-E744-97A2-7B65D587E135}" type="pres">
      <dgm:prSet presAssocID="{93786DCE-2282-AF44-85C3-EDC6BB5FE83E}" presName="node" presStyleLbl="node1" presStyleIdx="3" presStyleCnt="10" custScaleX="161598" custScaleY="161598">
        <dgm:presLayoutVars>
          <dgm:bulletEnabled val="1"/>
        </dgm:presLayoutVars>
      </dgm:prSet>
      <dgm:spPr/>
    </dgm:pt>
    <dgm:pt modelId="{8C46DC5B-CAF5-A44F-BC57-68743B039D1E}" type="pres">
      <dgm:prSet presAssocID="{6E1CD27B-4E04-B047-8FD4-E7334AB624D3}" presName="Name9" presStyleLbl="parChTrans1D2" presStyleIdx="4" presStyleCnt="10"/>
      <dgm:spPr/>
    </dgm:pt>
    <dgm:pt modelId="{B0C46CA0-6969-3241-86CE-6E2B8689052A}" type="pres">
      <dgm:prSet presAssocID="{6E1CD27B-4E04-B047-8FD4-E7334AB624D3}" presName="connTx" presStyleLbl="parChTrans1D2" presStyleIdx="4" presStyleCnt="10"/>
      <dgm:spPr/>
    </dgm:pt>
    <dgm:pt modelId="{1D413DCE-B00F-4343-954C-5453E44EBF23}" type="pres">
      <dgm:prSet presAssocID="{492C9A32-E603-A642-929D-EC287C77B75D}" presName="node" presStyleLbl="node1" presStyleIdx="4" presStyleCnt="10" custScaleX="161598" custScaleY="161598">
        <dgm:presLayoutVars>
          <dgm:bulletEnabled val="1"/>
        </dgm:presLayoutVars>
      </dgm:prSet>
      <dgm:spPr/>
    </dgm:pt>
    <dgm:pt modelId="{ABA3FA5B-95D4-9541-A452-97A58CE4C462}" type="pres">
      <dgm:prSet presAssocID="{50BECD55-DE3D-FC42-A1B7-008D1ADE2E2C}" presName="Name9" presStyleLbl="parChTrans1D2" presStyleIdx="5" presStyleCnt="10"/>
      <dgm:spPr/>
    </dgm:pt>
    <dgm:pt modelId="{B5C53AE1-5700-BE43-B0FE-0E80286B766F}" type="pres">
      <dgm:prSet presAssocID="{50BECD55-DE3D-FC42-A1B7-008D1ADE2E2C}" presName="connTx" presStyleLbl="parChTrans1D2" presStyleIdx="5" presStyleCnt="10"/>
      <dgm:spPr/>
    </dgm:pt>
    <dgm:pt modelId="{4D744FA1-9F6E-C44D-AD24-8E1990AB6668}" type="pres">
      <dgm:prSet presAssocID="{4C6F7E4D-B00F-B246-9196-06F9B746D34C}" presName="node" presStyleLbl="node1" presStyleIdx="5" presStyleCnt="10" custScaleX="161598" custScaleY="161598">
        <dgm:presLayoutVars>
          <dgm:bulletEnabled val="1"/>
        </dgm:presLayoutVars>
      </dgm:prSet>
      <dgm:spPr/>
    </dgm:pt>
    <dgm:pt modelId="{A791C236-591A-7543-8EC8-E17CB7DD37BE}" type="pres">
      <dgm:prSet presAssocID="{C2F86DB5-0D43-3044-85B7-C43DC1966FBE}" presName="Name9" presStyleLbl="parChTrans1D2" presStyleIdx="6" presStyleCnt="10"/>
      <dgm:spPr/>
    </dgm:pt>
    <dgm:pt modelId="{7BC1685A-CDE4-0E42-9979-FF714FDD106D}" type="pres">
      <dgm:prSet presAssocID="{C2F86DB5-0D43-3044-85B7-C43DC1966FBE}" presName="connTx" presStyleLbl="parChTrans1D2" presStyleIdx="6" presStyleCnt="10"/>
      <dgm:spPr/>
    </dgm:pt>
    <dgm:pt modelId="{7027907D-7B1B-F44B-809A-E4118E719029}" type="pres">
      <dgm:prSet presAssocID="{35209AAD-28CC-CC45-81B5-61B7F0B6CCAE}" presName="node" presStyleLbl="node1" presStyleIdx="6" presStyleCnt="10" custScaleX="161598" custScaleY="161598">
        <dgm:presLayoutVars>
          <dgm:bulletEnabled val="1"/>
        </dgm:presLayoutVars>
      </dgm:prSet>
      <dgm:spPr/>
    </dgm:pt>
    <dgm:pt modelId="{FB7B3844-7334-D441-BD66-25D68B44FC0E}" type="pres">
      <dgm:prSet presAssocID="{E58BA014-F2B1-EE4A-A77D-CA2DD4D92822}" presName="Name9" presStyleLbl="parChTrans1D2" presStyleIdx="7" presStyleCnt="10"/>
      <dgm:spPr/>
    </dgm:pt>
    <dgm:pt modelId="{161C15E1-EC27-9E44-950D-F9634F8A671B}" type="pres">
      <dgm:prSet presAssocID="{E58BA014-F2B1-EE4A-A77D-CA2DD4D92822}" presName="connTx" presStyleLbl="parChTrans1D2" presStyleIdx="7" presStyleCnt="10"/>
      <dgm:spPr/>
    </dgm:pt>
    <dgm:pt modelId="{9B30C495-F6E3-A04D-A00A-792F7EF5382A}" type="pres">
      <dgm:prSet presAssocID="{00FAF40F-90B6-0E4A-97C0-60744AA853A1}" presName="node" presStyleLbl="node1" presStyleIdx="7" presStyleCnt="10" custScaleX="161598" custScaleY="161598">
        <dgm:presLayoutVars>
          <dgm:bulletEnabled val="1"/>
        </dgm:presLayoutVars>
      </dgm:prSet>
      <dgm:spPr/>
    </dgm:pt>
    <dgm:pt modelId="{8352200A-9694-C94A-9EF1-5719DA490D1F}" type="pres">
      <dgm:prSet presAssocID="{1D8B78D3-6DBA-7D4B-AF8F-0CD5980C99F0}" presName="Name9" presStyleLbl="parChTrans1D2" presStyleIdx="8" presStyleCnt="10"/>
      <dgm:spPr/>
    </dgm:pt>
    <dgm:pt modelId="{A58D160E-1D5D-524A-AA07-53A3714C215C}" type="pres">
      <dgm:prSet presAssocID="{1D8B78D3-6DBA-7D4B-AF8F-0CD5980C99F0}" presName="connTx" presStyleLbl="parChTrans1D2" presStyleIdx="8" presStyleCnt="10"/>
      <dgm:spPr/>
    </dgm:pt>
    <dgm:pt modelId="{5EB1BF4B-B653-B146-BDDF-444619463F59}" type="pres">
      <dgm:prSet presAssocID="{F13547A0-7C76-F442-9DEF-8C378DE360F2}" presName="node" presStyleLbl="node1" presStyleIdx="8" presStyleCnt="10" custScaleX="161598" custScaleY="161598">
        <dgm:presLayoutVars>
          <dgm:bulletEnabled val="1"/>
        </dgm:presLayoutVars>
      </dgm:prSet>
      <dgm:spPr/>
    </dgm:pt>
    <dgm:pt modelId="{41F8D421-4BCE-D44B-A35D-DE0AB75BC8A0}" type="pres">
      <dgm:prSet presAssocID="{A74EF2C0-E0E6-6D4A-9BEE-E78A52490465}" presName="Name9" presStyleLbl="parChTrans1D2" presStyleIdx="9" presStyleCnt="10"/>
      <dgm:spPr/>
    </dgm:pt>
    <dgm:pt modelId="{515F414B-9D7E-9A45-96CC-D2512A5151CD}" type="pres">
      <dgm:prSet presAssocID="{A74EF2C0-E0E6-6D4A-9BEE-E78A52490465}" presName="connTx" presStyleLbl="parChTrans1D2" presStyleIdx="9" presStyleCnt="10"/>
      <dgm:spPr/>
    </dgm:pt>
    <dgm:pt modelId="{526504FD-5406-BA44-B043-F17C0C18F03E}" type="pres">
      <dgm:prSet presAssocID="{4F09A2B1-FC3E-2948-9F3C-2260F74C7C4F}" presName="node" presStyleLbl="node1" presStyleIdx="9" presStyleCnt="10" custScaleX="161598" custScaleY="161598">
        <dgm:presLayoutVars>
          <dgm:bulletEnabled val="1"/>
        </dgm:presLayoutVars>
      </dgm:prSet>
      <dgm:spPr/>
    </dgm:pt>
  </dgm:ptLst>
  <dgm:cxnLst>
    <dgm:cxn modelId="{D47C3402-195B-1344-9054-4CCA72FDE7D5}" type="presOf" srcId="{F9218B06-72CD-894C-9017-39B7F04D6ECD}" destId="{0315576D-00C6-8F49-BBC4-6666B79FB20C}" srcOrd="1" destOrd="0" presId="urn:microsoft.com/office/officeart/2005/8/layout/radial1"/>
    <dgm:cxn modelId="{66692607-2314-A14F-AB1E-8165840D56DF}" srcId="{7B89D511-1BEA-EA49-B556-88F7A041F386}" destId="{00FAF40F-90B6-0E4A-97C0-60744AA853A1}" srcOrd="7" destOrd="0" parTransId="{E58BA014-F2B1-EE4A-A77D-CA2DD4D92822}" sibTransId="{9E75E251-ECF3-CC40-91FB-0E034A53454F}"/>
    <dgm:cxn modelId="{62963709-E8D1-CB40-825A-377933483726}" type="presOf" srcId="{50BECD55-DE3D-FC42-A1B7-008D1ADE2E2C}" destId="{B5C53AE1-5700-BE43-B0FE-0E80286B766F}" srcOrd="1" destOrd="0" presId="urn:microsoft.com/office/officeart/2005/8/layout/radial1"/>
    <dgm:cxn modelId="{49D30F0E-625F-3D42-9534-D3E83BDAD2E1}" type="presOf" srcId="{63BF4B83-1240-4E4B-8FCF-E4B3A75C0351}" destId="{46A2812A-56C7-A546-8566-E39AAE74F56A}" srcOrd="1" destOrd="0" presId="urn:microsoft.com/office/officeart/2005/8/layout/radial1"/>
    <dgm:cxn modelId="{9EBFC40E-6F5B-E64D-947C-7F42161F1138}" type="presOf" srcId="{515BE12D-D8F9-C746-8FF9-C4CFC61E6CF7}" destId="{C8D5EE64-A99C-404A-AFFB-BC33FD14C244}" srcOrd="0" destOrd="0" presId="urn:microsoft.com/office/officeart/2005/8/layout/radial1"/>
    <dgm:cxn modelId="{592E8F14-2846-7749-A3F8-3055EBD2FB01}" type="presOf" srcId="{50BECD55-DE3D-FC42-A1B7-008D1ADE2E2C}" destId="{ABA3FA5B-95D4-9541-A452-97A58CE4C462}" srcOrd="0" destOrd="0" presId="urn:microsoft.com/office/officeart/2005/8/layout/radial1"/>
    <dgm:cxn modelId="{6EF75E24-6003-294A-A732-1C10BF27E5EA}" type="presOf" srcId="{4C6F7E4D-B00F-B246-9196-06F9B746D34C}" destId="{4D744FA1-9F6E-C44D-AD24-8E1990AB6668}" srcOrd="0" destOrd="0" presId="urn:microsoft.com/office/officeart/2005/8/layout/radial1"/>
    <dgm:cxn modelId="{4F0D2435-A0F6-5C48-B89B-64734019EADF}" type="presOf" srcId="{6E1CD27B-4E04-B047-8FD4-E7334AB624D3}" destId="{B0C46CA0-6969-3241-86CE-6E2B8689052A}" srcOrd="1" destOrd="0" presId="urn:microsoft.com/office/officeart/2005/8/layout/radial1"/>
    <dgm:cxn modelId="{B14A3B36-D2F3-3A43-91AD-7486D11600A8}" srcId="{7B89D511-1BEA-EA49-B556-88F7A041F386}" destId="{93786DCE-2282-AF44-85C3-EDC6BB5FE83E}" srcOrd="3" destOrd="0" parTransId="{5716A790-4453-6041-B518-2407A59A63D4}" sibTransId="{CB908711-DB99-BA4A-92CE-1FC9802935CD}"/>
    <dgm:cxn modelId="{50E6BB5B-CCDA-1D40-9D46-689CCCD66337}" type="presOf" srcId="{5716A790-4453-6041-B518-2407A59A63D4}" destId="{5A707518-F03C-F443-B91A-C292894EFC14}" srcOrd="1" destOrd="0" presId="urn:microsoft.com/office/officeart/2005/8/layout/radial1"/>
    <dgm:cxn modelId="{775D0861-FF92-1248-81C7-77B4395255EC}" type="presOf" srcId="{93786DCE-2282-AF44-85C3-EDC6BB5FE83E}" destId="{03ABACF0-FA3E-E744-97A2-7B65D587E135}" srcOrd="0" destOrd="0" presId="urn:microsoft.com/office/officeart/2005/8/layout/radial1"/>
    <dgm:cxn modelId="{4F232744-8931-944A-8060-91C94FF29546}" srcId="{7B89D511-1BEA-EA49-B556-88F7A041F386}" destId="{492C9A32-E603-A642-929D-EC287C77B75D}" srcOrd="4" destOrd="0" parTransId="{6E1CD27B-4E04-B047-8FD4-E7334AB624D3}" sibTransId="{01A4B063-C1C9-A040-8347-88B62EF06496}"/>
    <dgm:cxn modelId="{34A42844-00B2-7E4B-8E63-2749EFC84728}" srcId="{7B89D511-1BEA-EA49-B556-88F7A041F386}" destId="{132E5B43-E826-9240-AA5E-FA60F395D86E}" srcOrd="0" destOrd="0" parTransId="{63BF4B83-1240-4E4B-8FCF-E4B3A75C0351}" sibTransId="{70D07154-3D6C-C148-9B3F-A34184AE3C03}"/>
    <dgm:cxn modelId="{672A5E46-89EB-CF42-B45E-0D245520C460}" type="presOf" srcId="{F9218B06-72CD-894C-9017-39B7F04D6ECD}" destId="{52E35041-79F1-564C-8A98-D7AFB2D53BEF}" srcOrd="0" destOrd="0" presId="urn:microsoft.com/office/officeart/2005/8/layout/radial1"/>
    <dgm:cxn modelId="{785DEB68-6212-9D48-9EE8-5392083FE3CD}" type="presOf" srcId="{132E5B43-E826-9240-AA5E-FA60F395D86E}" destId="{96B0812F-6652-F54F-8BDB-ED34DA656CBB}" srcOrd="0" destOrd="0" presId="urn:microsoft.com/office/officeart/2005/8/layout/radial1"/>
    <dgm:cxn modelId="{42D5B26A-67E1-944C-8D8D-C5342B245B4F}" type="presOf" srcId="{1D8B78D3-6DBA-7D4B-AF8F-0CD5980C99F0}" destId="{A58D160E-1D5D-524A-AA07-53A3714C215C}" srcOrd="1" destOrd="0" presId="urn:microsoft.com/office/officeart/2005/8/layout/radial1"/>
    <dgm:cxn modelId="{DAE49B6C-BB3F-9A4B-BC6C-21031F1C926F}" type="presOf" srcId="{00FAF40F-90B6-0E4A-97C0-60744AA853A1}" destId="{9B30C495-F6E3-A04D-A00A-792F7EF5382A}" srcOrd="0" destOrd="0" presId="urn:microsoft.com/office/officeart/2005/8/layout/radial1"/>
    <dgm:cxn modelId="{212F9452-2868-B449-BE8D-81DBBF71EDC0}" type="presOf" srcId="{41D62D55-3D87-8547-B49E-C1E59F00466C}" destId="{D772A106-A184-4248-9AC7-495C90A84493}" srcOrd="0" destOrd="0" presId="urn:microsoft.com/office/officeart/2005/8/layout/radial1"/>
    <dgm:cxn modelId="{541AB073-F09F-4341-B500-1E01BAEDA941}" type="presOf" srcId="{6E1CD27B-4E04-B047-8FD4-E7334AB624D3}" destId="{8C46DC5B-CAF5-A44F-BC57-68743B039D1E}" srcOrd="0" destOrd="0" presId="urn:microsoft.com/office/officeart/2005/8/layout/radial1"/>
    <dgm:cxn modelId="{77084C7D-3254-5E42-8CF5-C815B3CA411F}" type="presOf" srcId="{4F09A2B1-FC3E-2948-9F3C-2260F74C7C4F}" destId="{526504FD-5406-BA44-B043-F17C0C18F03E}" srcOrd="0" destOrd="0" presId="urn:microsoft.com/office/officeart/2005/8/layout/radial1"/>
    <dgm:cxn modelId="{B153E07E-40B5-E146-AADE-3B648D11E1FE}" type="presOf" srcId="{C2F86DB5-0D43-3044-85B7-C43DC1966FBE}" destId="{7BC1685A-CDE4-0E42-9979-FF714FDD106D}" srcOrd="1" destOrd="0" presId="urn:microsoft.com/office/officeart/2005/8/layout/radial1"/>
    <dgm:cxn modelId="{DCAF2491-2CA1-6840-AE51-6107062CA697}" type="presOf" srcId="{A74EF2C0-E0E6-6D4A-9BEE-E78A52490465}" destId="{41F8D421-4BCE-D44B-A35D-DE0AB75BC8A0}" srcOrd="0" destOrd="0" presId="urn:microsoft.com/office/officeart/2005/8/layout/radial1"/>
    <dgm:cxn modelId="{9F401093-4D7C-6C43-BD52-61A705F81AFA}" type="presOf" srcId="{63BF4B83-1240-4E4B-8FCF-E4B3A75C0351}" destId="{5802B0D3-66B6-D04E-B334-8B2D3B9BB875}" srcOrd="0" destOrd="0" presId="urn:microsoft.com/office/officeart/2005/8/layout/radial1"/>
    <dgm:cxn modelId="{87399F9A-C7CF-F54B-80F6-A10A053EC8D7}" type="presOf" srcId="{35209AAD-28CC-CC45-81B5-61B7F0B6CCAE}" destId="{7027907D-7B1B-F44B-809A-E4118E719029}" srcOrd="0" destOrd="0" presId="urn:microsoft.com/office/officeart/2005/8/layout/radial1"/>
    <dgm:cxn modelId="{573A489C-87C6-BD45-96F1-6018F635B598}" type="presOf" srcId="{E58BA014-F2B1-EE4A-A77D-CA2DD4D92822}" destId="{FB7B3844-7334-D441-BD66-25D68B44FC0E}" srcOrd="0" destOrd="0" presId="urn:microsoft.com/office/officeart/2005/8/layout/radial1"/>
    <dgm:cxn modelId="{6C5D8BAA-8421-8D4C-87C1-98AAC8948CE9}" srcId="{3D4311CA-8B65-8D4F-876F-003F4EEF2D53}" destId="{7B89D511-1BEA-EA49-B556-88F7A041F386}" srcOrd="0" destOrd="0" parTransId="{10A1C660-0BC1-A146-A5F5-6CF4E2487A8E}" sibTransId="{F7D436D0-4E3D-9748-A3EE-C521AAC43B6E}"/>
    <dgm:cxn modelId="{4262BDAA-9E52-624C-8664-E95E89196D21}" srcId="{7B89D511-1BEA-EA49-B556-88F7A041F386}" destId="{6AB1D36C-B427-044F-8E13-5E24882FF7AA}" srcOrd="2" destOrd="0" parTransId="{F9218B06-72CD-894C-9017-39B7F04D6ECD}" sibTransId="{2D52D622-7DBD-4C4D-94E7-DF54BA516FBD}"/>
    <dgm:cxn modelId="{FEAE8FAE-5DC6-FE4F-9968-254E22AB437B}" srcId="{7B89D511-1BEA-EA49-B556-88F7A041F386}" destId="{F13547A0-7C76-F442-9DEF-8C378DE360F2}" srcOrd="8" destOrd="0" parTransId="{1D8B78D3-6DBA-7D4B-AF8F-0CD5980C99F0}" sibTransId="{4FAC351F-1B3F-E647-BB60-826B591BB55A}"/>
    <dgm:cxn modelId="{A1ED2DB1-41F2-3542-BBF3-0379986E061E}" type="presOf" srcId="{515BE12D-D8F9-C746-8FF9-C4CFC61E6CF7}" destId="{A37A46BE-63B3-0F49-AF92-9FB01224F69A}" srcOrd="1" destOrd="0" presId="urn:microsoft.com/office/officeart/2005/8/layout/radial1"/>
    <dgm:cxn modelId="{83349BB4-E267-C74A-8FF4-05320C5EA556}" type="presOf" srcId="{C2F86DB5-0D43-3044-85B7-C43DC1966FBE}" destId="{A791C236-591A-7543-8EC8-E17CB7DD37BE}" srcOrd="0" destOrd="0" presId="urn:microsoft.com/office/officeart/2005/8/layout/radial1"/>
    <dgm:cxn modelId="{6D046FBA-F6D1-4B47-B8D6-EF0DEBF1E192}" srcId="{7B89D511-1BEA-EA49-B556-88F7A041F386}" destId="{4C6F7E4D-B00F-B246-9196-06F9B746D34C}" srcOrd="5" destOrd="0" parTransId="{50BECD55-DE3D-FC42-A1B7-008D1ADE2E2C}" sibTransId="{26542A24-3041-AB47-BB28-5E5730D6B935}"/>
    <dgm:cxn modelId="{7F3D1EBB-C1C2-4E4C-BBDE-6C25169D7119}" srcId="{7B89D511-1BEA-EA49-B556-88F7A041F386}" destId="{4F09A2B1-FC3E-2948-9F3C-2260F74C7C4F}" srcOrd="9" destOrd="0" parTransId="{A74EF2C0-E0E6-6D4A-9BEE-E78A52490465}" sibTransId="{91932DCA-18D1-C14E-9F90-20FAD31E20F6}"/>
    <dgm:cxn modelId="{6EB5CAC7-E612-CD4D-AE18-290CFB23FD67}" srcId="{7B89D511-1BEA-EA49-B556-88F7A041F386}" destId="{35209AAD-28CC-CC45-81B5-61B7F0B6CCAE}" srcOrd="6" destOrd="0" parTransId="{C2F86DB5-0D43-3044-85B7-C43DC1966FBE}" sibTransId="{F5788D9C-A80A-0045-889C-48BAF8CA8889}"/>
    <dgm:cxn modelId="{AF46E2CF-8BED-2842-8BDC-93BA382C3CDD}" type="presOf" srcId="{6AB1D36C-B427-044F-8E13-5E24882FF7AA}" destId="{A4F79728-F81D-954D-980E-DF07D98719BB}" srcOrd="0" destOrd="0" presId="urn:microsoft.com/office/officeart/2005/8/layout/radial1"/>
    <dgm:cxn modelId="{899E12D1-0151-3A4A-9945-AC401197392B}" type="presOf" srcId="{E58BA014-F2B1-EE4A-A77D-CA2DD4D92822}" destId="{161C15E1-EC27-9E44-950D-F9634F8A671B}" srcOrd="1" destOrd="0" presId="urn:microsoft.com/office/officeart/2005/8/layout/radial1"/>
    <dgm:cxn modelId="{E3946DD8-FF40-EE4C-87BB-4DEFE430ECDD}" type="presOf" srcId="{5716A790-4453-6041-B518-2407A59A63D4}" destId="{7770022A-1847-2548-A76F-00299F2F025D}" srcOrd="0" destOrd="0" presId="urn:microsoft.com/office/officeart/2005/8/layout/radial1"/>
    <dgm:cxn modelId="{D4AFEADA-3382-C649-94E2-7F300560B7C8}" srcId="{7B89D511-1BEA-EA49-B556-88F7A041F386}" destId="{41D62D55-3D87-8547-B49E-C1E59F00466C}" srcOrd="1" destOrd="0" parTransId="{515BE12D-D8F9-C746-8FF9-C4CFC61E6CF7}" sibTransId="{65EDDC71-70B0-3848-8AB0-0A34716A05D4}"/>
    <dgm:cxn modelId="{555CC5DF-9D3C-E442-9093-7190B74FEE51}" type="presOf" srcId="{492C9A32-E603-A642-929D-EC287C77B75D}" destId="{1D413DCE-B00F-4343-954C-5453E44EBF23}" srcOrd="0" destOrd="0" presId="urn:microsoft.com/office/officeart/2005/8/layout/radial1"/>
    <dgm:cxn modelId="{EBC830EC-8E0A-024E-B6C4-A42A5C5F0EDB}" type="presOf" srcId="{7B89D511-1BEA-EA49-B556-88F7A041F386}" destId="{4703BBB0-3B94-D140-8167-8F8045341A19}" srcOrd="0" destOrd="0" presId="urn:microsoft.com/office/officeart/2005/8/layout/radial1"/>
    <dgm:cxn modelId="{23CDE3EC-8A16-F748-88F6-73DF307235AE}" type="presOf" srcId="{1D8B78D3-6DBA-7D4B-AF8F-0CD5980C99F0}" destId="{8352200A-9694-C94A-9EF1-5719DA490D1F}" srcOrd="0" destOrd="0" presId="urn:microsoft.com/office/officeart/2005/8/layout/radial1"/>
    <dgm:cxn modelId="{588021F6-7EBF-BC40-8A18-544E8D9C73B4}" type="presOf" srcId="{3D4311CA-8B65-8D4F-876F-003F4EEF2D53}" destId="{929F69DF-DC3F-B44D-A938-E636A2761794}" srcOrd="0" destOrd="0" presId="urn:microsoft.com/office/officeart/2005/8/layout/radial1"/>
    <dgm:cxn modelId="{CFE57DF8-8149-F54B-8F3C-B3799D7ECC42}" type="presOf" srcId="{F13547A0-7C76-F442-9DEF-8C378DE360F2}" destId="{5EB1BF4B-B653-B146-BDDF-444619463F59}" srcOrd="0" destOrd="0" presId="urn:microsoft.com/office/officeart/2005/8/layout/radial1"/>
    <dgm:cxn modelId="{DDEE7AFF-73F4-8742-9691-7CF1C7FCC435}" type="presOf" srcId="{A74EF2C0-E0E6-6D4A-9BEE-E78A52490465}" destId="{515F414B-9D7E-9A45-96CC-D2512A5151CD}" srcOrd="1" destOrd="0" presId="urn:microsoft.com/office/officeart/2005/8/layout/radial1"/>
    <dgm:cxn modelId="{EB7669A3-5F91-ED4A-826F-BAAC7F4A235C}" type="presParOf" srcId="{929F69DF-DC3F-B44D-A938-E636A2761794}" destId="{4703BBB0-3B94-D140-8167-8F8045341A19}" srcOrd="0" destOrd="0" presId="urn:microsoft.com/office/officeart/2005/8/layout/radial1"/>
    <dgm:cxn modelId="{2C2D994E-00D1-DD47-A826-6CE03AAE6138}" type="presParOf" srcId="{929F69DF-DC3F-B44D-A938-E636A2761794}" destId="{5802B0D3-66B6-D04E-B334-8B2D3B9BB875}" srcOrd="1" destOrd="0" presId="urn:microsoft.com/office/officeart/2005/8/layout/radial1"/>
    <dgm:cxn modelId="{F6ED7754-D846-964D-94A4-197DFB73F035}" type="presParOf" srcId="{5802B0D3-66B6-D04E-B334-8B2D3B9BB875}" destId="{46A2812A-56C7-A546-8566-E39AAE74F56A}" srcOrd="0" destOrd="0" presId="urn:microsoft.com/office/officeart/2005/8/layout/radial1"/>
    <dgm:cxn modelId="{92A0D2DD-13D6-E54F-95FB-21798D39FF2D}" type="presParOf" srcId="{929F69DF-DC3F-B44D-A938-E636A2761794}" destId="{96B0812F-6652-F54F-8BDB-ED34DA656CBB}" srcOrd="2" destOrd="0" presId="urn:microsoft.com/office/officeart/2005/8/layout/radial1"/>
    <dgm:cxn modelId="{6056D6D2-E8E3-4E42-9CB7-039EDA6B1F00}" type="presParOf" srcId="{929F69DF-DC3F-B44D-A938-E636A2761794}" destId="{C8D5EE64-A99C-404A-AFFB-BC33FD14C244}" srcOrd="3" destOrd="0" presId="urn:microsoft.com/office/officeart/2005/8/layout/radial1"/>
    <dgm:cxn modelId="{E3798FDF-6E18-A745-8703-91CB6817F384}" type="presParOf" srcId="{C8D5EE64-A99C-404A-AFFB-BC33FD14C244}" destId="{A37A46BE-63B3-0F49-AF92-9FB01224F69A}" srcOrd="0" destOrd="0" presId="urn:microsoft.com/office/officeart/2005/8/layout/radial1"/>
    <dgm:cxn modelId="{9EC028F9-2A96-5843-BE9D-3FAF3C8005A6}" type="presParOf" srcId="{929F69DF-DC3F-B44D-A938-E636A2761794}" destId="{D772A106-A184-4248-9AC7-495C90A84493}" srcOrd="4" destOrd="0" presId="urn:microsoft.com/office/officeart/2005/8/layout/radial1"/>
    <dgm:cxn modelId="{F49E191A-45F2-CD43-BA37-BE978C1CBCB4}" type="presParOf" srcId="{929F69DF-DC3F-B44D-A938-E636A2761794}" destId="{52E35041-79F1-564C-8A98-D7AFB2D53BEF}" srcOrd="5" destOrd="0" presId="urn:microsoft.com/office/officeart/2005/8/layout/radial1"/>
    <dgm:cxn modelId="{ED70BE1B-5D4A-1941-82E9-20DC3BE7E580}" type="presParOf" srcId="{52E35041-79F1-564C-8A98-D7AFB2D53BEF}" destId="{0315576D-00C6-8F49-BBC4-6666B79FB20C}" srcOrd="0" destOrd="0" presId="urn:microsoft.com/office/officeart/2005/8/layout/radial1"/>
    <dgm:cxn modelId="{CB4B3568-7432-2C40-ABE4-4F60E65188D2}" type="presParOf" srcId="{929F69DF-DC3F-B44D-A938-E636A2761794}" destId="{A4F79728-F81D-954D-980E-DF07D98719BB}" srcOrd="6" destOrd="0" presId="urn:microsoft.com/office/officeart/2005/8/layout/radial1"/>
    <dgm:cxn modelId="{FAFEDAE4-0B07-5646-8226-0C0068213FFD}" type="presParOf" srcId="{929F69DF-DC3F-B44D-A938-E636A2761794}" destId="{7770022A-1847-2548-A76F-00299F2F025D}" srcOrd="7" destOrd="0" presId="urn:microsoft.com/office/officeart/2005/8/layout/radial1"/>
    <dgm:cxn modelId="{D0455270-B5F3-7D43-83CB-D7F09AC97E95}" type="presParOf" srcId="{7770022A-1847-2548-A76F-00299F2F025D}" destId="{5A707518-F03C-F443-B91A-C292894EFC14}" srcOrd="0" destOrd="0" presId="urn:microsoft.com/office/officeart/2005/8/layout/radial1"/>
    <dgm:cxn modelId="{F9093503-F5E9-A649-A695-3B00F3CEFD69}" type="presParOf" srcId="{929F69DF-DC3F-B44D-A938-E636A2761794}" destId="{03ABACF0-FA3E-E744-97A2-7B65D587E135}" srcOrd="8" destOrd="0" presId="urn:microsoft.com/office/officeart/2005/8/layout/radial1"/>
    <dgm:cxn modelId="{BD0201C8-5335-F949-8231-7A2ED34310D1}" type="presParOf" srcId="{929F69DF-DC3F-B44D-A938-E636A2761794}" destId="{8C46DC5B-CAF5-A44F-BC57-68743B039D1E}" srcOrd="9" destOrd="0" presId="urn:microsoft.com/office/officeart/2005/8/layout/radial1"/>
    <dgm:cxn modelId="{00E04FA6-0ADB-EF48-BCC0-5472F48FD7B6}" type="presParOf" srcId="{8C46DC5B-CAF5-A44F-BC57-68743B039D1E}" destId="{B0C46CA0-6969-3241-86CE-6E2B8689052A}" srcOrd="0" destOrd="0" presId="urn:microsoft.com/office/officeart/2005/8/layout/radial1"/>
    <dgm:cxn modelId="{715807B6-D33E-E048-861D-14EBE18B613C}" type="presParOf" srcId="{929F69DF-DC3F-B44D-A938-E636A2761794}" destId="{1D413DCE-B00F-4343-954C-5453E44EBF23}" srcOrd="10" destOrd="0" presId="urn:microsoft.com/office/officeart/2005/8/layout/radial1"/>
    <dgm:cxn modelId="{50FDD874-03CD-1946-88F5-B3D1C634368C}" type="presParOf" srcId="{929F69DF-DC3F-B44D-A938-E636A2761794}" destId="{ABA3FA5B-95D4-9541-A452-97A58CE4C462}" srcOrd="11" destOrd="0" presId="urn:microsoft.com/office/officeart/2005/8/layout/radial1"/>
    <dgm:cxn modelId="{1F2FCFE2-9377-A843-9168-72C1406750F5}" type="presParOf" srcId="{ABA3FA5B-95D4-9541-A452-97A58CE4C462}" destId="{B5C53AE1-5700-BE43-B0FE-0E80286B766F}" srcOrd="0" destOrd="0" presId="urn:microsoft.com/office/officeart/2005/8/layout/radial1"/>
    <dgm:cxn modelId="{60053FF4-B73D-764C-89AB-6E078D93A4FF}" type="presParOf" srcId="{929F69DF-DC3F-B44D-A938-E636A2761794}" destId="{4D744FA1-9F6E-C44D-AD24-8E1990AB6668}" srcOrd="12" destOrd="0" presId="urn:microsoft.com/office/officeart/2005/8/layout/radial1"/>
    <dgm:cxn modelId="{478ADF3B-AA36-A743-BA55-3B1E441D2A79}" type="presParOf" srcId="{929F69DF-DC3F-B44D-A938-E636A2761794}" destId="{A791C236-591A-7543-8EC8-E17CB7DD37BE}" srcOrd="13" destOrd="0" presId="urn:microsoft.com/office/officeart/2005/8/layout/radial1"/>
    <dgm:cxn modelId="{1AAB10E7-521F-DB46-BC49-D3A8C38CE7F1}" type="presParOf" srcId="{A791C236-591A-7543-8EC8-E17CB7DD37BE}" destId="{7BC1685A-CDE4-0E42-9979-FF714FDD106D}" srcOrd="0" destOrd="0" presId="urn:microsoft.com/office/officeart/2005/8/layout/radial1"/>
    <dgm:cxn modelId="{81CD52B8-53F0-BC46-A090-08A80D541F1A}" type="presParOf" srcId="{929F69DF-DC3F-B44D-A938-E636A2761794}" destId="{7027907D-7B1B-F44B-809A-E4118E719029}" srcOrd="14" destOrd="0" presId="urn:microsoft.com/office/officeart/2005/8/layout/radial1"/>
    <dgm:cxn modelId="{292FBC9E-EF87-0D42-B15E-3B1828C724CD}" type="presParOf" srcId="{929F69DF-DC3F-B44D-A938-E636A2761794}" destId="{FB7B3844-7334-D441-BD66-25D68B44FC0E}" srcOrd="15" destOrd="0" presId="urn:microsoft.com/office/officeart/2005/8/layout/radial1"/>
    <dgm:cxn modelId="{EC60B11E-1C0A-5B4B-85AA-EB17BAF9F2F3}" type="presParOf" srcId="{FB7B3844-7334-D441-BD66-25D68B44FC0E}" destId="{161C15E1-EC27-9E44-950D-F9634F8A671B}" srcOrd="0" destOrd="0" presId="urn:microsoft.com/office/officeart/2005/8/layout/radial1"/>
    <dgm:cxn modelId="{1E03D302-4B99-4B4E-8C8C-9E860C608E48}" type="presParOf" srcId="{929F69DF-DC3F-B44D-A938-E636A2761794}" destId="{9B30C495-F6E3-A04D-A00A-792F7EF5382A}" srcOrd="16" destOrd="0" presId="urn:microsoft.com/office/officeart/2005/8/layout/radial1"/>
    <dgm:cxn modelId="{B6D5D5BB-00E2-A64D-913C-FF093FE4C07D}" type="presParOf" srcId="{929F69DF-DC3F-B44D-A938-E636A2761794}" destId="{8352200A-9694-C94A-9EF1-5719DA490D1F}" srcOrd="17" destOrd="0" presId="urn:microsoft.com/office/officeart/2005/8/layout/radial1"/>
    <dgm:cxn modelId="{F7426F9C-16F9-5349-A390-9EA45A0559C8}" type="presParOf" srcId="{8352200A-9694-C94A-9EF1-5719DA490D1F}" destId="{A58D160E-1D5D-524A-AA07-53A3714C215C}" srcOrd="0" destOrd="0" presId="urn:microsoft.com/office/officeart/2005/8/layout/radial1"/>
    <dgm:cxn modelId="{0C67BA97-7270-CD4C-8423-BC6751EA5693}" type="presParOf" srcId="{929F69DF-DC3F-B44D-A938-E636A2761794}" destId="{5EB1BF4B-B653-B146-BDDF-444619463F59}" srcOrd="18" destOrd="0" presId="urn:microsoft.com/office/officeart/2005/8/layout/radial1"/>
    <dgm:cxn modelId="{8D0F0FBA-DDF2-8649-A416-FBDB5E099A54}" type="presParOf" srcId="{929F69DF-DC3F-B44D-A938-E636A2761794}" destId="{41F8D421-4BCE-D44B-A35D-DE0AB75BC8A0}" srcOrd="19" destOrd="0" presId="urn:microsoft.com/office/officeart/2005/8/layout/radial1"/>
    <dgm:cxn modelId="{1823E9EE-32CC-5542-8B60-60A643A0AAAB}" type="presParOf" srcId="{41F8D421-4BCE-D44B-A35D-DE0AB75BC8A0}" destId="{515F414B-9D7E-9A45-96CC-D2512A5151CD}" srcOrd="0" destOrd="0" presId="urn:microsoft.com/office/officeart/2005/8/layout/radial1"/>
    <dgm:cxn modelId="{46CCE601-B6F9-A04A-9451-56FFAC9CA8A6}" type="presParOf" srcId="{929F69DF-DC3F-B44D-A938-E636A2761794}" destId="{526504FD-5406-BA44-B043-F17C0C18F03E}" srcOrd="2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03BBB0-3B94-D140-8167-8F8045341A19}">
      <dsp:nvSpPr>
        <dsp:cNvPr id="0" name=""/>
        <dsp:cNvSpPr/>
      </dsp:nvSpPr>
      <dsp:spPr>
        <a:xfrm>
          <a:off x="2736384" y="1606568"/>
          <a:ext cx="1439998" cy="1439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rtlCol="1" anchor="ctr" anchorCtr="0">
          <a:noAutofit/>
        </a:bodyPr>
        <a:lstStyle/>
        <a:p>
          <a:pPr marL="0" lvl="0" indent="0" algn="ct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b="1" kern="1200" dirty="0">
              <a:solidFill>
                <a:schemeClr val="tx1"/>
              </a:solidFill>
            </a:rPr>
            <a:t>الفنادق</a:t>
          </a:r>
        </a:p>
      </dsp:txBody>
      <dsp:txXfrm>
        <a:off x="2947267" y="1817451"/>
        <a:ext cx="1018232" cy="1018232"/>
      </dsp:txXfrm>
    </dsp:sp>
    <dsp:sp modelId="{5802B0D3-66B6-D04E-B334-8B2D3B9BB875}">
      <dsp:nvSpPr>
        <dsp:cNvPr id="0" name=""/>
        <dsp:cNvSpPr/>
      </dsp:nvSpPr>
      <dsp:spPr>
        <a:xfrm rot="16200000">
          <a:off x="3238382" y="1376965"/>
          <a:ext cx="436003" cy="23203"/>
        </a:xfrm>
        <a:custGeom>
          <a:avLst/>
          <a:gdLst/>
          <a:ahLst/>
          <a:cxnLst/>
          <a:rect l="0" t="0" r="0" b="0"/>
          <a:pathLst>
            <a:path>
              <a:moveTo>
                <a:pt x="0" y="11601"/>
              </a:moveTo>
              <a:lnTo>
                <a:pt x="436003" y="116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445483" y="1377667"/>
        <a:ext cx="21800" cy="21800"/>
      </dsp:txXfrm>
    </dsp:sp>
    <dsp:sp modelId="{96B0812F-6652-F54F-8BDB-ED34DA656CBB}">
      <dsp:nvSpPr>
        <dsp:cNvPr id="0" name=""/>
        <dsp:cNvSpPr/>
      </dsp:nvSpPr>
      <dsp:spPr>
        <a:xfrm>
          <a:off x="2736384" y="-269432"/>
          <a:ext cx="1439998" cy="1439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b="1" kern="1200" dirty="0">
              <a:solidFill>
                <a:schemeClr val="tx1"/>
              </a:solidFill>
            </a:rPr>
            <a:t>المبيت </a:t>
          </a:r>
          <a:br>
            <a:rPr lang="en-US" sz="1400" b="1" kern="1200" dirty="0">
              <a:solidFill>
                <a:schemeClr val="tx1"/>
              </a:solidFill>
            </a:rPr>
          </a:br>
          <a:r>
            <a:rPr lang="ar" sz="1400" b="1" kern="1200" dirty="0">
              <a:solidFill>
                <a:schemeClr val="tx1"/>
              </a:solidFill>
            </a:rPr>
            <a:t>مع الفطور</a:t>
          </a:r>
        </a:p>
      </dsp:txBody>
      <dsp:txXfrm>
        <a:off x="2947267" y="-58549"/>
        <a:ext cx="1018232" cy="1018232"/>
      </dsp:txXfrm>
    </dsp:sp>
    <dsp:sp modelId="{C8D5EE64-A99C-404A-AFFB-BC33FD14C244}">
      <dsp:nvSpPr>
        <dsp:cNvPr id="0" name=""/>
        <dsp:cNvSpPr/>
      </dsp:nvSpPr>
      <dsp:spPr>
        <a:xfrm rot="18360000">
          <a:off x="3789725" y="1556107"/>
          <a:ext cx="436003" cy="23203"/>
        </a:xfrm>
        <a:custGeom>
          <a:avLst/>
          <a:gdLst/>
          <a:ahLst/>
          <a:cxnLst/>
          <a:rect l="0" t="0" r="0" b="0"/>
          <a:pathLst>
            <a:path>
              <a:moveTo>
                <a:pt x="0" y="11601"/>
              </a:moveTo>
              <a:lnTo>
                <a:pt x="436003" y="116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996826" y="1556809"/>
        <a:ext cx="21800" cy="21800"/>
      </dsp:txXfrm>
    </dsp:sp>
    <dsp:sp modelId="{D772A106-A184-4248-9AC7-495C90A84493}">
      <dsp:nvSpPr>
        <dsp:cNvPr id="0" name=""/>
        <dsp:cNvSpPr/>
      </dsp:nvSpPr>
      <dsp:spPr>
        <a:xfrm>
          <a:off x="3839070" y="88851"/>
          <a:ext cx="1439998" cy="1439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b="1" kern="1200" dirty="0">
              <a:solidFill>
                <a:schemeClr val="tx1"/>
              </a:solidFill>
            </a:rPr>
            <a:t>بوتيك</a:t>
          </a:r>
        </a:p>
      </dsp:txBody>
      <dsp:txXfrm>
        <a:off x="4049953" y="299734"/>
        <a:ext cx="1018232" cy="1018232"/>
      </dsp:txXfrm>
    </dsp:sp>
    <dsp:sp modelId="{52E35041-79F1-564C-8A98-D7AFB2D53BEF}">
      <dsp:nvSpPr>
        <dsp:cNvPr id="0" name=""/>
        <dsp:cNvSpPr/>
      </dsp:nvSpPr>
      <dsp:spPr>
        <a:xfrm rot="20520000">
          <a:off x="4130474" y="2025108"/>
          <a:ext cx="436003" cy="23203"/>
        </a:xfrm>
        <a:custGeom>
          <a:avLst/>
          <a:gdLst/>
          <a:ahLst/>
          <a:cxnLst/>
          <a:rect l="0" t="0" r="0" b="0"/>
          <a:pathLst>
            <a:path>
              <a:moveTo>
                <a:pt x="0" y="11601"/>
              </a:moveTo>
              <a:lnTo>
                <a:pt x="436003" y="116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337575" y="2025809"/>
        <a:ext cx="21800" cy="21800"/>
      </dsp:txXfrm>
    </dsp:sp>
    <dsp:sp modelId="{A4F79728-F81D-954D-980E-DF07D98719BB}">
      <dsp:nvSpPr>
        <dsp:cNvPr id="0" name=""/>
        <dsp:cNvSpPr/>
      </dsp:nvSpPr>
      <dsp:spPr>
        <a:xfrm>
          <a:off x="4520568" y="1026852"/>
          <a:ext cx="1439998" cy="1439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b="1" kern="1200">
              <a:solidFill>
                <a:schemeClr val="tx1"/>
              </a:solidFill>
            </a:rPr>
            <a:t>الموازنة</a:t>
          </a:r>
          <a:r>
            <a:rPr lang="ar" sz="1400" b="1" kern="1200"/>
            <a:t> </a:t>
          </a:r>
        </a:p>
      </dsp:txBody>
      <dsp:txXfrm>
        <a:off x="4731451" y="1237735"/>
        <a:ext cx="1018232" cy="1018232"/>
      </dsp:txXfrm>
    </dsp:sp>
    <dsp:sp modelId="{7770022A-1847-2548-A76F-00299F2F025D}">
      <dsp:nvSpPr>
        <dsp:cNvPr id="0" name=""/>
        <dsp:cNvSpPr/>
      </dsp:nvSpPr>
      <dsp:spPr>
        <a:xfrm rot="1080000">
          <a:off x="4130474" y="2604824"/>
          <a:ext cx="436003" cy="23203"/>
        </a:xfrm>
        <a:custGeom>
          <a:avLst/>
          <a:gdLst/>
          <a:ahLst/>
          <a:cxnLst/>
          <a:rect l="0" t="0" r="0" b="0"/>
          <a:pathLst>
            <a:path>
              <a:moveTo>
                <a:pt x="0" y="11601"/>
              </a:moveTo>
              <a:lnTo>
                <a:pt x="436003" y="116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337575" y="2605526"/>
        <a:ext cx="21800" cy="21800"/>
      </dsp:txXfrm>
    </dsp:sp>
    <dsp:sp modelId="{03ABACF0-FA3E-E744-97A2-7B65D587E135}">
      <dsp:nvSpPr>
        <dsp:cNvPr id="0" name=""/>
        <dsp:cNvSpPr/>
      </dsp:nvSpPr>
      <dsp:spPr>
        <a:xfrm>
          <a:off x="4520568" y="2186285"/>
          <a:ext cx="1439998" cy="1439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b="1" kern="1200">
              <a:solidFill>
                <a:schemeClr val="tx1"/>
              </a:solidFill>
            </a:rPr>
            <a:t>كبسولة</a:t>
          </a:r>
          <a:endParaRPr lang="en-GB" sz="1400" b="1" kern="1200">
            <a:solidFill>
              <a:schemeClr val="tx1"/>
            </a:solidFill>
          </a:endParaRPr>
        </a:p>
      </dsp:txBody>
      <dsp:txXfrm>
        <a:off x="4731451" y="2397168"/>
        <a:ext cx="1018232" cy="1018232"/>
      </dsp:txXfrm>
    </dsp:sp>
    <dsp:sp modelId="{8C46DC5B-CAF5-A44F-BC57-68743B039D1E}">
      <dsp:nvSpPr>
        <dsp:cNvPr id="0" name=""/>
        <dsp:cNvSpPr/>
      </dsp:nvSpPr>
      <dsp:spPr>
        <a:xfrm rot="3240000">
          <a:off x="3789725" y="3073824"/>
          <a:ext cx="436003" cy="23203"/>
        </a:xfrm>
        <a:custGeom>
          <a:avLst/>
          <a:gdLst/>
          <a:ahLst/>
          <a:cxnLst/>
          <a:rect l="0" t="0" r="0" b="0"/>
          <a:pathLst>
            <a:path>
              <a:moveTo>
                <a:pt x="0" y="11601"/>
              </a:moveTo>
              <a:lnTo>
                <a:pt x="436003" y="116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996826" y="3074526"/>
        <a:ext cx="21800" cy="21800"/>
      </dsp:txXfrm>
    </dsp:sp>
    <dsp:sp modelId="{1D413DCE-B00F-4343-954C-5453E44EBF23}">
      <dsp:nvSpPr>
        <dsp:cNvPr id="0" name=""/>
        <dsp:cNvSpPr/>
      </dsp:nvSpPr>
      <dsp:spPr>
        <a:xfrm>
          <a:off x="3839070" y="3124285"/>
          <a:ext cx="1439998" cy="1439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b="1" kern="1200">
              <a:solidFill>
                <a:schemeClr val="tx1"/>
              </a:solidFill>
            </a:rPr>
            <a:t>إقامة بيئية</a:t>
          </a:r>
        </a:p>
      </dsp:txBody>
      <dsp:txXfrm>
        <a:off x="4049953" y="3335168"/>
        <a:ext cx="1018232" cy="1018232"/>
      </dsp:txXfrm>
    </dsp:sp>
    <dsp:sp modelId="{ABA3FA5B-95D4-9541-A452-97A58CE4C462}">
      <dsp:nvSpPr>
        <dsp:cNvPr id="0" name=""/>
        <dsp:cNvSpPr/>
      </dsp:nvSpPr>
      <dsp:spPr>
        <a:xfrm rot="5400000">
          <a:off x="3238382" y="3252967"/>
          <a:ext cx="436003" cy="23203"/>
        </a:xfrm>
        <a:custGeom>
          <a:avLst/>
          <a:gdLst/>
          <a:ahLst/>
          <a:cxnLst/>
          <a:rect l="0" t="0" r="0" b="0"/>
          <a:pathLst>
            <a:path>
              <a:moveTo>
                <a:pt x="0" y="11601"/>
              </a:moveTo>
              <a:lnTo>
                <a:pt x="436003" y="116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445483" y="3253668"/>
        <a:ext cx="21800" cy="21800"/>
      </dsp:txXfrm>
    </dsp:sp>
    <dsp:sp modelId="{4D744FA1-9F6E-C44D-AD24-8E1990AB6668}">
      <dsp:nvSpPr>
        <dsp:cNvPr id="0" name=""/>
        <dsp:cNvSpPr/>
      </dsp:nvSpPr>
      <dsp:spPr>
        <a:xfrm>
          <a:off x="2736384" y="3482570"/>
          <a:ext cx="1439998" cy="1439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b="1" kern="1200">
              <a:solidFill>
                <a:schemeClr val="tx1"/>
              </a:solidFill>
            </a:rPr>
            <a:t>دور الضيافة</a:t>
          </a:r>
        </a:p>
      </dsp:txBody>
      <dsp:txXfrm>
        <a:off x="2947267" y="3693453"/>
        <a:ext cx="1018232" cy="1018232"/>
      </dsp:txXfrm>
    </dsp:sp>
    <dsp:sp modelId="{A791C236-591A-7543-8EC8-E17CB7DD37BE}">
      <dsp:nvSpPr>
        <dsp:cNvPr id="0" name=""/>
        <dsp:cNvSpPr/>
      </dsp:nvSpPr>
      <dsp:spPr>
        <a:xfrm rot="7560000">
          <a:off x="2687039" y="3073824"/>
          <a:ext cx="436003" cy="23203"/>
        </a:xfrm>
        <a:custGeom>
          <a:avLst/>
          <a:gdLst/>
          <a:ahLst/>
          <a:cxnLst/>
          <a:rect l="0" t="0" r="0" b="0"/>
          <a:pathLst>
            <a:path>
              <a:moveTo>
                <a:pt x="0" y="11601"/>
              </a:moveTo>
              <a:lnTo>
                <a:pt x="436003" y="116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2894140" y="3074526"/>
        <a:ext cx="21800" cy="21800"/>
      </dsp:txXfrm>
    </dsp:sp>
    <dsp:sp modelId="{7027907D-7B1B-F44B-809A-E4118E719029}">
      <dsp:nvSpPr>
        <dsp:cNvPr id="0" name=""/>
        <dsp:cNvSpPr/>
      </dsp:nvSpPr>
      <dsp:spPr>
        <a:xfrm>
          <a:off x="1633698" y="3124285"/>
          <a:ext cx="1439998" cy="1439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b="1" kern="1200">
              <a:solidFill>
                <a:schemeClr val="tx1"/>
              </a:solidFill>
            </a:rPr>
            <a:t>بيت شباب</a:t>
          </a:r>
        </a:p>
      </dsp:txBody>
      <dsp:txXfrm>
        <a:off x="1844581" y="3335168"/>
        <a:ext cx="1018232" cy="1018232"/>
      </dsp:txXfrm>
    </dsp:sp>
    <dsp:sp modelId="{FB7B3844-7334-D441-BD66-25D68B44FC0E}">
      <dsp:nvSpPr>
        <dsp:cNvPr id="0" name=""/>
        <dsp:cNvSpPr/>
      </dsp:nvSpPr>
      <dsp:spPr>
        <a:xfrm rot="9720000">
          <a:off x="2346290" y="2604824"/>
          <a:ext cx="436003" cy="23203"/>
        </a:xfrm>
        <a:custGeom>
          <a:avLst/>
          <a:gdLst/>
          <a:ahLst/>
          <a:cxnLst/>
          <a:rect l="0" t="0" r="0" b="0"/>
          <a:pathLst>
            <a:path>
              <a:moveTo>
                <a:pt x="0" y="11601"/>
              </a:moveTo>
              <a:lnTo>
                <a:pt x="436003" y="116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2553392" y="2605526"/>
        <a:ext cx="21800" cy="21800"/>
      </dsp:txXfrm>
    </dsp:sp>
    <dsp:sp modelId="{9B30C495-F6E3-A04D-A00A-792F7EF5382A}">
      <dsp:nvSpPr>
        <dsp:cNvPr id="0" name=""/>
        <dsp:cNvSpPr/>
      </dsp:nvSpPr>
      <dsp:spPr>
        <a:xfrm>
          <a:off x="952201" y="2186285"/>
          <a:ext cx="1439998" cy="1439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b="1" kern="1200">
              <a:solidFill>
                <a:schemeClr val="tx1"/>
              </a:solidFill>
            </a:rPr>
            <a:t>إقامة فاخرة</a:t>
          </a:r>
        </a:p>
      </dsp:txBody>
      <dsp:txXfrm>
        <a:off x="1163084" y="2397168"/>
        <a:ext cx="1018232" cy="1018232"/>
      </dsp:txXfrm>
    </dsp:sp>
    <dsp:sp modelId="{8352200A-9694-C94A-9EF1-5719DA490D1F}">
      <dsp:nvSpPr>
        <dsp:cNvPr id="0" name=""/>
        <dsp:cNvSpPr/>
      </dsp:nvSpPr>
      <dsp:spPr>
        <a:xfrm rot="11880000">
          <a:off x="2346290" y="2025108"/>
          <a:ext cx="436003" cy="23203"/>
        </a:xfrm>
        <a:custGeom>
          <a:avLst/>
          <a:gdLst/>
          <a:ahLst/>
          <a:cxnLst/>
          <a:rect l="0" t="0" r="0" b="0"/>
          <a:pathLst>
            <a:path>
              <a:moveTo>
                <a:pt x="0" y="11601"/>
              </a:moveTo>
              <a:lnTo>
                <a:pt x="436003" y="116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2553392" y="2025809"/>
        <a:ext cx="21800" cy="21800"/>
      </dsp:txXfrm>
    </dsp:sp>
    <dsp:sp modelId="{5EB1BF4B-B653-B146-BDDF-444619463F59}">
      <dsp:nvSpPr>
        <dsp:cNvPr id="0" name=""/>
        <dsp:cNvSpPr/>
      </dsp:nvSpPr>
      <dsp:spPr>
        <a:xfrm>
          <a:off x="952201" y="1026852"/>
          <a:ext cx="1439998" cy="1439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b="1" kern="1200">
              <a:solidFill>
                <a:schemeClr val="tx1"/>
              </a:solidFill>
            </a:rPr>
            <a:t>منتجع</a:t>
          </a:r>
        </a:p>
      </dsp:txBody>
      <dsp:txXfrm>
        <a:off x="1163084" y="1237735"/>
        <a:ext cx="1018232" cy="1018232"/>
      </dsp:txXfrm>
    </dsp:sp>
    <dsp:sp modelId="{41F8D421-4BCE-D44B-A35D-DE0AB75BC8A0}">
      <dsp:nvSpPr>
        <dsp:cNvPr id="0" name=""/>
        <dsp:cNvSpPr/>
      </dsp:nvSpPr>
      <dsp:spPr>
        <a:xfrm rot="14040000">
          <a:off x="2687039" y="1556107"/>
          <a:ext cx="436003" cy="23203"/>
        </a:xfrm>
        <a:custGeom>
          <a:avLst/>
          <a:gdLst/>
          <a:ahLst/>
          <a:cxnLst/>
          <a:rect l="0" t="0" r="0" b="0"/>
          <a:pathLst>
            <a:path>
              <a:moveTo>
                <a:pt x="0" y="11601"/>
              </a:moveTo>
              <a:lnTo>
                <a:pt x="436003" y="116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1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2894140" y="1556809"/>
        <a:ext cx="21800" cy="21800"/>
      </dsp:txXfrm>
    </dsp:sp>
    <dsp:sp modelId="{526504FD-5406-BA44-B043-F17C0C18F03E}">
      <dsp:nvSpPr>
        <dsp:cNvPr id="0" name=""/>
        <dsp:cNvSpPr/>
      </dsp:nvSpPr>
      <dsp:spPr>
        <a:xfrm>
          <a:off x="1633698" y="88851"/>
          <a:ext cx="1439998" cy="14399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rtlCol="1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400" b="1" kern="1200">
              <a:solidFill>
                <a:schemeClr val="tx1"/>
              </a:solidFill>
            </a:rPr>
            <a:t>شقة فندقية</a:t>
          </a:r>
        </a:p>
      </dsp:txBody>
      <dsp:txXfrm>
        <a:off x="1844581" y="299734"/>
        <a:ext cx="1018232" cy="1018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 dirty="0"/>
              <a:t>Click to edit Master text styles</a:t>
            </a:r>
          </a:p>
          <a:p>
            <a:pPr lvl="1" rtl="1"/>
            <a:r>
              <a:rPr lang="ar" noProof="0" dirty="0"/>
              <a:t>Second level</a:t>
            </a:r>
          </a:p>
          <a:p>
            <a:pPr lvl="2" rtl="1"/>
            <a:r>
              <a:rPr lang="ar" noProof="0" dirty="0"/>
              <a:t>Third level</a:t>
            </a:r>
          </a:p>
          <a:p>
            <a:pPr lvl="3" rtl="1"/>
            <a:r>
              <a:rPr lang="ar" noProof="0" dirty="0"/>
              <a:t>Fourth level</a:t>
            </a:r>
          </a:p>
          <a:p>
            <a:pPr lvl="4" rtl="1"/>
            <a:r>
              <a:rPr lang="ar" noProof="0" dirty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 dirty="0"/>
              <a:t>.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6353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22241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72824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35809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38926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05744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71723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69585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943544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634698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892452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37236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88191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090023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893248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405885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617650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064386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901164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42467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569930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407594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259214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313151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779113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085657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 rtl="1"/>
              <a:t>42</a:t>
            </a:fld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292308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38162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56498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1116912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3501364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494035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8.jpe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19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  <p:sldLayoutId id="2147484934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0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0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audio" Target="../media/audio1.bin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9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2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audio" Target="../media/audio1.bin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8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8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8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8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8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8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37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/>
              <a:t>الوحدة 1</a:t>
            </a:r>
            <a:br>
              <a:rPr lang="en-GB" altLang="en-US" sz="4600" dirty="0"/>
            </a:br>
            <a:r>
              <a:rPr lang="ar" sz="4600" dirty="0"/>
              <a:t>مجال الضيافة</a:t>
            </a:r>
            <a:br>
              <a:rPr lang="en-GB" altLang="en-US" sz="4600" dirty="0"/>
            </a:br>
            <a:br>
              <a:rPr lang="en-US" altLang="en-US" sz="4600" dirty="0"/>
            </a:br>
            <a:endParaRPr lang="en-GB" altLang="en-US" sz="4600" dirty="0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wrap="square" rtlCol="1" anchor="t">
            <a:no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600" dirty="0"/>
              <a:t>© شركة بيرسون إيديوكيشن ليمتد 2023. لا يُسمح بالنسخ إلا للمؤسسة المُشترية فقط.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49B3462-5109-2C9A-4757-D925DF0236E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/>
              <a:t>مجال الضيافة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85800" y="2492896"/>
            <a:ext cx="8278687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20000"/>
              </a:lnSpc>
              <a:buNone/>
            </a:pPr>
            <a:r>
              <a:rPr lang="ar" sz="2600" dirty="0"/>
              <a:t>في هذه الوحدة، يتعرف الطلاب على مجال الضيافة. ويُتاح لهم البحث في هيكل ونطاق وحجم مجال الضيافة، بالإضافة إلى سلسلة التوريد التي يدعمها.</a:t>
            </a:r>
          </a:p>
          <a:p>
            <a:pPr marL="0" indent="0" rtl="1">
              <a:lnSpc>
                <a:spcPct val="120000"/>
              </a:lnSpc>
              <a:buNone/>
            </a:pPr>
            <a:endParaRPr lang="en-GB" altLang="en-US" sz="2600" dirty="0"/>
          </a:p>
          <a:p>
            <a:pPr marL="0" indent="0" rtl="1">
              <a:lnSpc>
                <a:spcPct val="120000"/>
              </a:lnSpc>
              <a:buNone/>
            </a:pPr>
            <a:r>
              <a:rPr lang="ar" sz="2600" dirty="0"/>
              <a:t>سيقوم الطلاب بالبحث في الاتجاهات والتطورات الحالية في مجال الضيافة ومعرفة كيفية تأثر الشركات في هذا المجال بها وكيف يجب أن تستجيب لهذه الاتجاهات.</a:t>
            </a:r>
          </a:p>
          <a:p>
            <a:pPr marL="0" indent="0" rtl="1">
              <a:lnSpc>
                <a:spcPct val="120000"/>
              </a:lnSpc>
              <a:buNone/>
            </a:pPr>
            <a:endParaRPr lang="en-GB" altLang="en-US" sz="2600" dirty="0">
              <a:solidFill>
                <a:srgbClr val="FF0000"/>
              </a:solidFill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6B9C42D-5BD2-9FC9-295B-D93AA86A17E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/>
              <a:t>أهداف التعلم</a:t>
            </a:r>
            <a:endParaRPr lang="en-GB" altLang="en-US" sz="4600" dirty="0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61464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813" indent="-387350" defTabSz="431800" rtl="1">
              <a:lnSpc>
                <a:spcPct val="120000"/>
              </a:lnSpc>
              <a:buNone/>
            </a:pPr>
            <a:r>
              <a:rPr lang="ar" sz="2600" b="1" dirty="0"/>
              <a:t>أ	استكشاف الهيكل الحالي لمجال الضيافة</a:t>
            </a:r>
            <a:endParaRPr lang="en-GB" altLang="en-US" sz="2600" dirty="0">
              <a:highlight>
                <a:srgbClr val="FFFF00"/>
              </a:highlight>
            </a:endParaRPr>
          </a:p>
          <a:p>
            <a:pPr marL="404813" indent="-404813" defTabSz="431800" rtl="1">
              <a:lnSpc>
                <a:spcPct val="120000"/>
              </a:lnSpc>
              <a:spcBef>
                <a:spcPts val="1200"/>
              </a:spcBef>
              <a:buNone/>
            </a:pPr>
            <a:r>
              <a:rPr lang="ar" sz="2600" b="1" dirty="0"/>
              <a:t>ب	البحث عن سلسلة التوريد في مجال الضيافة</a:t>
            </a:r>
            <a:endParaRPr lang="en-GB" altLang="en-US" sz="2600" dirty="0">
              <a:highlight>
                <a:srgbClr val="FFFF00"/>
              </a:highlight>
            </a:endParaRPr>
          </a:p>
          <a:p>
            <a:pPr marL="404813" indent="-404813" defTabSz="431800" rtl="1">
              <a:lnSpc>
                <a:spcPct val="120000"/>
              </a:lnSpc>
              <a:spcBef>
                <a:spcPts val="1200"/>
              </a:spcBef>
              <a:buNone/>
            </a:pPr>
            <a:r>
              <a:rPr lang="ar" sz="2600" b="1" dirty="0"/>
              <a:t>ج	استخدم البيانات والمعلومات لتطوير استجابة تجارية للاتجاهات </a:t>
            </a:r>
            <a:br>
              <a:rPr lang="en-US" sz="2600" b="1" dirty="0"/>
            </a:br>
            <a:r>
              <a:rPr lang="ar" sz="2600" b="1" dirty="0"/>
              <a:t>والتطورات في مجال الضيافة.</a:t>
            </a:r>
            <a:endParaRPr lang="en-GB" altLang="en-US" sz="2600" b="1" dirty="0">
              <a:highlight>
                <a:srgbClr val="FFFF00"/>
              </a:highlight>
            </a:endParaRPr>
          </a:p>
          <a:p>
            <a:pPr marL="0" indent="0" defTabSz="431800" rtl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 dirty="0">
              <a:highlight>
                <a:srgbClr val="FFFF00"/>
              </a:highlight>
            </a:endParaRPr>
          </a:p>
          <a:p>
            <a:pPr marL="0" indent="0" defTabSz="431800" rtl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 dirty="0">
              <a:highlight>
                <a:srgbClr val="FFFF00"/>
              </a:highlight>
            </a:endParaRPr>
          </a:p>
          <a:p>
            <a:pPr marL="0" indent="0" defTabSz="431800" rtl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sz="2600" dirty="0"/>
            </a:br>
            <a:r>
              <a:rPr lang="ar" sz="2600" dirty="0"/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A16AF12-CD19-8197-5452-CBDC0C1C6A2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هدف التعلّم أ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58888" y="3838575"/>
            <a:ext cx="6769100" cy="275877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ar" sz="2600" dirty="0"/>
              <a:t>أ1 	مجال الضيافة</a:t>
            </a:r>
          </a:p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ar" sz="2600" dirty="0"/>
              <a:t>أ2 	نطاق وحجم مجال الضيافة 	 </a:t>
            </a:r>
          </a:p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ar" sz="2600" dirty="0"/>
              <a:t>أ3 	تنظيم الأعمال والملكية</a:t>
            </a:r>
            <a:r>
              <a:rPr lang="en-US" sz="2600" dirty="0"/>
              <a:t> </a:t>
            </a:r>
            <a:r>
              <a:rPr lang="ar" sz="2600" dirty="0"/>
              <a:t>في مجال الضيافة</a:t>
            </a:r>
          </a:p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ar" sz="2600" dirty="0"/>
              <a:t>أ4 	فرص التوظيف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استكشاف الهيكل الحالي لمجال الضيافة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03E0FF0-4494-9F2A-6BFD-BD7086DE1A1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 flipH="1">
            <a:off x="5293668" y="3475461"/>
            <a:ext cx="3888432" cy="21857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600" dirty="0"/>
              <a:t>أنواع شركات الضيافة: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dirty="0"/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600" dirty="0"/>
              <a:t>الإقامة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r>
              <a:rPr lang="en" sz="3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أ1 </a:t>
            </a:r>
            <a:r>
              <a:rPr lang="en" sz="3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مجال الضيافة (1)</a:t>
            </a:r>
          </a:p>
          <a:p>
            <a:pPr algn="ctr" rtl="1"/>
            <a:endParaRPr lang="en-GB" altLang="en-US" sz="30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2BE2A00-DBF8-12BD-FE27-82CA01A7D3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4217900"/>
              </p:ext>
            </p:extLst>
          </p:nvPr>
        </p:nvGraphicFramePr>
        <p:xfrm flipH="1">
          <a:off x="-240382" y="1668569"/>
          <a:ext cx="6912768" cy="4653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F23C6C-BA25-14C3-80D3-5C40EC067DF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1988840"/>
            <a:ext cx="9144000" cy="42484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 sz="2600" b="1" dirty="0"/>
              <a:t>أنواع شركات الضيافة: منافذ الأغذية والمشروبات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rtl="1">
              <a:buNone/>
            </a:pPr>
            <a:r>
              <a:rPr lang="ar" sz="2600" dirty="0"/>
              <a:t>يغطي مصطلح "مطعم" مجموعة متنوعة من أنواع المطاعم:</a:t>
            </a:r>
          </a:p>
          <a:p>
            <a:pPr indent="0" rtl="1">
              <a:buNone/>
            </a:pPr>
            <a:endParaRPr lang="en-GB" altLang="en-US" sz="2600" dirty="0"/>
          </a:p>
          <a:p>
            <a:pPr marL="685800" rtl="1"/>
            <a:r>
              <a:rPr lang="ar" sz="2600" dirty="0"/>
              <a:t>المطاعم </a:t>
            </a:r>
          </a:p>
          <a:p>
            <a:pPr marL="685800" rtl="1"/>
            <a:r>
              <a:rPr lang="ar" sz="2600" dirty="0"/>
              <a:t>منافذ بيع الوجبات الجاهزة والوجبات السريعة</a:t>
            </a:r>
          </a:p>
          <a:p>
            <a:pPr marL="685800" rtl="1"/>
            <a:r>
              <a:rPr lang="ar" sz="2600" dirty="0"/>
              <a:t>المقاهي والكوفي شوب</a:t>
            </a:r>
          </a:p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r>
              <a:rPr lang="ar" sz="2000" dirty="0"/>
              <a:t>المناقشة: هناك العديد من أنواع المطاعم المختلفة، هل يمكنك تسميتها؟</a:t>
            </a:r>
          </a:p>
          <a:p>
            <a:pPr marL="685800" rtl="1"/>
            <a:endParaRPr lang="en-GB" sz="18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en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أ1 </a:t>
            </a:r>
            <a:r>
              <a:rPr lang="en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مجال الضيافة (2)</a:t>
            </a: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E752D43-873F-A512-AE3D-33C5EE9A62F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325845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2567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en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أ1 </a:t>
            </a:r>
            <a:r>
              <a:rPr lang="en" sz="46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مجال الضيافة (3)</a:t>
            </a:r>
          </a:p>
          <a:p>
            <a:pPr algn="ctr" rtl="1">
              <a:spcAft>
                <a:spcPts val="600"/>
              </a:spcAft>
            </a:pPr>
            <a:endParaRPr lang="en-US" altLang="en-US" sz="46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4012" y="2510392"/>
            <a:ext cx="4027488" cy="400498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indent="0" rtl="1">
              <a:lnSpc>
                <a:spcPct val="120000"/>
              </a:lnSpc>
              <a:buNone/>
            </a:pPr>
            <a:r>
              <a:rPr lang="ar" sz="2600" b="1" dirty="0"/>
              <a:t>أنواع شركات الضيافة: مقدمي الخدمات الغذائية التعاقدية </a:t>
            </a:r>
          </a:p>
          <a:p>
            <a:pPr indent="0" rtl="1">
              <a:lnSpc>
                <a:spcPct val="120000"/>
              </a:lnSpc>
            </a:pPr>
            <a:endParaRPr lang="en-GB" altLang="en-US" sz="2600" b="1" dirty="0"/>
          </a:p>
          <a:p>
            <a:pPr indent="0" rtl="1">
              <a:lnSpc>
                <a:spcPct val="120000"/>
              </a:lnSpc>
              <a:buNone/>
            </a:pPr>
            <a:r>
              <a:rPr lang="ar" sz="2600" dirty="0"/>
              <a:t>مُورد الطعام هو شركة يتم توظيفها من قبل شركة أو مؤسسة لتوفير خدمات توريد الطعام يوميًا أو بشكل منتظم.</a:t>
            </a:r>
          </a:p>
          <a:p>
            <a:pPr marL="685800" rtl="1">
              <a:lnSpc>
                <a:spcPct val="120000"/>
              </a:lnSpc>
            </a:pPr>
            <a:endParaRPr lang="en-GB" altLang="en-US" sz="2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6D644-95F3-260B-6D25-084D77B7289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  <p:pic>
        <p:nvPicPr>
          <p:cNvPr id="4" name="Picture 3" descr="A salad buffet with different types of salads&#10;&#10;Description automatically generated with medium confidence">
            <a:extLst>
              <a:ext uri="{FF2B5EF4-FFF2-40B4-BE49-F238E27FC236}">
                <a16:creationId xmlns:a16="http://schemas.microsoft.com/office/drawing/2014/main" id="{4A553B4E-8C6A-FEF3-9B1B-DD0E3B32D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920" y="2936154"/>
            <a:ext cx="3820835" cy="253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525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1608292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en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أ1 </a:t>
            </a:r>
            <a:r>
              <a:rPr lang="en" sz="46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مجال الضيافة (4)</a:t>
            </a:r>
          </a:p>
          <a:p>
            <a:pPr algn="ctr" rtl="1">
              <a:spcAft>
                <a:spcPts val="600"/>
              </a:spcAft>
            </a:pPr>
            <a:endParaRPr lang="en-US" altLang="en-US" sz="46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62025" y="2215117"/>
            <a:ext cx="7724775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20000"/>
              </a:lnSpc>
              <a:buNone/>
            </a:pPr>
            <a:r>
              <a:rPr lang="ar" dirty="0"/>
              <a:t>يمكن أن نجد مقدمي الخدمات الغذائية التعاقدية في العديد من الأماكن ومنها:</a:t>
            </a:r>
          </a:p>
          <a:p>
            <a:pPr rtl="1" fontAlgn="base">
              <a:lnSpc>
                <a:spcPct val="120000"/>
              </a:lnSpc>
            </a:pP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تقديم الأغذية الصناعي، </a:t>
            </a:r>
            <a:r>
              <a:rPr lang="ar" dirty="0">
                <a:solidFill>
                  <a:srgbClr val="000000"/>
                </a:solidFill>
              </a:rPr>
              <a:t>حيث تتوفر مرافق مدعومة للموظفين في العديد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ar" dirty="0">
                <a:solidFill>
                  <a:srgbClr val="000000"/>
                </a:solidFill>
              </a:rPr>
              <a:t>من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ar" dirty="0">
                <a:solidFill>
                  <a:srgbClr val="000000"/>
                </a:solidFill>
              </a:rPr>
              <a:t>أماكن العمل الكبيرة</a:t>
            </a:r>
            <a:endParaRPr lang="en-GB" b="0" i="0" u="none" strike="noStrike" dirty="0">
              <a:effectLst/>
            </a:endParaRPr>
          </a:p>
          <a:p>
            <a:pPr rtl="1" fontAlgn="base">
              <a:lnSpc>
                <a:spcPct val="120000"/>
              </a:lnSpc>
            </a:pP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إدارة الفعاليات </a:t>
            </a:r>
            <a:endParaRPr lang="en-GB" b="0" i="0" u="none" strike="noStrike" dirty="0">
              <a:effectLst/>
            </a:endParaRPr>
          </a:p>
          <a:p>
            <a:pPr rtl="1" fontAlgn="base">
              <a:lnSpc>
                <a:spcPct val="120000"/>
              </a:lnSpc>
            </a:pP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أماكن الرياضة والترفيه</a:t>
            </a:r>
          </a:p>
          <a:p>
            <a:pPr rtl="1" fontAlgn="base">
              <a:lnSpc>
                <a:spcPct val="120000"/>
              </a:lnSpc>
            </a:pP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التموين في القطاع العام بما في ذلك المدارس والسجون.</a:t>
            </a:r>
            <a:endParaRPr lang="en-GB" b="0" i="0" u="none" strike="noStrike" dirty="0">
              <a:effectLst/>
            </a:endParaRPr>
          </a:p>
          <a:p>
            <a:pPr rtl="1" fontAlgn="base">
              <a:lnSpc>
                <a:spcPct val="120000"/>
              </a:lnSpc>
            </a:pP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تقديم الأغذية أثناء السفر، حيث يتم توفير وجبات للطيران والقطارات غالبًا 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من قبل مقدمي الخدمات الغذائية التعاقدية.</a:t>
            </a:r>
            <a:endParaRPr lang="en-GB" altLang="en-US" dirty="0"/>
          </a:p>
          <a:p>
            <a:pPr marL="685800" rtl="1">
              <a:lnSpc>
                <a:spcPct val="120000"/>
              </a:lnSpc>
            </a:pPr>
            <a:endParaRPr lang="en-GB" alt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42FBCEA-FA10-5903-F329-C7C887C8199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896172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0700" y="2204864"/>
            <a:ext cx="7245796" cy="4392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600" b="1" dirty="0"/>
              <a:t>أنواع شركات الضيافة: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r>
              <a:rPr lang="ar" sz="2600" b="1" dirty="0"/>
              <a:t>أندية العضوية:</a:t>
            </a:r>
            <a:r>
              <a:rPr lang="ar" sz="2600" dirty="0"/>
              <a:t> بما في ذلك أندية الجمعيات المهنية أو التوظيفية، والأندية الرياضية،</a:t>
            </a:r>
          </a:p>
          <a:p>
            <a:pPr marL="685800" rtl="1"/>
            <a:r>
              <a:rPr lang="ar" sz="2600" b="1" dirty="0"/>
              <a:t>الفعاليات: </a:t>
            </a:r>
            <a:r>
              <a:rPr lang="ar" sz="2600" dirty="0"/>
              <a:t>بما في ذلك الفعاليات المختلفة والاجتماعات والمؤتمرات.</a:t>
            </a:r>
          </a:p>
          <a:p>
            <a:pPr marL="685800" rtl="1"/>
            <a:r>
              <a:rPr lang="ar" sz="2600" b="1" dirty="0"/>
              <a:t>خدمات الضيافة:</a:t>
            </a:r>
            <a:r>
              <a:rPr lang="ar" sz="2600" dirty="0"/>
              <a:t> بما في ذلك خدمات البيع بالتجزئة والتعليم والحكومة والسلطة المحلية</a:t>
            </a:r>
          </a:p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r>
              <a:rPr lang="ar" sz="2000" dirty="0"/>
              <a:t>المناقشة: هل يمكنك العثور على تعريف لخدمات الضيافة؟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en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أ1 </a:t>
            </a:r>
            <a:r>
              <a:rPr lang="en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مجال الضيافة (5)</a:t>
            </a: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E47F0F5-DD55-E9FE-C975-6B6A78ACBC7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2227036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en" sz="4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أ1 </a:t>
            </a:r>
            <a:r>
              <a:rPr lang="en" sz="46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مجال الضيافة (6)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572000" y="2196001"/>
            <a:ext cx="4464496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indent="0" rtl="1">
              <a:buNone/>
            </a:pPr>
            <a:r>
              <a:rPr lang="ar" sz="2600" b="1" dirty="0"/>
              <a:t>المنتجات</a:t>
            </a:r>
          </a:p>
          <a:p>
            <a:pPr indent="0" rtl="1"/>
            <a:endParaRPr lang="en-GB" altLang="en-US" b="1" dirty="0"/>
          </a:p>
          <a:p>
            <a:pPr marL="685800" rtl="1"/>
            <a:r>
              <a:rPr lang="ar" sz="2600" dirty="0"/>
              <a:t>الطعام</a:t>
            </a:r>
          </a:p>
          <a:p>
            <a:pPr marL="685800" rtl="1"/>
            <a:r>
              <a:rPr lang="ar" sz="2600" dirty="0"/>
              <a:t>المشروبات</a:t>
            </a:r>
          </a:p>
          <a:p>
            <a:pPr marL="685800" rtl="1"/>
            <a:r>
              <a:rPr lang="ar" sz="2600" dirty="0"/>
              <a:t>السكن</a:t>
            </a:r>
          </a:p>
          <a:p>
            <a:pPr marL="685800" rtl="1"/>
            <a:r>
              <a:rPr lang="ar" sz="2600" dirty="0"/>
              <a:t>معلومات عن المنتجات.</a:t>
            </a:r>
          </a:p>
          <a:p>
            <a:pPr marL="685800" rtl="1"/>
            <a:endParaRPr lang="en-GB" altLang="en-US" dirty="0"/>
          </a:p>
          <a:p>
            <a:pPr indent="0" rtl="1">
              <a:buNone/>
            </a:pPr>
            <a:r>
              <a:rPr lang="ar" sz="2000" dirty="0"/>
              <a:t>المناقشة: كم عدد المنتجات المختلفة </a:t>
            </a:r>
            <a:br>
              <a:rPr lang="en-US" sz="2000" dirty="0"/>
            </a:br>
            <a:r>
              <a:rPr lang="ar" sz="2000" dirty="0"/>
              <a:t>التي يمكنك إدراجها؟</a:t>
            </a:r>
          </a:p>
          <a:p>
            <a:pPr marL="685800" rtl="1"/>
            <a:endParaRPr lang="en-GB" alt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2B23F2A-EF39-68F8-6B42-EC73F706FEE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  <p:pic>
        <p:nvPicPr>
          <p:cNvPr id="4" name="Picture 3" descr="A pizza being cooked in a stone oven">
            <a:extLst>
              <a:ext uri="{FF2B5EF4-FFF2-40B4-BE49-F238E27FC236}">
                <a16:creationId xmlns:a16="http://schemas.microsoft.com/office/drawing/2014/main" id="{8C11C819-FF25-C088-2CE3-E33F06E39A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0" r="4131"/>
          <a:stretch/>
        </p:blipFill>
        <p:spPr>
          <a:xfrm>
            <a:off x="647564" y="2276195"/>
            <a:ext cx="4383741" cy="358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6739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096852"/>
            <a:ext cx="9144000" cy="318468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 sz="2600" b="1" dirty="0"/>
              <a:t>الخدمات:</a:t>
            </a:r>
            <a:endParaRPr lang="en-GB" altLang="en-US" sz="2600" b="1" dirty="0"/>
          </a:p>
          <a:p>
            <a:pPr indent="0" rtl="1">
              <a:buNone/>
            </a:pPr>
            <a:r>
              <a:rPr lang="ar" sz="2600" dirty="0"/>
              <a:t>عادة ما يعتمد نوع الخدمة المقدمة على حجم الفندق. الفنادق الكبيرة تقدم خدمات أكثر. تتضمن الخدمات:</a:t>
            </a:r>
            <a:endParaRPr lang="en-GB" sz="2600" dirty="0"/>
          </a:p>
          <a:p>
            <a:pPr marL="685800" rtl="1"/>
            <a:r>
              <a:rPr lang="ar" sz="2600" dirty="0"/>
              <a:t>غرف الاجتماعات</a:t>
            </a:r>
          </a:p>
          <a:p>
            <a:pPr marL="685800" rtl="1"/>
            <a:r>
              <a:rPr lang="ar" sz="2600" dirty="0"/>
              <a:t>خدمات الأعمال</a:t>
            </a:r>
          </a:p>
          <a:p>
            <a:pPr marL="685800" rtl="1"/>
            <a:r>
              <a:rPr lang="ar" sz="2600" dirty="0"/>
              <a:t>الخدمات الشخصية - خدمات الاستقبال والإرشاد، وصالون الشعر والتجميل</a:t>
            </a:r>
          </a:p>
          <a:p>
            <a:pPr marL="685800" rtl="1"/>
            <a:r>
              <a:rPr lang="ar" sz="2600" dirty="0"/>
              <a:t>الصحة واللياقة</a:t>
            </a:r>
          </a:p>
          <a:p>
            <a:pPr marL="685800" rtl="1"/>
            <a:endParaRPr lang="en-GB" altLang="en-US" sz="2600" dirty="0"/>
          </a:p>
          <a:p>
            <a:pPr indent="0" rtl="1">
              <a:buNone/>
            </a:pPr>
            <a:r>
              <a:rPr lang="ar" sz="2600" dirty="0"/>
              <a:t>المناقشة: هل يمكنك ذكر فندق يقدم هذا النطاق من الخدمات؟</a:t>
            </a:r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en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أ1 </a:t>
            </a:r>
            <a:r>
              <a:rPr lang="en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مجال الضيافة (7)</a:t>
            </a:r>
            <a:endParaRPr lang="en-GB" altLang="en-US" sz="3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B47BEF4-7A12-4A53-F9E9-81584FFEB6B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981702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en" sz="42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أ1 </a:t>
            </a:r>
            <a:r>
              <a:rPr lang="en" sz="42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مجال الضيافة (7)</a:t>
            </a:r>
            <a:endParaRPr lang="en-US" altLang="en-US" sz="4200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196001"/>
            <a:ext cx="402748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indent="0" rtl="1">
              <a:buNone/>
            </a:pPr>
            <a:r>
              <a:rPr lang="ar" sz="2600" b="1" dirty="0"/>
              <a:t>الخدمات</a:t>
            </a:r>
          </a:p>
          <a:p>
            <a:pPr indent="0" rtl="1"/>
            <a:endParaRPr lang="en-GB" altLang="en-US" sz="2600" b="1" dirty="0"/>
          </a:p>
          <a:p>
            <a:pPr marL="685800" rtl="1"/>
            <a:r>
              <a:rPr lang="ar" sz="2600" dirty="0"/>
              <a:t>إدارة الفعاليات</a:t>
            </a:r>
          </a:p>
          <a:p>
            <a:pPr marL="685800" rtl="1"/>
            <a:r>
              <a:rPr lang="ar" sz="2600" dirty="0"/>
              <a:t>البيع</a:t>
            </a:r>
          </a:p>
          <a:p>
            <a:pPr marL="685800" rtl="1"/>
            <a:r>
              <a:rPr lang="ar" sz="2600" dirty="0"/>
              <a:t>توفير خدمات الأغذية والمشروبات لمجالات أخرى</a:t>
            </a:r>
          </a:p>
          <a:p>
            <a:pPr marL="685800" rtl="1"/>
            <a:r>
              <a:rPr lang="ar" sz="2600" dirty="0"/>
              <a:t>إدارة المرافق.</a:t>
            </a:r>
          </a:p>
          <a:p>
            <a:pPr marL="685800" rtl="1"/>
            <a:endParaRPr lang="en-GB" altLang="en-US" sz="26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004A1D3-BEB4-7D02-0B14-DAD3799B64C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  <p:pic>
        <p:nvPicPr>
          <p:cNvPr id="4" name="Picture 3" descr="A hand pressing a key on a vending machine">
            <a:extLst>
              <a:ext uri="{FF2B5EF4-FFF2-40B4-BE49-F238E27FC236}">
                <a16:creationId xmlns:a16="http://schemas.microsoft.com/office/drawing/2014/main" id="{4706DAE0-378C-D74F-9D79-6151C52D2E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1" r="17621"/>
          <a:stretch/>
        </p:blipFill>
        <p:spPr>
          <a:xfrm>
            <a:off x="4854078" y="2640675"/>
            <a:ext cx="3519571" cy="314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873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33375" y="2159464"/>
            <a:ext cx="8774620" cy="450989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ts val="3200"/>
              </a:lnSpc>
              <a:buNone/>
            </a:pPr>
            <a:r>
              <a:rPr lang="ar" sz="2600" dirty="0"/>
              <a:t>العلاقات بين قطاعي الضيافة والسياحة.</a:t>
            </a:r>
          </a:p>
          <a:p>
            <a:pPr indent="0" rtl="1">
              <a:lnSpc>
                <a:spcPts val="3200"/>
              </a:lnSpc>
              <a:buNone/>
            </a:pPr>
            <a:endParaRPr lang="en-GB" altLang="en-US" sz="2600" dirty="0"/>
          </a:p>
          <a:p>
            <a:pPr indent="0" rtl="1">
              <a:lnSpc>
                <a:spcPts val="3200"/>
              </a:lnSpc>
              <a:buNone/>
            </a:pPr>
            <a:r>
              <a:rPr lang="ar" sz="2600" dirty="0"/>
              <a:t>على الرغم من أنهما في كثير من الأحيان يُنظر إليهما بشكل متبادل، إلا أن قطاعي الضيافة والسياحة هما قطاعان متميزان. </a:t>
            </a:r>
          </a:p>
          <a:p>
            <a:pPr indent="0" rtl="1">
              <a:lnSpc>
                <a:spcPts val="3200"/>
              </a:lnSpc>
              <a:buNone/>
            </a:pPr>
            <a:endParaRPr lang="en-GB" altLang="en-US" sz="2600" dirty="0"/>
          </a:p>
          <a:p>
            <a:pPr marL="685800" rtl="1">
              <a:lnSpc>
                <a:spcPts val="3200"/>
              </a:lnSpc>
            </a:pPr>
            <a:r>
              <a:rPr lang="ar" sz="2600" dirty="0"/>
              <a:t>تشمل الضيافة توفير الإقامة والطعام والمشروبات خارج المنزل، لكل من الزوار الأجانب والسكان المحليين. </a:t>
            </a:r>
            <a:endParaRPr lang="en-GB" altLang="en-US" sz="2600" dirty="0"/>
          </a:p>
          <a:p>
            <a:pPr marL="685800" rtl="1">
              <a:lnSpc>
                <a:spcPts val="3200"/>
              </a:lnSpc>
            </a:pPr>
            <a:r>
              <a:rPr lang="ar" sz="2600" dirty="0"/>
              <a:t>وفي المقابل، السياحة تشمل توفير نفس الخدمات للأشخاص الذين يقضون عطلتهم بعيدًا عن المنزل.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أ2 نطاق وحجم مجال الضيافة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E72830F-7622-2148-697A-F9063FA7DD5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7692098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90425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أ2 نطاق وحجم مجال الضيافة (2)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4ED0140-54DE-19D0-E7A2-7E2656106CD9}"/>
              </a:ext>
            </a:extLst>
          </p:cNvPr>
          <p:cNvGrpSpPr/>
          <p:nvPr/>
        </p:nvGrpSpPr>
        <p:grpSpPr>
          <a:xfrm>
            <a:off x="1070443" y="2614951"/>
            <a:ext cx="7003113" cy="3480083"/>
            <a:chOff x="1013545" y="2757879"/>
            <a:chExt cx="7116910" cy="382211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E8C2E79-C34B-8573-D027-B1D38BD44236}"/>
                </a:ext>
              </a:extLst>
            </p:cNvPr>
            <p:cNvSpPr/>
            <p:nvPr/>
          </p:nvSpPr>
          <p:spPr>
            <a:xfrm>
              <a:off x="1013545" y="2757879"/>
              <a:ext cx="7116910" cy="80465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8" name="Rectangle 17" descr="Money">
              <a:extLst>
                <a:ext uri="{FF2B5EF4-FFF2-40B4-BE49-F238E27FC236}">
                  <a16:creationId xmlns:a16="http://schemas.microsoft.com/office/drawing/2014/main" id="{C6DF429C-2CC8-21CE-AF6E-0E7903D7908A}"/>
                </a:ext>
              </a:extLst>
            </p:cNvPr>
            <p:cNvSpPr/>
            <p:nvPr/>
          </p:nvSpPr>
          <p:spPr>
            <a:xfrm>
              <a:off x="7444487" y="2938927"/>
              <a:ext cx="442560" cy="442560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C550021-F624-0311-BD81-61E5D68D4F67}"/>
                </a:ext>
              </a:extLst>
            </p:cNvPr>
            <p:cNvSpPr/>
            <p:nvPr/>
          </p:nvSpPr>
          <p:spPr>
            <a:xfrm>
              <a:off x="1013546" y="2757879"/>
              <a:ext cx="6187533" cy="804655"/>
            </a:xfrm>
            <a:custGeom>
              <a:avLst/>
              <a:gdLst>
                <a:gd name="connsiteX0" fmla="*/ 0 w 6187533"/>
                <a:gd name="connsiteY0" fmla="*/ 0 h 804655"/>
                <a:gd name="connsiteX1" fmla="*/ 6187533 w 6187533"/>
                <a:gd name="connsiteY1" fmla="*/ 0 h 804655"/>
                <a:gd name="connsiteX2" fmla="*/ 6187533 w 6187533"/>
                <a:gd name="connsiteY2" fmla="*/ 804655 h 804655"/>
                <a:gd name="connsiteX3" fmla="*/ 0 w 6187533"/>
                <a:gd name="connsiteY3" fmla="*/ 804655 h 804655"/>
                <a:gd name="connsiteX4" fmla="*/ 0 w 6187533"/>
                <a:gd name="connsiteY4" fmla="*/ 0 h 804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7533" h="804655">
                  <a:moveTo>
                    <a:pt x="0" y="0"/>
                  </a:moveTo>
                  <a:lnTo>
                    <a:pt x="6187533" y="0"/>
                  </a:lnTo>
                  <a:lnTo>
                    <a:pt x="6187533" y="804655"/>
                  </a:lnTo>
                  <a:lnTo>
                    <a:pt x="0" y="80465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5159" tIns="85159" rIns="85159" bIns="85159" numCol="1" spcCol="1270" rtlCol="1" anchor="ctr" anchorCtr="0">
              <a:noAutofit/>
            </a:bodyPr>
            <a:lstStyle/>
            <a:p>
              <a:pPr marL="0" lvl="0" indent="0" algn="r" defTabSz="9334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kern="1200" dirty="0"/>
                <a:t>القيمة الاقتصادية وإسهامها في الاحتياجات الاقتصادية المحلية والوطنية.</a:t>
              </a:r>
              <a:endParaRPr lang="en-US" sz="2200" kern="12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251B9CF-319F-429A-D57D-36172A260615}"/>
                </a:ext>
              </a:extLst>
            </p:cNvPr>
            <p:cNvGrpSpPr/>
            <p:nvPr/>
          </p:nvGrpSpPr>
          <p:grpSpPr>
            <a:xfrm flipH="1">
              <a:off x="1013545" y="3763698"/>
              <a:ext cx="7116910" cy="804655"/>
              <a:chOff x="1013545" y="3763698"/>
              <a:chExt cx="7116910" cy="804655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33AC16CD-4794-C9C1-0566-452414F1AF2D}"/>
                  </a:ext>
                </a:extLst>
              </p:cNvPr>
              <p:cNvSpPr/>
              <p:nvPr/>
            </p:nvSpPr>
            <p:spPr>
              <a:xfrm>
                <a:off x="1013545" y="3763698"/>
                <a:ext cx="7116910" cy="804655"/>
              </a:xfrm>
              <a:prstGeom prst="roundRect">
                <a:avLst>
                  <a:gd name="adj" fmla="val 10000"/>
                </a:avLst>
              </a:prstGeom>
            </p:spPr>
            <p:style>
              <a:lnRef idx="0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" name="Rectangle 20" descr="Ruble">
                <a:extLst>
                  <a:ext uri="{FF2B5EF4-FFF2-40B4-BE49-F238E27FC236}">
                    <a16:creationId xmlns:a16="http://schemas.microsoft.com/office/drawing/2014/main" id="{7E95376C-81D0-5EC2-BF79-B01EDD1BB3AA}"/>
                  </a:ext>
                </a:extLst>
              </p:cNvPr>
              <p:cNvSpPr/>
              <p:nvPr/>
            </p:nvSpPr>
            <p:spPr>
              <a:xfrm flipH="1">
                <a:off x="1256953" y="3944746"/>
                <a:ext cx="442560" cy="442560"/>
              </a:xfrm>
              <a:prstGeom prst="rect">
                <a:avLst/>
              </a:prstGeom>
              <a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E493007-7472-74F0-331D-F60063226E56}"/>
                  </a:ext>
                </a:extLst>
              </p:cNvPr>
              <p:cNvSpPr/>
              <p:nvPr/>
            </p:nvSpPr>
            <p:spPr>
              <a:xfrm>
                <a:off x="1942921" y="3763698"/>
                <a:ext cx="6187533" cy="804655"/>
              </a:xfrm>
              <a:custGeom>
                <a:avLst/>
                <a:gdLst>
                  <a:gd name="connsiteX0" fmla="*/ 0 w 6187533"/>
                  <a:gd name="connsiteY0" fmla="*/ 0 h 804655"/>
                  <a:gd name="connsiteX1" fmla="*/ 6187533 w 6187533"/>
                  <a:gd name="connsiteY1" fmla="*/ 0 h 804655"/>
                  <a:gd name="connsiteX2" fmla="*/ 6187533 w 6187533"/>
                  <a:gd name="connsiteY2" fmla="*/ 804655 h 804655"/>
                  <a:gd name="connsiteX3" fmla="*/ 0 w 6187533"/>
                  <a:gd name="connsiteY3" fmla="*/ 804655 h 804655"/>
                  <a:gd name="connsiteX4" fmla="*/ 0 w 6187533"/>
                  <a:gd name="connsiteY4" fmla="*/ 0 h 804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87533" h="804655">
                    <a:moveTo>
                      <a:pt x="0" y="0"/>
                    </a:moveTo>
                    <a:lnTo>
                      <a:pt x="6187533" y="0"/>
                    </a:lnTo>
                    <a:lnTo>
                      <a:pt x="6187533" y="804655"/>
                    </a:lnTo>
                    <a:lnTo>
                      <a:pt x="0" y="804655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5159" tIns="85159" rIns="85159" bIns="85159" numCol="1" spcCol="1270" rtlCol="1" anchor="ctr" anchorCtr="0">
                <a:noAutofit/>
              </a:bodyPr>
              <a:lstStyle/>
              <a:p>
                <a:pPr marL="0" lvl="0" indent="0" algn="r" defTabSz="933450" rtl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2200" kern="1200" dirty="0"/>
                  <a:t>التأثيرات المباشرة وغير المباشرة على الاقتصاد المحلي والوطني.</a:t>
                </a:r>
                <a:endParaRPr lang="en-US" sz="2200" kern="1200" dirty="0"/>
              </a:p>
            </p:txBody>
          </p: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4750A5C-CB30-2024-69C3-F6A29B9F7D89}"/>
                </a:ext>
              </a:extLst>
            </p:cNvPr>
            <p:cNvSpPr/>
            <p:nvPr/>
          </p:nvSpPr>
          <p:spPr>
            <a:xfrm>
              <a:off x="1013545" y="4769517"/>
              <a:ext cx="7116910" cy="80465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 descr="City">
              <a:extLst>
                <a:ext uri="{FF2B5EF4-FFF2-40B4-BE49-F238E27FC236}">
                  <a16:creationId xmlns:a16="http://schemas.microsoft.com/office/drawing/2014/main" id="{753A0541-9A87-02BC-1EF4-E42AB48D7D8F}"/>
                </a:ext>
              </a:extLst>
            </p:cNvPr>
            <p:cNvSpPr/>
            <p:nvPr/>
          </p:nvSpPr>
          <p:spPr>
            <a:xfrm>
              <a:off x="7444487" y="4950565"/>
              <a:ext cx="442560" cy="442560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23C805A-EFB3-A4C1-CFC5-1A590A861AC2}"/>
                </a:ext>
              </a:extLst>
            </p:cNvPr>
            <p:cNvSpPr/>
            <p:nvPr/>
          </p:nvSpPr>
          <p:spPr>
            <a:xfrm>
              <a:off x="1013546" y="4769517"/>
              <a:ext cx="6187533" cy="804655"/>
            </a:xfrm>
            <a:custGeom>
              <a:avLst/>
              <a:gdLst>
                <a:gd name="connsiteX0" fmla="*/ 0 w 6187533"/>
                <a:gd name="connsiteY0" fmla="*/ 0 h 804655"/>
                <a:gd name="connsiteX1" fmla="*/ 6187533 w 6187533"/>
                <a:gd name="connsiteY1" fmla="*/ 0 h 804655"/>
                <a:gd name="connsiteX2" fmla="*/ 6187533 w 6187533"/>
                <a:gd name="connsiteY2" fmla="*/ 804655 h 804655"/>
                <a:gd name="connsiteX3" fmla="*/ 0 w 6187533"/>
                <a:gd name="connsiteY3" fmla="*/ 804655 h 804655"/>
                <a:gd name="connsiteX4" fmla="*/ 0 w 6187533"/>
                <a:gd name="connsiteY4" fmla="*/ 0 h 804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7533" h="804655">
                  <a:moveTo>
                    <a:pt x="0" y="0"/>
                  </a:moveTo>
                  <a:lnTo>
                    <a:pt x="6187533" y="0"/>
                  </a:lnTo>
                  <a:lnTo>
                    <a:pt x="6187533" y="804655"/>
                  </a:lnTo>
                  <a:lnTo>
                    <a:pt x="0" y="80465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5159" tIns="85159" rIns="85159" bIns="85159" numCol="1" spcCol="1270" rtlCol="1" anchor="ctr" anchorCtr="0">
              <a:noAutofit/>
            </a:bodyPr>
            <a:lstStyle/>
            <a:p>
              <a:pPr marL="0" lvl="0" indent="0" algn="r" defTabSz="9334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100" kern="1200"/>
                <a:t>عدد الشركات</a:t>
              </a:r>
              <a:endParaRPr lang="en-US" sz="2100" kern="120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E18B7A29-7208-8589-5C4A-ED32A8F0926F}"/>
                </a:ext>
              </a:extLst>
            </p:cNvPr>
            <p:cNvSpPr/>
            <p:nvPr/>
          </p:nvSpPr>
          <p:spPr>
            <a:xfrm>
              <a:off x="1013545" y="5775337"/>
              <a:ext cx="7116910" cy="80465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6" descr="Group">
              <a:extLst>
                <a:ext uri="{FF2B5EF4-FFF2-40B4-BE49-F238E27FC236}">
                  <a16:creationId xmlns:a16="http://schemas.microsoft.com/office/drawing/2014/main" id="{A05E515C-DE34-D8D4-41EA-19EBD46CCE18}"/>
                </a:ext>
              </a:extLst>
            </p:cNvPr>
            <p:cNvSpPr/>
            <p:nvPr/>
          </p:nvSpPr>
          <p:spPr>
            <a:xfrm>
              <a:off x="7444487" y="5956384"/>
              <a:ext cx="442560" cy="442560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D54D60-8827-E730-8A77-0C172668988B}"/>
                </a:ext>
              </a:extLst>
            </p:cNvPr>
            <p:cNvSpPr/>
            <p:nvPr/>
          </p:nvSpPr>
          <p:spPr>
            <a:xfrm>
              <a:off x="1013546" y="5775337"/>
              <a:ext cx="6187533" cy="804655"/>
            </a:xfrm>
            <a:custGeom>
              <a:avLst/>
              <a:gdLst>
                <a:gd name="connsiteX0" fmla="*/ 0 w 6187533"/>
                <a:gd name="connsiteY0" fmla="*/ 0 h 804655"/>
                <a:gd name="connsiteX1" fmla="*/ 6187533 w 6187533"/>
                <a:gd name="connsiteY1" fmla="*/ 0 h 804655"/>
                <a:gd name="connsiteX2" fmla="*/ 6187533 w 6187533"/>
                <a:gd name="connsiteY2" fmla="*/ 804655 h 804655"/>
                <a:gd name="connsiteX3" fmla="*/ 0 w 6187533"/>
                <a:gd name="connsiteY3" fmla="*/ 804655 h 804655"/>
                <a:gd name="connsiteX4" fmla="*/ 0 w 6187533"/>
                <a:gd name="connsiteY4" fmla="*/ 0 h 804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7533" h="804655">
                  <a:moveTo>
                    <a:pt x="0" y="0"/>
                  </a:moveTo>
                  <a:lnTo>
                    <a:pt x="6187533" y="0"/>
                  </a:lnTo>
                  <a:lnTo>
                    <a:pt x="6187533" y="804655"/>
                  </a:lnTo>
                  <a:lnTo>
                    <a:pt x="0" y="80465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5159" tIns="85159" rIns="85159" bIns="85159" numCol="1" spcCol="1270" rtlCol="1" anchor="ctr" anchorCtr="0">
              <a:noAutofit/>
            </a:bodyPr>
            <a:lstStyle/>
            <a:p>
              <a:pPr marL="0" lvl="0" indent="0" algn="r" defTabSz="9334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kern="1200" dirty="0"/>
                <a:t>عدد الموظفين في المجال</a:t>
              </a:r>
              <a:endParaRPr lang="en-US" sz="2200" kern="12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0A3F1D-D6B6-3B64-AFA5-0FDEFDFE1E96}"/>
              </a:ext>
            </a:extLst>
          </p:cNvPr>
          <p:cNvSpPr txBox="1"/>
          <p:nvPr/>
        </p:nvSpPr>
        <p:spPr>
          <a:xfrm>
            <a:off x="0" y="1892292"/>
            <a:ext cx="9144000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هناك عدة طرق لقياس حجم </a:t>
            </a:r>
            <a:r>
              <a:rPr lang="ar-EG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قطاع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الضيافة.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B19E7-9921-1B87-CC6E-F1D3DA85962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33011687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200329" y="2492896"/>
            <a:ext cx="3943671" cy="40324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ar" sz="2600" kern="0" dirty="0"/>
              <a:t>تتعدد أنواع ملكية الشركات.</a:t>
            </a:r>
          </a:p>
          <a:p>
            <a:pPr indent="0" rt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sz="2600" dirty="0"/>
          </a:p>
          <a:p>
            <a:pPr marL="685800" rtl="1">
              <a:lnSpc>
                <a:spcPct val="90000"/>
              </a:lnSpc>
            </a:pPr>
            <a:r>
              <a:rPr lang="ar" sz="2600" kern="0" dirty="0"/>
              <a:t>شركات القطاع الخاص</a:t>
            </a:r>
          </a:p>
          <a:p>
            <a:pPr marL="685800" rtl="1">
              <a:lnSpc>
                <a:spcPct val="90000"/>
              </a:lnSpc>
            </a:pPr>
            <a:r>
              <a:rPr lang="ar" sz="2600" kern="0" dirty="0"/>
              <a:t>الشركات المملوكة للحكومة </a:t>
            </a:r>
            <a:br>
              <a:rPr lang="en-US" sz="2600" kern="0" dirty="0"/>
            </a:br>
            <a:r>
              <a:rPr lang="ar" sz="2600" kern="0" dirty="0"/>
              <a:t>(أو الدولة)</a:t>
            </a:r>
          </a:p>
          <a:p>
            <a:pPr marL="685800" rtl="1">
              <a:lnSpc>
                <a:spcPct val="90000"/>
              </a:lnSpc>
            </a:pPr>
            <a:r>
              <a:rPr lang="ar" sz="2600" kern="0" dirty="0"/>
              <a:t>الشركات التي تساعد الأفراد والمجتمعات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b="1" dirty="0"/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b="1" dirty="0"/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b="1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en" sz="3400" b="1">
                <a:latin typeface="Sakkal Majalla" panose="02000000000000000000" pitchFamily="2" charset="-78"/>
                <a:cs typeface="Sakkal Majalla" panose="02000000000000000000" pitchFamily="2" charset="-78"/>
              </a:rPr>
              <a:t>أ3‏</a:t>
            </a:r>
            <a:r>
              <a:rPr lang="ar-EG" sz="3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تنظيم الأعمال والملكية </a:t>
            </a:r>
            <a:br>
              <a:rPr lang="en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en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مجال الضيافة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C1AAD58-EF3F-3B11-B144-25D435F987F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  <p:pic>
        <p:nvPicPr>
          <p:cNvPr id="3" name="Picture 2" descr="A person paying for a drink&#10;&#10;Description automatically generated">
            <a:extLst>
              <a:ext uri="{FF2B5EF4-FFF2-40B4-BE49-F238E27FC236}">
                <a16:creationId xmlns:a16="http://schemas.microsoft.com/office/drawing/2014/main" id="{0409FEE9-F8B5-7696-CF8F-BEC1CB19CE9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5"/>
          <a:stretch/>
        </p:blipFill>
        <p:spPr>
          <a:xfrm>
            <a:off x="713592" y="2866228"/>
            <a:ext cx="3920255" cy="301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260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564904"/>
            <a:ext cx="9144000" cy="40324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600" b="1" dirty="0"/>
              <a:t>ملكية الشركات وإدارتها: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b="1" dirty="0"/>
          </a:p>
          <a:p>
            <a:pPr marL="685800" rtl="1"/>
            <a:r>
              <a:rPr lang="ar" sz="2600" dirty="0"/>
              <a:t>الملكية الفردية (شخص واحد يملك الشركة ويسيطر عليها)</a:t>
            </a:r>
            <a:endParaRPr lang="en-GB" altLang="en-US" sz="2600" dirty="0"/>
          </a:p>
          <a:p>
            <a:pPr marL="685800" rtl="1"/>
            <a:r>
              <a:rPr lang="ar" sz="2600" dirty="0"/>
              <a:t>الشراكات (بين شخصين أو أكثر)</a:t>
            </a:r>
          </a:p>
          <a:p>
            <a:pPr marL="685800" rtl="1"/>
            <a:endParaRPr lang="en-GB" altLang="en-US" dirty="0"/>
          </a:p>
          <a:p>
            <a:pPr marL="685800" rtl="1"/>
            <a:r>
              <a:rPr lang="ar" sz="2600" dirty="0"/>
              <a:t>الشركات المساهمة (الأردن):</a:t>
            </a:r>
          </a:p>
          <a:p>
            <a:pPr marL="685800" rtl="1">
              <a:buFont typeface="Courier New" panose="02070309020205020404" pitchFamily="49" charset="0"/>
              <a:buChar char="o"/>
            </a:pPr>
            <a:r>
              <a:rPr lang="ar" sz="2200" dirty="0"/>
              <a:t>شركة ذات مسؤولية محدودة (ذ. م. م.)</a:t>
            </a:r>
          </a:p>
          <a:p>
            <a:pPr marL="685800" rtl="1">
              <a:buFont typeface="Courier New" panose="02070309020205020404" pitchFamily="49" charset="0"/>
              <a:buChar char="o"/>
            </a:pPr>
            <a:r>
              <a:rPr lang="ar" sz="2200" dirty="0"/>
              <a:t>شركة مساهمة عامة (ش. م. ع.)</a:t>
            </a:r>
          </a:p>
          <a:p>
            <a:pPr marL="685800" rtl="1">
              <a:buFont typeface="Courier New" panose="02070309020205020404" pitchFamily="49" charset="0"/>
              <a:buChar char="o"/>
            </a:pPr>
            <a:r>
              <a:rPr lang="ar" sz="2200" dirty="0"/>
              <a:t>شركة مساهمة خاصة (ش. م. خ.)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en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أ‏3‏</a:t>
            </a:r>
            <a:r>
              <a:rPr lang="ar-EG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تنظيم الأعمال والملكية</a:t>
            </a:r>
            <a:br>
              <a:rPr lang="en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en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مجال الضيافة (2)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1C1A1A6-C9A5-8BD5-9DC1-D7D0DBFA5A4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4158577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780928"/>
            <a:ext cx="9144000" cy="3816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ar" sz="2600" b="1" dirty="0"/>
              <a:t>ملكية الشركات وإدارتها: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b="1" dirty="0"/>
          </a:p>
          <a:p>
            <a:pPr marL="685800" rtl="1">
              <a:lnSpc>
                <a:spcPct val="120000"/>
              </a:lnSpc>
            </a:pPr>
            <a:r>
              <a:rPr lang="ar" sz="2600" dirty="0"/>
              <a:t>الامتيازات (اتفاقية يمنح فيها طرف الطرف الآخر الحق في استخدام علامته التجارية</a:t>
            </a:r>
            <a:br>
              <a:rPr lang="en-US" sz="2600" dirty="0"/>
            </a:br>
            <a:r>
              <a:rPr lang="ar" sz="2600" dirty="0"/>
              <a:t>أو اسمه التجاري)</a:t>
            </a:r>
          </a:p>
          <a:p>
            <a:pPr marL="685800" rtl="1">
              <a:lnSpc>
                <a:spcPct val="120000"/>
              </a:lnSpc>
            </a:pPr>
            <a:r>
              <a:rPr lang="ar" sz="2600" dirty="0"/>
              <a:t>اتفاقيات الترخيص (ترخيص باستخدام الاسم التجاري)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en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أ3‏</a:t>
            </a:r>
            <a:r>
              <a:rPr lang="ar-EG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تنظيم الأعمال والملكية </a:t>
            </a:r>
          </a:p>
          <a:p>
            <a:pPr algn="ctr" rtl="1"/>
            <a:r>
              <a:rPr lang="en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مجال الضيافة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AFAE279-BDA8-0C91-A4A8-8C8A52E1624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8428822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9704" y="2345416"/>
            <a:ext cx="8946792" cy="417992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sz="2600" dirty="0" err="1"/>
              <a:t>داخليًا</a:t>
            </a:r>
            <a:r>
              <a:rPr sz="2600" dirty="0"/>
              <a:t>، </a:t>
            </a:r>
            <a:r>
              <a:rPr sz="2600" dirty="0" err="1"/>
              <a:t>تضم</a:t>
            </a:r>
            <a:r>
              <a:rPr sz="2600" dirty="0"/>
              <a:t> </a:t>
            </a:r>
            <a:r>
              <a:rPr sz="2600" dirty="0" err="1"/>
              <a:t>شركات</a:t>
            </a:r>
            <a:r>
              <a:rPr sz="2600" dirty="0"/>
              <a:t> </a:t>
            </a:r>
            <a:r>
              <a:rPr sz="2600" dirty="0" err="1"/>
              <a:t>الضيافة</a:t>
            </a:r>
            <a:r>
              <a:rPr sz="2600" dirty="0"/>
              <a:t> </a:t>
            </a:r>
            <a:r>
              <a:rPr sz="2600" dirty="0" err="1"/>
              <a:t>عدة</a:t>
            </a:r>
            <a:r>
              <a:rPr sz="2600" dirty="0"/>
              <a:t> </a:t>
            </a:r>
            <a:r>
              <a:rPr sz="2600" dirty="0" err="1"/>
              <a:t>أقسام</a:t>
            </a:r>
            <a:r>
              <a:rPr sz="2600" dirty="0"/>
              <a:t> </a:t>
            </a:r>
            <a:r>
              <a:rPr sz="2600" dirty="0" err="1"/>
              <a:t>تشغيلية</a:t>
            </a:r>
            <a:r>
              <a:rPr sz="2600" dirty="0"/>
              <a:t>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dirty="0"/>
          </a:p>
          <a:p>
            <a:pPr marL="685800" rtl="1"/>
            <a:r>
              <a:rPr lang="ar" sz="2600" dirty="0"/>
              <a:t>الأغذية والمشروبات</a:t>
            </a:r>
          </a:p>
          <a:p>
            <a:pPr marL="685800" rtl="1"/>
            <a:r>
              <a:rPr lang="ar" sz="2600" dirty="0"/>
              <a:t>تحضير الطعام وإنتاجه</a:t>
            </a:r>
          </a:p>
          <a:p>
            <a:pPr marL="685800" rtl="1"/>
            <a:r>
              <a:rPr lang="ar" sz="2600" dirty="0"/>
              <a:t>المكتب الأمامي</a:t>
            </a:r>
          </a:p>
          <a:p>
            <a:pPr marL="685800" rtl="1"/>
            <a:r>
              <a:rPr lang="ar" sz="2600" dirty="0"/>
              <a:t>الإقامة</a:t>
            </a:r>
          </a:p>
          <a:p>
            <a:pPr marL="685800" rtl="1"/>
            <a:endParaRPr lang="en-GB" altLang="en-US" sz="2600" dirty="0"/>
          </a:p>
          <a:p>
            <a:pPr indent="0" rtl="1">
              <a:buNone/>
            </a:pPr>
            <a:r>
              <a:rPr lang="ar" sz="2600" dirty="0">
                <a:effectLst/>
                <a:latin typeface="Helvetica" pitchFamily="2" charset="0"/>
              </a:rPr>
              <a:t>الأقسام التشغيلية هي التي تركز على إنتاج السلع والخدمات للعملاء.</a:t>
            </a:r>
          </a:p>
          <a:p>
            <a:pPr marL="685800" rtl="1"/>
            <a:endParaRPr lang="en-GB" altLang="en-US" sz="2600" dirty="0"/>
          </a:p>
          <a:p>
            <a:pPr indent="0" rtl="1">
              <a:buNone/>
            </a:pPr>
            <a:endParaRPr lang="en-GB" altLang="en-US" sz="2600" dirty="0"/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en" sz="3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أ3‏</a:t>
            </a:r>
            <a:r>
              <a:rPr lang="ar-EG" sz="3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" sz="3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تنظيم الأعمال والملكية </a:t>
            </a:r>
            <a:br>
              <a:rPr lang="en" sz="30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en" sz="3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مجال الضيافة (4)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2A7127A-FD57-871F-0E86-0E3B3988663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25001018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8600" y="2420888"/>
            <a:ext cx="9144000" cy="38884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 sz="2600" dirty="0"/>
              <a:t>الأقسام الداعمة للأقسام التشغيلية: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dirty="0"/>
          </a:p>
          <a:p>
            <a:pPr marL="685800" rtl="1"/>
            <a:r>
              <a:rPr lang="ar" sz="2600" dirty="0"/>
              <a:t>المحاسبة والشؤون المالية</a:t>
            </a:r>
          </a:p>
          <a:p>
            <a:pPr marL="685800" rtl="1"/>
            <a:r>
              <a:rPr lang="ar" sz="2600" dirty="0"/>
              <a:t>المُشتريات ومُراقبة المخزون</a:t>
            </a:r>
          </a:p>
          <a:p>
            <a:pPr marL="685800" rtl="1"/>
            <a:r>
              <a:rPr lang="ar" sz="2600" dirty="0"/>
              <a:t>المبيعات والتسويق</a:t>
            </a:r>
          </a:p>
          <a:p>
            <a:pPr marL="685800" rtl="1"/>
            <a:r>
              <a:rPr lang="ar" sz="2600" dirty="0"/>
              <a:t>شؤون الموظفين والموارد البشرية</a:t>
            </a:r>
          </a:p>
          <a:p>
            <a:pPr marL="685800" rtl="1"/>
            <a:endParaRPr lang="en-GB" altLang="en-US" sz="2600" dirty="0"/>
          </a:p>
          <a:p>
            <a:pPr indent="0" rtl="1">
              <a:buNone/>
            </a:pPr>
            <a:r>
              <a:rPr lang="ar" sz="2600" dirty="0">
                <a:latin typeface="Helvetica"/>
              </a:rPr>
              <a:t>الأقسام الداعمة هي التي تساعد وتسهم بشكل غير مباشر في الغرض الرئيسي للمؤسسة.</a:t>
            </a:r>
          </a:p>
          <a:p>
            <a:pPr marL="685800" rtl="1"/>
            <a:endParaRPr lang="en-GB" altLang="en-US" sz="2600" dirty="0"/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en" sz="3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أ3‏</a:t>
            </a:r>
            <a:r>
              <a:rPr lang="ar-EG" sz="3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تنظيم الأعمال والملكية </a:t>
            </a:r>
            <a:br>
              <a:rPr lang="en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en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مجال الضيافة (5)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0CB5B74-6AE1-D458-B33A-06565086E94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075975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أ4 فرص التوظيف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E111E-C592-458D-23DC-0653252DC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96000"/>
            <a:ext cx="7761289" cy="3878436"/>
          </a:xfrm>
        </p:spPr>
        <p:txBody>
          <a:bodyPr rtlCol="1"/>
          <a:lstStyle/>
          <a:p>
            <a:pPr rtl="1">
              <a:lnSpc>
                <a:spcPct val="110000"/>
              </a:lnSpc>
            </a:pPr>
            <a:endParaRPr lang="en-GB" sz="2600" dirty="0">
              <a:effectLst/>
              <a:latin typeface="Helvetica" pitchFamily="2" charset="0"/>
            </a:endParaRPr>
          </a:p>
          <a:p>
            <a:pPr rtl="1">
              <a:lnSpc>
                <a:spcPct val="110000"/>
              </a:lnSpc>
            </a:pPr>
            <a:r>
              <a:rPr lang="ar" sz="2600" dirty="0">
                <a:effectLst/>
                <a:latin typeface="Helvetica" pitchFamily="2" charset="0"/>
              </a:rPr>
              <a:t>جميع شركات الضيافة تحتاج إلى موظفين لتقديم منتجاتها وخدماتها لعملائها وضمان أنها تلبي توقعات عملائها بل وتتجاوزها.</a:t>
            </a:r>
          </a:p>
          <a:p>
            <a:pPr rtl="1">
              <a:lnSpc>
                <a:spcPct val="110000"/>
              </a:lnSpc>
            </a:pPr>
            <a:endParaRPr lang="en-GB" sz="2600" dirty="0">
              <a:effectLst/>
              <a:latin typeface="Helvetica" pitchFamily="2" charset="0"/>
            </a:endParaRPr>
          </a:p>
          <a:p>
            <a:pPr rtl="1">
              <a:lnSpc>
                <a:spcPct val="110000"/>
              </a:lnSpc>
            </a:pPr>
            <a:r>
              <a:rPr lang="ar" sz="2600" dirty="0">
                <a:effectLst/>
                <a:latin typeface="Helvetica" pitchFamily="2" charset="0"/>
              </a:rPr>
              <a:t>بسبب ذلك، هناك العديد من الوظائف المختلفة في مجال الضيافة </a:t>
            </a:r>
            <a:br>
              <a:rPr lang="en-US" sz="2600" dirty="0">
                <a:effectLst/>
                <a:latin typeface="Helvetica" pitchFamily="2" charset="0"/>
              </a:rPr>
            </a:br>
            <a:r>
              <a:rPr lang="ar" sz="2600" dirty="0">
                <a:effectLst/>
                <a:latin typeface="Helvetica" pitchFamily="2" charset="0"/>
              </a:rPr>
              <a:t>في كل من أنواع الشركات.</a:t>
            </a:r>
          </a:p>
          <a:p>
            <a:pPr rtl="1">
              <a:lnSpc>
                <a:spcPct val="110000"/>
              </a:lnSpc>
            </a:pPr>
            <a:endParaRPr lang="en-GB" sz="26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852DEF-9796-B21B-EAAE-DD23D4C7AA1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954575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8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أ4 فرص التوظيف (2)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6A858C-C8E7-A88A-4922-43966DD0AB9D}"/>
              </a:ext>
            </a:extLst>
          </p:cNvPr>
          <p:cNvGrpSpPr/>
          <p:nvPr/>
        </p:nvGrpSpPr>
        <p:grpSpPr>
          <a:xfrm>
            <a:off x="652309" y="2181960"/>
            <a:ext cx="7627483" cy="3735417"/>
            <a:chOff x="652309" y="2181960"/>
            <a:chExt cx="7627483" cy="373541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4A42222-8954-6347-AE4B-D70D21079407}"/>
                </a:ext>
              </a:extLst>
            </p:cNvPr>
            <p:cNvGrpSpPr/>
            <p:nvPr/>
          </p:nvGrpSpPr>
          <p:grpSpPr>
            <a:xfrm>
              <a:off x="5600003" y="4131298"/>
              <a:ext cx="2679789" cy="1786079"/>
              <a:chOff x="5600003" y="4131298"/>
              <a:chExt cx="2679789" cy="1786079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37165514-7400-8EFF-8277-8EEA84ADB107}"/>
                  </a:ext>
                </a:extLst>
              </p:cNvPr>
              <p:cNvSpPr/>
              <p:nvPr/>
            </p:nvSpPr>
            <p:spPr>
              <a:xfrm>
                <a:off x="5867982" y="4131298"/>
                <a:ext cx="2411810" cy="1531499"/>
              </a:xfrm>
              <a:prstGeom prst="roundRect">
                <a:avLst>
                  <a:gd name="adj" fmla="val 1000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3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7E60EB0C-FB36-9D1C-BDA8-E5FD10D9A220}"/>
                  </a:ext>
                </a:extLst>
              </p:cNvPr>
              <p:cNvSpPr/>
              <p:nvPr/>
            </p:nvSpPr>
            <p:spPr>
              <a:xfrm>
                <a:off x="5600003" y="4385878"/>
                <a:ext cx="2411810" cy="1531499"/>
              </a:xfrm>
              <a:custGeom>
                <a:avLst/>
                <a:gdLst>
                  <a:gd name="connsiteX0" fmla="*/ 0 w 2411810"/>
                  <a:gd name="connsiteY0" fmla="*/ 153150 h 1531499"/>
                  <a:gd name="connsiteX1" fmla="*/ 153150 w 2411810"/>
                  <a:gd name="connsiteY1" fmla="*/ 0 h 1531499"/>
                  <a:gd name="connsiteX2" fmla="*/ 2258660 w 2411810"/>
                  <a:gd name="connsiteY2" fmla="*/ 0 h 1531499"/>
                  <a:gd name="connsiteX3" fmla="*/ 2411810 w 2411810"/>
                  <a:gd name="connsiteY3" fmla="*/ 153150 h 1531499"/>
                  <a:gd name="connsiteX4" fmla="*/ 2411810 w 2411810"/>
                  <a:gd name="connsiteY4" fmla="*/ 1378349 h 1531499"/>
                  <a:gd name="connsiteX5" fmla="*/ 2258660 w 2411810"/>
                  <a:gd name="connsiteY5" fmla="*/ 1531499 h 1531499"/>
                  <a:gd name="connsiteX6" fmla="*/ 153150 w 2411810"/>
                  <a:gd name="connsiteY6" fmla="*/ 1531499 h 1531499"/>
                  <a:gd name="connsiteX7" fmla="*/ 0 w 2411810"/>
                  <a:gd name="connsiteY7" fmla="*/ 1378349 h 1531499"/>
                  <a:gd name="connsiteX8" fmla="*/ 0 w 2411810"/>
                  <a:gd name="connsiteY8" fmla="*/ 153150 h 1531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1810" h="1531499">
                    <a:moveTo>
                      <a:pt x="0" y="153150"/>
                    </a:moveTo>
                    <a:cubicBezTo>
                      <a:pt x="0" y="68568"/>
                      <a:pt x="68568" y="0"/>
                      <a:pt x="153150" y="0"/>
                    </a:cubicBezTo>
                    <a:lnTo>
                      <a:pt x="2258660" y="0"/>
                    </a:lnTo>
                    <a:cubicBezTo>
                      <a:pt x="2343242" y="0"/>
                      <a:pt x="2411810" y="68568"/>
                      <a:pt x="2411810" y="153150"/>
                    </a:cubicBezTo>
                    <a:lnTo>
                      <a:pt x="2411810" y="1378349"/>
                    </a:lnTo>
                    <a:cubicBezTo>
                      <a:pt x="2411810" y="1462931"/>
                      <a:pt x="2343242" y="1531499"/>
                      <a:pt x="2258660" y="1531499"/>
                    </a:cubicBezTo>
                    <a:lnTo>
                      <a:pt x="153150" y="1531499"/>
                    </a:lnTo>
                    <a:cubicBezTo>
                      <a:pt x="68568" y="1531499"/>
                      <a:pt x="0" y="1462931"/>
                      <a:pt x="0" y="1378349"/>
                    </a:cubicBezTo>
                    <a:lnTo>
                      <a:pt x="0" y="153150"/>
                    </a:lnTo>
                    <a:close/>
                  </a:path>
                </a:pathLst>
              </a:custGeom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3436" tIns="113436" rIns="113436" bIns="113436" numCol="1" spcCol="1270" rtlCol="1" anchor="ctr" anchorCtr="0">
                <a:noAutofit/>
              </a:bodyPr>
              <a:lstStyle/>
              <a:p>
                <a:pPr marL="0" lvl="0" indent="0" algn="ctr" defTabSz="80010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18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المطبخ، بما في ذلك الحمالون، والطهاة المساعدون، والطاهي الرئيسي، والطاهي الثاني، وطاهي المعجنات، ورئيس الطهاة.</a:t>
                </a:r>
                <a:endParaRPr lang="en-US" sz="18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53CF59-88FF-4C2B-5819-7DEF77DD32EA}"/>
                </a:ext>
              </a:extLst>
            </p:cNvPr>
            <p:cNvGrpSpPr/>
            <p:nvPr/>
          </p:nvGrpSpPr>
          <p:grpSpPr>
            <a:xfrm>
              <a:off x="3220940" y="2181960"/>
              <a:ext cx="2679789" cy="1786079"/>
              <a:chOff x="3220940" y="2181960"/>
              <a:chExt cx="2679789" cy="1786079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26F3052-FE57-A989-3B27-F059DB9DDEC3}"/>
                  </a:ext>
                </a:extLst>
              </p:cNvPr>
              <p:cNvSpPr/>
              <p:nvPr/>
            </p:nvSpPr>
            <p:spPr>
              <a:xfrm>
                <a:off x="3488919" y="2181960"/>
                <a:ext cx="2411810" cy="1531499"/>
              </a:xfrm>
              <a:prstGeom prst="roundRect">
                <a:avLst>
                  <a:gd name="adj" fmla="val 1000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3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DCEC3E26-932C-92C7-8145-553D1E61C838}"/>
                  </a:ext>
                </a:extLst>
              </p:cNvPr>
              <p:cNvSpPr/>
              <p:nvPr/>
            </p:nvSpPr>
            <p:spPr>
              <a:xfrm>
                <a:off x="3220940" y="2436540"/>
                <a:ext cx="2411810" cy="1531499"/>
              </a:xfrm>
              <a:custGeom>
                <a:avLst/>
                <a:gdLst>
                  <a:gd name="connsiteX0" fmla="*/ 0 w 2411810"/>
                  <a:gd name="connsiteY0" fmla="*/ 153150 h 1531499"/>
                  <a:gd name="connsiteX1" fmla="*/ 153150 w 2411810"/>
                  <a:gd name="connsiteY1" fmla="*/ 0 h 1531499"/>
                  <a:gd name="connsiteX2" fmla="*/ 2258660 w 2411810"/>
                  <a:gd name="connsiteY2" fmla="*/ 0 h 1531499"/>
                  <a:gd name="connsiteX3" fmla="*/ 2411810 w 2411810"/>
                  <a:gd name="connsiteY3" fmla="*/ 153150 h 1531499"/>
                  <a:gd name="connsiteX4" fmla="*/ 2411810 w 2411810"/>
                  <a:gd name="connsiteY4" fmla="*/ 1378349 h 1531499"/>
                  <a:gd name="connsiteX5" fmla="*/ 2258660 w 2411810"/>
                  <a:gd name="connsiteY5" fmla="*/ 1531499 h 1531499"/>
                  <a:gd name="connsiteX6" fmla="*/ 153150 w 2411810"/>
                  <a:gd name="connsiteY6" fmla="*/ 1531499 h 1531499"/>
                  <a:gd name="connsiteX7" fmla="*/ 0 w 2411810"/>
                  <a:gd name="connsiteY7" fmla="*/ 1378349 h 1531499"/>
                  <a:gd name="connsiteX8" fmla="*/ 0 w 2411810"/>
                  <a:gd name="connsiteY8" fmla="*/ 153150 h 1531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1810" h="1531499">
                    <a:moveTo>
                      <a:pt x="0" y="153150"/>
                    </a:moveTo>
                    <a:cubicBezTo>
                      <a:pt x="0" y="68568"/>
                      <a:pt x="68568" y="0"/>
                      <a:pt x="153150" y="0"/>
                    </a:cubicBezTo>
                    <a:lnTo>
                      <a:pt x="2258660" y="0"/>
                    </a:lnTo>
                    <a:cubicBezTo>
                      <a:pt x="2343242" y="0"/>
                      <a:pt x="2411810" y="68568"/>
                      <a:pt x="2411810" y="153150"/>
                    </a:cubicBezTo>
                    <a:lnTo>
                      <a:pt x="2411810" y="1378349"/>
                    </a:lnTo>
                    <a:cubicBezTo>
                      <a:pt x="2411810" y="1462931"/>
                      <a:pt x="2343242" y="1531499"/>
                      <a:pt x="2258660" y="1531499"/>
                    </a:cubicBezTo>
                    <a:lnTo>
                      <a:pt x="153150" y="1531499"/>
                    </a:lnTo>
                    <a:cubicBezTo>
                      <a:pt x="68568" y="1531499"/>
                      <a:pt x="0" y="1462931"/>
                      <a:pt x="0" y="1378349"/>
                    </a:cubicBezTo>
                    <a:lnTo>
                      <a:pt x="0" y="153150"/>
                    </a:lnTo>
                    <a:close/>
                  </a:path>
                </a:pathLst>
              </a:custGeom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3436" tIns="113436" rIns="113436" bIns="113436" numCol="1" spcCol="1270" rtlCol="1" anchor="ctr" anchorCtr="0">
                <a:noAutofit/>
              </a:bodyPr>
              <a:lstStyle/>
              <a:p>
                <a:pPr marL="0" lvl="0" indent="0" algn="ctr" defTabSz="80010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الطعام والمشروبات، بما في ذلك المسؤول عن المشروبات، والباريستا، والنادل، ومشرف الطعام والمشروبات، ومدير المطعم.</a:t>
                </a:r>
                <a:endParaRPr lang="en-US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680AB2B-E044-B9D5-0A84-3C7B1CD31254}"/>
                </a:ext>
              </a:extLst>
            </p:cNvPr>
            <p:cNvGrpSpPr/>
            <p:nvPr/>
          </p:nvGrpSpPr>
          <p:grpSpPr>
            <a:xfrm>
              <a:off x="652309" y="4131298"/>
              <a:ext cx="2679788" cy="1786079"/>
              <a:chOff x="652309" y="4131298"/>
              <a:chExt cx="2679788" cy="1786079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ED97DBE4-8130-F5C4-AFF2-FF07A121EA96}"/>
                  </a:ext>
                </a:extLst>
              </p:cNvPr>
              <p:cNvSpPr/>
              <p:nvPr/>
            </p:nvSpPr>
            <p:spPr>
              <a:xfrm>
                <a:off x="920287" y="4131298"/>
                <a:ext cx="2411810" cy="1531499"/>
              </a:xfrm>
              <a:prstGeom prst="roundRect">
                <a:avLst>
                  <a:gd name="adj" fmla="val 10000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3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CEF1109-E0A6-1F4B-9BBE-6E69D8E7A1E0}"/>
                  </a:ext>
                </a:extLst>
              </p:cNvPr>
              <p:cNvSpPr/>
              <p:nvPr/>
            </p:nvSpPr>
            <p:spPr>
              <a:xfrm>
                <a:off x="652309" y="4385878"/>
                <a:ext cx="2411810" cy="1531499"/>
              </a:xfrm>
              <a:custGeom>
                <a:avLst/>
                <a:gdLst>
                  <a:gd name="connsiteX0" fmla="*/ 0 w 2411810"/>
                  <a:gd name="connsiteY0" fmla="*/ 153150 h 1531499"/>
                  <a:gd name="connsiteX1" fmla="*/ 153150 w 2411810"/>
                  <a:gd name="connsiteY1" fmla="*/ 0 h 1531499"/>
                  <a:gd name="connsiteX2" fmla="*/ 2258660 w 2411810"/>
                  <a:gd name="connsiteY2" fmla="*/ 0 h 1531499"/>
                  <a:gd name="connsiteX3" fmla="*/ 2411810 w 2411810"/>
                  <a:gd name="connsiteY3" fmla="*/ 153150 h 1531499"/>
                  <a:gd name="connsiteX4" fmla="*/ 2411810 w 2411810"/>
                  <a:gd name="connsiteY4" fmla="*/ 1378349 h 1531499"/>
                  <a:gd name="connsiteX5" fmla="*/ 2258660 w 2411810"/>
                  <a:gd name="connsiteY5" fmla="*/ 1531499 h 1531499"/>
                  <a:gd name="connsiteX6" fmla="*/ 153150 w 2411810"/>
                  <a:gd name="connsiteY6" fmla="*/ 1531499 h 1531499"/>
                  <a:gd name="connsiteX7" fmla="*/ 0 w 2411810"/>
                  <a:gd name="connsiteY7" fmla="*/ 1378349 h 1531499"/>
                  <a:gd name="connsiteX8" fmla="*/ 0 w 2411810"/>
                  <a:gd name="connsiteY8" fmla="*/ 153150 h 1531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1810" h="1531499">
                    <a:moveTo>
                      <a:pt x="0" y="153150"/>
                    </a:moveTo>
                    <a:cubicBezTo>
                      <a:pt x="0" y="68568"/>
                      <a:pt x="68568" y="0"/>
                      <a:pt x="153150" y="0"/>
                    </a:cubicBezTo>
                    <a:lnTo>
                      <a:pt x="2258660" y="0"/>
                    </a:lnTo>
                    <a:cubicBezTo>
                      <a:pt x="2343242" y="0"/>
                      <a:pt x="2411810" y="68568"/>
                      <a:pt x="2411810" y="153150"/>
                    </a:cubicBezTo>
                    <a:lnTo>
                      <a:pt x="2411810" y="1378349"/>
                    </a:lnTo>
                    <a:cubicBezTo>
                      <a:pt x="2411810" y="1462931"/>
                      <a:pt x="2343242" y="1531499"/>
                      <a:pt x="2258660" y="1531499"/>
                    </a:cubicBezTo>
                    <a:lnTo>
                      <a:pt x="153150" y="1531499"/>
                    </a:lnTo>
                    <a:cubicBezTo>
                      <a:pt x="68568" y="1531499"/>
                      <a:pt x="0" y="1462931"/>
                      <a:pt x="0" y="1378349"/>
                    </a:cubicBezTo>
                    <a:lnTo>
                      <a:pt x="0" y="153150"/>
                    </a:lnTo>
                    <a:close/>
                  </a:path>
                </a:pathLst>
              </a:custGeom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3436" tIns="113436" rIns="113436" bIns="113436" numCol="1" spcCol="1270" rtlCol="1" anchor="ctr" anchorCtr="0">
                <a:noAutofit/>
              </a:bodyPr>
              <a:lstStyle/>
              <a:p>
                <a:pPr marL="0" lvl="0" indent="0" algn="ctr" defTabSz="80010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18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المكتب الأمامي، بما في ذلك الاستقبال، الحمالون الليليون، الكونسيرج، المراجعون الليليون، مديرو الحجوزات، مدير </a:t>
                </a:r>
                <a:br>
                  <a:rPr lang="en-US" sz="18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</a:br>
                <a:r>
                  <a:rPr lang="ar" sz="18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مكتب الاستقبال.</a:t>
                </a:r>
                <a:endParaRPr lang="en-US" sz="18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9F0F3BF-6A13-BAD7-4BB9-9C38F809B52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66015128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37" y="1191643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أ4 فرص التوظيف (3)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B55102-3CC0-A0CA-6BF0-6DDD8BF1B9D9}"/>
              </a:ext>
            </a:extLst>
          </p:cNvPr>
          <p:cNvSpPr txBox="1"/>
          <p:nvPr/>
        </p:nvSpPr>
        <p:spPr bwMode="auto">
          <a:xfrm>
            <a:off x="223023" y="5173376"/>
            <a:ext cx="8626615" cy="40241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110000"/>
              </a:lnSpc>
              <a:spcBef>
                <a:spcPct val="20000"/>
              </a:spcBef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اختر الدور الذي تود أن تقوم به، وابحث عن الواجبات والمسؤوليات المتعلقة بهذا الدور واكتشف نقطة البداية لهذا الدور - تذكر أن مديري الفنادق عادة لا يبدؤون من هذه النقطة.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6FFAB2-E9A0-C128-5E98-6AEB1BEF995E}"/>
              </a:ext>
            </a:extLst>
          </p:cNvPr>
          <p:cNvSpPr/>
          <p:nvPr/>
        </p:nvSpPr>
        <p:spPr>
          <a:xfrm>
            <a:off x="5199514" y="2247091"/>
            <a:ext cx="3463997" cy="2199638"/>
          </a:xfrm>
          <a:prstGeom prst="roundRect">
            <a:avLst>
              <a:gd name="adj" fmla="val 10000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88D4E57-42D6-98F9-3057-999228209C45}"/>
              </a:ext>
            </a:extLst>
          </p:cNvPr>
          <p:cNvSpPr/>
          <p:nvPr/>
        </p:nvSpPr>
        <p:spPr>
          <a:xfrm>
            <a:off x="4814625" y="2612735"/>
            <a:ext cx="3463997" cy="2199638"/>
          </a:xfrm>
          <a:custGeom>
            <a:avLst/>
            <a:gdLst>
              <a:gd name="connsiteX0" fmla="*/ 0 w 3463997"/>
              <a:gd name="connsiteY0" fmla="*/ 219964 h 2199638"/>
              <a:gd name="connsiteX1" fmla="*/ 219964 w 3463997"/>
              <a:gd name="connsiteY1" fmla="*/ 0 h 2199638"/>
              <a:gd name="connsiteX2" fmla="*/ 3244033 w 3463997"/>
              <a:gd name="connsiteY2" fmla="*/ 0 h 2199638"/>
              <a:gd name="connsiteX3" fmla="*/ 3463997 w 3463997"/>
              <a:gd name="connsiteY3" fmla="*/ 219964 h 2199638"/>
              <a:gd name="connsiteX4" fmla="*/ 3463997 w 3463997"/>
              <a:gd name="connsiteY4" fmla="*/ 1979674 h 2199638"/>
              <a:gd name="connsiteX5" fmla="*/ 3244033 w 3463997"/>
              <a:gd name="connsiteY5" fmla="*/ 2199638 h 2199638"/>
              <a:gd name="connsiteX6" fmla="*/ 219964 w 3463997"/>
              <a:gd name="connsiteY6" fmla="*/ 2199638 h 2199638"/>
              <a:gd name="connsiteX7" fmla="*/ 0 w 3463997"/>
              <a:gd name="connsiteY7" fmla="*/ 1979674 h 2199638"/>
              <a:gd name="connsiteX8" fmla="*/ 0 w 3463997"/>
              <a:gd name="connsiteY8" fmla="*/ 219964 h 219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3997" h="2199638">
                <a:moveTo>
                  <a:pt x="0" y="219964"/>
                </a:moveTo>
                <a:cubicBezTo>
                  <a:pt x="0" y="98481"/>
                  <a:pt x="98481" y="0"/>
                  <a:pt x="219964" y="0"/>
                </a:cubicBezTo>
                <a:lnTo>
                  <a:pt x="3244033" y="0"/>
                </a:lnTo>
                <a:cubicBezTo>
                  <a:pt x="3365516" y="0"/>
                  <a:pt x="3463997" y="98481"/>
                  <a:pt x="3463997" y="219964"/>
                </a:cubicBezTo>
                <a:lnTo>
                  <a:pt x="3463997" y="1979674"/>
                </a:lnTo>
                <a:cubicBezTo>
                  <a:pt x="3463997" y="2101157"/>
                  <a:pt x="3365516" y="2199638"/>
                  <a:pt x="3244033" y="2199638"/>
                </a:cubicBezTo>
                <a:lnTo>
                  <a:pt x="219964" y="2199638"/>
                </a:lnTo>
                <a:cubicBezTo>
                  <a:pt x="98481" y="2199638"/>
                  <a:pt x="0" y="2101157"/>
                  <a:pt x="0" y="1979674"/>
                </a:cubicBezTo>
                <a:lnTo>
                  <a:pt x="0" y="219964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7295" tIns="167295" rIns="167295" bIns="167295" numCol="1" spcCol="1270" rtlCol="1" anchor="ctr" anchorCtr="0">
            <a:noAutofit/>
          </a:bodyPr>
          <a:lstStyle/>
          <a:p>
            <a:pPr marL="0" lvl="0" indent="0" algn="ctr" defTabSz="12001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عمال النظافة، بما في ذلك حاملو الأمتعة، ومُقدمو خدمة الغرف، الخادم، وعمال النظافة، </a:t>
            </a:r>
            <a:br>
              <a:rPr lang="en-US" sz="27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7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ومديرو النظافة.</a:t>
            </a:r>
            <a:endParaRPr lang="en-US" sz="27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5412B8-528F-BD43-C3B8-6CC07839DADF}"/>
              </a:ext>
            </a:extLst>
          </p:cNvPr>
          <p:cNvSpPr/>
          <p:nvPr/>
        </p:nvSpPr>
        <p:spPr>
          <a:xfrm>
            <a:off x="965739" y="2247091"/>
            <a:ext cx="3463997" cy="2199638"/>
          </a:xfrm>
          <a:prstGeom prst="roundRect">
            <a:avLst>
              <a:gd name="adj" fmla="val 10000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9FFA09B-2702-0558-B3D9-E34C0390A852}"/>
              </a:ext>
            </a:extLst>
          </p:cNvPr>
          <p:cNvSpPr/>
          <p:nvPr/>
        </p:nvSpPr>
        <p:spPr>
          <a:xfrm>
            <a:off x="580851" y="2612735"/>
            <a:ext cx="3463997" cy="2199638"/>
          </a:xfrm>
          <a:custGeom>
            <a:avLst/>
            <a:gdLst>
              <a:gd name="connsiteX0" fmla="*/ 0 w 3463997"/>
              <a:gd name="connsiteY0" fmla="*/ 219964 h 2199638"/>
              <a:gd name="connsiteX1" fmla="*/ 219964 w 3463997"/>
              <a:gd name="connsiteY1" fmla="*/ 0 h 2199638"/>
              <a:gd name="connsiteX2" fmla="*/ 3244033 w 3463997"/>
              <a:gd name="connsiteY2" fmla="*/ 0 h 2199638"/>
              <a:gd name="connsiteX3" fmla="*/ 3463997 w 3463997"/>
              <a:gd name="connsiteY3" fmla="*/ 219964 h 2199638"/>
              <a:gd name="connsiteX4" fmla="*/ 3463997 w 3463997"/>
              <a:gd name="connsiteY4" fmla="*/ 1979674 h 2199638"/>
              <a:gd name="connsiteX5" fmla="*/ 3244033 w 3463997"/>
              <a:gd name="connsiteY5" fmla="*/ 2199638 h 2199638"/>
              <a:gd name="connsiteX6" fmla="*/ 219964 w 3463997"/>
              <a:gd name="connsiteY6" fmla="*/ 2199638 h 2199638"/>
              <a:gd name="connsiteX7" fmla="*/ 0 w 3463997"/>
              <a:gd name="connsiteY7" fmla="*/ 1979674 h 2199638"/>
              <a:gd name="connsiteX8" fmla="*/ 0 w 3463997"/>
              <a:gd name="connsiteY8" fmla="*/ 219964 h 219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3997" h="2199638">
                <a:moveTo>
                  <a:pt x="0" y="219964"/>
                </a:moveTo>
                <a:cubicBezTo>
                  <a:pt x="0" y="98481"/>
                  <a:pt x="98481" y="0"/>
                  <a:pt x="219964" y="0"/>
                </a:cubicBezTo>
                <a:lnTo>
                  <a:pt x="3244033" y="0"/>
                </a:lnTo>
                <a:cubicBezTo>
                  <a:pt x="3365516" y="0"/>
                  <a:pt x="3463997" y="98481"/>
                  <a:pt x="3463997" y="219964"/>
                </a:cubicBezTo>
                <a:lnTo>
                  <a:pt x="3463997" y="1979674"/>
                </a:lnTo>
                <a:cubicBezTo>
                  <a:pt x="3463997" y="2101157"/>
                  <a:pt x="3365516" y="2199638"/>
                  <a:pt x="3244033" y="2199638"/>
                </a:cubicBezTo>
                <a:lnTo>
                  <a:pt x="219964" y="2199638"/>
                </a:lnTo>
                <a:cubicBezTo>
                  <a:pt x="98481" y="2199638"/>
                  <a:pt x="0" y="2101157"/>
                  <a:pt x="0" y="1979674"/>
                </a:cubicBezTo>
                <a:lnTo>
                  <a:pt x="0" y="219964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7295" tIns="167295" rIns="167295" bIns="167295" numCol="1" spcCol="1270" rtlCol="1" anchor="ctr" anchorCtr="0">
            <a:noAutofit/>
          </a:bodyPr>
          <a:lstStyle/>
          <a:p>
            <a:pPr marL="0" lvl="0" indent="0" algn="ctr" defTabSz="12001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المؤتمرات والمآدب، بما في ذلك الحمالين في المآدب، ومنظمو الفعاليات والمؤتمرات، </a:t>
            </a:r>
            <a:br>
              <a:rPr lang="en-US" sz="27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7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ومديرو الفعاليات والمؤتمرات.</a:t>
            </a:r>
            <a:endParaRPr lang="en-US" sz="27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4C6FB1-3F8C-1FE2-0E73-B95D699C97C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1558633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هدف التعلّم ب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58888" y="4149725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971550" indent="-62865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 dirty="0"/>
              <a:t>ب1 	الصناعات في سلسلة التوريد في مجال الضيافة </a:t>
            </a:r>
            <a:br>
              <a:rPr lang="en-US" sz="2600" dirty="0"/>
            </a:br>
            <a:r>
              <a:rPr lang="ar" sz="2600" dirty="0"/>
              <a:t>والسلع والخدمات التي تقدمها</a:t>
            </a:r>
          </a:p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 dirty="0"/>
              <a:t>ب2 	اعتبارات التوفير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البحث عن سلسلة التوريد </a:t>
            </a:r>
            <a:br>
              <a:rPr lang="en-US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مجال الضيافة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17F8FA-B90D-64C1-F6FE-DF0379C9E6F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" y="2492896"/>
            <a:ext cx="9143999" cy="340609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None/>
            </a:pPr>
            <a:r>
              <a:rPr lang="ar" dirty="0"/>
              <a:t>شركات الضيافة لا تعمل في عُزلة. </a:t>
            </a:r>
            <a:br>
              <a:rPr lang="en-US" dirty="0"/>
            </a:br>
            <a:r>
              <a:rPr lang="ar" dirty="0"/>
              <a:t>تقدم الشركات الأخرى مجموعة </a:t>
            </a:r>
            <a:br>
              <a:rPr lang="en-US" dirty="0"/>
            </a:br>
            <a:r>
              <a:rPr lang="ar" dirty="0"/>
              <a:t>من السلع والخدمات، تشمل:</a:t>
            </a:r>
          </a:p>
          <a:p>
            <a:pPr indent="0" rtl="1">
              <a:lnSpc>
                <a:spcPct val="110000"/>
              </a:lnSpc>
              <a:buNone/>
            </a:pPr>
            <a:endParaRPr lang="en-GB" altLang="en-US" dirty="0"/>
          </a:p>
          <a:p>
            <a:pPr indent="0" rtl="1">
              <a:lnSpc>
                <a:spcPct val="110000"/>
              </a:lnSpc>
              <a:buNone/>
            </a:pPr>
            <a:r>
              <a:rPr lang="ar" dirty="0"/>
              <a:t>هناك أنواع مختلفة من الموردين </a:t>
            </a:r>
            <a:br>
              <a:rPr lang="en-US" dirty="0"/>
            </a:br>
            <a:r>
              <a:rPr lang="ar" dirty="0"/>
              <a:t>الذين يوفرون الطعام والمشروبات </a:t>
            </a:r>
            <a:br>
              <a:rPr lang="en-US" dirty="0"/>
            </a:br>
            <a:r>
              <a:rPr lang="ar" dirty="0"/>
              <a:t>والمعدات والسلع الجافة.</a:t>
            </a:r>
          </a:p>
          <a:p>
            <a:pPr marL="685800" rtl="1">
              <a:lnSpc>
                <a:spcPct val="110000"/>
              </a:lnSpc>
            </a:pPr>
            <a:endParaRPr lang="en-GB" altLang="en-US" sz="2200" dirty="0"/>
          </a:p>
          <a:p>
            <a:pPr marL="685800" rtl="1">
              <a:lnSpc>
                <a:spcPct val="110000"/>
              </a:lnSpc>
            </a:pPr>
            <a:endParaRPr lang="en-GB" altLang="en-US" sz="2200" dirty="0"/>
          </a:p>
          <a:p>
            <a:pPr marL="685800" rtl="1">
              <a:lnSpc>
                <a:spcPct val="110000"/>
              </a:lnSpc>
            </a:pPr>
            <a:endParaRPr lang="en-GB" altLang="en-US" sz="2200" dirty="0"/>
          </a:p>
          <a:p>
            <a:pPr marL="685800" rtl="1">
              <a:lnSpc>
                <a:spcPct val="110000"/>
              </a:lnSpc>
            </a:pPr>
            <a:endParaRPr lang="en-GB" altLang="en-US" sz="2200" dirty="0"/>
          </a:p>
          <a:p>
            <a:pPr algn="l" rtl="1" fontAlgn="base">
              <a:lnSpc>
                <a:spcPct val="110000"/>
              </a:lnSpc>
            </a:pPr>
            <a:endParaRPr lang="en-GB" sz="2200" b="0" i="0" u="none" strike="noStrike" dirty="0">
              <a:solidFill>
                <a:srgbClr val="000000"/>
              </a:solidFill>
              <a:effectLst/>
            </a:endParaRPr>
          </a:p>
          <a:p>
            <a:pPr rtl="1" fontAlgn="base">
              <a:lnSpc>
                <a:spcPct val="110000"/>
              </a:lnSpc>
            </a:pPr>
            <a:r>
              <a:rPr lang="ar" sz="2200" b="0" i="0" u="none" strike="noStrike" dirty="0">
                <a:solidFill>
                  <a:srgbClr val="000000"/>
                </a:solidFill>
                <a:effectLst/>
              </a:rPr>
              <a:t>البيع بالجملة </a:t>
            </a:r>
            <a:endParaRPr lang="en-GB" sz="2200" b="0" i="0" u="none" strike="noStrike" dirty="0">
              <a:effectLst/>
            </a:endParaRPr>
          </a:p>
          <a:p>
            <a:pPr rtl="1" fontAlgn="base">
              <a:lnSpc>
                <a:spcPct val="110000"/>
              </a:lnSpc>
            </a:pP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البيع بالتجزئة </a:t>
            </a:r>
            <a:endParaRPr lang="en-GB" b="0" i="0" u="none" strike="noStrike" dirty="0">
              <a:effectLst/>
            </a:endParaRPr>
          </a:p>
          <a:p>
            <a:pPr rtl="1" fontAlgn="base">
              <a:lnSpc>
                <a:spcPct val="110000"/>
              </a:lnSpc>
            </a:pP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مُتخصص </a:t>
            </a:r>
            <a:endParaRPr lang="en-GB" b="0" i="0" u="none" strike="noStrike" dirty="0">
              <a:effectLst/>
            </a:endParaRPr>
          </a:p>
          <a:p>
            <a:pPr rtl="1" fontAlgn="base">
              <a:lnSpc>
                <a:spcPct val="110000"/>
              </a:lnSpc>
            </a:pP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المحلي أو الوطني </a:t>
            </a:r>
            <a:endParaRPr lang="en-GB" b="0" i="0" u="none" strike="noStrike" dirty="0">
              <a:effectLst/>
            </a:endParaRPr>
          </a:p>
          <a:p>
            <a:pPr rtl="1" fontAlgn="base">
              <a:lnSpc>
                <a:spcPct val="110000"/>
              </a:lnSpc>
            </a:pP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قوائم السوق اليومية </a:t>
            </a:r>
            <a:endParaRPr lang="en-GB" b="0" i="0" u="none" strike="noStrike" dirty="0">
              <a:effectLst/>
            </a:endParaRPr>
          </a:p>
          <a:p>
            <a:pPr rtl="1" fontAlgn="base">
              <a:lnSpc>
                <a:spcPct val="110000"/>
              </a:lnSpc>
            </a:pP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متاجر الجملة </a:t>
            </a:r>
            <a:endParaRPr lang="en-GB" b="0" i="0" u="none" strike="noStrike" dirty="0">
              <a:effectLst/>
            </a:endParaRPr>
          </a:p>
          <a:p>
            <a:pPr rtl="1" fontAlgn="base">
              <a:lnSpc>
                <a:spcPct val="110000"/>
              </a:lnSpc>
            </a:pPr>
            <a:r>
              <a:rPr lang="ar" b="0" i="0" u="none" strike="noStrike" dirty="0">
                <a:solidFill>
                  <a:srgbClr val="000000"/>
                </a:solidFill>
                <a:effectLst/>
              </a:rPr>
              <a:t>الموردون الذين ترشحهم الشركة</a:t>
            </a:r>
            <a:r>
              <a:rPr lang="ar" sz="2200" b="0" i="0" u="none" strike="noStrike" dirty="0">
                <a:solidFill>
                  <a:srgbClr val="000000"/>
                </a:solidFill>
                <a:effectLst/>
              </a:rPr>
              <a:t>. </a:t>
            </a:r>
            <a:endParaRPr lang="en-GB" sz="2200" b="0" i="0" u="none" strike="noStrike" dirty="0">
              <a:effectLst/>
            </a:endParaRPr>
          </a:p>
          <a:p>
            <a:pPr marL="685800" rtl="1">
              <a:lnSpc>
                <a:spcPct val="110000"/>
              </a:lnSpc>
            </a:pPr>
            <a:endParaRPr lang="en-GB" altLang="en-US" dirty="0"/>
          </a:p>
          <a:p>
            <a:pPr marL="685800" rtl="1">
              <a:lnSpc>
                <a:spcPct val="110000"/>
              </a:lnSpc>
            </a:pPr>
            <a:endParaRPr lang="en-GB" altLang="en-US" dirty="0"/>
          </a:p>
          <a:p>
            <a:pPr marL="685800" rtl="1">
              <a:lnSpc>
                <a:spcPct val="110000"/>
              </a:lnSpc>
            </a:pPr>
            <a:endParaRPr lang="en-GB" altLang="en-US" dirty="0"/>
          </a:p>
          <a:p>
            <a:pPr marL="685800" rtl="1">
              <a:lnSpc>
                <a:spcPct val="110000"/>
              </a:lnSpc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ب1 الصناعات في سلسلة التوريد في مجال الضيافة</a:t>
            </a:r>
            <a:br>
              <a:rPr lang="en-US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والسلع والخدمات التي يقدمونها (1)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8BC199-3168-4A09-B327-E53E2C751B8E}"/>
              </a:ext>
            </a:extLst>
          </p:cNvPr>
          <p:cNvSpPr txBox="1"/>
          <p:nvPr/>
        </p:nvSpPr>
        <p:spPr>
          <a:xfrm>
            <a:off x="251519" y="5898995"/>
            <a:ext cx="856895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المناقشة: لكل نوع من الموردين، ناقش الخصائص والمزايا والعيوب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2497D-CBB2-B6D3-481D-957E0DA2976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" y="2492896"/>
            <a:ext cx="9143999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None/>
            </a:pPr>
            <a:endParaRPr lang="en-GB" altLang="en-US" sz="2600" dirty="0"/>
          </a:p>
          <a:p>
            <a:pPr marL="685800" rtl="1">
              <a:lnSpc>
                <a:spcPct val="110000"/>
              </a:lnSpc>
            </a:pPr>
            <a:r>
              <a:rPr lang="ar" sz="2600" dirty="0"/>
              <a:t>وكالات التوظيف وتوفير الموظفين - توفير الموظفين، والفحص المسبق، </a:t>
            </a:r>
            <a:br>
              <a:rPr lang="en-US" sz="2600" dirty="0"/>
            </a:br>
            <a:r>
              <a:rPr lang="ar" sz="2600" dirty="0"/>
              <a:t>والتوظيف عبر الويب، وحملات التوظيف.</a:t>
            </a:r>
          </a:p>
          <a:p>
            <a:pPr marL="685800" rtl="1">
              <a:lnSpc>
                <a:spcPct val="110000"/>
              </a:lnSpc>
            </a:pPr>
            <a:endParaRPr lang="en-GB" altLang="en-US" sz="2600" dirty="0"/>
          </a:p>
          <a:p>
            <a:pPr marL="685800" rtl="1">
              <a:lnSpc>
                <a:spcPct val="110000"/>
              </a:lnSpc>
            </a:pPr>
            <a:r>
              <a:rPr lang="ar" sz="2600" dirty="0"/>
              <a:t>البنوك - توفير الخدمات المالية، والنصائح المالية، بما في ذلك القروض، </a:t>
            </a:r>
            <a:br>
              <a:rPr lang="en-US" sz="2600" dirty="0"/>
            </a:br>
            <a:r>
              <a:rPr lang="ar" sz="2600" dirty="0"/>
              <a:t>والخدمات المصرفية عبر الإنترنت / الهاتف، والتأمين.</a:t>
            </a:r>
          </a:p>
          <a:p>
            <a:pPr marL="685800" rtl="1">
              <a:lnSpc>
                <a:spcPct val="110000"/>
              </a:lnSpc>
            </a:pPr>
            <a:endParaRPr lang="en-GB" altLang="en-US" sz="2600" dirty="0"/>
          </a:p>
          <a:p>
            <a:pPr marL="685800" rtl="1">
              <a:lnSpc>
                <a:spcPct val="110000"/>
              </a:lnSpc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ب1 الصناعات في سلسلة التوريد في مجال الضيافة </a:t>
            </a:r>
            <a:br>
              <a:rPr lang="en-US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والسلع والخدمات التي يقدمونها (2)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0161B67-2FD2-5551-EC2F-69793F44835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059052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ب1 الصناعات في سلسلة التوريد في مجال الضيافة </a:t>
            </a:r>
            <a:br>
              <a:rPr lang="en-US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والسلع والخدمات التي يقدمونها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77040" y="2196001"/>
            <a:ext cx="4316289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685800" rtl="1">
              <a:lnSpc>
                <a:spcPct val="90000"/>
              </a:lnSpc>
            </a:pPr>
            <a:r>
              <a:rPr lang="ar" dirty="0"/>
              <a:t>شركات السياحة - إعداد وتنظيم باقات العطلات السياحية</a:t>
            </a:r>
          </a:p>
          <a:p>
            <a:pPr marL="685800" rtl="1">
              <a:lnSpc>
                <a:spcPct val="90000"/>
              </a:lnSpc>
            </a:pPr>
            <a:endParaRPr lang="en-GB" altLang="en-US" dirty="0"/>
          </a:p>
          <a:p>
            <a:pPr marL="685800" rtl="1">
              <a:lnSpc>
                <a:spcPct val="90000"/>
              </a:lnSpc>
            </a:pPr>
            <a:r>
              <a:rPr lang="ar" dirty="0"/>
              <a:t>وكلاء السفر - تقديم النصائح والإرشادات حول الوجهات، </a:t>
            </a:r>
            <a:br>
              <a:rPr lang="en-US" dirty="0"/>
            </a:br>
            <a:r>
              <a:rPr lang="ar" dirty="0"/>
              <a:t>وترتيب وحجز وسائل النقل </a:t>
            </a:r>
            <a:br>
              <a:rPr lang="en-US" dirty="0"/>
            </a:br>
            <a:r>
              <a:rPr lang="ar" dirty="0"/>
              <a:t>وباقات العطلات.</a:t>
            </a:r>
          </a:p>
          <a:p>
            <a:pPr marL="685800" rtl="1">
              <a:lnSpc>
                <a:spcPct val="90000"/>
              </a:lnSpc>
            </a:pPr>
            <a:endParaRPr lang="en-GB" altLang="en-US" dirty="0"/>
          </a:p>
          <a:p>
            <a:pPr marL="685800" rtl="1">
              <a:lnSpc>
                <a:spcPct val="90000"/>
              </a:lnSpc>
            </a:pPr>
            <a:r>
              <a:rPr lang="ar" dirty="0"/>
              <a:t>النقل - توفير القطارات، </a:t>
            </a:r>
            <a:br>
              <a:rPr lang="en-US" dirty="0"/>
            </a:br>
            <a:r>
              <a:rPr lang="ar" dirty="0"/>
              <a:t>والرحلات الجوية، والحافلات، وخدمات التاكسي والسيارات.</a:t>
            </a:r>
          </a:p>
          <a:p>
            <a:pPr marL="685800" rtl="1">
              <a:lnSpc>
                <a:spcPct val="90000"/>
              </a:lnSpc>
            </a:pPr>
            <a:endParaRPr lang="en-GB" alt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0C05CC3-590F-664B-6C8B-4937FC27523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  <p:pic>
        <p:nvPicPr>
          <p:cNvPr id="4" name="Picture 3" descr="A group of people sitting at a table looking at a tablet&#10;&#10;Description automatically generated">
            <a:extLst>
              <a:ext uri="{FF2B5EF4-FFF2-40B4-BE49-F238E27FC236}">
                <a16:creationId xmlns:a16="http://schemas.microsoft.com/office/drawing/2014/main" id="{EC963E62-1C4E-EBC9-BB20-402FDD705D4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8" r="3124"/>
          <a:stretch/>
        </p:blipFill>
        <p:spPr>
          <a:xfrm>
            <a:off x="656186" y="2741765"/>
            <a:ext cx="3674977" cy="292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568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ب2 اعتبارات التوفير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23C31D-3E9B-EB7D-FDA2-A3F4C9BD5E35}"/>
              </a:ext>
            </a:extLst>
          </p:cNvPr>
          <p:cNvGrpSpPr/>
          <p:nvPr/>
        </p:nvGrpSpPr>
        <p:grpSpPr>
          <a:xfrm>
            <a:off x="457200" y="2549532"/>
            <a:ext cx="8207374" cy="3334246"/>
            <a:chOff x="457200" y="2549532"/>
            <a:chExt cx="8207374" cy="333424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C6AD050-2EB7-F31C-9CCF-66E2153F0837}"/>
                </a:ext>
              </a:extLst>
            </p:cNvPr>
            <p:cNvSpPr/>
            <p:nvPr/>
          </p:nvSpPr>
          <p:spPr>
            <a:xfrm>
              <a:off x="6099770" y="2549532"/>
              <a:ext cx="2564804" cy="1538882"/>
            </a:xfrm>
            <a:custGeom>
              <a:avLst/>
              <a:gdLst>
                <a:gd name="connsiteX0" fmla="*/ 0 w 2564804"/>
                <a:gd name="connsiteY0" fmla="*/ 0 h 1538882"/>
                <a:gd name="connsiteX1" fmla="*/ 2564804 w 2564804"/>
                <a:gd name="connsiteY1" fmla="*/ 0 h 1538882"/>
                <a:gd name="connsiteX2" fmla="*/ 2564804 w 2564804"/>
                <a:gd name="connsiteY2" fmla="*/ 1538882 h 1538882"/>
                <a:gd name="connsiteX3" fmla="*/ 0 w 2564804"/>
                <a:gd name="connsiteY3" fmla="*/ 1538882 h 1538882"/>
                <a:gd name="connsiteX4" fmla="*/ 0 w 2564804"/>
                <a:gd name="connsiteY4" fmla="*/ 0 h 1538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4804" h="1538882">
                  <a:moveTo>
                    <a:pt x="0" y="0"/>
                  </a:moveTo>
                  <a:lnTo>
                    <a:pt x="2564804" y="0"/>
                  </a:lnTo>
                  <a:lnTo>
                    <a:pt x="2564804" y="1538882"/>
                  </a:lnTo>
                  <a:lnTo>
                    <a:pt x="0" y="15388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rtlCol="1" anchor="ctr" anchorCtr="0">
              <a:noAutofit/>
            </a:bodyPr>
            <a:lstStyle/>
            <a:p>
              <a:pPr marL="0" lvl="0" indent="0" algn="ctr" defTabSz="14224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3100" kern="1200" dirty="0"/>
                <a:t>جودة البضائع </a:t>
              </a:r>
              <a:endParaRPr lang="en-US" sz="3100" kern="1200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296DAC-1CF5-F215-E855-2C0C1EE94B27}"/>
                </a:ext>
              </a:extLst>
            </p:cNvPr>
            <p:cNvSpPr/>
            <p:nvPr/>
          </p:nvSpPr>
          <p:spPr>
            <a:xfrm>
              <a:off x="3278485" y="2549532"/>
              <a:ext cx="2564804" cy="1538882"/>
            </a:xfrm>
            <a:custGeom>
              <a:avLst/>
              <a:gdLst>
                <a:gd name="connsiteX0" fmla="*/ 0 w 2564804"/>
                <a:gd name="connsiteY0" fmla="*/ 0 h 1538882"/>
                <a:gd name="connsiteX1" fmla="*/ 2564804 w 2564804"/>
                <a:gd name="connsiteY1" fmla="*/ 0 h 1538882"/>
                <a:gd name="connsiteX2" fmla="*/ 2564804 w 2564804"/>
                <a:gd name="connsiteY2" fmla="*/ 1538882 h 1538882"/>
                <a:gd name="connsiteX3" fmla="*/ 0 w 2564804"/>
                <a:gd name="connsiteY3" fmla="*/ 1538882 h 1538882"/>
                <a:gd name="connsiteX4" fmla="*/ 0 w 2564804"/>
                <a:gd name="connsiteY4" fmla="*/ 0 h 1538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4804" h="1538882">
                  <a:moveTo>
                    <a:pt x="0" y="0"/>
                  </a:moveTo>
                  <a:lnTo>
                    <a:pt x="2564804" y="0"/>
                  </a:lnTo>
                  <a:lnTo>
                    <a:pt x="2564804" y="1538882"/>
                  </a:lnTo>
                  <a:lnTo>
                    <a:pt x="0" y="15388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rtlCol="1" anchor="ctr" anchorCtr="0">
              <a:noAutofit/>
            </a:bodyPr>
            <a:lstStyle/>
            <a:p>
              <a:pPr marL="0" lvl="0" indent="0" algn="ctr" defTabSz="14224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3100" kern="1200"/>
                <a:t>توفير بيانات المصدر وتتبع الموردين.</a:t>
              </a:r>
              <a:endParaRPr lang="en-US" sz="3100" kern="12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6D244A2-7903-0FA8-BF82-872D4F3C3E12}"/>
                </a:ext>
              </a:extLst>
            </p:cNvPr>
            <p:cNvSpPr/>
            <p:nvPr/>
          </p:nvSpPr>
          <p:spPr>
            <a:xfrm>
              <a:off x="457200" y="2549532"/>
              <a:ext cx="2564804" cy="1538882"/>
            </a:xfrm>
            <a:custGeom>
              <a:avLst/>
              <a:gdLst>
                <a:gd name="connsiteX0" fmla="*/ 0 w 2564804"/>
                <a:gd name="connsiteY0" fmla="*/ 0 h 1538882"/>
                <a:gd name="connsiteX1" fmla="*/ 2564804 w 2564804"/>
                <a:gd name="connsiteY1" fmla="*/ 0 h 1538882"/>
                <a:gd name="connsiteX2" fmla="*/ 2564804 w 2564804"/>
                <a:gd name="connsiteY2" fmla="*/ 1538882 h 1538882"/>
                <a:gd name="connsiteX3" fmla="*/ 0 w 2564804"/>
                <a:gd name="connsiteY3" fmla="*/ 1538882 h 1538882"/>
                <a:gd name="connsiteX4" fmla="*/ 0 w 2564804"/>
                <a:gd name="connsiteY4" fmla="*/ 0 h 1538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4804" h="1538882">
                  <a:moveTo>
                    <a:pt x="0" y="0"/>
                  </a:moveTo>
                  <a:lnTo>
                    <a:pt x="2564804" y="0"/>
                  </a:lnTo>
                  <a:lnTo>
                    <a:pt x="2564804" y="1538882"/>
                  </a:lnTo>
                  <a:lnTo>
                    <a:pt x="0" y="15388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rtlCol="1" anchor="ctr" anchorCtr="0">
              <a:noAutofit/>
            </a:bodyPr>
            <a:lstStyle/>
            <a:p>
              <a:pPr marL="0" lvl="0" indent="0" algn="ctr" defTabSz="14224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3100" kern="1200"/>
                <a:t>القيمة مقابل المال</a:t>
              </a:r>
              <a:endParaRPr lang="en-US" sz="3100" kern="12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ACA522E-1D2A-14FC-5361-1CC045B75F93}"/>
                </a:ext>
              </a:extLst>
            </p:cNvPr>
            <p:cNvSpPr/>
            <p:nvPr/>
          </p:nvSpPr>
          <p:spPr>
            <a:xfrm>
              <a:off x="6099770" y="4344896"/>
              <a:ext cx="2564804" cy="1538882"/>
            </a:xfrm>
            <a:custGeom>
              <a:avLst/>
              <a:gdLst>
                <a:gd name="connsiteX0" fmla="*/ 0 w 2564804"/>
                <a:gd name="connsiteY0" fmla="*/ 0 h 1538882"/>
                <a:gd name="connsiteX1" fmla="*/ 2564804 w 2564804"/>
                <a:gd name="connsiteY1" fmla="*/ 0 h 1538882"/>
                <a:gd name="connsiteX2" fmla="*/ 2564804 w 2564804"/>
                <a:gd name="connsiteY2" fmla="*/ 1538882 h 1538882"/>
                <a:gd name="connsiteX3" fmla="*/ 0 w 2564804"/>
                <a:gd name="connsiteY3" fmla="*/ 1538882 h 1538882"/>
                <a:gd name="connsiteX4" fmla="*/ 0 w 2564804"/>
                <a:gd name="connsiteY4" fmla="*/ 0 h 1538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4804" h="1538882">
                  <a:moveTo>
                    <a:pt x="0" y="0"/>
                  </a:moveTo>
                  <a:lnTo>
                    <a:pt x="2564804" y="0"/>
                  </a:lnTo>
                  <a:lnTo>
                    <a:pt x="2564804" y="1538882"/>
                  </a:lnTo>
                  <a:lnTo>
                    <a:pt x="0" y="15388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rtlCol="1" anchor="ctr" anchorCtr="0">
              <a:noAutofit/>
            </a:bodyPr>
            <a:lstStyle/>
            <a:p>
              <a:pPr marL="0" lvl="0" indent="0" algn="ctr" defTabSz="14224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3100" kern="1200"/>
                <a:t>الخيار المتاح</a:t>
              </a:r>
              <a:endParaRPr lang="en-US" sz="3100" kern="12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5F1DEF1-B050-A057-0CA2-250B9BE7A307}"/>
                </a:ext>
              </a:extLst>
            </p:cNvPr>
            <p:cNvSpPr/>
            <p:nvPr/>
          </p:nvSpPr>
          <p:spPr>
            <a:xfrm>
              <a:off x="3278485" y="4344896"/>
              <a:ext cx="2564804" cy="1538882"/>
            </a:xfrm>
            <a:custGeom>
              <a:avLst/>
              <a:gdLst>
                <a:gd name="connsiteX0" fmla="*/ 0 w 2564804"/>
                <a:gd name="connsiteY0" fmla="*/ 0 h 1538882"/>
                <a:gd name="connsiteX1" fmla="*/ 2564804 w 2564804"/>
                <a:gd name="connsiteY1" fmla="*/ 0 h 1538882"/>
                <a:gd name="connsiteX2" fmla="*/ 2564804 w 2564804"/>
                <a:gd name="connsiteY2" fmla="*/ 1538882 h 1538882"/>
                <a:gd name="connsiteX3" fmla="*/ 0 w 2564804"/>
                <a:gd name="connsiteY3" fmla="*/ 1538882 h 1538882"/>
                <a:gd name="connsiteX4" fmla="*/ 0 w 2564804"/>
                <a:gd name="connsiteY4" fmla="*/ 0 h 1538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4804" h="1538882">
                  <a:moveTo>
                    <a:pt x="0" y="0"/>
                  </a:moveTo>
                  <a:lnTo>
                    <a:pt x="2564804" y="0"/>
                  </a:lnTo>
                  <a:lnTo>
                    <a:pt x="2564804" y="1538882"/>
                  </a:lnTo>
                  <a:lnTo>
                    <a:pt x="0" y="15388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rtlCol="1" anchor="ctr" anchorCtr="0">
              <a:noAutofit/>
            </a:bodyPr>
            <a:lstStyle/>
            <a:p>
              <a:pPr marL="0" lvl="0" indent="0" algn="ctr" defTabSz="14224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3100" kern="1200"/>
                <a:t>خدمات ما بعد البيع والضمانات</a:t>
              </a:r>
              <a:endParaRPr lang="en-US" sz="3100" kern="12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A19BA12-5CA8-65EC-BEBA-2FF0505EA3CE}"/>
                </a:ext>
              </a:extLst>
            </p:cNvPr>
            <p:cNvSpPr/>
            <p:nvPr/>
          </p:nvSpPr>
          <p:spPr>
            <a:xfrm>
              <a:off x="457200" y="4344896"/>
              <a:ext cx="2564804" cy="1538882"/>
            </a:xfrm>
            <a:custGeom>
              <a:avLst/>
              <a:gdLst>
                <a:gd name="connsiteX0" fmla="*/ 0 w 2564804"/>
                <a:gd name="connsiteY0" fmla="*/ 0 h 1538882"/>
                <a:gd name="connsiteX1" fmla="*/ 2564804 w 2564804"/>
                <a:gd name="connsiteY1" fmla="*/ 0 h 1538882"/>
                <a:gd name="connsiteX2" fmla="*/ 2564804 w 2564804"/>
                <a:gd name="connsiteY2" fmla="*/ 1538882 h 1538882"/>
                <a:gd name="connsiteX3" fmla="*/ 0 w 2564804"/>
                <a:gd name="connsiteY3" fmla="*/ 1538882 h 1538882"/>
                <a:gd name="connsiteX4" fmla="*/ 0 w 2564804"/>
                <a:gd name="connsiteY4" fmla="*/ 0 h 1538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4804" h="1538882">
                  <a:moveTo>
                    <a:pt x="0" y="0"/>
                  </a:moveTo>
                  <a:lnTo>
                    <a:pt x="2564804" y="0"/>
                  </a:lnTo>
                  <a:lnTo>
                    <a:pt x="2564804" y="1538882"/>
                  </a:lnTo>
                  <a:lnTo>
                    <a:pt x="0" y="15388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rtlCol="1" anchor="ctr" anchorCtr="0">
              <a:noAutofit/>
            </a:bodyPr>
            <a:lstStyle/>
            <a:p>
              <a:pPr marL="0" lvl="0" indent="0" algn="ctr" defTabSz="14224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3100" kern="1200"/>
                <a:t>خيارات وطرق الدفع</a:t>
              </a:r>
              <a:endParaRPr lang="en-US" sz="3100" kern="12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3152233-A384-C0C8-EDC5-7D0B4FDB6C35}"/>
              </a:ext>
            </a:extLst>
          </p:cNvPr>
          <p:cNvSpPr txBox="1"/>
          <p:nvPr/>
        </p:nvSpPr>
        <p:spPr>
          <a:xfrm>
            <a:off x="479426" y="6122020"/>
            <a:ext cx="800665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المناقشة: ما هي العوامل التي تعتقد أن الشركات تأخذها في الاعتبار عند اختيار المورد؟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080BA-5B31-22DD-BACA-88B8D448C6A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1497276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هدف التعلّم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3963"/>
            <a:ext cx="914399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البيانات والمعلومات </a:t>
            </a:r>
            <a:br>
              <a:rPr lang="en-US" sz="3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لتطوير استجابة تجارية للاتجاهات </a:t>
            </a:r>
            <a:br>
              <a:rPr lang="en-US" sz="3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والتطورات في مجال الضيافة.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B1A9C-9D2A-CF8A-0AC3-194D58EC5DE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58888" y="4149725"/>
            <a:ext cx="6769100" cy="237561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914400" indent="-571500" rtl="1">
              <a:buFont typeface="Wingdings" panose="05000000000000000000" pitchFamily="2" charset="2"/>
              <a:buNone/>
            </a:pPr>
            <a:r>
              <a:rPr lang="ar" sz="2600" dirty="0"/>
              <a:t>ج1 	أدوات تحليل الأعمال</a:t>
            </a:r>
          </a:p>
          <a:p>
            <a:pPr marL="914400" indent="-571500" rtl="1">
              <a:buFont typeface="Wingdings" panose="05000000000000000000" pitchFamily="2" charset="2"/>
              <a:buNone/>
            </a:pPr>
            <a:r>
              <a:rPr lang="ar" sz="2600" dirty="0"/>
              <a:t>ج2 	إجراء الأبحاث وجمع البيانات والمعلومات حول </a:t>
            </a:r>
            <a:br>
              <a:rPr lang="en-US" sz="2600" dirty="0"/>
            </a:br>
            <a:r>
              <a:rPr lang="ar" sz="2600" dirty="0"/>
              <a:t>الاتجاهات والتطورات</a:t>
            </a:r>
          </a:p>
          <a:p>
            <a:pPr marL="914400" indent="-571500" rtl="1">
              <a:buFont typeface="Wingdings" panose="05000000000000000000" pitchFamily="2" charset="2"/>
              <a:buNone/>
            </a:pPr>
            <a:r>
              <a:rPr lang="ar" sz="2600" dirty="0"/>
              <a:t>ج3 	استخدم البيانات والمعلومات لتطوير استجابة الشركة </a:t>
            </a:r>
            <a:br>
              <a:rPr lang="en-US" sz="2600" dirty="0"/>
            </a:br>
            <a:r>
              <a:rPr lang="ar" sz="2600" dirty="0"/>
              <a:t>إلى الاتجاهات والتطورات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609F348-6AB2-799F-AD8F-87513D5D05E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052736"/>
            <a:ext cx="8136904" cy="64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4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ج1 أدوات تحليل الأعمال (1)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CFBB15-2791-C1A4-B465-4F90F00601EF}"/>
              </a:ext>
            </a:extLst>
          </p:cNvPr>
          <p:cNvSpPr txBox="1"/>
          <p:nvPr/>
        </p:nvSpPr>
        <p:spPr>
          <a:xfrm>
            <a:off x="2936383" y="4069724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43A41E-D453-F979-1ABA-824A4BB80139}"/>
              </a:ext>
            </a:extLst>
          </p:cNvPr>
          <p:cNvGrpSpPr/>
          <p:nvPr/>
        </p:nvGrpSpPr>
        <p:grpSpPr>
          <a:xfrm>
            <a:off x="3851920" y="1863240"/>
            <a:ext cx="4896544" cy="4782298"/>
            <a:chOff x="3851920" y="1863240"/>
            <a:chExt cx="4896544" cy="478229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70E37EF-E41C-6BFE-D95A-608A3EAAF370}"/>
                </a:ext>
              </a:extLst>
            </p:cNvPr>
            <p:cNvGrpSpPr/>
            <p:nvPr/>
          </p:nvGrpSpPr>
          <p:grpSpPr>
            <a:xfrm>
              <a:off x="3851920" y="1863240"/>
              <a:ext cx="4896544" cy="659627"/>
              <a:chOff x="395536" y="1863240"/>
              <a:chExt cx="4896544" cy="659627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C8789E90-FA0D-A2C7-C7E9-75A610C1F871}"/>
                  </a:ext>
                </a:extLst>
              </p:cNvPr>
              <p:cNvSpPr/>
              <p:nvPr/>
            </p:nvSpPr>
            <p:spPr>
              <a:xfrm>
                <a:off x="395536" y="1863240"/>
                <a:ext cx="4896544" cy="65962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0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Rectangle 4" descr="Bank">
                <a:extLst>
                  <a:ext uri="{FF2B5EF4-FFF2-40B4-BE49-F238E27FC236}">
                    <a16:creationId xmlns:a16="http://schemas.microsoft.com/office/drawing/2014/main" id="{7EE317AF-8355-CE77-161D-2E05DED4C29B}"/>
                  </a:ext>
                </a:extLst>
              </p:cNvPr>
              <p:cNvSpPr/>
              <p:nvPr/>
            </p:nvSpPr>
            <p:spPr>
              <a:xfrm>
                <a:off x="4729748" y="2011656"/>
                <a:ext cx="362795" cy="362795"/>
              </a:xfrm>
              <a:prstGeom prst="rect">
                <a:avLst/>
              </a:prstGeom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B86BF2A-52A5-0EA6-7C84-122603199036}"/>
                  </a:ext>
                </a:extLst>
              </p:cNvPr>
              <p:cNvSpPr/>
              <p:nvPr/>
            </p:nvSpPr>
            <p:spPr>
              <a:xfrm>
                <a:off x="395537" y="1863240"/>
                <a:ext cx="4134674" cy="659627"/>
              </a:xfrm>
              <a:custGeom>
                <a:avLst/>
                <a:gdLst>
                  <a:gd name="connsiteX0" fmla="*/ 0 w 4134674"/>
                  <a:gd name="connsiteY0" fmla="*/ 0 h 659627"/>
                  <a:gd name="connsiteX1" fmla="*/ 4134674 w 4134674"/>
                  <a:gd name="connsiteY1" fmla="*/ 0 h 659627"/>
                  <a:gd name="connsiteX2" fmla="*/ 4134674 w 4134674"/>
                  <a:gd name="connsiteY2" fmla="*/ 659627 h 659627"/>
                  <a:gd name="connsiteX3" fmla="*/ 0 w 4134674"/>
                  <a:gd name="connsiteY3" fmla="*/ 659627 h 659627"/>
                  <a:gd name="connsiteX4" fmla="*/ 0 w 4134674"/>
                  <a:gd name="connsiteY4" fmla="*/ 0 h 65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34674" h="659627">
                    <a:moveTo>
                      <a:pt x="0" y="0"/>
                    </a:moveTo>
                    <a:lnTo>
                      <a:pt x="4134674" y="0"/>
                    </a:lnTo>
                    <a:lnTo>
                      <a:pt x="4134674" y="659627"/>
                    </a:lnTo>
                    <a:lnTo>
                      <a:pt x="0" y="65962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11" tIns="69811" rIns="69811" bIns="69811" numCol="1" spcCol="1270" rtlCol="1" anchor="ctr" anchorCtr="0">
                <a:noAutofit/>
              </a:bodyPr>
              <a:lstStyle/>
              <a:p>
                <a:pPr marL="0" lvl="0" indent="0" algn="r" defTabSz="88900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20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عوامل سياسية</a:t>
                </a:r>
                <a:endParaRPr lang="en-US" sz="20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4137BC3-912B-61D1-038C-60F85036B4FA}"/>
                </a:ext>
              </a:extLst>
            </p:cNvPr>
            <p:cNvGrpSpPr/>
            <p:nvPr/>
          </p:nvGrpSpPr>
          <p:grpSpPr>
            <a:xfrm>
              <a:off x="3851920" y="2687774"/>
              <a:ext cx="4896544" cy="659627"/>
              <a:chOff x="395536" y="2687774"/>
              <a:chExt cx="4896544" cy="659627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FB7C5E8B-E48D-F525-45EC-5740439BDDCA}"/>
                  </a:ext>
                </a:extLst>
              </p:cNvPr>
              <p:cNvSpPr/>
              <p:nvPr/>
            </p:nvSpPr>
            <p:spPr>
              <a:xfrm>
                <a:off x="395536" y="2687774"/>
                <a:ext cx="4896544" cy="65962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0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Rectangle 7" descr="Coins">
                <a:extLst>
                  <a:ext uri="{FF2B5EF4-FFF2-40B4-BE49-F238E27FC236}">
                    <a16:creationId xmlns:a16="http://schemas.microsoft.com/office/drawing/2014/main" id="{8D394983-BF9E-0E81-CD4D-3E886938AF87}"/>
                  </a:ext>
                </a:extLst>
              </p:cNvPr>
              <p:cNvSpPr/>
              <p:nvPr/>
            </p:nvSpPr>
            <p:spPr>
              <a:xfrm>
                <a:off x="4729748" y="2836190"/>
                <a:ext cx="362795" cy="362795"/>
              </a:xfrm>
              <a:prstGeom prst="rect">
                <a:avLst/>
              </a:prstGeom>
              <a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3699B84-8BEB-49EA-D0FF-EE24FE8C83A9}"/>
                  </a:ext>
                </a:extLst>
              </p:cNvPr>
              <p:cNvSpPr/>
              <p:nvPr/>
            </p:nvSpPr>
            <p:spPr>
              <a:xfrm>
                <a:off x="395537" y="2687774"/>
                <a:ext cx="4134674" cy="659627"/>
              </a:xfrm>
              <a:custGeom>
                <a:avLst/>
                <a:gdLst>
                  <a:gd name="connsiteX0" fmla="*/ 0 w 4134674"/>
                  <a:gd name="connsiteY0" fmla="*/ 0 h 659627"/>
                  <a:gd name="connsiteX1" fmla="*/ 4134674 w 4134674"/>
                  <a:gd name="connsiteY1" fmla="*/ 0 h 659627"/>
                  <a:gd name="connsiteX2" fmla="*/ 4134674 w 4134674"/>
                  <a:gd name="connsiteY2" fmla="*/ 659627 h 659627"/>
                  <a:gd name="connsiteX3" fmla="*/ 0 w 4134674"/>
                  <a:gd name="connsiteY3" fmla="*/ 659627 h 659627"/>
                  <a:gd name="connsiteX4" fmla="*/ 0 w 4134674"/>
                  <a:gd name="connsiteY4" fmla="*/ 0 h 65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34674" h="659627">
                    <a:moveTo>
                      <a:pt x="0" y="0"/>
                    </a:moveTo>
                    <a:lnTo>
                      <a:pt x="4134674" y="0"/>
                    </a:lnTo>
                    <a:lnTo>
                      <a:pt x="4134674" y="659627"/>
                    </a:lnTo>
                    <a:lnTo>
                      <a:pt x="0" y="65962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11" tIns="69811" rIns="69811" bIns="69811" numCol="1" spcCol="1270" rtlCol="1" anchor="ctr" anchorCtr="0">
                <a:noAutofit/>
              </a:bodyPr>
              <a:lstStyle/>
              <a:p>
                <a:pPr marL="0" lvl="0" indent="0" algn="r" defTabSz="88900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20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عوامل اقتصادية</a:t>
                </a:r>
                <a:endParaRPr lang="en-US" sz="20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F96FCC1-7A10-0DA1-E6BF-927C43AE04C3}"/>
                </a:ext>
              </a:extLst>
            </p:cNvPr>
            <p:cNvGrpSpPr/>
            <p:nvPr/>
          </p:nvGrpSpPr>
          <p:grpSpPr>
            <a:xfrm>
              <a:off x="3851920" y="3512308"/>
              <a:ext cx="4896544" cy="659627"/>
              <a:chOff x="395536" y="3512308"/>
              <a:chExt cx="4896544" cy="659627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3815E03-AB95-C84C-3A00-FAD949698ABD}"/>
                  </a:ext>
                </a:extLst>
              </p:cNvPr>
              <p:cNvSpPr/>
              <p:nvPr/>
            </p:nvSpPr>
            <p:spPr>
              <a:xfrm>
                <a:off x="395536" y="3512308"/>
                <a:ext cx="4896544" cy="65962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0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Rectangle 11" descr="Social Network">
                <a:extLst>
                  <a:ext uri="{FF2B5EF4-FFF2-40B4-BE49-F238E27FC236}">
                    <a16:creationId xmlns:a16="http://schemas.microsoft.com/office/drawing/2014/main" id="{16C5D364-C616-B335-5160-07F81DA40068}"/>
                  </a:ext>
                </a:extLst>
              </p:cNvPr>
              <p:cNvSpPr/>
              <p:nvPr/>
            </p:nvSpPr>
            <p:spPr>
              <a:xfrm>
                <a:off x="4729748" y="3660724"/>
                <a:ext cx="362795" cy="362795"/>
              </a:xfrm>
              <a:prstGeom prst="rect">
                <a:avLst/>
              </a:prstGeom>
              <a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2155E01-8604-EAF5-D639-58B69174A247}"/>
                  </a:ext>
                </a:extLst>
              </p:cNvPr>
              <p:cNvSpPr/>
              <p:nvPr/>
            </p:nvSpPr>
            <p:spPr>
              <a:xfrm>
                <a:off x="395537" y="3512308"/>
                <a:ext cx="4134674" cy="659627"/>
              </a:xfrm>
              <a:custGeom>
                <a:avLst/>
                <a:gdLst>
                  <a:gd name="connsiteX0" fmla="*/ 0 w 4134674"/>
                  <a:gd name="connsiteY0" fmla="*/ 0 h 659627"/>
                  <a:gd name="connsiteX1" fmla="*/ 4134674 w 4134674"/>
                  <a:gd name="connsiteY1" fmla="*/ 0 h 659627"/>
                  <a:gd name="connsiteX2" fmla="*/ 4134674 w 4134674"/>
                  <a:gd name="connsiteY2" fmla="*/ 659627 h 659627"/>
                  <a:gd name="connsiteX3" fmla="*/ 0 w 4134674"/>
                  <a:gd name="connsiteY3" fmla="*/ 659627 h 659627"/>
                  <a:gd name="connsiteX4" fmla="*/ 0 w 4134674"/>
                  <a:gd name="connsiteY4" fmla="*/ 0 h 65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34674" h="659627">
                    <a:moveTo>
                      <a:pt x="0" y="0"/>
                    </a:moveTo>
                    <a:lnTo>
                      <a:pt x="4134674" y="0"/>
                    </a:lnTo>
                    <a:lnTo>
                      <a:pt x="4134674" y="659627"/>
                    </a:lnTo>
                    <a:lnTo>
                      <a:pt x="0" y="65962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11" tIns="69811" rIns="69811" bIns="69811" numCol="1" spcCol="1270" rtlCol="1" anchor="ctr" anchorCtr="0">
                <a:noAutofit/>
              </a:bodyPr>
              <a:lstStyle/>
              <a:p>
                <a:pPr marL="0" lvl="0" indent="0" algn="r" defTabSz="88900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20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عوامل اجتماعية</a:t>
                </a:r>
                <a:endParaRPr lang="en-US" sz="20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E81BB1E-F0BF-4AD7-4C52-2F2EEF163E7D}"/>
                </a:ext>
              </a:extLst>
            </p:cNvPr>
            <p:cNvGrpSpPr/>
            <p:nvPr/>
          </p:nvGrpSpPr>
          <p:grpSpPr>
            <a:xfrm>
              <a:off x="3851920" y="4336842"/>
              <a:ext cx="4896544" cy="659627"/>
              <a:chOff x="395536" y="4336842"/>
              <a:chExt cx="4896544" cy="659627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D983C27-AC3F-4074-A9AC-C57998ED5047}"/>
                  </a:ext>
                </a:extLst>
              </p:cNvPr>
              <p:cNvSpPr/>
              <p:nvPr/>
            </p:nvSpPr>
            <p:spPr>
              <a:xfrm>
                <a:off x="395536" y="4336842"/>
                <a:ext cx="4896544" cy="65962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0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Rectangle 14" descr="Cloud Computing">
                <a:extLst>
                  <a:ext uri="{FF2B5EF4-FFF2-40B4-BE49-F238E27FC236}">
                    <a16:creationId xmlns:a16="http://schemas.microsoft.com/office/drawing/2014/main" id="{35CEFDC3-5912-215A-B4E7-C4EA9056D7BA}"/>
                  </a:ext>
                </a:extLst>
              </p:cNvPr>
              <p:cNvSpPr/>
              <p:nvPr/>
            </p:nvSpPr>
            <p:spPr>
              <a:xfrm>
                <a:off x="4729748" y="4485259"/>
                <a:ext cx="362795" cy="362795"/>
              </a:xfrm>
              <a:prstGeom prst="rect">
                <a:avLst/>
              </a:prstGeom>
              <a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ECD25A7-E699-9B2C-0ED6-F41CEC92FF6C}"/>
                  </a:ext>
                </a:extLst>
              </p:cNvPr>
              <p:cNvSpPr/>
              <p:nvPr/>
            </p:nvSpPr>
            <p:spPr>
              <a:xfrm>
                <a:off x="395537" y="4336842"/>
                <a:ext cx="4134674" cy="659627"/>
              </a:xfrm>
              <a:custGeom>
                <a:avLst/>
                <a:gdLst>
                  <a:gd name="connsiteX0" fmla="*/ 0 w 4134674"/>
                  <a:gd name="connsiteY0" fmla="*/ 0 h 659627"/>
                  <a:gd name="connsiteX1" fmla="*/ 4134674 w 4134674"/>
                  <a:gd name="connsiteY1" fmla="*/ 0 h 659627"/>
                  <a:gd name="connsiteX2" fmla="*/ 4134674 w 4134674"/>
                  <a:gd name="connsiteY2" fmla="*/ 659627 h 659627"/>
                  <a:gd name="connsiteX3" fmla="*/ 0 w 4134674"/>
                  <a:gd name="connsiteY3" fmla="*/ 659627 h 659627"/>
                  <a:gd name="connsiteX4" fmla="*/ 0 w 4134674"/>
                  <a:gd name="connsiteY4" fmla="*/ 0 h 65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34674" h="659627">
                    <a:moveTo>
                      <a:pt x="0" y="0"/>
                    </a:moveTo>
                    <a:lnTo>
                      <a:pt x="4134674" y="0"/>
                    </a:lnTo>
                    <a:lnTo>
                      <a:pt x="4134674" y="659627"/>
                    </a:lnTo>
                    <a:lnTo>
                      <a:pt x="0" y="65962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11" tIns="69811" rIns="69811" bIns="69811" numCol="1" spcCol="1270" rtlCol="1" anchor="ctr" anchorCtr="0">
                <a:noAutofit/>
              </a:bodyPr>
              <a:lstStyle/>
              <a:p>
                <a:pPr marL="0" lvl="0" indent="0" algn="r" defTabSz="88900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20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عوامل تقنية</a:t>
                </a:r>
                <a:endParaRPr lang="en-US" sz="20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5AAC6BA-7E98-DC93-49FE-0BA18B9D0F4E}"/>
                </a:ext>
              </a:extLst>
            </p:cNvPr>
            <p:cNvGrpSpPr/>
            <p:nvPr/>
          </p:nvGrpSpPr>
          <p:grpSpPr>
            <a:xfrm>
              <a:off x="3851920" y="5161377"/>
              <a:ext cx="4896544" cy="659627"/>
              <a:chOff x="395536" y="5161377"/>
              <a:chExt cx="4896544" cy="659627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A5943EA5-50A4-0E6D-E323-22C290D8F649}"/>
                  </a:ext>
                </a:extLst>
              </p:cNvPr>
              <p:cNvSpPr/>
              <p:nvPr/>
            </p:nvSpPr>
            <p:spPr>
              <a:xfrm>
                <a:off x="395536" y="5161377"/>
                <a:ext cx="4896544" cy="65962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0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Rectangle 17" descr="Contract">
                <a:extLst>
                  <a:ext uri="{FF2B5EF4-FFF2-40B4-BE49-F238E27FC236}">
                    <a16:creationId xmlns:a16="http://schemas.microsoft.com/office/drawing/2014/main" id="{06F52012-E599-6F3E-0274-7CB68D6A9C4C}"/>
                  </a:ext>
                </a:extLst>
              </p:cNvPr>
              <p:cNvSpPr/>
              <p:nvPr/>
            </p:nvSpPr>
            <p:spPr>
              <a:xfrm>
                <a:off x="4729748" y="5309793"/>
                <a:ext cx="362795" cy="362795"/>
              </a:xfrm>
              <a:prstGeom prst="rect">
                <a:avLst/>
              </a:prstGeom>
              <a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C0C07DB-4B99-43C3-E4AF-1A8BD772F812}"/>
                  </a:ext>
                </a:extLst>
              </p:cNvPr>
              <p:cNvSpPr/>
              <p:nvPr/>
            </p:nvSpPr>
            <p:spPr>
              <a:xfrm>
                <a:off x="395537" y="5161377"/>
                <a:ext cx="4134674" cy="659627"/>
              </a:xfrm>
              <a:custGeom>
                <a:avLst/>
                <a:gdLst>
                  <a:gd name="connsiteX0" fmla="*/ 0 w 4134674"/>
                  <a:gd name="connsiteY0" fmla="*/ 0 h 659627"/>
                  <a:gd name="connsiteX1" fmla="*/ 4134674 w 4134674"/>
                  <a:gd name="connsiteY1" fmla="*/ 0 h 659627"/>
                  <a:gd name="connsiteX2" fmla="*/ 4134674 w 4134674"/>
                  <a:gd name="connsiteY2" fmla="*/ 659627 h 659627"/>
                  <a:gd name="connsiteX3" fmla="*/ 0 w 4134674"/>
                  <a:gd name="connsiteY3" fmla="*/ 659627 h 659627"/>
                  <a:gd name="connsiteX4" fmla="*/ 0 w 4134674"/>
                  <a:gd name="connsiteY4" fmla="*/ 0 h 65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34674" h="659627">
                    <a:moveTo>
                      <a:pt x="0" y="0"/>
                    </a:moveTo>
                    <a:lnTo>
                      <a:pt x="4134674" y="0"/>
                    </a:lnTo>
                    <a:lnTo>
                      <a:pt x="4134674" y="659627"/>
                    </a:lnTo>
                    <a:lnTo>
                      <a:pt x="0" y="65962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11" tIns="69811" rIns="69811" bIns="69811" numCol="1" spcCol="1270" rtlCol="1" anchor="ctr" anchorCtr="0">
                <a:noAutofit/>
              </a:bodyPr>
              <a:lstStyle/>
              <a:p>
                <a:pPr marL="0" lvl="0" indent="0" algn="r" defTabSz="88900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20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عوامل قانونية</a:t>
                </a:r>
                <a:endParaRPr lang="en-US" sz="20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ECEF334-59F8-FD13-7F7B-4AFA497FE29E}"/>
                </a:ext>
              </a:extLst>
            </p:cNvPr>
            <p:cNvGrpSpPr/>
            <p:nvPr/>
          </p:nvGrpSpPr>
          <p:grpSpPr>
            <a:xfrm>
              <a:off x="3851920" y="5985911"/>
              <a:ext cx="4896544" cy="659627"/>
              <a:chOff x="395536" y="5985911"/>
              <a:chExt cx="4896544" cy="659627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5F53E857-E8A0-B743-DBC8-233CCBF035D8}"/>
                  </a:ext>
                </a:extLst>
              </p:cNvPr>
              <p:cNvSpPr/>
              <p:nvPr/>
            </p:nvSpPr>
            <p:spPr>
              <a:xfrm>
                <a:off x="395536" y="5985911"/>
                <a:ext cx="4896544" cy="65962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0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 20" descr="Sustainability">
                <a:extLst>
                  <a:ext uri="{FF2B5EF4-FFF2-40B4-BE49-F238E27FC236}">
                    <a16:creationId xmlns:a16="http://schemas.microsoft.com/office/drawing/2014/main" id="{CCF0F738-C6CF-ADE7-9637-F51340968E68}"/>
                  </a:ext>
                </a:extLst>
              </p:cNvPr>
              <p:cNvSpPr/>
              <p:nvPr/>
            </p:nvSpPr>
            <p:spPr>
              <a:xfrm>
                <a:off x="4729748" y="6134327"/>
                <a:ext cx="362795" cy="362795"/>
              </a:xfrm>
              <a:prstGeom prst="rect">
                <a:avLst/>
              </a:prstGeom>
              <a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13D6012-D4E8-926F-A9D4-1B64F25B3C2C}"/>
                  </a:ext>
                </a:extLst>
              </p:cNvPr>
              <p:cNvSpPr/>
              <p:nvPr/>
            </p:nvSpPr>
            <p:spPr>
              <a:xfrm>
                <a:off x="395537" y="5985911"/>
                <a:ext cx="4134674" cy="659627"/>
              </a:xfrm>
              <a:custGeom>
                <a:avLst/>
                <a:gdLst>
                  <a:gd name="connsiteX0" fmla="*/ 0 w 4134674"/>
                  <a:gd name="connsiteY0" fmla="*/ 0 h 659627"/>
                  <a:gd name="connsiteX1" fmla="*/ 4134674 w 4134674"/>
                  <a:gd name="connsiteY1" fmla="*/ 0 h 659627"/>
                  <a:gd name="connsiteX2" fmla="*/ 4134674 w 4134674"/>
                  <a:gd name="connsiteY2" fmla="*/ 659627 h 659627"/>
                  <a:gd name="connsiteX3" fmla="*/ 0 w 4134674"/>
                  <a:gd name="connsiteY3" fmla="*/ 659627 h 659627"/>
                  <a:gd name="connsiteX4" fmla="*/ 0 w 4134674"/>
                  <a:gd name="connsiteY4" fmla="*/ 0 h 65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34674" h="659627">
                    <a:moveTo>
                      <a:pt x="0" y="0"/>
                    </a:moveTo>
                    <a:lnTo>
                      <a:pt x="4134674" y="0"/>
                    </a:lnTo>
                    <a:lnTo>
                      <a:pt x="4134674" y="659627"/>
                    </a:lnTo>
                    <a:lnTo>
                      <a:pt x="0" y="65962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9811" tIns="69811" rIns="69811" bIns="69811" numCol="1" spcCol="1270" rtlCol="1" anchor="ctr" anchorCtr="0">
                <a:noAutofit/>
              </a:bodyPr>
              <a:lstStyle/>
              <a:p>
                <a:pPr marL="0" lvl="0" indent="0" algn="r" defTabSz="88900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ar" sz="2000" kern="1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عوامل بيئية</a:t>
                </a:r>
                <a:endParaRPr lang="en-US" sz="2000" kern="1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0DA54CF-FFA1-2D3E-AB98-FFB32FCA905D}"/>
              </a:ext>
            </a:extLst>
          </p:cNvPr>
          <p:cNvSpPr txBox="1"/>
          <p:nvPr/>
        </p:nvSpPr>
        <p:spPr>
          <a:xfrm>
            <a:off x="313687" y="2780928"/>
            <a:ext cx="3168352" cy="153272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2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PESTLE هو نموذج يمكن لجميع الشركات استخدامه لتحليل سوق الأعمال الخارجية.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D7EEA-B379-540C-E3C5-6E9FA4E9D36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C70447-552F-F763-1F49-445E4548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75" y="1395225"/>
            <a:ext cx="8229600" cy="864000"/>
          </a:xfrm>
        </p:spPr>
        <p:txBody>
          <a:bodyPr rtlCol="1"/>
          <a:lstStyle/>
          <a:p>
            <a:pPr rtl="1"/>
            <a:r>
              <a:rPr lang="ar" sz="3800" dirty="0">
                <a:solidFill>
                  <a:schemeClr val="tx2"/>
                </a:solidFill>
              </a:rPr>
              <a:t>ج1 أدوات تحليل الأعمال (2) </a:t>
            </a:r>
            <a:br>
              <a:rPr lang="en-US" altLang="en-US" sz="3800" dirty="0">
                <a:solidFill>
                  <a:schemeClr val="tx2"/>
                </a:solidFill>
              </a:rPr>
            </a:br>
            <a:r>
              <a:rPr lang="ar" sz="3800" dirty="0"/>
              <a:t>عوامل سياسية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605E9137-B61F-5FE2-7E44-BC230CC19D9C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79425" y="3162300"/>
            <a:ext cx="8207375" cy="3465304"/>
          </a:xfrm>
        </p:spPr>
        <p:txBody>
          <a:bodyPr rtlCol="1">
            <a:normAutofit/>
          </a:bodyPr>
          <a:lstStyle/>
          <a:p>
            <a:pPr marL="400050" rtl="1">
              <a:lnSpc>
                <a:spcPct val="120000"/>
              </a:lnSpc>
            </a:pPr>
            <a:r>
              <a:rPr lang="ar" sz="2600" dirty="0"/>
              <a:t>تؤثر المواقف والسياسات الحكومية على الشركات والتجارة.</a:t>
            </a:r>
          </a:p>
          <a:p>
            <a:pPr marL="400050" rtl="1">
              <a:lnSpc>
                <a:spcPct val="120000"/>
              </a:lnSpc>
            </a:pPr>
            <a:r>
              <a:rPr lang="ar" sz="2600" dirty="0"/>
              <a:t>يمكن أن يدعم استقرار الحكومة استمرارية الشركات.</a:t>
            </a:r>
          </a:p>
          <a:p>
            <a:pPr marL="400050" rtl="1">
              <a:lnSpc>
                <a:spcPct val="120000"/>
              </a:lnSpc>
            </a:pPr>
            <a:r>
              <a:rPr lang="ar" sz="2600" dirty="0"/>
              <a:t>الانتخابات أو تغيير الحكومة قد يعني تغييرًا في السياسة الحكومية، </a:t>
            </a:r>
            <a:br>
              <a:rPr lang="en-US" sz="2600" dirty="0"/>
            </a:br>
            <a:r>
              <a:rPr lang="ar" sz="2600" dirty="0"/>
              <a:t>والمبادرات الحكومية، وتغييرًا في اتفاقيات التجارة بين البلدان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BF5F9ED-C8B2-3754-F63D-ACDCC567BBD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19783829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C70447-552F-F763-1F49-445E4548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423800"/>
            <a:ext cx="8229600" cy="864000"/>
          </a:xfrm>
        </p:spPr>
        <p:txBody>
          <a:bodyPr rtlCol="1"/>
          <a:lstStyle/>
          <a:p>
            <a:pPr rtl="1"/>
            <a:r>
              <a:rPr lang="ar" sz="3800" dirty="0">
                <a:solidFill>
                  <a:schemeClr val="tx2"/>
                </a:solidFill>
              </a:rPr>
              <a:t>ج1 أدوات تحليل الأعمال (3) </a:t>
            </a:r>
            <a:br>
              <a:rPr lang="en-US" sz="3800" dirty="0">
                <a:solidFill>
                  <a:schemeClr val="tx2"/>
                </a:solidFill>
              </a:rPr>
            </a:br>
            <a:r>
              <a:rPr lang="ar" sz="3800" dirty="0"/>
              <a:t>عوامل اقتصادية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605E9137-B61F-5FE2-7E44-BC230CC19D9C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1247775" y="3038474"/>
            <a:ext cx="7439026" cy="3198837"/>
          </a:xfrm>
        </p:spPr>
        <p:txBody>
          <a:bodyPr rtlCol="1">
            <a:normAutofit/>
          </a:bodyPr>
          <a:lstStyle/>
          <a:p>
            <a:pPr lvl="1" rtl="1">
              <a:lnSpc>
                <a:spcPct val="12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تشمل التغييرات في التوظيف، والدخل، والنمو الاقتصادي/الركود، وأسعار الصرف، والتضخم/التضخم الانكماشي.</a:t>
            </a:r>
          </a:p>
          <a:p>
            <a:pPr lvl="1" rtl="1">
              <a:lnSpc>
                <a:spcPct val="12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نمو الاقتصاد يعني عمل المزيد من الأشخاص، وزيادة ربحية الشركات. </a:t>
            </a:r>
          </a:p>
          <a:p>
            <a:pPr lvl="1" rtl="1">
              <a:lnSpc>
                <a:spcPct val="12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وكذلك ستحصل الحكومة على المزيد من الضرائب وبالتالي سيمكنها إنفاق المزيد على الخدمات الأساسية. </a:t>
            </a:r>
          </a:p>
          <a:p>
            <a:pPr marL="457200" lvl="1" indent="0" rtl="1">
              <a:lnSpc>
                <a:spcPct val="120000"/>
              </a:lnSpc>
              <a:buNone/>
            </a:pP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20000"/>
              </a:lnSpc>
            </a:pPr>
            <a:endParaRPr lang="en-GB" sz="26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7BB31B8-AB03-F745-4041-599384B45F8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6650512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C70447-552F-F763-1F49-445E4548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6650"/>
            <a:ext cx="8229600" cy="864000"/>
          </a:xfrm>
        </p:spPr>
        <p:txBody>
          <a:bodyPr rtlCol="1"/>
          <a:lstStyle/>
          <a:p>
            <a:pPr rtl="1"/>
            <a:r>
              <a:rPr lang="ar" sz="3800" dirty="0">
                <a:solidFill>
                  <a:schemeClr val="tx2"/>
                </a:solidFill>
              </a:rPr>
              <a:t>ج1 أدوات تحليل الأعمال (4) </a:t>
            </a:r>
            <a:br>
              <a:rPr lang="en-US" altLang="en-US" sz="3800" dirty="0">
                <a:solidFill>
                  <a:schemeClr val="tx2"/>
                </a:solidFill>
              </a:rPr>
            </a:br>
            <a:r>
              <a:rPr lang="ar" sz="3800" dirty="0"/>
              <a:t>عوامل اجتماعية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605E9137-B61F-5FE2-7E44-BC230CC19D9C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37918" y="2533650"/>
            <a:ext cx="8454561" cy="3712526"/>
          </a:xfrm>
        </p:spPr>
        <p:txBody>
          <a:bodyPr rtlCol="1">
            <a:noAutofit/>
          </a:bodyPr>
          <a:lstStyle/>
          <a:p>
            <a:pPr rtl="1"/>
            <a:r>
              <a:rPr lang="ar" sz="2600" dirty="0"/>
              <a:t>العوامل الاجتماعية تشمل المعتقدات والاتجاهات المشتركة للسكان. </a:t>
            </a:r>
            <a:br>
              <a:rPr lang="en-US" sz="2600" dirty="0"/>
            </a:br>
            <a:r>
              <a:rPr lang="ar" sz="2600" dirty="0"/>
              <a:t>وهذه العوامل هي التي تحفز العملاء على التفاعل مع الشركة. ومن الأمثلة على ذلك:</a:t>
            </a:r>
          </a:p>
          <a:p>
            <a:pPr rtl="1">
              <a:buFont typeface="Courier New" panose="02070309020205020404" pitchFamily="49" charset="0"/>
              <a:buChar char="o"/>
            </a:pPr>
            <a:r>
              <a:rPr lang="ar" sz="2600" dirty="0">
                <a:effectLst/>
                <a:latin typeface="Helvetica" pitchFamily="2" charset="0"/>
              </a:rPr>
              <a:t>الديموغرافيا، مثل نمو السكان وتوزيع الفئات العمرية</a:t>
            </a:r>
          </a:p>
          <a:p>
            <a:pPr rtl="1">
              <a:buFont typeface="Courier New" panose="02070309020205020404" pitchFamily="49" charset="0"/>
              <a:buChar char="o"/>
            </a:pPr>
            <a:r>
              <a:rPr lang="ar" sz="2600" dirty="0">
                <a:effectLst/>
                <a:latin typeface="Helvetica" pitchFamily="2" charset="0"/>
              </a:rPr>
              <a:t>اتجاهات أسلوب الحياة</a:t>
            </a:r>
          </a:p>
          <a:p>
            <a:pPr rtl="1">
              <a:buFont typeface="Courier New" panose="02070309020205020404" pitchFamily="49" charset="0"/>
              <a:buChar char="o"/>
            </a:pPr>
            <a:r>
              <a:rPr lang="ar-EG" sz="2600" dirty="0">
                <a:latin typeface="Helvetica" pitchFamily="2" charset="0"/>
              </a:rPr>
              <a:t>آ</a:t>
            </a:r>
            <a:r>
              <a:rPr lang="ar" sz="2600" dirty="0">
                <a:effectLst/>
                <a:latin typeface="Helvetica" pitchFamily="2" charset="0"/>
              </a:rPr>
              <a:t>راء ومواقف العملاء</a:t>
            </a:r>
          </a:p>
          <a:p>
            <a:pPr rtl="1">
              <a:buFont typeface="Courier New" panose="02070309020205020404" pitchFamily="49" charset="0"/>
              <a:buChar char="o"/>
            </a:pPr>
            <a:r>
              <a:rPr lang="ar" sz="2600" dirty="0">
                <a:effectLst/>
                <a:latin typeface="Helvetica" pitchFamily="2" charset="0"/>
              </a:rPr>
              <a:t>آراء وسائل الإعلام، والدعاية والإعلان</a:t>
            </a:r>
          </a:p>
          <a:p>
            <a:pPr rtl="1">
              <a:buFont typeface="Courier New" panose="02070309020205020404" pitchFamily="49" charset="0"/>
              <a:buChar char="o"/>
            </a:pPr>
            <a:r>
              <a:rPr lang="ar" sz="2600" dirty="0">
                <a:effectLst/>
                <a:latin typeface="Helvetica" pitchFamily="2" charset="0"/>
              </a:rPr>
              <a:t>عوامل عرقية/دينية</a:t>
            </a:r>
          </a:p>
          <a:p>
            <a:pPr rtl="1">
              <a:buFont typeface="Courier New" panose="02070309020205020404" pitchFamily="49" charset="0"/>
              <a:buChar char="o"/>
            </a:pPr>
            <a:r>
              <a:rPr lang="ar" sz="2600" dirty="0">
                <a:effectLst/>
                <a:latin typeface="Helvetica" pitchFamily="2" charset="0"/>
              </a:rPr>
              <a:t>مشكلات أخلاقية</a:t>
            </a:r>
          </a:p>
          <a:p>
            <a:pPr rtl="1"/>
            <a:endParaRPr lang="en-GB" sz="26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9AB3238-95D7-AC5C-D582-C45662909FC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6299005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C70447-552F-F763-1F49-445E4548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23800"/>
            <a:ext cx="8229600" cy="864000"/>
          </a:xfrm>
        </p:spPr>
        <p:txBody>
          <a:bodyPr rtlCol="1"/>
          <a:lstStyle/>
          <a:p>
            <a:pPr rtl="1"/>
            <a:r>
              <a:rPr lang="ar" sz="3800" dirty="0">
                <a:solidFill>
                  <a:schemeClr val="tx2"/>
                </a:solidFill>
              </a:rPr>
              <a:t>ج1 أدوات تحليل الأعمال (5) </a:t>
            </a:r>
            <a:br>
              <a:rPr lang="en-US" sz="3800" dirty="0">
                <a:solidFill>
                  <a:schemeClr val="tx2"/>
                </a:solidFill>
              </a:rPr>
            </a:br>
            <a:r>
              <a:rPr lang="ar" sz="3800" dirty="0"/>
              <a:t>عوامل تقنية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605E9137-B61F-5FE2-7E44-BC230CC19D9C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359532" y="2933699"/>
            <a:ext cx="8424936" cy="3557803"/>
          </a:xfrm>
        </p:spPr>
        <p:txBody>
          <a:bodyPr rtlCol="1">
            <a:normAutofit lnSpcReduction="10000"/>
          </a:bodyPr>
          <a:lstStyle/>
          <a:p>
            <a:pPr rtl="1">
              <a:lnSpc>
                <a:spcPct val="120000"/>
              </a:lnSpc>
            </a:pPr>
            <a:r>
              <a:rPr lang="ar" sz="2600" dirty="0"/>
              <a:t>العوامل التقنية تؤثر على أنواع المنتجات والخدمات المقدمة </a:t>
            </a:r>
            <a:br>
              <a:rPr lang="en-US" sz="2600" dirty="0"/>
            </a:br>
            <a:r>
              <a:rPr lang="ar" sz="2600" dirty="0"/>
              <a:t>وعلى الطريقة التي يتم بها تقديمها للعملاء. </a:t>
            </a:r>
          </a:p>
          <a:p>
            <a:pPr rtl="1">
              <a:lnSpc>
                <a:spcPct val="110000"/>
              </a:lnSpc>
            </a:pPr>
            <a:endParaRPr lang="en-GB" sz="2600" dirty="0"/>
          </a:p>
          <a:p>
            <a:pPr marL="0" indent="0" rtl="1">
              <a:lnSpc>
                <a:spcPct val="120000"/>
              </a:lnSpc>
              <a:buNone/>
            </a:pPr>
            <a:r>
              <a:rPr lang="ar" sz="2600" dirty="0"/>
              <a:t>وهذا قد يشمل طرقًا جديدة للآتي:</a:t>
            </a:r>
          </a:p>
          <a:p>
            <a:pPr rt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ar" sz="2600" dirty="0"/>
              <a:t>إنتاج السلع والخدمات</a:t>
            </a:r>
          </a:p>
          <a:p>
            <a:pPr rt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ar" sz="2600" dirty="0"/>
              <a:t>توزيع السلع والخدمات</a:t>
            </a:r>
          </a:p>
          <a:p>
            <a:pPr rt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ar" sz="2600" dirty="0"/>
              <a:t>التواصل مع السوق المستهدفة</a:t>
            </a:r>
          </a:p>
          <a:p>
            <a:pPr rtl="1">
              <a:lnSpc>
                <a:spcPct val="120000"/>
              </a:lnSpc>
            </a:pPr>
            <a:endParaRPr lang="en-GB" sz="26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565F692-97A0-058A-7CF0-809BEFCAE75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3437380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C70447-552F-F763-1F49-445E4548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395225"/>
            <a:ext cx="8229600" cy="864000"/>
          </a:xfrm>
        </p:spPr>
        <p:txBody>
          <a:bodyPr rtlCol="1"/>
          <a:lstStyle/>
          <a:p>
            <a:pPr rtl="1"/>
            <a:r>
              <a:rPr lang="ar" sz="3800" dirty="0">
                <a:solidFill>
                  <a:schemeClr val="tx2"/>
                </a:solidFill>
              </a:rPr>
              <a:t>ج1 أدوات تحليل الأعمال (6) </a:t>
            </a:r>
            <a:br>
              <a:rPr lang="en-US" altLang="en-US" sz="3800" dirty="0">
                <a:solidFill>
                  <a:schemeClr val="tx2"/>
                </a:solidFill>
              </a:rPr>
            </a:br>
            <a:r>
              <a:rPr lang="ar" sz="3800" dirty="0"/>
              <a:t>عوامل قانونية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605E9137-B61F-5FE2-7E44-BC230CC19D9C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79426" y="2400300"/>
            <a:ext cx="8207375" cy="3856061"/>
          </a:xfrm>
        </p:spPr>
        <p:txBody>
          <a:bodyPr rtlCol="1">
            <a:noAutofit/>
          </a:bodyPr>
          <a:lstStyle/>
          <a:p>
            <a:pPr rtl="1">
              <a:lnSpc>
                <a:spcPct val="90000"/>
              </a:lnSpc>
            </a:pPr>
            <a:r>
              <a:rPr lang="ar" sz="2600" dirty="0"/>
              <a:t>تسن الحكومات تشريعات (قوانين) ولوائح تؤثر على طريقة إدارة الشركات. </a:t>
            </a:r>
            <a:br>
              <a:rPr lang="en-US" sz="2600" dirty="0"/>
            </a:br>
            <a:r>
              <a:rPr lang="ar" sz="2600" dirty="0"/>
              <a:t>تختلف هذه القوانين واللوائح من منطقة إلى أخرى ومن دولة إلى أخرى </a:t>
            </a:r>
            <a:br>
              <a:rPr lang="en-US" sz="2600" dirty="0"/>
            </a:br>
            <a:r>
              <a:rPr lang="ar" sz="2600" dirty="0"/>
              <a:t>وتخضع للتغيير. </a:t>
            </a:r>
            <a:endParaRPr lang="en-GB" sz="2600" dirty="0"/>
          </a:p>
          <a:p>
            <a:pPr rtl="1">
              <a:lnSpc>
                <a:spcPct val="90000"/>
              </a:lnSpc>
              <a:buFont typeface="Courier New" panose="02070309020205020404" pitchFamily="49" charset="0"/>
              <a:buChar char="o"/>
            </a:pPr>
            <a:endParaRPr lang="en-GB" sz="2600" dirty="0"/>
          </a:p>
          <a:p>
            <a:pPr rt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ar" sz="2600" dirty="0"/>
              <a:t>قانون العمل</a:t>
            </a:r>
          </a:p>
          <a:p>
            <a:pPr rt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ar" sz="2600" dirty="0"/>
              <a:t>قانون الصحة و السلامة</a:t>
            </a:r>
          </a:p>
          <a:p>
            <a:pPr rt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ar" sz="2600" dirty="0"/>
              <a:t>قانون المستهلك</a:t>
            </a:r>
          </a:p>
          <a:p>
            <a:pPr rt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ar" sz="2600" dirty="0"/>
              <a:t>قانون حقوق الطبع والنشر</a:t>
            </a:r>
          </a:p>
          <a:p>
            <a:pPr rt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ar" sz="2600" dirty="0"/>
              <a:t>قانون الاستيراد والتصدير</a:t>
            </a:r>
          </a:p>
          <a:p>
            <a:pPr rt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ar" sz="2600" dirty="0"/>
              <a:t>قانون البيئة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B49E15B-5836-11FB-F1F1-7F46F43C7C1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40041099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C70447-552F-F763-1F49-445E4548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28550"/>
            <a:ext cx="8229600" cy="864000"/>
          </a:xfrm>
        </p:spPr>
        <p:txBody>
          <a:bodyPr rtlCol="1"/>
          <a:lstStyle/>
          <a:p>
            <a:pPr rtl="1"/>
            <a:r>
              <a:rPr lang="ar" sz="3800" dirty="0">
                <a:solidFill>
                  <a:schemeClr val="tx2"/>
                </a:solidFill>
              </a:rPr>
              <a:t>ج1 أدوات تحليل الأعمال (7) </a:t>
            </a:r>
            <a:br>
              <a:rPr lang="en-US" sz="3800" dirty="0">
                <a:solidFill>
                  <a:schemeClr val="tx2"/>
                </a:solidFill>
              </a:rPr>
            </a:br>
            <a:r>
              <a:rPr lang="ar" sz="3800" dirty="0"/>
              <a:t>عوامل بيئية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605E9137-B61F-5FE2-7E44-BC230CC19D9C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79426" y="2486024"/>
            <a:ext cx="8207375" cy="3751287"/>
          </a:xfrm>
        </p:spPr>
        <p:txBody>
          <a:bodyPr rtlCol="1">
            <a:normAutofit/>
          </a:bodyPr>
          <a:lstStyle/>
          <a:p>
            <a:pPr marL="0" indent="0" rtl="1">
              <a:spcBef>
                <a:spcPct val="30000"/>
              </a:spcBef>
              <a:buNone/>
              <a:defRPr/>
            </a:pPr>
            <a:r>
              <a:rPr lang="ar" sz="2600" dirty="0"/>
              <a:t>يمكن أن تؤثر الشركات سلبًا على المناخ والطقس، والبيئة العامة والمحلية. </a:t>
            </a:r>
          </a:p>
          <a:p>
            <a:pPr marL="0" indent="0" rtl="1">
              <a:spcBef>
                <a:spcPct val="30000"/>
              </a:spcBef>
              <a:buNone/>
              <a:defRPr/>
            </a:pPr>
            <a:endParaRPr lang="en-GB" sz="2600" dirty="0"/>
          </a:p>
          <a:p>
            <a:pPr marL="0" lvl="0" indent="0" rtl="1">
              <a:spcBef>
                <a:spcPct val="30000"/>
              </a:spcBef>
              <a:buNone/>
              <a:defRPr/>
            </a:pPr>
            <a:r>
              <a:rPr lang="ar" sz="2600" dirty="0"/>
              <a:t>قد تقوم الشركات بتكييف الممارسات التجارية والمنتجات والخدمات من أجل:</a:t>
            </a:r>
          </a:p>
          <a:p>
            <a:pPr rtl="1">
              <a:spcBef>
                <a:spcPct val="30000"/>
              </a:spcBef>
              <a:defRPr/>
            </a:pPr>
            <a:r>
              <a:rPr lang="ar" sz="2600" dirty="0"/>
              <a:t>ترشيد استهلاك الطاقة والمياه</a:t>
            </a:r>
          </a:p>
          <a:p>
            <a:pPr rtl="1">
              <a:spcBef>
                <a:spcPct val="30000"/>
              </a:spcBef>
              <a:defRPr/>
            </a:pPr>
            <a:r>
              <a:rPr lang="ar" sz="2600" dirty="0"/>
              <a:t>زيادة الاستدامة</a:t>
            </a:r>
          </a:p>
          <a:p>
            <a:pPr rtl="1">
              <a:spcBef>
                <a:spcPct val="30000"/>
              </a:spcBef>
              <a:defRPr/>
            </a:pPr>
            <a:r>
              <a:rPr lang="ar" sz="2600" dirty="0"/>
              <a:t>تقليل النفايات</a:t>
            </a:r>
          </a:p>
          <a:p>
            <a:pPr rtl="1">
              <a:spcBef>
                <a:spcPct val="30000"/>
              </a:spcBef>
              <a:defRPr/>
            </a:pPr>
            <a:r>
              <a:rPr lang="ar" sz="2600" dirty="0"/>
              <a:t>تحسين إدارة النفايات وإعادة التدوير</a:t>
            </a:r>
          </a:p>
          <a:p>
            <a:pPr rtl="1"/>
            <a:endParaRPr lang="en-GB" sz="26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95109F2-820F-1CAA-F7D5-824418F7D68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96134869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ج1 أدوات تحليل الأعمال (8) </a:t>
            </a:r>
          </a:p>
          <a:p>
            <a:pPr algn="ctr" rtl="1"/>
            <a:r>
              <a:rPr lang="ar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نقاط القوة والضعف والفرص والتهديدات (SWOT)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8A538A3-6CD5-D45E-0308-D340FC3F1510}"/>
              </a:ext>
            </a:extLst>
          </p:cNvPr>
          <p:cNvSpPr/>
          <p:nvPr/>
        </p:nvSpPr>
        <p:spPr>
          <a:xfrm>
            <a:off x="4608005" y="2601021"/>
            <a:ext cx="2160240" cy="1800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2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S</a:t>
            </a:r>
          </a:p>
          <a:p>
            <a:pPr algn="ctr" rtl="1"/>
            <a:r>
              <a:rPr lang="ar" sz="2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نقاط القوة</a:t>
            </a:r>
            <a:endParaRPr lang="en-GB" sz="2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EC9CA66-4ECB-A132-7A89-04BBF864C4F8}"/>
              </a:ext>
            </a:extLst>
          </p:cNvPr>
          <p:cNvSpPr/>
          <p:nvPr/>
        </p:nvSpPr>
        <p:spPr>
          <a:xfrm>
            <a:off x="2040284" y="2601021"/>
            <a:ext cx="2160240" cy="1800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2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W</a:t>
            </a:r>
          </a:p>
          <a:p>
            <a:pPr algn="ctr" rtl="1"/>
            <a:r>
              <a:rPr lang="ar" sz="2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نقاط الضعف</a:t>
            </a:r>
            <a:endParaRPr lang="en-GB" sz="2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3F9BDA-5299-1B68-5289-8E8DF34A607C}"/>
              </a:ext>
            </a:extLst>
          </p:cNvPr>
          <p:cNvSpPr/>
          <p:nvPr/>
        </p:nvSpPr>
        <p:spPr>
          <a:xfrm>
            <a:off x="4644008" y="4797525"/>
            <a:ext cx="2160240" cy="1800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2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O</a:t>
            </a:r>
          </a:p>
          <a:p>
            <a:pPr algn="ctr" rtl="1"/>
            <a:r>
              <a:rPr lang="ar" sz="2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الفرص</a:t>
            </a:r>
            <a:endParaRPr lang="en-GB" sz="2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9B5EB0-C6F6-B2D9-B895-9B3576A9F74C}"/>
              </a:ext>
            </a:extLst>
          </p:cNvPr>
          <p:cNvSpPr/>
          <p:nvPr/>
        </p:nvSpPr>
        <p:spPr>
          <a:xfrm>
            <a:off x="2119478" y="4798621"/>
            <a:ext cx="2160240" cy="1800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" sz="2200" b="1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T</a:t>
            </a:r>
          </a:p>
          <a:p>
            <a:pPr algn="ctr" rtl="1"/>
            <a:r>
              <a:rPr lang="ar" sz="2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التهديدات</a:t>
            </a:r>
            <a:endParaRPr lang="en-GB" sz="2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5B0919-BCC0-C9F3-86F1-F0791E13021B}"/>
              </a:ext>
            </a:extLst>
          </p:cNvPr>
          <p:cNvCxnSpPr>
            <a:cxnSpLocks/>
          </p:cNvCxnSpPr>
          <p:nvPr/>
        </p:nvCxnSpPr>
        <p:spPr>
          <a:xfrm>
            <a:off x="683568" y="4533322"/>
            <a:ext cx="792088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15A7BFD-ADA9-0A57-404F-7E6DD3060090}"/>
              </a:ext>
            </a:extLst>
          </p:cNvPr>
          <p:cNvSpPr txBox="1"/>
          <p:nvPr/>
        </p:nvSpPr>
        <p:spPr>
          <a:xfrm>
            <a:off x="7164289" y="3075890"/>
            <a:ext cx="1440160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داخلية</a:t>
            </a: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2F5DB-7428-9A5B-309A-C547F9187B99}"/>
              </a:ext>
            </a:extLst>
          </p:cNvPr>
          <p:cNvSpPr txBox="1"/>
          <p:nvPr/>
        </p:nvSpPr>
        <p:spPr>
          <a:xfrm>
            <a:off x="7164289" y="4963235"/>
            <a:ext cx="1422209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خارجية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890E70AB-B4B2-A1F0-0173-CB2D9AAD632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7121278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71550" y="2204864"/>
            <a:ext cx="8046740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ar" sz="2600" dirty="0">
                <a:effectLst/>
              </a:rPr>
              <a:t>المنافس: التنافس في السوق - </a:t>
            </a:r>
            <a:r>
              <a:rPr lang="ar" sz="2600" dirty="0"/>
              <a:t>المنافسة المباشرة وغير المباشرة</a:t>
            </a:r>
            <a:endParaRPr lang="en-GB" altLang="en-US" sz="2600" dirty="0"/>
          </a:p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GB" altLang="en-US" sz="2600" dirty="0"/>
          </a:p>
          <a:p>
            <a:pPr marL="685800" rtl="1">
              <a:lnSpc>
                <a:spcPct val="120000"/>
              </a:lnSpc>
            </a:pPr>
            <a:r>
              <a:rPr lang="ar" sz="2600" dirty="0"/>
              <a:t>تحليل المنافسين هو أداة يمكن استخدامها لتحديد من هم المنافسين المباشرين أو غير المباشرين.</a:t>
            </a:r>
          </a:p>
          <a:p>
            <a:pPr marL="685800" rtl="1">
              <a:lnSpc>
                <a:spcPct val="120000"/>
              </a:lnSpc>
            </a:pPr>
            <a:r>
              <a:rPr lang="ar" sz="2600" kern="0" dirty="0"/>
              <a:t>المنافسون يمكن أن يشكلوا تهديدًا للشركة حيث قد يبيعون منتجات </a:t>
            </a:r>
            <a:br>
              <a:rPr lang="en-US" sz="2600" kern="0" dirty="0"/>
            </a:br>
            <a:r>
              <a:rPr lang="ar" sz="2600" kern="0" dirty="0"/>
              <a:t>أو خدمات مماثلة لها</a:t>
            </a:r>
            <a:endParaRPr lang="en-GB" sz="2600" kern="0" dirty="0"/>
          </a:p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GB" altLang="en-US" sz="2600" dirty="0"/>
          </a:p>
          <a:p>
            <a:pPr marL="685800" rtl="1">
              <a:lnSpc>
                <a:spcPct val="120000"/>
              </a:lnSpc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ج1 أدوات تحليل الأعمال (9)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63E23BD-9997-56C1-E386-7069FEFCAD6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065881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1400" y="2564904"/>
            <a:ext cx="8893088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ar" sz="2600" dirty="0"/>
              <a:t>هناك العديد من الطرق الأخرى لجمع البيانات لتحديد الاتجاهات والتطورات:</a:t>
            </a:r>
          </a:p>
          <a:p>
            <a:pPr indent="0" rtl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GB" altLang="en-US" sz="2600" dirty="0"/>
          </a:p>
          <a:p>
            <a:pPr marL="685800" rtl="1">
              <a:lnSpc>
                <a:spcPct val="120000"/>
              </a:lnSpc>
            </a:pPr>
            <a:r>
              <a:rPr lang="ar" sz="2600" dirty="0"/>
              <a:t>اتجاهات السوق، والمنتجات والخدمات الجديدة، والمفاهيم الجديدة</a:t>
            </a:r>
          </a:p>
          <a:p>
            <a:pPr marL="685800" rtl="1">
              <a:lnSpc>
                <a:spcPct val="120000"/>
              </a:lnSpc>
            </a:pPr>
            <a:r>
              <a:rPr lang="ar" sz="2600" dirty="0"/>
              <a:t>تأثيرات التسويق ووسائل الإعلام</a:t>
            </a:r>
          </a:p>
          <a:p>
            <a:pPr marL="685800" rtl="1">
              <a:lnSpc>
                <a:spcPct val="120000"/>
              </a:lnSpc>
            </a:pPr>
            <a:r>
              <a:rPr lang="ar" sz="2600" dirty="0"/>
              <a:t>الفجوات والفرص في السوق</a:t>
            </a:r>
          </a:p>
          <a:p>
            <a:pPr marL="685800" rtl="1">
              <a:lnSpc>
                <a:spcPct val="120000"/>
              </a:lnSpc>
            </a:pPr>
            <a:r>
              <a:rPr lang="ar" sz="2600" dirty="0"/>
              <a:t>السوق المستهدفة واحتياجات ورغبات العملاء</a:t>
            </a:r>
          </a:p>
          <a:p>
            <a:pPr marL="685800" rtl="1">
              <a:lnSpc>
                <a:spcPct val="120000"/>
              </a:lnSpc>
            </a:pPr>
            <a:r>
              <a:rPr lang="ar" sz="2600" dirty="0"/>
              <a:t>التأثيرات العالمية على مجال الضيافة</a:t>
            </a:r>
          </a:p>
          <a:p>
            <a:pPr marL="685800" rtl="1">
              <a:lnSpc>
                <a:spcPct val="120000"/>
              </a:lnSpc>
            </a:pPr>
            <a:endParaRPr lang="en-GB" altLang="en-US" sz="2600" dirty="0"/>
          </a:p>
          <a:p>
            <a:pPr marL="685800" rtl="1">
              <a:lnSpc>
                <a:spcPct val="120000"/>
              </a:lnSpc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ج2 إجراء الأبحاث وجمع البيانات والمعلومات </a:t>
            </a:r>
            <a:br>
              <a:rPr lang="en-US" sz="30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حول الاتجاهات والتطورات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D05576C-C010-4EB0-6F7F-8040CF6EFA5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6874455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1400" y="2564904"/>
            <a:ext cx="8893088" cy="331236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None/>
            </a:pPr>
            <a:r>
              <a:rPr lang="ar" sz="2600" dirty="0"/>
              <a:t>اتخاذ إجراء للاستجابة إلى الاتجاهات والتطورات:</a:t>
            </a:r>
          </a:p>
          <a:p>
            <a:pPr indent="0" rtl="1">
              <a:lnSpc>
                <a:spcPct val="110000"/>
              </a:lnSpc>
              <a:buNone/>
            </a:pPr>
            <a:endParaRPr lang="en-GB" altLang="en-US" sz="2600" dirty="0"/>
          </a:p>
          <a:p>
            <a:pPr marL="685800" rtl="1">
              <a:lnSpc>
                <a:spcPct val="110000"/>
              </a:lnSpc>
            </a:pPr>
            <a:r>
              <a:rPr lang="ar" sz="2600" dirty="0"/>
              <a:t>زيادة أو تخفيض الأسعار</a:t>
            </a:r>
          </a:p>
          <a:p>
            <a:pPr marL="685800" rtl="1">
              <a:lnSpc>
                <a:spcPct val="110000"/>
              </a:lnSpc>
            </a:pPr>
            <a:r>
              <a:rPr lang="ar" sz="2600" dirty="0"/>
              <a:t>زيادة مجموعة المنتجات والخدمات للمواءمة مع الأسواق المتغيرة والمتطورة.</a:t>
            </a:r>
          </a:p>
          <a:p>
            <a:pPr marL="685800" rtl="1">
              <a:lnSpc>
                <a:spcPct val="110000"/>
              </a:lnSpc>
            </a:pPr>
            <a:r>
              <a:rPr lang="ar" sz="2600" dirty="0"/>
              <a:t>التشجيع على الانضمام إلى منظمات التجارة للحماية المالية والإعادة.</a:t>
            </a:r>
          </a:p>
          <a:p>
            <a:pPr marL="685800" rtl="1">
              <a:lnSpc>
                <a:spcPct val="110000"/>
              </a:lnSpc>
            </a:pPr>
            <a:r>
              <a:rPr lang="ar" sz="2600" dirty="0"/>
              <a:t>فرض الضرائب والرسوم الإضافية</a:t>
            </a:r>
          </a:p>
          <a:p>
            <a:pPr marL="685800" rtl="1">
              <a:lnSpc>
                <a:spcPct val="110000"/>
              </a:lnSpc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ج3 استخدم البيانات والمعلومات لتطوير </a:t>
            </a:r>
            <a:br>
              <a:rPr lang="en-US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الاستجابات للاتجاهات والتطورات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A2E3E9C-01B2-011E-E309-6ABE11AA100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414444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ج3 استخدم البيانات والمعلومات لتطوير الاستجابات</a:t>
            </a:r>
            <a:br>
              <a:rPr lang="en-US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للاتجاهات والتطورات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937001" y="2420888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685800" rtl="1">
              <a:lnSpc>
                <a:spcPct val="110000"/>
              </a:lnSpc>
            </a:pPr>
            <a:r>
              <a:rPr lang="ar" sz="2200" dirty="0"/>
              <a:t>زيادة تدابير الأمان للحفاظ على أمان البيانات وتقليل مخاطر تعطل النظام.</a:t>
            </a:r>
          </a:p>
          <a:p>
            <a:pPr marL="685800" rtl="1">
              <a:lnSpc>
                <a:spcPct val="110000"/>
              </a:lnSpc>
            </a:pPr>
            <a:r>
              <a:rPr lang="ar" sz="2200" dirty="0"/>
              <a:t>تنويع المنتجات أو التخصص.</a:t>
            </a:r>
          </a:p>
          <a:p>
            <a:pPr marL="685800" rtl="1">
              <a:lnSpc>
                <a:spcPct val="110000"/>
              </a:lnSpc>
            </a:pPr>
            <a:r>
              <a:rPr lang="ar" sz="2200" dirty="0"/>
              <a:t>المزيد من البحوث - محليًا ووطنيًا ودوليًا</a:t>
            </a:r>
          </a:p>
          <a:p>
            <a:pPr marL="685800" rtl="1">
              <a:lnSpc>
                <a:spcPct val="110000"/>
              </a:lnSpc>
            </a:pPr>
            <a:r>
              <a:rPr lang="ar" sz="2200" dirty="0"/>
              <a:t>تحديث التكنولوجيا وتدريب الموظفين على التشريعات والامتثال </a:t>
            </a:r>
            <a:br>
              <a:rPr lang="en-US" sz="2200" dirty="0"/>
            </a:br>
            <a:r>
              <a:rPr lang="ar" sz="2200" dirty="0"/>
              <a:t>والأنظمة الجديدة.</a:t>
            </a:r>
          </a:p>
          <a:p>
            <a:pPr indent="0" rtl="1">
              <a:lnSpc>
                <a:spcPct val="110000"/>
              </a:lnSpc>
            </a:pPr>
            <a:endParaRPr lang="en-GB" altLang="en-US" sz="22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CC9DBB3-D54B-9876-616B-43A80895C27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  <p:pic>
        <p:nvPicPr>
          <p:cNvPr id="4" name="Picture 3" descr="A close-up of a cd lock">
            <a:extLst>
              <a:ext uri="{FF2B5EF4-FFF2-40B4-BE49-F238E27FC236}">
                <a16:creationId xmlns:a16="http://schemas.microsoft.com/office/drawing/2014/main" id="{EA011D0F-415C-D1F2-3954-A927139BE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33" y="3052711"/>
            <a:ext cx="3519011" cy="234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6898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639" y="3212976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lnSpc>
                <a:spcPct val="120000"/>
              </a:lnSpc>
            </a:pPr>
            <a:r>
              <a:rPr lang="ar" sz="2600" dirty="0"/>
              <a:t>إدارة العلاقات العامة</a:t>
            </a:r>
          </a:p>
          <a:p>
            <a:pPr marL="685800" rtl="1">
              <a:lnSpc>
                <a:spcPct val="120000"/>
              </a:lnSpc>
            </a:pPr>
            <a:r>
              <a:rPr lang="ar" sz="2600" dirty="0"/>
              <a:t>الاستثمار في المرافق الجديدة</a:t>
            </a:r>
          </a:p>
          <a:p>
            <a:pPr marL="685800" rtl="1">
              <a:lnSpc>
                <a:spcPct val="120000"/>
              </a:lnSpc>
            </a:pPr>
            <a:r>
              <a:rPr lang="ar" sz="2600" dirty="0"/>
              <a:t>المرونة في أوقات العمل والتوظيف</a:t>
            </a:r>
          </a:p>
          <a:p>
            <a:pPr marL="685800" rtl="1">
              <a:lnSpc>
                <a:spcPct val="120000"/>
              </a:lnSpc>
            </a:pPr>
            <a:r>
              <a:rPr lang="ar" sz="2600" dirty="0"/>
              <a:t>اعتماد خطط لإدارة الأزمات والحوادث الكبرى</a:t>
            </a:r>
          </a:p>
          <a:p>
            <a:pPr marL="685800" rtl="1">
              <a:lnSpc>
                <a:spcPct val="120000"/>
              </a:lnSpc>
            </a:pPr>
            <a:r>
              <a:rPr lang="ar" sz="2600" dirty="0"/>
              <a:t>التأثير البيئي والعمل المناخي.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ج3 استخدم البيانات والمعلومات لتطوير الاستجابات </a:t>
            </a:r>
            <a:br>
              <a:rPr lang="en-US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للاتجاهات والتطورات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F537548-6CB7-91A0-BE72-5829E3580D2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3132782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268760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ED6DB-1193-D7D6-14BD-76307D6EB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</a:t>
            </a:r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123RF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: ليفنت كونك (الشريحة 7)، دولجاكوف (الشريحة 12)، </a:t>
            </a:r>
            <a:br>
              <a:rPr 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سيديلنيكوف (الشريحة 26). </a:t>
            </a:r>
          </a:p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شوترستوك: بي ريو (الشريحة 10)، سيدا برودكشنز (الشريحة 15)، </a:t>
            </a:r>
            <a:br>
              <a:rPr lang="en-US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مارك 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دييتريش (الشريحة 40).</a:t>
            </a:r>
          </a:p>
          <a:p>
            <a:pPr rtl="1"/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A7B3A9F-042F-B087-D5CC-14458B5875A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A103000399986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Land-based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23B947-7365-46E6-97D8-39CC3AB7528F}">
  <ds:schemaRefs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6125ffc9-2c56-435e-8267-1393444907b2"/>
    <ds:schemaRef ds:uri="7c1bd8dc-4e40-424f-a15f-9ffcd522197f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CF7E386-3BE6-4B19-B158-76094B8652BB}"/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2051</Words>
  <Application>Microsoft Office PowerPoint</Application>
  <PresentationFormat>On-screen Show (4:3)</PresentationFormat>
  <Paragraphs>377</Paragraphs>
  <Slides>42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42</vt:i4>
      </vt:variant>
    </vt:vector>
  </HeadingPairs>
  <TitlesOfParts>
    <vt:vector size="59" baseType="lpstr">
      <vt:lpstr>Arial</vt:lpstr>
      <vt:lpstr>Calibri</vt:lpstr>
      <vt:lpstr>Courier New</vt:lpstr>
      <vt:lpstr>Helvetica</vt:lpstr>
      <vt:lpstr>Sakkal Majalla</vt:lpstr>
      <vt:lpstr>Verdana</vt:lpstr>
      <vt:lpstr>Wingdings</vt:lpstr>
      <vt:lpstr>1_Art and Design</vt:lpstr>
      <vt:lpstr>2_Beauty Therapy</vt:lpstr>
      <vt:lpstr>3_Business</vt:lpstr>
      <vt:lpstr>4_Construction</vt:lpstr>
      <vt:lpstr>5_Creative Media</vt:lpstr>
      <vt:lpstr>6_Engineering</vt:lpstr>
      <vt:lpstr>7_Hospitality</vt:lpstr>
      <vt:lpstr>8_Information Technology</vt:lpstr>
      <vt:lpstr>9_Land-based</vt:lpstr>
      <vt:lpstr>10_Travel and Tourism</vt:lpstr>
      <vt:lpstr>الوحدة 1 مجال الضيافة  </vt:lpstr>
      <vt:lpstr>مجال الضيافة</vt:lpstr>
      <vt:lpstr>أهداف التعلم</vt:lpstr>
      <vt:lpstr>هدف التعلّم أ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التعلّم ب  </vt:lpstr>
      <vt:lpstr>PowerPoint Presentation</vt:lpstr>
      <vt:lpstr>PowerPoint Presentation</vt:lpstr>
      <vt:lpstr>PowerPoint Presentation</vt:lpstr>
      <vt:lpstr>PowerPoint Presentation</vt:lpstr>
      <vt:lpstr>هدف التعلّم ج  </vt:lpstr>
      <vt:lpstr>PowerPoint Presentation</vt:lpstr>
      <vt:lpstr>ج1 أدوات تحليل الأعمال (2)  عوامل سياسية</vt:lpstr>
      <vt:lpstr>ج1 أدوات تحليل الأعمال (3)  عوامل اقتصادية</vt:lpstr>
      <vt:lpstr>ج1 أدوات تحليل الأعمال (4)  عوامل اجتماعية</vt:lpstr>
      <vt:lpstr>ج1 أدوات تحليل الأعمال (5)  عوامل تقنية</vt:lpstr>
      <vt:lpstr>ج1 أدوات تحليل الأعمال (6)  عوامل قانونية</vt:lpstr>
      <vt:lpstr>ج1 أدوات تحليل الأعمال (7)  عوامل بيئية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87</cp:revision>
  <dcterms:created xsi:type="dcterms:W3CDTF">2020-07-15T07:14:47Z</dcterms:created>
  <dcterms:modified xsi:type="dcterms:W3CDTF">2024-05-28T15:46:34Z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