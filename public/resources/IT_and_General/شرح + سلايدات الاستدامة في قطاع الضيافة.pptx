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7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8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9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44"/>
  </p:notesMasterIdLst>
  <p:sldIdLst>
    <p:sldId id="310" r:id="rId14"/>
    <p:sldId id="311" r:id="rId15"/>
    <p:sldId id="312" r:id="rId16"/>
    <p:sldId id="313" r:id="rId17"/>
    <p:sldId id="314" r:id="rId18"/>
    <p:sldId id="315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341" r:id="rId39"/>
    <p:sldId id="316" r:id="rId40"/>
    <p:sldId id="342" r:id="rId41"/>
    <p:sldId id="317" r:id="rId42"/>
    <p:sldId id="343" r:id="rId43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C016D9-CDAE-47F3-B7A9-3959671FF0F7}" v="3" dt="2023-08-26T21:18:38.454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79" autoAdjust="0"/>
    <p:restoredTop sz="95226" autoAdjust="0"/>
  </p:normalViewPr>
  <p:slideViewPr>
    <p:cSldViewPr>
      <p:cViewPr varScale="1">
        <p:scale>
          <a:sx n="162" d="100"/>
          <a:sy n="162" d="100"/>
        </p:scale>
        <p:origin x="1662" y="11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presProps" Target="presProps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Winser" userId="c3146a91-e6bd-4264-bd86-e164e04bc32d" providerId="ADAL" clId="{BD1062D0-7C7F-494D-B56D-A6B16B405AF9}"/>
    <pc:docChg chg="modSld modMainMaster">
      <pc:chgData name="Paul Winser" userId="c3146a91-e6bd-4264-bd86-e164e04bc32d" providerId="ADAL" clId="{BD1062D0-7C7F-494D-B56D-A6B16B405AF9}" dt="2023-08-21T16:03:33.976" v="59" actId="1076"/>
      <pc:docMkLst>
        <pc:docMk/>
      </pc:docMkLst>
      <pc:sldChg chg="addSp modSp">
        <pc:chgData name="Paul Winser" userId="c3146a91-e6bd-4264-bd86-e164e04bc32d" providerId="ADAL" clId="{BD1062D0-7C7F-494D-B56D-A6B16B405AF9}" dt="2023-08-21T16:00:43.619" v="2"/>
        <pc:sldMkLst>
          <pc:docMk/>
          <pc:sldMk cId="0" sldId="310"/>
        </pc:sldMkLst>
        <pc:spChg chg="add mod">
          <ac:chgData name="Paul Winser" userId="c3146a91-e6bd-4264-bd86-e164e04bc32d" providerId="ADAL" clId="{BD1062D0-7C7F-494D-B56D-A6B16B405AF9}" dt="2023-08-21T16:00:43.619" v="2"/>
          <ac:spMkLst>
            <pc:docMk/>
            <pc:sldMk cId="0" sldId="310"/>
            <ac:spMk id="3" creationId="{CE858A70-2CCB-06FA-D56D-982F11B87B31}"/>
          </ac:spMkLst>
        </pc:spChg>
      </pc:sldChg>
      <pc:sldChg chg="addSp modSp">
        <pc:chgData name="Paul Winser" userId="c3146a91-e6bd-4264-bd86-e164e04bc32d" providerId="ADAL" clId="{BD1062D0-7C7F-494D-B56D-A6B16B405AF9}" dt="2023-08-21T16:00:44.759" v="3"/>
        <pc:sldMkLst>
          <pc:docMk/>
          <pc:sldMk cId="0" sldId="311"/>
        </pc:sldMkLst>
        <pc:spChg chg="add mod">
          <ac:chgData name="Paul Winser" userId="c3146a91-e6bd-4264-bd86-e164e04bc32d" providerId="ADAL" clId="{BD1062D0-7C7F-494D-B56D-A6B16B405AF9}" dt="2023-08-21T16:00:44.759" v="3"/>
          <ac:spMkLst>
            <pc:docMk/>
            <pc:sldMk cId="0" sldId="311"/>
            <ac:spMk id="2" creationId="{6B3FCA91-D69B-FA3A-7F67-C1E5B1BDE27B}"/>
          </ac:spMkLst>
        </pc:spChg>
      </pc:sldChg>
      <pc:sldChg chg="addSp modSp">
        <pc:chgData name="Paul Winser" userId="c3146a91-e6bd-4264-bd86-e164e04bc32d" providerId="ADAL" clId="{BD1062D0-7C7F-494D-B56D-A6B16B405AF9}" dt="2023-08-21T16:00:45.586" v="4"/>
        <pc:sldMkLst>
          <pc:docMk/>
          <pc:sldMk cId="0" sldId="312"/>
        </pc:sldMkLst>
        <pc:spChg chg="add mod">
          <ac:chgData name="Paul Winser" userId="c3146a91-e6bd-4264-bd86-e164e04bc32d" providerId="ADAL" clId="{BD1062D0-7C7F-494D-B56D-A6B16B405AF9}" dt="2023-08-21T16:00:45.586" v="4"/>
          <ac:spMkLst>
            <pc:docMk/>
            <pc:sldMk cId="0" sldId="312"/>
            <ac:spMk id="2" creationId="{4D602E62-D496-8E9D-43CE-4FD785A28B83}"/>
          </ac:spMkLst>
        </pc:spChg>
      </pc:sldChg>
      <pc:sldChg chg="addSp modSp">
        <pc:chgData name="Paul Winser" userId="c3146a91-e6bd-4264-bd86-e164e04bc32d" providerId="ADAL" clId="{BD1062D0-7C7F-494D-B56D-A6B16B405AF9}" dt="2023-08-21T16:00:46.985" v="5"/>
        <pc:sldMkLst>
          <pc:docMk/>
          <pc:sldMk cId="0" sldId="313"/>
        </pc:sldMkLst>
        <pc:spChg chg="add mod">
          <ac:chgData name="Paul Winser" userId="c3146a91-e6bd-4264-bd86-e164e04bc32d" providerId="ADAL" clId="{BD1062D0-7C7F-494D-B56D-A6B16B405AF9}" dt="2023-08-21T16:00:46.985" v="5"/>
          <ac:spMkLst>
            <pc:docMk/>
            <pc:sldMk cId="0" sldId="313"/>
            <ac:spMk id="3" creationId="{01149C6A-C742-0822-A869-3CAB6ACC52E1}"/>
          </ac:spMkLst>
        </pc:spChg>
      </pc:sldChg>
      <pc:sldChg chg="addSp modSp">
        <pc:chgData name="Paul Winser" userId="c3146a91-e6bd-4264-bd86-e164e04bc32d" providerId="ADAL" clId="{BD1062D0-7C7F-494D-B56D-A6B16B405AF9}" dt="2023-08-21T16:00:48.283" v="6"/>
        <pc:sldMkLst>
          <pc:docMk/>
          <pc:sldMk cId="1218030390" sldId="314"/>
        </pc:sldMkLst>
        <pc:spChg chg="add mod">
          <ac:chgData name="Paul Winser" userId="c3146a91-e6bd-4264-bd86-e164e04bc32d" providerId="ADAL" clId="{BD1062D0-7C7F-494D-B56D-A6B16B405AF9}" dt="2023-08-21T16:00:48.283" v="6"/>
          <ac:spMkLst>
            <pc:docMk/>
            <pc:sldMk cId="1218030390" sldId="314"/>
            <ac:spMk id="2" creationId="{E3B5A2B2-DC8B-29E8-B5DD-C3B2E1C25080}"/>
          </ac:spMkLst>
        </pc:spChg>
      </pc:sldChg>
      <pc:sldChg chg="addSp modSp">
        <pc:chgData name="Paul Winser" userId="c3146a91-e6bd-4264-bd86-e164e04bc32d" providerId="ADAL" clId="{BD1062D0-7C7F-494D-B56D-A6B16B405AF9}" dt="2023-08-21T16:00:49.921" v="7"/>
        <pc:sldMkLst>
          <pc:docMk/>
          <pc:sldMk cId="591087156" sldId="315"/>
        </pc:sldMkLst>
        <pc:spChg chg="add mod">
          <ac:chgData name="Paul Winser" userId="c3146a91-e6bd-4264-bd86-e164e04bc32d" providerId="ADAL" clId="{BD1062D0-7C7F-494D-B56D-A6B16B405AF9}" dt="2023-08-21T16:00:49.921" v="7"/>
          <ac:spMkLst>
            <pc:docMk/>
            <pc:sldMk cId="591087156" sldId="315"/>
            <ac:spMk id="2" creationId="{231091BE-6530-185C-087F-599474C01E88}"/>
          </ac:spMkLst>
        </pc:spChg>
      </pc:sldChg>
      <pc:sldChg chg="addSp modSp">
        <pc:chgData name="Paul Winser" userId="c3146a91-e6bd-4264-bd86-e164e04bc32d" providerId="ADAL" clId="{BD1062D0-7C7F-494D-B56D-A6B16B405AF9}" dt="2023-08-21T16:01:20.333" v="28"/>
        <pc:sldMkLst>
          <pc:docMk/>
          <pc:sldMk cId="3224821439" sldId="316"/>
        </pc:sldMkLst>
        <pc:spChg chg="add mod">
          <ac:chgData name="Paul Winser" userId="c3146a91-e6bd-4264-bd86-e164e04bc32d" providerId="ADAL" clId="{BD1062D0-7C7F-494D-B56D-A6B16B405AF9}" dt="2023-08-21T16:01:20.333" v="28"/>
          <ac:spMkLst>
            <pc:docMk/>
            <pc:sldMk cId="3224821439" sldId="316"/>
            <ac:spMk id="2" creationId="{A7B20595-4136-C985-A057-1A14E7C49746}"/>
          </ac:spMkLst>
        </pc:spChg>
      </pc:sldChg>
      <pc:sldChg chg="addSp delSp modSp mod">
        <pc:chgData name="Paul Winser" userId="c3146a91-e6bd-4264-bd86-e164e04bc32d" providerId="ADAL" clId="{BD1062D0-7C7F-494D-B56D-A6B16B405AF9}" dt="2023-08-21T16:03:33.976" v="59" actId="1076"/>
        <pc:sldMkLst>
          <pc:docMk/>
          <pc:sldMk cId="280467454" sldId="317"/>
        </pc:sldMkLst>
        <pc:spChg chg="mod">
          <ac:chgData name="Paul Winser" userId="c3146a91-e6bd-4264-bd86-e164e04bc32d" providerId="ADAL" clId="{BD1062D0-7C7F-494D-B56D-A6B16B405AF9}" dt="2023-08-21T16:03:21.593" v="55" actId="1076"/>
          <ac:spMkLst>
            <pc:docMk/>
            <pc:sldMk cId="280467454" sldId="317"/>
            <ac:spMk id="2" creationId="{5E7243EB-CCF0-7A14-ED4A-548F77CCDDAA}"/>
          </ac:spMkLst>
        </pc:spChg>
        <pc:spChg chg="mod">
          <ac:chgData name="Paul Winser" userId="c3146a91-e6bd-4264-bd86-e164e04bc32d" providerId="ADAL" clId="{BD1062D0-7C7F-494D-B56D-A6B16B405AF9}" dt="2023-08-21T16:03:24.479" v="56" actId="1076"/>
          <ac:spMkLst>
            <pc:docMk/>
            <pc:sldMk cId="280467454" sldId="317"/>
            <ac:spMk id="3" creationId="{F691CDDE-17CC-9B8D-E03C-AA77208D2057}"/>
          </ac:spMkLst>
        </pc:spChg>
        <pc:spChg chg="mod">
          <ac:chgData name="Paul Winser" userId="c3146a91-e6bd-4264-bd86-e164e04bc32d" providerId="ADAL" clId="{BD1062D0-7C7F-494D-B56D-A6B16B405AF9}" dt="2023-08-21T16:03:28.773" v="57" actId="1076"/>
          <ac:spMkLst>
            <pc:docMk/>
            <pc:sldMk cId="280467454" sldId="317"/>
            <ac:spMk id="5" creationId="{C6C25BBC-6C5E-A5DC-FBBF-84328A13A83C}"/>
          </ac:spMkLst>
        </pc:spChg>
        <pc:spChg chg="mod">
          <ac:chgData name="Paul Winser" userId="c3146a91-e6bd-4264-bd86-e164e04bc32d" providerId="ADAL" clId="{BD1062D0-7C7F-494D-B56D-A6B16B405AF9}" dt="2023-08-21T16:03:31.479" v="58" actId="1076"/>
          <ac:spMkLst>
            <pc:docMk/>
            <pc:sldMk cId="280467454" sldId="317"/>
            <ac:spMk id="7" creationId="{AF884C7F-0387-66CE-413E-6D69EDB689AF}"/>
          </ac:spMkLst>
        </pc:spChg>
        <pc:spChg chg="mod">
          <ac:chgData name="Paul Winser" userId="c3146a91-e6bd-4264-bd86-e164e04bc32d" providerId="ADAL" clId="{BD1062D0-7C7F-494D-B56D-A6B16B405AF9}" dt="2023-08-21T16:03:33.976" v="59" actId="1076"/>
          <ac:spMkLst>
            <pc:docMk/>
            <pc:sldMk cId="280467454" sldId="317"/>
            <ac:spMk id="8" creationId="{684E269A-37CB-1889-B86A-07B19C8D9D49}"/>
          </ac:spMkLst>
        </pc:spChg>
        <pc:spChg chg="add mod">
          <ac:chgData name="Paul Winser" userId="c3146a91-e6bd-4264-bd86-e164e04bc32d" providerId="ADAL" clId="{BD1062D0-7C7F-494D-B56D-A6B16B405AF9}" dt="2023-08-21T16:01:23.092" v="30"/>
          <ac:spMkLst>
            <pc:docMk/>
            <pc:sldMk cId="280467454" sldId="317"/>
            <ac:spMk id="10" creationId="{AE442D6A-3898-36E5-EEAB-5D9635038882}"/>
          </ac:spMkLst>
        </pc:spChg>
        <pc:spChg chg="add del mod">
          <ac:chgData name="Paul Winser" userId="c3146a91-e6bd-4264-bd86-e164e04bc32d" providerId="ADAL" clId="{BD1062D0-7C7F-494D-B56D-A6B16B405AF9}" dt="2023-08-21T16:02:56.954" v="48" actId="478"/>
          <ac:spMkLst>
            <pc:docMk/>
            <pc:sldMk cId="280467454" sldId="317"/>
            <ac:spMk id="11" creationId="{64693460-66B3-C9EA-7B3B-182D51D5117C}"/>
          </ac:spMkLst>
        </pc:spChg>
        <pc:picChg chg="del mod">
          <ac:chgData name="Paul Winser" userId="c3146a91-e6bd-4264-bd86-e164e04bc32d" providerId="ADAL" clId="{BD1062D0-7C7F-494D-B56D-A6B16B405AF9}" dt="2023-08-21T16:02:44.665" v="44" actId="478"/>
          <ac:picMkLst>
            <pc:docMk/>
            <pc:sldMk cId="280467454" sldId="317"/>
            <ac:picMk id="4" creationId="{CB95AFEA-DCFE-E245-B5A7-72DB529569E5}"/>
          </ac:picMkLst>
        </pc:picChg>
        <pc:picChg chg="add mod">
          <ac:chgData name="Paul Winser" userId="c3146a91-e6bd-4264-bd86-e164e04bc32d" providerId="ADAL" clId="{BD1062D0-7C7F-494D-B56D-A6B16B405AF9}" dt="2023-08-21T16:03:19.239" v="54" actId="1076"/>
          <ac:picMkLst>
            <pc:docMk/>
            <pc:sldMk cId="280467454" sldId="317"/>
            <ac:picMk id="12" creationId="{B3E2E4F3-C448-1857-F061-BCDFE1389E52}"/>
          </ac:picMkLst>
        </pc:picChg>
      </pc:sldChg>
      <pc:sldChg chg="addSp modSp">
        <pc:chgData name="Paul Winser" userId="c3146a91-e6bd-4264-bd86-e164e04bc32d" providerId="ADAL" clId="{BD1062D0-7C7F-494D-B56D-A6B16B405AF9}" dt="2023-08-21T16:00:52.902" v="8"/>
        <pc:sldMkLst>
          <pc:docMk/>
          <pc:sldMk cId="1910369738" sldId="322"/>
        </pc:sldMkLst>
        <pc:spChg chg="add mod">
          <ac:chgData name="Paul Winser" userId="c3146a91-e6bd-4264-bd86-e164e04bc32d" providerId="ADAL" clId="{BD1062D0-7C7F-494D-B56D-A6B16B405AF9}" dt="2023-08-21T16:00:52.902" v="8"/>
          <ac:spMkLst>
            <pc:docMk/>
            <pc:sldMk cId="1910369738" sldId="322"/>
            <ac:spMk id="2" creationId="{DAA8D75C-907B-E5A6-1371-2C9517FC3D7E}"/>
          </ac:spMkLst>
        </pc:spChg>
      </pc:sldChg>
      <pc:sldChg chg="addSp modSp">
        <pc:chgData name="Paul Winser" userId="c3146a91-e6bd-4264-bd86-e164e04bc32d" providerId="ADAL" clId="{BD1062D0-7C7F-494D-B56D-A6B16B405AF9}" dt="2023-08-21T16:00:53.730" v="9"/>
        <pc:sldMkLst>
          <pc:docMk/>
          <pc:sldMk cId="3999288817" sldId="323"/>
        </pc:sldMkLst>
        <pc:spChg chg="add mod">
          <ac:chgData name="Paul Winser" userId="c3146a91-e6bd-4264-bd86-e164e04bc32d" providerId="ADAL" clId="{BD1062D0-7C7F-494D-B56D-A6B16B405AF9}" dt="2023-08-21T16:00:53.730" v="9"/>
          <ac:spMkLst>
            <pc:docMk/>
            <pc:sldMk cId="3999288817" sldId="323"/>
            <ac:spMk id="2" creationId="{FFDCECA4-FE28-8065-B7FC-9740FC6FAAC6}"/>
          </ac:spMkLst>
        </pc:spChg>
      </pc:sldChg>
      <pc:sldChg chg="addSp modSp">
        <pc:chgData name="Paul Winser" userId="c3146a91-e6bd-4264-bd86-e164e04bc32d" providerId="ADAL" clId="{BD1062D0-7C7F-494D-B56D-A6B16B405AF9}" dt="2023-08-21T16:00:55.095" v="10"/>
        <pc:sldMkLst>
          <pc:docMk/>
          <pc:sldMk cId="2608875773" sldId="324"/>
        </pc:sldMkLst>
        <pc:spChg chg="add mod">
          <ac:chgData name="Paul Winser" userId="c3146a91-e6bd-4264-bd86-e164e04bc32d" providerId="ADAL" clId="{BD1062D0-7C7F-494D-B56D-A6B16B405AF9}" dt="2023-08-21T16:00:55.095" v="10"/>
          <ac:spMkLst>
            <pc:docMk/>
            <pc:sldMk cId="2608875773" sldId="324"/>
            <ac:spMk id="2" creationId="{0070389A-109F-9B01-AEF3-52071B22BD7D}"/>
          </ac:spMkLst>
        </pc:spChg>
      </pc:sldChg>
      <pc:sldChg chg="addSp modSp">
        <pc:chgData name="Paul Winser" userId="c3146a91-e6bd-4264-bd86-e164e04bc32d" providerId="ADAL" clId="{BD1062D0-7C7F-494D-B56D-A6B16B405AF9}" dt="2023-08-21T16:00:56.505" v="11"/>
        <pc:sldMkLst>
          <pc:docMk/>
          <pc:sldMk cId="2846175985" sldId="325"/>
        </pc:sldMkLst>
        <pc:spChg chg="add mod">
          <ac:chgData name="Paul Winser" userId="c3146a91-e6bd-4264-bd86-e164e04bc32d" providerId="ADAL" clId="{BD1062D0-7C7F-494D-B56D-A6B16B405AF9}" dt="2023-08-21T16:00:56.505" v="11"/>
          <ac:spMkLst>
            <pc:docMk/>
            <pc:sldMk cId="2846175985" sldId="325"/>
            <ac:spMk id="2" creationId="{BD275E78-9424-B998-50C1-1AA0A7F366F3}"/>
          </ac:spMkLst>
        </pc:spChg>
      </pc:sldChg>
      <pc:sldChg chg="addSp delSp modSp">
        <pc:chgData name="Paul Winser" userId="c3146a91-e6bd-4264-bd86-e164e04bc32d" providerId="ADAL" clId="{BD1062D0-7C7F-494D-B56D-A6B16B405AF9}" dt="2023-08-21T16:01:40.344" v="33" actId="478"/>
        <pc:sldMkLst>
          <pc:docMk/>
          <pc:sldMk cId="1561351946" sldId="326"/>
        </pc:sldMkLst>
        <pc:spChg chg="add mod">
          <ac:chgData name="Paul Winser" userId="c3146a91-e6bd-4264-bd86-e164e04bc32d" providerId="ADAL" clId="{BD1062D0-7C7F-494D-B56D-A6B16B405AF9}" dt="2023-08-21T16:00:57.682" v="12"/>
          <ac:spMkLst>
            <pc:docMk/>
            <pc:sldMk cId="1561351946" sldId="326"/>
            <ac:spMk id="4" creationId="{D37C11F9-A786-AD36-05E0-EC584A9B8A20}"/>
          </ac:spMkLst>
        </pc:spChg>
        <pc:spChg chg="add del mod">
          <ac:chgData name="Paul Winser" userId="c3146a91-e6bd-4264-bd86-e164e04bc32d" providerId="ADAL" clId="{BD1062D0-7C7F-494D-B56D-A6B16B405AF9}" dt="2023-08-21T16:01:40.344" v="33" actId="478"/>
          <ac:spMkLst>
            <pc:docMk/>
            <pc:sldMk cId="1561351946" sldId="326"/>
            <ac:spMk id="5" creationId="{143220CE-D879-A3AD-9C61-C638804A6762}"/>
          </ac:spMkLst>
        </pc:spChg>
        <pc:picChg chg="add mod">
          <ac:chgData name="Paul Winser" userId="c3146a91-e6bd-4264-bd86-e164e04bc32d" providerId="ADAL" clId="{BD1062D0-7C7F-494D-B56D-A6B16B405AF9}" dt="2023-08-21T16:01:38.481" v="32"/>
          <ac:picMkLst>
            <pc:docMk/>
            <pc:sldMk cId="1561351946" sldId="326"/>
            <ac:picMk id="6" creationId="{B744B12B-049E-0306-1515-4F6EC9FA5E2D}"/>
          </ac:picMkLst>
        </pc:picChg>
        <pc:picChg chg="del">
          <ac:chgData name="Paul Winser" userId="c3146a91-e6bd-4264-bd86-e164e04bc32d" providerId="ADAL" clId="{BD1062D0-7C7F-494D-B56D-A6B16B405AF9}" dt="2023-08-21T16:01:38.176" v="31" actId="478"/>
          <ac:picMkLst>
            <pc:docMk/>
            <pc:sldMk cId="1561351946" sldId="326"/>
            <ac:picMk id="9" creationId="{103A44F8-BBB4-DC40-833B-E15557C7EFE7}"/>
          </ac:picMkLst>
        </pc:picChg>
      </pc:sldChg>
      <pc:sldChg chg="addSp modSp">
        <pc:chgData name="Paul Winser" userId="c3146a91-e6bd-4264-bd86-e164e04bc32d" providerId="ADAL" clId="{BD1062D0-7C7F-494D-B56D-A6B16B405AF9}" dt="2023-08-21T16:00:59.026" v="13"/>
        <pc:sldMkLst>
          <pc:docMk/>
          <pc:sldMk cId="883004444" sldId="327"/>
        </pc:sldMkLst>
        <pc:spChg chg="add mod">
          <ac:chgData name="Paul Winser" userId="c3146a91-e6bd-4264-bd86-e164e04bc32d" providerId="ADAL" clId="{BD1062D0-7C7F-494D-B56D-A6B16B405AF9}" dt="2023-08-21T16:00:59.026" v="13"/>
          <ac:spMkLst>
            <pc:docMk/>
            <pc:sldMk cId="883004444" sldId="327"/>
            <ac:spMk id="2" creationId="{C0D982C2-1BCC-8A52-838C-7118FB0FC751}"/>
          </ac:spMkLst>
        </pc:spChg>
      </pc:sldChg>
      <pc:sldChg chg="addSp modSp">
        <pc:chgData name="Paul Winser" userId="c3146a91-e6bd-4264-bd86-e164e04bc32d" providerId="ADAL" clId="{BD1062D0-7C7F-494D-B56D-A6B16B405AF9}" dt="2023-08-21T16:01:00.225" v="14"/>
        <pc:sldMkLst>
          <pc:docMk/>
          <pc:sldMk cId="3808116681" sldId="328"/>
        </pc:sldMkLst>
        <pc:spChg chg="add mod">
          <ac:chgData name="Paul Winser" userId="c3146a91-e6bd-4264-bd86-e164e04bc32d" providerId="ADAL" clId="{BD1062D0-7C7F-494D-B56D-A6B16B405AF9}" dt="2023-08-21T16:01:00.225" v="14"/>
          <ac:spMkLst>
            <pc:docMk/>
            <pc:sldMk cId="3808116681" sldId="328"/>
            <ac:spMk id="2" creationId="{82176BE7-56AB-EA21-8607-FBAE4B3B5343}"/>
          </ac:spMkLst>
        </pc:spChg>
      </pc:sldChg>
      <pc:sldChg chg="addSp modSp">
        <pc:chgData name="Paul Winser" userId="c3146a91-e6bd-4264-bd86-e164e04bc32d" providerId="ADAL" clId="{BD1062D0-7C7F-494D-B56D-A6B16B405AF9}" dt="2023-08-21T16:01:01.980" v="15"/>
        <pc:sldMkLst>
          <pc:docMk/>
          <pc:sldMk cId="332944227" sldId="329"/>
        </pc:sldMkLst>
        <pc:spChg chg="add mod">
          <ac:chgData name="Paul Winser" userId="c3146a91-e6bd-4264-bd86-e164e04bc32d" providerId="ADAL" clId="{BD1062D0-7C7F-494D-B56D-A6B16B405AF9}" dt="2023-08-21T16:01:01.980" v="15"/>
          <ac:spMkLst>
            <pc:docMk/>
            <pc:sldMk cId="332944227" sldId="329"/>
            <ac:spMk id="2" creationId="{E97F42E8-946B-5FB4-55F3-855A09C61970}"/>
          </ac:spMkLst>
        </pc:spChg>
      </pc:sldChg>
      <pc:sldChg chg="addSp delSp modSp mod">
        <pc:chgData name="Paul Winser" userId="c3146a91-e6bd-4264-bd86-e164e04bc32d" providerId="ADAL" clId="{BD1062D0-7C7F-494D-B56D-A6B16B405AF9}" dt="2023-08-21T16:02:22.887" v="42" actId="14100"/>
        <pc:sldMkLst>
          <pc:docMk/>
          <pc:sldMk cId="1202013920" sldId="330"/>
        </pc:sldMkLst>
        <pc:spChg chg="add mod">
          <ac:chgData name="Paul Winser" userId="c3146a91-e6bd-4264-bd86-e164e04bc32d" providerId="ADAL" clId="{BD1062D0-7C7F-494D-B56D-A6B16B405AF9}" dt="2023-08-21T16:01:03.100" v="16"/>
          <ac:spMkLst>
            <pc:docMk/>
            <pc:sldMk cId="1202013920" sldId="330"/>
            <ac:spMk id="12" creationId="{18E5D617-8598-761C-6E95-5F9B098DB835}"/>
          </ac:spMkLst>
        </pc:spChg>
        <pc:spChg chg="add del mod">
          <ac:chgData name="Paul Winser" userId="c3146a91-e6bd-4264-bd86-e164e04bc32d" providerId="ADAL" clId="{BD1062D0-7C7F-494D-B56D-A6B16B405AF9}" dt="2023-08-21T16:01:58.821" v="36" actId="478"/>
          <ac:spMkLst>
            <pc:docMk/>
            <pc:sldMk cId="1202013920" sldId="330"/>
            <ac:spMk id="13" creationId="{1780C06E-A80B-C652-402B-373DD2514718}"/>
          </ac:spMkLst>
        </pc:spChg>
        <pc:picChg chg="del mod">
          <ac:chgData name="Paul Winser" userId="c3146a91-e6bd-4264-bd86-e164e04bc32d" providerId="ADAL" clId="{BD1062D0-7C7F-494D-B56D-A6B16B405AF9}" dt="2023-08-21T16:01:55.911" v="35" actId="478"/>
          <ac:picMkLst>
            <pc:docMk/>
            <pc:sldMk cId="1202013920" sldId="330"/>
            <ac:picMk id="7" creationId="{62669847-5804-F54D-A471-EA5099A1192E}"/>
          </ac:picMkLst>
        </pc:picChg>
        <pc:picChg chg="add mod ord">
          <ac:chgData name="Paul Winser" userId="c3146a91-e6bd-4264-bd86-e164e04bc32d" providerId="ADAL" clId="{BD1062D0-7C7F-494D-B56D-A6B16B405AF9}" dt="2023-08-21T16:02:22.887" v="42" actId="14100"/>
          <ac:picMkLst>
            <pc:docMk/>
            <pc:sldMk cId="1202013920" sldId="330"/>
            <ac:picMk id="14" creationId="{7127EBF4-E078-904C-F030-D0043900E863}"/>
          </ac:picMkLst>
        </pc:picChg>
      </pc:sldChg>
      <pc:sldChg chg="addSp modSp">
        <pc:chgData name="Paul Winser" userId="c3146a91-e6bd-4264-bd86-e164e04bc32d" providerId="ADAL" clId="{BD1062D0-7C7F-494D-B56D-A6B16B405AF9}" dt="2023-08-21T16:01:04.611" v="17"/>
        <pc:sldMkLst>
          <pc:docMk/>
          <pc:sldMk cId="875393601" sldId="331"/>
        </pc:sldMkLst>
        <pc:spChg chg="add mod">
          <ac:chgData name="Paul Winser" userId="c3146a91-e6bd-4264-bd86-e164e04bc32d" providerId="ADAL" clId="{BD1062D0-7C7F-494D-B56D-A6B16B405AF9}" dt="2023-08-21T16:01:04.611" v="17"/>
          <ac:spMkLst>
            <pc:docMk/>
            <pc:sldMk cId="875393601" sldId="331"/>
            <ac:spMk id="3" creationId="{43270CC7-EADF-4952-7D48-CE4ECB1FD155}"/>
          </ac:spMkLst>
        </pc:spChg>
      </pc:sldChg>
      <pc:sldChg chg="addSp modSp">
        <pc:chgData name="Paul Winser" userId="c3146a91-e6bd-4264-bd86-e164e04bc32d" providerId="ADAL" clId="{BD1062D0-7C7F-494D-B56D-A6B16B405AF9}" dt="2023-08-21T16:01:05.826" v="18"/>
        <pc:sldMkLst>
          <pc:docMk/>
          <pc:sldMk cId="1437229553" sldId="332"/>
        </pc:sldMkLst>
        <pc:spChg chg="add mod">
          <ac:chgData name="Paul Winser" userId="c3146a91-e6bd-4264-bd86-e164e04bc32d" providerId="ADAL" clId="{BD1062D0-7C7F-494D-B56D-A6B16B405AF9}" dt="2023-08-21T16:01:05.826" v="18"/>
          <ac:spMkLst>
            <pc:docMk/>
            <pc:sldMk cId="1437229553" sldId="332"/>
            <ac:spMk id="3" creationId="{BB0624CF-F301-1FE6-F3E4-1D5E4B288190}"/>
          </ac:spMkLst>
        </pc:spChg>
      </pc:sldChg>
      <pc:sldChg chg="addSp modSp">
        <pc:chgData name="Paul Winser" userId="c3146a91-e6bd-4264-bd86-e164e04bc32d" providerId="ADAL" clId="{BD1062D0-7C7F-494D-B56D-A6B16B405AF9}" dt="2023-08-21T16:01:06.994" v="19"/>
        <pc:sldMkLst>
          <pc:docMk/>
          <pc:sldMk cId="1542770243" sldId="333"/>
        </pc:sldMkLst>
        <pc:spChg chg="add mod">
          <ac:chgData name="Paul Winser" userId="c3146a91-e6bd-4264-bd86-e164e04bc32d" providerId="ADAL" clId="{BD1062D0-7C7F-494D-B56D-A6B16B405AF9}" dt="2023-08-21T16:01:06.994" v="19"/>
          <ac:spMkLst>
            <pc:docMk/>
            <pc:sldMk cId="1542770243" sldId="333"/>
            <ac:spMk id="2" creationId="{E32BA656-E041-9ED1-5390-57BE9D68FE1F}"/>
          </ac:spMkLst>
        </pc:spChg>
      </pc:sldChg>
      <pc:sldChg chg="addSp modSp">
        <pc:chgData name="Paul Winser" userId="c3146a91-e6bd-4264-bd86-e164e04bc32d" providerId="ADAL" clId="{BD1062D0-7C7F-494D-B56D-A6B16B405AF9}" dt="2023-08-21T16:01:08.049" v="20"/>
        <pc:sldMkLst>
          <pc:docMk/>
          <pc:sldMk cId="3518125665" sldId="334"/>
        </pc:sldMkLst>
        <pc:spChg chg="add mod">
          <ac:chgData name="Paul Winser" userId="c3146a91-e6bd-4264-bd86-e164e04bc32d" providerId="ADAL" clId="{BD1062D0-7C7F-494D-B56D-A6B16B405AF9}" dt="2023-08-21T16:01:08.049" v="20"/>
          <ac:spMkLst>
            <pc:docMk/>
            <pc:sldMk cId="3518125665" sldId="334"/>
            <ac:spMk id="2" creationId="{34CA48C7-C820-8455-6051-4ADD0293CDA2}"/>
          </ac:spMkLst>
        </pc:spChg>
      </pc:sldChg>
      <pc:sldChg chg="addSp modSp">
        <pc:chgData name="Paul Winser" userId="c3146a91-e6bd-4264-bd86-e164e04bc32d" providerId="ADAL" clId="{BD1062D0-7C7F-494D-B56D-A6B16B405AF9}" dt="2023-08-21T16:01:09.023" v="21"/>
        <pc:sldMkLst>
          <pc:docMk/>
          <pc:sldMk cId="519550639" sldId="335"/>
        </pc:sldMkLst>
        <pc:spChg chg="add mod">
          <ac:chgData name="Paul Winser" userId="c3146a91-e6bd-4264-bd86-e164e04bc32d" providerId="ADAL" clId="{BD1062D0-7C7F-494D-B56D-A6B16B405AF9}" dt="2023-08-21T16:01:09.023" v="21"/>
          <ac:spMkLst>
            <pc:docMk/>
            <pc:sldMk cId="519550639" sldId="335"/>
            <ac:spMk id="2" creationId="{5C28D4B8-8E35-6526-A0D2-E5AF12E68E11}"/>
          </ac:spMkLst>
        </pc:spChg>
      </pc:sldChg>
      <pc:sldChg chg="addSp modSp">
        <pc:chgData name="Paul Winser" userId="c3146a91-e6bd-4264-bd86-e164e04bc32d" providerId="ADAL" clId="{BD1062D0-7C7F-494D-B56D-A6B16B405AF9}" dt="2023-08-21T16:01:10.258" v="22"/>
        <pc:sldMkLst>
          <pc:docMk/>
          <pc:sldMk cId="3768743358" sldId="336"/>
        </pc:sldMkLst>
        <pc:spChg chg="add mod">
          <ac:chgData name="Paul Winser" userId="c3146a91-e6bd-4264-bd86-e164e04bc32d" providerId="ADAL" clId="{BD1062D0-7C7F-494D-B56D-A6B16B405AF9}" dt="2023-08-21T16:01:10.258" v="22"/>
          <ac:spMkLst>
            <pc:docMk/>
            <pc:sldMk cId="3768743358" sldId="336"/>
            <ac:spMk id="2" creationId="{2B4CD096-0AA1-1711-796C-5C208A33757C}"/>
          </ac:spMkLst>
        </pc:spChg>
      </pc:sldChg>
      <pc:sldChg chg="addSp modSp">
        <pc:chgData name="Paul Winser" userId="c3146a91-e6bd-4264-bd86-e164e04bc32d" providerId="ADAL" clId="{BD1062D0-7C7F-494D-B56D-A6B16B405AF9}" dt="2023-08-21T16:01:13.979" v="23"/>
        <pc:sldMkLst>
          <pc:docMk/>
          <pc:sldMk cId="1164904655" sldId="337"/>
        </pc:sldMkLst>
        <pc:spChg chg="add mod">
          <ac:chgData name="Paul Winser" userId="c3146a91-e6bd-4264-bd86-e164e04bc32d" providerId="ADAL" clId="{BD1062D0-7C7F-494D-B56D-A6B16B405AF9}" dt="2023-08-21T16:01:13.979" v="23"/>
          <ac:spMkLst>
            <pc:docMk/>
            <pc:sldMk cId="1164904655" sldId="337"/>
            <ac:spMk id="3" creationId="{565687AC-7E63-8DCE-74B5-FA0C3B91439A}"/>
          </ac:spMkLst>
        </pc:spChg>
      </pc:sldChg>
      <pc:sldChg chg="addSp modSp">
        <pc:chgData name="Paul Winser" userId="c3146a91-e6bd-4264-bd86-e164e04bc32d" providerId="ADAL" clId="{BD1062D0-7C7F-494D-B56D-A6B16B405AF9}" dt="2023-08-21T16:01:15.140" v="24"/>
        <pc:sldMkLst>
          <pc:docMk/>
          <pc:sldMk cId="915454939" sldId="338"/>
        </pc:sldMkLst>
        <pc:spChg chg="add mod">
          <ac:chgData name="Paul Winser" userId="c3146a91-e6bd-4264-bd86-e164e04bc32d" providerId="ADAL" clId="{BD1062D0-7C7F-494D-B56D-A6B16B405AF9}" dt="2023-08-21T16:01:15.140" v="24"/>
          <ac:spMkLst>
            <pc:docMk/>
            <pc:sldMk cId="915454939" sldId="338"/>
            <ac:spMk id="3" creationId="{783EEDA8-1DD8-18A6-6992-4A3B165ADF0F}"/>
          </ac:spMkLst>
        </pc:spChg>
      </pc:sldChg>
      <pc:sldChg chg="addSp modSp">
        <pc:chgData name="Paul Winser" userId="c3146a91-e6bd-4264-bd86-e164e04bc32d" providerId="ADAL" clId="{BD1062D0-7C7F-494D-B56D-A6B16B405AF9}" dt="2023-08-21T16:01:16.847" v="25"/>
        <pc:sldMkLst>
          <pc:docMk/>
          <pc:sldMk cId="98964451" sldId="339"/>
        </pc:sldMkLst>
        <pc:spChg chg="add mod">
          <ac:chgData name="Paul Winser" userId="c3146a91-e6bd-4264-bd86-e164e04bc32d" providerId="ADAL" clId="{BD1062D0-7C7F-494D-B56D-A6B16B405AF9}" dt="2023-08-21T16:01:16.847" v="25"/>
          <ac:spMkLst>
            <pc:docMk/>
            <pc:sldMk cId="98964451" sldId="339"/>
            <ac:spMk id="2" creationId="{82AAF276-8BA3-F8C0-D2B4-8068F0888417}"/>
          </ac:spMkLst>
        </pc:spChg>
      </pc:sldChg>
      <pc:sldChg chg="addSp modSp">
        <pc:chgData name="Paul Winser" userId="c3146a91-e6bd-4264-bd86-e164e04bc32d" providerId="ADAL" clId="{BD1062D0-7C7F-494D-B56D-A6B16B405AF9}" dt="2023-08-21T16:01:18.197" v="26"/>
        <pc:sldMkLst>
          <pc:docMk/>
          <pc:sldMk cId="42147110" sldId="340"/>
        </pc:sldMkLst>
        <pc:spChg chg="add mod">
          <ac:chgData name="Paul Winser" userId="c3146a91-e6bd-4264-bd86-e164e04bc32d" providerId="ADAL" clId="{BD1062D0-7C7F-494D-B56D-A6B16B405AF9}" dt="2023-08-21T16:01:18.197" v="26"/>
          <ac:spMkLst>
            <pc:docMk/>
            <pc:sldMk cId="42147110" sldId="340"/>
            <ac:spMk id="2" creationId="{6E97AAC9-CA76-55B0-73EB-B42927B6E0E9}"/>
          </ac:spMkLst>
        </pc:spChg>
      </pc:sldChg>
      <pc:sldChg chg="addSp modSp">
        <pc:chgData name="Paul Winser" userId="c3146a91-e6bd-4264-bd86-e164e04bc32d" providerId="ADAL" clId="{BD1062D0-7C7F-494D-B56D-A6B16B405AF9}" dt="2023-08-21T16:01:19.074" v="27"/>
        <pc:sldMkLst>
          <pc:docMk/>
          <pc:sldMk cId="2583010317" sldId="341"/>
        </pc:sldMkLst>
        <pc:spChg chg="add mod">
          <ac:chgData name="Paul Winser" userId="c3146a91-e6bd-4264-bd86-e164e04bc32d" providerId="ADAL" clId="{BD1062D0-7C7F-494D-B56D-A6B16B405AF9}" dt="2023-08-21T16:01:19.074" v="27"/>
          <ac:spMkLst>
            <pc:docMk/>
            <pc:sldMk cId="2583010317" sldId="341"/>
            <ac:spMk id="3" creationId="{CE76B978-D464-FBF2-170C-F72F6A01E2F4}"/>
          </ac:spMkLst>
        </pc:spChg>
      </pc:sldChg>
      <pc:sldChg chg="addSp modSp">
        <pc:chgData name="Paul Winser" userId="c3146a91-e6bd-4264-bd86-e164e04bc32d" providerId="ADAL" clId="{BD1062D0-7C7F-494D-B56D-A6B16B405AF9}" dt="2023-08-21T16:01:21.632" v="29"/>
        <pc:sldMkLst>
          <pc:docMk/>
          <pc:sldMk cId="1019464254" sldId="342"/>
        </pc:sldMkLst>
        <pc:spChg chg="add mod">
          <ac:chgData name="Paul Winser" userId="c3146a91-e6bd-4264-bd86-e164e04bc32d" providerId="ADAL" clId="{BD1062D0-7C7F-494D-B56D-A6B16B405AF9}" dt="2023-08-21T16:01:21.632" v="29"/>
          <ac:spMkLst>
            <pc:docMk/>
            <pc:sldMk cId="1019464254" sldId="342"/>
            <ac:spMk id="2" creationId="{F32D6025-3EDB-F75D-4E9E-FBA927A9C41E}"/>
          </ac:spMkLst>
        </pc:spChg>
      </pc:sldChg>
      <pc:sldMasterChg chg="addSp delSp modSp">
        <pc:chgData name="Paul Winser" userId="c3146a91-e6bd-4264-bd86-e164e04bc32d" providerId="ADAL" clId="{BD1062D0-7C7F-494D-B56D-A6B16B405AF9}" dt="2023-08-21T16:00:34.181" v="1"/>
        <pc:sldMasterMkLst>
          <pc:docMk/>
          <pc:sldMasterMk cId="1028825263" sldId="2147484864"/>
        </pc:sldMasterMkLst>
        <pc:picChg chg="add mod">
          <ac:chgData name="Paul Winser" userId="c3146a91-e6bd-4264-bd86-e164e04bc32d" providerId="ADAL" clId="{BD1062D0-7C7F-494D-B56D-A6B16B405AF9}" dt="2023-08-21T16:00:34.181" v="1"/>
          <ac:picMkLst>
            <pc:docMk/>
            <pc:sldMasterMk cId="1028825263" sldId="2147484864"/>
            <ac:picMk id="2" creationId="{428E3D52-0225-DF7D-67D2-6A48F1AF7B78}"/>
          </ac:picMkLst>
        </pc:picChg>
        <pc:picChg chg="del">
          <ac:chgData name="Paul Winser" userId="c3146a91-e6bd-4264-bd86-e164e04bc32d" providerId="ADAL" clId="{BD1062D0-7C7F-494D-B56D-A6B16B405AF9}" dt="2023-08-21T16:00:33.881" v="0" actId="478"/>
          <ac:picMkLst>
            <pc:docMk/>
            <pc:sldMasterMk cId="1028825263" sldId="2147484864"/>
            <ac:picMk id="14341" creationId="{FEDC9336-94D7-0F7A-9422-574A068E9570}"/>
          </ac:picMkLst>
        </pc:picChg>
      </pc:sldMasterChg>
    </pc:docChg>
  </pc:docChgLst>
  <pc:docChgLst>
    <pc:chgData name="Paul Winser" userId="c3146a91-e6bd-4264-bd86-e164e04bc32d" providerId="ADAL" clId="{15C016D9-CDAE-47F3-B7A9-3959671FF0F7}"/>
    <pc:docChg chg="modSld">
      <pc:chgData name="Paul Winser" userId="c3146a91-e6bd-4264-bd86-e164e04bc32d" providerId="ADAL" clId="{15C016D9-CDAE-47F3-B7A9-3959671FF0F7}" dt="2023-08-26T21:18:38.454" v="2" actId="1076"/>
      <pc:docMkLst>
        <pc:docMk/>
      </pc:docMkLst>
      <pc:sldChg chg="addSp delSp modSp">
        <pc:chgData name="Paul Winser" userId="c3146a91-e6bd-4264-bd86-e164e04bc32d" providerId="ADAL" clId="{15C016D9-CDAE-47F3-B7A9-3959671FF0F7}" dt="2023-08-26T21:18:38.454" v="2" actId="1076"/>
        <pc:sldMkLst>
          <pc:docMk/>
          <pc:sldMk cId="1561351946" sldId="326"/>
        </pc:sldMkLst>
        <pc:picChg chg="add mod">
          <ac:chgData name="Paul Winser" userId="c3146a91-e6bd-4264-bd86-e164e04bc32d" providerId="ADAL" clId="{15C016D9-CDAE-47F3-B7A9-3959671FF0F7}" dt="2023-08-26T21:18:38.454" v="2" actId="1076"/>
          <ac:picMkLst>
            <pc:docMk/>
            <pc:sldMk cId="1561351946" sldId="326"/>
            <ac:picMk id="5" creationId="{428842FA-A21B-2710-CBB6-2CD47E52B85D}"/>
          </ac:picMkLst>
        </pc:picChg>
        <pc:picChg chg="del">
          <ac:chgData name="Paul Winser" userId="c3146a91-e6bd-4264-bd86-e164e04bc32d" providerId="ADAL" clId="{15C016D9-CDAE-47F3-B7A9-3959671FF0F7}" dt="2023-08-26T21:18:21.585" v="0" actId="478"/>
          <ac:picMkLst>
            <pc:docMk/>
            <pc:sldMk cId="1561351946" sldId="326"/>
            <ac:picMk id="6" creationId="{B744B12B-049E-0306-1515-4F6EC9FA5E2D}"/>
          </ac:picMkLst>
        </pc:picChg>
      </pc:sldChg>
    </pc:docChg>
  </pc:docChgLst>
  <pc:docChgLst>
    <pc:chgData name="Paul Winser" userId="c3146a91-e6bd-4264-bd86-e164e04bc32d" providerId="ADAL" clId="{B2FE1873-E255-4457-A1B9-4E0D20EDC2AD}"/>
    <pc:docChg chg="custSel addSld modSld">
      <pc:chgData name="Paul Winser" userId="c3146a91-e6bd-4264-bd86-e164e04bc32d" providerId="ADAL" clId="{B2FE1873-E255-4457-A1B9-4E0D20EDC2AD}" dt="2023-08-23T15:07:35.308" v="6"/>
      <pc:docMkLst>
        <pc:docMk/>
      </pc:docMkLst>
      <pc:sldChg chg="addSp delSp modSp new mod">
        <pc:chgData name="Paul Winser" userId="c3146a91-e6bd-4264-bd86-e164e04bc32d" providerId="ADAL" clId="{B2FE1873-E255-4457-A1B9-4E0D20EDC2AD}" dt="2023-08-23T15:07:35.308" v="6"/>
        <pc:sldMkLst>
          <pc:docMk/>
          <pc:sldMk cId="1980950652" sldId="343"/>
        </pc:sldMkLst>
        <pc:spChg chg="del">
          <ac:chgData name="Paul Winser" userId="c3146a91-e6bd-4264-bd86-e164e04bc32d" providerId="ADAL" clId="{B2FE1873-E255-4457-A1B9-4E0D20EDC2AD}" dt="2023-08-23T15:07:21.387" v="1" actId="478"/>
          <ac:spMkLst>
            <pc:docMk/>
            <pc:sldMk cId="1980950652" sldId="343"/>
            <ac:spMk id="2" creationId="{693DA864-7AB2-5B59-F9B8-66E66804F504}"/>
          </ac:spMkLst>
        </pc:spChg>
        <pc:spChg chg="del">
          <ac:chgData name="Paul Winser" userId="c3146a91-e6bd-4264-bd86-e164e04bc32d" providerId="ADAL" clId="{B2FE1873-E255-4457-A1B9-4E0D20EDC2AD}" dt="2023-08-23T15:07:22.622" v="2" actId="478"/>
          <ac:spMkLst>
            <pc:docMk/>
            <pc:sldMk cId="1980950652" sldId="343"/>
            <ac:spMk id="3" creationId="{DCE44B37-1B9E-D610-DBFB-68AA65E2D687}"/>
          </ac:spMkLst>
        </pc:spChg>
        <pc:spChg chg="del">
          <ac:chgData name="Paul Winser" userId="c3146a91-e6bd-4264-bd86-e164e04bc32d" providerId="ADAL" clId="{B2FE1873-E255-4457-A1B9-4E0D20EDC2AD}" dt="2023-08-23T15:07:24.643" v="3" actId="478"/>
          <ac:spMkLst>
            <pc:docMk/>
            <pc:sldMk cId="1980950652" sldId="343"/>
            <ac:spMk id="4" creationId="{6D110BDE-FD12-9EA3-1D78-94C4FEBBC4B3}"/>
          </ac:spMkLst>
        </pc:spChg>
        <pc:spChg chg="add mod">
          <ac:chgData name="Paul Winser" userId="c3146a91-e6bd-4264-bd86-e164e04bc32d" providerId="ADAL" clId="{B2FE1873-E255-4457-A1B9-4E0D20EDC2AD}" dt="2023-08-23T15:07:27.751" v="4"/>
          <ac:spMkLst>
            <pc:docMk/>
            <pc:sldMk cId="1980950652" sldId="343"/>
            <ac:spMk id="5" creationId="{05F5C6AA-5E0E-759C-9943-2599E140E346}"/>
          </ac:spMkLst>
        </pc:spChg>
        <pc:spChg chg="add mod">
          <ac:chgData name="Paul Winser" userId="c3146a91-e6bd-4264-bd86-e164e04bc32d" providerId="ADAL" clId="{B2FE1873-E255-4457-A1B9-4E0D20EDC2AD}" dt="2023-08-23T15:07:30.298" v="5"/>
          <ac:spMkLst>
            <pc:docMk/>
            <pc:sldMk cId="1980950652" sldId="343"/>
            <ac:spMk id="6" creationId="{DFF25F75-468C-0DD8-3B57-3A32C92F9EBD}"/>
          </ac:spMkLst>
        </pc:spChg>
        <pc:spChg chg="add mod">
          <ac:chgData name="Paul Winser" userId="c3146a91-e6bd-4264-bd86-e164e04bc32d" providerId="ADAL" clId="{B2FE1873-E255-4457-A1B9-4E0D20EDC2AD}" dt="2023-08-23T15:07:35.308" v="6"/>
          <ac:spMkLst>
            <pc:docMk/>
            <pc:sldMk cId="1980950652" sldId="343"/>
            <ac:spMk id="7" creationId="{AD5A3E3B-0F0A-9D0A-6C3F-1F618ED0BD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 dirty="0"/>
              <a:t>Click to edit Master text styles</a:t>
            </a:r>
          </a:p>
          <a:p>
            <a:pPr lvl="1" rtl="1"/>
            <a:r>
              <a:rPr lang="ar" noProof="0" dirty="0"/>
              <a:t>Second level</a:t>
            </a:r>
          </a:p>
          <a:p>
            <a:pPr lvl="2" rtl="1"/>
            <a:r>
              <a:rPr lang="ar" noProof="0" dirty="0"/>
              <a:t>Third level</a:t>
            </a:r>
          </a:p>
          <a:p>
            <a:pPr lvl="3" rtl="1"/>
            <a:r>
              <a:rPr lang="ar" noProof="0" dirty="0"/>
              <a:t>Fourth level</a:t>
            </a:r>
          </a:p>
          <a:p>
            <a:pPr lvl="4" rtl="1"/>
            <a:r>
              <a:rPr lang="ar" noProof="0" dirty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/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b="1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8655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800" b="1" dirty="0"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800" dirty="0"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800" dirty="0">
              <a:effectLst/>
              <a:ea typeface="Times New Roman" panose="02020603050405020304" pitchFamily="18" charset="0"/>
            </a:endParaRPr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59662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54949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>
              <a:highlight>
                <a:srgbClr val="FFFF00"/>
              </a:highlight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57990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55085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35814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384429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524045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082113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dirty="0">
              <a:solidFill>
                <a:srgbClr val="000800"/>
              </a:solidFill>
              <a:effectLst/>
              <a:latin typeface="Helvetica" pitchFamily="2" charset="0"/>
            </a:endParaRPr>
          </a:p>
          <a:p>
            <a:pPr rtl="1"/>
            <a:endParaRPr lang="en-GB" dirty="0">
              <a:solidFill>
                <a:srgbClr val="000800"/>
              </a:solidFill>
              <a:effectLst/>
              <a:latin typeface="Helvetica" pitchFamily="2" charset="0"/>
            </a:endParaRPr>
          </a:p>
          <a:p>
            <a:pPr rtl="1"/>
            <a:endParaRPr lang="en-GB" dirty="0">
              <a:solidFill>
                <a:srgbClr val="000800"/>
              </a:solidFill>
              <a:effectLst/>
              <a:latin typeface="Helvetica" pitchFamily="2" charset="0"/>
            </a:endParaRPr>
          </a:p>
          <a:p>
            <a:pPr rtl="1"/>
            <a:endParaRPr lang="en-GB" dirty="0">
              <a:solidFill>
                <a:srgbClr val="000800"/>
              </a:solidFill>
              <a:effectLst/>
              <a:latin typeface="Helvetica" pitchFamily="2" charset="0"/>
            </a:endParaRPr>
          </a:p>
          <a:p>
            <a:pPr rtl="1"/>
            <a:endParaRPr lang="en-GB" dirty="0">
              <a:solidFill>
                <a:srgbClr val="000800"/>
              </a:solidFill>
              <a:effectLst/>
              <a:latin typeface="Helvetica" pitchFamily="2" charset="0"/>
            </a:endParaRPr>
          </a:p>
          <a:p>
            <a:pPr rtl="1"/>
            <a:endParaRPr lang="en-GB" altLang="en-US" b="1" dirty="0"/>
          </a:p>
          <a:p>
            <a:pPr rtl="1"/>
            <a:endParaRPr lang="en-GB" altLang="en-US" b="1" dirty="0"/>
          </a:p>
          <a:p>
            <a:pPr rtl="1"/>
            <a:endParaRPr lang="en-GB" altLang="en-US" b="1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737358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460401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554511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6229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701098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548790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b="1" dirty="0"/>
          </a:p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103716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491875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265935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b="0" dirty="0"/>
              <a:t>.</a:t>
            </a:r>
          </a:p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508860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65540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dirty="0"/>
              <a:t>.</a:t>
            </a:r>
          </a:p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198488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dirty="0"/>
              <a:t>.</a:t>
            </a:r>
            <a:endParaRPr lang="en-GB" altLang="en-US" dirty="0">
              <a:highlight>
                <a:srgbClr val="FFFF00"/>
              </a:highlight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787759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798854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  <a:p>
            <a:pPr rtl="1"/>
            <a:endParaRPr lang="en-GB" altLang="en-US" b="1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0356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>
              <a:defRPr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Blue 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Blue subhead</a:t>
            </a:r>
          </a:p>
          <a:p>
            <a:pPr rtl="1"/>
            <a:r>
              <a:rPr lang="ar" dirty="0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604850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2592856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8827724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6.jp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6" Type="http://schemas.openxmlformats.org/officeDocument/2006/relationships/image" Target="../media/image7.jpg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8.jp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5" Type="http://schemas.openxmlformats.org/officeDocument/2006/relationships/image" Target="../media/image9.jpg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5" Type="http://schemas.openxmlformats.org/officeDocument/2006/relationships/image" Target="../media/image10.jpg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18.xml"/><Relationship Id="rId15" Type="http://schemas.openxmlformats.org/officeDocument/2006/relationships/image" Target="../media/image11.jpg"/><Relationship Id="rId10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  <p:sldLayoutId id="2147484932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428E3D52-0225-DF7D-67D2-6A48F1AF7B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3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4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0012F91A-CE7E-F9D0-49A0-525DD2185B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0" y="2130425"/>
            <a:ext cx="9144000" cy="2235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dirty="0"/>
              <a:t>الوحدة 4</a:t>
            </a:r>
            <a:br>
              <a:rPr lang="en-GB" altLang="en-US" dirty="0"/>
            </a:br>
            <a:r>
              <a:rPr lang="ar" dirty="0"/>
              <a:t>الاستدامة في قطاع الضيافة</a:t>
            </a:r>
            <a:br>
              <a:rPr lang="en-GB" altLang="en-US" dirty="0">
                <a:highlight>
                  <a:srgbClr val="FFFF00"/>
                </a:highlight>
              </a:rPr>
            </a:br>
            <a:br>
              <a:rPr lang="en-GB" altLang="en-US" dirty="0"/>
            </a:br>
            <a:br>
              <a:rPr lang="en-US" altLang="en-US" dirty="0"/>
            </a:br>
            <a:endParaRPr lang="en-GB" alt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CB350C1-104C-7B47-9A8E-4A3C79992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237312"/>
            <a:ext cx="9144000" cy="287337"/>
          </a:xfrm>
        </p:spPr>
        <p:txBody>
          <a:bodyPr wrap="square" rtlCol="1" anchor="t">
            <a:normAutofit lnSpcReduction="10000"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400" dirty="0"/>
              <a:t>© حقوق التأليف والنشر لعام 2023 محفوظة لشركة بيرسون إديوكيشن ليمتد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858A70-2CCB-06FA-D56D-982F11B87B3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512" y="1195388"/>
            <a:ext cx="8784976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>
                <a:effectLst/>
                <a:latin typeface="Helvetica" pitchFamily="2" charset="0"/>
              </a:rPr>
              <a:t>الاستدامة في قطاع الضيافة</a:t>
            </a:r>
            <a:endParaRPr lang="en-GB" altLang="en-US" dirty="0">
              <a:highlight>
                <a:srgbClr val="FFFF00"/>
              </a:highlight>
            </a:endParaRP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544" y="2886075"/>
            <a:ext cx="8352928" cy="371127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Font typeface="Wingdings" panose="05000000000000000000" pitchFamily="2" charset="2"/>
              <a:buNone/>
            </a:pPr>
            <a:r>
              <a:rPr lang="ar" dirty="0"/>
              <a:t>تبحث الوحدة تأثيرات قطاع الضيافة على البيئات التي تعمل فيها والمبادرات التي يمكن القيام بها للحد من هذه الآثار.  </a:t>
            </a:r>
          </a:p>
          <a:p>
            <a:pPr marL="0" indent="0" rtl="1">
              <a:buNone/>
            </a:pPr>
            <a:r>
              <a:rPr lang="ar" dirty="0"/>
              <a:t>في هذه الوحدة سوف </a:t>
            </a:r>
            <a:r>
              <a:rPr lang="ar-EG" dirty="0"/>
              <a:t>تدرس</a:t>
            </a:r>
            <a:r>
              <a:rPr lang="ar" dirty="0"/>
              <a:t> مفهوم الاستدامة وسبب أهمية الاستدامة في المساعدة على </a:t>
            </a:r>
            <a:r>
              <a:rPr lang="ar-EG" dirty="0"/>
              <a:t>الحد</a:t>
            </a:r>
            <a:r>
              <a:rPr lang="ar" dirty="0"/>
              <a:t> </a:t>
            </a:r>
            <a:r>
              <a:rPr lang="ar-EG" dirty="0"/>
              <a:t>من الأثر</a:t>
            </a:r>
            <a:r>
              <a:rPr lang="ar" dirty="0"/>
              <a:t> </a:t>
            </a:r>
            <a:r>
              <a:rPr lang="ar-EG" dirty="0"/>
              <a:t>ال</a:t>
            </a:r>
            <a:r>
              <a:rPr lang="ar" dirty="0"/>
              <a:t>مسؤول عن</a:t>
            </a:r>
            <a:r>
              <a:rPr lang="ar-EG" dirty="0"/>
              <a:t>ه قطاع الضيافة</a:t>
            </a:r>
            <a:r>
              <a:rPr lang="ar" dirty="0"/>
              <a:t>. </a:t>
            </a:r>
          </a:p>
          <a:p>
            <a:pPr marL="0" indent="0" rtl="1">
              <a:buNone/>
            </a:pPr>
            <a:r>
              <a:rPr lang="ar" dirty="0"/>
              <a:t>تمنحك هذه الوحدة الفرصة للتحقيق في مجال الاستدام</a:t>
            </a:r>
            <a:r>
              <a:rPr lang="ar-EG" dirty="0"/>
              <a:t>ة</a:t>
            </a:r>
            <a:r>
              <a:rPr lang="ar" dirty="0"/>
              <a:t>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B3FCA91-D69B-FA3A-7F67-C1E5B1BDE27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/>
              <a:t>أهداف التعلم</a:t>
            </a:r>
            <a:endParaRPr lang="en-GB" altLang="en-US" dirty="0"/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8312" y="2627313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b="1" dirty="0"/>
              <a:t>(أ) </a:t>
            </a:r>
            <a:r>
              <a:rPr lang="ar" dirty="0">
                <a:effectLst/>
                <a:latin typeface="Helvetica" pitchFamily="2" charset="0"/>
              </a:rPr>
              <a:t>فهم مبادئ الاستدامة</a:t>
            </a:r>
            <a:endParaRPr lang="en-GB" altLang="en-US" dirty="0">
              <a:highlight>
                <a:srgbClr val="FFFF00"/>
              </a:highlight>
            </a:endParaRPr>
          </a:p>
          <a:p>
            <a:pPr marL="323850" indent="-32385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b="1" dirty="0"/>
              <a:t>)</a:t>
            </a:r>
            <a:r>
              <a:rPr lang="ar" b="1" dirty="0"/>
              <a:t>ب</a:t>
            </a:r>
            <a:r>
              <a:rPr lang="en-US" b="1" dirty="0"/>
              <a:t>(</a:t>
            </a:r>
            <a:r>
              <a:rPr lang="ar" dirty="0"/>
              <a:t> فهم التدابير التي اتخذها قطاع الضيافة للحفاظ على بيئة مستدامة</a:t>
            </a:r>
          </a:p>
          <a:p>
            <a:pPr marL="323850" indent="-32385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b="1" dirty="0"/>
              <a:t>)</a:t>
            </a:r>
            <a:r>
              <a:rPr lang="ar" b="1" dirty="0"/>
              <a:t>ج</a:t>
            </a:r>
            <a:r>
              <a:rPr lang="en-US" b="1" dirty="0"/>
              <a:t>(</a:t>
            </a:r>
            <a:r>
              <a:rPr lang="ar" dirty="0"/>
              <a:t> التحقيق في مجال الاستدامة الذي يؤثر على قطاع الضيافة.</a:t>
            </a: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 dirty="0"/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 dirty="0">
              <a:highlight>
                <a:srgbClr val="FFFF00"/>
              </a:highlight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 dirty="0"/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en-GB" altLang="en-US" dirty="0"/>
            </a:br>
            <a:r>
              <a:rPr lang="ar" dirty="0"/>
              <a:t>	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D602E62-D496-8E9D-43CE-4FD785A28B8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/>
              <a:t>هدف التعلم (أ)</a:t>
            </a: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36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6012" y="4149725"/>
            <a:ext cx="7272412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/>
              <a:t>أهمية الاستدامة للبيئة</a:t>
            </a:r>
          </a:p>
          <a:p>
            <a:pPr marL="685800" rtl="1"/>
            <a:r>
              <a:rPr lang="ar"/>
              <a:t>كيف تلبي الاستدامة الاحتياجات البيئية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فهم مبادئ الاستدامة</a:t>
            </a:r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424E05-1D64-744A-A530-C502BD8D1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/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149C6A-C742-0822-A869-3CAB6ACC52E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9512" y="2422624"/>
            <a:ext cx="8784976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r>
              <a:rPr lang="ar" dirty="0"/>
              <a:t>يدرس هدف التعلم (أ) مبادئ الاستدامة </a:t>
            </a:r>
            <a:r>
              <a:rPr lang="ar" dirty="0">
                <a:effectLst/>
                <a:latin typeface="Helvetica" pitchFamily="2" charset="0"/>
              </a:rPr>
              <a:t>وأهمية الاستدامة للبيئة وآثار الاحتباس الحراري، بما في ذلك </a:t>
            </a:r>
            <a:r>
              <a:rPr lang="ar-EG" dirty="0">
                <a:effectLst/>
                <a:latin typeface="Helvetica" pitchFamily="2" charset="0"/>
              </a:rPr>
              <a:t>ال</a:t>
            </a:r>
            <a:r>
              <a:rPr lang="ar" dirty="0">
                <a:effectLst/>
                <a:latin typeface="Helvetica" pitchFamily="2" charset="0"/>
              </a:rPr>
              <a:t>آثار مثل</a:t>
            </a:r>
            <a:r>
              <a:rPr lang="ar" dirty="0"/>
              <a:t>:</a:t>
            </a:r>
          </a:p>
          <a:p>
            <a:pPr indent="0" rtl="1">
              <a:buNone/>
            </a:pPr>
            <a:endParaRPr lang="en-GB" dirty="0">
              <a:effectLst/>
              <a:latin typeface="Helvetica" pitchFamily="2" charset="0"/>
            </a:endParaRP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FF0000"/>
              </a:solidFill>
            </a:endParaRP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FF0000"/>
              </a:solidFill>
            </a:endParaRP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5BFA218C-0C28-4748-A543-351C5709B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512" y="1412776"/>
            <a:ext cx="8784976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3200">
                <a:effectLst/>
                <a:latin typeface="Helvetica" pitchFamily="2" charset="0"/>
              </a:rPr>
              <a:t>الاستدامة في قطاع الضيافة (1)</a:t>
            </a:r>
            <a:endParaRPr lang="en-GB" altLang="en-US" sz="3200" dirty="0">
              <a:highlight>
                <a:srgbClr val="FFFF00"/>
              </a:highlight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5B11FD1-0BD4-0C4A-A328-F8662B23E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4003576"/>
            <a:ext cx="6912768" cy="2136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2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ذوبان الجليد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ارتفاع مستويات سطح البحر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الفيضانات المحلية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تغير المناخ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فقدان التنوع البيولوجي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فقدان الزراعة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المجاعات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3B5A2B2-DC8B-29E8-B5DD-C3B2E1C2508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21803039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9512" y="2030739"/>
            <a:ext cx="8784976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r>
              <a:rPr lang="ar"/>
              <a:t>يحقق هدف التعلم (أ) أيضًا في مفهوم الاستدامة الذي يتضمن ممارسات مثل:</a:t>
            </a:r>
            <a:endParaRPr lang="en-GB" dirty="0">
              <a:effectLst/>
              <a:latin typeface="Helvetica" pitchFamily="2" charset="0"/>
            </a:endParaRP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FF0000"/>
              </a:solidFill>
            </a:endParaRP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FF0000"/>
              </a:solidFill>
            </a:endParaRP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5BFA218C-0C28-4748-A543-351C5709B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8619" y="1231447"/>
            <a:ext cx="8784976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3200">
                <a:effectLst/>
                <a:latin typeface="Helvetica" pitchFamily="2" charset="0"/>
              </a:rPr>
              <a:t>الاستدامة في قطاع الضيافة (2)</a:t>
            </a:r>
            <a:endParaRPr lang="en-GB" altLang="en-US" sz="3200" dirty="0">
              <a:highlight>
                <a:srgbClr val="FFFF00"/>
              </a:highlight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DBFBF-AF74-DC4E-813A-32FB6C68A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998316"/>
            <a:ext cx="7776864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2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تقليل الطاقة</a:t>
            </a:r>
          </a:p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مصابيح كهربائية منخفضة الطاقة</a:t>
            </a:r>
          </a:p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التدفئة الشمسية</a:t>
            </a:r>
          </a:p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خفض الترموستات</a:t>
            </a:r>
          </a:p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الاستعانة بمعدات احتياطية</a:t>
            </a:r>
          </a:p>
          <a:p>
            <a:pPr marL="685800" rtl="1"/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زيادة مستويات العزل</a:t>
            </a:r>
          </a:p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النقل</a:t>
            </a:r>
          </a:p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مصادر الطاقة البديلة (الأمواج والرياح والطاقة الشمسية)</a:t>
            </a:r>
          </a:p>
          <a:p>
            <a:pPr marL="685800" rtl="1"/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7318E3C-1977-6441-84C1-B6DE8719A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5756145"/>
            <a:ext cx="8784976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ضع في اعتبارك كل الممارسات وكيف تساهم في إدارة شركات الضيافة المستدامة.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FF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FF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31091BE-6530-185C-087F-599474C01E8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9108715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-1815" y="2133600"/>
            <a:ext cx="91440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r>
              <a:rPr lang="ar"/>
              <a:t>يناقش هدف التعلم (أ) أيضًا المصطلحات الأساسية التي قد تصادفها عند التحقيق في مشكلات الاستدامة بما في ذلك:</a:t>
            </a:r>
            <a:endParaRPr lang="en-GB" altLang="en-US" dirty="0">
              <a:solidFill>
                <a:srgbClr val="FF0000"/>
              </a:solidFill>
            </a:endParaRP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FF0000"/>
              </a:solidFill>
            </a:endParaRP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5BFA218C-0C28-4748-A543-351C5709B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195388"/>
            <a:ext cx="91440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3200">
                <a:effectLst/>
                <a:latin typeface="Helvetica" pitchFamily="2" charset="0"/>
              </a:rPr>
              <a:t>الاستدامة في قطاع الضيافة (3)</a:t>
            </a:r>
            <a:endParaRPr lang="en-GB" altLang="en-US" sz="3200" dirty="0">
              <a:highlight>
                <a:srgbClr val="FFFF00"/>
              </a:highlight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DBFBF-AF74-DC4E-813A-32FB6C68A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3295317"/>
            <a:ext cx="5976664" cy="2017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البصمة الكربونية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تغير المناخ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الأميال الغذائية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الغذاء المحلي.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FE162C3-BA32-1B48-8357-CD1D612FA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11" y="5533780"/>
            <a:ext cx="9144000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ضع في اعتبارك ما تعنيه كل منها وكيفية ارتباطها بمفهوم الاستدامة.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FF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FF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AA8D75C-907B-E5A6-1371-2C9517FC3D7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91036973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56114" y="2565400"/>
            <a:ext cx="8784976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r>
              <a:rPr lang="ar" dirty="0"/>
              <a:t>ينتهي هدف التعلم (أ) </a:t>
            </a:r>
            <a:r>
              <a:rPr lang="ar-EG" dirty="0"/>
              <a:t>ب</a:t>
            </a:r>
            <a:r>
              <a:rPr lang="ar" dirty="0"/>
              <a:t>دراسة كيفية تلبية الاستدامة لاحتياجات البيئة.</a:t>
            </a:r>
          </a:p>
          <a:p>
            <a:pPr indent="0" rtl="1">
              <a:buNone/>
            </a:pPr>
            <a:endParaRPr lang="en-GB" altLang="en-US" dirty="0"/>
          </a:p>
          <a:p>
            <a:pPr indent="0" rtl="1">
              <a:buNone/>
            </a:pPr>
            <a:r>
              <a:rPr lang="ar" dirty="0"/>
              <a:t>التركيز على:</a:t>
            </a:r>
          </a:p>
          <a:p>
            <a:pPr indent="0" rtl="1">
              <a:buNone/>
            </a:pPr>
            <a:r>
              <a:rPr lang="ar" dirty="0"/>
              <a:t> </a:t>
            </a:r>
            <a:endParaRPr lang="en-GB" altLang="en-US" dirty="0">
              <a:solidFill>
                <a:srgbClr val="FF0000"/>
              </a:solidFill>
            </a:endParaRP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5BFA218C-0C28-4748-A543-351C5709B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6114" y="1545726"/>
            <a:ext cx="8784976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3200">
                <a:effectLst/>
                <a:latin typeface="Helvetica" pitchFamily="2" charset="0"/>
              </a:rPr>
              <a:t>الاستدامة في قطاع الضيافة (4)</a:t>
            </a:r>
            <a:endParaRPr lang="en-GB" altLang="en-US" sz="3200" dirty="0">
              <a:highlight>
                <a:srgbClr val="FFFF00"/>
              </a:highlight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DBFBF-AF74-DC4E-813A-32FB6C68A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4437112"/>
            <a:ext cx="7776864" cy="2017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الاحتياجات البيئية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احتياجات البناء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FDCECA4-FE28-8065-B7FC-9740FC6FAAC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99928881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5BFA218C-0C28-4748-A543-351C5709B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512" y="1195388"/>
            <a:ext cx="8784976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200">
                <a:effectLst/>
                <a:latin typeface="Helvetica" pitchFamily="2" charset="0"/>
              </a:rPr>
              <a:t>الاحتياجات البيئية</a:t>
            </a:r>
            <a:endParaRPr lang="en-GB" altLang="en-US" sz="4200" dirty="0">
              <a:highlight>
                <a:srgbClr val="FFFF00"/>
              </a:highlight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DBFBF-AF74-DC4E-813A-32FB6C68A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2276872"/>
            <a:ext cx="7776864" cy="4177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2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الطاقة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النقل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الأرض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المجتمعات المستدامة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المساحات الخضراء 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فواتير طاقة منخفضة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هواء أنظف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الحد من التلوث</a:t>
            </a: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نفايات أقل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إعادة التعليم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شبكات النقل الحضري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مصادر الطاقة المتجددة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توفر إعادة التدوير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النفايات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التعبئة والتغليف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070389A-109F-9B01-AEF3-52071B22BD7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60887577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5BFA218C-0C28-4748-A543-351C5709B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512" y="1340768"/>
            <a:ext cx="8784976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3200"/>
              <a:t>احتياجات البناء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DBFBF-AF74-DC4E-813A-32FB6C68A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627188"/>
            <a:ext cx="7776864" cy="5040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منازل بأسعار معقولة بما في ذلك المواد ومواد البناء المتجددة ومواد البناء الطبيعية والتكاليف المنخفضة والدفء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المباني الفعالة من حيث التكلفة وذات التهوية الجيدة والإضاءة الكافية</a:t>
            </a:r>
          </a:p>
          <a:p>
            <a:pPr rtl="1"/>
            <a:r>
              <a:rPr lang="ar" sz="24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تنتج المباني حاليًا حوالي 39٪ من انبعاثات الكربون العالمية المتعلقة بالطاقة. لذلك ضع في اعتبارك كيفية تشييد المنازل الجديدة والمباني الأخرى في المكان الذي تعيش</a:t>
            </a:r>
            <a:r>
              <a:rPr lang="ar" dirty="0"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</a:t>
            </a:r>
            <a:r>
              <a:rPr lang="ar" sz="24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فيه ومدى إمكانية تصنيفها على أنها مستدامة.</a:t>
            </a:r>
          </a:p>
          <a:p>
            <a:pPr rtl="1"/>
            <a:endParaRPr lang="en-GB" sz="24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rtl="1"/>
            <a:endParaRPr lang="en-GB" sz="24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D275E78-9424-B998-50C1-1AA0A7F366F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84617598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233F6-3079-9C41-8884-7B1C853C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</p:spPr>
        <p:txBody>
          <a:bodyPr rtlCol="1"/>
          <a:lstStyle/>
          <a:p>
            <a:pPr rtl="1"/>
            <a:r>
              <a:rPr lang="ar" sz="3200"/>
              <a:t>قضايا الاستدامة الرئيسية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4087AA3-7F05-104B-A618-E9017C62C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221088"/>
            <a:ext cx="7951912" cy="3421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ctr" rtl="1"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ناقش مصادر الطاقة المتجددة/البديلة وكيفية انتقال قطاع الضيافة إليها.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C8EBCC-8C58-79F9-07DF-0920B812FB89}"/>
              </a:ext>
            </a:extLst>
          </p:cNvPr>
          <p:cNvSpPr/>
          <p:nvPr/>
        </p:nvSpPr>
        <p:spPr>
          <a:xfrm>
            <a:off x="2817304" y="3645539"/>
            <a:ext cx="3581400" cy="432816"/>
          </a:xfrm>
          <a:prstGeom prst="rect">
            <a:avLst/>
          </a:prstGeom>
          <a:noFill/>
        </p:spPr>
        <p:txBody>
          <a:bodyPr lIns="0" tIns="0" rIns="0" bIns="0" rtlCol="1">
            <a:noAutofit/>
          </a:bodyPr>
          <a:lstStyle/>
          <a:p>
            <a:pPr indent="0" algn="ctr" rtl="1"/>
            <a:r>
              <a:rPr lang="ar" sz="4000" dirty="0">
                <a:solidFill>
                  <a:srgbClr val="4659C1"/>
                </a:solidFill>
                <a:latin typeface="Arial"/>
              </a:rPr>
              <a:t>الطاقة المتجددة</a:t>
            </a:r>
            <a:endParaRPr lang="en-US" sz="4000" baseline="-25000" dirty="0">
              <a:solidFill>
                <a:srgbClr val="4659C1"/>
              </a:solidFill>
              <a:latin typeface="Arial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37C11F9-A786-AD36-05E0-EC584A9B8A2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428842FA-A21B-2710-CBB6-2CD47E52B8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66858" y="2236160"/>
            <a:ext cx="3682291" cy="2945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135194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268760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/>
              <a:t>هدف التعلم (ب)</a:t>
            </a: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36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8" y="3717032"/>
            <a:ext cx="8280920" cy="235331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endParaRPr lang="en-GB" altLang="en-US" dirty="0"/>
          </a:p>
          <a:p>
            <a:pPr marL="685800" rtl="1"/>
            <a:r>
              <a:rPr lang="ar"/>
              <a:t>تأثير قطاع الضيافة على البيئة</a:t>
            </a:r>
          </a:p>
          <a:p>
            <a:pPr marL="685800" rtl="1"/>
            <a:r>
              <a:rPr lang="ar"/>
              <a:t>فوائد الممارسات البيئية الجيدة على قطاع الضيافة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3" y="2063204"/>
            <a:ext cx="8784975" cy="1653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 dirty="0">
                <a:effectLst/>
                <a:latin typeface="Helvetica" pitchFamily="2" charset="0"/>
                <a:cs typeface="Sakkal Majalla" panose="02000000000000000000" pitchFamily="2" charset="-78"/>
              </a:rPr>
              <a:t>فهم التدابير التي اتخذتها قطاع الضيافة للحفاظ على بيئة مستدامة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0D982C2-1BCC-8A52-838C-7118FB0FC75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8300444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9515" y="2921746"/>
            <a:ext cx="8605461" cy="10081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/>
              <a:t>يحقق هدف التعلم (ب) في تأثير قطاع الضيافة على البيئة بما في ذلك: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53A36B9-194C-0D46-87E1-2831B49D1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3" y="1163985"/>
            <a:ext cx="8784975" cy="1653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200" b="1" dirty="0">
                <a:effectLst/>
                <a:latin typeface="Helvetica" pitchFamily="2" charset="0"/>
                <a:cs typeface="Sakkal Majalla" panose="02000000000000000000" pitchFamily="2" charset="-78"/>
              </a:rPr>
              <a:t>فهم التدابير التي اتخذها قطاع الضيافة للحفاظ على بيئة مستدامة (1)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2F74E2D-9DB6-4B46-9B91-170B23749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5" y="4077072"/>
            <a:ext cx="8784974" cy="2021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2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تلوث الهواء والأرض والمياه</a:t>
            </a:r>
          </a:p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النفايات وكيفية التخلص منها</a:t>
            </a:r>
          </a:p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تدمير الموائل</a:t>
            </a:r>
          </a:p>
          <a:p>
            <a:pPr marL="685800" rtl="1"/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الموارد</a:t>
            </a:r>
          </a:p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الضوضاء</a:t>
            </a:r>
          </a:p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الإزعاج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BDE8BA2-AC10-1A43-9FD8-B367F501A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104" y="5594287"/>
            <a:ext cx="8604448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ضع في اعتبارك كل من هذه العوامل، وكيف يؤثر قطاع الضيافة على البيئة التي تعيش فيها.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2176BE7-56AB-EA21-8607-FBAE4B3B534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80811668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4639" y="2924944"/>
            <a:ext cx="8784975" cy="10081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/>
              <a:t>يستكشف هدف التعلم (ب) مزايا الممارسات البيئية الجيدة لقطاع الضيافة بما في ذلك: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53A36B9-194C-0D46-87E1-2831B49D1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3" y="1163985"/>
            <a:ext cx="8784975" cy="1653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200" b="1" dirty="0">
                <a:effectLst/>
                <a:latin typeface="Helvetica" pitchFamily="2" charset="0"/>
                <a:cs typeface="Sakkal Majalla" panose="02000000000000000000" pitchFamily="2" charset="-78"/>
              </a:rPr>
              <a:t>فهم التدابير التي اتخذها قطاع الضيافة للحفاظ على بيئة مستدامة (2)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2F74E2D-9DB6-4B46-9B91-170B23749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3" y="4040187"/>
            <a:ext cx="8784974" cy="219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2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خفض التكاليف وزيادة الأرباح</a:t>
            </a:r>
          </a:p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حماية الموارد الطبيعية</a:t>
            </a:r>
          </a:p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تقليل النفايات إلى مكبات النفايات</a:t>
            </a:r>
          </a:p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تحسين السمعة</a:t>
            </a:r>
          </a:p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تقليل مخاطر الغرامات والملاحقات القضائية</a:t>
            </a:r>
          </a:p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المنتجات المحلية</a:t>
            </a:r>
          </a:p>
          <a:p>
            <a:pPr marL="685800" rtl="1"/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تحفيز الموظفين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97F42E8-946B-5FB4-55F3-855A09C6197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3294422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0">
            <a:extLst>
              <a:ext uri="{FF2B5EF4-FFF2-40B4-BE49-F238E27FC236}">
                <a16:creationId xmlns:a16="http://schemas.microsoft.com/office/drawing/2014/main" id="{7127EBF4-E078-904C-F030-D0043900E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799" y="1926059"/>
            <a:ext cx="3618609" cy="3700826"/>
          </a:xfrm>
          <a:prstGeom prst="rect">
            <a:avLst/>
          </a:prstGeom>
        </p:spPr>
      </p:pic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1340768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3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الحد من النفايات البلاستيكية</a:t>
            </a:r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2AE30C-FAFA-3F4F-90DC-397F6F5F5FC9}"/>
              </a:ext>
            </a:extLst>
          </p:cNvPr>
          <p:cNvSpPr txBox="1"/>
          <p:nvPr/>
        </p:nvSpPr>
        <p:spPr>
          <a:xfrm>
            <a:off x="562447" y="5517232"/>
            <a:ext cx="7991475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 sz="2400" dirty="0">
                <a:solidFill>
                  <a:srgbClr val="000800"/>
                </a:solidFill>
                <a:effectLst/>
                <a:latin typeface="Helvetica" pitchFamily="2" charset="0"/>
                <a:cs typeface="Sakkal Majalla" panose="02000000000000000000" pitchFamily="2" charset="-78"/>
              </a:rPr>
              <a:t>ناقش كيف يمكن لقطاع الضيافة تقليل كمية البلاستيك والمواد البلاستيكية </a:t>
            </a:r>
            <a:br>
              <a:rPr lang="en-US" sz="2400" dirty="0">
                <a:solidFill>
                  <a:srgbClr val="000800"/>
                </a:solidFill>
                <a:effectLst/>
                <a:latin typeface="Helvetica" pitchFamily="2" charset="0"/>
                <a:cs typeface="Sakkal Majalla" panose="02000000000000000000" pitchFamily="2" charset="-78"/>
              </a:rPr>
            </a:br>
            <a:r>
              <a:rPr lang="ar" sz="2400" dirty="0">
                <a:solidFill>
                  <a:srgbClr val="000800"/>
                </a:solidFill>
                <a:effectLst/>
                <a:latin typeface="Helvetica" pitchFamily="2" charset="0"/>
                <a:cs typeface="Sakkal Majalla" panose="02000000000000000000" pitchFamily="2" charset="-78"/>
              </a:rPr>
              <a:t>المستخدمة لمرة واحدة.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EF1529-8A6E-9893-02DC-682926B2EF32}"/>
              </a:ext>
            </a:extLst>
          </p:cNvPr>
          <p:cNvSpPr/>
          <p:nvPr/>
        </p:nvSpPr>
        <p:spPr>
          <a:xfrm>
            <a:off x="2941320" y="2755392"/>
            <a:ext cx="902208" cy="752856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 rtlCol="1">
            <a:noAutofit/>
          </a:bodyPr>
          <a:lstStyle/>
          <a:p>
            <a:pPr indent="0" algn="ctr" rtl="1">
              <a:spcAft>
                <a:spcPts val="140"/>
              </a:spcAft>
            </a:pPr>
            <a:r>
              <a:rPr lang="ar" sz="1400">
                <a:solidFill>
                  <a:srgbClr val="E72A4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PET</a:t>
            </a:r>
          </a:p>
          <a:p>
            <a:pPr indent="0" algn="ctr" rtl="1">
              <a:lnSpc>
                <a:spcPct val="92000"/>
              </a:lnSpc>
            </a:pPr>
            <a:r>
              <a:rPr lang="ar" sz="1000">
                <a:solidFill>
                  <a:srgbClr val="37373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(البولي إيثيلين تيريفثالات) مثل الزجاجات البلاستيكية وتغليف اللحوم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5E7C09-CE42-B207-9411-40143C0DC27B}"/>
              </a:ext>
            </a:extLst>
          </p:cNvPr>
          <p:cNvSpPr/>
          <p:nvPr/>
        </p:nvSpPr>
        <p:spPr>
          <a:xfrm>
            <a:off x="4078224" y="2746248"/>
            <a:ext cx="923544" cy="1030224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 rtlCol="1">
            <a:noAutofit/>
          </a:bodyPr>
          <a:lstStyle/>
          <a:p>
            <a:pPr indent="0" algn="ctr" rtl="1"/>
            <a:r>
              <a:rPr lang="ar" sz="1400" b="1">
                <a:solidFill>
                  <a:srgbClr val="E72A4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HDPE</a:t>
            </a:r>
          </a:p>
          <a:p>
            <a:pPr indent="0" algn="ctr" rtl="1">
              <a:lnSpc>
                <a:spcPct val="93000"/>
              </a:lnSpc>
            </a:pPr>
            <a:r>
              <a:rPr lang="ar" sz="1000">
                <a:solidFill>
                  <a:srgbClr val="37373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(البولي إيثيلين عالي الكثافة) مثل زجاجات الحليب وزجاجات المنظفات وزجاجات الزيت ولعب الأطفال والأكياس البلاستيكية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4DDA27-C54B-57DD-858F-D3DE192888E9}"/>
              </a:ext>
            </a:extLst>
          </p:cNvPr>
          <p:cNvSpPr/>
          <p:nvPr/>
        </p:nvSpPr>
        <p:spPr>
          <a:xfrm>
            <a:off x="2782824" y="4410456"/>
            <a:ext cx="798576" cy="762000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 rtlCol="1">
            <a:noAutofit/>
          </a:bodyPr>
          <a:lstStyle/>
          <a:p>
            <a:pPr indent="0" algn="ctr" rtl="1"/>
            <a:r>
              <a:rPr lang="ar" sz="1400" b="1">
                <a:solidFill>
                  <a:srgbClr val="E72A4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LDPE</a:t>
            </a:r>
          </a:p>
          <a:p>
            <a:pPr indent="0" algn="ctr" rtl="1">
              <a:lnSpc>
                <a:spcPct val="93000"/>
              </a:lnSpc>
            </a:pPr>
            <a:r>
              <a:rPr lang="ar" sz="1000">
                <a:solidFill>
                  <a:srgbClr val="37373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(البولي إيثيلين منخفض الكثافة) مثل الأكياس البلاستيكية والأغلفة المنكمشة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6D5DC3-E105-D79D-DE14-86E9695F6A66}"/>
              </a:ext>
            </a:extLst>
          </p:cNvPr>
          <p:cNvSpPr/>
          <p:nvPr/>
        </p:nvSpPr>
        <p:spPr>
          <a:xfrm>
            <a:off x="3657600" y="4419600"/>
            <a:ext cx="947928" cy="755904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 rtlCol="1">
            <a:noAutofit/>
          </a:bodyPr>
          <a:lstStyle/>
          <a:p>
            <a:pPr indent="0" algn="ctr" rtl="1"/>
            <a:r>
              <a:rPr lang="ar" sz="1400" b="1">
                <a:solidFill>
                  <a:srgbClr val="E72A4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PP</a:t>
            </a:r>
          </a:p>
          <a:p>
            <a:pPr indent="0" algn="ctr" rtl="1">
              <a:lnSpc>
                <a:spcPct val="93000"/>
              </a:lnSpc>
            </a:pPr>
            <a:r>
              <a:rPr lang="ar" sz="1000">
                <a:solidFill>
                  <a:srgbClr val="37373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(البولي بروبيلين) مثل حاويات المارجرين وحاويات الزبادي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E5C780-DA22-16A2-208F-3E320CC01B09}"/>
              </a:ext>
            </a:extLst>
          </p:cNvPr>
          <p:cNvSpPr/>
          <p:nvPr/>
        </p:nvSpPr>
        <p:spPr>
          <a:xfrm>
            <a:off x="5666232" y="4440936"/>
            <a:ext cx="585216" cy="149352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1400" b="1">
                <a:solidFill>
                  <a:srgbClr val="E72A4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أخرى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88101D-A962-CEE8-58A4-309CB7F724D8}"/>
              </a:ext>
            </a:extLst>
          </p:cNvPr>
          <p:cNvSpPr/>
          <p:nvPr/>
        </p:nvSpPr>
        <p:spPr>
          <a:xfrm>
            <a:off x="4684776" y="4419600"/>
            <a:ext cx="798576" cy="621792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 rtlCol="1">
            <a:noAutofit/>
          </a:bodyPr>
          <a:lstStyle/>
          <a:p>
            <a:pPr indent="0" algn="ctr" rtl="1">
              <a:spcAft>
                <a:spcPts val="140"/>
              </a:spcAft>
            </a:pPr>
            <a:r>
              <a:rPr lang="ar" sz="1400" b="1">
                <a:solidFill>
                  <a:srgbClr val="E72A4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PS</a:t>
            </a:r>
          </a:p>
          <a:p>
            <a:pPr indent="0" algn="ctr" rtl="1">
              <a:lnSpc>
                <a:spcPct val="92000"/>
              </a:lnSpc>
            </a:pPr>
            <a:r>
              <a:rPr lang="ar" sz="1000">
                <a:solidFill>
                  <a:srgbClr val="37373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(البوليسترين) مثل علب البيض وصواني الوجبات السريعة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86DC13-5E34-B5F4-47C0-453050CB61B5}"/>
              </a:ext>
            </a:extLst>
          </p:cNvPr>
          <p:cNvSpPr/>
          <p:nvPr/>
        </p:nvSpPr>
        <p:spPr>
          <a:xfrm>
            <a:off x="5565648" y="4632960"/>
            <a:ext cx="786384" cy="673608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 rtlCol="1">
            <a:noAutofit/>
          </a:bodyPr>
          <a:lstStyle/>
          <a:p>
            <a:pPr indent="0" algn="ctr" rtl="1">
              <a:lnSpc>
                <a:spcPct val="93000"/>
              </a:lnSpc>
            </a:pPr>
            <a:r>
              <a:rPr lang="ar" sz="1000">
                <a:solidFill>
                  <a:srgbClr val="37373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(جميع الراتنجات الأخرى) مثل الحاويات متعددة الراتنج والمكونات الإلكترونية الدقيقة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E14755-5758-A801-CEA2-D34E11504B33}"/>
              </a:ext>
            </a:extLst>
          </p:cNvPr>
          <p:cNvSpPr/>
          <p:nvPr/>
        </p:nvSpPr>
        <p:spPr>
          <a:xfrm>
            <a:off x="5129784" y="2746248"/>
            <a:ext cx="957072" cy="795528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 rtlCol="1">
            <a:noAutofit/>
          </a:bodyPr>
          <a:lstStyle/>
          <a:p>
            <a:pPr indent="0" algn="ctr" rtl="1"/>
            <a:r>
              <a:rPr lang="ar" sz="1400" b="1" dirty="0">
                <a:solidFill>
                  <a:srgbClr val="E72A4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V</a:t>
            </a:r>
          </a:p>
          <a:p>
            <a:pPr indent="0" algn="ctr" rtl="1">
              <a:lnSpc>
                <a:spcPct val="93000"/>
              </a:lnSpc>
            </a:pPr>
            <a:r>
              <a:rPr lang="ar" sz="1000" dirty="0">
                <a:solidFill>
                  <a:srgbClr val="37373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(كلوريد البوليفينيل) مثل زجاجات الزيت النباتي والعبوات البلاستيكية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18E5D617-8598-761C-6E95-5F9B098DB83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20201392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412776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/>
              <a:t>هدف التعلم (ج)</a:t>
            </a: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36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50939" y="4005064"/>
            <a:ext cx="6769100" cy="235331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/>
              <a:t>البحث وجمع المعلومات حول مجال الاستدامة.</a:t>
            </a:r>
          </a:p>
          <a:p>
            <a:pPr marL="685800" rtl="1"/>
            <a:r>
              <a:rPr lang="ar"/>
              <a:t>عرض نتائج البحث على الجمهور.</a:t>
            </a:r>
          </a:p>
          <a:p>
            <a:pPr marL="685800" rtl="1"/>
            <a:r>
              <a:rPr lang="ar">
                <a:effectLst/>
                <a:latin typeface="Helvetica" pitchFamily="2" charset="0"/>
              </a:rPr>
              <a:t>مهارات العرض التقديمي.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FF0000"/>
              </a:solidFill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574" y="2108162"/>
            <a:ext cx="8517830" cy="1725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36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التحقيق في مجال الاستدامة الذي يؤثر على قطاع الضيافة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A56DD3-DEE2-A148-8FD0-76420E053ED0}"/>
              </a:ext>
            </a:extLst>
          </p:cNvPr>
          <p:cNvSpPr txBox="1"/>
          <p:nvPr/>
        </p:nvSpPr>
        <p:spPr>
          <a:xfrm>
            <a:off x="10625837" y="3451123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270CC7-EADF-4952-7D48-CE4ECB1FD15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7539360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95535" y="2643799"/>
            <a:ext cx="8148318" cy="373752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/>
              <a:t>يكمن الهدف من هدف التعلم (ج) في تزويدك بالمهارات المطلوبة لإجراء تحقيق على نطاق صغير. وسوف تبدأ هذا من خلال البحث وجمع المعلومات حول مجال الاستدامة.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rtl="1">
              <a:buNone/>
            </a:pPr>
            <a:r>
              <a:rPr lang="ar"/>
              <a:t>ينبغي أن يمنحك بحثك فهمًا للممارسات والإجراءات المستدامة التي تتبعها شركة الضيافة. </a:t>
            </a:r>
          </a:p>
          <a:p>
            <a:pPr marL="685800" rtl="1"/>
            <a:endParaRPr lang="en-GB" altLang="en-US" dirty="0"/>
          </a:p>
          <a:p>
            <a:pPr marL="685800" rtl="1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905" y="1268760"/>
            <a:ext cx="8728583" cy="1725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32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التحقيق في مجال الاستدامة الذي يؤثر على قطاع الضيافة (1)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A56DD3-DEE2-A148-8FD0-76420E053ED0}"/>
              </a:ext>
            </a:extLst>
          </p:cNvPr>
          <p:cNvSpPr txBox="1"/>
          <p:nvPr/>
        </p:nvSpPr>
        <p:spPr>
          <a:xfrm>
            <a:off x="10625837" y="3451123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0624CF-F301-1FE6-F3E4-1D5E4B28819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43722955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83568" y="2420888"/>
            <a:ext cx="7920880" cy="388843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r>
              <a:rPr lang="ar"/>
              <a:t>تخطيط البحث:</a:t>
            </a:r>
          </a:p>
          <a:p>
            <a:pPr indent="0" rtl="1">
              <a:buNone/>
            </a:pPr>
            <a:endParaRPr lang="en-GB" altLang="en-US" dirty="0"/>
          </a:p>
          <a:p>
            <a:pPr marL="685800" rtl="1"/>
            <a:r>
              <a:rPr lang="ar"/>
              <a:t>الأهداف والنتائج المخطط لها</a:t>
            </a:r>
          </a:p>
          <a:p>
            <a:pPr marL="685800" rtl="1"/>
            <a:endParaRPr lang="en-GB" altLang="en-US" dirty="0"/>
          </a:p>
          <a:p>
            <a:pPr indent="0" rtl="1">
              <a:buNone/>
            </a:pPr>
            <a:r>
              <a:rPr lang="ar"/>
              <a:t>أولاً، حدد الهدف من بحثك، ما الذي تريد اكتشافه؟ </a:t>
            </a:r>
          </a:p>
          <a:p>
            <a:pPr indent="0" rtl="1">
              <a:buNone/>
            </a:pPr>
            <a:endParaRPr lang="en-GB" altLang="en-US" dirty="0"/>
          </a:p>
          <a:p>
            <a:pPr indent="0" rtl="1">
              <a:buNone/>
            </a:pPr>
            <a:r>
              <a:rPr lang="ar"/>
              <a:t>قد ترغب في وضع هدفك في شكل سؤال </a:t>
            </a:r>
          </a:p>
          <a:p>
            <a:pPr indent="0" rtl="1">
              <a:buNone/>
            </a:pPr>
            <a:endParaRPr lang="en-GB" altLang="en-US" dirty="0"/>
          </a:p>
          <a:p>
            <a:pPr indent="0" rtl="1">
              <a:buNone/>
            </a:pPr>
            <a:endParaRPr lang="en-GB" altLang="en-US" dirty="0"/>
          </a:p>
          <a:p>
            <a:pPr marL="685800" rtl="1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96752"/>
            <a:ext cx="8784976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32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البحث وجمع المعلومات حول مجال الاستدامة </a:t>
            </a:r>
            <a:b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</a:br>
            <a:endParaRPr kumimoji="0" lang="en-GB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32BA656-E041-9ED1-5390-57BE9D68FE1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4277024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1560" y="2564904"/>
            <a:ext cx="7704856" cy="34563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r>
              <a:rPr lang="ar"/>
              <a:t>يتضمن إجراء البحث ما يلي: </a:t>
            </a:r>
          </a:p>
          <a:p>
            <a:pPr indent="0" rtl="1">
              <a:buNone/>
            </a:pPr>
            <a:endParaRPr lang="en-GB" altLang="en-US" dirty="0"/>
          </a:p>
          <a:p>
            <a:pPr marL="685800" rtl="1"/>
            <a:r>
              <a:rPr lang="ar"/>
              <a:t>البحث الأولي، وتشمل الأمثلة على ذلك استخدام الاستبيانات والمقابلات والملاحظة.</a:t>
            </a:r>
          </a:p>
          <a:p>
            <a:pPr marL="685800" rtl="1"/>
            <a:r>
              <a:rPr lang="ar"/>
              <a:t>البحث الثانوي، وتشمل الأمثلة على البيانات الثانوية الكتب والمجلات والمقالات الصحفية والتقارير وما إلى ذلك.</a:t>
            </a:r>
          </a:p>
          <a:p>
            <a:pPr marL="685800" rtl="1"/>
            <a:endParaRPr lang="en-GB" altLang="en-US" dirty="0"/>
          </a:p>
          <a:p>
            <a:pPr marL="685800" rtl="1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340768"/>
            <a:ext cx="8784976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32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البحث وجمع المعلومات حول مجال الاستدامة </a:t>
            </a:r>
            <a:b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</a:br>
            <a:endParaRPr kumimoji="0" lang="en-GB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4CA48C7-C820-8455-6051-4ADD0293CDA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51812566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2252344"/>
            <a:ext cx="9144000" cy="43450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endParaRPr lang="en-GB" altLang="en-US" dirty="0"/>
          </a:p>
          <a:p>
            <a:pPr indent="0" rtl="1">
              <a:buNone/>
            </a:pPr>
            <a:r>
              <a:rPr lang="ar"/>
              <a:t>إنشاء واستخدام موارد البحث بما في ذلك:</a:t>
            </a:r>
          </a:p>
          <a:p>
            <a:pPr indent="0" rtl="1">
              <a:buNone/>
            </a:pPr>
            <a:endParaRPr lang="en-GB" altLang="en-US" dirty="0"/>
          </a:p>
          <a:p>
            <a:pPr marL="685800" rtl="1"/>
            <a:r>
              <a:rPr lang="ar"/>
              <a:t>أوراق المراقبة</a:t>
            </a:r>
          </a:p>
          <a:p>
            <a:pPr marL="685800" rtl="1"/>
            <a:r>
              <a:rPr lang="ar"/>
              <a:t>أسئلة المقابلة</a:t>
            </a:r>
          </a:p>
          <a:p>
            <a:pPr marL="685800" rtl="1"/>
            <a:r>
              <a:rPr lang="ar"/>
              <a:t>جمع البيانات.</a:t>
            </a:r>
          </a:p>
          <a:p>
            <a:pPr indent="0" rtl="1">
              <a:buNone/>
            </a:pPr>
            <a:endParaRPr lang="en-GB" altLang="en-US" dirty="0"/>
          </a:p>
          <a:p>
            <a:pPr indent="0" rtl="1">
              <a:buNone/>
            </a:pPr>
            <a:r>
              <a:rPr lang="ar"/>
              <a:t>لماذا لا تصمم استبيانًا بسيطًا؟ يمكنك القيام بذلك عبر الإنترنت.</a:t>
            </a:r>
          </a:p>
          <a:p>
            <a:pPr indent="0" rtl="1">
              <a:buNone/>
            </a:pPr>
            <a:endParaRPr lang="en-GB" altLang="en-US" dirty="0"/>
          </a:p>
          <a:p>
            <a:pPr indent="0" rtl="1">
              <a:buNone/>
            </a:pPr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68760"/>
            <a:ext cx="8784976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32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البحث وجمع المعلومات حول مجال الاستدامة </a:t>
            </a:r>
            <a:b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</a:br>
            <a:endParaRPr kumimoji="0" lang="en-GB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C28D4B8-8E35-6526-A0D2-E5AF12E68E1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1955063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4314" y="2817118"/>
            <a:ext cx="8215372" cy="288032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r>
              <a:rPr lang="ar"/>
              <a:t>تقديم معلومات البحث بصيغة مناسبة:</a:t>
            </a:r>
          </a:p>
          <a:p>
            <a:pPr indent="0" rtl="1">
              <a:buNone/>
            </a:pPr>
            <a:endParaRPr lang="en-GB" altLang="en-US" dirty="0"/>
          </a:p>
          <a:p>
            <a:pPr marL="685800" rtl="1"/>
            <a:r>
              <a:rPr lang="ar"/>
              <a:t>مثل السجل الذي يُفصِل مصادر المعلومات وأساليب البحث المستخدمة</a:t>
            </a:r>
          </a:p>
          <a:p>
            <a:pPr marL="685800" rtl="1"/>
            <a:r>
              <a:rPr lang="ar"/>
              <a:t>مراقبة التغييرات وتحديثها وتسجيلها.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412776"/>
            <a:ext cx="8784976" cy="1043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32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البحث وجمع المعلومات حول مجال الاستدامة </a:t>
            </a:r>
            <a:b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</a:br>
            <a:endParaRPr kumimoji="0" lang="en-GB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B4CD096-0AA1-1711-796C-5C208A33757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76874335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32950" y="3212976"/>
            <a:ext cx="8055474" cy="23056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/>
              <a:t>يستكشف هدف التعلم (ج) أيضًا كيفية تقديم نتائج البحث إلى الجمهور. ويشمل ذلك: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685800" rtl="1"/>
            <a:r>
              <a:rPr lang="ar"/>
              <a:t>مجالات الاستدامة التي سيتم التحقيق فيها</a:t>
            </a:r>
          </a:p>
          <a:p>
            <a:pPr marL="685800" rtl="1"/>
            <a:r>
              <a:rPr lang="ar">
                <a:effectLst/>
                <a:latin typeface="Helvetica" pitchFamily="2" charset="0"/>
              </a:rPr>
              <a:t>أهمية الموارد المستخدمة في البحث.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7" y="1555405"/>
            <a:ext cx="9124663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32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التحقيق في مجال الاستدامة الذي يؤثر على قطاع الضيافة (2)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A56DD3-DEE2-A148-8FD0-76420E053ED0}"/>
              </a:ext>
            </a:extLst>
          </p:cNvPr>
          <p:cNvSpPr txBox="1"/>
          <p:nvPr/>
        </p:nvSpPr>
        <p:spPr>
          <a:xfrm>
            <a:off x="10625837" y="3451123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5687AC-7E63-8DCE-74B5-FA0C3B91439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16490465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1560" y="2420888"/>
            <a:ext cx="7776864" cy="345915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>
                <a:effectLst/>
                <a:latin typeface="Helvetica" pitchFamily="2" charset="0"/>
              </a:rPr>
              <a:t>قد تقرر التحقيق في أي مما يلي:</a:t>
            </a:r>
          </a:p>
          <a:p>
            <a:pPr rtl="1"/>
            <a:endParaRPr lang="en-GB" dirty="0">
              <a:latin typeface="Helvetica" pitchFamily="2" charset="0"/>
            </a:endParaRPr>
          </a:p>
          <a:p>
            <a:pPr rtl="1"/>
            <a:r>
              <a:rPr lang="ar">
                <a:effectLst/>
                <a:latin typeface="Helvetica" pitchFamily="2" charset="0"/>
              </a:rPr>
              <a:t>الأغذية والمشروبات</a:t>
            </a:r>
          </a:p>
          <a:p>
            <a:pPr rtl="1"/>
            <a:r>
              <a:rPr lang="ar">
                <a:effectLst/>
                <a:latin typeface="Helvetica" pitchFamily="2" charset="0"/>
              </a:rPr>
              <a:t>الطاقة والمياه</a:t>
            </a:r>
          </a:p>
          <a:p>
            <a:pPr rtl="1"/>
            <a:r>
              <a:rPr lang="ar">
                <a:effectLst/>
                <a:latin typeface="Helvetica" pitchFamily="2" charset="0"/>
              </a:rPr>
              <a:t>السفر وحركة المرور</a:t>
            </a:r>
          </a:p>
          <a:p>
            <a:pPr rtl="1"/>
            <a:r>
              <a:rPr lang="ar">
                <a:effectLst/>
                <a:latin typeface="Helvetica" pitchFamily="2" charset="0"/>
              </a:rPr>
              <a:t>الشراء والهدر</a:t>
            </a:r>
          </a:p>
          <a:p>
            <a:pPr rtl="1"/>
            <a:r>
              <a:rPr lang="ar">
                <a:effectLst/>
                <a:latin typeface="Helvetica" pitchFamily="2" charset="0"/>
              </a:rPr>
              <a:t>المباني والأراضي.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905" y="1268761"/>
            <a:ext cx="8517830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32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مجالات الاستدامة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A56DD3-DEE2-A148-8FD0-76420E053ED0}"/>
              </a:ext>
            </a:extLst>
          </p:cNvPr>
          <p:cNvSpPr txBox="1"/>
          <p:nvPr/>
        </p:nvSpPr>
        <p:spPr>
          <a:xfrm>
            <a:off x="10625837" y="3451123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3EEDA8-1DD8-18A6-6992-4A3B165ADF0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1545493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87624" y="2636912"/>
            <a:ext cx="7272808" cy="316835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 dirty="0"/>
              <a:t>استخدام أساليب البحث والموارد ذات الصلة</a:t>
            </a:r>
          </a:p>
          <a:p>
            <a:pPr marL="685800" rtl="1"/>
            <a:r>
              <a:rPr lang="ar" dirty="0"/>
              <a:t>استخدام مجموعة متنوعة من المصادر، حيثما كان ذلك مناسبًا أو ممكنًا</a:t>
            </a:r>
          </a:p>
          <a:p>
            <a:pPr marL="685800" rtl="1"/>
            <a:r>
              <a:rPr lang="ar" dirty="0"/>
              <a:t>بالنسبة </a:t>
            </a:r>
            <a:r>
              <a:rPr lang="ar" b="1" dirty="0"/>
              <a:t>للبحث الأولي</a:t>
            </a:r>
            <a:r>
              <a:rPr lang="ar" dirty="0"/>
              <a:t>، ستحتاج إلى الوصول إلى موضوع أو مواضيع بحثك. </a:t>
            </a:r>
          </a:p>
          <a:p>
            <a:pPr marL="685800" rtl="1"/>
            <a:r>
              <a:rPr lang="ar" b="0" dirty="0"/>
              <a:t>بالنسبة </a:t>
            </a:r>
            <a:r>
              <a:rPr lang="ar" b="1" dirty="0"/>
              <a:t>للبحث الثانوي</a:t>
            </a:r>
            <a:r>
              <a:rPr lang="ar" b="0" dirty="0"/>
              <a:t>، يمكن أن تكون مصادر المعلومات الخاصة بك أكثر شمولاً. </a:t>
            </a:r>
          </a:p>
          <a:p>
            <a:pPr marL="171450" indent="-171450" rtl="1">
              <a:buFont typeface="Arial" panose="020B0604020202020204" pitchFamily="34" charset="0"/>
              <a:buChar char="•"/>
            </a:pPr>
            <a:endParaRPr lang="en-GB" altLang="en-US" b="0" dirty="0"/>
          </a:p>
          <a:p>
            <a:pPr marL="0" indent="0" rtl="1">
              <a:buNone/>
            </a:pPr>
            <a:endParaRPr lang="en-GB" altLang="en-US" b="0" dirty="0"/>
          </a:p>
          <a:p>
            <a:pPr marL="685800" rtl="1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556792"/>
            <a:ext cx="864096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32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أهمية الموارد المستخدمة في البحث</a:t>
            </a:r>
            <a:endParaRPr kumimoji="0" lang="en-GB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2AAF276-8BA3-F8C0-D2B4-8068F088841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896445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76064" y="2276872"/>
            <a:ext cx="8316416" cy="396044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endParaRPr lang="en-GB" altLang="en-US" dirty="0"/>
          </a:p>
          <a:p>
            <a:pPr marL="685800" rtl="1"/>
            <a:r>
              <a:rPr lang="ar"/>
              <a:t>تحليل البيانات والمعلومات التي تم جمعها أو استخدامها.</a:t>
            </a:r>
          </a:p>
          <a:p>
            <a:pPr marL="685800" rtl="1"/>
            <a:r>
              <a:rPr lang="ar"/>
              <a:t>الحكم على مدى ملاءمة وأهمية المعلومات المختارة، وتجاهل المواد غير اللائقة أو المكررة.</a:t>
            </a:r>
          </a:p>
          <a:p>
            <a:pPr marL="685800" rtl="1"/>
            <a:r>
              <a:rPr lang="ar">
                <a:effectLst/>
                <a:latin typeface="Helvetica" pitchFamily="2" charset="0"/>
              </a:rPr>
              <a:t>الأمر متروك لك للتأكد من أن المعلومات التي تختار استخدامها موثوقة ودقيقة.</a:t>
            </a:r>
            <a:endParaRPr lang="en-GB" dirty="0">
              <a:latin typeface="Helvetica" pitchFamily="2" charset="0"/>
            </a:endParaRPr>
          </a:p>
          <a:p>
            <a:pPr marL="685800" rtl="1"/>
            <a:r>
              <a:rPr lang="ar">
                <a:effectLst/>
                <a:latin typeface="Helvetica" pitchFamily="2" charset="0"/>
              </a:rPr>
              <a:t>من المهم بشكل خاص أن نتذكر أن جميع مصادر المعلومات الثانوية ليست موثوقة بنفس القدر.</a:t>
            </a:r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629172"/>
            <a:ext cx="864096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32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أهمية الموارد المستخدمة في البحث</a:t>
            </a:r>
            <a:endParaRPr kumimoji="0" lang="en-GB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7AAC9-CA76-55B0-73EB-B42927B6E0E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21471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58725" y="2994177"/>
            <a:ext cx="8672190" cy="345915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 dirty="0"/>
              <a:t>يُختتم هدف التعلم (ج) باستكشاف الشكل الأنسب لتقديم نتائج البحث إلى جمهورك. </a:t>
            </a:r>
            <a:br>
              <a:rPr lang="en-US" dirty="0"/>
            </a:br>
            <a:r>
              <a:rPr lang="ar" dirty="0"/>
              <a:t>ويشمل ذلك: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685800" rtl="1"/>
            <a:r>
              <a:rPr lang="ar" dirty="0">
                <a:effectLst/>
                <a:latin typeface="Helvetica" pitchFamily="2" charset="0"/>
              </a:rPr>
              <a:t>التنسيقات</a:t>
            </a:r>
            <a:endParaRPr lang="en-GB" dirty="0">
              <a:latin typeface="Helvetica" pitchFamily="2" charset="0"/>
            </a:endParaRPr>
          </a:p>
          <a:p>
            <a:pPr marL="685800" rtl="1"/>
            <a:r>
              <a:rPr lang="ar" dirty="0"/>
              <a:t>متطلبات عرض النتائج.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68760"/>
            <a:ext cx="9144000" cy="1725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32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التحقيق في مجال الاستدامة الذي يؤثر على قطاع الضيافة (3)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A56DD3-DEE2-A148-8FD0-76420E053ED0}"/>
              </a:ext>
            </a:extLst>
          </p:cNvPr>
          <p:cNvSpPr txBox="1"/>
          <p:nvPr/>
        </p:nvSpPr>
        <p:spPr>
          <a:xfrm>
            <a:off x="10625837" y="3451123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76B978-D464-FBF2-170C-F72F6A01E2F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58301031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475308" y="2420888"/>
            <a:ext cx="6769100" cy="40324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 dirty="0"/>
              <a:t>تقرير مكتوب</a:t>
            </a:r>
          </a:p>
          <a:p>
            <a:pPr marL="685800" rtl="1"/>
            <a:r>
              <a:rPr lang="ar" dirty="0"/>
              <a:t>مقال في مجلة</a:t>
            </a:r>
          </a:p>
          <a:p>
            <a:pPr marL="685800" rtl="1"/>
            <a:r>
              <a:rPr lang="ar" dirty="0"/>
              <a:t>البودكاست</a:t>
            </a:r>
          </a:p>
          <a:p>
            <a:pPr marL="685800" rtl="1"/>
            <a:r>
              <a:rPr lang="ar" dirty="0"/>
              <a:t>مواد الويب</a:t>
            </a:r>
          </a:p>
          <a:p>
            <a:pPr marL="685800" rtl="1"/>
            <a:r>
              <a:rPr lang="ar" dirty="0"/>
              <a:t>عرض تقديمي مُسجل</a:t>
            </a:r>
          </a:p>
          <a:p>
            <a:pPr marL="685800" rtl="1"/>
            <a:r>
              <a:rPr lang="ar" dirty="0"/>
              <a:t>عرض تقديمي تم إنشاؤه بواسطة الكمبيوتر</a:t>
            </a:r>
          </a:p>
          <a:p>
            <a:pPr marL="685800" rtl="1"/>
            <a:endParaRPr lang="en-GB" altLang="en-US" dirty="0"/>
          </a:p>
          <a:p>
            <a:pPr indent="0" rtl="1">
              <a:buNone/>
            </a:pPr>
            <a:r>
              <a:rPr lang="ar" b="1" dirty="0"/>
              <a:t>أي مما يلي هو الأنسب لجمهورك؟</a:t>
            </a:r>
          </a:p>
          <a:p>
            <a:pPr indent="0" rtl="1">
              <a:buNone/>
            </a:pPr>
            <a:endParaRPr lang="en-GB" altLang="en-US" dirty="0"/>
          </a:p>
          <a:p>
            <a:pPr marL="685800" rtl="1"/>
            <a:endParaRPr lang="en-GB" altLang="en-US" dirty="0"/>
          </a:p>
          <a:p>
            <a:pPr marL="685800" rtl="1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1160934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32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التنسيقات</a:t>
            </a: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</a:br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7B20595-4136-C985-A057-1A14E7C4974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22482143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76264" y="2636912"/>
            <a:ext cx="7991475" cy="324036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/>
              <a:t>تقديم معلومات دقيقة</a:t>
            </a:r>
          </a:p>
          <a:p>
            <a:pPr marL="685800" rtl="1"/>
            <a:r>
              <a:rPr lang="ar"/>
              <a:t>إظهار فهم الموضوع المختار.</a:t>
            </a:r>
          </a:p>
          <a:p>
            <a:pPr marL="685800" rtl="1"/>
            <a:r>
              <a:rPr lang="ar"/>
              <a:t>دعم أي استنتاجات يتم استخلاصها من خلال الرجوع إلى المواد التي تم جمعها.</a:t>
            </a:r>
          </a:p>
          <a:p>
            <a:pPr marL="685800" rtl="1"/>
            <a:r>
              <a:rPr lang="ar"/>
              <a:t>اعتبار هيكل ما يتم تقديمه.</a:t>
            </a:r>
          </a:p>
          <a:p>
            <a:pPr marL="685800" rtl="1"/>
            <a:r>
              <a:rPr lang="ar"/>
              <a:t>تقديم موضوع مختار للجمهور.</a:t>
            </a:r>
          </a:p>
          <a:p>
            <a:pPr marL="685800" rtl="1"/>
            <a:r>
              <a:rPr lang="ar"/>
              <a:t>جمع التعليقات من الجمهور.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1268760"/>
            <a:ext cx="7991475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32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متطلبات عرض النتائج</a:t>
            </a: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32D6025-3EDB-F75D-4E9E-FBA927A9C41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01946425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>
            <a:extLst>
              <a:ext uri="{FF2B5EF4-FFF2-40B4-BE49-F238E27FC236}">
                <a16:creationId xmlns:a16="http://schemas.microsoft.com/office/drawing/2014/main" id="{B3E2E4F3-C448-1857-F061-BCDFE1389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200140" y="2269796"/>
            <a:ext cx="6538672" cy="2452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1268760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36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جمع البيانات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36D2EA2-68E4-064F-BBB9-00D918CCD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5" y="5278091"/>
            <a:ext cx="7991474" cy="1084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 algn="ctr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ناقش الطرق التي يمكن استخدامها لجمع البيانات الأولية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7243EB-CCF0-7A14-ED4A-548F77CCDDAA}"/>
              </a:ext>
            </a:extLst>
          </p:cNvPr>
          <p:cNvSpPr/>
          <p:nvPr/>
        </p:nvSpPr>
        <p:spPr>
          <a:xfrm>
            <a:off x="1516452" y="4422871"/>
            <a:ext cx="685800" cy="213360"/>
          </a:xfrm>
          <a:prstGeom prst="rect">
            <a:avLst/>
          </a:prstGeom>
          <a:solidFill>
            <a:srgbClr val="DEDEDE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11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المقابلة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91CDDE-17CC-9B8D-E03C-AA77208D2057}"/>
              </a:ext>
            </a:extLst>
          </p:cNvPr>
          <p:cNvSpPr/>
          <p:nvPr/>
        </p:nvSpPr>
        <p:spPr>
          <a:xfrm>
            <a:off x="2691385" y="4437888"/>
            <a:ext cx="972312" cy="213360"/>
          </a:xfrm>
          <a:prstGeom prst="rect">
            <a:avLst/>
          </a:prstGeom>
          <a:solidFill>
            <a:srgbClr val="DEDEDE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11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الملاحظة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25BBC-6C5E-A5DC-FBBF-84328A13A83C}"/>
              </a:ext>
            </a:extLst>
          </p:cNvPr>
          <p:cNvSpPr/>
          <p:nvPr/>
        </p:nvSpPr>
        <p:spPr>
          <a:xfrm>
            <a:off x="4144864" y="4422871"/>
            <a:ext cx="649224" cy="243840"/>
          </a:xfrm>
          <a:prstGeom prst="rect">
            <a:avLst/>
          </a:prstGeom>
          <a:solidFill>
            <a:srgbClr val="DEDEDE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11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الاستطلاعات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884C7F-0387-66CE-413E-6D69EDB689AF}"/>
              </a:ext>
            </a:extLst>
          </p:cNvPr>
          <p:cNvSpPr/>
          <p:nvPr/>
        </p:nvSpPr>
        <p:spPr>
          <a:xfrm>
            <a:off x="5370338" y="4437888"/>
            <a:ext cx="896112" cy="225552"/>
          </a:xfrm>
          <a:prstGeom prst="rect">
            <a:avLst/>
          </a:prstGeom>
          <a:solidFill>
            <a:srgbClr val="DEDEDE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11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بيانات الاستخدام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4E269A-37CB-1889-B86A-07B19C8D9D49}"/>
              </a:ext>
            </a:extLst>
          </p:cNvPr>
          <p:cNvSpPr/>
          <p:nvPr/>
        </p:nvSpPr>
        <p:spPr>
          <a:xfrm>
            <a:off x="6557700" y="4437888"/>
            <a:ext cx="1069848" cy="210312"/>
          </a:xfrm>
          <a:prstGeom prst="rect">
            <a:avLst/>
          </a:prstGeom>
          <a:solidFill>
            <a:srgbClr val="DEDEDE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11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مجموعات التركيز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9132F0-2D4C-C4E4-560E-737FC7DA7D10}"/>
              </a:ext>
            </a:extLst>
          </p:cNvPr>
          <p:cNvSpPr/>
          <p:nvPr/>
        </p:nvSpPr>
        <p:spPr>
          <a:xfrm>
            <a:off x="1661160" y="2414016"/>
            <a:ext cx="5849112" cy="582168"/>
          </a:xfrm>
          <a:prstGeom prst="rect">
            <a:avLst/>
          </a:prstGeom>
          <a:solidFill>
            <a:srgbClr val="DEDEDE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4700" b="1">
                <a:latin typeface="Sakkal Majalla" panose="02000000000000000000" pitchFamily="2" charset="-78"/>
                <a:cs typeface="Sakkal Majalla" panose="02000000000000000000" pitchFamily="2" charset="-78"/>
              </a:rPr>
              <a:t>جمع البيانات</a:t>
            </a: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AE442D6A-3898-36E5-EEAB-5D963503888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8046745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05F5C6AA-5E0E-759C-9943-2599E140E346}"/>
              </a:ext>
            </a:extLst>
          </p:cNvPr>
          <p:cNvSpPr>
            <a:spLocks noGrp="1"/>
          </p:cNvSpPr>
          <p:nvPr/>
        </p:nvSpPr>
        <p:spPr bwMode="auto">
          <a:xfrm>
            <a:off x="457200" y="142770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شكر وتقدير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FF25F75-468C-0DD8-3B57-3A32C92F9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727" y="2557928"/>
            <a:ext cx="7991475" cy="1900122"/>
          </a:xfrm>
        </p:spPr>
        <p:txBody>
          <a:bodyPr rtlCol="1"/>
          <a:lstStyle/>
          <a:p>
            <a:pPr marL="0" indent="0" rtl="1">
              <a:buNone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الصور:</a:t>
            </a: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بيرسون إديوكيشن ليمتد: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Oxford Designers &amp; Illustrators Ltd 15</a:t>
            </a:r>
            <a:r>
              <a:rPr lang="ar-EG" dirty="0">
                <a:latin typeface="Sakkal Majalla" panose="02000000000000000000" pitchFamily="2" charset="-78"/>
                <a:cs typeface="Sakkal Majalla" panose="02000000000000000000" pitchFamily="2" charset="-78"/>
              </a:rPr>
              <a:t>؛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 </a:t>
            </a:r>
          </a:p>
          <a:p>
            <a:pPr rtl="1"/>
            <a:r>
              <a:rPr lang="en-US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Shutterstock: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Jason Winter 11, </a:t>
            </a:r>
            <a:r>
              <a:rPr lang="en-US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Hugethank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20.</a:t>
            </a: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AD5A3E3B-0F0A-9D0A-6C3F-1F618ED0BDF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980950652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_Flow_SignoffStatus xmlns="f63d1639-2e8e-4dfe-b2d4-ff2deac9240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19" ma:contentTypeDescription="Create a new document." ma:contentTypeScope="" ma:versionID="c3fee6712a48a11fd6be67b8f79c7245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a4549148fe956aca9da82eed9feb7880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7DF6FB8-ADEB-4FC9-BE7B-26F847927623}">
  <ds:schemaRefs>
    <ds:schemaRef ds:uri="http://schemas.microsoft.com/office/2006/documentManagement/types"/>
    <ds:schemaRef ds:uri="http://purl.org/dc/dcmitype/"/>
    <ds:schemaRef ds:uri="http://www.w3.org/XML/1998/namespace"/>
    <ds:schemaRef ds:uri="http://purl.org/dc/elements/1.1/"/>
    <ds:schemaRef ds:uri="7012c9df-7563-46f6-96ee-cebd66fd5577"/>
    <ds:schemaRef ds:uri="http://schemas.microsoft.com/office/infopath/2007/PartnerControls"/>
    <ds:schemaRef ds:uri="f63d1639-2e8e-4dfe-b2d4-ff2deac92409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2CF5E2C-4D00-4A73-A51C-461FFAF0771D}"/>
</file>

<file path=docProps/app.xml><?xml version="1.0" encoding="utf-8"?>
<Properties xmlns="http://schemas.openxmlformats.org/officeDocument/2006/extended-properties" xmlns:vt="http://schemas.openxmlformats.org/officeDocument/2006/docPropsVTypes">
  <TotalTime>9176</TotalTime>
  <Words>1282</Words>
  <Application>Microsoft Office PowerPoint</Application>
  <PresentationFormat>On-screen Show (4:3)</PresentationFormat>
  <Paragraphs>300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30</vt:i4>
      </vt:variant>
    </vt:vector>
  </HeadingPairs>
  <TitlesOfParts>
    <vt:vector size="47" baseType="lpstr">
      <vt:lpstr>Arial</vt:lpstr>
      <vt:lpstr>Calibri</vt:lpstr>
      <vt:lpstr>Helvetica</vt:lpstr>
      <vt:lpstr>Helvetica Neue</vt:lpstr>
      <vt:lpstr>Sakkal Majalla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4 الاستدامة في قطاع الضيافة   </vt:lpstr>
      <vt:lpstr>الاستدامة في قطاع الضيافة</vt:lpstr>
      <vt:lpstr>أهداف التعلم</vt:lpstr>
      <vt:lpstr>هدف التعلم (أ)  </vt:lpstr>
      <vt:lpstr>الاستدامة في قطاع الضيافة (1)</vt:lpstr>
      <vt:lpstr>الاستدامة في قطاع الضيافة (2)</vt:lpstr>
      <vt:lpstr>الاستدامة في قطاع الضيافة (3)</vt:lpstr>
      <vt:lpstr>الاستدامة في قطاع الضيافة (4)</vt:lpstr>
      <vt:lpstr>الاحتياجات البيئية</vt:lpstr>
      <vt:lpstr>احتياجات البناء</vt:lpstr>
      <vt:lpstr>قضايا الاستدامة الرئيسية</vt:lpstr>
      <vt:lpstr>هدف التعلم (ب)  </vt:lpstr>
      <vt:lpstr>PowerPoint Presentation</vt:lpstr>
      <vt:lpstr>PowerPoint Presentation</vt:lpstr>
      <vt:lpstr>PowerPoint Presentation</vt:lpstr>
      <vt:lpstr>هدف التعلم (ج)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116</cp:revision>
  <dcterms:created xsi:type="dcterms:W3CDTF">2020-07-15T07:14:47Z</dcterms:created>
  <dcterms:modified xsi:type="dcterms:W3CDTF">2023-08-26T21:18:49Z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MediaServiceImageTags">
    <vt:lpwstr/>
  </property>
</Properties>
</file>