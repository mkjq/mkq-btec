
<file path=[Content_Types].xml><?xml version="1.0" encoding="utf-8"?>
<Types xmlns="http://schemas.openxmlformats.org/package/2006/content-types">
  <Default Extension="bin" ContentType="audio/unknown"/>
  <Default Extension="emf" ContentType="image/x-emf"/>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Masters/slideMaster5.xml" ContentType="application/vnd.openxmlformats-officedocument.presentationml.slideMaster+xml"/>
  <Override PartName="/ppt/slideMasters/slideMaster6.xml" ContentType="application/vnd.openxmlformats-officedocument.presentationml.slideMaster+xml"/>
  <Override PartName="/ppt/slideMasters/slideMaster7.xml" ContentType="application/vnd.openxmlformats-officedocument.presentationml.slideMaster+xml"/>
  <Override PartName="/ppt/slideMasters/slideMaster8.xml" ContentType="application/vnd.openxmlformats-officedocument.presentationml.slideMaster+xml"/>
  <Override PartName="/ppt/slideMasters/slideMaster9.xml" ContentType="application/vnd.openxmlformats-officedocument.presentationml.slideMaster+xml"/>
  <Override PartName="/ppt/slideMasters/slideMaster10.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theme/theme2.xml" ContentType="application/vnd.openxmlformats-officedocument.theme+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theme/theme3.xml" ContentType="application/vnd.openxmlformats-officedocument.theme+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theme/theme4.xml" ContentType="application/vnd.openxmlformats-officedocument.theme+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0.xml" ContentType="application/vnd.openxmlformats-officedocument.presentationml.slideLayout+xml"/>
  <Override PartName="/ppt/slideLayouts/slideLayout61.xml" ContentType="application/vnd.openxmlformats-officedocument.presentationml.slideLayout+xml"/>
  <Override PartName="/ppt/slideLayouts/slideLayout62.xml" ContentType="application/vnd.openxmlformats-officedocument.presentationml.slideLayout+xml"/>
  <Override PartName="/ppt/slideLayouts/slideLayout63.xml" ContentType="application/vnd.openxmlformats-officedocument.presentationml.slideLayout+xml"/>
  <Override PartName="/ppt/slideLayouts/slideLayout64.xml" ContentType="application/vnd.openxmlformats-officedocument.presentationml.slideLayout+xml"/>
  <Override PartName="/ppt/theme/theme5.xml" ContentType="application/vnd.openxmlformats-officedocument.theme+xml"/>
  <Override PartName="/ppt/slideLayouts/slideLayout65.xml" ContentType="application/vnd.openxmlformats-officedocument.presentationml.slideLayout+xml"/>
  <Override PartName="/ppt/slideLayouts/slideLayout66.xml" ContentType="application/vnd.openxmlformats-officedocument.presentationml.slideLayout+xml"/>
  <Override PartName="/ppt/slideLayouts/slideLayout67.xml" ContentType="application/vnd.openxmlformats-officedocument.presentationml.slideLayout+xml"/>
  <Override PartName="/ppt/slideLayouts/slideLayout68.xml" ContentType="application/vnd.openxmlformats-officedocument.presentationml.slideLayout+xml"/>
  <Override PartName="/ppt/slideLayouts/slideLayout69.xml" ContentType="application/vnd.openxmlformats-officedocument.presentationml.slideLayout+xml"/>
  <Override PartName="/ppt/slideLayouts/slideLayout70.xml" ContentType="application/vnd.openxmlformats-officedocument.presentationml.slideLayout+xml"/>
  <Override PartName="/ppt/slideLayouts/slideLayout71.xml" ContentType="application/vnd.openxmlformats-officedocument.presentationml.slideLayout+xml"/>
  <Override PartName="/ppt/slideLayouts/slideLayout72.xml" ContentType="application/vnd.openxmlformats-officedocument.presentationml.slideLayout+xml"/>
  <Override PartName="/ppt/slideLayouts/slideLayout73.xml" ContentType="application/vnd.openxmlformats-officedocument.presentationml.slideLayout+xml"/>
  <Override PartName="/ppt/slideLayouts/slideLayout74.xml" ContentType="application/vnd.openxmlformats-officedocument.presentationml.slideLayout+xml"/>
  <Override PartName="/ppt/slideLayouts/slideLayout75.xml" ContentType="application/vnd.openxmlformats-officedocument.presentationml.slideLayout+xml"/>
  <Override PartName="/ppt/slideLayouts/slideLayout76.xml" ContentType="application/vnd.openxmlformats-officedocument.presentationml.slideLayout+xml"/>
  <Override PartName="/ppt/slideLayouts/slideLayout77.xml" ContentType="application/vnd.openxmlformats-officedocument.presentationml.slideLayout+xml"/>
  <Override PartName="/ppt/theme/theme6.xml" ContentType="application/vnd.openxmlformats-officedocument.theme+xml"/>
  <Override PartName="/ppt/slideLayouts/slideLayout78.xml" ContentType="application/vnd.openxmlformats-officedocument.presentationml.slideLayout+xml"/>
  <Override PartName="/ppt/slideLayouts/slideLayout79.xml" ContentType="application/vnd.openxmlformats-officedocument.presentationml.slideLayout+xml"/>
  <Override PartName="/ppt/slideLayouts/slideLayout80.xml" ContentType="application/vnd.openxmlformats-officedocument.presentationml.slideLayout+xml"/>
  <Override PartName="/ppt/slideLayouts/slideLayout81.xml" ContentType="application/vnd.openxmlformats-officedocument.presentationml.slideLayout+xml"/>
  <Override PartName="/ppt/slideLayouts/slideLayout82.xml" ContentType="application/vnd.openxmlformats-officedocument.presentationml.slideLayout+xml"/>
  <Override PartName="/ppt/slideLayouts/slideLayout83.xml" ContentType="application/vnd.openxmlformats-officedocument.presentationml.slideLayout+xml"/>
  <Override PartName="/ppt/slideLayouts/slideLayout84.xml" ContentType="application/vnd.openxmlformats-officedocument.presentationml.slideLayout+xml"/>
  <Override PartName="/ppt/slideLayouts/slideLayout85.xml" ContentType="application/vnd.openxmlformats-officedocument.presentationml.slideLayout+xml"/>
  <Override PartName="/ppt/slideLayouts/slideLayout86.xml" ContentType="application/vnd.openxmlformats-officedocument.presentationml.slideLayout+xml"/>
  <Override PartName="/ppt/slideLayouts/slideLayout87.xml" ContentType="application/vnd.openxmlformats-officedocument.presentationml.slideLayout+xml"/>
  <Override PartName="/ppt/slideLayouts/slideLayout88.xml" ContentType="application/vnd.openxmlformats-officedocument.presentationml.slideLayout+xml"/>
  <Override PartName="/ppt/slideLayouts/slideLayout89.xml" ContentType="application/vnd.openxmlformats-officedocument.presentationml.slideLayout+xml"/>
  <Override PartName="/ppt/theme/theme7.xml" ContentType="application/vnd.openxmlformats-officedocument.theme+xml"/>
  <Override PartName="/ppt/slideLayouts/slideLayout90.xml" ContentType="application/vnd.openxmlformats-officedocument.presentationml.slideLayout+xml"/>
  <Override PartName="/ppt/slideLayouts/slideLayout91.xml" ContentType="application/vnd.openxmlformats-officedocument.presentationml.slideLayout+xml"/>
  <Override PartName="/ppt/slideLayouts/slideLayout92.xml" ContentType="application/vnd.openxmlformats-officedocument.presentationml.slideLayout+xml"/>
  <Override PartName="/ppt/slideLayouts/slideLayout93.xml" ContentType="application/vnd.openxmlformats-officedocument.presentationml.slideLayout+xml"/>
  <Override PartName="/ppt/slideLayouts/slideLayout94.xml" ContentType="application/vnd.openxmlformats-officedocument.presentationml.slideLayout+xml"/>
  <Override PartName="/ppt/slideLayouts/slideLayout95.xml" ContentType="application/vnd.openxmlformats-officedocument.presentationml.slideLayout+xml"/>
  <Override PartName="/ppt/slideLayouts/slideLayout96.xml" ContentType="application/vnd.openxmlformats-officedocument.presentationml.slideLayout+xml"/>
  <Override PartName="/ppt/slideLayouts/slideLayout97.xml" ContentType="application/vnd.openxmlformats-officedocument.presentationml.slideLayout+xml"/>
  <Override PartName="/ppt/slideLayouts/slideLayout98.xml" ContentType="application/vnd.openxmlformats-officedocument.presentationml.slideLayout+xml"/>
  <Override PartName="/ppt/slideLayouts/slideLayout99.xml" ContentType="application/vnd.openxmlformats-officedocument.presentationml.slideLayout+xml"/>
  <Override PartName="/ppt/slideLayouts/slideLayout100.xml" ContentType="application/vnd.openxmlformats-officedocument.presentationml.slideLayout+xml"/>
  <Override PartName="/ppt/slideLayouts/slideLayout101.xml" ContentType="application/vnd.openxmlformats-officedocument.presentationml.slideLayout+xml"/>
  <Override PartName="/ppt/theme/theme8.xml" ContentType="application/vnd.openxmlformats-officedocument.theme+xml"/>
  <Override PartName="/ppt/slideLayouts/slideLayout102.xml" ContentType="application/vnd.openxmlformats-officedocument.presentationml.slideLayout+xml"/>
  <Override PartName="/ppt/slideLayouts/slideLayout103.xml" ContentType="application/vnd.openxmlformats-officedocument.presentationml.slideLayout+xml"/>
  <Override PartName="/ppt/slideLayouts/slideLayout104.xml" ContentType="application/vnd.openxmlformats-officedocument.presentationml.slideLayout+xml"/>
  <Override PartName="/ppt/slideLayouts/slideLayout105.xml" ContentType="application/vnd.openxmlformats-officedocument.presentationml.slideLayout+xml"/>
  <Override PartName="/ppt/slideLayouts/slideLayout106.xml" ContentType="application/vnd.openxmlformats-officedocument.presentationml.slideLayout+xml"/>
  <Override PartName="/ppt/slideLayouts/slideLayout107.xml" ContentType="application/vnd.openxmlformats-officedocument.presentationml.slideLayout+xml"/>
  <Override PartName="/ppt/slideLayouts/slideLayout108.xml" ContentType="application/vnd.openxmlformats-officedocument.presentationml.slideLayout+xml"/>
  <Override PartName="/ppt/slideLayouts/slideLayout109.xml" ContentType="application/vnd.openxmlformats-officedocument.presentationml.slideLayout+xml"/>
  <Override PartName="/ppt/slideLayouts/slideLayout110.xml" ContentType="application/vnd.openxmlformats-officedocument.presentationml.slideLayout+xml"/>
  <Override PartName="/ppt/slideLayouts/slideLayout111.xml" ContentType="application/vnd.openxmlformats-officedocument.presentationml.slideLayout+xml"/>
  <Override PartName="/ppt/slideLayouts/slideLayout112.xml" ContentType="application/vnd.openxmlformats-officedocument.presentationml.slideLayout+xml"/>
  <Override PartName="/ppt/slideLayouts/slideLayout113.xml" ContentType="application/vnd.openxmlformats-officedocument.presentationml.slideLayout+xml"/>
  <Override PartName="/ppt/theme/theme9.xml" ContentType="application/vnd.openxmlformats-officedocument.theme+xml"/>
  <Override PartName="/ppt/slideLayouts/slideLayout114.xml" ContentType="application/vnd.openxmlformats-officedocument.presentationml.slideLayout+xml"/>
  <Override PartName="/ppt/slideLayouts/slideLayout115.xml" ContentType="application/vnd.openxmlformats-officedocument.presentationml.slideLayout+xml"/>
  <Override PartName="/ppt/slideLayouts/slideLayout116.xml" ContentType="application/vnd.openxmlformats-officedocument.presentationml.slideLayout+xml"/>
  <Override PartName="/ppt/slideLayouts/slideLayout117.xml" ContentType="application/vnd.openxmlformats-officedocument.presentationml.slideLayout+xml"/>
  <Override PartName="/ppt/slideLayouts/slideLayout118.xml" ContentType="application/vnd.openxmlformats-officedocument.presentationml.slideLayout+xml"/>
  <Override PartName="/ppt/slideLayouts/slideLayout119.xml" ContentType="application/vnd.openxmlformats-officedocument.presentationml.slideLayout+xml"/>
  <Override PartName="/ppt/slideLayouts/slideLayout120.xml" ContentType="application/vnd.openxmlformats-officedocument.presentationml.slideLayout+xml"/>
  <Override PartName="/ppt/slideLayouts/slideLayout121.xml" ContentType="application/vnd.openxmlformats-officedocument.presentationml.slideLayout+xml"/>
  <Override PartName="/ppt/slideLayouts/slideLayout122.xml" ContentType="application/vnd.openxmlformats-officedocument.presentationml.slideLayout+xml"/>
  <Override PartName="/ppt/slideLayouts/slideLayout123.xml" ContentType="application/vnd.openxmlformats-officedocument.presentationml.slideLayout+xml"/>
  <Override PartName="/ppt/slideLayouts/slideLayout124.xml" ContentType="application/vnd.openxmlformats-officedocument.presentationml.slideLayout+xml"/>
  <Override PartName="/ppt/slideLayouts/slideLayout125.xml" ContentType="application/vnd.openxmlformats-officedocument.presentationml.slideLayout+xml"/>
  <Override PartName="/ppt/theme/theme10.xml" ContentType="application/vnd.openxmlformats-officedocument.theme+xml"/>
  <Override PartName="/ppt/theme/theme11.xml" ContentType="application/vnd.openxmlformats-officedocument.theme+xml"/>
  <Override PartName="/ppt/theme/theme1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4135" r:id="rId4"/>
    <p:sldMasterId id="2147484148" r:id="rId5"/>
    <p:sldMasterId id="2147484825" r:id="rId6"/>
    <p:sldMasterId id="2147484838" r:id="rId7"/>
    <p:sldMasterId id="2147484851" r:id="rId8"/>
    <p:sldMasterId id="2147484864" r:id="rId9"/>
    <p:sldMasterId id="2147484877" r:id="rId10"/>
    <p:sldMasterId id="2147484890" r:id="rId11"/>
    <p:sldMasterId id="2147484903" r:id="rId12"/>
    <p:sldMasterId id="2147484916" r:id="rId13"/>
  </p:sldMasterIdLst>
  <p:notesMasterIdLst>
    <p:notesMasterId r:id="rId49"/>
  </p:notesMasterIdLst>
  <p:handoutMasterIdLst>
    <p:handoutMasterId r:id="rId50"/>
  </p:handoutMasterIdLst>
  <p:sldIdLst>
    <p:sldId id="256" r:id="rId14"/>
    <p:sldId id="257" r:id="rId15"/>
    <p:sldId id="258" r:id="rId16"/>
    <p:sldId id="272" r:id="rId17"/>
    <p:sldId id="310" r:id="rId18"/>
    <p:sldId id="339" r:id="rId19"/>
    <p:sldId id="311" r:id="rId20"/>
    <p:sldId id="313" r:id="rId21"/>
    <p:sldId id="314" r:id="rId22"/>
    <p:sldId id="331" r:id="rId23"/>
    <p:sldId id="347" r:id="rId24"/>
    <p:sldId id="315" r:id="rId25"/>
    <p:sldId id="346" r:id="rId26"/>
    <p:sldId id="306" r:id="rId27"/>
    <p:sldId id="307" r:id="rId28"/>
    <p:sldId id="340" r:id="rId29"/>
    <p:sldId id="341" r:id="rId30"/>
    <p:sldId id="316" r:id="rId31"/>
    <p:sldId id="336" r:id="rId32"/>
    <p:sldId id="342" r:id="rId33"/>
    <p:sldId id="320" r:id="rId34"/>
    <p:sldId id="321" r:id="rId35"/>
    <p:sldId id="308" r:id="rId36"/>
    <p:sldId id="309" r:id="rId37"/>
    <p:sldId id="323" r:id="rId38"/>
    <p:sldId id="322" r:id="rId39"/>
    <p:sldId id="338" r:id="rId40"/>
    <p:sldId id="324" r:id="rId41"/>
    <p:sldId id="325" r:id="rId42"/>
    <p:sldId id="326" r:id="rId43"/>
    <p:sldId id="343" r:id="rId44"/>
    <p:sldId id="327" r:id="rId45"/>
    <p:sldId id="333" r:id="rId46"/>
    <p:sldId id="344" r:id="rId47"/>
    <p:sldId id="345" r:id="rId48"/>
  </p:sldIdLst>
  <p:sldSz cx="9144000" cy="6858000" type="screen4x3"/>
  <p:notesSz cx="6858000" cy="9144000"/>
  <p:defaultTextStyle>
    <a:defPPr>
      <a:defRPr lang="en-GB"/>
    </a:defPPr>
    <a:lvl1pPr algn="r" rtl="1"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1pPr>
    <a:lvl2pPr marL="457200" algn="r" rtl="1"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2pPr>
    <a:lvl3pPr marL="914400" algn="r" rtl="1"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3pPr>
    <a:lvl4pPr marL="1371600" algn="r" rtl="1"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4pPr>
    <a:lvl5pPr marL="1828800" algn="r" rtl="1"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5pPr>
    <a:lvl6pPr marL="2286000" algn="r" defTabSz="914400" rtl="1" eaLnBrk="1" latinLnBrk="0" hangingPunct="1">
      <a:defRPr kern="1200">
        <a:solidFill>
          <a:schemeClr val="tx1"/>
        </a:solidFill>
        <a:latin typeface="Arial" panose="020B0604020202020204" pitchFamily="34" charset="0"/>
        <a:ea typeface="+mn-ea"/>
        <a:cs typeface="Arial" panose="020B0604020202020204" pitchFamily="34" charset="0"/>
      </a:defRPr>
    </a:lvl6pPr>
    <a:lvl7pPr marL="2743200" algn="r" defTabSz="914400" rtl="1" eaLnBrk="1" latinLnBrk="0" hangingPunct="1">
      <a:defRPr kern="1200">
        <a:solidFill>
          <a:schemeClr val="tx1"/>
        </a:solidFill>
        <a:latin typeface="Arial" panose="020B0604020202020204" pitchFamily="34" charset="0"/>
        <a:ea typeface="+mn-ea"/>
        <a:cs typeface="Arial" panose="020B0604020202020204" pitchFamily="34" charset="0"/>
      </a:defRPr>
    </a:lvl7pPr>
    <a:lvl8pPr marL="3200400" algn="r" defTabSz="914400" rtl="1" eaLnBrk="1" latinLnBrk="0" hangingPunct="1">
      <a:defRPr kern="1200">
        <a:solidFill>
          <a:schemeClr val="tx1"/>
        </a:solidFill>
        <a:latin typeface="Arial" panose="020B0604020202020204" pitchFamily="34" charset="0"/>
        <a:ea typeface="+mn-ea"/>
        <a:cs typeface="Arial" panose="020B0604020202020204" pitchFamily="34" charset="0"/>
      </a:defRPr>
    </a:lvl8pPr>
    <a:lvl9pPr marL="3657600" algn="r" defTabSz="914400" rtl="1" eaLnBrk="1" latinLnBrk="0" hangingPunct="1">
      <a:defRPr kern="1200">
        <a:solidFill>
          <a:schemeClr val="tx1"/>
        </a:solidFill>
        <a:latin typeface="Arial" panose="020B0604020202020204" pitchFamily="34" charset="0"/>
        <a:ea typeface="+mn-ea"/>
        <a:cs typeface="Arial" panose="020B0604020202020204" pitchFamily="34" charset="0"/>
      </a:defRPr>
    </a:lvl9pPr>
  </p:defaultTextStyle>
  <p:extLst>
    <p:ext uri="{EFAFB233-063F-42B5-8137-9DF3F51BA10A}">
      <p15:sldGuideLst xmlns:p15="http://schemas.microsoft.com/office/powerpoint/2012/main">
        <p15:guide id="1" orient="horz" pos="1933">
          <p15:clr>
            <a:srgbClr val="A4A3A4"/>
          </p15:clr>
        </p15:guide>
        <p15:guide id="2" pos="2880">
          <p15:clr>
            <a:srgbClr val="A4A3A4"/>
          </p15:clr>
        </p15:guide>
        <p15:guide id="3" pos="1791">
          <p15:clr>
            <a:srgbClr val="A4A3A4"/>
          </p15:clr>
        </p15:guide>
        <p15:guide id="4" orient="horz" pos="3657">
          <p15:clr>
            <a:srgbClr val="A4A3A4"/>
          </p15:clr>
        </p15:guide>
        <p15:guide id="5" pos="1066">
          <p15:clr>
            <a:srgbClr val="A4A3A4"/>
          </p15:clr>
        </p15:guide>
      </p15:sldGuideLst>
    </p:ext>
    <p:ext uri="{2D200454-40CA-4A62-9FC3-DE9A4176ACB9}">
      <p15:notes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8EF2998A-632D-7DD3-001C-456425904A3C}" name="Claire Chester" initials="CC" userId="2bbad52d21f39eb5" providerId="Windows Live"/>
  <p188:author id="{99CFEB90-9D66-8A0A-B491-5A1B86E8BE4E}" name="Sam Prince" initials="SP" userId="S::sam.prince1@pearson.com::b8c1c271-dd5b-4079-a09a-81f4ce8be867" providerId="AD"/>
  <p188:author id="{531F32EF-B7AB-FD12-ECD3-DD5955CD0FA8}" name="Andrew Bodmer" initials="AB" userId="e78b4f3cb0d7499b" providerId="Windows Live"/>
</p188:authorLst>
</file>

<file path=ppt/commentAuthors.xml><?xml version="1.0" encoding="utf-8"?>
<p:cmAuthorLst xmlns:a="http://schemas.openxmlformats.org/drawingml/2006/main" xmlns:r="http://schemas.openxmlformats.org/officeDocument/2006/relationships" xmlns:p="http://schemas.openxmlformats.org/presentationml/2006/main">
  <p:cmAuthor id="1" name="Microsoft Office User" initials="Office" lastIdx="1" clrIdx="0"/>
  <p:cmAuthor id="2" name="Microsoft Office User" initials="Office [2]" lastIdx="1" clrIdx="1"/>
  <p:cmAuthor id="3" name="Microsoft Office User" initials="Office [3]" lastIdx="1" clrIdx="2"/>
  <p:cmAuthor id="4" name="Microsoft Office User" initials="Office [4]" lastIdx="1" clrIdx="3"/>
  <p:cmAuthor id="5" name="Microsoft Office User" initials="Office [5]" lastIdx="1" clrIdx="4"/>
  <p:cmAuthor id="6" name="Susan Leaper" initials="" lastIdx="2" clrIdx="5"/>
  <p:cmAuthor id="7" name="Microsoft Office User" initials="Office [8]" lastIdx="1" clrIdx="6"/>
  <p:cmAuthor id="8" name="Microsoft Office User" initials="Office [7]" lastIdx="1" clrIdx="7"/>
  <p:cmAuthor id="9" name="Microsoft Office User" initials="Office [9]" lastIdx="1" clrIdx="8"/>
  <p:cmAuthor id="10" name="Microsoft Office User" initials="Office [10]" lastIdx="1" clrIdx="9"/>
  <p:cmAuthor id="11" name="Microsoft Office User" initials="" lastIdx="1" clrIdx="10"/>
  <p:cmAuthor id="12" name="Unknown User1" initials="Unknown User1" lastIdx="1" clrIdx="11"/>
  <p:cmAuthor id="13" name="Unknown User2" initials="Unknown User2" lastIdx="1" clrIdx="12"/>
  <p:cmAuthor id="14" name="Chetna Somaiya" initials="CS" lastIdx="3" clrIdx="13">
    <p:extLst>
      <p:ext uri="{19B8F6BF-5375-455C-9EA6-DF929625EA0E}">
        <p15:presenceInfo xmlns:p15="http://schemas.microsoft.com/office/powerpoint/2012/main" userId="S::Chetna.Somaiya@pearson.com::beb44317-2430-4ffc-a211-c5eaf33a942a" providerId="AD"/>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94520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0801AAC3-78D0-F4A0-187E-C6EF1B3C741D}" v="5" dt="2023-10-20T14:38:01.326"/>
    <p1510:client id="{7FBCE341-D001-4454-9D6E-EC0949EC0326}" v="54" dt="2023-10-12T15:25:42.372"/>
    <p1510:client id="{9BE935AC-E00B-7BDD-C98A-A34D22AE9DD3}" v="53" dt="2023-10-19T18:27:23.413"/>
  </p1510:revLst>
</p1510:revInfo>
</file>

<file path=ppt/tableStyles.xml><?xml version="1.0" encoding="utf-8"?>
<a:tblStyleLst xmlns:a="http://schemas.openxmlformats.org/drawingml/2006/main" def="{5C22544A-7EE6-4342-B048-85BDC9FD1C3A}">
  <a:tblStyle styleId="{85BE263C-DBD7-4A20-BB59-AAB30ACAA65A}" styleName="Medium Style 3 - Accent 2">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2"/>
          </a:solidFill>
        </a:fill>
      </a:tcStyle>
    </a:lastCol>
    <a:firstCol>
      <a:tcTxStyle b="on">
        <a:fontRef idx="minor">
          <a:scrgbClr r="0" g="0" b="0"/>
        </a:fontRef>
        <a:schemeClr val="lt1"/>
      </a:tcTxStyle>
      <a:tcStyle>
        <a:tcBdr/>
        <a:fill>
          <a:solidFill>
            <a:schemeClr val="accent2"/>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2"/>
          </a:solidFill>
        </a:fill>
      </a:tcStyle>
    </a:firstRow>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413" autoAdjust="0"/>
    <p:restoredTop sz="95314" autoAdjust="0"/>
  </p:normalViewPr>
  <p:slideViewPr>
    <p:cSldViewPr>
      <p:cViewPr varScale="1">
        <p:scale>
          <a:sx n="162" d="100"/>
          <a:sy n="162" d="100"/>
        </p:scale>
        <p:origin x="1782" y="144"/>
      </p:cViewPr>
      <p:guideLst>
        <p:guide orient="horz" pos="1933"/>
        <p:guide pos="2880"/>
        <p:guide pos="1791"/>
        <p:guide orient="horz" pos="3657"/>
        <p:guide pos="1066"/>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200" d="100"/>
        <a:sy n="200" d="100"/>
      </p:scale>
      <p:origin x="0" y="0"/>
    </p:cViewPr>
  </p:sorterViewPr>
  <p:notesViewPr>
    <p:cSldViewPr>
      <p:cViewPr varScale="1">
        <p:scale>
          <a:sx n="123" d="100"/>
          <a:sy n="123" d="100"/>
        </p:scale>
        <p:origin x="4974" y="96"/>
      </p:cViewPr>
      <p:guideLst/>
    </p:cSldViewPr>
  </p:notes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Master" Target="slideMasters/slideMaster10.xml"/><Relationship Id="rId18" Type="http://schemas.openxmlformats.org/officeDocument/2006/relationships/slide" Target="slides/slide5.xml"/><Relationship Id="rId26" Type="http://schemas.openxmlformats.org/officeDocument/2006/relationships/slide" Target="slides/slide13.xml"/><Relationship Id="rId39" Type="http://schemas.openxmlformats.org/officeDocument/2006/relationships/slide" Target="slides/slide26.xml"/><Relationship Id="rId21" Type="http://schemas.openxmlformats.org/officeDocument/2006/relationships/slide" Target="slides/slide8.xml"/><Relationship Id="rId34" Type="http://schemas.openxmlformats.org/officeDocument/2006/relationships/slide" Target="slides/slide21.xml"/><Relationship Id="rId42" Type="http://schemas.openxmlformats.org/officeDocument/2006/relationships/slide" Target="slides/slide29.xml"/><Relationship Id="rId47" Type="http://schemas.openxmlformats.org/officeDocument/2006/relationships/slide" Target="slides/slide34.xml"/><Relationship Id="rId50" Type="http://schemas.openxmlformats.org/officeDocument/2006/relationships/handoutMaster" Target="handoutMasters/handoutMaster1.xml"/><Relationship Id="rId55" Type="http://schemas.openxmlformats.org/officeDocument/2006/relationships/tableStyles" Target="tableStyles.xml"/><Relationship Id="rId7" Type="http://schemas.openxmlformats.org/officeDocument/2006/relationships/slideMaster" Target="slideMasters/slideMaster4.xml"/><Relationship Id="rId2" Type="http://schemas.openxmlformats.org/officeDocument/2006/relationships/customXml" Target="../customXml/item2.xml"/><Relationship Id="rId16" Type="http://schemas.openxmlformats.org/officeDocument/2006/relationships/slide" Target="slides/slide3.xml"/><Relationship Id="rId29" Type="http://schemas.openxmlformats.org/officeDocument/2006/relationships/slide" Target="slides/slide16.xml"/><Relationship Id="rId11" Type="http://schemas.openxmlformats.org/officeDocument/2006/relationships/slideMaster" Target="slideMasters/slideMaster8.xml"/><Relationship Id="rId24" Type="http://schemas.openxmlformats.org/officeDocument/2006/relationships/slide" Target="slides/slide11.xml"/><Relationship Id="rId32" Type="http://schemas.openxmlformats.org/officeDocument/2006/relationships/slide" Target="slides/slide19.xml"/><Relationship Id="rId37" Type="http://schemas.openxmlformats.org/officeDocument/2006/relationships/slide" Target="slides/slide24.xml"/><Relationship Id="rId40" Type="http://schemas.openxmlformats.org/officeDocument/2006/relationships/slide" Target="slides/slide27.xml"/><Relationship Id="rId45" Type="http://schemas.openxmlformats.org/officeDocument/2006/relationships/slide" Target="slides/slide32.xml"/><Relationship Id="rId53" Type="http://schemas.openxmlformats.org/officeDocument/2006/relationships/viewProps" Target="viewProps.xml"/><Relationship Id="rId58" Type="http://schemas.microsoft.com/office/2018/10/relationships/authors" Target="authors.xml"/><Relationship Id="rId5" Type="http://schemas.openxmlformats.org/officeDocument/2006/relationships/slideMaster" Target="slideMasters/slideMaster2.xml"/><Relationship Id="rId19" Type="http://schemas.openxmlformats.org/officeDocument/2006/relationships/slide" Target="slides/slide6.xml"/><Relationship Id="rId4" Type="http://schemas.openxmlformats.org/officeDocument/2006/relationships/slideMaster" Target="slideMasters/slideMaster1.xml"/><Relationship Id="rId9" Type="http://schemas.openxmlformats.org/officeDocument/2006/relationships/slideMaster" Target="slideMasters/slideMaster6.xml"/><Relationship Id="rId14" Type="http://schemas.openxmlformats.org/officeDocument/2006/relationships/slide" Target="slides/slide1.xml"/><Relationship Id="rId22" Type="http://schemas.openxmlformats.org/officeDocument/2006/relationships/slide" Target="slides/slide9.xml"/><Relationship Id="rId27" Type="http://schemas.openxmlformats.org/officeDocument/2006/relationships/slide" Target="slides/slide14.xml"/><Relationship Id="rId30" Type="http://schemas.openxmlformats.org/officeDocument/2006/relationships/slide" Target="slides/slide17.xml"/><Relationship Id="rId35" Type="http://schemas.openxmlformats.org/officeDocument/2006/relationships/slide" Target="slides/slide22.xml"/><Relationship Id="rId43" Type="http://schemas.openxmlformats.org/officeDocument/2006/relationships/slide" Target="slides/slide30.xml"/><Relationship Id="rId48" Type="http://schemas.openxmlformats.org/officeDocument/2006/relationships/slide" Target="slides/slide35.xml"/><Relationship Id="rId56" Type="http://schemas.microsoft.com/office/2016/11/relationships/changesInfo" Target="changesInfos/changesInfo1.xml"/><Relationship Id="rId8" Type="http://schemas.openxmlformats.org/officeDocument/2006/relationships/slideMaster" Target="slideMasters/slideMaster5.xml"/><Relationship Id="rId51" Type="http://schemas.openxmlformats.org/officeDocument/2006/relationships/commentAuthors" Target="commentAuthors.xml"/><Relationship Id="rId3" Type="http://schemas.openxmlformats.org/officeDocument/2006/relationships/customXml" Target="../customXml/item3.xml"/><Relationship Id="rId12" Type="http://schemas.openxmlformats.org/officeDocument/2006/relationships/slideMaster" Target="slideMasters/slideMaster9.xml"/><Relationship Id="rId17" Type="http://schemas.openxmlformats.org/officeDocument/2006/relationships/slide" Target="slides/slide4.xml"/><Relationship Id="rId25" Type="http://schemas.openxmlformats.org/officeDocument/2006/relationships/slide" Target="slides/slide12.xml"/><Relationship Id="rId33" Type="http://schemas.openxmlformats.org/officeDocument/2006/relationships/slide" Target="slides/slide20.xml"/><Relationship Id="rId38" Type="http://schemas.openxmlformats.org/officeDocument/2006/relationships/slide" Target="slides/slide25.xml"/><Relationship Id="rId46" Type="http://schemas.openxmlformats.org/officeDocument/2006/relationships/slide" Target="slides/slide33.xml"/><Relationship Id="rId20" Type="http://schemas.openxmlformats.org/officeDocument/2006/relationships/slide" Target="slides/slide7.xml"/><Relationship Id="rId41" Type="http://schemas.openxmlformats.org/officeDocument/2006/relationships/slide" Target="slides/slide28.xml"/><Relationship Id="rId54" Type="http://schemas.openxmlformats.org/officeDocument/2006/relationships/theme" Target="theme/theme1.xml"/><Relationship Id="rId1" Type="http://schemas.openxmlformats.org/officeDocument/2006/relationships/customXml" Target="../customXml/item1.xml"/><Relationship Id="rId6" Type="http://schemas.openxmlformats.org/officeDocument/2006/relationships/slideMaster" Target="slideMasters/slideMaster3.xml"/><Relationship Id="rId15" Type="http://schemas.openxmlformats.org/officeDocument/2006/relationships/slide" Target="slides/slide2.xml"/><Relationship Id="rId23" Type="http://schemas.openxmlformats.org/officeDocument/2006/relationships/slide" Target="slides/slide10.xml"/><Relationship Id="rId28" Type="http://schemas.openxmlformats.org/officeDocument/2006/relationships/slide" Target="slides/slide15.xml"/><Relationship Id="rId36" Type="http://schemas.openxmlformats.org/officeDocument/2006/relationships/slide" Target="slides/slide23.xml"/><Relationship Id="rId49" Type="http://schemas.openxmlformats.org/officeDocument/2006/relationships/notesMaster" Target="notesMasters/notesMaster1.xml"/><Relationship Id="rId57" Type="http://schemas.microsoft.com/office/2015/10/relationships/revisionInfo" Target="revisionInfo.xml"/><Relationship Id="rId10" Type="http://schemas.openxmlformats.org/officeDocument/2006/relationships/slideMaster" Target="slideMasters/slideMaster7.xml"/><Relationship Id="rId31" Type="http://schemas.openxmlformats.org/officeDocument/2006/relationships/slide" Target="slides/slide18.xml"/><Relationship Id="rId44" Type="http://schemas.openxmlformats.org/officeDocument/2006/relationships/slide" Target="slides/slide31.xml"/><Relationship Id="rId52" Type="http://schemas.openxmlformats.org/officeDocument/2006/relationships/presProps" Target="pres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Sam Prince" userId="S::sam.prince1@pearson.com::b8c1c271-dd5b-4079-a09a-81f4ce8be867" providerId="AD" clId="Web-{0801AAC3-78D0-F4A0-187E-C6EF1B3C741D}"/>
    <pc:docChg chg="delSld modSld">
      <pc:chgData name="Sam Prince" userId="S::sam.prince1@pearson.com::b8c1c271-dd5b-4079-a09a-81f4ce8be867" providerId="AD" clId="Web-{0801AAC3-78D0-F4A0-187E-C6EF1B3C741D}" dt="2023-10-20T14:38:00.732" v="3" actId="14100"/>
      <pc:docMkLst>
        <pc:docMk/>
      </pc:docMkLst>
      <pc:sldChg chg="addSp modSp">
        <pc:chgData name="Sam Prince" userId="S::sam.prince1@pearson.com::b8c1c271-dd5b-4079-a09a-81f4ce8be867" providerId="AD" clId="Web-{0801AAC3-78D0-F4A0-187E-C6EF1B3C741D}" dt="2023-10-20T14:38:00.732" v="3" actId="14100"/>
        <pc:sldMkLst>
          <pc:docMk/>
          <pc:sldMk cId="3133826397" sldId="325"/>
        </pc:sldMkLst>
        <pc:picChg chg="add mod">
          <ac:chgData name="Sam Prince" userId="S::sam.prince1@pearson.com::b8c1c271-dd5b-4079-a09a-81f4ce8be867" providerId="AD" clId="Web-{0801AAC3-78D0-F4A0-187E-C6EF1B3C741D}" dt="2023-10-20T14:38:00.732" v="3" actId="14100"/>
          <ac:picMkLst>
            <pc:docMk/>
            <pc:sldMk cId="3133826397" sldId="325"/>
            <ac:picMk id="2" creationId="{37976F23-C054-0FA6-561B-1CBF256621F9}"/>
          </ac:picMkLst>
        </pc:picChg>
      </pc:sldChg>
      <pc:sldChg chg="del">
        <pc:chgData name="Sam Prince" userId="S::sam.prince1@pearson.com::b8c1c271-dd5b-4079-a09a-81f4ce8be867" providerId="AD" clId="Web-{0801AAC3-78D0-F4A0-187E-C6EF1B3C741D}" dt="2023-10-20T14:37:48.341" v="0"/>
        <pc:sldMkLst>
          <pc:docMk/>
          <pc:sldMk cId="3993946299" sldId="348"/>
        </pc:sldMkLst>
      </pc:sldChg>
    </pc:docChg>
  </pc:docChgLst>
  <pc:docChgLst>
    <pc:chgData name="Sam Prince" userId="b8c1c271-dd5b-4079-a09a-81f4ce8be867" providerId="ADAL" clId="{7FBCE341-D001-4454-9D6E-EC0949EC0326}"/>
    <pc:docChg chg="undo custSel addSld modSld">
      <pc:chgData name="Sam Prince" userId="b8c1c271-dd5b-4079-a09a-81f4ce8be867" providerId="ADAL" clId="{7FBCE341-D001-4454-9D6E-EC0949EC0326}" dt="2023-10-20T12:34:57.202" v="907" actId="20577"/>
      <pc:docMkLst>
        <pc:docMk/>
      </pc:docMkLst>
      <pc:sldChg chg="modSp mod">
        <pc:chgData name="Sam Prince" userId="b8c1c271-dd5b-4079-a09a-81f4ce8be867" providerId="ADAL" clId="{7FBCE341-D001-4454-9D6E-EC0949EC0326}" dt="2023-10-03T17:31:17.341" v="0" actId="20577"/>
        <pc:sldMkLst>
          <pc:docMk/>
          <pc:sldMk cId="0" sldId="256"/>
        </pc:sldMkLst>
        <pc:spChg chg="mod">
          <ac:chgData name="Sam Prince" userId="b8c1c271-dd5b-4079-a09a-81f4ce8be867" providerId="ADAL" clId="{7FBCE341-D001-4454-9D6E-EC0949EC0326}" dt="2023-10-03T17:31:17.341" v="0" actId="20577"/>
          <ac:spMkLst>
            <pc:docMk/>
            <pc:sldMk cId="0" sldId="256"/>
            <ac:spMk id="3" creationId="{986D29E0-B089-110D-BF1E-B3C37F2C37F9}"/>
          </ac:spMkLst>
        </pc:spChg>
      </pc:sldChg>
      <pc:sldChg chg="modSp mod">
        <pc:chgData name="Sam Prince" userId="b8c1c271-dd5b-4079-a09a-81f4ce8be867" providerId="ADAL" clId="{7FBCE341-D001-4454-9D6E-EC0949EC0326}" dt="2023-10-12T15:15:33.121" v="872" actId="20577"/>
        <pc:sldMkLst>
          <pc:docMk/>
          <pc:sldMk cId="0" sldId="258"/>
        </pc:sldMkLst>
        <pc:spChg chg="mod">
          <ac:chgData name="Sam Prince" userId="b8c1c271-dd5b-4079-a09a-81f4ce8be867" providerId="ADAL" clId="{7FBCE341-D001-4454-9D6E-EC0949EC0326}" dt="2023-10-12T15:15:33.121" v="872" actId="20577"/>
          <ac:spMkLst>
            <pc:docMk/>
            <pc:sldMk cId="0" sldId="258"/>
            <ac:spMk id="32770" creationId="{CD9316BF-B3CE-8341-5A0A-249747D6C6E1}"/>
          </ac:spMkLst>
        </pc:spChg>
        <pc:spChg chg="mod">
          <ac:chgData name="Sam Prince" userId="b8c1c271-dd5b-4079-a09a-81f4ce8be867" providerId="ADAL" clId="{7FBCE341-D001-4454-9D6E-EC0949EC0326}" dt="2023-10-03T17:31:35.470" v="4" actId="113"/>
          <ac:spMkLst>
            <pc:docMk/>
            <pc:sldMk cId="0" sldId="258"/>
            <ac:spMk id="32771" creationId="{44DFA49F-83B7-E61C-00EB-D6046D571A05}"/>
          </ac:spMkLst>
        </pc:spChg>
      </pc:sldChg>
      <pc:sldChg chg="modSp mod">
        <pc:chgData name="Sam Prince" userId="b8c1c271-dd5b-4079-a09a-81f4ce8be867" providerId="ADAL" clId="{7FBCE341-D001-4454-9D6E-EC0949EC0326}" dt="2023-10-04T10:15:25.405" v="674" actId="12"/>
        <pc:sldMkLst>
          <pc:docMk/>
          <pc:sldMk cId="0" sldId="272"/>
        </pc:sldMkLst>
        <pc:spChg chg="mod">
          <ac:chgData name="Sam Prince" userId="b8c1c271-dd5b-4079-a09a-81f4ce8be867" providerId="ADAL" clId="{7FBCE341-D001-4454-9D6E-EC0949EC0326}" dt="2023-10-04T10:15:25.405" v="674" actId="12"/>
          <ac:spMkLst>
            <pc:docMk/>
            <pc:sldMk cId="0" sldId="272"/>
            <ac:spMk id="34819" creationId="{453C7683-8588-7ABC-32E0-8A4E68218620}"/>
          </ac:spMkLst>
        </pc:spChg>
      </pc:sldChg>
      <pc:sldChg chg="modSp mod">
        <pc:chgData name="Sam Prince" userId="b8c1c271-dd5b-4079-a09a-81f4ce8be867" providerId="ADAL" clId="{7FBCE341-D001-4454-9D6E-EC0949EC0326}" dt="2023-10-04T10:16:06.231" v="679" actId="1076"/>
        <pc:sldMkLst>
          <pc:docMk/>
          <pc:sldMk cId="588007661" sldId="306"/>
        </pc:sldMkLst>
        <pc:spChg chg="mod">
          <ac:chgData name="Sam Prince" userId="b8c1c271-dd5b-4079-a09a-81f4ce8be867" providerId="ADAL" clId="{7FBCE341-D001-4454-9D6E-EC0949EC0326}" dt="2023-10-04T10:16:06.231" v="679" actId="1076"/>
          <ac:spMkLst>
            <pc:docMk/>
            <pc:sldMk cId="588007661" sldId="306"/>
            <ac:spMk id="34819" creationId="{453C7683-8588-7ABC-32E0-8A4E68218620}"/>
          </ac:spMkLst>
        </pc:spChg>
      </pc:sldChg>
      <pc:sldChg chg="modSp mod delCm">
        <pc:chgData name="Sam Prince" userId="b8c1c271-dd5b-4079-a09a-81f4ce8be867" providerId="ADAL" clId="{7FBCE341-D001-4454-9D6E-EC0949EC0326}" dt="2023-10-04T10:16:09.527" v="680"/>
        <pc:sldMkLst>
          <pc:docMk/>
          <pc:sldMk cId="3621417310" sldId="307"/>
        </pc:sldMkLst>
        <pc:spChg chg="mod">
          <ac:chgData name="Sam Prince" userId="b8c1c271-dd5b-4079-a09a-81f4ce8be867" providerId="ADAL" clId="{7FBCE341-D001-4454-9D6E-EC0949EC0326}" dt="2023-10-03T17:37:46.538" v="68" actId="403"/>
          <ac:spMkLst>
            <pc:docMk/>
            <pc:sldMk cId="3621417310" sldId="307"/>
            <ac:spMk id="34819" creationId="{453C7683-8588-7ABC-32E0-8A4E68218620}"/>
          </ac:spMkLst>
        </pc:spChg>
      </pc:sldChg>
      <pc:sldChg chg="modSp mod">
        <pc:chgData name="Sam Prince" userId="b8c1c271-dd5b-4079-a09a-81f4ce8be867" providerId="ADAL" clId="{7FBCE341-D001-4454-9D6E-EC0949EC0326}" dt="2023-10-04T10:17:24.178" v="692" actId="179"/>
        <pc:sldMkLst>
          <pc:docMk/>
          <pc:sldMk cId="2005355495" sldId="308"/>
        </pc:sldMkLst>
        <pc:spChg chg="mod">
          <ac:chgData name="Sam Prince" userId="b8c1c271-dd5b-4079-a09a-81f4ce8be867" providerId="ADAL" clId="{7FBCE341-D001-4454-9D6E-EC0949EC0326}" dt="2023-10-04T10:17:24.178" v="692" actId="179"/>
          <ac:spMkLst>
            <pc:docMk/>
            <pc:sldMk cId="2005355495" sldId="308"/>
            <ac:spMk id="34819" creationId="{453C7683-8588-7ABC-32E0-8A4E68218620}"/>
          </ac:spMkLst>
        </pc:spChg>
      </pc:sldChg>
      <pc:sldChg chg="addSp delSp modSp mod">
        <pc:chgData name="Sam Prince" userId="b8c1c271-dd5b-4079-a09a-81f4ce8be867" providerId="ADAL" clId="{7FBCE341-D001-4454-9D6E-EC0949EC0326}" dt="2023-10-12T11:00:43.655" v="770" actId="1076"/>
        <pc:sldMkLst>
          <pc:docMk/>
          <pc:sldMk cId="47175209" sldId="309"/>
        </pc:sldMkLst>
        <pc:spChg chg="mod">
          <ac:chgData name="Sam Prince" userId="b8c1c271-dd5b-4079-a09a-81f4ce8be867" providerId="ADAL" clId="{7FBCE341-D001-4454-9D6E-EC0949EC0326}" dt="2023-10-03T17:47:12.580" v="227" actId="20577"/>
          <ac:spMkLst>
            <pc:docMk/>
            <pc:sldMk cId="47175209" sldId="309"/>
            <ac:spMk id="2" creationId="{17688DB5-1FBE-50EC-401D-81FFBBBF3878}"/>
          </ac:spMkLst>
        </pc:spChg>
        <pc:spChg chg="mod">
          <ac:chgData name="Sam Prince" userId="b8c1c271-dd5b-4079-a09a-81f4ce8be867" providerId="ADAL" clId="{7FBCE341-D001-4454-9D6E-EC0949EC0326}" dt="2023-10-03T17:45:00.633" v="183" actId="255"/>
          <ac:spMkLst>
            <pc:docMk/>
            <pc:sldMk cId="47175209" sldId="309"/>
            <ac:spMk id="34819" creationId="{453C7683-8588-7ABC-32E0-8A4E68218620}"/>
          </ac:spMkLst>
        </pc:spChg>
        <pc:picChg chg="del mod">
          <ac:chgData name="Sam Prince" userId="b8c1c271-dd5b-4079-a09a-81f4ce8be867" providerId="ADAL" clId="{7FBCE341-D001-4454-9D6E-EC0949EC0326}" dt="2023-10-12T11:00:32.503" v="767" actId="478"/>
          <ac:picMkLst>
            <pc:docMk/>
            <pc:sldMk cId="47175209" sldId="309"/>
            <ac:picMk id="4" creationId="{C390D439-7EED-BC87-4704-1DAF955903F6}"/>
          </ac:picMkLst>
        </pc:picChg>
        <pc:picChg chg="add mod">
          <ac:chgData name="Sam Prince" userId="b8c1c271-dd5b-4079-a09a-81f4ce8be867" providerId="ADAL" clId="{7FBCE341-D001-4454-9D6E-EC0949EC0326}" dt="2023-10-12T11:00:43.655" v="770" actId="1076"/>
          <ac:picMkLst>
            <pc:docMk/>
            <pc:sldMk cId="47175209" sldId="309"/>
            <ac:picMk id="5" creationId="{B3157C7C-071E-27FA-21B0-94ED24CA1A6A}"/>
          </ac:picMkLst>
        </pc:picChg>
      </pc:sldChg>
      <pc:sldChg chg="modSp mod">
        <pc:chgData name="Sam Prince" userId="b8c1c271-dd5b-4079-a09a-81f4ce8be867" providerId="ADAL" clId="{7FBCE341-D001-4454-9D6E-EC0949EC0326}" dt="2023-10-12T15:15:43.204" v="878" actId="20577"/>
        <pc:sldMkLst>
          <pc:docMk/>
          <pc:sldMk cId="1329177216" sldId="310"/>
        </pc:sldMkLst>
        <pc:spChg chg="mod">
          <ac:chgData name="Sam Prince" userId="b8c1c271-dd5b-4079-a09a-81f4ce8be867" providerId="ADAL" clId="{7FBCE341-D001-4454-9D6E-EC0949EC0326}" dt="2023-10-04T10:15:37.022" v="675" actId="1076"/>
          <ac:spMkLst>
            <pc:docMk/>
            <pc:sldMk cId="1329177216" sldId="310"/>
            <ac:spMk id="34819" creationId="{453C7683-8588-7ABC-32E0-8A4E68218620}"/>
          </ac:spMkLst>
        </pc:spChg>
        <pc:spChg chg="mod">
          <ac:chgData name="Sam Prince" userId="b8c1c271-dd5b-4079-a09a-81f4ce8be867" providerId="ADAL" clId="{7FBCE341-D001-4454-9D6E-EC0949EC0326}" dt="2023-10-12T15:15:43.204" v="878" actId="20577"/>
          <ac:spMkLst>
            <pc:docMk/>
            <pc:sldMk cId="1329177216" sldId="310"/>
            <ac:spMk id="34820" creationId="{8DCD7CE1-603D-4D59-3DBB-C13C0B6505F0}"/>
          </ac:spMkLst>
        </pc:spChg>
      </pc:sldChg>
      <pc:sldChg chg="modSp mod">
        <pc:chgData name="Sam Prince" userId="b8c1c271-dd5b-4079-a09a-81f4ce8be867" providerId="ADAL" clId="{7FBCE341-D001-4454-9D6E-EC0949EC0326}" dt="2023-10-03T17:33:28.078" v="23" actId="1076"/>
        <pc:sldMkLst>
          <pc:docMk/>
          <pc:sldMk cId="4097701120" sldId="311"/>
        </pc:sldMkLst>
        <pc:spChg chg="mod">
          <ac:chgData name="Sam Prince" userId="b8c1c271-dd5b-4079-a09a-81f4ce8be867" providerId="ADAL" clId="{7FBCE341-D001-4454-9D6E-EC0949EC0326}" dt="2023-10-03T17:33:28.078" v="23" actId="1076"/>
          <ac:spMkLst>
            <pc:docMk/>
            <pc:sldMk cId="4097701120" sldId="311"/>
            <ac:spMk id="34819" creationId="{453C7683-8588-7ABC-32E0-8A4E68218620}"/>
          </ac:spMkLst>
        </pc:spChg>
      </pc:sldChg>
      <pc:sldChg chg="modSp mod">
        <pc:chgData name="Sam Prince" userId="b8c1c271-dd5b-4079-a09a-81f4ce8be867" providerId="ADAL" clId="{7FBCE341-D001-4454-9D6E-EC0949EC0326}" dt="2023-10-03T17:34:06.969" v="30" actId="20577"/>
        <pc:sldMkLst>
          <pc:docMk/>
          <pc:sldMk cId="2909109663" sldId="313"/>
        </pc:sldMkLst>
        <pc:spChg chg="mod">
          <ac:chgData name="Sam Prince" userId="b8c1c271-dd5b-4079-a09a-81f4ce8be867" providerId="ADAL" clId="{7FBCE341-D001-4454-9D6E-EC0949EC0326}" dt="2023-10-03T17:34:06.969" v="30" actId="20577"/>
          <ac:spMkLst>
            <pc:docMk/>
            <pc:sldMk cId="2909109663" sldId="313"/>
            <ac:spMk id="34819" creationId="{453C7683-8588-7ABC-32E0-8A4E68218620}"/>
          </ac:spMkLst>
        </pc:spChg>
      </pc:sldChg>
      <pc:sldChg chg="modSp mod">
        <pc:chgData name="Sam Prince" userId="b8c1c271-dd5b-4079-a09a-81f4ce8be867" providerId="ADAL" clId="{7FBCE341-D001-4454-9D6E-EC0949EC0326}" dt="2023-10-20T12:34:57.202" v="907" actId="20577"/>
        <pc:sldMkLst>
          <pc:docMk/>
          <pc:sldMk cId="911142065" sldId="314"/>
        </pc:sldMkLst>
        <pc:spChg chg="mod">
          <ac:chgData name="Sam Prince" userId="b8c1c271-dd5b-4079-a09a-81f4ce8be867" providerId="ADAL" clId="{7FBCE341-D001-4454-9D6E-EC0949EC0326}" dt="2023-10-20T12:34:57.202" v="907" actId="20577"/>
          <ac:spMkLst>
            <pc:docMk/>
            <pc:sldMk cId="911142065" sldId="314"/>
            <ac:spMk id="4" creationId="{688359C3-CE3C-0EED-82E6-AC62CAA1B145}"/>
          </ac:spMkLst>
        </pc:spChg>
        <pc:spChg chg="mod">
          <ac:chgData name="Sam Prince" userId="b8c1c271-dd5b-4079-a09a-81f4ce8be867" providerId="ADAL" clId="{7FBCE341-D001-4454-9D6E-EC0949EC0326}" dt="2023-10-03T17:34:39.785" v="33" actId="403"/>
          <ac:spMkLst>
            <pc:docMk/>
            <pc:sldMk cId="911142065" sldId="314"/>
            <ac:spMk id="34819" creationId="{453C7683-8588-7ABC-32E0-8A4E68218620}"/>
          </ac:spMkLst>
        </pc:spChg>
        <pc:graphicFrameChg chg="modGraphic">
          <ac:chgData name="Sam Prince" userId="b8c1c271-dd5b-4079-a09a-81f4ce8be867" providerId="ADAL" clId="{7FBCE341-D001-4454-9D6E-EC0949EC0326}" dt="2023-10-03T17:34:34.618" v="32" actId="255"/>
          <ac:graphicFrameMkLst>
            <pc:docMk/>
            <pc:sldMk cId="911142065" sldId="314"/>
            <ac:graphicFrameMk id="3" creationId="{4C457210-B24C-E692-8CAE-FBF4875457A3}"/>
          </ac:graphicFrameMkLst>
        </pc:graphicFrameChg>
      </pc:sldChg>
      <pc:sldChg chg="addSp delSp modSp mod delCm">
        <pc:chgData name="Sam Prince" userId="b8c1c271-dd5b-4079-a09a-81f4ce8be867" providerId="ADAL" clId="{7FBCE341-D001-4454-9D6E-EC0949EC0326}" dt="2023-10-12T15:25:22.244" v="888" actId="404"/>
        <pc:sldMkLst>
          <pc:docMk/>
          <pc:sldMk cId="718849574" sldId="315"/>
        </pc:sldMkLst>
        <pc:spChg chg="mod">
          <ac:chgData name="Sam Prince" userId="b8c1c271-dd5b-4079-a09a-81f4ce8be867" providerId="ADAL" clId="{7FBCE341-D001-4454-9D6E-EC0949EC0326}" dt="2023-10-03T17:37:25.492" v="63" actId="1076"/>
          <ac:spMkLst>
            <pc:docMk/>
            <pc:sldMk cId="718849574" sldId="315"/>
            <ac:spMk id="2" creationId="{5FCB44EB-AABE-330F-8A47-30D3C85D2BBE}"/>
          </ac:spMkLst>
        </pc:spChg>
        <pc:spChg chg="mod">
          <ac:chgData name="Sam Prince" userId="b8c1c271-dd5b-4079-a09a-81f4ce8be867" providerId="ADAL" clId="{7FBCE341-D001-4454-9D6E-EC0949EC0326}" dt="2023-10-03T17:36:56.755" v="59" actId="403"/>
          <ac:spMkLst>
            <pc:docMk/>
            <pc:sldMk cId="718849574" sldId="315"/>
            <ac:spMk id="3" creationId="{4D33FC08-1237-3AAA-04D7-0D8C68898AA9}"/>
          </ac:spMkLst>
        </pc:spChg>
        <pc:spChg chg="mod">
          <ac:chgData name="Sam Prince" userId="b8c1c271-dd5b-4079-a09a-81f4ce8be867" providerId="ADAL" clId="{7FBCE341-D001-4454-9D6E-EC0949EC0326}" dt="2023-10-03T17:37:17.003" v="62" actId="1076"/>
          <ac:spMkLst>
            <pc:docMk/>
            <pc:sldMk cId="718849574" sldId="315"/>
            <ac:spMk id="34819" creationId="{453C7683-8588-7ABC-32E0-8A4E68218620}"/>
          </ac:spMkLst>
        </pc:spChg>
        <pc:spChg chg="mod">
          <ac:chgData name="Sam Prince" userId="b8c1c271-dd5b-4079-a09a-81f4ce8be867" providerId="ADAL" clId="{7FBCE341-D001-4454-9D6E-EC0949EC0326}" dt="2023-10-12T15:25:22.244" v="888" actId="404"/>
          <ac:spMkLst>
            <pc:docMk/>
            <pc:sldMk cId="718849574" sldId="315"/>
            <ac:spMk id="34820" creationId="{8DCD7CE1-603D-4D59-3DBB-C13C0B6505F0}"/>
          </ac:spMkLst>
        </pc:spChg>
        <pc:picChg chg="del mod">
          <ac:chgData name="Sam Prince" userId="b8c1c271-dd5b-4079-a09a-81f4ce8be867" providerId="ADAL" clId="{7FBCE341-D001-4454-9D6E-EC0949EC0326}" dt="2023-10-12T10:58:20.877" v="745" actId="478"/>
          <ac:picMkLst>
            <pc:docMk/>
            <pc:sldMk cId="718849574" sldId="315"/>
            <ac:picMk id="5" creationId="{0772E8A9-D168-986F-C291-48BD8B194C6A}"/>
          </ac:picMkLst>
        </pc:picChg>
        <pc:picChg chg="add mod">
          <ac:chgData name="Sam Prince" userId="b8c1c271-dd5b-4079-a09a-81f4ce8be867" providerId="ADAL" clId="{7FBCE341-D001-4454-9D6E-EC0949EC0326}" dt="2023-10-12T10:58:55.018" v="749" actId="1076"/>
          <ac:picMkLst>
            <pc:docMk/>
            <pc:sldMk cId="718849574" sldId="315"/>
            <ac:picMk id="6" creationId="{503777BF-A982-6662-4E9B-A27A0B032035}"/>
          </ac:picMkLst>
        </pc:picChg>
      </pc:sldChg>
      <pc:sldChg chg="modSp mod">
        <pc:chgData name="Sam Prince" userId="b8c1c271-dd5b-4079-a09a-81f4ce8be867" providerId="ADAL" clId="{7FBCE341-D001-4454-9D6E-EC0949EC0326}" dt="2023-10-03T17:39:59.379" v="104" actId="403"/>
        <pc:sldMkLst>
          <pc:docMk/>
          <pc:sldMk cId="3638458918" sldId="316"/>
        </pc:sldMkLst>
        <pc:spChg chg="mod">
          <ac:chgData name="Sam Prince" userId="b8c1c271-dd5b-4079-a09a-81f4ce8be867" providerId="ADAL" clId="{7FBCE341-D001-4454-9D6E-EC0949EC0326}" dt="2023-10-03T17:39:52.572" v="102"/>
          <ac:spMkLst>
            <pc:docMk/>
            <pc:sldMk cId="3638458918" sldId="316"/>
            <ac:spMk id="2" creationId="{4C7A743B-D3B9-D7EB-E21A-52C156CB95E0}"/>
          </ac:spMkLst>
        </pc:spChg>
        <pc:spChg chg="mod">
          <ac:chgData name="Sam Prince" userId="b8c1c271-dd5b-4079-a09a-81f4ce8be867" providerId="ADAL" clId="{7FBCE341-D001-4454-9D6E-EC0949EC0326}" dt="2023-10-03T17:39:59.379" v="104" actId="403"/>
          <ac:spMkLst>
            <pc:docMk/>
            <pc:sldMk cId="3638458918" sldId="316"/>
            <ac:spMk id="4" creationId="{F0BC7EE2-99AE-1F51-8BE7-ED7D66A37941}"/>
          </ac:spMkLst>
        </pc:spChg>
        <pc:spChg chg="mod">
          <ac:chgData name="Sam Prince" userId="b8c1c271-dd5b-4079-a09a-81f4ce8be867" providerId="ADAL" clId="{7FBCE341-D001-4454-9D6E-EC0949EC0326}" dt="2023-10-03T17:39:48.254" v="101" actId="20577"/>
          <ac:spMkLst>
            <pc:docMk/>
            <pc:sldMk cId="3638458918" sldId="316"/>
            <ac:spMk id="34819" creationId="{453C7683-8588-7ABC-32E0-8A4E68218620}"/>
          </ac:spMkLst>
        </pc:spChg>
      </pc:sldChg>
      <pc:sldChg chg="modSp mod delCm modCm">
        <pc:chgData name="Sam Prince" userId="b8c1c271-dd5b-4079-a09a-81f4ce8be867" providerId="ADAL" clId="{7FBCE341-D001-4454-9D6E-EC0949EC0326}" dt="2023-10-04T10:17:03.273" v="687" actId="33524"/>
        <pc:sldMkLst>
          <pc:docMk/>
          <pc:sldMk cId="2127982320" sldId="320"/>
        </pc:sldMkLst>
        <pc:spChg chg="mod">
          <ac:chgData name="Sam Prince" userId="b8c1c271-dd5b-4079-a09a-81f4ce8be867" providerId="ADAL" clId="{7FBCE341-D001-4454-9D6E-EC0949EC0326}" dt="2023-10-04T10:17:03.273" v="687" actId="33524"/>
          <ac:spMkLst>
            <pc:docMk/>
            <pc:sldMk cId="2127982320" sldId="320"/>
            <ac:spMk id="34819" creationId="{453C7683-8588-7ABC-32E0-8A4E68218620}"/>
          </ac:spMkLst>
        </pc:spChg>
      </pc:sldChg>
      <pc:sldChg chg="modSp mod delCm modCm">
        <pc:chgData name="Sam Prince" userId="b8c1c271-dd5b-4079-a09a-81f4ce8be867" providerId="ADAL" clId="{7FBCE341-D001-4454-9D6E-EC0949EC0326}" dt="2023-10-04T10:17:07.083" v="688"/>
        <pc:sldMkLst>
          <pc:docMk/>
          <pc:sldMk cId="165651596" sldId="321"/>
        </pc:sldMkLst>
        <pc:spChg chg="mod">
          <ac:chgData name="Sam Prince" userId="b8c1c271-dd5b-4079-a09a-81f4ce8be867" providerId="ADAL" clId="{7FBCE341-D001-4454-9D6E-EC0949EC0326}" dt="2023-10-03T17:44:00.663" v="169" actId="403"/>
          <ac:spMkLst>
            <pc:docMk/>
            <pc:sldMk cId="165651596" sldId="321"/>
            <ac:spMk id="34819" creationId="{453C7683-8588-7ABC-32E0-8A4E68218620}"/>
          </ac:spMkLst>
        </pc:spChg>
      </pc:sldChg>
      <pc:sldChg chg="modSp mod">
        <pc:chgData name="Sam Prince" userId="b8c1c271-dd5b-4079-a09a-81f4ce8be867" providerId="ADAL" clId="{7FBCE341-D001-4454-9D6E-EC0949EC0326}" dt="2023-10-03T17:47:42.387" v="233" actId="20577"/>
        <pc:sldMkLst>
          <pc:docMk/>
          <pc:sldMk cId="3460192856" sldId="322"/>
        </pc:sldMkLst>
        <pc:spChg chg="mod">
          <ac:chgData name="Sam Prince" userId="b8c1c271-dd5b-4079-a09a-81f4ce8be867" providerId="ADAL" clId="{7FBCE341-D001-4454-9D6E-EC0949EC0326}" dt="2023-10-03T17:47:28.153" v="228" actId="6549"/>
          <ac:spMkLst>
            <pc:docMk/>
            <pc:sldMk cId="3460192856" sldId="322"/>
            <ac:spMk id="34819" creationId="{453C7683-8588-7ABC-32E0-8A4E68218620}"/>
          </ac:spMkLst>
        </pc:spChg>
        <pc:graphicFrameChg chg="mod modGraphic">
          <ac:chgData name="Sam Prince" userId="b8c1c271-dd5b-4079-a09a-81f4ce8be867" providerId="ADAL" clId="{7FBCE341-D001-4454-9D6E-EC0949EC0326}" dt="2023-10-03T17:47:42.387" v="233" actId="20577"/>
          <ac:graphicFrameMkLst>
            <pc:docMk/>
            <pc:sldMk cId="3460192856" sldId="322"/>
            <ac:graphicFrameMk id="2" creationId="{A7E433D0-77D6-9274-C70F-8CB39DC96505}"/>
          </ac:graphicFrameMkLst>
        </pc:graphicFrameChg>
      </pc:sldChg>
      <pc:sldChg chg="modSp mod delCm">
        <pc:chgData name="Sam Prince" userId="b8c1c271-dd5b-4079-a09a-81f4ce8be867" providerId="ADAL" clId="{7FBCE341-D001-4454-9D6E-EC0949EC0326}" dt="2023-10-04T09:58:01.325" v="428" actId="6549"/>
        <pc:sldMkLst>
          <pc:docMk/>
          <pc:sldMk cId="2217532197" sldId="323"/>
        </pc:sldMkLst>
        <pc:graphicFrameChg chg="mod modGraphic">
          <ac:chgData name="Sam Prince" userId="b8c1c271-dd5b-4079-a09a-81f4ce8be867" providerId="ADAL" clId="{7FBCE341-D001-4454-9D6E-EC0949EC0326}" dt="2023-10-04T09:58:01.325" v="428" actId="6549"/>
          <ac:graphicFrameMkLst>
            <pc:docMk/>
            <pc:sldMk cId="2217532197" sldId="323"/>
            <ac:graphicFrameMk id="3" creationId="{54AB589D-C366-327E-2253-12F697CD2E93}"/>
          </ac:graphicFrameMkLst>
        </pc:graphicFrameChg>
      </pc:sldChg>
      <pc:sldChg chg="addSp delSp modSp mod">
        <pc:chgData name="Sam Prince" userId="b8c1c271-dd5b-4079-a09a-81f4ce8be867" providerId="ADAL" clId="{7FBCE341-D001-4454-9D6E-EC0949EC0326}" dt="2023-10-20T12:33:54.201" v="902" actId="1076"/>
        <pc:sldMkLst>
          <pc:docMk/>
          <pc:sldMk cId="391248043" sldId="324"/>
        </pc:sldMkLst>
        <pc:spChg chg="mod">
          <ac:chgData name="Sam Prince" userId="b8c1c271-dd5b-4079-a09a-81f4ce8be867" providerId="ADAL" clId="{7FBCE341-D001-4454-9D6E-EC0949EC0326}" dt="2023-10-03T17:48:45.592" v="236" actId="6549"/>
          <ac:spMkLst>
            <pc:docMk/>
            <pc:sldMk cId="391248043" sldId="324"/>
            <ac:spMk id="34819" creationId="{453C7683-8588-7ABC-32E0-8A4E68218620}"/>
          </ac:spMkLst>
        </pc:spChg>
        <pc:spChg chg="mod">
          <ac:chgData name="Sam Prince" userId="b8c1c271-dd5b-4079-a09a-81f4ce8be867" providerId="ADAL" clId="{7FBCE341-D001-4454-9D6E-EC0949EC0326}" dt="2023-10-12T15:26:00.896" v="893" actId="404"/>
          <ac:spMkLst>
            <pc:docMk/>
            <pc:sldMk cId="391248043" sldId="324"/>
            <ac:spMk id="34820" creationId="{8DCD7CE1-603D-4D59-3DBB-C13C0B6505F0}"/>
          </ac:spMkLst>
        </pc:spChg>
        <pc:graphicFrameChg chg="mod">
          <ac:chgData name="Sam Prince" userId="b8c1c271-dd5b-4079-a09a-81f4ce8be867" providerId="ADAL" clId="{7FBCE341-D001-4454-9D6E-EC0949EC0326}" dt="2023-10-20T12:33:54.201" v="902" actId="1076"/>
          <ac:graphicFrameMkLst>
            <pc:docMk/>
            <pc:sldMk cId="391248043" sldId="324"/>
            <ac:graphicFrameMk id="2" creationId="{64153A94-32B9-47D2-83D1-28CC283ED3F8}"/>
          </ac:graphicFrameMkLst>
        </pc:graphicFrameChg>
        <pc:picChg chg="del mod">
          <ac:chgData name="Sam Prince" userId="b8c1c271-dd5b-4079-a09a-81f4ce8be867" providerId="ADAL" clId="{7FBCE341-D001-4454-9D6E-EC0949EC0326}" dt="2023-10-12T11:00:58.475" v="771" actId="478"/>
          <ac:picMkLst>
            <pc:docMk/>
            <pc:sldMk cId="391248043" sldId="324"/>
            <ac:picMk id="4" creationId="{2F14FDF0-8853-8469-A22B-4C27678AFC22}"/>
          </ac:picMkLst>
        </pc:picChg>
        <pc:picChg chg="add mod">
          <ac:chgData name="Sam Prince" userId="b8c1c271-dd5b-4079-a09a-81f4ce8be867" providerId="ADAL" clId="{7FBCE341-D001-4454-9D6E-EC0949EC0326}" dt="2023-10-12T11:01:13.909" v="776" actId="1076"/>
          <ac:picMkLst>
            <pc:docMk/>
            <pc:sldMk cId="391248043" sldId="324"/>
            <ac:picMk id="5" creationId="{61B25B8A-2C34-2E38-B49D-CF19460B252D}"/>
          </ac:picMkLst>
        </pc:picChg>
      </pc:sldChg>
      <pc:sldChg chg="modSp mod addCm delCm">
        <pc:chgData name="Sam Prince" userId="b8c1c271-dd5b-4079-a09a-81f4ce8be867" providerId="ADAL" clId="{7FBCE341-D001-4454-9D6E-EC0949EC0326}" dt="2023-10-04T12:09:20.823" v="732" actId="1076"/>
        <pc:sldMkLst>
          <pc:docMk/>
          <pc:sldMk cId="3133826397" sldId="325"/>
        </pc:sldMkLst>
        <pc:spChg chg="mod">
          <ac:chgData name="Sam Prince" userId="b8c1c271-dd5b-4079-a09a-81f4ce8be867" providerId="ADAL" clId="{7FBCE341-D001-4454-9D6E-EC0949EC0326}" dt="2023-10-04T12:09:10.821" v="731" actId="14100"/>
          <ac:spMkLst>
            <pc:docMk/>
            <pc:sldMk cId="3133826397" sldId="325"/>
            <ac:spMk id="3" creationId="{D8FF2664-A31B-C4D1-F504-C28069F80B2B}"/>
          </ac:spMkLst>
        </pc:spChg>
        <pc:spChg chg="mod">
          <ac:chgData name="Sam Prince" userId="b8c1c271-dd5b-4079-a09a-81f4ce8be867" providerId="ADAL" clId="{7FBCE341-D001-4454-9D6E-EC0949EC0326}" dt="2023-10-04T12:08:11.752" v="699" actId="6549"/>
          <ac:spMkLst>
            <pc:docMk/>
            <pc:sldMk cId="3133826397" sldId="325"/>
            <ac:spMk id="34819" creationId="{453C7683-8588-7ABC-32E0-8A4E68218620}"/>
          </ac:spMkLst>
        </pc:spChg>
        <pc:picChg chg="mod">
          <ac:chgData name="Sam Prince" userId="b8c1c271-dd5b-4079-a09a-81f4ce8be867" providerId="ADAL" clId="{7FBCE341-D001-4454-9D6E-EC0949EC0326}" dt="2023-10-04T12:09:20.823" v="732" actId="1076"/>
          <ac:picMkLst>
            <pc:docMk/>
            <pc:sldMk cId="3133826397" sldId="325"/>
            <ac:picMk id="11" creationId="{74705E33-A79D-4020-C347-B72875DBBD8B}"/>
          </ac:picMkLst>
        </pc:picChg>
      </pc:sldChg>
      <pc:sldChg chg="addSp delSp modSp mod delCm modCm">
        <pc:chgData name="Sam Prince" userId="b8c1c271-dd5b-4079-a09a-81f4ce8be867" providerId="ADAL" clId="{7FBCE341-D001-4454-9D6E-EC0949EC0326}" dt="2023-10-12T15:26:06.728" v="894" actId="404"/>
        <pc:sldMkLst>
          <pc:docMk/>
          <pc:sldMk cId="2502350973" sldId="326"/>
        </pc:sldMkLst>
        <pc:spChg chg="mod">
          <ac:chgData name="Sam Prince" userId="b8c1c271-dd5b-4079-a09a-81f4ce8be867" providerId="ADAL" clId="{7FBCE341-D001-4454-9D6E-EC0949EC0326}" dt="2023-10-03T17:50:13.545" v="254" actId="20577"/>
          <ac:spMkLst>
            <pc:docMk/>
            <pc:sldMk cId="2502350973" sldId="326"/>
            <ac:spMk id="34819" creationId="{453C7683-8588-7ABC-32E0-8A4E68218620}"/>
          </ac:spMkLst>
        </pc:spChg>
        <pc:spChg chg="mod">
          <ac:chgData name="Sam Prince" userId="b8c1c271-dd5b-4079-a09a-81f4ce8be867" providerId="ADAL" clId="{7FBCE341-D001-4454-9D6E-EC0949EC0326}" dt="2023-10-12T15:26:06.728" v="894" actId="404"/>
          <ac:spMkLst>
            <pc:docMk/>
            <pc:sldMk cId="2502350973" sldId="326"/>
            <ac:spMk id="34820" creationId="{8DCD7CE1-603D-4D59-3DBB-C13C0B6505F0}"/>
          </ac:spMkLst>
        </pc:spChg>
        <pc:picChg chg="add mod">
          <ac:chgData name="Sam Prince" userId="b8c1c271-dd5b-4079-a09a-81f4ce8be867" providerId="ADAL" clId="{7FBCE341-D001-4454-9D6E-EC0949EC0326}" dt="2023-10-12T11:01:37.901" v="780" actId="1076"/>
          <ac:picMkLst>
            <pc:docMk/>
            <pc:sldMk cId="2502350973" sldId="326"/>
            <ac:picMk id="3" creationId="{5E6C021A-1D5C-DE9B-AC55-5506B70270FD}"/>
          </ac:picMkLst>
        </pc:picChg>
        <pc:picChg chg="del">
          <ac:chgData name="Sam Prince" userId="b8c1c271-dd5b-4079-a09a-81f4ce8be867" providerId="ADAL" clId="{7FBCE341-D001-4454-9D6E-EC0949EC0326}" dt="2023-10-12T11:01:18.494" v="777" actId="478"/>
          <ac:picMkLst>
            <pc:docMk/>
            <pc:sldMk cId="2502350973" sldId="326"/>
            <ac:picMk id="4" creationId="{079EFB38-7234-AF58-E255-A6A427A139E6}"/>
          </ac:picMkLst>
        </pc:picChg>
      </pc:sldChg>
      <pc:sldChg chg="delCm">
        <pc:chgData name="Sam Prince" userId="b8c1c271-dd5b-4079-a09a-81f4ce8be867" providerId="ADAL" clId="{7FBCE341-D001-4454-9D6E-EC0949EC0326}" dt="2023-10-04T10:17:50.016" v="695"/>
        <pc:sldMkLst>
          <pc:docMk/>
          <pc:sldMk cId="3892366564" sldId="327"/>
        </pc:sldMkLst>
      </pc:sldChg>
      <pc:sldChg chg="addSp delSp modSp mod delCm">
        <pc:chgData name="Sam Prince" userId="b8c1c271-dd5b-4079-a09a-81f4ce8be867" providerId="ADAL" clId="{7FBCE341-D001-4454-9D6E-EC0949EC0326}" dt="2023-10-12T15:25:08.766" v="887" actId="14100"/>
        <pc:sldMkLst>
          <pc:docMk/>
          <pc:sldMk cId="3680029944" sldId="331"/>
        </pc:sldMkLst>
        <pc:spChg chg="mod">
          <ac:chgData name="Sam Prince" userId="b8c1c271-dd5b-4079-a09a-81f4ce8be867" providerId="ADAL" clId="{7FBCE341-D001-4454-9D6E-EC0949EC0326}" dt="2023-10-03T17:36:14.824" v="51" actId="20577"/>
          <ac:spMkLst>
            <pc:docMk/>
            <pc:sldMk cId="3680029944" sldId="331"/>
            <ac:spMk id="3" creationId="{AF5E943A-6DEE-336D-DFCB-887200C9F2ED}"/>
          </ac:spMkLst>
        </pc:spChg>
        <pc:spChg chg="mod">
          <ac:chgData name="Sam Prince" userId="b8c1c271-dd5b-4079-a09a-81f4ce8be867" providerId="ADAL" clId="{7FBCE341-D001-4454-9D6E-EC0949EC0326}" dt="2023-10-03T17:35:38.056" v="45" actId="948"/>
          <ac:spMkLst>
            <pc:docMk/>
            <pc:sldMk cId="3680029944" sldId="331"/>
            <ac:spMk id="34819" creationId="{453C7683-8588-7ABC-32E0-8A4E68218620}"/>
          </ac:spMkLst>
        </pc:spChg>
        <pc:spChg chg="mod">
          <ac:chgData name="Sam Prince" userId="b8c1c271-dd5b-4079-a09a-81f4ce8be867" providerId="ADAL" clId="{7FBCE341-D001-4454-9D6E-EC0949EC0326}" dt="2023-10-12T15:15:56.949" v="879" actId="404"/>
          <ac:spMkLst>
            <pc:docMk/>
            <pc:sldMk cId="3680029944" sldId="331"/>
            <ac:spMk id="34820" creationId="{8DCD7CE1-603D-4D59-3DBB-C13C0B6505F0}"/>
          </ac:spMkLst>
        </pc:spChg>
        <pc:picChg chg="add mod">
          <ac:chgData name="Sam Prince" userId="b8c1c271-dd5b-4079-a09a-81f4ce8be867" providerId="ADAL" clId="{7FBCE341-D001-4454-9D6E-EC0949EC0326}" dt="2023-10-12T10:57:38.950" v="739" actId="1076"/>
          <ac:picMkLst>
            <pc:docMk/>
            <pc:sldMk cId="3680029944" sldId="331"/>
            <ac:picMk id="4" creationId="{BF1C7EF7-9FB5-6265-6A99-79744DB69C7D}"/>
          </ac:picMkLst>
        </pc:picChg>
        <pc:picChg chg="add mod">
          <ac:chgData name="Sam Prince" userId="b8c1c271-dd5b-4079-a09a-81f4ce8be867" providerId="ADAL" clId="{7FBCE341-D001-4454-9D6E-EC0949EC0326}" dt="2023-10-12T15:25:08.766" v="887" actId="14100"/>
          <ac:picMkLst>
            <pc:docMk/>
            <pc:sldMk cId="3680029944" sldId="331"/>
            <ac:picMk id="5" creationId="{7B7DB0B6-3BC9-6212-DD4A-5B1522012699}"/>
          </ac:picMkLst>
        </pc:picChg>
        <pc:picChg chg="del mod">
          <ac:chgData name="Sam Prince" userId="b8c1c271-dd5b-4079-a09a-81f4ce8be867" providerId="ADAL" clId="{7FBCE341-D001-4454-9D6E-EC0949EC0326}" dt="2023-10-12T10:56:27.265" v="733" actId="478"/>
          <ac:picMkLst>
            <pc:docMk/>
            <pc:sldMk cId="3680029944" sldId="331"/>
            <ac:picMk id="5" creationId="{A88E8EB4-C226-1410-FDA2-48B4F18582DD}"/>
          </ac:picMkLst>
        </pc:picChg>
      </pc:sldChg>
      <pc:sldChg chg="modSp mod delCm modCm">
        <pc:chgData name="Sam Prince" userId="b8c1c271-dd5b-4079-a09a-81f4ce8be867" providerId="ADAL" clId="{7FBCE341-D001-4454-9D6E-EC0949EC0326}" dt="2023-10-04T10:17:54.016" v="697"/>
        <pc:sldMkLst>
          <pc:docMk/>
          <pc:sldMk cId="1624616548" sldId="333"/>
        </pc:sldMkLst>
        <pc:spChg chg="mod">
          <ac:chgData name="Sam Prince" userId="b8c1c271-dd5b-4079-a09a-81f4ce8be867" providerId="ADAL" clId="{7FBCE341-D001-4454-9D6E-EC0949EC0326}" dt="2023-10-03T17:52:49.736" v="287" actId="20577"/>
          <ac:spMkLst>
            <pc:docMk/>
            <pc:sldMk cId="1624616548" sldId="333"/>
            <ac:spMk id="34819" creationId="{453C7683-8588-7ABC-32E0-8A4E68218620}"/>
          </ac:spMkLst>
        </pc:spChg>
      </pc:sldChg>
      <pc:sldChg chg="addSp delSp modSp mod">
        <pc:chgData name="Sam Prince" userId="b8c1c271-dd5b-4079-a09a-81f4ce8be867" providerId="ADAL" clId="{7FBCE341-D001-4454-9D6E-EC0949EC0326}" dt="2023-10-04T10:16:48.573" v="684" actId="1076"/>
        <pc:sldMkLst>
          <pc:docMk/>
          <pc:sldMk cId="1944138756" sldId="336"/>
        </pc:sldMkLst>
        <pc:spChg chg="mod">
          <ac:chgData name="Sam Prince" userId="b8c1c271-dd5b-4079-a09a-81f4ce8be867" providerId="ADAL" clId="{7FBCE341-D001-4454-9D6E-EC0949EC0326}" dt="2023-10-04T10:16:48.573" v="684" actId="1076"/>
          <ac:spMkLst>
            <pc:docMk/>
            <pc:sldMk cId="1944138756" sldId="336"/>
            <ac:spMk id="2" creationId="{A2AA82CE-5819-B742-AD09-74798904EEFD}"/>
          </ac:spMkLst>
        </pc:spChg>
        <pc:spChg chg="add del mod">
          <ac:chgData name="Sam Prince" userId="b8c1c271-dd5b-4079-a09a-81f4ce8be867" providerId="ADAL" clId="{7FBCE341-D001-4454-9D6E-EC0949EC0326}" dt="2023-10-03T17:42:26.687" v="144"/>
          <ac:spMkLst>
            <pc:docMk/>
            <pc:sldMk cId="1944138756" sldId="336"/>
            <ac:spMk id="3" creationId="{22D5E922-2452-9B2B-DFEB-919B5D118094}"/>
          </ac:spMkLst>
        </pc:spChg>
        <pc:spChg chg="add mod">
          <ac:chgData name="Sam Prince" userId="b8c1c271-dd5b-4079-a09a-81f4ce8be867" providerId="ADAL" clId="{7FBCE341-D001-4454-9D6E-EC0949EC0326}" dt="2023-10-03T17:42:03.782" v="138" actId="1076"/>
          <ac:spMkLst>
            <pc:docMk/>
            <pc:sldMk cId="1944138756" sldId="336"/>
            <ac:spMk id="4" creationId="{89F859FA-B0C8-9540-16D4-8CBF0E9F9A15}"/>
          </ac:spMkLst>
        </pc:spChg>
      </pc:sldChg>
      <pc:sldChg chg="modSp mod">
        <pc:chgData name="Sam Prince" userId="b8c1c271-dd5b-4079-a09a-81f4ce8be867" providerId="ADAL" clId="{7FBCE341-D001-4454-9D6E-EC0949EC0326}" dt="2023-10-20T12:34:16.735" v="906" actId="404"/>
        <pc:sldMkLst>
          <pc:docMk/>
          <pc:sldMk cId="1520338777" sldId="338"/>
        </pc:sldMkLst>
        <pc:graphicFrameChg chg="mod modGraphic">
          <ac:chgData name="Sam Prince" userId="b8c1c271-dd5b-4079-a09a-81f4ce8be867" providerId="ADAL" clId="{7FBCE341-D001-4454-9D6E-EC0949EC0326}" dt="2023-10-20T12:34:16.735" v="906" actId="404"/>
          <ac:graphicFrameMkLst>
            <pc:docMk/>
            <pc:sldMk cId="1520338777" sldId="338"/>
            <ac:graphicFrameMk id="2" creationId="{A7E433D0-77D6-9274-C70F-8CB39DC96505}"/>
          </ac:graphicFrameMkLst>
        </pc:graphicFrameChg>
      </pc:sldChg>
      <pc:sldChg chg="modSp mod">
        <pc:chgData name="Sam Prince" userId="b8c1c271-dd5b-4079-a09a-81f4ce8be867" providerId="ADAL" clId="{7FBCE341-D001-4454-9D6E-EC0949EC0326}" dt="2023-10-03T17:33:31.508" v="24" actId="20577"/>
        <pc:sldMkLst>
          <pc:docMk/>
          <pc:sldMk cId="2898997806" sldId="339"/>
        </pc:sldMkLst>
        <pc:spChg chg="mod">
          <ac:chgData name="Sam Prince" userId="b8c1c271-dd5b-4079-a09a-81f4ce8be867" providerId="ADAL" clId="{7FBCE341-D001-4454-9D6E-EC0949EC0326}" dt="2023-10-03T17:33:31.508" v="24" actId="20577"/>
          <ac:spMkLst>
            <pc:docMk/>
            <pc:sldMk cId="2898997806" sldId="339"/>
            <ac:spMk id="34819" creationId="{453C7683-8588-7ABC-32E0-8A4E68218620}"/>
          </ac:spMkLst>
        </pc:spChg>
      </pc:sldChg>
      <pc:sldChg chg="addSp delSp modSp mod">
        <pc:chgData name="Sam Prince" userId="b8c1c271-dd5b-4079-a09a-81f4ce8be867" providerId="ADAL" clId="{7FBCE341-D001-4454-9D6E-EC0949EC0326}" dt="2023-10-12T15:25:47.692" v="892" actId="403"/>
        <pc:sldMkLst>
          <pc:docMk/>
          <pc:sldMk cId="3607508480" sldId="340"/>
        </pc:sldMkLst>
        <pc:spChg chg="mod">
          <ac:chgData name="Sam Prince" userId="b8c1c271-dd5b-4079-a09a-81f4ce8be867" providerId="ADAL" clId="{7FBCE341-D001-4454-9D6E-EC0949EC0326}" dt="2023-10-03T17:38:00.432" v="71" actId="403"/>
          <ac:spMkLst>
            <pc:docMk/>
            <pc:sldMk cId="3607508480" sldId="340"/>
            <ac:spMk id="2" creationId="{4C7A743B-D3B9-D7EB-E21A-52C156CB95E0}"/>
          </ac:spMkLst>
        </pc:spChg>
        <pc:spChg chg="mod">
          <ac:chgData name="Sam Prince" userId="b8c1c271-dd5b-4079-a09a-81f4ce8be867" providerId="ADAL" clId="{7FBCE341-D001-4454-9D6E-EC0949EC0326}" dt="2023-10-03T17:38:03.931" v="72" actId="20577"/>
          <ac:spMkLst>
            <pc:docMk/>
            <pc:sldMk cId="3607508480" sldId="340"/>
            <ac:spMk id="34819" creationId="{453C7683-8588-7ABC-32E0-8A4E68218620}"/>
          </ac:spMkLst>
        </pc:spChg>
        <pc:spChg chg="mod">
          <ac:chgData name="Sam Prince" userId="b8c1c271-dd5b-4079-a09a-81f4ce8be867" providerId="ADAL" clId="{7FBCE341-D001-4454-9D6E-EC0949EC0326}" dt="2023-10-12T15:25:47.692" v="892" actId="403"/>
          <ac:spMkLst>
            <pc:docMk/>
            <pc:sldMk cId="3607508480" sldId="340"/>
            <ac:spMk id="34820" creationId="{8DCD7CE1-603D-4D59-3DBB-C13C0B6505F0}"/>
          </ac:spMkLst>
        </pc:spChg>
        <pc:picChg chg="del mod">
          <ac:chgData name="Sam Prince" userId="b8c1c271-dd5b-4079-a09a-81f4ce8be867" providerId="ADAL" clId="{7FBCE341-D001-4454-9D6E-EC0949EC0326}" dt="2023-10-12T10:59:31.386" v="756" actId="478"/>
          <ac:picMkLst>
            <pc:docMk/>
            <pc:sldMk cId="3607508480" sldId="340"/>
            <ac:picMk id="4" creationId="{B09AE25A-7F14-4B7E-A31F-3D511B81DD50}"/>
          </ac:picMkLst>
        </pc:picChg>
        <pc:picChg chg="add mod">
          <ac:chgData name="Sam Prince" userId="b8c1c271-dd5b-4079-a09a-81f4ce8be867" providerId="ADAL" clId="{7FBCE341-D001-4454-9D6E-EC0949EC0326}" dt="2023-10-12T10:59:41.441" v="759" actId="1076"/>
          <ac:picMkLst>
            <pc:docMk/>
            <pc:sldMk cId="3607508480" sldId="340"/>
            <ac:picMk id="5" creationId="{FC552012-A121-B612-3DD5-577949ECD249}"/>
          </ac:picMkLst>
        </pc:picChg>
      </pc:sldChg>
      <pc:sldChg chg="addSp delSp modSp mod">
        <pc:chgData name="Sam Prince" userId="b8c1c271-dd5b-4079-a09a-81f4ce8be867" providerId="ADAL" clId="{7FBCE341-D001-4454-9D6E-EC0949EC0326}" dt="2023-10-12T11:00:17.659" v="766" actId="14100"/>
        <pc:sldMkLst>
          <pc:docMk/>
          <pc:sldMk cId="71543213" sldId="341"/>
        </pc:sldMkLst>
        <pc:spChg chg="mod">
          <ac:chgData name="Sam Prince" userId="b8c1c271-dd5b-4079-a09a-81f4ce8be867" providerId="ADAL" clId="{7FBCE341-D001-4454-9D6E-EC0949EC0326}" dt="2023-10-03T17:39:42.199" v="100" actId="20577"/>
          <ac:spMkLst>
            <pc:docMk/>
            <pc:sldMk cId="71543213" sldId="341"/>
            <ac:spMk id="2" creationId="{4C7A743B-D3B9-D7EB-E21A-52C156CB95E0}"/>
          </ac:spMkLst>
        </pc:spChg>
        <pc:spChg chg="mod">
          <ac:chgData name="Sam Prince" userId="b8c1c271-dd5b-4079-a09a-81f4ce8be867" providerId="ADAL" clId="{7FBCE341-D001-4454-9D6E-EC0949EC0326}" dt="2023-10-03T17:39:32.230" v="98" actId="1076"/>
          <ac:spMkLst>
            <pc:docMk/>
            <pc:sldMk cId="71543213" sldId="341"/>
            <ac:spMk id="3" creationId="{4CC7470E-1A04-3283-C322-7726B9FD88AF}"/>
          </ac:spMkLst>
        </pc:spChg>
        <pc:spChg chg="mod">
          <ac:chgData name="Sam Prince" userId="b8c1c271-dd5b-4079-a09a-81f4ce8be867" providerId="ADAL" clId="{7FBCE341-D001-4454-9D6E-EC0949EC0326}" dt="2023-10-03T17:38:18.237" v="75" actId="20577"/>
          <ac:spMkLst>
            <pc:docMk/>
            <pc:sldMk cId="71543213" sldId="341"/>
            <ac:spMk id="34819" creationId="{453C7683-8588-7ABC-32E0-8A4E68218620}"/>
          </ac:spMkLst>
        </pc:spChg>
        <pc:picChg chg="del mod">
          <ac:chgData name="Sam Prince" userId="b8c1c271-dd5b-4079-a09a-81f4ce8be867" providerId="ADAL" clId="{7FBCE341-D001-4454-9D6E-EC0949EC0326}" dt="2023-10-12T10:59:59.282" v="760" actId="478"/>
          <ac:picMkLst>
            <pc:docMk/>
            <pc:sldMk cId="71543213" sldId="341"/>
            <ac:picMk id="5" creationId="{E4F2D96C-23E7-64AA-489C-2DFF323ED83E}"/>
          </ac:picMkLst>
        </pc:picChg>
        <pc:picChg chg="add mod">
          <ac:chgData name="Sam Prince" userId="b8c1c271-dd5b-4079-a09a-81f4ce8be867" providerId="ADAL" clId="{7FBCE341-D001-4454-9D6E-EC0949EC0326}" dt="2023-10-12T11:00:17.659" v="766" actId="14100"/>
          <ac:picMkLst>
            <pc:docMk/>
            <pc:sldMk cId="71543213" sldId="341"/>
            <ac:picMk id="6" creationId="{94C896A5-E6B2-3166-91A2-493446AC507B}"/>
          </ac:picMkLst>
        </pc:picChg>
      </pc:sldChg>
      <pc:sldChg chg="modSp mod">
        <pc:chgData name="Sam Prince" userId="b8c1c271-dd5b-4079-a09a-81f4ce8be867" providerId="ADAL" clId="{7FBCE341-D001-4454-9D6E-EC0949EC0326}" dt="2023-10-03T17:43:00.678" v="151" actId="948"/>
        <pc:sldMkLst>
          <pc:docMk/>
          <pc:sldMk cId="3182844824" sldId="342"/>
        </pc:sldMkLst>
        <pc:spChg chg="mod">
          <ac:chgData name="Sam Prince" userId="b8c1c271-dd5b-4079-a09a-81f4ce8be867" providerId="ADAL" clId="{7FBCE341-D001-4454-9D6E-EC0949EC0326}" dt="2023-10-03T17:43:00.678" v="151" actId="948"/>
          <ac:spMkLst>
            <pc:docMk/>
            <pc:sldMk cId="3182844824" sldId="342"/>
            <ac:spMk id="34819" creationId="{453C7683-8588-7ABC-32E0-8A4E68218620}"/>
          </ac:spMkLst>
        </pc:spChg>
      </pc:sldChg>
      <pc:sldChg chg="modSp mod">
        <pc:chgData name="Sam Prince" userId="b8c1c271-dd5b-4079-a09a-81f4ce8be867" providerId="ADAL" clId="{7FBCE341-D001-4454-9D6E-EC0949EC0326}" dt="2023-10-03T17:52:39.390" v="285" actId="20577"/>
        <pc:sldMkLst>
          <pc:docMk/>
          <pc:sldMk cId="3377911809" sldId="343"/>
        </pc:sldMkLst>
        <pc:spChg chg="mod">
          <ac:chgData name="Sam Prince" userId="b8c1c271-dd5b-4079-a09a-81f4ce8be867" providerId="ADAL" clId="{7FBCE341-D001-4454-9D6E-EC0949EC0326}" dt="2023-10-03T17:52:39.390" v="285" actId="20577"/>
          <ac:spMkLst>
            <pc:docMk/>
            <pc:sldMk cId="3377911809" sldId="343"/>
            <ac:spMk id="34819" creationId="{453C7683-8588-7ABC-32E0-8A4E68218620}"/>
          </ac:spMkLst>
        </pc:spChg>
      </pc:sldChg>
      <pc:sldChg chg="modSp mod">
        <pc:chgData name="Sam Prince" userId="b8c1c271-dd5b-4079-a09a-81f4ce8be867" providerId="ADAL" clId="{7FBCE341-D001-4454-9D6E-EC0949EC0326}" dt="2023-10-04T10:13:51.026" v="672" actId="20577"/>
        <pc:sldMkLst>
          <pc:docMk/>
          <pc:sldMk cId="1056407725" sldId="344"/>
        </pc:sldMkLst>
        <pc:spChg chg="mod">
          <ac:chgData name="Sam Prince" userId="b8c1c271-dd5b-4079-a09a-81f4ce8be867" providerId="ADAL" clId="{7FBCE341-D001-4454-9D6E-EC0949EC0326}" dt="2023-10-04T10:13:51.026" v="672" actId="20577"/>
          <ac:spMkLst>
            <pc:docMk/>
            <pc:sldMk cId="1056407725" sldId="344"/>
            <ac:spMk id="34819" creationId="{453C7683-8588-7ABC-32E0-8A4E68218620}"/>
          </ac:spMkLst>
        </pc:spChg>
      </pc:sldChg>
      <pc:sldChg chg="modSp mod delCm modCm">
        <pc:chgData name="Sam Prince" userId="b8c1c271-dd5b-4079-a09a-81f4ce8be867" providerId="ADAL" clId="{7FBCE341-D001-4454-9D6E-EC0949EC0326}" dt="2023-10-04T10:14:15.335" v="673"/>
        <pc:sldMkLst>
          <pc:docMk/>
          <pc:sldMk cId="1236851173" sldId="345"/>
        </pc:sldMkLst>
        <pc:spChg chg="mod">
          <ac:chgData name="Sam Prince" userId="b8c1c271-dd5b-4079-a09a-81f4ce8be867" providerId="ADAL" clId="{7FBCE341-D001-4454-9D6E-EC0949EC0326}" dt="2023-10-03T17:54:11.673" v="320" actId="20577"/>
          <ac:spMkLst>
            <pc:docMk/>
            <pc:sldMk cId="1236851173" sldId="345"/>
            <ac:spMk id="34819" creationId="{453C7683-8588-7ABC-32E0-8A4E68218620}"/>
          </ac:spMkLst>
        </pc:spChg>
      </pc:sldChg>
      <pc:sldChg chg="addSp delSp modSp mod">
        <pc:chgData name="Sam Prince" userId="b8c1c271-dd5b-4079-a09a-81f4ce8be867" providerId="ADAL" clId="{7FBCE341-D001-4454-9D6E-EC0949EC0326}" dt="2023-10-12T15:25:28.763" v="889" actId="404"/>
        <pc:sldMkLst>
          <pc:docMk/>
          <pc:sldMk cId="2355612352" sldId="346"/>
        </pc:sldMkLst>
        <pc:spChg chg="mod">
          <ac:chgData name="Sam Prince" userId="b8c1c271-dd5b-4079-a09a-81f4ce8be867" providerId="ADAL" clId="{7FBCE341-D001-4454-9D6E-EC0949EC0326}" dt="2023-10-04T10:15:57.494" v="677" actId="20577"/>
          <ac:spMkLst>
            <pc:docMk/>
            <pc:sldMk cId="2355612352" sldId="346"/>
            <ac:spMk id="3" creationId="{4D33FC08-1237-3AAA-04D7-0D8C68898AA9}"/>
          </ac:spMkLst>
        </pc:spChg>
        <pc:spChg chg="mod">
          <ac:chgData name="Sam Prince" userId="b8c1c271-dd5b-4079-a09a-81f4ce8be867" providerId="ADAL" clId="{7FBCE341-D001-4454-9D6E-EC0949EC0326}" dt="2023-10-12T15:25:28.763" v="889" actId="404"/>
          <ac:spMkLst>
            <pc:docMk/>
            <pc:sldMk cId="2355612352" sldId="346"/>
            <ac:spMk id="34820" creationId="{8DCD7CE1-603D-4D59-3DBB-C13C0B6505F0}"/>
          </ac:spMkLst>
        </pc:spChg>
        <pc:picChg chg="add mod">
          <ac:chgData name="Sam Prince" userId="b8c1c271-dd5b-4079-a09a-81f4ce8be867" providerId="ADAL" clId="{7FBCE341-D001-4454-9D6E-EC0949EC0326}" dt="2023-10-12T10:59:19.333" v="755" actId="1076"/>
          <ac:picMkLst>
            <pc:docMk/>
            <pc:sldMk cId="2355612352" sldId="346"/>
            <ac:picMk id="4" creationId="{799FC8B8-0E37-3D1F-66C4-D421F68DA18E}"/>
          </ac:picMkLst>
        </pc:picChg>
        <pc:picChg chg="del">
          <ac:chgData name="Sam Prince" userId="b8c1c271-dd5b-4079-a09a-81f4ce8be867" providerId="ADAL" clId="{7FBCE341-D001-4454-9D6E-EC0949EC0326}" dt="2023-10-12T10:58:58.828" v="750" actId="478"/>
          <ac:picMkLst>
            <pc:docMk/>
            <pc:sldMk cId="2355612352" sldId="346"/>
            <ac:picMk id="5" creationId="{455E94D0-3BD4-2520-BCAD-03C606F30E6B}"/>
          </ac:picMkLst>
        </pc:picChg>
      </pc:sldChg>
      <pc:sldChg chg="addSp delSp modSp mod">
        <pc:chgData name="Sam Prince" userId="b8c1c271-dd5b-4079-a09a-81f4ce8be867" providerId="ADAL" clId="{7FBCE341-D001-4454-9D6E-EC0949EC0326}" dt="2023-10-12T15:16:06.284" v="882" actId="1076"/>
        <pc:sldMkLst>
          <pc:docMk/>
          <pc:sldMk cId="167147889" sldId="347"/>
        </pc:sldMkLst>
        <pc:spChg chg="mod">
          <ac:chgData name="Sam Prince" userId="b8c1c271-dd5b-4079-a09a-81f4ce8be867" providerId="ADAL" clId="{7FBCE341-D001-4454-9D6E-EC0949EC0326}" dt="2023-10-03T17:36:30.815" v="53" actId="1076"/>
          <ac:spMkLst>
            <pc:docMk/>
            <pc:sldMk cId="167147889" sldId="347"/>
            <ac:spMk id="3" creationId="{AF5E943A-6DEE-336D-DFCB-887200C9F2ED}"/>
          </ac:spMkLst>
        </pc:spChg>
        <pc:spChg chg="mod">
          <ac:chgData name="Sam Prince" userId="b8c1c271-dd5b-4079-a09a-81f4ce8be867" providerId="ADAL" clId="{7FBCE341-D001-4454-9D6E-EC0949EC0326}" dt="2023-10-03T17:36:08.982" v="50" actId="403"/>
          <ac:spMkLst>
            <pc:docMk/>
            <pc:sldMk cId="167147889" sldId="347"/>
            <ac:spMk id="4" creationId="{35F39DB0-7C52-D4F6-CCC4-6624994406E2}"/>
          </ac:spMkLst>
        </pc:spChg>
        <pc:spChg chg="mod">
          <ac:chgData name="Sam Prince" userId="b8c1c271-dd5b-4079-a09a-81f4ce8be867" providerId="ADAL" clId="{7FBCE341-D001-4454-9D6E-EC0949EC0326}" dt="2023-10-12T15:16:01.374" v="880" actId="404"/>
          <ac:spMkLst>
            <pc:docMk/>
            <pc:sldMk cId="167147889" sldId="347"/>
            <ac:spMk id="34820" creationId="{8DCD7CE1-603D-4D59-3DBB-C13C0B6505F0}"/>
          </ac:spMkLst>
        </pc:spChg>
        <pc:picChg chg="add mod">
          <ac:chgData name="Sam Prince" userId="b8c1c271-dd5b-4079-a09a-81f4ce8be867" providerId="ADAL" clId="{7FBCE341-D001-4454-9D6E-EC0949EC0326}" dt="2023-10-12T15:16:06.284" v="882" actId="1076"/>
          <ac:picMkLst>
            <pc:docMk/>
            <pc:sldMk cId="167147889" sldId="347"/>
            <ac:picMk id="5" creationId="{D1CCBFA0-51EB-0E93-A0B9-ACF44BE1857A}"/>
          </ac:picMkLst>
        </pc:picChg>
        <pc:picChg chg="del">
          <ac:chgData name="Sam Prince" userId="b8c1c271-dd5b-4079-a09a-81f4ce8be867" providerId="ADAL" clId="{7FBCE341-D001-4454-9D6E-EC0949EC0326}" dt="2023-10-12T10:57:51.506" v="740" actId="478"/>
          <ac:picMkLst>
            <pc:docMk/>
            <pc:sldMk cId="167147889" sldId="347"/>
            <ac:picMk id="6" creationId="{E988CC7D-5897-3B75-4A65-9C0384CCE1FB}"/>
          </ac:picMkLst>
        </pc:picChg>
      </pc:sldChg>
      <pc:sldChg chg="addSp modSp new mod">
        <pc:chgData name="Sam Prince" userId="b8c1c271-dd5b-4079-a09a-81f4ce8be867" providerId="ADAL" clId="{7FBCE341-D001-4454-9D6E-EC0949EC0326}" dt="2023-10-19T18:28:01.433" v="901" actId="20577"/>
        <pc:sldMkLst>
          <pc:docMk/>
          <pc:sldMk cId="3993946299" sldId="348"/>
        </pc:sldMkLst>
        <pc:spChg chg="mod">
          <ac:chgData name="Sam Prince" userId="b8c1c271-dd5b-4079-a09a-81f4ce8be867" providerId="ADAL" clId="{7FBCE341-D001-4454-9D6E-EC0949EC0326}" dt="2023-10-12T11:02:06.952" v="804" actId="403"/>
          <ac:spMkLst>
            <pc:docMk/>
            <pc:sldMk cId="3993946299" sldId="348"/>
            <ac:spMk id="2" creationId="{063B37F3-73FE-0AD8-F251-B94BD23B3F3A}"/>
          </ac:spMkLst>
        </pc:spChg>
        <pc:spChg chg="mod">
          <ac:chgData name="Sam Prince" userId="b8c1c271-dd5b-4079-a09a-81f4ce8be867" providerId="ADAL" clId="{7FBCE341-D001-4454-9D6E-EC0949EC0326}" dt="2023-10-12T11:14:17.852" v="869" actId="12"/>
          <ac:spMkLst>
            <pc:docMk/>
            <pc:sldMk cId="3993946299" sldId="348"/>
            <ac:spMk id="3" creationId="{7E21D3FA-7096-A7F4-D34F-BD82252FFCE3}"/>
          </ac:spMkLst>
        </pc:spChg>
        <pc:spChg chg="add mod">
          <ac:chgData name="Sam Prince" userId="b8c1c271-dd5b-4079-a09a-81f4ce8be867" providerId="ADAL" clId="{7FBCE341-D001-4454-9D6E-EC0949EC0326}" dt="2023-10-19T18:28:01.433" v="901" actId="20577"/>
          <ac:spMkLst>
            <pc:docMk/>
            <pc:sldMk cId="3993946299" sldId="348"/>
            <ac:spMk id="5" creationId="{5E539607-7955-9C20-606E-B1A0407FB006}"/>
          </ac:spMkLst>
        </pc:spChg>
      </pc:sldChg>
    </pc:docChg>
  </pc:docChgLst>
  <pc:docChgLst>
    <pc:chgData name="Sam Prince" userId="S::sam.prince1@pearson.com::b8c1c271-dd5b-4079-a09a-81f4ce8be867" providerId="AD" clId="Web-{AB28A226-A7E4-300C-7003-74636C2D660A}"/>
    <pc:docChg chg="modSld">
      <pc:chgData name="Sam Prince" userId="S::sam.prince1@pearson.com::b8c1c271-dd5b-4079-a09a-81f4ce8be867" providerId="AD" clId="Web-{AB28A226-A7E4-300C-7003-74636C2D660A}" dt="2023-10-04T12:07:39.411" v="9" actId="20577"/>
      <pc:docMkLst>
        <pc:docMk/>
      </pc:docMkLst>
      <pc:sldChg chg="addSp delSp modSp delCm">
        <pc:chgData name="Sam Prince" userId="S::sam.prince1@pearson.com::b8c1c271-dd5b-4079-a09a-81f4ce8be867" providerId="AD" clId="Web-{AB28A226-A7E4-300C-7003-74636C2D660A}" dt="2023-10-04T12:07:39.411" v="9" actId="20577"/>
        <pc:sldMkLst>
          <pc:docMk/>
          <pc:sldMk cId="3133826397" sldId="325"/>
        </pc:sldMkLst>
        <pc:spChg chg="mod">
          <ac:chgData name="Sam Prince" userId="S::sam.prince1@pearson.com::b8c1c271-dd5b-4079-a09a-81f4ce8be867" providerId="AD" clId="Web-{AB28A226-A7E4-300C-7003-74636C2D660A}" dt="2023-10-04T12:07:39.411" v="9" actId="20577"/>
          <ac:spMkLst>
            <pc:docMk/>
            <pc:sldMk cId="3133826397" sldId="325"/>
            <ac:spMk id="3" creationId="{D8FF2664-A31B-C4D1-F504-C28069F80B2B}"/>
          </ac:spMkLst>
        </pc:spChg>
        <pc:spChg chg="mod">
          <ac:chgData name="Sam Prince" userId="S::sam.prince1@pearson.com::b8c1c271-dd5b-4079-a09a-81f4ce8be867" providerId="AD" clId="Web-{AB28A226-A7E4-300C-7003-74636C2D660A}" dt="2023-10-04T12:05:09.577" v="3" actId="20577"/>
          <ac:spMkLst>
            <pc:docMk/>
            <pc:sldMk cId="3133826397" sldId="325"/>
            <ac:spMk id="34819" creationId="{453C7683-8588-7ABC-32E0-8A4E68218620}"/>
          </ac:spMkLst>
        </pc:spChg>
        <pc:graphicFrameChg chg="del">
          <ac:chgData name="Sam Prince" userId="S::sam.prince1@pearson.com::b8c1c271-dd5b-4079-a09a-81f4ce8be867" providerId="AD" clId="Web-{AB28A226-A7E4-300C-7003-74636C2D660A}" dt="2023-10-04T12:05:06.499" v="1"/>
          <ac:graphicFrameMkLst>
            <pc:docMk/>
            <pc:sldMk cId="3133826397" sldId="325"/>
            <ac:graphicFrameMk id="2" creationId="{098F6A8F-8B17-9BBB-B929-B4A120EEEDF4}"/>
          </ac:graphicFrameMkLst>
        </pc:graphicFrameChg>
        <pc:picChg chg="add mod">
          <ac:chgData name="Sam Prince" userId="S::sam.prince1@pearson.com::b8c1c271-dd5b-4079-a09a-81f4ce8be867" providerId="AD" clId="Web-{AB28A226-A7E4-300C-7003-74636C2D660A}" dt="2023-10-04T12:05:32.484" v="8" actId="14100"/>
          <ac:picMkLst>
            <pc:docMk/>
            <pc:sldMk cId="3133826397" sldId="325"/>
            <ac:picMk id="11" creationId="{74705E33-A79D-4020-C347-B72875DBBD8B}"/>
          </ac:picMkLst>
        </pc:picChg>
      </pc:sldChg>
    </pc:docChg>
  </pc:docChgLst>
  <pc:docChgLst>
    <pc:chgData name="Sam Prince" userId="S::sam.prince1@pearson.com::b8c1c271-dd5b-4079-a09a-81f4ce8be867" providerId="AD" clId="Web-{9BE935AC-E00B-7BDD-C98A-A34D22AE9DD3}"/>
    <pc:docChg chg="modSld">
      <pc:chgData name="Sam Prince" userId="S::sam.prince1@pearson.com::b8c1c271-dd5b-4079-a09a-81f4ce8be867" providerId="AD" clId="Web-{9BE935AC-E00B-7BDD-C98A-A34D22AE9DD3}" dt="2023-10-19T18:27:23.413" v="50" actId="20577"/>
      <pc:docMkLst>
        <pc:docMk/>
      </pc:docMkLst>
      <pc:sldChg chg="delSp">
        <pc:chgData name="Sam Prince" userId="S::sam.prince1@pearson.com::b8c1c271-dd5b-4079-a09a-81f4ce8be867" providerId="AD" clId="Web-{9BE935AC-E00B-7BDD-C98A-A34D22AE9DD3}" dt="2023-10-19T18:19:20.947" v="38"/>
        <pc:sldMkLst>
          <pc:docMk/>
          <pc:sldMk cId="3133826397" sldId="325"/>
        </pc:sldMkLst>
        <pc:picChg chg="del">
          <ac:chgData name="Sam Prince" userId="S::sam.prince1@pearson.com::b8c1c271-dd5b-4079-a09a-81f4ce8be867" providerId="AD" clId="Web-{9BE935AC-E00B-7BDD-C98A-A34D22AE9DD3}" dt="2023-10-19T18:19:20.947" v="38"/>
          <ac:picMkLst>
            <pc:docMk/>
            <pc:sldMk cId="3133826397" sldId="325"/>
            <ac:picMk id="11" creationId="{74705E33-A79D-4020-C347-B72875DBBD8B}"/>
          </ac:picMkLst>
        </pc:picChg>
      </pc:sldChg>
      <pc:sldChg chg="modSp">
        <pc:chgData name="Sam Prince" userId="S::sam.prince1@pearson.com::b8c1c271-dd5b-4079-a09a-81f4ce8be867" providerId="AD" clId="Web-{9BE935AC-E00B-7BDD-C98A-A34D22AE9DD3}" dt="2023-10-19T18:27:23.413" v="50" actId="20577"/>
        <pc:sldMkLst>
          <pc:docMk/>
          <pc:sldMk cId="3993946299" sldId="348"/>
        </pc:sldMkLst>
        <pc:spChg chg="mod">
          <ac:chgData name="Sam Prince" userId="S::sam.prince1@pearson.com::b8c1c271-dd5b-4079-a09a-81f4ce8be867" providerId="AD" clId="Web-{9BE935AC-E00B-7BDD-C98A-A34D22AE9DD3}" dt="2023-10-19T18:17:33.413" v="9" actId="20577"/>
          <ac:spMkLst>
            <pc:docMk/>
            <pc:sldMk cId="3993946299" sldId="348"/>
            <ac:spMk id="3" creationId="{7E21D3FA-7096-A7F4-D34F-BD82252FFCE3}"/>
          </ac:spMkLst>
        </pc:spChg>
        <pc:spChg chg="mod">
          <ac:chgData name="Sam Prince" userId="S::sam.prince1@pearson.com::b8c1c271-dd5b-4079-a09a-81f4ce8be867" providerId="AD" clId="Web-{9BE935AC-E00B-7BDD-C98A-A34D22AE9DD3}" dt="2023-10-19T18:27:23.413" v="50" actId="20577"/>
          <ac:spMkLst>
            <pc:docMk/>
            <pc:sldMk cId="3993946299" sldId="348"/>
            <ac:spMk id="5" creationId="{5E539607-7955-9C20-606E-B1A0407FB006}"/>
          </ac:spMkLst>
        </pc:spChg>
      </pc:sldChg>
    </pc:docChg>
  </pc:docChgLst>
  <pc:docChgLst>
    <pc:chgData name="Sam Prince" userId="S::sam.prince1@pearson.com::b8c1c271-dd5b-4079-a09a-81f4ce8be867" providerId="AD" clId="Web-{8CF0C960-0D10-D2E1-BEF7-CFE1B9983A09}"/>
    <pc:docChg chg="modSld">
      <pc:chgData name="Sam Prince" userId="S::sam.prince1@pearson.com::b8c1c271-dd5b-4079-a09a-81f4ce8be867" providerId="AD" clId="Web-{8CF0C960-0D10-D2E1-BEF7-CFE1B9983A09}" dt="2023-10-12T12:49:32.733" v="4" actId="20577"/>
      <pc:docMkLst>
        <pc:docMk/>
      </pc:docMkLst>
      <pc:sldChg chg="modSp">
        <pc:chgData name="Sam Prince" userId="S::sam.prince1@pearson.com::b8c1c271-dd5b-4079-a09a-81f4ce8be867" providerId="AD" clId="Web-{8CF0C960-0D10-D2E1-BEF7-CFE1B9983A09}" dt="2023-10-12T12:49:32.733" v="4" actId="20577"/>
        <pc:sldMkLst>
          <pc:docMk/>
          <pc:sldMk cId="3993946299" sldId="348"/>
        </pc:sldMkLst>
        <pc:spChg chg="mod">
          <ac:chgData name="Sam Prince" userId="S::sam.prince1@pearson.com::b8c1c271-dd5b-4079-a09a-81f4ce8be867" providerId="AD" clId="Web-{8CF0C960-0D10-D2E1-BEF7-CFE1B9983A09}" dt="2023-10-12T12:49:32.733" v="4" actId="20577"/>
          <ac:spMkLst>
            <pc:docMk/>
            <pc:sldMk cId="3993946299" sldId="348"/>
            <ac:spMk id="5" creationId="{5E539607-7955-9C20-606E-B1A0407FB006}"/>
          </ac:spMkLst>
        </pc:spChg>
      </pc:sldChg>
    </pc:docChg>
  </pc:docChgLst>
  <pc:docChgLst>
    <pc:chgData name="Sam Prince" userId="S::sam.prince1@pearson.com::b8c1c271-dd5b-4079-a09a-81f4ce8be867" providerId="AD" clId="Web-{616C015D-0C83-5BDB-DA43-CA43D4F410B6}"/>
    <pc:docChg chg="modSld">
      <pc:chgData name="Sam Prince" userId="S::sam.prince1@pearson.com::b8c1c271-dd5b-4079-a09a-81f4ce8be867" providerId="AD" clId="Web-{616C015D-0C83-5BDB-DA43-CA43D4F410B6}" dt="2023-10-12T15:01:08.238" v="224" actId="20577"/>
      <pc:docMkLst>
        <pc:docMk/>
      </pc:docMkLst>
      <pc:sldChg chg="modSp">
        <pc:chgData name="Sam Prince" userId="S::sam.prince1@pearson.com::b8c1c271-dd5b-4079-a09a-81f4ce8be867" providerId="AD" clId="Web-{616C015D-0C83-5BDB-DA43-CA43D4F410B6}" dt="2023-10-12T14:49:47.772" v="7" actId="20577"/>
        <pc:sldMkLst>
          <pc:docMk/>
          <pc:sldMk cId="0" sldId="258"/>
        </pc:sldMkLst>
        <pc:spChg chg="mod">
          <ac:chgData name="Sam Prince" userId="S::sam.prince1@pearson.com::b8c1c271-dd5b-4079-a09a-81f4ce8be867" providerId="AD" clId="Web-{616C015D-0C83-5BDB-DA43-CA43D4F410B6}" dt="2023-10-12T14:49:47.772" v="7" actId="20577"/>
          <ac:spMkLst>
            <pc:docMk/>
            <pc:sldMk cId="0" sldId="258"/>
            <ac:spMk id="32770" creationId="{CD9316BF-B3CE-8341-5A0A-249747D6C6E1}"/>
          </ac:spMkLst>
        </pc:spChg>
      </pc:sldChg>
      <pc:sldChg chg="modSp">
        <pc:chgData name="Sam Prince" userId="S::sam.prince1@pearson.com::b8c1c271-dd5b-4079-a09a-81f4ce8be867" providerId="AD" clId="Web-{616C015D-0C83-5BDB-DA43-CA43D4F410B6}" dt="2023-10-12T14:53:32.328" v="88" actId="20577"/>
        <pc:sldMkLst>
          <pc:docMk/>
          <pc:sldMk cId="3621417310" sldId="307"/>
        </pc:sldMkLst>
        <pc:spChg chg="mod">
          <ac:chgData name="Sam Prince" userId="S::sam.prince1@pearson.com::b8c1c271-dd5b-4079-a09a-81f4ce8be867" providerId="AD" clId="Web-{616C015D-0C83-5BDB-DA43-CA43D4F410B6}" dt="2023-10-12T14:53:32.328" v="88" actId="20577"/>
          <ac:spMkLst>
            <pc:docMk/>
            <pc:sldMk cId="3621417310" sldId="307"/>
            <ac:spMk id="34820" creationId="{8DCD7CE1-603D-4D59-3DBB-C13C0B6505F0}"/>
          </ac:spMkLst>
        </pc:spChg>
      </pc:sldChg>
      <pc:sldChg chg="modSp">
        <pc:chgData name="Sam Prince" userId="S::sam.prince1@pearson.com::b8c1c271-dd5b-4079-a09a-81f4ce8be867" providerId="AD" clId="Web-{616C015D-0C83-5BDB-DA43-CA43D4F410B6}" dt="2023-10-12T14:58:24.543" v="167" actId="20577"/>
        <pc:sldMkLst>
          <pc:docMk/>
          <pc:sldMk cId="47175209" sldId="309"/>
        </pc:sldMkLst>
        <pc:spChg chg="mod">
          <ac:chgData name="Sam Prince" userId="S::sam.prince1@pearson.com::b8c1c271-dd5b-4079-a09a-81f4ce8be867" providerId="AD" clId="Web-{616C015D-0C83-5BDB-DA43-CA43D4F410B6}" dt="2023-10-12T14:58:24.543" v="167" actId="20577"/>
          <ac:spMkLst>
            <pc:docMk/>
            <pc:sldMk cId="47175209" sldId="309"/>
            <ac:spMk id="34820" creationId="{8DCD7CE1-603D-4D59-3DBB-C13C0B6505F0}"/>
          </ac:spMkLst>
        </pc:spChg>
      </pc:sldChg>
      <pc:sldChg chg="modSp">
        <pc:chgData name="Sam Prince" userId="S::sam.prince1@pearson.com::b8c1c271-dd5b-4079-a09a-81f4ce8be867" providerId="AD" clId="Web-{616C015D-0C83-5BDB-DA43-CA43D4F410B6}" dt="2023-10-12T14:50:41.087" v="23" actId="20577"/>
        <pc:sldMkLst>
          <pc:docMk/>
          <pc:sldMk cId="1329177216" sldId="310"/>
        </pc:sldMkLst>
        <pc:spChg chg="mod">
          <ac:chgData name="Sam Prince" userId="S::sam.prince1@pearson.com::b8c1c271-dd5b-4079-a09a-81f4ce8be867" providerId="AD" clId="Web-{616C015D-0C83-5BDB-DA43-CA43D4F410B6}" dt="2023-10-12T14:50:41.087" v="23" actId="20577"/>
          <ac:spMkLst>
            <pc:docMk/>
            <pc:sldMk cId="1329177216" sldId="310"/>
            <ac:spMk id="34820" creationId="{8DCD7CE1-603D-4D59-3DBB-C13C0B6505F0}"/>
          </ac:spMkLst>
        </pc:spChg>
      </pc:sldChg>
      <pc:sldChg chg="modSp">
        <pc:chgData name="Sam Prince" userId="S::sam.prince1@pearson.com::b8c1c271-dd5b-4079-a09a-81f4ce8be867" providerId="AD" clId="Web-{616C015D-0C83-5BDB-DA43-CA43D4F410B6}" dt="2023-10-12T14:51:11.901" v="32" actId="20577"/>
        <pc:sldMkLst>
          <pc:docMk/>
          <pc:sldMk cId="4097701120" sldId="311"/>
        </pc:sldMkLst>
        <pc:spChg chg="mod">
          <ac:chgData name="Sam Prince" userId="S::sam.prince1@pearson.com::b8c1c271-dd5b-4079-a09a-81f4ce8be867" providerId="AD" clId="Web-{616C015D-0C83-5BDB-DA43-CA43D4F410B6}" dt="2023-10-12T14:51:11.901" v="32" actId="20577"/>
          <ac:spMkLst>
            <pc:docMk/>
            <pc:sldMk cId="4097701120" sldId="311"/>
            <ac:spMk id="34819" creationId="{453C7683-8588-7ABC-32E0-8A4E68218620}"/>
          </ac:spMkLst>
        </pc:spChg>
        <pc:spChg chg="mod">
          <ac:chgData name="Sam Prince" userId="S::sam.prince1@pearson.com::b8c1c271-dd5b-4079-a09a-81f4ce8be867" providerId="AD" clId="Web-{616C015D-0C83-5BDB-DA43-CA43D4F410B6}" dt="2023-10-12T14:50:53.666" v="29" actId="20577"/>
          <ac:spMkLst>
            <pc:docMk/>
            <pc:sldMk cId="4097701120" sldId="311"/>
            <ac:spMk id="34820" creationId="{8DCD7CE1-603D-4D59-3DBB-C13C0B6505F0}"/>
          </ac:spMkLst>
        </pc:spChg>
      </pc:sldChg>
      <pc:sldChg chg="modSp">
        <pc:chgData name="Sam Prince" userId="S::sam.prince1@pearson.com::b8c1c271-dd5b-4079-a09a-81f4ce8be867" providerId="AD" clId="Web-{616C015D-0C83-5BDB-DA43-CA43D4F410B6}" dt="2023-10-12T14:51:17.557" v="34" actId="20577"/>
        <pc:sldMkLst>
          <pc:docMk/>
          <pc:sldMk cId="2909109663" sldId="313"/>
        </pc:sldMkLst>
        <pc:spChg chg="mod">
          <ac:chgData name="Sam Prince" userId="S::sam.prince1@pearson.com::b8c1c271-dd5b-4079-a09a-81f4ce8be867" providerId="AD" clId="Web-{616C015D-0C83-5BDB-DA43-CA43D4F410B6}" dt="2023-10-12T14:51:17.557" v="34" actId="20577"/>
          <ac:spMkLst>
            <pc:docMk/>
            <pc:sldMk cId="2909109663" sldId="313"/>
            <ac:spMk id="34820" creationId="{8DCD7CE1-603D-4D59-3DBB-C13C0B6505F0}"/>
          </ac:spMkLst>
        </pc:spChg>
      </pc:sldChg>
      <pc:sldChg chg="modSp">
        <pc:chgData name="Sam Prince" userId="S::sam.prince1@pearson.com::b8c1c271-dd5b-4079-a09a-81f4ce8be867" providerId="AD" clId="Web-{616C015D-0C83-5BDB-DA43-CA43D4F410B6}" dt="2023-10-12T14:51:28.073" v="39" actId="20577"/>
        <pc:sldMkLst>
          <pc:docMk/>
          <pc:sldMk cId="911142065" sldId="314"/>
        </pc:sldMkLst>
        <pc:spChg chg="mod">
          <ac:chgData name="Sam Prince" userId="S::sam.prince1@pearson.com::b8c1c271-dd5b-4079-a09a-81f4ce8be867" providerId="AD" clId="Web-{616C015D-0C83-5BDB-DA43-CA43D4F410B6}" dt="2023-10-12T14:51:28.073" v="39" actId="20577"/>
          <ac:spMkLst>
            <pc:docMk/>
            <pc:sldMk cId="911142065" sldId="314"/>
            <ac:spMk id="34820" creationId="{8DCD7CE1-603D-4D59-3DBB-C13C0B6505F0}"/>
          </ac:spMkLst>
        </pc:spChg>
      </pc:sldChg>
      <pc:sldChg chg="modSp">
        <pc:chgData name="Sam Prince" userId="S::sam.prince1@pearson.com::b8c1c271-dd5b-4079-a09a-81f4ce8be867" providerId="AD" clId="Web-{616C015D-0C83-5BDB-DA43-CA43D4F410B6}" dt="2023-10-12T14:52:57.514" v="71" actId="20577"/>
        <pc:sldMkLst>
          <pc:docMk/>
          <pc:sldMk cId="718849574" sldId="315"/>
        </pc:sldMkLst>
        <pc:spChg chg="mod">
          <ac:chgData name="Sam Prince" userId="S::sam.prince1@pearson.com::b8c1c271-dd5b-4079-a09a-81f4ce8be867" providerId="AD" clId="Web-{616C015D-0C83-5BDB-DA43-CA43D4F410B6}" dt="2023-10-12T14:52:57.514" v="71" actId="20577"/>
          <ac:spMkLst>
            <pc:docMk/>
            <pc:sldMk cId="718849574" sldId="315"/>
            <ac:spMk id="34820" creationId="{8DCD7CE1-603D-4D59-3DBB-C13C0B6505F0}"/>
          </ac:spMkLst>
        </pc:spChg>
      </pc:sldChg>
      <pc:sldChg chg="modSp">
        <pc:chgData name="Sam Prince" userId="S::sam.prince1@pearson.com::b8c1c271-dd5b-4079-a09a-81f4ce8be867" providerId="AD" clId="Web-{616C015D-0C83-5BDB-DA43-CA43D4F410B6}" dt="2023-10-12T14:55:39.615" v="117" actId="1076"/>
        <pc:sldMkLst>
          <pc:docMk/>
          <pc:sldMk cId="3638458918" sldId="316"/>
        </pc:sldMkLst>
        <pc:spChg chg="mod">
          <ac:chgData name="Sam Prince" userId="S::sam.prince1@pearson.com::b8c1c271-dd5b-4079-a09a-81f4ce8be867" providerId="AD" clId="Web-{616C015D-0C83-5BDB-DA43-CA43D4F410B6}" dt="2023-10-12T14:55:39.615" v="117" actId="1076"/>
          <ac:spMkLst>
            <pc:docMk/>
            <pc:sldMk cId="3638458918" sldId="316"/>
            <ac:spMk id="2" creationId="{4C7A743B-D3B9-D7EB-E21A-52C156CB95E0}"/>
          </ac:spMkLst>
        </pc:spChg>
        <pc:spChg chg="mod">
          <ac:chgData name="Sam Prince" userId="S::sam.prince1@pearson.com::b8c1c271-dd5b-4079-a09a-81f4ce8be867" providerId="AD" clId="Web-{616C015D-0C83-5BDB-DA43-CA43D4F410B6}" dt="2023-10-12T14:55:34.849" v="116" actId="20577"/>
          <ac:spMkLst>
            <pc:docMk/>
            <pc:sldMk cId="3638458918" sldId="316"/>
            <ac:spMk id="34820" creationId="{8DCD7CE1-603D-4D59-3DBB-C13C0B6505F0}"/>
          </ac:spMkLst>
        </pc:spChg>
      </pc:sldChg>
      <pc:sldChg chg="modSp">
        <pc:chgData name="Sam Prince" userId="S::sam.prince1@pearson.com::b8c1c271-dd5b-4079-a09a-81f4ce8be867" providerId="AD" clId="Web-{616C015D-0C83-5BDB-DA43-CA43D4F410B6}" dt="2023-10-12T14:57:40.995" v="156" actId="20577"/>
        <pc:sldMkLst>
          <pc:docMk/>
          <pc:sldMk cId="2127982320" sldId="320"/>
        </pc:sldMkLst>
        <pc:spChg chg="mod">
          <ac:chgData name="Sam Prince" userId="S::sam.prince1@pearson.com::b8c1c271-dd5b-4079-a09a-81f4ce8be867" providerId="AD" clId="Web-{616C015D-0C83-5BDB-DA43-CA43D4F410B6}" dt="2023-10-12T14:57:40.995" v="156" actId="20577"/>
          <ac:spMkLst>
            <pc:docMk/>
            <pc:sldMk cId="2127982320" sldId="320"/>
            <ac:spMk id="34820" creationId="{8DCD7CE1-603D-4D59-3DBB-C13C0B6505F0}"/>
          </ac:spMkLst>
        </pc:spChg>
      </pc:sldChg>
      <pc:sldChg chg="modSp">
        <pc:chgData name="Sam Prince" userId="S::sam.prince1@pearson.com::b8c1c271-dd5b-4079-a09a-81f4ce8be867" providerId="AD" clId="Web-{616C015D-0C83-5BDB-DA43-CA43D4F410B6}" dt="2023-10-12T14:58:13.309" v="164" actId="20577"/>
        <pc:sldMkLst>
          <pc:docMk/>
          <pc:sldMk cId="165651596" sldId="321"/>
        </pc:sldMkLst>
        <pc:spChg chg="mod">
          <ac:chgData name="Sam Prince" userId="S::sam.prince1@pearson.com::b8c1c271-dd5b-4079-a09a-81f4ce8be867" providerId="AD" clId="Web-{616C015D-0C83-5BDB-DA43-CA43D4F410B6}" dt="2023-10-12T14:58:13.309" v="164" actId="20577"/>
          <ac:spMkLst>
            <pc:docMk/>
            <pc:sldMk cId="165651596" sldId="321"/>
            <ac:spMk id="34820" creationId="{8DCD7CE1-603D-4D59-3DBB-C13C0B6505F0}"/>
          </ac:spMkLst>
        </pc:spChg>
      </pc:sldChg>
      <pc:sldChg chg="modSp">
        <pc:chgData name="Sam Prince" userId="S::sam.prince1@pearson.com::b8c1c271-dd5b-4079-a09a-81f4ce8be867" providerId="AD" clId="Web-{616C015D-0C83-5BDB-DA43-CA43D4F410B6}" dt="2023-10-12T14:58:39.356" v="174" actId="20577"/>
        <pc:sldMkLst>
          <pc:docMk/>
          <pc:sldMk cId="3460192856" sldId="322"/>
        </pc:sldMkLst>
        <pc:spChg chg="mod">
          <ac:chgData name="Sam Prince" userId="S::sam.prince1@pearson.com::b8c1c271-dd5b-4079-a09a-81f4ce8be867" providerId="AD" clId="Web-{616C015D-0C83-5BDB-DA43-CA43D4F410B6}" dt="2023-10-12T14:58:39.356" v="174" actId="20577"/>
          <ac:spMkLst>
            <pc:docMk/>
            <pc:sldMk cId="3460192856" sldId="322"/>
            <ac:spMk id="34820" creationId="{8DCD7CE1-603D-4D59-3DBB-C13C0B6505F0}"/>
          </ac:spMkLst>
        </pc:spChg>
      </pc:sldChg>
      <pc:sldChg chg="modSp">
        <pc:chgData name="Sam Prince" userId="S::sam.prince1@pearson.com::b8c1c271-dd5b-4079-a09a-81f4ce8be867" providerId="AD" clId="Web-{616C015D-0C83-5BDB-DA43-CA43D4F410B6}" dt="2023-10-12T14:58:31.419" v="170" actId="20577"/>
        <pc:sldMkLst>
          <pc:docMk/>
          <pc:sldMk cId="2217532197" sldId="323"/>
        </pc:sldMkLst>
        <pc:spChg chg="mod">
          <ac:chgData name="Sam Prince" userId="S::sam.prince1@pearson.com::b8c1c271-dd5b-4079-a09a-81f4ce8be867" providerId="AD" clId="Web-{616C015D-0C83-5BDB-DA43-CA43D4F410B6}" dt="2023-10-12T14:58:31.419" v="170" actId="20577"/>
          <ac:spMkLst>
            <pc:docMk/>
            <pc:sldMk cId="2217532197" sldId="323"/>
            <ac:spMk id="34820" creationId="{8DCD7CE1-603D-4D59-3DBB-C13C0B6505F0}"/>
          </ac:spMkLst>
        </pc:spChg>
      </pc:sldChg>
      <pc:sldChg chg="modSp">
        <pc:chgData name="Sam Prince" userId="S::sam.prince1@pearson.com::b8c1c271-dd5b-4079-a09a-81f4ce8be867" providerId="AD" clId="Web-{616C015D-0C83-5BDB-DA43-CA43D4F410B6}" dt="2023-10-12T14:59:48.891" v="192" actId="20577"/>
        <pc:sldMkLst>
          <pc:docMk/>
          <pc:sldMk cId="391248043" sldId="324"/>
        </pc:sldMkLst>
        <pc:spChg chg="mod">
          <ac:chgData name="Sam Prince" userId="S::sam.prince1@pearson.com::b8c1c271-dd5b-4079-a09a-81f4ce8be867" providerId="AD" clId="Web-{616C015D-0C83-5BDB-DA43-CA43D4F410B6}" dt="2023-10-12T14:59:48.891" v="192" actId="20577"/>
          <ac:spMkLst>
            <pc:docMk/>
            <pc:sldMk cId="391248043" sldId="324"/>
            <ac:spMk id="34820" creationId="{8DCD7CE1-603D-4D59-3DBB-C13C0B6505F0}"/>
          </ac:spMkLst>
        </pc:spChg>
      </pc:sldChg>
      <pc:sldChg chg="modSp">
        <pc:chgData name="Sam Prince" userId="S::sam.prince1@pearson.com::b8c1c271-dd5b-4079-a09a-81f4ce8be867" providerId="AD" clId="Web-{616C015D-0C83-5BDB-DA43-CA43D4F410B6}" dt="2023-10-12T14:59:57.797" v="197" actId="20577"/>
        <pc:sldMkLst>
          <pc:docMk/>
          <pc:sldMk cId="3133826397" sldId="325"/>
        </pc:sldMkLst>
        <pc:spChg chg="mod">
          <ac:chgData name="Sam Prince" userId="S::sam.prince1@pearson.com::b8c1c271-dd5b-4079-a09a-81f4ce8be867" providerId="AD" clId="Web-{616C015D-0C83-5BDB-DA43-CA43D4F410B6}" dt="2023-10-12T14:59:57.797" v="197" actId="20577"/>
          <ac:spMkLst>
            <pc:docMk/>
            <pc:sldMk cId="3133826397" sldId="325"/>
            <ac:spMk id="34820" creationId="{8DCD7CE1-603D-4D59-3DBB-C13C0B6505F0}"/>
          </ac:spMkLst>
        </pc:spChg>
      </pc:sldChg>
      <pc:sldChg chg="modSp">
        <pc:chgData name="Sam Prince" userId="S::sam.prince1@pearson.com::b8c1c271-dd5b-4079-a09a-81f4ce8be867" providerId="AD" clId="Web-{616C015D-0C83-5BDB-DA43-CA43D4F410B6}" dt="2023-10-12T15:00:12.001" v="203" actId="20577"/>
        <pc:sldMkLst>
          <pc:docMk/>
          <pc:sldMk cId="2502350973" sldId="326"/>
        </pc:sldMkLst>
        <pc:spChg chg="mod">
          <ac:chgData name="Sam Prince" userId="S::sam.prince1@pearson.com::b8c1c271-dd5b-4079-a09a-81f4ce8be867" providerId="AD" clId="Web-{616C015D-0C83-5BDB-DA43-CA43D4F410B6}" dt="2023-10-12T15:00:12.001" v="203" actId="20577"/>
          <ac:spMkLst>
            <pc:docMk/>
            <pc:sldMk cId="2502350973" sldId="326"/>
            <ac:spMk id="34820" creationId="{8DCD7CE1-603D-4D59-3DBB-C13C0B6505F0}"/>
          </ac:spMkLst>
        </pc:spChg>
      </pc:sldChg>
      <pc:sldChg chg="modSp">
        <pc:chgData name="Sam Prince" userId="S::sam.prince1@pearson.com::b8c1c271-dd5b-4079-a09a-81f4ce8be867" providerId="AD" clId="Web-{616C015D-0C83-5BDB-DA43-CA43D4F410B6}" dt="2023-10-12T15:00:33.127" v="211" actId="20577"/>
        <pc:sldMkLst>
          <pc:docMk/>
          <pc:sldMk cId="3892366564" sldId="327"/>
        </pc:sldMkLst>
        <pc:spChg chg="mod">
          <ac:chgData name="Sam Prince" userId="S::sam.prince1@pearson.com::b8c1c271-dd5b-4079-a09a-81f4ce8be867" providerId="AD" clId="Web-{616C015D-0C83-5BDB-DA43-CA43D4F410B6}" dt="2023-10-12T15:00:33.127" v="211" actId="20577"/>
          <ac:spMkLst>
            <pc:docMk/>
            <pc:sldMk cId="3892366564" sldId="327"/>
            <ac:spMk id="34820" creationId="{8DCD7CE1-603D-4D59-3DBB-C13C0B6505F0}"/>
          </ac:spMkLst>
        </pc:spChg>
      </pc:sldChg>
      <pc:sldChg chg="delSp modSp">
        <pc:chgData name="Sam Prince" userId="S::sam.prince1@pearson.com::b8c1c271-dd5b-4079-a09a-81f4ce8be867" providerId="AD" clId="Web-{616C015D-0C83-5BDB-DA43-CA43D4F410B6}" dt="2023-10-12T14:52:13.763" v="53" actId="1076"/>
        <pc:sldMkLst>
          <pc:docMk/>
          <pc:sldMk cId="3680029944" sldId="331"/>
        </pc:sldMkLst>
        <pc:spChg chg="mod">
          <ac:chgData name="Sam Prince" userId="S::sam.prince1@pearson.com::b8c1c271-dd5b-4079-a09a-81f4ce8be867" providerId="AD" clId="Web-{616C015D-0C83-5BDB-DA43-CA43D4F410B6}" dt="2023-10-12T14:52:13.763" v="53" actId="1076"/>
          <ac:spMkLst>
            <pc:docMk/>
            <pc:sldMk cId="3680029944" sldId="331"/>
            <ac:spMk id="3" creationId="{AF5E943A-6DEE-336D-DFCB-887200C9F2ED}"/>
          </ac:spMkLst>
        </pc:spChg>
        <pc:spChg chg="mod">
          <ac:chgData name="Sam Prince" userId="S::sam.prince1@pearson.com::b8c1c271-dd5b-4079-a09a-81f4ce8be867" providerId="AD" clId="Web-{616C015D-0C83-5BDB-DA43-CA43D4F410B6}" dt="2023-10-12T14:52:08.028" v="51" actId="1076"/>
          <ac:spMkLst>
            <pc:docMk/>
            <pc:sldMk cId="3680029944" sldId="331"/>
            <ac:spMk id="34819" creationId="{453C7683-8588-7ABC-32E0-8A4E68218620}"/>
          </ac:spMkLst>
        </pc:spChg>
        <pc:spChg chg="mod">
          <ac:chgData name="Sam Prince" userId="S::sam.prince1@pearson.com::b8c1c271-dd5b-4079-a09a-81f4ce8be867" providerId="AD" clId="Web-{616C015D-0C83-5BDB-DA43-CA43D4F410B6}" dt="2023-10-12T14:52:05.387" v="50" actId="20577"/>
          <ac:spMkLst>
            <pc:docMk/>
            <pc:sldMk cId="3680029944" sldId="331"/>
            <ac:spMk id="34820" creationId="{8DCD7CE1-603D-4D59-3DBB-C13C0B6505F0}"/>
          </ac:spMkLst>
        </pc:spChg>
        <pc:picChg chg="del mod">
          <ac:chgData name="Sam Prince" userId="S::sam.prince1@pearson.com::b8c1c271-dd5b-4079-a09a-81f4ce8be867" providerId="AD" clId="Web-{616C015D-0C83-5BDB-DA43-CA43D4F410B6}" dt="2023-10-12T14:52:09.700" v="52"/>
          <ac:picMkLst>
            <pc:docMk/>
            <pc:sldMk cId="3680029944" sldId="331"/>
            <ac:picMk id="4" creationId="{BF1C7EF7-9FB5-6265-6A99-79744DB69C7D}"/>
          </ac:picMkLst>
        </pc:picChg>
      </pc:sldChg>
      <pc:sldChg chg="modSp">
        <pc:chgData name="Sam Prince" userId="S::sam.prince1@pearson.com::b8c1c271-dd5b-4079-a09a-81f4ce8be867" providerId="AD" clId="Web-{616C015D-0C83-5BDB-DA43-CA43D4F410B6}" dt="2023-10-12T15:00:43.268" v="215" actId="20577"/>
        <pc:sldMkLst>
          <pc:docMk/>
          <pc:sldMk cId="1624616548" sldId="333"/>
        </pc:sldMkLst>
        <pc:spChg chg="mod">
          <ac:chgData name="Sam Prince" userId="S::sam.prince1@pearson.com::b8c1c271-dd5b-4079-a09a-81f4ce8be867" providerId="AD" clId="Web-{616C015D-0C83-5BDB-DA43-CA43D4F410B6}" dt="2023-10-12T15:00:43.268" v="215" actId="20577"/>
          <ac:spMkLst>
            <pc:docMk/>
            <pc:sldMk cId="1624616548" sldId="333"/>
            <ac:spMk id="34820" creationId="{8DCD7CE1-603D-4D59-3DBB-C13C0B6505F0}"/>
          </ac:spMkLst>
        </pc:spChg>
      </pc:sldChg>
      <pc:sldChg chg="modSp">
        <pc:chgData name="Sam Prince" userId="S::sam.prince1@pearson.com::b8c1c271-dd5b-4079-a09a-81f4ce8be867" providerId="AD" clId="Web-{616C015D-0C83-5BDB-DA43-CA43D4F410B6}" dt="2023-10-12T14:55:55.490" v="126" actId="20577"/>
        <pc:sldMkLst>
          <pc:docMk/>
          <pc:sldMk cId="1944138756" sldId="336"/>
        </pc:sldMkLst>
        <pc:spChg chg="mod">
          <ac:chgData name="Sam Prince" userId="S::sam.prince1@pearson.com::b8c1c271-dd5b-4079-a09a-81f4ce8be867" providerId="AD" clId="Web-{616C015D-0C83-5BDB-DA43-CA43D4F410B6}" dt="2023-10-12T14:55:55.490" v="126" actId="20577"/>
          <ac:spMkLst>
            <pc:docMk/>
            <pc:sldMk cId="1944138756" sldId="336"/>
            <ac:spMk id="34820" creationId="{8DCD7CE1-603D-4D59-3DBB-C13C0B6505F0}"/>
          </ac:spMkLst>
        </pc:spChg>
      </pc:sldChg>
      <pc:sldChg chg="modSp">
        <pc:chgData name="Sam Prince" userId="S::sam.prince1@pearson.com::b8c1c271-dd5b-4079-a09a-81f4ce8be867" providerId="AD" clId="Web-{616C015D-0C83-5BDB-DA43-CA43D4F410B6}" dt="2023-10-12T14:59:24.593" v="185" actId="1076"/>
        <pc:sldMkLst>
          <pc:docMk/>
          <pc:sldMk cId="1520338777" sldId="338"/>
        </pc:sldMkLst>
        <pc:spChg chg="mod">
          <ac:chgData name="Sam Prince" userId="S::sam.prince1@pearson.com::b8c1c271-dd5b-4079-a09a-81f4ce8be867" providerId="AD" clId="Web-{616C015D-0C83-5BDB-DA43-CA43D4F410B6}" dt="2023-10-12T14:59:20.968" v="184" actId="20577"/>
          <ac:spMkLst>
            <pc:docMk/>
            <pc:sldMk cId="1520338777" sldId="338"/>
            <ac:spMk id="34820" creationId="{8DCD7CE1-603D-4D59-3DBB-C13C0B6505F0}"/>
          </ac:spMkLst>
        </pc:spChg>
        <pc:graphicFrameChg chg="mod">
          <ac:chgData name="Sam Prince" userId="S::sam.prince1@pearson.com::b8c1c271-dd5b-4079-a09a-81f4ce8be867" providerId="AD" clId="Web-{616C015D-0C83-5BDB-DA43-CA43D4F410B6}" dt="2023-10-12T14:59:24.593" v="185" actId="1076"/>
          <ac:graphicFrameMkLst>
            <pc:docMk/>
            <pc:sldMk cId="1520338777" sldId="338"/>
            <ac:graphicFrameMk id="2" creationId="{A7E433D0-77D6-9274-C70F-8CB39DC96505}"/>
          </ac:graphicFrameMkLst>
        </pc:graphicFrameChg>
      </pc:sldChg>
      <pc:sldChg chg="modSp">
        <pc:chgData name="Sam Prince" userId="S::sam.prince1@pearson.com::b8c1c271-dd5b-4079-a09a-81f4ce8be867" providerId="AD" clId="Web-{616C015D-0C83-5BDB-DA43-CA43D4F410B6}" dt="2023-10-12T14:50:47.634" v="25" actId="20577"/>
        <pc:sldMkLst>
          <pc:docMk/>
          <pc:sldMk cId="2898997806" sldId="339"/>
        </pc:sldMkLst>
        <pc:spChg chg="mod">
          <ac:chgData name="Sam Prince" userId="S::sam.prince1@pearson.com::b8c1c271-dd5b-4079-a09a-81f4ce8be867" providerId="AD" clId="Web-{616C015D-0C83-5BDB-DA43-CA43D4F410B6}" dt="2023-10-12T14:50:47.634" v="25" actId="20577"/>
          <ac:spMkLst>
            <pc:docMk/>
            <pc:sldMk cId="2898997806" sldId="339"/>
            <ac:spMk id="34820" creationId="{8DCD7CE1-603D-4D59-3DBB-C13C0B6505F0}"/>
          </ac:spMkLst>
        </pc:spChg>
      </pc:sldChg>
      <pc:sldChg chg="modSp">
        <pc:chgData name="Sam Prince" userId="S::sam.prince1@pearson.com::b8c1c271-dd5b-4079-a09a-81f4ce8be867" providerId="AD" clId="Web-{616C015D-0C83-5BDB-DA43-CA43D4F410B6}" dt="2023-10-12T14:54:39.222" v="99" actId="1076"/>
        <pc:sldMkLst>
          <pc:docMk/>
          <pc:sldMk cId="3607508480" sldId="340"/>
        </pc:sldMkLst>
        <pc:spChg chg="mod">
          <ac:chgData name="Sam Prince" userId="S::sam.prince1@pearson.com::b8c1c271-dd5b-4079-a09a-81f4ce8be867" providerId="AD" clId="Web-{616C015D-0C83-5BDB-DA43-CA43D4F410B6}" dt="2023-10-12T14:54:06.283" v="95" actId="1076"/>
          <ac:spMkLst>
            <pc:docMk/>
            <pc:sldMk cId="3607508480" sldId="340"/>
            <ac:spMk id="2" creationId="{4C7A743B-D3B9-D7EB-E21A-52C156CB95E0}"/>
          </ac:spMkLst>
        </pc:spChg>
        <pc:spChg chg="mod">
          <ac:chgData name="Sam Prince" userId="S::sam.prince1@pearson.com::b8c1c271-dd5b-4079-a09a-81f4ce8be867" providerId="AD" clId="Web-{616C015D-0C83-5BDB-DA43-CA43D4F410B6}" dt="2023-10-12T14:54:39.222" v="99" actId="1076"/>
          <ac:spMkLst>
            <pc:docMk/>
            <pc:sldMk cId="3607508480" sldId="340"/>
            <ac:spMk id="34819" creationId="{453C7683-8588-7ABC-32E0-8A4E68218620}"/>
          </ac:spMkLst>
        </pc:spChg>
        <pc:spChg chg="mod">
          <ac:chgData name="Sam Prince" userId="S::sam.prince1@pearson.com::b8c1c271-dd5b-4079-a09a-81f4ce8be867" providerId="AD" clId="Web-{616C015D-0C83-5BDB-DA43-CA43D4F410B6}" dt="2023-10-12T14:54:20.518" v="97" actId="20577"/>
          <ac:spMkLst>
            <pc:docMk/>
            <pc:sldMk cId="3607508480" sldId="340"/>
            <ac:spMk id="34820" creationId="{8DCD7CE1-603D-4D59-3DBB-C13C0B6505F0}"/>
          </ac:spMkLst>
        </pc:spChg>
      </pc:sldChg>
      <pc:sldChg chg="modSp">
        <pc:chgData name="Sam Prince" userId="S::sam.prince1@pearson.com::b8c1c271-dd5b-4079-a09a-81f4ce8be867" providerId="AD" clId="Web-{616C015D-0C83-5BDB-DA43-CA43D4F410B6}" dt="2023-10-12T14:55:07.004" v="107" actId="20577"/>
        <pc:sldMkLst>
          <pc:docMk/>
          <pc:sldMk cId="71543213" sldId="341"/>
        </pc:sldMkLst>
        <pc:spChg chg="mod">
          <ac:chgData name="Sam Prince" userId="S::sam.prince1@pearson.com::b8c1c271-dd5b-4079-a09a-81f4ce8be867" providerId="AD" clId="Web-{616C015D-0C83-5BDB-DA43-CA43D4F410B6}" dt="2023-10-12T14:55:07.004" v="107" actId="20577"/>
          <ac:spMkLst>
            <pc:docMk/>
            <pc:sldMk cId="71543213" sldId="341"/>
            <ac:spMk id="34820" creationId="{8DCD7CE1-603D-4D59-3DBB-C13C0B6505F0}"/>
          </ac:spMkLst>
        </pc:spChg>
      </pc:sldChg>
      <pc:sldChg chg="modSp">
        <pc:chgData name="Sam Prince" userId="S::sam.prince1@pearson.com::b8c1c271-dd5b-4079-a09a-81f4ce8be867" providerId="AD" clId="Web-{616C015D-0C83-5BDB-DA43-CA43D4F410B6}" dt="2023-10-12T14:58:08.074" v="163" actId="20577"/>
        <pc:sldMkLst>
          <pc:docMk/>
          <pc:sldMk cId="3182844824" sldId="342"/>
        </pc:sldMkLst>
        <pc:spChg chg="mod">
          <ac:chgData name="Sam Prince" userId="S::sam.prince1@pearson.com::b8c1c271-dd5b-4079-a09a-81f4ce8be867" providerId="AD" clId="Web-{616C015D-0C83-5BDB-DA43-CA43D4F410B6}" dt="2023-10-12T14:58:08.074" v="163" actId="20577"/>
          <ac:spMkLst>
            <pc:docMk/>
            <pc:sldMk cId="3182844824" sldId="342"/>
            <ac:spMk id="34819" creationId="{453C7683-8588-7ABC-32E0-8A4E68218620}"/>
          </ac:spMkLst>
        </pc:spChg>
        <pc:spChg chg="mod">
          <ac:chgData name="Sam Prince" userId="S::sam.prince1@pearson.com::b8c1c271-dd5b-4079-a09a-81f4ce8be867" providerId="AD" clId="Web-{616C015D-0C83-5BDB-DA43-CA43D4F410B6}" dt="2023-10-12T14:57:50.729" v="157" actId="20577"/>
          <ac:spMkLst>
            <pc:docMk/>
            <pc:sldMk cId="3182844824" sldId="342"/>
            <ac:spMk id="34820" creationId="{8DCD7CE1-603D-4D59-3DBB-C13C0B6505F0}"/>
          </ac:spMkLst>
        </pc:spChg>
      </pc:sldChg>
      <pc:sldChg chg="modSp">
        <pc:chgData name="Sam Prince" userId="S::sam.prince1@pearson.com::b8c1c271-dd5b-4079-a09a-81f4ce8be867" providerId="AD" clId="Web-{616C015D-0C83-5BDB-DA43-CA43D4F410B6}" dt="2023-10-12T15:00:22.158" v="207" actId="20577"/>
        <pc:sldMkLst>
          <pc:docMk/>
          <pc:sldMk cId="3377911809" sldId="343"/>
        </pc:sldMkLst>
        <pc:spChg chg="mod">
          <ac:chgData name="Sam Prince" userId="S::sam.prince1@pearson.com::b8c1c271-dd5b-4079-a09a-81f4ce8be867" providerId="AD" clId="Web-{616C015D-0C83-5BDB-DA43-CA43D4F410B6}" dt="2023-10-12T15:00:22.158" v="207" actId="20577"/>
          <ac:spMkLst>
            <pc:docMk/>
            <pc:sldMk cId="3377911809" sldId="343"/>
            <ac:spMk id="34820" creationId="{8DCD7CE1-603D-4D59-3DBB-C13C0B6505F0}"/>
          </ac:spMkLst>
        </pc:spChg>
      </pc:sldChg>
      <pc:sldChg chg="modSp">
        <pc:chgData name="Sam Prince" userId="S::sam.prince1@pearson.com::b8c1c271-dd5b-4079-a09a-81f4ce8be867" providerId="AD" clId="Web-{616C015D-0C83-5BDB-DA43-CA43D4F410B6}" dt="2023-10-12T15:00:56.846" v="220" actId="20577"/>
        <pc:sldMkLst>
          <pc:docMk/>
          <pc:sldMk cId="1056407725" sldId="344"/>
        </pc:sldMkLst>
        <pc:spChg chg="mod">
          <ac:chgData name="Sam Prince" userId="S::sam.prince1@pearson.com::b8c1c271-dd5b-4079-a09a-81f4ce8be867" providerId="AD" clId="Web-{616C015D-0C83-5BDB-DA43-CA43D4F410B6}" dt="2023-10-12T15:00:56.846" v="220" actId="20577"/>
          <ac:spMkLst>
            <pc:docMk/>
            <pc:sldMk cId="1056407725" sldId="344"/>
            <ac:spMk id="34820" creationId="{8DCD7CE1-603D-4D59-3DBB-C13C0B6505F0}"/>
          </ac:spMkLst>
        </pc:spChg>
      </pc:sldChg>
      <pc:sldChg chg="modSp">
        <pc:chgData name="Sam Prince" userId="S::sam.prince1@pearson.com::b8c1c271-dd5b-4079-a09a-81f4ce8be867" providerId="AD" clId="Web-{616C015D-0C83-5BDB-DA43-CA43D4F410B6}" dt="2023-10-12T15:01:08.238" v="224" actId="20577"/>
        <pc:sldMkLst>
          <pc:docMk/>
          <pc:sldMk cId="1236851173" sldId="345"/>
        </pc:sldMkLst>
        <pc:spChg chg="mod">
          <ac:chgData name="Sam Prince" userId="S::sam.prince1@pearson.com::b8c1c271-dd5b-4079-a09a-81f4ce8be867" providerId="AD" clId="Web-{616C015D-0C83-5BDB-DA43-CA43D4F410B6}" dt="2023-10-12T15:01:08.238" v="224" actId="20577"/>
          <ac:spMkLst>
            <pc:docMk/>
            <pc:sldMk cId="1236851173" sldId="345"/>
            <ac:spMk id="34820" creationId="{8DCD7CE1-603D-4D59-3DBB-C13C0B6505F0}"/>
          </ac:spMkLst>
        </pc:spChg>
      </pc:sldChg>
      <pc:sldChg chg="modSp">
        <pc:chgData name="Sam Prince" userId="S::sam.prince1@pearson.com::b8c1c271-dd5b-4079-a09a-81f4ce8be867" providerId="AD" clId="Web-{616C015D-0C83-5BDB-DA43-CA43D4F410B6}" dt="2023-10-12T14:53:10.921" v="80" actId="20577"/>
        <pc:sldMkLst>
          <pc:docMk/>
          <pc:sldMk cId="2355612352" sldId="346"/>
        </pc:sldMkLst>
        <pc:spChg chg="mod">
          <ac:chgData name="Sam Prince" userId="S::sam.prince1@pearson.com::b8c1c271-dd5b-4079-a09a-81f4ce8be867" providerId="AD" clId="Web-{616C015D-0C83-5BDB-DA43-CA43D4F410B6}" dt="2023-10-12T14:53:10.921" v="80" actId="20577"/>
          <ac:spMkLst>
            <pc:docMk/>
            <pc:sldMk cId="2355612352" sldId="346"/>
            <ac:spMk id="34820" creationId="{8DCD7CE1-603D-4D59-3DBB-C13C0B6505F0}"/>
          </ac:spMkLst>
        </pc:spChg>
      </pc:sldChg>
      <pc:sldChg chg="modSp">
        <pc:chgData name="Sam Prince" userId="S::sam.prince1@pearson.com::b8c1c271-dd5b-4079-a09a-81f4ce8be867" providerId="AD" clId="Web-{616C015D-0C83-5BDB-DA43-CA43D4F410B6}" dt="2023-10-12T14:52:37.529" v="62" actId="1076"/>
        <pc:sldMkLst>
          <pc:docMk/>
          <pc:sldMk cId="167147889" sldId="347"/>
        </pc:sldMkLst>
        <pc:spChg chg="mod">
          <ac:chgData name="Sam Prince" userId="S::sam.prince1@pearson.com::b8c1c271-dd5b-4079-a09a-81f4ce8be867" providerId="AD" clId="Web-{616C015D-0C83-5BDB-DA43-CA43D4F410B6}" dt="2023-10-12T14:52:37.529" v="62" actId="1076"/>
          <ac:spMkLst>
            <pc:docMk/>
            <pc:sldMk cId="167147889" sldId="347"/>
            <ac:spMk id="3" creationId="{AF5E943A-6DEE-336D-DFCB-887200C9F2ED}"/>
          </ac:spMkLst>
        </pc:spChg>
        <pc:spChg chg="mod">
          <ac:chgData name="Sam Prince" userId="S::sam.prince1@pearson.com::b8c1c271-dd5b-4079-a09a-81f4ce8be867" providerId="AD" clId="Web-{616C015D-0C83-5BDB-DA43-CA43D4F410B6}" dt="2023-10-12T14:52:33.310" v="61" actId="1076"/>
          <ac:spMkLst>
            <pc:docMk/>
            <pc:sldMk cId="167147889" sldId="347"/>
            <ac:spMk id="34819" creationId="{453C7683-8588-7ABC-32E0-8A4E68218620}"/>
          </ac:spMkLst>
        </pc:spChg>
        <pc:spChg chg="mod">
          <ac:chgData name="Sam Prince" userId="S::sam.prince1@pearson.com::b8c1c271-dd5b-4079-a09a-81f4ce8be867" providerId="AD" clId="Web-{616C015D-0C83-5BDB-DA43-CA43D4F410B6}" dt="2023-10-12T14:52:27.685" v="60" actId="20577"/>
          <ac:spMkLst>
            <pc:docMk/>
            <pc:sldMk cId="167147889" sldId="347"/>
            <ac:spMk id="34820" creationId="{8DCD7CE1-603D-4D59-3DBB-C13C0B6505F0}"/>
          </ac:spMkLst>
        </pc:spChg>
      </pc:sldChg>
    </pc:docChg>
  </pc:docChgLst>
  <pc:docChgLst>
    <pc:chgData name="Sam Prince" userId="S::sam.prince1@pearson.com::b8c1c271-dd5b-4079-a09a-81f4ce8be867" providerId="AD" clId="Web-{DC486741-6A17-8935-D62E-048814804A06}"/>
    <pc:docChg chg="modSld">
      <pc:chgData name="Sam Prince" userId="S::sam.prince1@pearson.com::b8c1c271-dd5b-4079-a09a-81f4ce8be867" providerId="AD" clId="Web-{DC486741-6A17-8935-D62E-048814804A06}" dt="2023-10-04T09:42:11.889" v="27" actId="20577"/>
      <pc:docMkLst>
        <pc:docMk/>
      </pc:docMkLst>
      <pc:sldChg chg="addSp delSp modSp">
        <pc:chgData name="Sam Prince" userId="S::sam.prince1@pearson.com::b8c1c271-dd5b-4079-a09a-81f4ce8be867" providerId="AD" clId="Web-{DC486741-6A17-8935-D62E-048814804A06}" dt="2023-10-04T09:42:11.889" v="27" actId="20577"/>
        <pc:sldMkLst>
          <pc:docMk/>
          <pc:sldMk cId="2355612352" sldId="346"/>
        </pc:sldMkLst>
        <pc:spChg chg="add del mod">
          <ac:chgData name="Sam Prince" userId="S::sam.prince1@pearson.com::b8c1c271-dd5b-4079-a09a-81f4ce8be867" providerId="AD" clId="Web-{DC486741-6A17-8935-D62E-048814804A06}" dt="2023-10-04T09:41:22.700" v="4"/>
          <ac:spMkLst>
            <pc:docMk/>
            <pc:sldMk cId="2355612352" sldId="346"/>
            <ac:spMk id="4" creationId="{525D60C8-8ED4-787F-7F41-AD6A8CACCCB2}"/>
          </ac:spMkLst>
        </pc:spChg>
        <pc:spChg chg="add mod">
          <ac:chgData name="Sam Prince" userId="S::sam.prince1@pearson.com::b8c1c271-dd5b-4079-a09a-81f4ce8be867" providerId="AD" clId="Web-{DC486741-6A17-8935-D62E-048814804A06}" dt="2023-10-04T09:42:11.889" v="27" actId="20577"/>
          <ac:spMkLst>
            <pc:docMk/>
            <pc:sldMk cId="2355612352" sldId="346"/>
            <ac:spMk id="6" creationId="{0EFFC0AE-8DA2-0512-C256-F04A1474711D}"/>
          </ac:spMkLst>
        </pc:spChg>
        <pc:spChg chg="add del mod">
          <ac:chgData name="Sam Prince" userId="S::sam.prince1@pearson.com::b8c1c271-dd5b-4079-a09a-81f4ce8be867" providerId="AD" clId="Web-{DC486741-6A17-8935-D62E-048814804A06}" dt="2023-10-04T09:41:43.826" v="6" actId="1076"/>
          <ac:spMkLst>
            <pc:docMk/>
            <pc:sldMk cId="2355612352" sldId="346"/>
            <ac:spMk id="34819" creationId="{453C7683-8588-7ABC-32E0-8A4E68218620}"/>
          </ac:spMkLst>
        </pc:spChg>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12.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6C63F4D3-4BBA-9909-1211-728C370C97FF}"/>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GB"/>
          </a:p>
        </p:txBody>
      </p:sp>
      <p:sp>
        <p:nvSpPr>
          <p:cNvPr id="3" name="Date Placeholder 2">
            <a:extLst>
              <a:ext uri="{FF2B5EF4-FFF2-40B4-BE49-F238E27FC236}">
                <a16:creationId xmlns:a16="http://schemas.microsoft.com/office/drawing/2014/main" id="{271F26E4-23C1-0491-F791-406122602EF9}"/>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E2E71B37-6D2F-43FA-ABA7-4DBE5D69FFAA}" type="datetimeFigureOut">
              <a:rPr lang="en-GB" smtClean="0"/>
              <a:t>21/11/2023</a:t>
            </a:fld>
            <a:endParaRPr lang="en-GB"/>
          </a:p>
        </p:txBody>
      </p:sp>
      <p:sp>
        <p:nvSpPr>
          <p:cNvPr id="4" name="Footer Placeholder 3">
            <a:extLst>
              <a:ext uri="{FF2B5EF4-FFF2-40B4-BE49-F238E27FC236}">
                <a16:creationId xmlns:a16="http://schemas.microsoft.com/office/drawing/2014/main" id="{7D563A6F-0550-D3B2-643B-D03C36C1C44D}"/>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GB"/>
          </a:p>
        </p:txBody>
      </p:sp>
      <p:sp>
        <p:nvSpPr>
          <p:cNvPr id="5" name="Slide Number Placeholder 4">
            <a:extLst>
              <a:ext uri="{FF2B5EF4-FFF2-40B4-BE49-F238E27FC236}">
                <a16:creationId xmlns:a16="http://schemas.microsoft.com/office/drawing/2014/main" id="{3FAD78AE-D67F-7B71-4CE0-E7FA7525A72A}"/>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8ED9AC3F-D3A8-489C-AF96-D145F90B4643}" type="slidenum">
              <a:rPr lang="en-GB" smtClean="0"/>
              <a:t>‹#›</a:t>
            </a:fld>
            <a:endParaRPr lang="en-GB"/>
          </a:p>
        </p:txBody>
      </p:sp>
    </p:spTree>
    <p:extLst>
      <p:ext uri="{BB962C8B-B14F-4D97-AF65-F5344CB8AC3E}">
        <p14:creationId xmlns:p14="http://schemas.microsoft.com/office/powerpoint/2010/main" val="404249305"/>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11.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098" name="Rectangle 2">
            <a:extLst>
              <a:ext uri="{FF2B5EF4-FFF2-40B4-BE49-F238E27FC236}">
                <a16:creationId xmlns:a16="http://schemas.microsoft.com/office/drawing/2014/main" id="{93AB728B-EDDE-A6C5-D196-B3077ECC9741}"/>
              </a:ext>
            </a:extLst>
          </p:cNvPr>
          <p:cNvSpPr>
            <a:spLocks noGrp="1" noChangeArrowheads="1"/>
          </p:cNvSpPr>
          <p:nvPr>
            <p:ph type="hdr" sz="quarter"/>
          </p:nvPr>
        </p:nvSpPr>
        <p:spPr bwMode="auto">
          <a:xfrm>
            <a:off x="0"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eaLnBrk="1" hangingPunct="1">
              <a:defRPr sz="1200"/>
            </a:lvl1pPr>
          </a:lstStyle>
          <a:p>
            <a:pPr>
              <a:defRPr/>
            </a:pPr>
            <a:endParaRPr lang="en-US" altLang="en-US"/>
          </a:p>
        </p:txBody>
      </p:sp>
      <p:sp>
        <p:nvSpPr>
          <p:cNvPr id="4099" name="Rectangle 3">
            <a:extLst>
              <a:ext uri="{FF2B5EF4-FFF2-40B4-BE49-F238E27FC236}">
                <a16:creationId xmlns:a16="http://schemas.microsoft.com/office/drawing/2014/main" id="{C1A56322-4069-E1FA-88E7-034F66FE7B8C}"/>
              </a:ext>
            </a:extLst>
          </p:cNvPr>
          <p:cNvSpPr>
            <a:spLocks noGrp="1" noChangeArrowheads="1"/>
          </p:cNvSpPr>
          <p:nvPr>
            <p:ph type="dt" idx="1"/>
          </p:nvPr>
        </p:nvSpPr>
        <p:spPr bwMode="auto">
          <a:xfrm>
            <a:off x="3884613"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eaLnBrk="1" hangingPunct="1">
              <a:defRPr sz="1200"/>
            </a:lvl1pPr>
          </a:lstStyle>
          <a:p>
            <a:pPr>
              <a:defRPr/>
            </a:pPr>
            <a:endParaRPr lang="en-US" altLang="en-US"/>
          </a:p>
        </p:txBody>
      </p:sp>
      <p:sp>
        <p:nvSpPr>
          <p:cNvPr id="27652" name="Rectangle 4">
            <a:extLst>
              <a:ext uri="{FF2B5EF4-FFF2-40B4-BE49-F238E27FC236}">
                <a16:creationId xmlns:a16="http://schemas.microsoft.com/office/drawing/2014/main" id="{C5D99386-CD4E-9616-9887-3542DB3323EA}"/>
              </a:ext>
            </a:extLst>
          </p:cNvPr>
          <p:cNvSpPr>
            <a:spLocks noGrp="1" noRot="1" noChangeAspect="1" noChangeArrowheads="1" noTextEdit="1"/>
          </p:cNvSpPr>
          <p:nvPr>
            <p:ph type="sldImg" idx="2"/>
          </p:nvPr>
        </p:nvSpPr>
        <p:spPr bwMode="auto">
          <a:xfrm>
            <a:off x="1143000" y="685800"/>
            <a:ext cx="4572000" cy="3429000"/>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4101" name="Rectangle 5">
            <a:extLst>
              <a:ext uri="{FF2B5EF4-FFF2-40B4-BE49-F238E27FC236}">
                <a16:creationId xmlns:a16="http://schemas.microsoft.com/office/drawing/2014/main" id="{A535B185-CC76-5645-CC21-C267467C34E3}"/>
              </a:ext>
            </a:extLst>
          </p:cNvPr>
          <p:cNvSpPr>
            <a:spLocks noGrp="1" noChangeArrowheads="1"/>
          </p:cNvSpPr>
          <p:nvPr>
            <p:ph type="body" sz="quarter" idx="3"/>
          </p:nvPr>
        </p:nvSpPr>
        <p:spPr bwMode="auto">
          <a:xfrm>
            <a:off x="685800" y="4343400"/>
            <a:ext cx="5486400" cy="41148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p>
            <a:pPr lvl="0"/>
            <a:r>
              <a:rPr lang="en-GB" noProof="0"/>
              <a:t>Click to edit Master text styles</a:t>
            </a:r>
          </a:p>
          <a:p>
            <a:pPr lvl="1"/>
            <a:r>
              <a:rPr lang="en-GB" noProof="0"/>
              <a:t>Second level</a:t>
            </a:r>
          </a:p>
          <a:p>
            <a:pPr lvl="2"/>
            <a:r>
              <a:rPr lang="en-GB" noProof="0"/>
              <a:t>Third level</a:t>
            </a:r>
          </a:p>
          <a:p>
            <a:pPr lvl="3"/>
            <a:r>
              <a:rPr lang="en-GB" noProof="0"/>
              <a:t>Fourth level</a:t>
            </a:r>
          </a:p>
          <a:p>
            <a:pPr lvl="4"/>
            <a:r>
              <a:rPr lang="en-GB" noProof="0"/>
              <a:t>Fifth level</a:t>
            </a:r>
          </a:p>
        </p:txBody>
      </p:sp>
      <p:sp>
        <p:nvSpPr>
          <p:cNvPr id="4102" name="Rectangle 6">
            <a:extLst>
              <a:ext uri="{FF2B5EF4-FFF2-40B4-BE49-F238E27FC236}">
                <a16:creationId xmlns:a16="http://schemas.microsoft.com/office/drawing/2014/main" id="{C151C7C9-7DD8-CB43-3488-140DE9ADA703}"/>
              </a:ext>
            </a:extLst>
          </p:cNvPr>
          <p:cNvSpPr>
            <a:spLocks noGrp="1" noChangeArrowheads="1"/>
          </p:cNvSpPr>
          <p:nvPr>
            <p:ph type="ftr" sz="quarter" idx="4"/>
          </p:nvPr>
        </p:nvSpPr>
        <p:spPr bwMode="auto">
          <a:xfrm>
            <a:off x="0" y="8685213"/>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eaLnBrk="1" hangingPunct="1">
              <a:defRPr sz="1200"/>
            </a:lvl1pPr>
          </a:lstStyle>
          <a:p>
            <a:pPr>
              <a:defRPr/>
            </a:pPr>
            <a:endParaRPr lang="en-US" altLang="en-US"/>
          </a:p>
        </p:txBody>
      </p:sp>
      <p:sp>
        <p:nvSpPr>
          <p:cNvPr id="4103" name="Rectangle 7">
            <a:extLst>
              <a:ext uri="{FF2B5EF4-FFF2-40B4-BE49-F238E27FC236}">
                <a16:creationId xmlns:a16="http://schemas.microsoft.com/office/drawing/2014/main" id="{0EA804D7-B145-B6C4-EAF9-FBA810DF6588}"/>
              </a:ext>
            </a:extLst>
          </p:cNvPr>
          <p:cNvSpPr>
            <a:spLocks noGrp="1" noChangeArrowheads="1"/>
          </p:cNvSpPr>
          <p:nvPr>
            <p:ph type="sldNum" sz="quarter" idx="5"/>
          </p:nvPr>
        </p:nvSpPr>
        <p:spPr bwMode="auto">
          <a:xfrm>
            <a:off x="3884613" y="8685213"/>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r" eaLnBrk="1" hangingPunct="1">
              <a:defRPr sz="1200"/>
            </a:lvl1pPr>
          </a:lstStyle>
          <a:p>
            <a:pPr>
              <a:defRPr/>
            </a:pPr>
            <a:fld id="{4D3E6F70-5D4D-4B7F-8590-7D87CFB0B671}" type="slidenum">
              <a:rPr lang="en-GB" altLang="en-US"/>
              <a:pPr>
                <a:defRPr/>
              </a:pPr>
              <a:t>‹#›</a:t>
            </a:fld>
            <a:endParaRPr lang="en-GB" altLang="en-US"/>
          </a:p>
        </p:txBody>
      </p:sp>
    </p:spTree>
  </p:cSld>
  <p:clrMap bg1="lt1" tx1="dk1" bg2="lt2" tx2="dk2" accent1="accent1" accent2="accent2" accent3="accent3" accent4="accent4" accent5="accent5" accent6="accent6" hlink="hlink" folHlink="folHlink"/>
  <p:notesStyle>
    <a:lvl1pPr algn="r" rtl="1" eaLnBrk="0" fontAlgn="base" hangingPunct="0">
      <a:spcBef>
        <a:spcPct val="30000"/>
      </a:spcBef>
      <a:spcAft>
        <a:spcPct val="0"/>
      </a:spcAft>
      <a:defRPr sz="1200" kern="1200">
        <a:solidFill>
          <a:schemeClr val="tx1"/>
        </a:solidFill>
        <a:latin typeface="Arial" charset="0"/>
        <a:ea typeface="+mn-ea"/>
        <a:cs typeface="+mn-cs"/>
      </a:defRPr>
    </a:lvl1pPr>
    <a:lvl2pPr marL="457200" algn="r" rtl="1" eaLnBrk="0" fontAlgn="base" hangingPunct="0">
      <a:spcBef>
        <a:spcPct val="30000"/>
      </a:spcBef>
      <a:spcAft>
        <a:spcPct val="0"/>
      </a:spcAft>
      <a:defRPr sz="1200" kern="1200">
        <a:solidFill>
          <a:schemeClr val="tx1"/>
        </a:solidFill>
        <a:latin typeface="Arial" charset="0"/>
        <a:ea typeface="+mn-ea"/>
        <a:cs typeface="+mn-cs"/>
      </a:defRPr>
    </a:lvl2pPr>
    <a:lvl3pPr marL="914400" algn="r" rtl="1" eaLnBrk="0" fontAlgn="base" hangingPunct="0">
      <a:spcBef>
        <a:spcPct val="30000"/>
      </a:spcBef>
      <a:spcAft>
        <a:spcPct val="0"/>
      </a:spcAft>
      <a:defRPr sz="1200" kern="1200">
        <a:solidFill>
          <a:schemeClr val="tx1"/>
        </a:solidFill>
        <a:latin typeface="Arial" charset="0"/>
        <a:ea typeface="+mn-ea"/>
        <a:cs typeface="+mn-cs"/>
      </a:defRPr>
    </a:lvl3pPr>
    <a:lvl4pPr marL="1371600" algn="r" rtl="1" eaLnBrk="0" fontAlgn="base" hangingPunct="0">
      <a:spcBef>
        <a:spcPct val="30000"/>
      </a:spcBef>
      <a:spcAft>
        <a:spcPct val="0"/>
      </a:spcAft>
      <a:defRPr sz="1200" kern="1200">
        <a:solidFill>
          <a:schemeClr val="tx1"/>
        </a:solidFill>
        <a:latin typeface="Arial" charset="0"/>
        <a:ea typeface="+mn-ea"/>
        <a:cs typeface="+mn-cs"/>
      </a:defRPr>
    </a:lvl4pPr>
    <a:lvl5pPr marL="1828800" algn="r" rtl="1" eaLnBrk="0" fontAlgn="base" hangingPunct="0">
      <a:spcBef>
        <a:spcPct val="30000"/>
      </a:spcBef>
      <a:spcAft>
        <a:spcPct val="0"/>
      </a:spcAft>
      <a:defRPr sz="1200" kern="1200">
        <a:solidFill>
          <a:schemeClr val="tx1"/>
        </a:solidFill>
        <a:latin typeface="Arial" charset="0"/>
        <a:ea typeface="+mn-ea"/>
        <a:cs typeface="+mn-cs"/>
      </a:defRPr>
    </a:lvl5pPr>
    <a:lvl6pPr marL="2286000" algn="r" defTabSz="914400" rtl="1" eaLnBrk="1" latinLnBrk="0" hangingPunct="1">
      <a:defRPr sz="1200" kern="1200">
        <a:solidFill>
          <a:schemeClr val="tx1"/>
        </a:solidFill>
        <a:latin typeface="+mn-lt"/>
        <a:ea typeface="+mn-ea"/>
        <a:cs typeface="+mn-cs"/>
      </a:defRPr>
    </a:lvl6pPr>
    <a:lvl7pPr marL="2743200" algn="r" defTabSz="914400" rtl="1" eaLnBrk="1" latinLnBrk="0" hangingPunct="1">
      <a:defRPr sz="1200" kern="1200">
        <a:solidFill>
          <a:schemeClr val="tx1"/>
        </a:solidFill>
        <a:latin typeface="+mn-lt"/>
        <a:ea typeface="+mn-ea"/>
        <a:cs typeface="+mn-cs"/>
      </a:defRPr>
    </a:lvl7pPr>
    <a:lvl8pPr marL="3200400" algn="r" defTabSz="914400" rtl="1" eaLnBrk="1" latinLnBrk="0" hangingPunct="1">
      <a:defRPr sz="1200" kern="1200">
        <a:solidFill>
          <a:schemeClr val="tx1"/>
        </a:solidFill>
        <a:latin typeface="+mn-lt"/>
        <a:ea typeface="+mn-ea"/>
        <a:cs typeface="+mn-cs"/>
      </a:defRPr>
    </a:lvl8pPr>
    <a:lvl9pPr marL="3657600" algn="r" defTabSz="914400" rtl="1"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7" name="Slide Image Placeholder 1">
            <a:extLst>
              <a:ext uri="{FF2B5EF4-FFF2-40B4-BE49-F238E27FC236}">
                <a16:creationId xmlns:a16="http://schemas.microsoft.com/office/drawing/2014/main" id="{F5058D73-7FD6-09C5-76B9-3C505DF2D389}"/>
              </a:ext>
            </a:extLst>
          </p:cNvPr>
          <p:cNvSpPr>
            <a:spLocks noGrp="1" noRot="1" noChangeAspect="1" noChangeArrowheads="1" noTextEdit="1"/>
          </p:cNvSpPr>
          <p:nvPr>
            <p:ph type="sldImg"/>
          </p:nvPr>
        </p:nvSpPr>
        <p:spPr>
          <a:ln/>
        </p:spPr>
      </p:sp>
      <p:sp>
        <p:nvSpPr>
          <p:cNvPr id="29698" name="Notes Placeholder 2">
            <a:extLst>
              <a:ext uri="{FF2B5EF4-FFF2-40B4-BE49-F238E27FC236}">
                <a16:creationId xmlns:a16="http://schemas.microsoft.com/office/drawing/2014/main" id="{12D40D7A-D6BB-CE8D-DF00-54DBA2F5CDCE}"/>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dirty="0">
              <a:latin typeface="Arial" panose="020B0604020202020204" pitchFamily="34" charset="0"/>
            </a:endParaRPr>
          </a:p>
        </p:txBody>
      </p:sp>
      <p:sp>
        <p:nvSpPr>
          <p:cNvPr id="29699" name="Slide Number Placeholder 3">
            <a:extLst>
              <a:ext uri="{FF2B5EF4-FFF2-40B4-BE49-F238E27FC236}">
                <a16:creationId xmlns:a16="http://schemas.microsoft.com/office/drawing/2014/main" id="{3E420995-9E0A-E982-F791-9C9605CD7FAD}"/>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9D6F72BC-0F0F-4CC6-9390-4A76262B3721}" type="slidenum">
              <a:rPr lang="en-GB" altLang="en-US" smtClean="0"/>
              <a:pPr/>
              <a:t>1</a:t>
            </a:fld>
            <a:endParaRPr lang="en-GB" alt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5" name="Slide Image Placeholder 1">
            <a:extLst>
              <a:ext uri="{FF2B5EF4-FFF2-40B4-BE49-F238E27FC236}">
                <a16:creationId xmlns:a16="http://schemas.microsoft.com/office/drawing/2014/main" id="{3D8168B1-514D-B744-0AB4-18F401D0F2E3}"/>
              </a:ext>
            </a:extLst>
          </p:cNvPr>
          <p:cNvSpPr>
            <a:spLocks noGrp="1" noRot="1" noChangeAspect="1" noChangeArrowheads="1" noTextEdit="1"/>
          </p:cNvSpPr>
          <p:nvPr>
            <p:ph type="sldImg"/>
          </p:nvPr>
        </p:nvSpPr>
        <p:spPr>
          <a:ln/>
        </p:spPr>
      </p:sp>
      <p:sp>
        <p:nvSpPr>
          <p:cNvPr id="31746" name="Notes Placeholder 2">
            <a:extLst>
              <a:ext uri="{FF2B5EF4-FFF2-40B4-BE49-F238E27FC236}">
                <a16:creationId xmlns:a16="http://schemas.microsoft.com/office/drawing/2014/main" id="{2808C18D-CFC6-93E5-A579-22B817EE6923}"/>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GB" altLang="en-US" b="0" dirty="0">
              <a:latin typeface="Arial" panose="020B0604020202020204" pitchFamily="34" charset="0"/>
            </a:endParaRPr>
          </a:p>
          <a:p>
            <a:endParaRPr lang="en-GB" altLang="en-US" dirty="0">
              <a:latin typeface="Arial" panose="020B0604020202020204" pitchFamily="34" charset="0"/>
            </a:endParaRPr>
          </a:p>
          <a:p>
            <a:endParaRPr lang="en-GB" altLang="en-US" dirty="0">
              <a:latin typeface="Arial" panose="020B0604020202020204" pitchFamily="34" charset="0"/>
            </a:endParaRPr>
          </a:p>
        </p:txBody>
      </p:sp>
      <p:sp>
        <p:nvSpPr>
          <p:cNvPr id="31747" name="Slide Number Placeholder 3">
            <a:extLst>
              <a:ext uri="{FF2B5EF4-FFF2-40B4-BE49-F238E27FC236}">
                <a16:creationId xmlns:a16="http://schemas.microsoft.com/office/drawing/2014/main" id="{D87B04DE-239C-3B08-3E65-22AF4B195E46}"/>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C03E5EE9-67E6-4917-B003-BB6C447A0174}" type="slidenum">
              <a:rPr lang="en-GB" altLang="en-US" smtClean="0"/>
              <a:pPr/>
              <a:t>2</a:t>
            </a:fld>
            <a:endParaRPr lang="en-GB" alt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3" name="Slide Image Placeholder 1">
            <a:extLst>
              <a:ext uri="{FF2B5EF4-FFF2-40B4-BE49-F238E27FC236}">
                <a16:creationId xmlns:a16="http://schemas.microsoft.com/office/drawing/2014/main" id="{067531E3-7725-4BFC-6978-A4907F202606}"/>
              </a:ext>
            </a:extLst>
          </p:cNvPr>
          <p:cNvSpPr>
            <a:spLocks noGrp="1" noRot="1" noChangeAspect="1" noChangeArrowheads="1" noTextEdit="1"/>
          </p:cNvSpPr>
          <p:nvPr>
            <p:ph type="sldImg"/>
          </p:nvPr>
        </p:nvSpPr>
        <p:spPr>
          <a:ln/>
        </p:spPr>
      </p:sp>
      <p:sp>
        <p:nvSpPr>
          <p:cNvPr id="33794" name="Notes Placeholder 2">
            <a:extLst>
              <a:ext uri="{FF2B5EF4-FFF2-40B4-BE49-F238E27FC236}">
                <a16:creationId xmlns:a16="http://schemas.microsoft.com/office/drawing/2014/main" id="{77188842-F5EB-8E4E-C61A-E4F41BF1A3C9}"/>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GB" altLang="en-US" dirty="0">
              <a:latin typeface="Arial" panose="020B0604020202020204" pitchFamily="34" charset="0"/>
            </a:endParaRPr>
          </a:p>
        </p:txBody>
      </p:sp>
      <p:sp>
        <p:nvSpPr>
          <p:cNvPr id="33795" name="Slide Number Placeholder 3">
            <a:extLst>
              <a:ext uri="{FF2B5EF4-FFF2-40B4-BE49-F238E27FC236}">
                <a16:creationId xmlns:a16="http://schemas.microsoft.com/office/drawing/2014/main" id="{415CA19B-7BA9-BBB0-E62C-1C0DA5306B0E}"/>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196034ED-D7F7-483D-8544-ED89FE784A02}" type="slidenum">
              <a:rPr lang="en-GB" altLang="en-US" smtClean="0"/>
              <a:pPr/>
              <a:t>3</a:t>
            </a:fld>
            <a:endParaRPr lang="en-GB" alt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1" name="Slide Image Placeholder 1">
            <a:extLst>
              <a:ext uri="{FF2B5EF4-FFF2-40B4-BE49-F238E27FC236}">
                <a16:creationId xmlns:a16="http://schemas.microsoft.com/office/drawing/2014/main" id="{C74705ED-E94C-F4D7-0426-B4D3641F96C5}"/>
              </a:ext>
            </a:extLst>
          </p:cNvPr>
          <p:cNvSpPr>
            <a:spLocks noGrp="1" noRot="1" noChangeAspect="1" noChangeArrowheads="1" noTextEdit="1"/>
          </p:cNvSpPr>
          <p:nvPr>
            <p:ph type="sldImg"/>
          </p:nvPr>
        </p:nvSpPr>
        <p:spPr>
          <a:ln/>
        </p:spPr>
      </p:sp>
      <p:sp>
        <p:nvSpPr>
          <p:cNvPr id="35842" name="Notes Placeholder 2">
            <a:extLst>
              <a:ext uri="{FF2B5EF4-FFF2-40B4-BE49-F238E27FC236}">
                <a16:creationId xmlns:a16="http://schemas.microsoft.com/office/drawing/2014/main" id="{FCDE3850-5BAC-D4C6-84DE-724EE248BED0}"/>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GB" altLang="en-US" dirty="0">
              <a:latin typeface="Arial" panose="020B0604020202020204" pitchFamily="34" charset="0"/>
            </a:endParaRPr>
          </a:p>
        </p:txBody>
      </p:sp>
      <p:sp>
        <p:nvSpPr>
          <p:cNvPr id="35843" name="Slide Number Placeholder 3">
            <a:extLst>
              <a:ext uri="{FF2B5EF4-FFF2-40B4-BE49-F238E27FC236}">
                <a16:creationId xmlns:a16="http://schemas.microsoft.com/office/drawing/2014/main" id="{FB437769-B089-6B09-0037-A9B652275F2B}"/>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386B70D7-3B14-48B4-B744-A52FB5A4C04C}" type="slidenum">
              <a:rPr lang="en-GB" altLang="en-US" smtClean="0"/>
              <a:pPr/>
              <a:t>4</a:t>
            </a:fld>
            <a:endParaRPr lang="en-GB" alt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1" name="Slide Image Placeholder 1">
            <a:extLst>
              <a:ext uri="{FF2B5EF4-FFF2-40B4-BE49-F238E27FC236}">
                <a16:creationId xmlns:a16="http://schemas.microsoft.com/office/drawing/2014/main" id="{C74705ED-E94C-F4D7-0426-B4D3641F96C5}"/>
              </a:ext>
            </a:extLst>
          </p:cNvPr>
          <p:cNvSpPr>
            <a:spLocks noGrp="1" noRot="1" noChangeAspect="1" noChangeArrowheads="1" noTextEdit="1"/>
          </p:cNvSpPr>
          <p:nvPr>
            <p:ph type="sldImg"/>
          </p:nvPr>
        </p:nvSpPr>
        <p:spPr>
          <a:ln/>
        </p:spPr>
      </p:sp>
      <p:sp>
        <p:nvSpPr>
          <p:cNvPr id="35842" name="Notes Placeholder 2">
            <a:extLst>
              <a:ext uri="{FF2B5EF4-FFF2-40B4-BE49-F238E27FC236}">
                <a16:creationId xmlns:a16="http://schemas.microsoft.com/office/drawing/2014/main" id="{FCDE3850-5BAC-D4C6-84DE-724EE248BED0}"/>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GB" dirty="0">
              <a:effectLst/>
              <a:latin typeface="Helvetica" pitchFamily="2" charset="0"/>
            </a:endParaRPr>
          </a:p>
          <a:p>
            <a:endParaRPr lang="en-GB" altLang="en-US" dirty="0">
              <a:latin typeface="Arial" panose="020B0604020202020204" pitchFamily="34" charset="0"/>
            </a:endParaRPr>
          </a:p>
        </p:txBody>
      </p:sp>
      <p:sp>
        <p:nvSpPr>
          <p:cNvPr id="35843" name="Slide Number Placeholder 3">
            <a:extLst>
              <a:ext uri="{FF2B5EF4-FFF2-40B4-BE49-F238E27FC236}">
                <a16:creationId xmlns:a16="http://schemas.microsoft.com/office/drawing/2014/main" id="{FB437769-B089-6B09-0037-A9B652275F2B}"/>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386B70D7-3B14-48B4-B744-A52FB5A4C04C}" type="slidenum">
              <a:rPr lang="en-GB" altLang="en-US" smtClean="0"/>
              <a:pPr/>
              <a:t>5</a:t>
            </a:fld>
            <a:endParaRPr lang="en-GB" altLang="en-US"/>
          </a:p>
        </p:txBody>
      </p:sp>
    </p:spTree>
    <p:extLst>
      <p:ext uri="{BB962C8B-B14F-4D97-AF65-F5344CB8AC3E}">
        <p14:creationId xmlns:p14="http://schemas.microsoft.com/office/powerpoint/2010/main" val="2542865606"/>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1" name="Slide Image Placeholder 1">
            <a:extLst>
              <a:ext uri="{FF2B5EF4-FFF2-40B4-BE49-F238E27FC236}">
                <a16:creationId xmlns:a16="http://schemas.microsoft.com/office/drawing/2014/main" id="{C74705ED-E94C-F4D7-0426-B4D3641F96C5}"/>
              </a:ext>
            </a:extLst>
          </p:cNvPr>
          <p:cNvSpPr>
            <a:spLocks noGrp="1" noRot="1" noChangeAspect="1" noChangeArrowheads="1" noTextEdit="1"/>
          </p:cNvSpPr>
          <p:nvPr>
            <p:ph type="sldImg"/>
          </p:nvPr>
        </p:nvSpPr>
        <p:spPr>
          <a:ln/>
        </p:spPr>
      </p:sp>
      <p:sp>
        <p:nvSpPr>
          <p:cNvPr id="35842" name="Notes Placeholder 2">
            <a:extLst>
              <a:ext uri="{FF2B5EF4-FFF2-40B4-BE49-F238E27FC236}">
                <a16:creationId xmlns:a16="http://schemas.microsoft.com/office/drawing/2014/main" id="{FCDE3850-5BAC-D4C6-84DE-724EE248BED0}"/>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GB" dirty="0">
              <a:effectLst/>
              <a:latin typeface="Helvetica" pitchFamily="2" charset="0"/>
            </a:endParaRPr>
          </a:p>
          <a:p>
            <a:endParaRPr lang="en-GB" altLang="en-US" dirty="0">
              <a:latin typeface="Arial" panose="020B0604020202020204" pitchFamily="34" charset="0"/>
            </a:endParaRPr>
          </a:p>
        </p:txBody>
      </p:sp>
      <p:sp>
        <p:nvSpPr>
          <p:cNvPr id="35843" name="Slide Number Placeholder 3">
            <a:extLst>
              <a:ext uri="{FF2B5EF4-FFF2-40B4-BE49-F238E27FC236}">
                <a16:creationId xmlns:a16="http://schemas.microsoft.com/office/drawing/2014/main" id="{FB437769-B089-6B09-0037-A9B652275F2B}"/>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386B70D7-3B14-48B4-B744-A52FB5A4C04C}" type="slidenum">
              <a:rPr lang="en-GB" altLang="en-US" smtClean="0"/>
              <a:pPr/>
              <a:t>6</a:t>
            </a:fld>
            <a:endParaRPr lang="en-GB" altLang="en-US"/>
          </a:p>
        </p:txBody>
      </p:sp>
    </p:spTree>
    <p:extLst>
      <p:ext uri="{BB962C8B-B14F-4D97-AF65-F5344CB8AC3E}">
        <p14:creationId xmlns:p14="http://schemas.microsoft.com/office/powerpoint/2010/main" val="3749899453"/>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1" name="Slide Image Placeholder 1">
            <a:extLst>
              <a:ext uri="{FF2B5EF4-FFF2-40B4-BE49-F238E27FC236}">
                <a16:creationId xmlns:a16="http://schemas.microsoft.com/office/drawing/2014/main" id="{C74705ED-E94C-F4D7-0426-B4D3641F96C5}"/>
              </a:ext>
            </a:extLst>
          </p:cNvPr>
          <p:cNvSpPr>
            <a:spLocks noGrp="1" noRot="1" noChangeAspect="1" noChangeArrowheads="1" noTextEdit="1"/>
          </p:cNvSpPr>
          <p:nvPr>
            <p:ph type="sldImg"/>
          </p:nvPr>
        </p:nvSpPr>
        <p:spPr>
          <a:ln/>
        </p:spPr>
      </p:sp>
      <p:sp>
        <p:nvSpPr>
          <p:cNvPr id="35842" name="Notes Placeholder 2">
            <a:extLst>
              <a:ext uri="{FF2B5EF4-FFF2-40B4-BE49-F238E27FC236}">
                <a16:creationId xmlns:a16="http://schemas.microsoft.com/office/drawing/2014/main" id="{FCDE3850-5BAC-D4C6-84DE-724EE248BED0}"/>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GB" altLang="en-US" dirty="0">
              <a:latin typeface="Arial" panose="020B0604020202020204" pitchFamily="34" charset="0"/>
            </a:endParaRPr>
          </a:p>
        </p:txBody>
      </p:sp>
      <p:sp>
        <p:nvSpPr>
          <p:cNvPr id="35843" name="Slide Number Placeholder 3">
            <a:extLst>
              <a:ext uri="{FF2B5EF4-FFF2-40B4-BE49-F238E27FC236}">
                <a16:creationId xmlns:a16="http://schemas.microsoft.com/office/drawing/2014/main" id="{FB437769-B089-6B09-0037-A9B652275F2B}"/>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386B70D7-3B14-48B4-B744-A52FB5A4C04C}" type="slidenum">
              <a:rPr lang="en-GB" altLang="en-US" smtClean="0"/>
              <a:pPr/>
              <a:t>7</a:t>
            </a:fld>
            <a:endParaRPr lang="en-GB" altLang="en-US"/>
          </a:p>
        </p:txBody>
      </p:sp>
    </p:spTree>
    <p:extLst>
      <p:ext uri="{BB962C8B-B14F-4D97-AF65-F5344CB8AC3E}">
        <p14:creationId xmlns:p14="http://schemas.microsoft.com/office/powerpoint/2010/main" val="3978589224"/>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1" name="Slide Image Placeholder 1">
            <a:extLst>
              <a:ext uri="{FF2B5EF4-FFF2-40B4-BE49-F238E27FC236}">
                <a16:creationId xmlns:a16="http://schemas.microsoft.com/office/drawing/2014/main" id="{C74705ED-E94C-F4D7-0426-B4D3641F96C5}"/>
              </a:ext>
            </a:extLst>
          </p:cNvPr>
          <p:cNvSpPr>
            <a:spLocks noGrp="1" noRot="1" noChangeAspect="1" noChangeArrowheads="1" noTextEdit="1"/>
          </p:cNvSpPr>
          <p:nvPr>
            <p:ph type="sldImg"/>
          </p:nvPr>
        </p:nvSpPr>
        <p:spPr>
          <a:ln/>
        </p:spPr>
      </p:sp>
      <p:sp>
        <p:nvSpPr>
          <p:cNvPr id="35842" name="Notes Placeholder 2">
            <a:extLst>
              <a:ext uri="{FF2B5EF4-FFF2-40B4-BE49-F238E27FC236}">
                <a16:creationId xmlns:a16="http://schemas.microsoft.com/office/drawing/2014/main" id="{FCDE3850-5BAC-D4C6-84DE-724EE248BED0}"/>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GB" altLang="en-US" dirty="0">
              <a:latin typeface="Arial" panose="020B0604020202020204" pitchFamily="34" charset="0"/>
            </a:endParaRPr>
          </a:p>
        </p:txBody>
      </p:sp>
      <p:sp>
        <p:nvSpPr>
          <p:cNvPr id="35843" name="Slide Number Placeholder 3">
            <a:extLst>
              <a:ext uri="{FF2B5EF4-FFF2-40B4-BE49-F238E27FC236}">
                <a16:creationId xmlns:a16="http://schemas.microsoft.com/office/drawing/2014/main" id="{FB437769-B089-6B09-0037-A9B652275F2B}"/>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386B70D7-3B14-48B4-B744-A52FB5A4C04C}" type="slidenum">
              <a:rPr lang="en-GB" altLang="en-US" smtClean="0"/>
              <a:pPr/>
              <a:t>8</a:t>
            </a:fld>
            <a:endParaRPr lang="en-GB" altLang="en-US"/>
          </a:p>
        </p:txBody>
      </p:sp>
    </p:spTree>
    <p:extLst>
      <p:ext uri="{BB962C8B-B14F-4D97-AF65-F5344CB8AC3E}">
        <p14:creationId xmlns:p14="http://schemas.microsoft.com/office/powerpoint/2010/main" val="393011589"/>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1" name="Slide Image Placeholder 1">
            <a:extLst>
              <a:ext uri="{FF2B5EF4-FFF2-40B4-BE49-F238E27FC236}">
                <a16:creationId xmlns:a16="http://schemas.microsoft.com/office/drawing/2014/main" id="{C74705ED-E94C-F4D7-0426-B4D3641F96C5}"/>
              </a:ext>
            </a:extLst>
          </p:cNvPr>
          <p:cNvSpPr>
            <a:spLocks noGrp="1" noRot="1" noChangeAspect="1" noChangeArrowheads="1" noTextEdit="1"/>
          </p:cNvSpPr>
          <p:nvPr>
            <p:ph type="sldImg"/>
          </p:nvPr>
        </p:nvSpPr>
        <p:spPr>
          <a:ln/>
        </p:spPr>
      </p:sp>
      <p:sp>
        <p:nvSpPr>
          <p:cNvPr id="35842" name="Notes Placeholder 2">
            <a:extLst>
              <a:ext uri="{FF2B5EF4-FFF2-40B4-BE49-F238E27FC236}">
                <a16:creationId xmlns:a16="http://schemas.microsoft.com/office/drawing/2014/main" id="{FCDE3850-5BAC-D4C6-84DE-724EE248BED0}"/>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indent="0">
              <a:buFont typeface="Wingdings" panose="05000000000000000000" pitchFamily="2" charset="2"/>
              <a:buNone/>
            </a:pPr>
            <a:endParaRPr lang="en-GB" altLang="en-US" dirty="0"/>
          </a:p>
        </p:txBody>
      </p:sp>
      <p:sp>
        <p:nvSpPr>
          <p:cNvPr id="35843" name="Slide Number Placeholder 3">
            <a:extLst>
              <a:ext uri="{FF2B5EF4-FFF2-40B4-BE49-F238E27FC236}">
                <a16:creationId xmlns:a16="http://schemas.microsoft.com/office/drawing/2014/main" id="{FB437769-B089-6B09-0037-A9B652275F2B}"/>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386B70D7-3B14-48B4-B744-A52FB5A4C04C}" type="slidenum">
              <a:rPr lang="en-GB" altLang="en-US" smtClean="0"/>
              <a:pPr/>
              <a:t>9</a:t>
            </a:fld>
            <a:endParaRPr lang="en-GB" altLang="en-US"/>
          </a:p>
        </p:txBody>
      </p:sp>
    </p:spTree>
    <p:extLst>
      <p:ext uri="{BB962C8B-B14F-4D97-AF65-F5344CB8AC3E}">
        <p14:creationId xmlns:p14="http://schemas.microsoft.com/office/powerpoint/2010/main" val="3136049966"/>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1" name="Slide Image Placeholder 1">
            <a:extLst>
              <a:ext uri="{FF2B5EF4-FFF2-40B4-BE49-F238E27FC236}">
                <a16:creationId xmlns:a16="http://schemas.microsoft.com/office/drawing/2014/main" id="{C74705ED-E94C-F4D7-0426-B4D3641F96C5}"/>
              </a:ext>
            </a:extLst>
          </p:cNvPr>
          <p:cNvSpPr>
            <a:spLocks noGrp="1" noRot="1" noChangeAspect="1" noChangeArrowheads="1" noTextEdit="1"/>
          </p:cNvSpPr>
          <p:nvPr>
            <p:ph type="sldImg"/>
          </p:nvPr>
        </p:nvSpPr>
        <p:spPr>
          <a:ln/>
        </p:spPr>
      </p:sp>
      <p:sp>
        <p:nvSpPr>
          <p:cNvPr id="35842" name="Notes Placeholder 2">
            <a:extLst>
              <a:ext uri="{FF2B5EF4-FFF2-40B4-BE49-F238E27FC236}">
                <a16:creationId xmlns:a16="http://schemas.microsoft.com/office/drawing/2014/main" id="{FCDE3850-5BAC-D4C6-84DE-724EE248BED0}"/>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GB" altLang="en-US" dirty="0">
              <a:latin typeface="Arial" panose="020B0604020202020204" pitchFamily="34" charset="0"/>
            </a:endParaRPr>
          </a:p>
        </p:txBody>
      </p:sp>
      <p:sp>
        <p:nvSpPr>
          <p:cNvPr id="35843" name="Slide Number Placeholder 3">
            <a:extLst>
              <a:ext uri="{FF2B5EF4-FFF2-40B4-BE49-F238E27FC236}">
                <a16:creationId xmlns:a16="http://schemas.microsoft.com/office/drawing/2014/main" id="{FB437769-B089-6B09-0037-A9B652275F2B}"/>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386B70D7-3B14-48B4-B744-A52FB5A4C04C}" type="slidenum">
              <a:rPr lang="en-GB" altLang="en-US" smtClean="0"/>
              <a:pPr/>
              <a:t>10</a:t>
            </a:fld>
            <a:endParaRPr lang="en-GB" altLang="en-US"/>
          </a:p>
        </p:txBody>
      </p:sp>
    </p:spTree>
    <p:extLst>
      <p:ext uri="{BB962C8B-B14F-4D97-AF65-F5344CB8AC3E}">
        <p14:creationId xmlns:p14="http://schemas.microsoft.com/office/powerpoint/2010/main" val="1079650648"/>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1" name="Slide Image Placeholder 1">
            <a:extLst>
              <a:ext uri="{FF2B5EF4-FFF2-40B4-BE49-F238E27FC236}">
                <a16:creationId xmlns:a16="http://schemas.microsoft.com/office/drawing/2014/main" id="{C74705ED-E94C-F4D7-0426-B4D3641F96C5}"/>
              </a:ext>
            </a:extLst>
          </p:cNvPr>
          <p:cNvSpPr>
            <a:spLocks noGrp="1" noRot="1" noChangeAspect="1" noChangeArrowheads="1" noTextEdit="1"/>
          </p:cNvSpPr>
          <p:nvPr>
            <p:ph type="sldImg"/>
          </p:nvPr>
        </p:nvSpPr>
        <p:spPr>
          <a:ln/>
        </p:spPr>
      </p:sp>
      <p:sp>
        <p:nvSpPr>
          <p:cNvPr id="35842" name="Notes Placeholder 2">
            <a:extLst>
              <a:ext uri="{FF2B5EF4-FFF2-40B4-BE49-F238E27FC236}">
                <a16:creationId xmlns:a16="http://schemas.microsoft.com/office/drawing/2014/main" id="{FCDE3850-5BAC-D4C6-84DE-724EE248BED0}"/>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GB" altLang="en-US" dirty="0">
              <a:latin typeface="Arial" panose="020B0604020202020204" pitchFamily="34" charset="0"/>
            </a:endParaRPr>
          </a:p>
        </p:txBody>
      </p:sp>
      <p:sp>
        <p:nvSpPr>
          <p:cNvPr id="35843" name="Slide Number Placeholder 3">
            <a:extLst>
              <a:ext uri="{FF2B5EF4-FFF2-40B4-BE49-F238E27FC236}">
                <a16:creationId xmlns:a16="http://schemas.microsoft.com/office/drawing/2014/main" id="{FB437769-B089-6B09-0037-A9B652275F2B}"/>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386B70D7-3B14-48B4-B744-A52FB5A4C04C}" type="slidenum">
              <a:rPr lang="en-GB" altLang="en-US" smtClean="0"/>
              <a:pPr/>
              <a:t>11</a:t>
            </a:fld>
            <a:endParaRPr lang="en-GB" altLang="en-US"/>
          </a:p>
        </p:txBody>
      </p:sp>
    </p:spTree>
    <p:extLst>
      <p:ext uri="{BB962C8B-B14F-4D97-AF65-F5344CB8AC3E}">
        <p14:creationId xmlns:p14="http://schemas.microsoft.com/office/powerpoint/2010/main" val="566249387"/>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1" name="Slide Image Placeholder 1">
            <a:extLst>
              <a:ext uri="{FF2B5EF4-FFF2-40B4-BE49-F238E27FC236}">
                <a16:creationId xmlns:a16="http://schemas.microsoft.com/office/drawing/2014/main" id="{C74705ED-E94C-F4D7-0426-B4D3641F96C5}"/>
              </a:ext>
            </a:extLst>
          </p:cNvPr>
          <p:cNvSpPr>
            <a:spLocks noGrp="1" noRot="1" noChangeAspect="1" noChangeArrowheads="1" noTextEdit="1"/>
          </p:cNvSpPr>
          <p:nvPr>
            <p:ph type="sldImg"/>
          </p:nvPr>
        </p:nvSpPr>
        <p:spPr>
          <a:ln/>
        </p:spPr>
      </p:sp>
      <p:sp>
        <p:nvSpPr>
          <p:cNvPr id="35842" name="Notes Placeholder 2">
            <a:extLst>
              <a:ext uri="{FF2B5EF4-FFF2-40B4-BE49-F238E27FC236}">
                <a16:creationId xmlns:a16="http://schemas.microsoft.com/office/drawing/2014/main" id="{FCDE3850-5BAC-D4C6-84DE-724EE248BED0}"/>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GB" altLang="en-US" dirty="0">
              <a:latin typeface="Arial" panose="020B0604020202020204" pitchFamily="34" charset="0"/>
            </a:endParaRPr>
          </a:p>
        </p:txBody>
      </p:sp>
      <p:sp>
        <p:nvSpPr>
          <p:cNvPr id="35843" name="Slide Number Placeholder 3">
            <a:extLst>
              <a:ext uri="{FF2B5EF4-FFF2-40B4-BE49-F238E27FC236}">
                <a16:creationId xmlns:a16="http://schemas.microsoft.com/office/drawing/2014/main" id="{FB437769-B089-6B09-0037-A9B652275F2B}"/>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386B70D7-3B14-48B4-B744-A52FB5A4C04C}" type="slidenum">
              <a:rPr lang="en-GB" altLang="en-US" smtClean="0"/>
              <a:pPr/>
              <a:t>12</a:t>
            </a:fld>
            <a:endParaRPr lang="en-GB" altLang="en-US"/>
          </a:p>
        </p:txBody>
      </p:sp>
    </p:spTree>
    <p:extLst>
      <p:ext uri="{BB962C8B-B14F-4D97-AF65-F5344CB8AC3E}">
        <p14:creationId xmlns:p14="http://schemas.microsoft.com/office/powerpoint/2010/main" val="2777680859"/>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1" name="Slide Image Placeholder 1">
            <a:extLst>
              <a:ext uri="{FF2B5EF4-FFF2-40B4-BE49-F238E27FC236}">
                <a16:creationId xmlns:a16="http://schemas.microsoft.com/office/drawing/2014/main" id="{C74705ED-E94C-F4D7-0426-B4D3641F96C5}"/>
              </a:ext>
            </a:extLst>
          </p:cNvPr>
          <p:cNvSpPr>
            <a:spLocks noGrp="1" noRot="1" noChangeAspect="1" noChangeArrowheads="1" noTextEdit="1"/>
          </p:cNvSpPr>
          <p:nvPr>
            <p:ph type="sldImg"/>
          </p:nvPr>
        </p:nvSpPr>
        <p:spPr>
          <a:ln/>
        </p:spPr>
      </p:sp>
      <p:sp>
        <p:nvSpPr>
          <p:cNvPr id="35842" name="Notes Placeholder 2">
            <a:extLst>
              <a:ext uri="{FF2B5EF4-FFF2-40B4-BE49-F238E27FC236}">
                <a16:creationId xmlns:a16="http://schemas.microsoft.com/office/drawing/2014/main" id="{FCDE3850-5BAC-D4C6-84DE-724EE248BED0}"/>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GB" altLang="en-US" dirty="0">
              <a:latin typeface="Arial" panose="020B0604020202020204" pitchFamily="34" charset="0"/>
            </a:endParaRPr>
          </a:p>
        </p:txBody>
      </p:sp>
      <p:sp>
        <p:nvSpPr>
          <p:cNvPr id="35843" name="Slide Number Placeholder 3">
            <a:extLst>
              <a:ext uri="{FF2B5EF4-FFF2-40B4-BE49-F238E27FC236}">
                <a16:creationId xmlns:a16="http://schemas.microsoft.com/office/drawing/2014/main" id="{FB437769-B089-6B09-0037-A9B652275F2B}"/>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386B70D7-3B14-48B4-B744-A52FB5A4C04C}" type="slidenum">
              <a:rPr lang="en-GB" altLang="en-US" smtClean="0"/>
              <a:pPr/>
              <a:t>13</a:t>
            </a:fld>
            <a:endParaRPr lang="en-GB" altLang="en-US"/>
          </a:p>
        </p:txBody>
      </p:sp>
    </p:spTree>
    <p:extLst>
      <p:ext uri="{BB962C8B-B14F-4D97-AF65-F5344CB8AC3E}">
        <p14:creationId xmlns:p14="http://schemas.microsoft.com/office/powerpoint/2010/main" val="2257959304"/>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1" name="Slide Image Placeholder 1">
            <a:extLst>
              <a:ext uri="{FF2B5EF4-FFF2-40B4-BE49-F238E27FC236}">
                <a16:creationId xmlns:a16="http://schemas.microsoft.com/office/drawing/2014/main" id="{C74705ED-E94C-F4D7-0426-B4D3641F96C5}"/>
              </a:ext>
            </a:extLst>
          </p:cNvPr>
          <p:cNvSpPr>
            <a:spLocks noGrp="1" noRot="1" noChangeAspect="1" noChangeArrowheads="1" noTextEdit="1"/>
          </p:cNvSpPr>
          <p:nvPr>
            <p:ph type="sldImg"/>
          </p:nvPr>
        </p:nvSpPr>
        <p:spPr>
          <a:ln/>
        </p:spPr>
      </p:sp>
      <p:sp>
        <p:nvSpPr>
          <p:cNvPr id="35842" name="Notes Placeholder 2">
            <a:extLst>
              <a:ext uri="{FF2B5EF4-FFF2-40B4-BE49-F238E27FC236}">
                <a16:creationId xmlns:a16="http://schemas.microsoft.com/office/drawing/2014/main" id="{FCDE3850-5BAC-D4C6-84DE-724EE248BED0}"/>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GB" altLang="en-US" dirty="0">
              <a:latin typeface="Arial" panose="020B0604020202020204" pitchFamily="34" charset="0"/>
            </a:endParaRPr>
          </a:p>
        </p:txBody>
      </p:sp>
      <p:sp>
        <p:nvSpPr>
          <p:cNvPr id="35843" name="Slide Number Placeholder 3">
            <a:extLst>
              <a:ext uri="{FF2B5EF4-FFF2-40B4-BE49-F238E27FC236}">
                <a16:creationId xmlns:a16="http://schemas.microsoft.com/office/drawing/2014/main" id="{FB437769-B089-6B09-0037-A9B652275F2B}"/>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386B70D7-3B14-48B4-B744-A52FB5A4C04C}" type="slidenum">
              <a:rPr lang="en-GB" altLang="en-US" smtClean="0"/>
              <a:pPr/>
              <a:t>14</a:t>
            </a:fld>
            <a:endParaRPr lang="en-GB" altLang="en-US"/>
          </a:p>
        </p:txBody>
      </p:sp>
    </p:spTree>
    <p:extLst>
      <p:ext uri="{BB962C8B-B14F-4D97-AF65-F5344CB8AC3E}">
        <p14:creationId xmlns:p14="http://schemas.microsoft.com/office/powerpoint/2010/main" val="3478774664"/>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1" name="Slide Image Placeholder 1">
            <a:extLst>
              <a:ext uri="{FF2B5EF4-FFF2-40B4-BE49-F238E27FC236}">
                <a16:creationId xmlns:a16="http://schemas.microsoft.com/office/drawing/2014/main" id="{C74705ED-E94C-F4D7-0426-B4D3641F96C5}"/>
              </a:ext>
            </a:extLst>
          </p:cNvPr>
          <p:cNvSpPr>
            <a:spLocks noGrp="1" noRot="1" noChangeAspect="1" noChangeArrowheads="1" noTextEdit="1"/>
          </p:cNvSpPr>
          <p:nvPr>
            <p:ph type="sldImg"/>
          </p:nvPr>
        </p:nvSpPr>
        <p:spPr>
          <a:ln/>
        </p:spPr>
      </p:sp>
      <p:sp>
        <p:nvSpPr>
          <p:cNvPr id="35842" name="Notes Placeholder 2">
            <a:extLst>
              <a:ext uri="{FF2B5EF4-FFF2-40B4-BE49-F238E27FC236}">
                <a16:creationId xmlns:a16="http://schemas.microsoft.com/office/drawing/2014/main" id="{FCDE3850-5BAC-D4C6-84DE-724EE248BED0}"/>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GB" altLang="en-US" dirty="0">
              <a:latin typeface="Arial" panose="020B0604020202020204" pitchFamily="34" charset="0"/>
            </a:endParaRPr>
          </a:p>
        </p:txBody>
      </p:sp>
      <p:sp>
        <p:nvSpPr>
          <p:cNvPr id="35843" name="Slide Number Placeholder 3">
            <a:extLst>
              <a:ext uri="{FF2B5EF4-FFF2-40B4-BE49-F238E27FC236}">
                <a16:creationId xmlns:a16="http://schemas.microsoft.com/office/drawing/2014/main" id="{FB437769-B089-6B09-0037-A9B652275F2B}"/>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386B70D7-3B14-48B4-B744-A52FB5A4C04C}" type="slidenum">
              <a:rPr lang="en-GB" altLang="en-US" smtClean="0"/>
              <a:pPr/>
              <a:t>15</a:t>
            </a:fld>
            <a:endParaRPr lang="en-GB" altLang="en-US"/>
          </a:p>
        </p:txBody>
      </p:sp>
    </p:spTree>
    <p:extLst>
      <p:ext uri="{BB962C8B-B14F-4D97-AF65-F5344CB8AC3E}">
        <p14:creationId xmlns:p14="http://schemas.microsoft.com/office/powerpoint/2010/main" val="4094774613"/>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1" name="Slide Image Placeholder 1">
            <a:extLst>
              <a:ext uri="{FF2B5EF4-FFF2-40B4-BE49-F238E27FC236}">
                <a16:creationId xmlns:a16="http://schemas.microsoft.com/office/drawing/2014/main" id="{C74705ED-E94C-F4D7-0426-B4D3641F96C5}"/>
              </a:ext>
            </a:extLst>
          </p:cNvPr>
          <p:cNvSpPr>
            <a:spLocks noGrp="1" noRot="1" noChangeAspect="1" noChangeArrowheads="1" noTextEdit="1"/>
          </p:cNvSpPr>
          <p:nvPr>
            <p:ph type="sldImg"/>
          </p:nvPr>
        </p:nvSpPr>
        <p:spPr>
          <a:ln/>
        </p:spPr>
      </p:sp>
      <p:sp>
        <p:nvSpPr>
          <p:cNvPr id="35842" name="Notes Placeholder 2">
            <a:extLst>
              <a:ext uri="{FF2B5EF4-FFF2-40B4-BE49-F238E27FC236}">
                <a16:creationId xmlns:a16="http://schemas.microsoft.com/office/drawing/2014/main" id="{FCDE3850-5BAC-D4C6-84DE-724EE248BED0}"/>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GB" altLang="en-US" dirty="0">
              <a:latin typeface="Arial" panose="020B0604020202020204" pitchFamily="34" charset="0"/>
            </a:endParaRPr>
          </a:p>
        </p:txBody>
      </p:sp>
      <p:sp>
        <p:nvSpPr>
          <p:cNvPr id="35843" name="Slide Number Placeholder 3">
            <a:extLst>
              <a:ext uri="{FF2B5EF4-FFF2-40B4-BE49-F238E27FC236}">
                <a16:creationId xmlns:a16="http://schemas.microsoft.com/office/drawing/2014/main" id="{FB437769-B089-6B09-0037-A9B652275F2B}"/>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386B70D7-3B14-48B4-B744-A52FB5A4C04C}" type="slidenum">
              <a:rPr lang="en-GB" altLang="en-US" smtClean="0"/>
              <a:pPr/>
              <a:t>16</a:t>
            </a:fld>
            <a:endParaRPr lang="en-GB" altLang="en-US"/>
          </a:p>
        </p:txBody>
      </p:sp>
    </p:spTree>
    <p:extLst>
      <p:ext uri="{BB962C8B-B14F-4D97-AF65-F5344CB8AC3E}">
        <p14:creationId xmlns:p14="http://schemas.microsoft.com/office/powerpoint/2010/main" val="889443285"/>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1" name="Slide Image Placeholder 1">
            <a:extLst>
              <a:ext uri="{FF2B5EF4-FFF2-40B4-BE49-F238E27FC236}">
                <a16:creationId xmlns:a16="http://schemas.microsoft.com/office/drawing/2014/main" id="{C74705ED-E94C-F4D7-0426-B4D3641F96C5}"/>
              </a:ext>
            </a:extLst>
          </p:cNvPr>
          <p:cNvSpPr>
            <a:spLocks noGrp="1" noRot="1" noChangeAspect="1" noChangeArrowheads="1" noTextEdit="1"/>
          </p:cNvSpPr>
          <p:nvPr>
            <p:ph type="sldImg"/>
          </p:nvPr>
        </p:nvSpPr>
        <p:spPr>
          <a:ln/>
        </p:spPr>
      </p:sp>
      <p:sp>
        <p:nvSpPr>
          <p:cNvPr id="35842" name="Notes Placeholder 2">
            <a:extLst>
              <a:ext uri="{FF2B5EF4-FFF2-40B4-BE49-F238E27FC236}">
                <a16:creationId xmlns:a16="http://schemas.microsoft.com/office/drawing/2014/main" id="{FCDE3850-5BAC-D4C6-84DE-724EE248BED0}"/>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GB" altLang="en-US" dirty="0">
              <a:latin typeface="Arial" panose="020B0604020202020204" pitchFamily="34" charset="0"/>
            </a:endParaRPr>
          </a:p>
        </p:txBody>
      </p:sp>
      <p:sp>
        <p:nvSpPr>
          <p:cNvPr id="35843" name="Slide Number Placeholder 3">
            <a:extLst>
              <a:ext uri="{FF2B5EF4-FFF2-40B4-BE49-F238E27FC236}">
                <a16:creationId xmlns:a16="http://schemas.microsoft.com/office/drawing/2014/main" id="{FB437769-B089-6B09-0037-A9B652275F2B}"/>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386B70D7-3B14-48B4-B744-A52FB5A4C04C}" type="slidenum">
              <a:rPr lang="en-GB" altLang="en-US" smtClean="0"/>
              <a:pPr/>
              <a:t>17</a:t>
            </a:fld>
            <a:endParaRPr lang="en-GB" altLang="en-US"/>
          </a:p>
        </p:txBody>
      </p:sp>
    </p:spTree>
    <p:extLst>
      <p:ext uri="{BB962C8B-B14F-4D97-AF65-F5344CB8AC3E}">
        <p14:creationId xmlns:p14="http://schemas.microsoft.com/office/powerpoint/2010/main" val="4222401357"/>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1" name="Slide Image Placeholder 1">
            <a:extLst>
              <a:ext uri="{FF2B5EF4-FFF2-40B4-BE49-F238E27FC236}">
                <a16:creationId xmlns:a16="http://schemas.microsoft.com/office/drawing/2014/main" id="{C74705ED-E94C-F4D7-0426-B4D3641F96C5}"/>
              </a:ext>
            </a:extLst>
          </p:cNvPr>
          <p:cNvSpPr>
            <a:spLocks noGrp="1" noRot="1" noChangeAspect="1" noChangeArrowheads="1" noTextEdit="1"/>
          </p:cNvSpPr>
          <p:nvPr>
            <p:ph type="sldImg"/>
          </p:nvPr>
        </p:nvSpPr>
        <p:spPr>
          <a:ln/>
        </p:spPr>
      </p:sp>
      <p:sp>
        <p:nvSpPr>
          <p:cNvPr id="35842" name="Notes Placeholder 2">
            <a:extLst>
              <a:ext uri="{FF2B5EF4-FFF2-40B4-BE49-F238E27FC236}">
                <a16:creationId xmlns:a16="http://schemas.microsoft.com/office/drawing/2014/main" id="{FCDE3850-5BAC-D4C6-84DE-724EE248BED0}"/>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GB" altLang="en-US" dirty="0">
              <a:latin typeface="Arial" panose="020B0604020202020204" pitchFamily="34" charset="0"/>
            </a:endParaRPr>
          </a:p>
        </p:txBody>
      </p:sp>
      <p:sp>
        <p:nvSpPr>
          <p:cNvPr id="35843" name="Slide Number Placeholder 3">
            <a:extLst>
              <a:ext uri="{FF2B5EF4-FFF2-40B4-BE49-F238E27FC236}">
                <a16:creationId xmlns:a16="http://schemas.microsoft.com/office/drawing/2014/main" id="{FB437769-B089-6B09-0037-A9B652275F2B}"/>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386B70D7-3B14-48B4-B744-A52FB5A4C04C}" type="slidenum">
              <a:rPr lang="en-GB" altLang="en-US" smtClean="0"/>
              <a:pPr/>
              <a:t>18</a:t>
            </a:fld>
            <a:endParaRPr lang="en-GB" altLang="en-US"/>
          </a:p>
        </p:txBody>
      </p:sp>
    </p:spTree>
    <p:extLst>
      <p:ext uri="{BB962C8B-B14F-4D97-AF65-F5344CB8AC3E}">
        <p14:creationId xmlns:p14="http://schemas.microsoft.com/office/powerpoint/2010/main" val="4068035550"/>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1" name="Slide Image Placeholder 1">
            <a:extLst>
              <a:ext uri="{FF2B5EF4-FFF2-40B4-BE49-F238E27FC236}">
                <a16:creationId xmlns:a16="http://schemas.microsoft.com/office/drawing/2014/main" id="{C74705ED-E94C-F4D7-0426-B4D3641F96C5}"/>
              </a:ext>
            </a:extLst>
          </p:cNvPr>
          <p:cNvSpPr>
            <a:spLocks noGrp="1" noRot="1" noChangeAspect="1" noChangeArrowheads="1" noTextEdit="1"/>
          </p:cNvSpPr>
          <p:nvPr>
            <p:ph type="sldImg"/>
          </p:nvPr>
        </p:nvSpPr>
        <p:spPr>
          <a:ln/>
        </p:spPr>
      </p:sp>
      <p:sp>
        <p:nvSpPr>
          <p:cNvPr id="35842" name="Notes Placeholder 2">
            <a:extLst>
              <a:ext uri="{FF2B5EF4-FFF2-40B4-BE49-F238E27FC236}">
                <a16:creationId xmlns:a16="http://schemas.microsoft.com/office/drawing/2014/main" id="{FCDE3850-5BAC-D4C6-84DE-724EE248BED0}"/>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GB" altLang="en-US" dirty="0">
              <a:latin typeface="Arial" panose="020B0604020202020204" pitchFamily="34" charset="0"/>
            </a:endParaRPr>
          </a:p>
        </p:txBody>
      </p:sp>
      <p:sp>
        <p:nvSpPr>
          <p:cNvPr id="35843" name="Slide Number Placeholder 3">
            <a:extLst>
              <a:ext uri="{FF2B5EF4-FFF2-40B4-BE49-F238E27FC236}">
                <a16:creationId xmlns:a16="http://schemas.microsoft.com/office/drawing/2014/main" id="{FB437769-B089-6B09-0037-A9B652275F2B}"/>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386B70D7-3B14-48B4-B744-A52FB5A4C04C}" type="slidenum">
              <a:rPr lang="en-GB" altLang="en-US" smtClean="0"/>
              <a:pPr/>
              <a:t>19</a:t>
            </a:fld>
            <a:endParaRPr lang="en-GB" altLang="en-US"/>
          </a:p>
        </p:txBody>
      </p:sp>
    </p:spTree>
    <p:extLst>
      <p:ext uri="{BB962C8B-B14F-4D97-AF65-F5344CB8AC3E}">
        <p14:creationId xmlns:p14="http://schemas.microsoft.com/office/powerpoint/2010/main" val="2790008489"/>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1" name="Slide Image Placeholder 1">
            <a:extLst>
              <a:ext uri="{FF2B5EF4-FFF2-40B4-BE49-F238E27FC236}">
                <a16:creationId xmlns:a16="http://schemas.microsoft.com/office/drawing/2014/main" id="{C74705ED-E94C-F4D7-0426-B4D3641F96C5}"/>
              </a:ext>
            </a:extLst>
          </p:cNvPr>
          <p:cNvSpPr>
            <a:spLocks noGrp="1" noRot="1" noChangeAspect="1" noChangeArrowheads="1" noTextEdit="1"/>
          </p:cNvSpPr>
          <p:nvPr>
            <p:ph type="sldImg"/>
          </p:nvPr>
        </p:nvSpPr>
        <p:spPr>
          <a:ln/>
        </p:spPr>
      </p:sp>
      <p:sp>
        <p:nvSpPr>
          <p:cNvPr id="35842" name="Notes Placeholder 2">
            <a:extLst>
              <a:ext uri="{FF2B5EF4-FFF2-40B4-BE49-F238E27FC236}">
                <a16:creationId xmlns:a16="http://schemas.microsoft.com/office/drawing/2014/main" id="{FCDE3850-5BAC-D4C6-84DE-724EE248BED0}"/>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GB" altLang="en-US" dirty="0">
              <a:latin typeface="Arial" panose="020B0604020202020204" pitchFamily="34" charset="0"/>
            </a:endParaRPr>
          </a:p>
        </p:txBody>
      </p:sp>
      <p:sp>
        <p:nvSpPr>
          <p:cNvPr id="35843" name="Slide Number Placeholder 3">
            <a:extLst>
              <a:ext uri="{FF2B5EF4-FFF2-40B4-BE49-F238E27FC236}">
                <a16:creationId xmlns:a16="http://schemas.microsoft.com/office/drawing/2014/main" id="{FB437769-B089-6B09-0037-A9B652275F2B}"/>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386B70D7-3B14-48B4-B744-A52FB5A4C04C}" type="slidenum">
              <a:rPr lang="en-GB" altLang="en-US" smtClean="0"/>
              <a:pPr/>
              <a:t>20</a:t>
            </a:fld>
            <a:endParaRPr lang="en-GB" altLang="en-US"/>
          </a:p>
        </p:txBody>
      </p:sp>
    </p:spTree>
    <p:extLst>
      <p:ext uri="{BB962C8B-B14F-4D97-AF65-F5344CB8AC3E}">
        <p14:creationId xmlns:p14="http://schemas.microsoft.com/office/powerpoint/2010/main" val="1183284308"/>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1" name="Slide Image Placeholder 1">
            <a:extLst>
              <a:ext uri="{FF2B5EF4-FFF2-40B4-BE49-F238E27FC236}">
                <a16:creationId xmlns:a16="http://schemas.microsoft.com/office/drawing/2014/main" id="{C74705ED-E94C-F4D7-0426-B4D3641F96C5}"/>
              </a:ext>
            </a:extLst>
          </p:cNvPr>
          <p:cNvSpPr>
            <a:spLocks noGrp="1" noRot="1" noChangeAspect="1" noChangeArrowheads="1" noTextEdit="1"/>
          </p:cNvSpPr>
          <p:nvPr>
            <p:ph type="sldImg"/>
          </p:nvPr>
        </p:nvSpPr>
        <p:spPr>
          <a:ln/>
        </p:spPr>
      </p:sp>
      <p:sp>
        <p:nvSpPr>
          <p:cNvPr id="35842" name="Notes Placeholder 2">
            <a:extLst>
              <a:ext uri="{FF2B5EF4-FFF2-40B4-BE49-F238E27FC236}">
                <a16:creationId xmlns:a16="http://schemas.microsoft.com/office/drawing/2014/main" id="{FCDE3850-5BAC-D4C6-84DE-724EE248BED0}"/>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GB" altLang="en-US" dirty="0">
              <a:latin typeface="Arial" panose="020B0604020202020204" pitchFamily="34" charset="0"/>
            </a:endParaRPr>
          </a:p>
        </p:txBody>
      </p:sp>
      <p:sp>
        <p:nvSpPr>
          <p:cNvPr id="35843" name="Slide Number Placeholder 3">
            <a:extLst>
              <a:ext uri="{FF2B5EF4-FFF2-40B4-BE49-F238E27FC236}">
                <a16:creationId xmlns:a16="http://schemas.microsoft.com/office/drawing/2014/main" id="{FB437769-B089-6B09-0037-A9B652275F2B}"/>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386B70D7-3B14-48B4-B744-A52FB5A4C04C}" type="slidenum">
              <a:rPr lang="en-GB" altLang="en-US" smtClean="0"/>
              <a:pPr/>
              <a:t>21</a:t>
            </a:fld>
            <a:endParaRPr lang="en-GB" altLang="en-US"/>
          </a:p>
        </p:txBody>
      </p:sp>
    </p:spTree>
    <p:extLst>
      <p:ext uri="{BB962C8B-B14F-4D97-AF65-F5344CB8AC3E}">
        <p14:creationId xmlns:p14="http://schemas.microsoft.com/office/powerpoint/2010/main" val="4273587898"/>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1" name="Slide Image Placeholder 1">
            <a:extLst>
              <a:ext uri="{FF2B5EF4-FFF2-40B4-BE49-F238E27FC236}">
                <a16:creationId xmlns:a16="http://schemas.microsoft.com/office/drawing/2014/main" id="{C74705ED-E94C-F4D7-0426-B4D3641F96C5}"/>
              </a:ext>
            </a:extLst>
          </p:cNvPr>
          <p:cNvSpPr>
            <a:spLocks noGrp="1" noRot="1" noChangeAspect="1" noChangeArrowheads="1" noTextEdit="1"/>
          </p:cNvSpPr>
          <p:nvPr>
            <p:ph type="sldImg"/>
          </p:nvPr>
        </p:nvSpPr>
        <p:spPr>
          <a:ln/>
        </p:spPr>
      </p:sp>
      <p:sp>
        <p:nvSpPr>
          <p:cNvPr id="35842" name="Notes Placeholder 2">
            <a:extLst>
              <a:ext uri="{FF2B5EF4-FFF2-40B4-BE49-F238E27FC236}">
                <a16:creationId xmlns:a16="http://schemas.microsoft.com/office/drawing/2014/main" id="{FCDE3850-5BAC-D4C6-84DE-724EE248BED0}"/>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GB" altLang="en-US" dirty="0">
              <a:latin typeface="Arial" panose="020B0604020202020204" pitchFamily="34" charset="0"/>
            </a:endParaRPr>
          </a:p>
        </p:txBody>
      </p:sp>
      <p:sp>
        <p:nvSpPr>
          <p:cNvPr id="35843" name="Slide Number Placeholder 3">
            <a:extLst>
              <a:ext uri="{FF2B5EF4-FFF2-40B4-BE49-F238E27FC236}">
                <a16:creationId xmlns:a16="http://schemas.microsoft.com/office/drawing/2014/main" id="{FB437769-B089-6B09-0037-A9B652275F2B}"/>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386B70D7-3B14-48B4-B744-A52FB5A4C04C}" type="slidenum">
              <a:rPr lang="en-GB" altLang="en-US" smtClean="0"/>
              <a:pPr/>
              <a:t>22</a:t>
            </a:fld>
            <a:endParaRPr lang="en-GB" altLang="en-US"/>
          </a:p>
        </p:txBody>
      </p:sp>
    </p:spTree>
    <p:extLst>
      <p:ext uri="{BB962C8B-B14F-4D97-AF65-F5344CB8AC3E}">
        <p14:creationId xmlns:p14="http://schemas.microsoft.com/office/powerpoint/2010/main" val="1258844340"/>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1" name="Slide Image Placeholder 1">
            <a:extLst>
              <a:ext uri="{FF2B5EF4-FFF2-40B4-BE49-F238E27FC236}">
                <a16:creationId xmlns:a16="http://schemas.microsoft.com/office/drawing/2014/main" id="{C74705ED-E94C-F4D7-0426-B4D3641F96C5}"/>
              </a:ext>
            </a:extLst>
          </p:cNvPr>
          <p:cNvSpPr>
            <a:spLocks noGrp="1" noRot="1" noChangeAspect="1" noChangeArrowheads="1" noTextEdit="1"/>
          </p:cNvSpPr>
          <p:nvPr>
            <p:ph type="sldImg"/>
          </p:nvPr>
        </p:nvSpPr>
        <p:spPr>
          <a:ln/>
        </p:spPr>
      </p:sp>
      <p:sp>
        <p:nvSpPr>
          <p:cNvPr id="35842" name="Notes Placeholder 2">
            <a:extLst>
              <a:ext uri="{FF2B5EF4-FFF2-40B4-BE49-F238E27FC236}">
                <a16:creationId xmlns:a16="http://schemas.microsoft.com/office/drawing/2014/main" id="{FCDE3850-5BAC-D4C6-84DE-724EE248BED0}"/>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GB" altLang="en-US" dirty="0">
              <a:latin typeface="Arial" panose="020B0604020202020204" pitchFamily="34" charset="0"/>
            </a:endParaRPr>
          </a:p>
        </p:txBody>
      </p:sp>
      <p:sp>
        <p:nvSpPr>
          <p:cNvPr id="35843" name="Slide Number Placeholder 3">
            <a:extLst>
              <a:ext uri="{FF2B5EF4-FFF2-40B4-BE49-F238E27FC236}">
                <a16:creationId xmlns:a16="http://schemas.microsoft.com/office/drawing/2014/main" id="{FB437769-B089-6B09-0037-A9B652275F2B}"/>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386B70D7-3B14-48B4-B744-A52FB5A4C04C}" type="slidenum">
              <a:rPr lang="en-GB" altLang="en-US" smtClean="0"/>
              <a:pPr/>
              <a:t>23</a:t>
            </a:fld>
            <a:endParaRPr lang="en-GB" altLang="en-US"/>
          </a:p>
        </p:txBody>
      </p:sp>
    </p:spTree>
    <p:extLst>
      <p:ext uri="{BB962C8B-B14F-4D97-AF65-F5344CB8AC3E}">
        <p14:creationId xmlns:p14="http://schemas.microsoft.com/office/powerpoint/2010/main" val="2300989476"/>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1" name="Slide Image Placeholder 1">
            <a:extLst>
              <a:ext uri="{FF2B5EF4-FFF2-40B4-BE49-F238E27FC236}">
                <a16:creationId xmlns:a16="http://schemas.microsoft.com/office/drawing/2014/main" id="{C74705ED-E94C-F4D7-0426-B4D3641F96C5}"/>
              </a:ext>
            </a:extLst>
          </p:cNvPr>
          <p:cNvSpPr>
            <a:spLocks noGrp="1" noRot="1" noChangeAspect="1" noChangeArrowheads="1" noTextEdit="1"/>
          </p:cNvSpPr>
          <p:nvPr>
            <p:ph type="sldImg"/>
          </p:nvPr>
        </p:nvSpPr>
        <p:spPr>
          <a:ln/>
        </p:spPr>
      </p:sp>
      <p:sp>
        <p:nvSpPr>
          <p:cNvPr id="35842" name="Notes Placeholder 2">
            <a:extLst>
              <a:ext uri="{FF2B5EF4-FFF2-40B4-BE49-F238E27FC236}">
                <a16:creationId xmlns:a16="http://schemas.microsoft.com/office/drawing/2014/main" id="{FCDE3850-5BAC-D4C6-84DE-724EE248BED0}"/>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GB" dirty="0">
              <a:effectLst/>
              <a:latin typeface="Helvetica" pitchFamily="2" charset="0"/>
            </a:endParaRPr>
          </a:p>
          <a:p>
            <a:endParaRPr lang="en-GB" dirty="0">
              <a:effectLst/>
              <a:latin typeface="Helvetica" pitchFamily="2" charset="0"/>
            </a:endParaRPr>
          </a:p>
          <a:p>
            <a:endParaRPr lang="en-GB" dirty="0">
              <a:effectLst/>
              <a:latin typeface="Helvetica" pitchFamily="2" charset="0"/>
            </a:endParaRPr>
          </a:p>
          <a:p>
            <a:endParaRPr lang="en-GB" dirty="0">
              <a:effectLst/>
              <a:latin typeface="Helvetica" pitchFamily="2" charset="0"/>
            </a:endParaRPr>
          </a:p>
          <a:p>
            <a:endParaRPr lang="en-GB" dirty="0">
              <a:effectLst/>
              <a:latin typeface="Helvetica" pitchFamily="2" charset="0"/>
            </a:endParaRPr>
          </a:p>
          <a:p>
            <a:endParaRPr lang="en-GB" altLang="en-US" dirty="0">
              <a:latin typeface="Arial" panose="020B0604020202020204" pitchFamily="34" charset="0"/>
            </a:endParaRPr>
          </a:p>
        </p:txBody>
      </p:sp>
      <p:sp>
        <p:nvSpPr>
          <p:cNvPr id="35843" name="Slide Number Placeholder 3">
            <a:extLst>
              <a:ext uri="{FF2B5EF4-FFF2-40B4-BE49-F238E27FC236}">
                <a16:creationId xmlns:a16="http://schemas.microsoft.com/office/drawing/2014/main" id="{FB437769-B089-6B09-0037-A9B652275F2B}"/>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386B70D7-3B14-48B4-B744-A52FB5A4C04C}" type="slidenum">
              <a:rPr lang="en-GB" altLang="en-US" smtClean="0"/>
              <a:pPr/>
              <a:t>24</a:t>
            </a:fld>
            <a:endParaRPr lang="en-GB" altLang="en-US"/>
          </a:p>
        </p:txBody>
      </p:sp>
    </p:spTree>
    <p:extLst>
      <p:ext uri="{BB962C8B-B14F-4D97-AF65-F5344CB8AC3E}">
        <p14:creationId xmlns:p14="http://schemas.microsoft.com/office/powerpoint/2010/main" val="3301968382"/>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1" name="Slide Image Placeholder 1">
            <a:extLst>
              <a:ext uri="{FF2B5EF4-FFF2-40B4-BE49-F238E27FC236}">
                <a16:creationId xmlns:a16="http://schemas.microsoft.com/office/drawing/2014/main" id="{C74705ED-E94C-F4D7-0426-B4D3641F96C5}"/>
              </a:ext>
            </a:extLst>
          </p:cNvPr>
          <p:cNvSpPr>
            <a:spLocks noGrp="1" noRot="1" noChangeAspect="1" noChangeArrowheads="1" noTextEdit="1"/>
          </p:cNvSpPr>
          <p:nvPr>
            <p:ph type="sldImg"/>
          </p:nvPr>
        </p:nvSpPr>
        <p:spPr>
          <a:ln/>
        </p:spPr>
      </p:sp>
      <p:sp>
        <p:nvSpPr>
          <p:cNvPr id="35842" name="Notes Placeholder 2">
            <a:extLst>
              <a:ext uri="{FF2B5EF4-FFF2-40B4-BE49-F238E27FC236}">
                <a16:creationId xmlns:a16="http://schemas.microsoft.com/office/drawing/2014/main" id="{FCDE3850-5BAC-D4C6-84DE-724EE248BED0}"/>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GB" dirty="0">
              <a:effectLst/>
              <a:latin typeface="Helvetica" pitchFamily="2" charset="0"/>
            </a:endParaRPr>
          </a:p>
          <a:p>
            <a:endParaRPr lang="en-GB" dirty="0">
              <a:effectLst/>
              <a:latin typeface="Helvetica" pitchFamily="2" charset="0"/>
            </a:endParaRPr>
          </a:p>
          <a:p>
            <a:endParaRPr lang="en-GB" dirty="0">
              <a:effectLst/>
              <a:latin typeface="Helvetica" pitchFamily="2" charset="0"/>
            </a:endParaRPr>
          </a:p>
          <a:p>
            <a:endParaRPr lang="en-GB" dirty="0">
              <a:effectLst/>
              <a:latin typeface="Helvetica" pitchFamily="2" charset="0"/>
            </a:endParaRPr>
          </a:p>
          <a:p>
            <a:endParaRPr lang="en-GB" dirty="0">
              <a:effectLst/>
              <a:latin typeface="Helvetica" pitchFamily="2" charset="0"/>
            </a:endParaRPr>
          </a:p>
          <a:p>
            <a:endParaRPr lang="en-GB" altLang="en-US" dirty="0">
              <a:latin typeface="Arial" panose="020B0604020202020204" pitchFamily="34" charset="0"/>
            </a:endParaRPr>
          </a:p>
        </p:txBody>
      </p:sp>
      <p:sp>
        <p:nvSpPr>
          <p:cNvPr id="35843" name="Slide Number Placeholder 3">
            <a:extLst>
              <a:ext uri="{FF2B5EF4-FFF2-40B4-BE49-F238E27FC236}">
                <a16:creationId xmlns:a16="http://schemas.microsoft.com/office/drawing/2014/main" id="{FB437769-B089-6B09-0037-A9B652275F2B}"/>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386B70D7-3B14-48B4-B744-A52FB5A4C04C}" type="slidenum">
              <a:rPr lang="en-GB" altLang="en-US" smtClean="0"/>
              <a:pPr/>
              <a:t>25</a:t>
            </a:fld>
            <a:endParaRPr lang="en-GB" altLang="en-US"/>
          </a:p>
        </p:txBody>
      </p:sp>
    </p:spTree>
    <p:extLst>
      <p:ext uri="{BB962C8B-B14F-4D97-AF65-F5344CB8AC3E}">
        <p14:creationId xmlns:p14="http://schemas.microsoft.com/office/powerpoint/2010/main" val="3203987938"/>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1" name="Slide Image Placeholder 1">
            <a:extLst>
              <a:ext uri="{FF2B5EF4-FFF2-40B4-BE49-F238E27FC236}">
                <a16:creationId xmlns:a16="http://schemas.microsoft.com/office/drawing/2014/main" id="{C74705ED-E94C-F4D7-0426-B4D3641F96C5}"/>
              </a:ext>
            </a:extLst>
          </p:cNvPr>
          <p:cNvSpPr>
            <a:spLocks noGrp="1" noRot="1" noChangeAspect="1" noChangeArrowheads="1" noTextEdit="1"/>
          </p:cNvSpPr>
          <p:nvPr>
            <p:ph type="sldImg"/>
          </p:nvPr>
        </p:nvSpPr>
        <p:spPr>
          <a:ln/>
        </p:spPr>
      </p:sp>
      <p:sp>
        <p:nvSpPr>
          <p:cNvPr id="35842" name="Notes Placeholder 2">
            <a:extLst>
              <a:ext uri="{FF2B5EF4-FFF2-40B4-BE49-F238E27FC236}">
                <a16:creationId xmlns:a16="http://schemas.microsoft.com/office/drawing/2014/main" id="{FCDE3850-5BAC-D4C6-84DE-724EE248BED0}"/>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GB" altLang="en-US" dirty="0">
              <a:latin typeface="Arial" panose="020B0604020202020204" pitchFamily="34" charset="0"/>
            </a:endParaRPr>
          </a:p>
        </p:txBody>
      </p:sp>
      <p:sp>
        <p:nvSpPr>
          <p:cNvPr id="35843" name="Slide Number Placeholder 3">
            <a:extLst>
              <a:ext uri="{FF2B5EF4-FFF2-40B4-BE49-F238E27FC236}">
                <a16:creationId xmlns:a16="http://schemas.microsoft.com/office/drawing/2014/main" id="{FB437769-B089-6B09-0037-A9B652275F2B}"/>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386B70D7-3B14-48B4-B744-A52FB5A4C04C}" type="slidenum">
              <a:rPr lang="en-GB" altLang="en-US" smtClean="0"/>
              <a:pPr/>
              <a:t>26</a:t>
            </a:fld>
            <a:endParaRPr lang="en-GB" altLang="en-US"/>
          </a:p>
        </p:txBody>
      </p:sp>
    </p:spTree>
    <p:extLst>
      <p:ext uri="{BB962C8B-B14F-4D97-AF65-F5344CB8AC3E}">
        <p14:creationId xmlns:p14="http://schemas.microsoft.com/office/powerpoint/2010/main" val="2911193297"/>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1" name="Slide Image Placeholder 1">
            <a:extLst>
              <a:ext uri="{FF2B5EF4-FFF2-40B4-BE49-F238E27FC236}">
                <a16:creationId xmlns:a16="http://schemas.microsoft.com/office/drawing/2014/main" id="{C74705ED-E94C-F4D7-0426-B4D3641F96C5}"/>
              </a:ext>
            </a:extLst>
          </p:cNvPr>
          <p:cNvSpPr>
            <a:spLocks noGrp="1" noRot="1" noChangeAspect="1" noChangeArrowheads="1" noTextEdit="1"/>
          </p:cNvSpPr>
          <p:nvPr>
            <p:ph type="sldImg"/>
          </p:nvPr>
        </p:nvSpPr>
        <p:spPr>
          <a:ln/>
        </p:spPr>
      </p:sp>
      <p:sp>
        <p:nvSpPr>
          <p:cNvPr id="35842" name="Notes Placeholder 2">
            <a:extLst>
              <a:ext uri="{FF2B5EF4-FFF2-40B4-BE49-F238E27FC236}">
                <a16:creationId xmlns:a16="http://schemas.microsoft.com/office/drawing/2014/main" id="{FCDE3850-5BAC-D4C6-84DE-724EE248BED0}"/>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GB" altLang="en-US" dirty="0">
              <a:latin typeface="Arial" panose="020B0604020202020204" pitchFamily="34" charset="0"/>
            </a:endParaRPr>
          </a:p>
        </p:txBody>
      </p:sp>
      <p:sp>
        <p:nvSpPr>
          <p:cNvPr id="35843" name="Slide Number Placeholder 3">
            <a:extLst>
              <a:ext uri="{FF2B5EF4-FFF2-40B4-BE49-F238E27FC236}">
                <a16:creationId xmlns:a16="http://schemas.microsoft.com/office/drawing/2014/main" id="{FB437769-B089-6B09-0037-A9B652275F2B}"/>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386B70D7-3B14-48B4-B744-A52FB5A4C04C}" type="slidenum">
              <a:rPr lang="en-GB" altLang="en-US" smtClean="0"/>
              <a:pPr/>
              <a:t>27</a:t>
            </a:fld>
            <a:endParaRPr lang="en-GB" altLang="en-US"/>
          </a:p>
        </p:txBody>
      </p:sp>
    </p:spTree>
    <p:extLst>
      <p:ext uri="{BB962C8B-B14F-4D97-AF65-F5344CB8AC3E}">
        <p14:creationId xmlns:p14="http://schemas.microsoft.com/office/powerpoint/2010/main" val="3416569272"/>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1" name="Slide Image Placeholder 1">
            <a:extLst>
              <a:ext uri="{FF2B5EF4-FFF2-40B4-BE49-F238E27FC236}">
                <a16:creationId xmlns:a16="http://schemas.microsoft.com/office/drawing/2014/main" id="{C74705ED-E94C-F4D7-0426-B4D3641F96C5}"/>
              </a:ext>
            </a:extLst>
          </p:cNvPr>
          <p:cNvSpPr>
            <a:spLocks noGrp="1" noRot="1" noChangeAspect="1" noChangeArrowheads="1" noTextEdit="1"/>
          </p:cNvSpPr>
          <p:nvPr>
            <p:ph type="sldImg"/>
          </p:nvPr>
        </p:nvSpPr>
        <p:spPr>
          <a:ln/>
        </p:spPr>
      </p:sp>
      <p:sp>
        <p:nvSpPr>
          <p:cNvPr id="35842" name="Notes Placeholder 2">
            <a:extLst>
              <a:ext uri="{FF2B5EF4-FFF2-40B4-BE49-F238E27FC236}">
                <a16:creationId xmlns:a16="http://schemas.microsoft.com/office/drawing/2014/main" id="{FCDE3850-5BAC-D4C6-84DE-724EE248BED0}"/>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GB" altLang="en-US" dirty="0">
              <a:latin typeface="Arial" panose="020B0604020202020204" pitchFamily="34" charset="0"/>
            </a:endParaRPr>
          </a:p>
        </p:txBody>
      </p:sp>
      <p:sp>
        <p:nvSpPr>
          <p:cNvPr id="35843" name="Slide Number Placeholder 3">
            <a:extLst>
              <a:ext uri="{FF2B5EF4-FFF2-40B4-BE49-F238E27FC236}">
                <a16:creationId xmlns:a16="http://schemas.microsoft.com/office/drawing/2014/main" id="{FB437769-B089-6B09-0037-A9B652275F2B}"/>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386B70D7-3B14-48B4-B744-A52FB5A4C04C}" type="slidenum">
              <a:rPr lang="en-GB" altLang="en-US" smtClean="0"/>
              <a:pPr/>
              <a:t>28</a:t>
            </a:fld>
            <a:endParaRPr lang="en-GB" altLang="en-US"/>
          </a:p>
        </p:txBody>
      </p:sp>
    </p:spTree>
    <p:extLst>
      <p:ext uri="{BB962C8B-B14F-4D97-AF65-F5344CB8AC3E}">
        <p14:creationId xmlns:p14="http://schemas.microsoft.com/office/powerpoint/2010/main" val="40418787"/>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1" name="Slide Image Placeholder 1">
            <a:extLst>
              <a:ext uri="{FF2B5EF4-FFF2-40B4-BE49-F238E27FC236}">
                <a16:creationId xmlns:a16="http://schemas.microsoft.com/office/drawing/2014/main" id="{C74705ED-E94C-F4D7-0426-B4D3641F96C5}"/>
              </a:ext>
            </a:extLst>
          </p:cNvPr>
          <p:cNvSpPr>
            <a:spLocks noGrp="1" noRot="1" noChangeAspect="1" noChangeArrowheads="1" noTextEdit="1"/>
          </p:cNvSpPr>
          <p:nvPr>
            <p:ph type="sldImg"/>
          </p:nvPr>
        </p:nvSpPr>
        <p:spPr>
          <a:ln/>
        </p:spPr>
      </p:sp>
      <p:sp>
        <p:nvSpPr>
          <p:cNvPr id="35842" name="Notes Placeholder 2">
            <a:extLst>
              <a:ext uri="{FF2B5EF4-FFF2-40B4-BE49-F238E27FC236}">
                <a16:creationId xmlns:a16="http://schemas.microsoft.com/office/drawing/2014/main" id="{FCDE3850-5BAC-D4C6-84DE-724EE248BED0}"/>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GB" altLang="en-US" dirty="0">
              <a:latin typeface="Arial" panose="020B0604020202020204" pitchFamily="34" charset="0"/>
            </a:endParaRPr>
          </a:p>
        </p:txBody>
      </p:sp>
      <p:sp>
        <p:nvSpPr>
          <p:cNvPr id="35843" name="Slide Number Placeholder 3">
            <a:extLst>
              <a:ext uri="{FF2B5EF4-FFF2-40B4-BE49-F238E27FC236}">
                <a16:creationId xmlns:a16="http://schemas.microsoft.com/office/drawing/2014/main" id="{FB437769-B089-6B09-0037-A9B652275F2B}"/>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386B70D7-3B14-48B4-B744-A52FB5A4C04C}" type="slidenum">
              <a:rPr lang="en-GB" altLang="en-US" smtClean="0"/>
              <a:pPr/>
              <a:t>29</a:t>
            </a:fld>
            <a:endParaRPr lang="en-GB" altLang="en-US"/>
          </a:p>
        </p:txBody>
      </p:sp>
    </p:spTree>
    <p:extLst>
      <p:ext uri="{BB962C8B-B14F-4D97-AF65-F5344CB8AC3E}">
        <p14:creationId xmlns:p14="http://schemas.microsoft.com/office/powerpoint/2010/main" val="2411212458"/>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1" name="Slide Image Placeholder 1">
            <a:extLst>
              <a:ext uri="{FF2B5EF4-FFF2-40B4-BE49-F238E27FC236}">
                <a16:creationId xmlns:a16="http://schemas.microsoft.com/office/drawing/2014/main" id="{C74705ED-E94C-F4D7-0426-B4D3641F96C5}"/>
              </a:ext>
            </a:extLst>
          </p:cNvPr>
          <p:cNvSpPr>
            <a:spLocks noGrp="1" noRot="1" noChangeAspect="1" noChangeArrowheads="1" noTextEdit="1"/>
          </p:cNvSpPr>
          <p:nvPr>
            <p:ph type="sldImg"/>
          </p:nvPr>
        </p:nvSpPr>
        <p:spPr>
          <a:ln/>
        </p:spPr>
      </p:sp>
      <p:sp>
        <p:nvSpPr>
          <p:cNvPr id="35842" name="Notes Placeholder 2">
            <a:extLst>
              <a:ext uri="{FF2B5EF4-FFF2-40B4-BE49-F238E27FC236}">
                <a16:creationId xmlns:a16="http://schemas.microsoft.com/office/drawing/2014/main" id="{FCDE3850-5BAC-D4C6-84DE-724EE248BED0}"/>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GB" altLang="en-US" dirty="0">
              <a:latin typeface="Arial" panose="020B0604020202020204" pitchFamily="34" charset="0"/>
            </a:endParaRPr>
          </a:p>
        </p:txBody>
      </p:sp>
      <p:sp>
        <p:nvSpPr>
          <p:cNvPr id="35843" name="Slide Number Placeholder 3">
            <a:extLst>
              <a:ext uri="{FF2B5EF4-FFF2-40B4-BE49-F238E27FC236}">
                <a16:creationId xmlns:a16="http://schemas.microsoft.com/office/drawing/2014/main" id="{FB437769-B089-6B09-0037-A9B652275F2B}"/>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386B70D7-3B14-48B4-B744-A52FB5A4C04C}" type="slidenum">
              <a:rPr lang="en-GB" altLang="en-US" smtClean="0"/>
              <a:pPr/>
              <a:t>30</a:t>
            </a:fld>
            <a:endParaRPr lang="en-GB" altLang="en-US"/>
          </a:p>
        </p:txBody>
      </p:sp>
    </p:spTree>
    <p:extLst>
      <p:ext uri="{BB962C8B-B14F-4D97-AF65-F5344CB8AC3E}">
        <p14:creationId xmlns:p14="http://schemas.microsoft.com/office/powerpoint/2010/main" val="1791707943"/>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1" name="Slide Image Placeholder 1">
            <a:extLst>
              <a:ext uri="{FF2B5EF4-FFF2-40B4-BE49-F238E27FC236}">
                <a16:creationId xmlns:a16="http://schemas.microsoft.com/office/drawing/2014/main" id="{C74705ED-E94C-F4D7-0426-B4D3641F96C5}"/>
              </a:ext>
            </a:extLst>
          </p:cNvPr>
          <p:cNvSpPr>
            <a:spLocks noGrp="1" noRot="1" noChangeAspect="1" noChangeArrowheads="1" noTextEdit="1"/>
          </p:cNvSpPr>
          <p:nvPr>
            <p:ph type="sldImg"/>
          </p:nvPr>
        </p:nvSpPr>
        <p:spPr>
          <a:ln/>
        </p:spPr>
      </p:sp>
      <p:sp>
        <p:nvSpPr>
          <p:cNvPr id="35842" name="Notes Placeholder 2">
            <a:extLst>
              <a:ext uri="{FF2B5EF4-FFF2-40B4-BE49-F238E27FC236}">
                <a16:creationId xmlns:a16="http://schemas.microsoft.com/office/drawing/2014/main" id="{FCDE3850-5BAC-D4C6-84DE-724EE248BED0}"/>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GB" dirty="0">
              <a:effectLst/>
              <a:latin typeface="Helvetica" pitchFamily="2" charset="0"/>
            </a:endParaRPr>
          </a:p>
          <a:p>
            <a:endParaRPr lang="en-GB" altLang="en-US" dirty="0">
              <a:latin typeface="Arial" panose="020B0604020202020204" pitchFamily="34" charset="0"/>
            </a:endParaRPr>
          </a:p>
        </p:txBody>
      </p:sp>
      <p:sp>
        <p:nvSpPr>
          <p:cNvPr id="35843" name="Slide Number Placeholder 3">
            <a:extLst>
              <a:ext uri="{FF2B5EF4-FFF2-40B4-BE49-F238E27FC236}">
                <a16:creationId xmlns:a16="http://schemas.microsoft.com/office/drawing/2014/main" id="{FB437769-B089-6B09-0037-A9B652275F2B}"/>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386B70D7-3B14-48B4-B744-A52FB5A4C04C}" type="slidenum">
              <a:rPr lang="en-GB" altLang="en-US" smtClean="0"/>
              <a:pPr/>
              <a:t>31</a:t>
            </a:fld>
            <a:endParaRPr lang="en-GB" altLang="en-US"/>
          </a:p>
        </p:txBody>
      </p:sp>
    </p:spTree>
    <p:extLst>
      <p:ext uri="{BB962C8B-B14F-4D97-AF65-F5344CB8AC3E}">
        <p14:creationId xmlns:p14="http://schemas.microsoft.com/office/powerpoint/2010/main" val="2159738432"/>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1" name="Slide Image Placeholder 1">
            <a:extLst>
              <a:ext uri="{FF2B5EF4-FFF2-40B4-BE49-F238E27FC236}">
                <a16:creationId xmlns:a16="http://schemas.microsoft.com/office/drawing/2014/main" id="{C74705ED-E94C-F4D7-0426-B4D3641F96C5}"/>
              </a:ext>
            </a:extLst>
          </p:cNvPr>
          <p:cNvSpPr>
            <a:spLocks noGrp="1" noRot="1" noChangeAspect="1" noChangeArrowheads="1" noTextEdit="1"/>
          </p:cNvSpPr>
          <p:nvPr>
            <p:ph type="sldImg"/>
          </p:nvPr>
        </p:nvSpPr>
        <p:spPr>
          <a:ln/>
        </p:spPr>
      </p:sp>
      <p:sp>
        <p:nvSpPr>
          <p:cNvPr id="35842" name="Notes Placeholder 2">
            <a:extLst>
              <a:ext uri="{FF2B5EF4-FFF2-40B4-BE49-F238E27FC236}">
                <a16:creationId xmlns:a16="http://schemas.microsoft.com/office/drawing/2014/main" id="{FCDE3850-5BAC-D4C6-84DE-724EE248BED0}"/>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GB" dirty="0">
              <a:effectLst/>
              <a:latin typeface="Helvetica" pitchFamily="2" charset="0"/>
            </a:endParaRPr>
          </a:p>
          <a:p>
            <a:endParaRPr lang="en-GB" altLang="en-US" dirty="0">
              <a:latin typeface="Arial" panose="020B0604020202020204" pitchFamily="34" charset="0"/>
            </a:endParaRPr>
          </a:p>
        </p:txBody>
      </p:sp>
      <p:sp>
        <p:nvSpPr>
          <p:cNvPr id="35843" name="Slide Number Placeholder 3">
            <a:extLst>
              <a:ext uri="{FF2B5EF4-FFF2-40B4-BE49-F238E27FC236}">
                <a16:creationId xmlns:a16="http://schemas.microsoft.com/office/drawing/2014/main" id="{FB437769-B089-6B09-0037-A9B652275F2B}"/>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386B70D7-3B14-48B4-B744-A52FB5A4C04C}" type="slidenum">
              <a:rPr lang="en-GB" altLang="en-US" smtClean="0"/>
              <a:pPr/>
              <a:t>32</a:t>
            </a:fld>
            <a:endParaRPr lang="en-GB" altLang="en-US"/>
          </a:p>
        </p:txBody>
      </p:sp>
    </p:spTree>
    <p:extLst>
      <p:ext uri="{BB962C8B-B14F-4D97-AF65-F5344CB8AC3E}">
        <p14:creationId xmlns:p14="http://schemas.microsoft.com/office/powerpoint/2010/main" val="3240997466"/>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1" name="Slide Image Placeholder 1">
            <a:extLst>
              <a:ext uri="{FF2B5EF4-FFF2-40B4-BE49-F238E27FC236}">
                <a16:creationId xmlns:a16="http://schemas.microsoft.com/office/drawing/2014/main" id="{C74705ED-E94C-F4D7-0426-B4D3641F96C5}"/>
              </a:ext>
            </a:extLst>
          </p:cNvPr>
          <p:cNvSpPr>
            <a:spLocks noGrp="1" noRot="1" noChangeAspect="1" noChangeArrowheads="1" noTextEdit="1"/>
          </p:cNvSpPr>
          <p:nvPr>
            <p:ph type="sldImg"/>
          </p:nvPr>
        </p:nvSpPr>
        <p:spPr>
          <a:ln/>
        </p:spPr>
      </p:sp>
      <p:sp>
        <p:nvSpPr>
          <p:cNvPr id="35842" name="Notes Placeholder 2">
            <a:extLst>
              <a:ext uri="{FF2B5EF4-FFF2-40B4-BE49-F238E27FC236}">
                <a16:creationId xmlns:a16="http://schemas.microsoft.com/office/drawing/2014/main" id="{FCDE3850-5BAC-D4C6-84DE-724EE248BED0}"/>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GB" altLang="en-US" dirty="0">
              <a:latin typeface="Arial" panose="020B0604020202020204" pitchFamily="34" charset="0"/>
            </a:endParaRPr>
          </a:p>
        </p:txBody>
      </p:sp>
      <p:sp>
        <p:nvSpPr>
          <p:cNvPr id="35843" name="Slide Number Placeholder 3">
            <a:extLst>
              <a:ext uri="{FF2B5EF4-FFF2-40B4-BE49-F238E27FC236}">
                <a16:creationId xmlns:a16="http://schemas.microsoft.com/office/drawing/2014/main" id="{FB437769-B089-6B09-0037-A9B652275F2B}"/>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386B70D7-3B14-48B4-B744-A52FB5A4C04C}" type="slidenum">
              <a:rPr lang="en-GB" altLang="en-US" smtClean="0"/>
              <a:pPr/>
              <a:t>33</a:t>
            </a:fld>
            <a:endParaRPr lang="en-GB" altLang="en-US"/>
          </a:p>
        </p:txBody>
      </p:sp>
    </p:spTree>
    <p:extLst>
      <p:ext uri="{BB962C8B-B14F-4D97-AF65-F5344CB8AC3E}">
        <p14:creationId xmlns:p14="http://schemas.microsoft.com/office/powerpoint/2010/main" val="2727646130"/>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1" name="Slide Image Placeholder 1">
            <a:extLst>
              <a:ext uri="{FF2B5EF4-FFF2-40B4-BE49-F238E27FC236}">
                <a16:creationId xmlns:a16="http://schemas.microsoft.com/office/drawing/2014/main" id="{C74705ED-E94C-F4D7-0426-B4D3641F96C5}"/>
              </a:ext>
            </a:extLst>
          </p:cNvPr>
          <p:cNvSpPr>
            <a:spLocks noGrp="1" noRot="1" noChangeAspect="1" noChangeArrowheads="1" noTextEdit="1"/>
          </p:cNvSpPr>
          <p:nvPr>
            <p:ph type="sldImg"/>
          </p:nvPr>
        </p:nvSpPr>
        <p:spPr>
          <a:ln/>
        </p:spPr>
      </p:sp>
      <p:sp>
        <p:nvSpPr>
          <p:cNvPr id="35842" name="Notes Placeholder 2">
            <a:extLst>
              <a:ext uri="{FF2B5EF4-FFF2-40B4-BE49-F238E27FC236}">
                <a16:creationId xmlns:a16="http://schemas.microsoft.com/office/drawing/2014/main" id="{FCDE3850-5BAC-D4C6-84DE-724EE248BED0}"/>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GB" altLang="en-US" dirty="0">
              <a:latin typeface="Arial" panose="020B0604020202020204" pitchFamily="34" charset="0"/>
            </a:endParaRPr>
          </a:p>
        </p:txBody>
      </p:sp>
      <p:sp>
        <p:nvSpPr>
          <p:cNvPr id="35843" name="Slide Number Placeholder 3">
            <a:extLst>
              <a:ext uri="{FF2B5EF4-FFF2-40B4-BE49-F238E27FC236}">
                <a16:creationId xmlns:a16="http://schemas.microsoft.com/office/drawing/2014/main" id="{FB437769-B089-6B09-0037-A9B652275F2B}"/>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386B70D7-3B14-48B4-B744-A52FB5A4C04C}" type="slidenum">
              <a:rPr lang="en-GB" altLang="en-US" smtClean="0"/>
              <a:pPr/>
              <a:t>34</a:t>
            </a:fld>
            <a:endParaRPr lang="en-GB" altLang="en-US"/>
          </a:p>
        </p:txBody>
      </p:sp>
    </p:spTree>
    <p:extLst>
      <p:ext uri="{BB962C8B-B14F-4D97-AF65-F5344CB8AC3E}">
        <p14:creationId xmlns:p14="http://schemas.microsoft.com/office/powerpoint/2010/main" val="2098966615"/>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1" name="Slide Image Placeholder 1">
            <a:extLst>
              <a:ext uri="{FF2B5EF4-FFF2-40B4-BE49-F238E27FC236}">
                <a16:creationId xmlns:a16="http://schemas.microsoft.com/office/drawing/2014/main" id="{C74705ED-E94C-F4D7-0426-B4D3641F96C5}"/>
              </a:ext>
            </a:extLst>
          </p:cNvPr>
          <p:cNvSpPr>
            <a:spLocks noGrp="1" noRot="1" noChangeAspect="1" noChangeArrowheads="1" noTextEdit="1"/>
          </p:cNvSpPr>
          <p:nvPr>
            <p:ph type="sldImg"/>
          </p:nvPr>
        </p:nvSpPr>
        <p:spPr>
          <a:ln/>
        </p:spPr>
      </p:sp>
      <p:sp>
        <p:nvSpPr>
          <p:cNvPr id="35842" name="Notes Placeholder 2">
            <a:extLst>
              <a:ext uri="{FF2B5EF4-FFF2-40B4-BE49-F238E27FC236}">
                <a16:creationId xmlns:a16="http://schemas.microsoft.com/office/drawing/2014/main" id="{FCDE3850-5BAC-D4C6-84DE-724EE248BED0}"/>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GB" altLang="en-US" dirty="0">
              <a:latin typeface="Arial" panose="020B0604020202020204" pitchFamily="34" charset="0"/>
            </a:endParaRPr>
          </a:p>
        </p:txBody>
      </p:sp>
      <p:sp>
        <p:nvSpPr>
          <p:cNvPr id="35843" name="Slide Number Placeholder 3">
            <a:extLst>
              <a:ext uri="{FF2B5EF4-FFF2-40B4-BE49-F238E27FC236}">
                <a16:creationId xmlns:a16="http://schemas.microsoft.com/office/drawing/2014/main" id="{FB437769-B089-6B09-0037-A9B652275F2B}"/>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386B70D7-3B14-48B4-B744-A52FB5A4C04C}" type="slidenum">
              <a:rPr lang="en-GB" altLang="en-US" smtClean="0"/>
              <a:pPr/>
              <a:t>35</a:t>
            </a:fld>
            <a:endParaRPr lang="en-GB" altLang="en-US"/>
          </a:p>
        </p:txBody>
      </p:sp>
    </p:spTree>
    <p:extLst>
      <p:ext uri="{BB962C8B-B14F-4D97-AF65-F5344CB8AC3E}">
        <p14:creationId xmlns:p14="http://schemas.microsoft.com/office/powerpoint/2010/main" val="3048945626"/>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audio" Target="../media/audio1.bin"/></Relationships>
</file>

<file path=ppt/slideLayouts/_rels/slideLayout2.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audio" Target="../media/audio1.bin"/></Relationships>
</file>

<file path=ppt/slideLayouts/_rels/slideLayout3.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audio" Target="../media/audio1.bin"/></Relationships>
</file>

<file path=ppt/slideLayouts/_rels/slideLayout4.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audio" Target="../media/audio1.bin"/></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1.emf"/><Relationship Id="rId2" Type="http://schemas.openxmlformats.org/officeDocument/2006/relationships/slideMaster" Target="../slideMasters/slideMaster1.xml"/><Relationship Id="rId1" Type="http://schemas.openxmlformats.org/officeDocument/2006/relationships/audio" Target="../media/audio1.bin"/></Relationships>
</file>

<file path=ppt/slideLayouts/_rels/slideLayout6.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audio" Target="../media/audio1.bin"/></Relationships>
</file>

<file path=ppt/slideLayouts/_rels/slideLayout7.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audio" Target="../media/audio1.bin"/></Relationships>
</file>

<file path=ppt/slideLayouts/_rels/slideLayout8.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audio" Target="../media/audio1.bin"/></Relationships>
</file>

<file path=ppt/slideLayouts/_rels/slideLayout9.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audio" Target="../media/audio1.bin"/></Relationships>
</file>

<file path=ppt/slideLayouts/_rels/slideLayout10.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audio" Target="../media/audio1.bin"/></Relationships>
</file>

<file path=ppt/slideLayouts/_rels/slideLayout11.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audio" Target="../media/audio1.bin"/></Relationships>
</file>

<file path=ppt/slideLayouts/_rels/slideLayout12.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audio" Target="../media/audio1.bin"/></Relationships>
</file>

<file path=ppt/slideLayouts/_rels/slideLayout13.xml.rels><?xml version="1.0" encoding="UTF-8" standalone="yes"?>
<Relationships xmlns="http://schemas.openxmlformats.org/package/2006/relationships"><Relationship Id="rId2" Type="http://schemas.openxmlformats.org/officeDocument/2006/relationships/slideMaster" Target="../slideMasters/slideMaster2.xml"/><Relationship Id="rId1" Type="http://schemas.openxmlformats.org/officeDocument/2006/relationships/audio" Target="../media/audio1.bin"/></Relationships>
</file>

<file path=ppt/slideLayouts/_rels/slideLayout14.xml.rels><?xml version="1.0" encoding="UTF-8" standalone="yes"?>
<Relationships xmlns="http://schemas.openxmlformats.org/package/2006/relationships"><Relationship Id="rId2" Type="http://schemas.openxmlformats.org/officeDocument/2006/relationships/slideMaster" Target="../slideMasters/slideMaster2.xml"/><Relationship Id="rId1" Type="http://schemas.openxmlformats.org/officeDocument/2006/relationships/audio" Target="../media/audio1.bin"/></Relationships>
</file>

<file path=ppt/slideLayouts/_rels/slideLayout15.xml.rels><?xml version="1.0" encoding="UTF-8" standalone="yes"?>
<Relationships xmlns="http://schemas.openxmlformats.org/package/2006/relationships"><Relationship Id="rId2" Type="http://schemas.openxmlformats.org/officeDocument/2006/relationships/slideMaster" Target="../slideMasters/slideMaster2.xml"/><Relationship Id="rId1" Type="http://schemas.openxmlformats.org/officeDocument/2006/relationships/audio" Target="../media/audio1.bin"/></Relationships>
</file>

<file path=ppt/slideLayouts/_rels/slideLayout16.xml.rels><?xml version="1.0" encoding="UTF-8" standalone="yes"?>
<Relationships xmlns="http://schemas.openxmlformats.org/package/2006/relationships"><Relationship Id="rId2" Type="http://schemas.openxmlformats.org/officeDocument/2006/relationships/slideMaster" Target="../slideMasters/slideMaster2.xml"/><Relationship Id="rId1" Type="http://schemas.openxmlformats.org/officeDocument/2006/relationships/audio" Target="../media/audio1.bin"/></Relationships>
</file>

<file path=ppt/slideLayouts/_rels/slideLayout17.xml.rels><?xml version="1.0" encoding="UTF-8" standalone="yes"?>
<Relationships xmlns="http://schemas.openxmlformats.org/package/2006/relationships"><Relationship Id="rId3" Type="http://schemas.openxmlformats.org/officeDocument/2006/relationships/image" Target="../media/image1.emf"/><Relationship Id="rId2" Type="http://schemas.openxmlformats.org/officeDocument/2006/relationships/slideMaster" Target="../slideMasters/slideMaster2.xml"/><Relationship Id="rId1" Type="http://schemas.openxmlformats.org/officeDocument/2006/relationships/audio" Target="../media/audio1.bin"/></Relationships>
</file>

<file path=ppt/slideLayouts/_rels/slideLayout18.xml.rels><?xml version="1.0" encoding="UTF-8" standalone="yes"?>
<Relationships xmlns="http://schemas.openxmlformats.org/package/2006/relationships"><Relationship Id="rId2" Type="http://schemas.openxmlformats.org/officeDocument/2006/relationships/slideMaster" Target="../slideMasters/slideMaster2.xml"/><Relationship Id="rId1" Type="http://schemas.openxmlformats.org/officeDocument/2006/relationships/audio" Target="../media/audio1.bin"/></Relationships>
</file>

<file path=ppt/slideLayouts/_rels/slideLayout19.xml.rels><?xml version="1.0" encoding="UTF-8" standalone="yes"?>
<Relationships xmlns="http://schemas.openxmlformats.org/package/2006/relationships"><Relationship Id="rId2" Type="http://schemas.openxmlformats.org/officeDocument/2006/relationships/slideMaster" Target="../slideMasters/slideMaster2.xml"/><Relationship Id="rId1" Type="http://schemas.openxmlformats.org/officeDocument/2006/relationships/audio" Target="../media/audio1.bin"/></Relationships>
</file>

<file path=ppt/slideLayouts/_rels/slideLayout20.xml.rels><?xml version="1.0" encoding="UTF-8" standalone="yes"?>
<Relationships xmlns="http://schemas.openxmlformats.org/package/2006/relationships"><Relationship Id="rId2" Type="http://schemas.openxmlformats.org/officeDocument/2006/relationships/slideMaster" Target="../slideMasters/slideMaster2.xml"/><Relationship Id="rId1" Type="http://schemas.openxmlformats.org/officeDocument/2006/relationships/audio" Target="../media/audio1.bin"/></Relationships>
</file>

<file path=ppt/slideLayouts/_rels/slideLayout21.xml.rels><?xml version="1.0" encoding="UTF-8" standalone="yes"?>
<Relationships xmlns="http://schemas.openxmlformats.org/package/2006/relationships"><Relationship Id="rId2" Type="http://schemas.openxmlformats.org/officeDocument/2006/relationships/slideMaster" Target="../slideMasters/slideMaster2.xml"/><Relationship Id="rId1" Type="http://schemas.openxmlformats.org/officeDocument/2006/relationships/audio" Target="../media/audio1.bin"/></Relationships>
</file>

<file path=ppt/slideLayouts/_rels/slideLayout22.xml.rels><?xml version="1.0" encoding="UTF-8" standalone="yes"?>
<Relationships xmlns="http://schemas.openxmlformats.org/package/2006/relationships"><Relationship Id="rId2" Type="http://schemas.openxmlformats.org/officeDocument/2006/relationships/slideMaster" Target="../slideMasters/slideMaster2.xml"/><Relationship Id="rId1" Type="http://schemas.openxmlformats.org/officeDocument/2006/relationships/audio" Target="../media/audio1.bin"/></Relationships>
</file>

<file path=ppt/slideLayouts/_rels/slideLayout23.xml.rels><?xml version="1.0" encoding="UTF-8" standalone="yes"?>
<Relationships xmlns="http://schemas.openxmlformats.org/package/2006/relationships"><Relationship Id="rId2" Type="http://schemas.openxmlformats.org/officeDocument/2006/relationships/slideMaster" Target="../slideMasters/slideMaster2.xml"/><Relationship Id="rId1" Type="http://schemas.openxmlformats.org/officeDocument/2006/relationships/audio" Target="../media/audio1.bin"/></Relationships>
</file>

<file path=ppt/slideLayouts/_rels/slideLayout24.xml.rels><?xml version="1.0" encoding="UTF-8" standalone="yes"?>
<Relationships xmlns="http://schemas.openxmlformats.org/package/2006/relationships"><Relationship Id="rId2" Type="http://schemas.openxmlformats.org/officeDocument/2006/relationships/slideMaster" Target="../slideMasters/slideMaster2.xml"/><Relationship Id="rId1" Type="http://schemas.openxmlformats.org/officeDocument/2006/relationships/audio" Target="../media/audio1.bin"/></Relationships>
</file>

<file path=ppt/slideLayouts/_rels/slideLayout25.xml.rels><?xml version="1.0" encoding="UTF-8" standalone="yes"?>
<Relationships xmlns="http://schemas.openxmlformats.org/package/2006/relationships"><Relationship Id="rId2" Type="http://schemas.openxmlformats.org/officeDocument/2006/relationships/slideMaster" Target="../slideMasters/slideMaster2.xml"/><Relationship Id="rId1" Type="http://schemas.openxmlformats.org/officeDocument/2006/relationships/audio" Target="../media/audio1.bin"/></Relationships>
</file>

<file path=ppt/slideLayouts/_rels/slideLayout26.xml.rels><?xml version="1.0" encoding="UTF-8" standalone="yes"?>
<Relationships xmlns="http://schemas.openxmlformats.org/package/2006/relationships"><Relationship Id="rId2" Type="http://schemas.openxmlformats.org/officeDocument/2006/relationships/slideMaster" Target="../slideMasters/slideMaster3.xml"/><Relationship Id="rId1" Type="http://schemas.openxmlformats.org/officeDocument/2006/relationships/audio" Target="../media/audio1.bin"/></Relationships>
</file>

<file path=ppt/slideLayouts/_rels/slideLayout27.xml.rels><?xml version="1.0" encoding="UTF-8" standalone="yes"?>
<Relationships xmlns="http://schemas.openxmlformats.org/package/2006/relationships"><Relationship Id="rId2" Type="http://schemas.openxmlformats.org/officeDocument/2006/relationships/slideMaster" Target="../slideMasters/slideMaster3.xml"/><Relationship Id="rId1" Type="http://schemas.openxmlformats.org/officeDocument/2006/relationships/audio" Target="../media/audio1.bin"/></Relationships>
</file>

<file path=ppt/slideLayouts/_rels/slideLayout28.xml.rels><?xml version="1.0" encoding="UTF-8" standalone="yes"?>
<Relationships xmlns="http://schemas.openxmlformats.org/package/2006/relationships"><Relationship Id="rId2" Type="http://schemas.openxmlformats.org/officeDocument/2006/relationships/slideMaster" Target="../slideMasters/slideMaster3.xml"/><Relationship Id="rId1" Type="http://schemas.openxmlformats.org/officeDocument/2006/relationships/audio" Target="../media/audio1.bin"/></Relationships>
</file>

<file path=ppt/slideLayouts/_rels/slideLayout29.xml.rels><?xml version="1.0" encoding="UTF-8" standalone="yes"?>
<Relationships xmlns="http://schemas.openxmlformats.org/package/2006/relationships"><Relationship Id="rId2" Type="http://schemas.openxmlformats.org/officeDocument/2006/relationships/slideMaster" Target="../slideMasters/slideMaster3.xml"/><Relationship Id="rId1" Type="http://schemas.openxmlformats.org/officeDocument/2006/relationships/audio" Target="../media/audio1.bin"/></Relationships>
</file>

<file path=ppt/slideLayouts/_rels/slideLayout30.xml.rels><?xml version="1.0" encoding="UTF-8" standalone="yes"?>
<Relationships xmlns="http://schemas.openxmlformats.org/package/2006/relationships"><Relationship Id="rId3" Type="http://schemas.openxmlformats.org/officeDocument/2006/relationships/image" Target="../media/image1.emf"/><Relationship Id="rId2" Type="http://schemas.openxmlformats.org/officeDocument/2006/relationships/slideMaster" Target="../slideMasters/slideMaster3.xml"/><Relationship Id="rId1" Type="http://schemas.openxmlformats.org/officeDocument/2006/relationships/audio" Target="../media/audio1.bin"/></Relationships>
</file>

<file path=ppt/slideLayouts/_rels/slideLayout31.xml.rels><?xml version="1.0" encoding="UTF-8" standalone="yes"?>
<Relationships xmlns="http://schemas.openxmlformats.org/package/2006/relationships"><Relationship Id="rId2" Type="http://schemas.openxmlformats.org/officeDocument/2006/relationships/slideMaster" Target="../slideMasters/slideMaster3.xml"/><Relationship Id="rId1" Type="http://schemas.openxmlformats.org/officeDocument/2006/relationships/audio" Target="../media/audio1.bin"/></Relationships>
</file>

<file path=ppt/slideLayouts/_rels/slideLayout32.xml.rels><?xml version="1.0" encoding="UTF-8" standalone="yes"?>
<Relationships xmlns="http://schemas.openxmlformats.org/package/2006/relationships"><Relationship Id="rId2" Type="http://schemas.openxmlformats.org/officeDocument/2006/relationships/slideMaster" Target="../slideMasters/slideMaster3.xml"/><Relationship Id="rId1" Type="http://schemas.openxmlformats.org/officeDocument/2006/relationships/audio" Target="../media/audio1.bin"/></Relationships>
</file>

<file path=ppt/slideLayouts/_rels/slideLayout33.xml.rels><?xml version="1.0" encoding="UTF-8" standalone="yes"?>
<Relationships xmlns="http://schemas.openxmlformats.org/package/2006/relationships"><Relationship Id="rId2" Type="http://schemas.openxmlformats.org/officeDocument/2006/relationships/slideMaster" Target="../slideMasters/slideMaster3.xml"/><Relationship Id="rId1" Type="http://schemas.openxmlformats.org/officeDocument/2006/relationships/audio" Target="../media/audio1.bin"/></Relationships>
</file>

<file path=ppt/slideLayouts/_rels/slideLayout34.xml.rels><?xml version="1.0" encoding="UTF-8" standalone="yes"?>
<Relationships xmlns="http://schemas.openxmlformats.org/package/2006/relationships"><Relationship Id="rId2" Type="http://schemas.openxmlformats.org/officeDocument/2006/relationships/slideMaster" Target="../slideMasters/slideMaster3.xml"/><Relationship Id="rId1" Type="http://schemas.openxmlformats.org/officeDocument/2006/relationships/audio" Target="../media/audio1.bin"/></Relationships>
</file>

<file path=ppt/slideLayouts/_rels/slideLayout35.xml.rels><?xml version="1.0" encoding="UTF-8" standalone="yes"?>
<Relationships xmlns="http://schemas.openxmlformats.org/package/2006/relationships"><Relationship Id="rId2" Type="http://schemas.openxmlformats.org/officeDocument/2006/relationships/slideMaster" Target="../slideMasters/slideMaster3.xml"/><Relationship Id="rId1" Type="http://schemas.openxmlformats.org/officeDocument/2006/relationships/audio" Target="../media/audio1.bin"/></Relationships>
</file>

<file path=ppt/slideLayouts/_rels/slideLayout36.xml.rels><?xml version="1.0" encoding="UTF-8" standalone="yes"?>
<Relationships xmlns="http://schemas.openxmlformats.org/package/2006/relationships"><Relationship Id="rId2" Type="http://schemas.openxmlformats.org/officeDocument/2006/relationships/slideMaster" Target="../slideMasters/slideMaster3.xml"/><Relationship Id="rId1" Type="http://schemas.openxmlformats.org/officeDocument/2006/relationships/audio" Target="../media/audio1.bin"/></Relationships>
</file>

<file path=ppt/slideLayouts/_rels/slideLayout37.xml.rels><?xml version="1.0" encoding="UTF-8" standalone="yes"?>
<Relationships xmlns="http://schemas.openxmlformats.org/package/2006/relationships"><Relationship Id="rId2" Type="http://schemas.openxmlformats.org/officeDocument/2006/relationships/slideMaster" Target="../slideMasters/slideMaster3.xml"/><Relationship Id="rId1" Type="http://schemas.openxmlformats.org/officeDocument/2006/relationships/audio" Target="../media/audio1.bin"/></Relationships>
</file>

<file path=ppt/slideLayouts/_rels/slideLayout38.xml.rels><?xml version="1.0" encoding="UTF-8" standalone="yes"?>
<Relationships xmlns="http://schemas.openxmlformats.org/package/2006/relationships"><Relationship Id="rId2" Type="http://schemas.openxmlformats.org/officeDocument/2006/relationships/slideMaster" Target="../slideMasters/slideMaster3.xml"/><Relationship Id="rId1" Type="http://schemas.openxmlformats.org/officeDocument/2006/relationships/audio" Target="../media/audio1.bin"/></Relationships>
</file>

<file path=ppt/slideLayouts/_rels/slideLayout39.xml.rels><?xml version="1.0" encoding="UTF-8" standalone="yes"?>
<Relationships xmlns="http://schemas.openxmlformats.org/package/2006/relationships"><Relationship Id="rId2" Type="http://schemas.openxmlformats.org/officeDocument/2006/relationships/slideMaster" Target="../slideMasters/slideMaster4.xml"/><Relationship Id="rId1" Type="http://schemas.openxmlformats.org/officeDocument/2006/relationships/audio" Target="../media/audio1.bin"/></Relationships>
</file>

<file path=ppt/slideLayouts/_rels/slideLayout40.xml.rels><?xml version="1.0" encoding="UTF-8" standalone="yes"?>
<Relationships xmlns="http://schemas.openxmlformats.org/package/2006/relationships"><Relationship Id="rId2" Type="http://schemas.openxmlformats.org/officeDocument/2006/relationships/slideMaster" Target="../slideMasters/slideMaster4.xml"/><Relationship Id="rId1" Type="http://schemas.openxmlformats.org/officeDocument/2006/relationships/audio" Target="../media/audio1.bin"/></Relationships>
</file>

<file path=ppt/slideLayouts/_rels/slideLayout41.xml.rels><?xml version="1.0" encoding="UTF-8" standalone="yes"?>
<Relationships xmlns="http://schemas.openxmlformats.org/package/2006/relationships"><Relationship Id="rId2" Type="http://schemas.openxmlformats.org/officeDocument/2006/relationships/slideMaster" Target="../slideMasters/slideMaster4.xml"/><Relationship Id="rId1" Type="http://schemas.openxmlformats.org/officeDocument/2006/relationships/audio" Target="../media/audio1.bin"/></Relationships>
</file>

<file path=ppt/slideLayouts/_rels/slideLayout42.xml.rels><?xml version="1.0" encoding="UTF-8" standalone="yes"?>
<Relationships xmlns="http://schemas.openxmlformats.org/package/2006/relationships"><Relationship Id="rId2" Type="http://schemas.openxmlformats.org/officeDocument/2006/relationships/slideMaster" Target="../slideMasters/slideMaster4.xml"/><Relationship Id="rId1" Type="http://schemas.openxmlformats.org/officeDocument/2006/relationships/audio" Target="../media/audio1.bin"/></Relationships>
</file>

<file path=ppt/slideLayouts/_rels/slideLayout43.xml.rels><?xml version="1.0" encoding="UTF-8" standalone="yes"?>
<Relationships xmlns="http://schemas.openxmlformats.org/package/2006/relationships"><Relationship Id="rId3" Type="http://schemas.openxmlformats.org/officeDocument/2006/relationships/image" Target="../media/image1.emf"/><Relationship Id="rId2" Type="http://schemas.openxmlformats.org/officeDocument/2006/relationships/slideMaster" Target="../slideMasters/slideMaster4.xml"/><Relationship Id="rId1" Type="http://schemas.openxmlformats.org/officeDocument/2006/relationships/audio" Target="../media/audio1.bin"/></Relationships>
</file>

<file path=ppt/slideLayouts/_rels/slideLayout44.xml.rels><?xml version="1.0" encoding="UTF-8" standalone="yes"?>
<Relationships xmlns="http://schemas.openxmlformats.org/package/2006/relationships"><Relationship Id="rId2" Type="http://schemas.openxmlformats.org/officeDocument/2006/relationships/slideMaster" Target="../slideMasters/slideMaster4.xml"/><Relationship Id="rId1" Type="http://schemas.openxmlformats.org/officeDocument/2006/relationships/audio" Target="../media/audio1.bin"/></Relationships>
</file>

<file path=ppt/slideLayouts/_rels/slideLayout45.xml.rels><?xml version="1.0" encoding="UTF-8" standalone="yes"?>
<Relationships xmlns="http://schemas.openxmlformats.org/package/2006/relationships"><Relationship Id="rId2" Type="http://schemas.openxmlformats.org/officeDocument/2006/relationships/slideMaster" Target="../slideMasters/slideMaster4.xml"/><Relationship Id="rId1" Type="http://schemas.openxmlformats.org/officeDocument/2006/relationships/audio" Target="../media/audio1.bin"/></Relationships>
</file>

<file path=ppt/slideLayouts/_rels/slideLayout46.xml.rels><?xml version="1.0" encoding="UTF-8" standalone="yes"?>
<Relationships xmlns="http://schemas.openxmlformats.org/package/2006/relationships"><Relationship Id="rId2" Type="http://schemas.openxmlformats.org/officeDocument/2006/relationships/slideMaster" Target="../slideMasters/slideMaster4.xml"/><Relationship Id="rId1" Type="http://schemas.openxmlformats.org/officeDocument/2006/relationships/audio" Target="../media/audio1.bin"/></Relationships>
</file>

<file path=ppt/slideLayouts/_rels/slideLayout47.xml.rels><?xml version="1.0" encoding="UTF-8" standalone="yes"?>
<Relationships xmlns="http://schemas.openxmlformats.org/package/2006/relationships"><Relationship Id="rId2" Type="http://schemas.openxmlformats.org/officeDocument/2006/relationships/slideMaster" Target="../slideMasters/slideMaster4.xml"/><Relationship Id="rId1" Type="http://schemas.openxmlformats.org/officeDocument/2006/relationships/audio" Target="../media/audio1.bin"/></Relationships>
</file>

<file path=ppt/slideLayouts/_rels/slideLayout48.xml.rels><?xml version="1.0" encoding="UTF-8" standalone="yes"?>
<Relationships xmlns="http://schemas.openxmlformats.org/package/2006/relationships"><Relationship Id="rId2" Type="http://schemas.openxmlformats.org/officeDocument/2006/relationships/slideMaster" Target="../slideMasters/slideMaster4.xml"/><Relationship Id="rId1" Type="http://schemas.openxmlformats.org/officeDocument/2006/relationships/audio" Target="../media/audio1.bin"/></Relationships>
</file>

<file path=ppt/slideLayouts/_rels/slideLayout49.xml.rels><?xml version="1.0" encoding="UTF-8" standalone="yes"?>
<Relationships xmlns="http://schemas.openxmlformats.org/package/2006/relationships"><Relationship Id="rId2" Type="http://schemas.openxmlformats.org/officeDocument/2006/relationships/slideMaster" Target="../slideMasters/slideMaster4.xml"/><Relationship Id="rId1" Type="http://schemas.openxmlformats.org/officeDocument/2006/relationships/audio" Target="../media/audio1.bin"/></Relationships>
</file>

<file path=ppt/slideLayouts/_rels/slideLayout50.xml.rels><?xml version="1.0" encoding="UTF-8" standalone="yes"?>
<Relationships xmlns="http://schemas.openxmlformats.org/package/2006/relationships"><Relationship Id="rId2" Type="http://schemas.openxmlformats.org/officeDocument/2006/relationships/slideMaster" Target="../slideMasters/slideMaster4.xml"/><Relationship Id="rId1" Type="http://schemas.openxmlformats.org/officeDocument/2006/relationships/audio" Target="../media/audio1.bin"/></Relationships>
</file>

<file path=ppt/slideLayouts/_rels/slideLayout51.xml.rels><?xml version="1.0" encoding="UTF-8" standalone="yes"?>
<Relationships xmlns="http://schemas.openxmlformats.org/package/2006/relationships"><Relationship Id="rId2" Type="http://schemas.openxmlformats.org/officeDocument/2006/relationships/slideMaster" Target="../slideMasters/slideMaster4.xml"/><Relationship Id="rId1" Type="http://schemas.openxmlformats.org/officeDocument/2006/relationships/audio" Target="../media/audio1.bin"/></Relationships>
</file>

<file path=ppt/slideLayouts/_rels/slideLayout52.xml.rels><?xml version="1.0" encoding="UTF-8" standalone="yes"?>
<Relationships xmlns="http://schemas.openxmlformats.org/package/2006/relationships"><Relationship Id="rId2" Type="http://schemas.openxmlformats.org/officeDocument/2006/relationships/slideMaster" Target="../slideMasters/slideMaster5.xml"/><Relationship Id="rId1" Type="http://schemas.openxmlformats.org/officeDocument/2006/relationships/audio" Target="../media/audio1.bin"/></Relationships>
</file>

<file path=ppt/slideLayouts/_rels/slideLayout53.xml.rels><?xml version="1.0" encoding="UTF-8" standalone="yes"?>
<Relationships xmlns="http://schemas.openxmlformats.org/package/2006/relationships"><Relationship Id="rId2" Type="http://schemas.openxmlformats.org/officeDocument/2006/relationships/slideMaster" Target="../slideMasters/slideMaster5.xml"/><Relationship Id="rId1" Type="http://schemas.openxmlformats.org/officeDocument/2006/relationships/audio" Target="../media/audio1.bin"/></Relationships>
</file>

<file path=ppt/slideLayouts/_rels/slideLayout54.xml.rels><?xml version="1.0" encoding="UTF-8" standalone="yes"?>
<Relationships xmlns="http://schemas.openxmlformats.org/package/2006/relationships"><Relationship Id="rId2" Type="http://schemas.openxmlformats.org/officeDocument/2006/relationships/slideMaster" Target="../slideMasters/slideMaster5.xml"/><Relationship Id="rId1" Type="http://schemas.openxmlformats.org/officeDocument/2006/relationships/audio" Target="../media/audio1.bin"/></Relationships>
</file>

<file path=ppt/slideLayouts/_rels/slideLayout55.xml.rels><?xml version="1.0" encoding="UTF-8" standalone="yes"?>
<Relationships xmlns="http://schemas.openxmlformats.org/package/2006/relationships"><Relationship Id="rId2" Type="http://schemas.openxmlformats.org/officeDocument/2006/relationships/slideMaster" Target="../slideMasters/slideMaster5.xml"/><Relationship Id="rId1" Type="http://schemas.openxmlformats.org/officeDocument/2006/relationships/audio" Target="../media/audio1.bin"/></Relationships>
</file>

<file path=ppt/slideLayouts/_rels/slideLayout56.xml.rels><?xml version="1.0" encoding="UTF-8" standalone="yes"?>
<Relationships xmlns="http://schemas.openxmlformats.org/package/2006/relationships"><Relationship Id="rId3" Type="http://schemas.openxmlformats.org/officeDocument/2006/relationships/image" Target="../media/image1.emf"/><Relationship Id="rId2" Type="http://schemas.openxmlformats.org/officeDocument/2006/relationships/slideMaster" Target="../slideMasters/slideMaster5.xml"/><Relationship Id="rId1" Type="http://schemas.openxmlformats.org/officeDocument/2006/relationships/audio" Target="../media/audio1.bin"/></Relationships>
</file>

<file path=ppt/slideLayouts/_rels/slideLayout57.xml.rels><?xml version="1.0" encoding="UTF-8" standalone="yes"?>
<Relationships xmlns="http://schemas.openxmlformats.org/package/2006/relationships"><Relationship Id="rId2" Type="http://schemas.openxmlformats.org/officeDocument/2006/relationships/slideMaster" Target="../slideMasters/slideMaster5.xml"/><Relationship Id="rId1" Type="http://schemas.openxmlformats.org/officeDocument/2006/relationships/audio" Target="../media/audio1.bin"/></Relationships>
</file>

<file path=ppt/slideLayouts/_rels/slideLayout58.xml.rels><?xml version="1.0" encoding="UTF-8" standalone="yes"?>
<Relationships xmlns="http://schemas.openxmlformats.org/package/2006/relationships"><Relationship Id="rId2" Type="http://schemas.openxmlformats.org/officeDocument/2006/relationships/slideMaster" Target="../slideMasters/slideMaster5.xml"/><Relationship Id="rId1" Type="http://schemas.openxmlformats.org/officeDocument/2006/relationships/audio" Target="../media/audio1.bin"/></Relationships>
</file>

<file path=ppt/slideLayouts/_rels/slideLayout59.xml.rels><?xml version="1.0" encoding="UTF-8" standalone="yes"?>
<Relationships xmlns="http://schemas.openxmlformats.org/package/2006/relationships"><Relationship Id="rId2" Type="http://schemas.openxmlformats.org/officeDocument/2006/relationships/slideMaster" Target="../slideMasters/slideMaster5.xml"/><Relationship Id="rId1" Type="http://schemas.openxmlformats.org/officeDocument/2006/relationships/audio" Target="../media/audio1.bin"/></Relationships>
</file>

<file path=ppt/slideLayouts/_rels/slideLayout60.xml.rels><?xml version="1.0" encoding="UTF-8" standalone="yes"?>
<Relationships xmlns="http://schemas.openxmlformats.org/package/2006/relationships"><Relationship Id="rId2" Type="http://schemas.openxmlformats.org/officeDocument/2006/relationships/slideMaster" Target="../slideMasters/slideMaster5.xml"/><Relationship Id="rId1" Type="http://schemas.openxmlformats.org/officeDocument/2006/relationships/audio" Target="../media/audio1.bin"/></Relationships>
</file>

<file path=ppt/slideLayouts/_rels/slideLayout61.xml.rels><?xml version="1.0" encoding="UTF-8" standalone="yes"?>
<Relationships xmlns="http://schemas.openxmlformats.org/package/2006/relationships"><Relationship Id="rId2" Type="http://schemas.openxmlformats.org/officeDocument/2006/relationships/slideMaster" Target="../slideMasters/slideMaster5.xml"/><Relationship Id="rId1" Type="http://schemas.openxmlformats.org/officeDocument/2006/relationships/audio" Target="../media/audio1.bin"/></Relationships>
</file>

<file path=ppt/slideLayouts/_rels/slideLayout62.xml.rels><?xml version="1.0" encoding="UTF-8" standalone="yes"?>
<Relationships xmlns="http://schemas.openxmlformats.org/package/2006/relationships"><Relationship Id="rId2" Type="http://schemas.openxmlformats.org/officeDocument/2006/relationships/slideMaster" Target="../slideMasters/slideMaster5.xml"/><Relationship Id="rId1" Type="http://schemas.openxmlformats.org/officeDocument/2006/relationships/audio" Target="../media/audio1.bin"/></Relationships>
</file>

<file path=ppt/slideLayouts/_rels/slideLayout63.xml.rels><?xml version="1.0" encoding="UTF-8" standalone="yes"?>
<Relationships xmlns="http://schemas.openxmlformats.org/package/2006/relationships"><Relationship Id="rId2" Type="http://schemas.openxmlformats.org/officeDocument/2006/relationships/slideMaster" Target="../slideMasters/slideMaster5.xml"/><Relationship Id="rId1" Type="http://schemas.openxmlformats.org/officeDocument/2006/relationships/audio" Target="../media/audio1.bin"/></Relationships>
</file>

<file path=ppt/slideLayouts/_rels/slideLayout64.xml.rels><?xml version="1.0" encoding="UTF-8" standalone="yes"?>
<Relationships xmlns="http://schemas.openxmlformats.org/package/2006/relationships"><Relationship Id="rId2" Type="http://schemas.openxmlformats.org/officeDocument/2006/relationships/slideMaster" Target="../slideMasters/slideMaster5.xml"/><Relationship Id="rId1" Type="http://schemas.openxmlformats.org/officeDocument/2006/relationships/audio" Target="../media/audio1.bin"/></Relationships>
</file>

<file path=ppt/slideLayouts/_rels/slideLayout65.xml.rels><?xml version="1.0" encoding="UTF-8" standalone="yes"?>
<Relationships xmlns="http://schemas.openxmlformats.org/package/2006/relationships"><Relationship Id="rId2" Type="http://schemas.openxmlformats.org/officeDocument/2006/relationships/slideMaster" Target="../slideMasters/slideMaster6.xml"/><Relationship Id="rId1" Type="http://schemas.openxmlformats.org/officeDocument/2006/relationships/audio" Target="../media/audio1.bin"/></Relationships>
</file>

<file path=ppt/slideLayouts/_rels/slideLayout66.xml.rels><?xml version="1.0" encoding="UTF-8" standalone="yes"?>
<Relationships xmlns="http://schemas.openxmlformats.org/package/2006/relationships"><Relationship Id="rId2" Type="http://schemas.openxmlformats.org/officeDocument/2006/relationships/slideMaster" Target="../slideMasters/slideMaster6.xml"/><Relationship Id="rId1" Type="http://schemas.openxmlformats.org/officeDocument/2006/relationships/audio" Target="../media/audio1.bin"/></Relationships>
</file>

<file path=ppt/slideLayouts/_rels/slideLayout67.xml.rels><?xml version="1.0" encoding="UTF-8" standalone="yes"?>
<Relationships xmlns="http://schemas.openxmlformats.org/package/2006/relationships"><Relationship Id="rId2" Type="http://schemas.openxmlformats.org/officeDocument/2006/relationships/slideMaster" Target="../slideMasters/slideMaster6.xml"/><Relationship Id="rId1" Type="http://schemas.openxmlformats.org/officeDocument/2006/relationships/audio" Target="../media/audio1.bin"/></Relationships>
</file>

<file path=ppt/slideLayouts/_rels/slideLayout68.xml.rels><?xml version="1.0" encoding="UTF-8" standalone="yes"?>
<Relationships xmlns="http://schemas.openxmlformats.org/package/2006/relationships"><Relationship Id="rId2" Type="http://schemas.openxmlformats.org/officeDocument/2006/relationships/slideMaster" Target="../slideMasters/slideMaster6.xml"/><Relationship Id="rId1" Type="http://schemas.openxmlformats.org/officeDocument/2006/relationships/audio" Target="../media/audio1.bin"/></Relationships>
</file>

<file path=ppt/slideLayouts/_rels/slideLayout69.xml.rels><?xml version="1.0" encoding="UTF-8" standalone="yes"?>
<Relationships xmlns="http://schemas.openxmlformats.org/package/2006/relationships"><Relationship Id="rId3" Type="http://schemas.openxmlformats.org/officeDocument/2006/relationships/image" Target="../media/image1.emf"/><Relationship Id="rId2" Type="http://schemas.openxmlformats.org/officeDocument/2006/relationships/slideMaster" Target="../slideMasters/slideMaster6.xml"/><Relationship Id="rId1" Type="http://schemas.openxmlformats.org/officeDocument/2006/relationships/audio" Target="../media/audio1.bin"/></Relationships>
</file>

<file path=ppt/slideLayouts/_rels/slideLayout70.xml.rels><?xml version="1.0" encoding="UTF-8" standalone="yes"?>
<Relationships xmlns="http://schemas.openxmlformats.org/package/2006/relationships"><Relationship Id="rId2" Type="http://schemas.openxmlformats.org/officeDocument/2006/relationships/slideMaster" Target="../slideMasters/slideMaster6.xml"/><Relationship Id="rId1" Type="http://schemas.openxmlformats.org/officeDocument/2006/relationships/audio" Target="../media/audio1.bin"/></Relationships>
</file>

<file path=ppt/slideLayouts/_rels/slideLayout71.xml.rels><?xml version="1.0" encoding="UTF-8" standalone="yes"?>
<Relationships xmlns="http://schemas.openxmlformats.org/package/2006/relationships"><Relationship Id="rId2" Type="http://schemas.openxmlformats.org/officeDocument/2006/relationships/slideMaster" Target="../slideMasters/slideMaster6.xml"/><Relationship Id="rId1" Type="http://schemas.openxmlformats.org/officeDocument/2006/relationships/audio" Target="../media/audio1.bin"/></Relationships>
</file>

<file path=ppt/slideLayouts/_rels/slideLayout72.xml.rels><?xml version="1.0" encoding="UTF-8" standalone="yes"?>
<Relationships xmlns="http://schemas.openxmlformats.org/package/2006/relationships"><Relationship Id="rId2" Type="http://schemas.openxmlformats.org/officeDocument/2006/relationships/slideMaster" Target="../slideMasters/slideMaster6.xml"/><Relationship Id="rId1" Type="http://schemas.openxmlformats.org/officeDocument/2006/relationships/audio" Target="../media/audio1.bin"/></Relationships>
</file>

<file path=ppt/slideLayouts/_rels/slideLayout73.xml.rels><?xml version="1.0" encoding="UTF-8" standalone="yes"?>
<Relationships xmlns="http://schemas.openxmlformats.org/package/2006/relationships"><Relationship Id="rId2" Type="http://schemas.openxmlformats.org/officeDocument/2006/relationships/slideMaster" Target="../slideMasters/slideMaster6.xml"/><Relationship Id="rId1" Type="http://schemas.openxmlformats.org/officeDocument/2006/relationships/audio" Target="../media/audio1.bin"/></Relationships>
</file>

<file path=ppt/slideLayouts/_rels/slideLayout74.xml.rels><?xml version="1.0" encoding="UTF-8" standalone="yes"?>
<Relationships xmlns="http://schemas.openxmlformats.org/package/2006/relationships"><Relationship Id="rId2" Type="http://schemas.openxmlformats.org/officeDocument/2006/relationships/slideMaster" Target="../slideMasters/slideMaster6.xml"/><Relationship Id="rId1" Type="http://schemas.openxmlformats.org/officeDocument/2006/relationships/audio" Target="../media/audio1.bin"/></Relationships>
</file>

<file path=ppt/slideLayouts/_rels/slideLayout75.xml.rels><?xml version="1.0" encoding="UTF-8" standalone="yes"?>
<Relationships xmlns="http://schemas.openxmlformats.org/package/2006/relationships"><Relationship Id="rId2" Type="http://schemas.openxmlformats.org/officeDocument/2006/relationships/slideMaster" Target="../slideMasters/slideMaster6.xml"/><Relationship Id="rId1" Type="http://schemas.openxmlformats.org/officeDocument/2006/relationships/audio" Target="../media/audio1.bin"/></Relationships>
</file>

<file path=ppt/slideLayouts/_rels/slideLayout76.xml.rels><?xml version="1.0" encoding="UTF-8" standalone="yes"?>
<Relationships xmlns="http://schemas.openxmlformats.org/package/2006/relationships"><Relationship Id="rId2" Type="http://schemas.openxmlformats.org/officeDocument/2006/relationships/slideMaster" Target="../slideMasters/slideMaster6.xml"/><Relationship Id="rId1" Type="http://schemas.openxmlformats.org/officeDocument/2006/relationships/audio" Target="../media/audio1.bin"/></Relationships>
</file>

<file path=ppt/slideLayouts/_rels/slideLayout77.xml.rels><?xml version="1.0" encoding="UTF-8" standalone="yes"?>
<Relationships xmlns="http://schemas.openxmlformats.org/package/2006/relationships"><Relationship Id="rId2" Type="http://schemas.openxmlformats.org/officeDocument/2006/relationships/slideMaster" Target="../slideMasters/slideMaster6.xml"/><Relationship Id="rId1" Type="http://schemas.openxmlformats.org/officeDocument/2006/relationships/audio" Target="../media/audio1.bin"/></Relationships>
</file>

<file path=ppt/slideLayouts/_rels/slideLayout78.xml.rels><?xml version="1.0" encoding="UTF-8" standalone="yes"?>
<Relationships xmlns="http://schemas.openxmlformats.org/package/2006/relationships"><Relationship Id="rId2" Type="http://schemas.openxmlformats.org/officeDocument/2006/relationships/slideMaster" Target="../slideMasters/slideMaster7.xml"/><Relationship Id="rId1" Type="http://schemas.openxmlformats.org/officeDocument/2006/relationships/audio" Target="../media/audio1.bin"/></Relationships>
</file>

<file path=ppt/slideLayouts/_rels/slideLayout79.xml.rels><?xml version="1.0" encoding="UTF-8" standalone="yes"?>
<Relationships xmlns="http://schemas.openxmlformats.org/package/2006/relationships"><Relationship Id="rId2" Type="http://schemas.openxmlformats.org/officeDocument/2006/relationships/slideMaster" Target="../slideMasters/slideMaster7.xml"/><Relationship Id="rId1" Type="http://schemas.openxmlformats.org/officeDocument/2006/relationships/audio" Target="../media/audio1.bin"/></Relationships>
</file>

<file path=ppt/slideLayouts/_rels/slideLayout80.xml.rels><?xml version="1.0" encoding="UTF-8" standalone="yes"?>
<Relationships xmlns="http://schemas.openxmlformats.org/package/2006/relationships"><Relationship Id="rId2" Type="http://schemas.openxmlformats.org/officeDocument/2006/relationships/slideMaster" Target="../slideMasters/slideMaster7.xml"/><Relationship Id="rId1" Type="http://schemas.openxmlformats.org/officeDocument/2006/relationships/audio" Target="../media/audio1.bin"/></Relationships>
</file>

<file path=ppt/slideLayouts/_rels/slideLayout81.xml.rels><?xml version="1.0" encoding="UTF-8" standalone="yes"?>
<Relationships xmlns="http://schemas.openxmlformats.org/package/2006/relationships"><Relationship Id="rId2" Type="http://schemas.openxmlformats.org/officeDocument/2006/relationships/slideMaster" Target="../slideMasters/slideMaster7.xml"/><Relationship Id="rId1" Type="http://schemas.openxmlformats.org/officeDocument/2006/relationships/audio" Target="../media/audio1.bin"/></Relationships>
</file>

<file path=ppt/slideLayouts/_rels/slideLayout82.xml.rels><?xml version="1.0" encoding="UTF-8" standalone="yes"?>
<Relationships xmlns="http://schemas.openxmlformats.org/package/2006/relationships"><Relationship Id="rId3" Type="http://schemas.openxmlformats.org/officeDocument/2006/relationships/image" Target="../media/image1.emf"/><Relationship Id="rId2" Type="http://schemas.openxmlformats.org/officeDocument/2006/relationships/slideMaster" Target="../slideMasters/slideMaster7.xml"/><Relationship Id="rId1" Type="http://schemas.openxmlformats.org/officeDocument/2006/relationships/audio" Target="../media/audio1.bin"/></Relationships>
</file>

<file path=ppt/slideLayouts/_rels/slideLayout83.xml.rels><?xml version="1.0" encoding="UTF-8" standalone="yes"?>
<Relationships xmlns="http://schemas.openxmlformats.org/package/2006/relationships"><Relationship Id="rId2" Type="http://schemas.openxmlformats.org/officeDocument/2006/relationships/slideMaster" Target="../slideMasters/slideMaster7.xml"/><Relationship Id="rId1" Type="http://schemas.openxmlformats.org/officeDocument/2006/relationships/audio" Target="../media/audio1.bin"/></Relationships>
</file>

<file path=ppt/slideLayouts/_rels/slideLayout84.xml.rels><?xml version="1.0" encoding="UTF-8" standalone="yes"?>
<Relationships xmlns="http://schemas.openxmlformats.org/package/2006/relationships"><Relationship Id="rId2" Type="http://schemas.openxmlformats.org/officeDocument/2006/relationships/slideMaster" Target="../slideMasters/slideMaster7.xml"/><Relationship Id="rId1" Type="http://schemas.openxmlformats.org/officeDocument/2006/relationships/audio" Target="../media/audio1.bin"/></Relationships>
</file>

<file path=ppt/slideLayouts/_rels/slideLayout85.xml.rels><?xml version="1.0" encoding="UTF-8" standalone="yes"?>
<Relationships xmlns="http://schemas.openxmlformats.org/package/2006/relationships"><Relationship Id="rId2" Type="http://schemas.openxmlformats.org/officeDocument/2006/relationships/slideMaster" Target="../slideMasters/slideMaster7.xml"/><Relationship Id="rId1" Type="http://schemas.openxmlformats.org/officeDocument/2006/relationships/audio" Target="../media/audio1.bin"/></Relationships>
</file>

<file path=ppt/slideLayouts/_rels/slideLayout86.xml.rels><?xml version="1.0" encoding="UTF-8" standalone="yes"?>
<Relationships xmlns="http://schemas.openxmlformats.org/package/2006/relationships"><Relationship Id="rId2" Type="http://schemas.openxmlformats.org/officeDocument/2006/relationships/slideMaster" Target="../slideMasters/slideMaster7.xml"/><Relationship Id="rId1" Type="http://schemas.openxmlformats.org/officeDocument/2006/relationships/audio" Target="../media/audio1.bin"/></Relationships>
</file>

<file path=ppt/slideLayouts/_rels/slideLayout87.xml.rels><?xml version="1.0" encoding="UTF-8" standalone="yes"?>
<Relationships xmlns="http://schemas.openxmlformats.org/package/2006/relationships"><Relationship Id="rId2" Type="http://schemas.openxmlformats.org/officeDocument/2006/relationships/slideMaster" Target="../slideMasters/slideMaster7.xml"/><Relationship Id="rId1" Type="http://schemas.openxmlformats.org/officeDocument/2006/relationships/audio" Target="../media/audio1.bin"/></Relationships>
</file>

<file path=ppt/slideLayouts/_rels/slideLayout88.xml.rels><?xml version="1.0" encoding="UTF-8" standalone="yes"?>
<Relationships xmlns="http://schemas.openxmlformats.org/package/2006/relationships"><Relationship Id="rId2" Type="http://schemas.openxmlformats.org/officeDocument/2006/relationships/slideMaster" Target="../slideMasters/slideMaster7.xml"/><Relationship Id="rId1" Type="http://schemas.openxmlformats.org/officeDocument/2006/relationships/audio" Target="../media/audio1.bin"/></Relationships>
</file>

<file path=ppt/slideLayouts/_rels/slideLayout89.xml.rels><?xml version="1.0" encoding="UTF-8" standalone="yes"?>
<Relationships xmlns="http://schemas.openxmlformats.org/package/2006/relationships"><Relationship Id="rId2" Type="http://schemas.openxmlformats.org/officeDocument/2006/relationships/slideMaster" Target="../slideMasters/slideMaster7.xml"/><Relationship Id="rId1" Type="http://schemas.openxmlformats.org/officeDocument/2006/relationships/audio" Target="../media/audio1.bin"/></Relationships>
</file>

<file path=ppt/slideLayouts/_rels/slideLayout90.xml.rels><?xml version="1.0" encoding="UTF-8" standalone="yes"?>
<Relationships xmlns="http://schemas.openxmlformats.org/package/2006/relationships"><Relationship Id="rId2" Type="http://schemas.openxmlformats.org/officeDocument/2006/relationships/slideMaster" Target="../slideMasters/slideMaster8.xml"/><Relationship Id="rId1" Type="http://schemas.openxmlformats.org/officeDocument/2006/relationships/audio" Target="../media/audio1.bin"/></Relationships>
</file>

<file path=ppt/slideLayouts/_rels/slideLayout91.xml.rels><?xml version="1.0" encoding="UTF-8" standalone="yes"?>
<Relationships xmlns="http://schemas.openxmlformats.org/package/2006/relationships"><Relationship Id="rId2" Type="http://schemas.openxmlformats.org/officeDocument/2006/relationships/slideMaster" Target="../slideMasters/slideMaster8.xml"/><Relationship Id="rId1" Type="http://schemas.openxmlformats.org/officeDocument/2006/relationships/audio" Target="../media/audio1.bin"/></Relationships>
</file>

<file path=ppt/slideLayouts/_rels/slideLayout92.xml.rels><?xml version="1.0" encoding="UTF-8" standalone="yes"?>
<Relationships xmlns="http://schemas.openxmlformats.org/package/2006/relationships"><Relationship Id="rId2" Type="http://schemas.openxmlformats.org/officeDocument/2006/relationships/slideMaster" Target="../slideMasters/slideMaster8.xml"/><Relationship Id="rId1" Type="http://schemas.openxmlformats.org/officeDocument/2006/relationships/audio" Target="../media/audio1.bin"/></Relationships>
</file>

<file path=ppt/slideLayouts/_rels/slideLayout93.xml.rels><?xml version="1.0" encoding="UTF-8" standalone="yes"?>
<Relationships xmlns="http://schemas.openxmlformats.org/package/2006/relationships"><Relationship Id="rId2" Type="http://schemas.openxmlformats.org/officeDocument/2006/relationships/slideMaster" Target="../slideMasters/slideMaster8.xml"/><Relationship Id="rId1" Type="http://schemas.openxmlformats.org/officeDocument/2006/relationships/audio" Target="../media/audio1.bin"/></Relationships>
</file>

<file path=ppt/slideLayouts/_rels/slideLayout94.xml.rels><?xml version="1.0" encoding="UTF-8" standalone="yes"?>
<Relationships xmlns="http://schemas.openxmlformats.org/package/2006/relationships"><Relationship Id="rId3" Type="http://schemas.openxmlformats.org/officeDocument/2006/relationships/image" Target="../media/image1.emf"/><Relationship Id="rId2" Type="http://schemas.openxmlformats.org/officeDocument/2006/relationships/slideMaster" Target="../slideMasters/slideMaster8.xml"/><Relationship Id="rId1" Type="http://schemas.openxmlformats.org/officeDocument/2006/relationships/audio" Target="../media/audio1.bin"/></Relationships>
</file>

<file path=ppt/slideLayouts/_rels/slideLayout95.xml.rels><?xml version="1.0" encoding="UTF-8" standalone="yes"?>
<Relationships xmlns="http://schemas.openxmlformats.org/package/2006/relationships"><Relationship Id="rId2" Type="http://schemas.openxmlformats.org/officeDocument/2006/relationships/slideMaster" Target="../slideMasters/slideMaster8.xml"/><Relationship Id="rId1" Type="http://schemas.openxmlformats.org/officeDocument/2006/relationships/audio" Target="../media/audio1.bin"/></Relationships>
</file>

<file path=ppt/slideLayouts/_rels/slideLayout96.xml.rels><?xml version="1.0" encoding="UTF-8" standalone="yes"?>
<Relationships xmlns="http://schemas.openxmlformats.org/package/2006/relationships"><Relationship Id="rId2" Type="http://schemas.openxmlformats.org/officeDocument/2006/relationships/slideMaster" Target="../slideMasters/slideMaster8.xml"/><Relationship Id="rId1" Type="http://schemas.openxmlformats.org/officeDocument/2006/relationships/audio" Target="../media/audio1.bin"/></Relationships>
</file>

<file path=ppt/slideLayouts/_rels/slideLayout97.xml.rels><?xml version="1.0" encoding="UTF-8" standalone="yes"?>
<Relationships xmlns="http://schemas.openxmlformats.org/package/2006/relationships"><Relationship Id="rId2" Type="http://schemas.openxmlformats.org/officeDocument/2006/relationships/slideMaster" Target="../slideMasters/slideMaster8.xml"/><Relationship Id="rId1" Type="http://schemas.openxmlformats.org/officeDocument/2006/relationships/audio" Target="../media/audio1.bin"/></Relationships>
</file>

<file path=ppt/slideLayouts/_rels/slideLayout98.xml.rels><?xml version="1.0" encoding="UTF-8" standalone="yes"?>
<Relationships xmlns="http://schemas.openxmlformats.org/package/2006/relationships"><Relationship Id="rId2" Type="http://schemas.openxmlformats.org/officeDocument/2006/relationships/slideMaster" Target="../slideMasters/slideMaster8.xml"/><Relationship Id="rId1" Type="http://schemas.openxmlformats.org/officeDocument/2006/relationships/audio" Target="../media/audio1.bin"/></Relationships>
</file>

<file path=ppt/slideLayouts/_rels/slideLayout99.xml.rels><?xml version="1.0" encoding="UTF-8" standalone="yes"?>
<Relationships xmlns="http://schemas.openxmlformats.org/package/2006/relationships"><Relationship Id="rId2" Type="http://schemas.openxmlformats.org/officeDocument/2006/relationships/slideMaster" Target="../slideMasters/slideMaster8.xml"/><Relationship Id="rId1" Type="http://schemas.openxmlformats.org/officeDocument/2006/relationships/audio" Target="../media/audio1.bin"/></Relationships>
</file>

<file path=ppt/slideLayouts/_rels/slideLayout100.xml.rels><?xml version="1.0" encoding="UTF-8" standalone="yes"?>
<Relationships xmlns="http://schemas.openxmlformats.org/package/2006/relationships"><Relationship Id="rId2" Type="http://schemas.openxmlformats.org/officeDocument/2006/relationships/slideMaster" Target="../slideMasters/slideMaster8.xml"/><Relationship Id="rId1" Type="http://schemas.openxmlformats.org/officeDocument/2006/relationships/audio" Target="../media/audio1.bin"/></Relationships>
</file>

<file path=ppt/slideLayouts/_rels/slideLayout101.xml.rels><?xml version="1.0" encoding="UTF-8" standalone="yes"?>
<Relationships xmlns="http://schemas.openxmlformats.org/package/2006/relationships"><Relationship Id="rId2" Type="http://schemas.openxmlformats.org/officeDocument/2006/relationships/slideMaster" Target="../slideMasters/slideMaster8.xml"/><Relationship Id="rId1" Type="http://schemas.openxmlformats.org/officeDocument/2006/relationships/audio" Target="../media/audio1.bin"/></Relationships>
</file>

<file path=ppt/slideLayouts/_rels/slideLayout102.xml.rels><?xml version="1.0" encoding="UTF-8" standalone="yes"?>
<Relationships xmlns="http://schemas.openxmlformats.org/package/2006/relationships"><Relationship Id="rId2" Type="http://schemas.openxmlformats.org/officeDocument/2006/relationships/slideMaster" Target="../slideMasters/slideMaster9.xml"/><Relationship Id="rId1" Type="http://schemas.openxmlformats.org/officeDocument/2006/relationships/audio" Target="../media/audio1.bin"/></Relationships>
</file>

<file path=ppt/slideLayouts/_rels/slideLayout103.xml.rels><?xml version="1.0" encoding="UTF-8" standalone="yes"?>
<Relationships xmlns="http://schemas.openxmlformats.org/package/2006/relationships"><Relationship Id="rId2" Type="http://schemas.openxmlformats.org/officeDocument/2006/relationships/slideMaster" Target="../slideMasters/slideMaster9.xml"/><Relationship Id="rId1" Type="http://schemas.openxmlformats.org/officeDocument/2006/relationships/audio" Target="../media/audio1.bin"/></Relationships>
</file>

<file path=ppt/slideLayouts/_rels/slideLayout104.xml.rels><?xml version="1.0" encoding="UTF-8" standalone="yes"?>
<Relationships xmlns="http://schemas.openxmlformats.org/package/2006/relationships"><Relationship Id="rId2" Type="http://schemas.openxmlformats.org/officeDocument/2006/relationships/slideMaster" Target="../slideMasters/slideMaster9.xml"/><Relationship Id="rId1" Type="http://schemas.openxmlformats.org/officeDocument/2006/relationships/audio" Target="../media/audio1.bin"/></Relationships>
</file>

<file path=ppt/slideLayouts/_rels/slideLayout105.xml.rels><?xml version="1.0" encoding="UTF-8" standalone="yes"?>
<Relationships xmlns="http://schemas.openxmlformats.org/package/2006/relationships"><Relationship Id="rId2" Type="http://schemas.openxmlformats.org/officeDocument/2006/relationships/slideMaster" Target="../slideMasters/slideMaster9.xml"/><Relationship Id="rId1" Type="http://schemas.openxmlformats.org/officeDocument/2006/relationships/audio" Target="../media/audio1.bin"/></Relationships>
</file>

<file path=ppt/slideLayouts/_rels/slideLayout106.xml.rels><?xml version="1.0" encoding="UTF-8" standalone="yes"?>
<Relationships xmlns="http://schemas.openxmlformats.org/package/2006/relationships"><Relationship Id="rId3" Type="http://schemas.openxmlformats.org/officeDocument/2006/relationships/image" Target="../media/image1.emf"/><Relationship Id="rId2" Type="http://schemas.openxmlformats.org/officeDocument/2006/relationships/slideMaster" Target="../slideMasters/slideMaster9.xml"/><Relationship Id="rId1" Type="http://schemas.openxmlformats.org/officeDocument/2006/relationships/audio" Target="../media/audio1.bin"/></Relationships>
</file>

<file path=ppt/slideLayouts/_rels/slideLayout107.xml.rels><?xml version="1.0" encoding="UTF-8" standalone="yes"?>
<Relationships xmlns="http://schemas.openxmlformats.org/package/2006/relationships"><Relationship Id="rId2" Type="http://schemas.openxmlformats.org/officeDocument/2006/relationships/slideMaster" Target="../slideMasters/slideMaster9.xml"/><Relationship Id="rId1" Type="http://schemas.openxmlformats.org/officeDocument/2006/relationships/audio" Target="../media/audio1.bin"/></Relationships>
</file>

<file path=ppt/slideLayouts/_rels/slideLayout108.xml.rels><?xml version="1.0" encoding="UTF-8" standalone="yes"?>
<Relationships xmlns="http://schemas.openxmlformats.org/package/2006/relationships"><Relationship Id="rId2" Type="http://schemas.openxmlformats.org/officeDocument/2006/relationships/slideMaster" Target="../slideMasters/slideMaster9.xml"/><Relationship Id="rId1" Type="http://schemas.openxmlformats.org/officeDocument/2006/relationships/audio" Target="../media/audio1.bin"/></Relationships>
</file>

<file path=ppt/slideLayouts/_rels/slideLayout109.xml.rels><?xml version="1.0" encoding="UTF-8" standalone="yes"?>
<Relationships xmlns="http://schemas.openxmlformats.org/package/2006/relationships"><Relationship Id="rId2" Type="http://schemas.openxmlformats.org/officeDocument/2006/relationships/slideMaster" Target="../slideMasters/slideMaster9.xml"/><Relationship Id="rId1" Type="http://schemas.openxmlformats.org/officeDocument/2006/relationships/audio" Target="../media/audio1.bin"/></Relationships>
</file>

<file path=ppt/slideLayouts/_rels/slideLayout110.xml.rels><?xml version="1.0" encoding="UTF-8" standalone="yes"?>
<Relationships xmlns="http://schemas.openxmlformats.org/package/2006/relationships"><Relationship Id="rId2" Type="http://schemas.openxmlformats.org/officeDocument/2006/relationships/slideMaster" Target="../slideMasters/slideMaster9.xml"/><Relationship Id="rId1" Type="http://schemas.openxmlformats.org/officeDocument/2006/relationships/audio" Target="../media/audio1.bin"/></Relationships>
</file>

<file path=ppt/slideLayouts/_rels/slideLayout111.xml.rels><?xml version="1.0" encoding="UTF-8" standalone="yes"?>
<Relationships xmlns="http://schemas.openxmlformats.org/package/2006/relationships"><Relationship Id="rId2" Type="http://schemas.openxmlformats.org/officeDocument/2006/relationships/slideMaster" Target="../slideMasters/slideMaster9.xml"/><Relationship Id="rId1" Type="http://schemas.openxmlformats.org/officeDocument/2006/relationships/audio" Target="../media/audio1.bin"/></Relationships>
</file>

<file path=ppt/slideLayouts/_rels/slideLayout112.xml.rels><?xml version="1.0" encoding="UTF-8" standalone="yes"?>
<Relationships xmlns="http://schemas.openxmlformats.org/package/2006/relationships"><Relationship Id="rId2" Type="http://schemas.openxmlformats.org/officeDocument/2006/relationships/slideMaster" Target="../slideMasters/slideMaster9.xml"/><Relationship Id="rId1" Type="http://schemas.openxmlformats.org/officeDocument/2006/relationships/audio" Target="../media/audio1.bin"/></Relationships>
</file>

<file path=ppt/slideLayouts/_rels/slideLayout113.xml.rels><?xml version="1.0" encoding="UTF-8" standalone="yes"?>
<Relationships xmlns="http://schemas.openxmlformats.org/package/2006/relationships"><Relationship Id="rId2" Type="http://schemas.openxmlformats.org/officeDocument/2006/relationships/slideMaster" Target="../slideMasters/slideMaster9.xml"/><Relationship Id="rId1" Type="http://schemas.openxmlformats.org/officeDocument/2006/relationships/audio" Target="../media/audio1.bin"/></Relationships>
</file>

<file path=ppt/slideLayouts/_rels/slideLayout114.xml.rels><?xml version="1.0" encoding="UTF-8" standalone="yes"?>
<Relationships xmlns="http://schemas.openxmlformats.org/package/2006/relationships"><Relationship Id="rId2" Type="http://schemas.openxmlformats.org/officeDocument/2006/relationships/slideMaster" Target="../slideMasters/slideMaster10.xml"/><Relationship Id="rId1" Type="http://schemas.openxmlformats.org/officeDocument/2006/relationships/audio" Target="../media/audio1.bin"/></Relationships>
</file>

<file path=ppt/slideLayouts/_rels/slideLayout115.xml.rels><?xml version="1.0" encoding="UTF-8" standalone="yes"?>
<Relationships xmlns="http://schemas.openxmlformats.org/package/2006/relationships"><Relationship Id="rId2" Type="http://schemas.openxmlformats.org/officeDocument/2006/relationships/slideMaster" Target="../slideMasters/slideMaster10.xml"/><Relationship Id="rId1" Type="http://schemas.openxmlformats.org/officeDocument/2006/relationships/audio" Target="../media/audio1.bin"/></Relationships>
</file>

<file path=ppt/slideLayouts/_rels/slideLayout116.xml.rels><?xml version="1.0" encoding="UTF-8" standalone="yes"?>
<Relationships xmlns="http://schemas.openxmlformats.org/package/2006/relationships"><Relationship Id="rId2" Type="http://schemas.openxmlformats.org/officeDocument/2006/relationships/slideMaster" Target="../slideMasters/slideMaster10.xml"/><Relationship Id="rId1" Type="http://schemas.openxmlformats.org/officeDocument/2006/relationships/audio" Target="../media/audio1.bin"/></Relationships>
</file>

<file path=ppt/slideLayouts/_rels/slideLayout117.xml.rels><?xml version="1.0" encoding="UTF-8" standalone="yes"?>
<Relationships xmlns="http://schemas.openxmlformats.org/package/2006/relationships"><Relationship Id="rId2" Type="http://schemas.openxmlformats.org/officeDocument/2006/relationships/slideMaster" Target="../slideMasters/slideMaster10.xml"/><Relationship Id="rId1" Type="http://schemas.openxmlformats.org/officeDocument/2006/relationships/audio" Target="../media/audio1.bin"/></Relationships>
</file>

<file path=ppt/slideLayouts/_rels/slideLayout118.xml.rels><?xml version="1.0" encoding="UTF-8" standalone="yes"?>
<Relationships xmlns="http://schemas.openxmlformats.org/package/2006/relationships"><Relationship Id="rId3" Type="http://schemas.openxmlformats.org/officeDocument/2006/relationships/image" Target="../media/image1.emf"/><Relationship Id="rId2" Type="http://schemas.openxmlformats.org/officeDocument/2006/relationships/slideMaster" Target="../slideMasters/slideMaster10.xml"/><Relationship Id="rId1" Type="http://schemas.openxmlformats.org/officeDocument/2006/relationships/audio" Target="../media/audio1.bin"/></Relationships>
</file>

<file path=ppt/slideLayouts/_rels/slideLayout119.xml.rels><?xml version="1.0" encoding="UTF-8" standalone="yes"?>
<Relationships xmlns="http://schemas.openxmlformats.org/package/2006/relationships"><Relationship Id="rId2" Type="http://schemas.openxmlformats.org/officeDocument/2006/relationships/slideMaster" Target="../slideMasters/slideMaster10.xml"/><Relationship Id="rId1" Type="http://schemas.openxmlformats.org/officeDocument/2006/relationships/audio" Target="../media/audio1.bin"/></Relationships>
</file>

<file path=ppt/slideLayouts/_rels/slideLayout120.xml.rels><?xml version="1.0" encoding="UTF-8" standalone="yes"?>
<Relationships xmlns="http://schemas.openxmlformats.org/package/2006/relationships"><Relationship Id="rId2" Type="http://schemas.openxmlformats.org/officeDocument/2006/relationships/slideMaster" Target="../slideMasters/slideMaster10.xml"/><Relationship Id="rId1" Type="http://schemas.openxmlformats.org/officeDocument/2006/relationships/audio" Target="../media/audio1.bin"/></Relationships>
</file>

<file path=ppt/slideLayouts/_rels/slideLayout121.xml.rels><?xml version="1.0" encoding="UTF-8" standalone="yes"?>
<Relationships xmlns="http://schemas.openxmlformats.org/package/2006/relationships"><Relationship Id="rId2" Type="http://schemas.openxmlformats.org/officeDocument/2006/relationships/slideMaster" Target="../slideMasters/slideMaster10.xml"/><Relationship Id="rId1" Type="http://schemas.openxmlformats.org/officeDocument/2006/relationships/audio" Target="../media/audio1.bin"/></Relationships>
</file>

<file path=ppt/slideLayouts/_rels/slideLayout122.xml.rels><?xml version="1.0" encoding="UTF-8" standalone="yes"?>
<Relationships xmlns="http://schemas.openxmlformats.org/package/2006/relationships"><Relationship Id="rId2" Type="http://schemas.openxmlformats.org/officeDocument/2006/relationships/slideMaster" Target="../slideMasters/slideMaster10.xml"/><Relationship Id="rId1" Type="http://schemas.openxmlformats.org/officeDocument/2006/relationships/audio" Target="../media/audio1.bin"/></Relationships>
</file>

<file path=ppt/slideLayouts/_rels/slideLayout123.xml.rels><?xml version="1.0" encoding="UTF-8" standalone="yes"?>
<Relationships xmlns="http://schemas.openxmlformats.org/package/2006/relationships"><Relationship Id="rId2" Type="http://schemas.openxmlformats.org/officeDocument/2006/relationships/slideMaster" Target="../slideMasters/slideMaster10.xml"/><Relationship Id="rId1" Type="http://schemas.openxmlformats.org/officeDocument/2006/relationships/audio" Target="../media/audio1.bin"/></Relationships>
</file>

<file path=ppt/slideLayouts/_rels/slideLayout124.xml.rels><?xml version="1.0" encoding="UTF-8" standalone="yes"?>
<Relationships xmlns="http://schemas.openxmlformats.org/package/2006/relationships"><Relationship Id="rId2" Type="http://schemas.openxmlformats.org/officeDocument/2006/relationships/slideMaster" Target="../slideMasters/slideMaster10.xml"/><Relationship Id="rId1" Type="http://schemas.openxmlformats.org/officeDocument/2006/relationships/audio" Target="../media/audio1.bin"/></Relationships>
</file>

<file path=ppt/slideLayouts/_rels/slideLayout125.xml.rels><?xml version="1.0" encoding="UTF-8" standalone="yes"?>
<Relationships xmlns="http://schemas.openxmlformats.org/package/2006/relationships"><Relationship Id="rId2" Type="http://schemas.openxmlformats.org/officeDocument/2006/relationships/slideMaster" Target="../slideMasters/slideMaster10.xml"/><Relationship Id="rId1" Type="http://schemas.openxmlformats.org/officeDocument/2006/relationships/audio" Target="../media/audio1.bin"/></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p:bg>
      <p:bgPr>
        <a:solidFill>
          <a:schemeClr val="bg1"/>
        </a:solidFill>
        <a:effectLst/>
      </p:bgPr>
    </p:bg>
    <p:spTree>
      <p:nvGrpSpPr>
        <p:cNvPr id="1" name=""/>
        <p:cNvGrpSpPr/>
        <p:nvPr/>
      </p:nvGrpSpPr>
      <p:grpSpPr>
        <a:xfrm>
          <a:off x="0" y="0"/>
          <a:ext cx="0" cy="0"/>
          <a:chOff x="0" y="0"/>
          <a:chExt cx="0" cy="0"/>
        </a:xfrm>
      </p:grpSpPr>
      <p:sp>
        <p:nvSpPr>
          <p:cNvPr id="5" name="Title 1"/>
          <p:cNvSpPr>
            <a:spLocks noGrp="1"/>
          </p:cNvSpPr>
          <p:nvPr>
            <p:ph type="ctrTitle"/>
          </p:nvPr>
        </p:nvSpPr>
        <p:spPr>
          <a:xfrm>
            <a:off x="0" y="2130425"/>
            <a:ext cx="9144000" cy="1470025"/>
          </a:xfrm>
          <a:prstGeom prst="rect">
            <a:avLst/>
          </a:prstGeom>
        </p:spPr>
        <p:txBody>
          <a:bodyPr/>
          <a:lstStyle/>
          <a:p>
            <a:r>
              <a:rPr lang="en-GB" altLang="en-US" dirty="0"/>
              <a:t>Unit X: </a:t>
            </a:r>
            <a:r>
              <a:rPr lang="en-GB" altLang="en-US" dirty="0" err="1"/>
              <a:t>xxxxxxxxxxxxxxxxxxxxx</a:t>
            </a:r>
            <a:endParaRPr lang="en-GB" altLang="en-US" dirty="0"/>
          </a:p>
        </p:txBody>
      </p:sp>
      <p:sp>
        <p:nvSpPr>
          <p:cNvPr id="7" name="Subtitle 2"/>
          <p:cNvSpPr>
            <a:spLocks noGrp="1"/>
          </p:cNvSpPr>
          <p:nvPr>
            <p:ph type="subTitle" idx="1"/>
          </p:nvPr>
        </p:nvSpPr>
        <p:spPr>
          <a:xfrm>
            <a:off x="1371600" y="3886200"/>
            <a:ext cx="6400800" cy="1752600"/>
          </a:xfrm>
          <a:prstGeom prst="rect">
            <a:avLst/>
          </a:prstGeom>
        </p:spPr>
        <p:txBody>
          <a:bodyPr/>
          <a:lstStyle>
            <a:lvl1pPr marL="0" indent="0" algn="ctr">
              <a:buNone/>
              <a:defRPr/>
            </a:lvl1pPr>
          </a:lstStyle>
          <a:p>
            <a:r>
              <a:rPr lang="en-GB" altLang="en-US" dirty="0"/>
              <a:t>Learning aim x</a:t>
            </a:r>
            <a:endParaRPr lang="en-US" altLang="en-US" dirty="0"/>
          </a:p>
        </p:txBody>
      </p:sp>
      <p:sp>
        <p:nvSpPr>
          <p:cNvPr id="2" name="Footer Placeholder 4">
            <a:extLst>
              <a:ext uri="{FF2B5EF4-FFF2-40B4-BE49-F238E27FC236}">
                <a16:creationId xmlns:a16="http://schemas.microsoft.com/office/drawing/2014/main" id="{C6EB150E-6A8C-9996-298D-28DD3D2ABEF4}"/>
              </a:ext>
            </a:extLst>
          </p:cNvPr>
          <p:cNvSpPr>
            <a:spLocks noGrp="1" noChangeArrowheads="1"/>
          </p:cNvSpPr>
          <p:nvPr>
            <p:ph type="ftr" sz="quarter" idx="10"/>
          </p:nvPr>
        </p:nvSpPr>
        <p:spPr/>
        <p:txBody>
          <a:bodyPr/>
          <a:lstStyle>
            <a:lvl1pPr>
              <a:spcBef>
                <a:spcPct val="0"/>
              </a:spcBef>
              <a:buFontTx/>
              <a:buNone/>
              <a:defRPr sz="1800">
                <a:solidFill>
                  <a:schemeClr val="tx1"/>
                </a:solidFill>
                <a:latin typeface="Arial" panose="020B0604020202020204" pitchFamily="34" charset="0"/>
                <a:cs typeface="Arial" panose="020B0604020202020204" pitchFamily="34" charset="0"/>
              </a:defRPr>
            </a:lvl1pPr>
            <a:lvl2pPr marL="742950" indent="-285750">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2pPr>
            <a:lvl3pPr marL="1143000" indent="-228600">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3pPr>
            <a:lvl4pPr marL="1600200" indent="-228600">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4pPr>
            <a:lvl5pPr marL="2057400" indent="-228600">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5pPr>
            <a:lvl6pPr marL="2514600" indent="-228600"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6pPr>
            <a:lvl7pPr marL="2971800" indent="-228600"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7pPr>
            <a:lvl8pPr marL="3429000" indent="-228600"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8pPr>
            <a:lvl9pPr marL="3886200" indent="-228600"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9pPr>
          </a:lstStyle>
          <a:p>
            <a:pPr>
              <a:defRPr/>
            </a:pPr>
            <a:r>
              <a:rPr lang="en-GB" altLang="en-US" dirty="0"/>
              <a:t>© Pearson Education Ltd 2023. Copying permitted for purchasing institution only. </a:t>
            </a:r>
          </a:p>
        </p:txBody>
      </p:sp>
    </p:spTree>
    <p:extLst>
      <p:ext uri="{BB962C8B-B14F-4D97-AF65-F5344CB8AC3E}">
        <p14:creationId xmlns:p14="http://schemas.microsoft.com/office/powerpoint/2010/main" val="309227754"/>
      </p:ext>
    </p:extLst>
  </p:cSld>
  <p:clrMapOvr>
    <a:masterClrMapping/>
  </p:clrMapOvr>
  <p:transition>
    <p:sndAc>
      <p:stSnd>
        <p:snd r:embed="rId1" name="click.wav"/>
      </p:stSnd>
    </p:sndAc>
  </p:transition>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5" name="Title 1"/>
          <p:cNvSpPr>
            <a:spLocks noGrp="1"/>
          </p:cNvSpPr>
          <p:nvPr>
            <p:ph type="title"/>
          </p:nvPr>
        </p:nvSpPr>
        <p:spPr>
          <a:xfrm>
            <a:off x="457200" y="1195388"/>
            <a:ext cx="8229600" cy="863600"/>
          </a:xfrm>
          <a:prstGeom prst="rect">
            <a:avLst/>
          </a:prstGeom>
        </p:spPr>
        <p:txBody>
          <a:bodyPr/>
          <a:lstStyle/>
          <a:p>
            <a:r>
              <a:rPr lang="en-GB" altLang="en-US" dirty="0"/>
              <a:t>Heading</a:t>
            </a:r>
          </a:p>
        </p:txBody>
      </p:sp>
      <p:sp>
        <p:nvSpPr>
          <p:cNvPr id="6" name="Content Placeholder 6"/>
          <p:cNvSpPr>
            <a:spLocks noGrp="1"/>
          </p:cNvSpPr>
          <p:nvPr>
            <p:ph sz="half" idx="1"/>
          </p:nvPr>
        </p:nvSpPr>
        <p:spPr>
          <a:xfrm>
            <a:off x="468313" y="2212975"/>
            <a:ext cx="2303462" cy="3592513"/>
          </a:xfrm>
          <a:prstGeom prst="rect">
            <a:avLst/>
          </a:prstGeom>
        </p:spPr>
        <p:txBody>
          <a:bodyPr/>
          <a:lstStyle/>
          <a:p>
            <a:r>
              <a:rPr lang="en-GB" dirty="0"/>
              <a:t>Subhead</a:t>
            </a:r>
          </a:p>
          <a:p>
            <a:r>
              <a:rPr lang="en-GB" dirty="0"/>
              <a:t>Bullet text</a:t>
            </a:r>
          </a:p>
          <a:p>
            <a:endParaRPr lang="en-GB" dirty="0"/>
          </a:p>
        </p:txBody>
      </p:sp>
      <p:sp>
        <p:nvSpPr>
          <p:cNvPr id="7" name="Content Placeholder 6"/>
          <p:cNvSpPr>
            <a:spLocks noGrp="1"/>
          </p:cNvSpPr>
          <p:nvPr>
            <p:ph sz="half" idx="10"/>
          </p:nvPr>
        </p:nvSpPr>
        <p:spPr>
          <a:xfrm>
            <a:off x="3421063" y="2212975"/>
            <a:ext cx="2303462" cy="3449638"/>
          </a:xfrm>
          <a:prstGeom prst="rect">
            <a:avLst/>
          </a:prstGeom>
        </p:spPr>
        <p:txBody>
          <a:bodyPr/>
          <a:lstStyle/>
          <a:p>
            <a:r>
              <a:rPr lang="en-GB" dirty="0"/>
              <a:t>Subhead</a:t>
            </a:r>
          </a:p>
          <a:p>
            <a:r>
              <a:rPr lang="en-GB" dirty="0"/>
              <a:t>Bullet text</a:t>
            </a:r>
          </a:p>
          <a:p>
            <a:endParaRPr lang="en-GB" dirty="0"/>
          </a:p>
        </p:txBody>
      </p:sp>
      <p:sp>
        <p:nvSpPr>
          <p:cNvPr id="8" name="Content Placeholder 6"/>
          <p:cNvSpPr>
            <a:spLocks noGrp="1"/>
          </p:cNvSpPr>
          <p:nvPr>
            <p:ph sz="half" idx="11"/>
          </p:nvPr>
        </p:nvSpPr>
        <p:spPr>
          <a:xfrm>
            <a:off x="6156325" y="2212975"/>
            <a:ext cx="2592388" cy="3736975"/>
          </a:xfrm>
          <a:prstGeom prst="rect">
            <a:avLst/>
          </a:prstGeom>
        </p:spPr>
        <p:txBody>
          <a:bodyPr/>
          <a:lstStyle/>
          <a:p>
            <a:r>
              <a:rPr lang="en-GB" dirty="0"/>
              <a:t>Subhead</a:t>
            </a:r>
          </a:p>
          <a:p>
            <a:r>
              <a:rPr lang="en-GB" dirty="0"/>
              <a:t>Bullet text</a:t>
            </a:r>
          </a:p>
        </p:txBody>
      </p:sp>
      <p:sp>
        <p:nvSpPr>
          <p:cNvPr id="2" name="Footer Placeholder 4">
            <a:extLst>
              <a:ext uri="{FF2B5EF4-FFF2-40B4-BE49-F238E27FC236}">
                <a16:creationId xmlns:a16="http://schemas.microsoft.com/office/drawing/2014/main" id="{5AD71432-24B0-8453-1747-48D9C9A162AD}"/>
              </a:ext>
            </a:extLst>
          </p:cNvPr>
          <p:cNvSpPr>
            <a:spLocks noGrp="1" noChangeArrowheads="1"/>
          </p:cNvSpPr>
          <p:nvPr>
            <p:ph type="ftr" sz="quarter" idx="12"/>
          </p:nvPr>
        </p:nvSpPr>
        <p:spPr/>
        <p:txBody>
          <a:bodyPr/>
          <a:lstStyle>
            <a:lvl1pPr>
              <a:defRPr/>
            </a:lvl1pPr>
          </a:lstStyle>
          <a:p>
            <a:pPr>
              <a:defRPr/>
            </a:pPr>
            <a:r>
              <a:rPr lang="en-GB" altLang="en-US" dirty="0"/>
              <a:t>© Pearson Education Ltd 2023. Copying permitted for purchasing institution only. </a:t>
            </a:r>
          </a:p>
        </p:txBody>
      </p:sp>
    </p:spTree>
    <p:extLst>
      <p:ext uri="{BB962C8B-B14F-4D97-AF65-F5344CB8AC3E}">
        <p14:creationId xmlns:p14="http://schemas.microsoft.com/office/powerpoint/2010/main" val="3348556434"/>
      </p:ext>
    </p:extLst>
  </p:cSld>
  <p:clrMapOvr>
    <a:masterClrMapping/>
  </p:clrMapOvr>
  <p:transition>
    <p:sndAc>
      <p:stSnd>
        <p:snd r:embed="rId1" name="click.wav"/>
      </p:stSnd>
    </p:sndAc>
  </p:transition>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Section Header">
    <p:spTree>
      <p:nvGrpSpPr>
        <p:cNvPr id="1" name=""/>
        <p:cNvGrpSpPr/>
        <p:nvPr/>
      </p:nvGrpSpPr>
      <p:grpSpPr>
        <a:xfrm>
          <a:off x="0" y="0"/>
          <a:ext cx="0" cy="0"/>
          <a:chOff x="0" y="0"/>
          <a:chExt cx="0" cy="0"/>
        </a:xfrm>
      </p:grpSpPr>
      <p:sp>
        <p:nvSpPr>
          <p:cNvPr id="9" name="Title 1"/>
          <p:cNvSpPr>
            <a:spLocks noGrp="1"/>
          </p:cNvSpPr>
          <p:nvPr>
            <p:ph type="title"/>
          </p:nvPr>
        </p:nvSpPr>
        <p:spPr>
          <a:xfrm>
            <a:off x="0" y="1195388"/>
            <a:ext cx="9144000" cy="863600"/>
          </a:xfrm>
          <a:prstGeom prst="rect">
            <a:avLst/>
          </a:prstGeom>
        </p:spPr>
        <p:txBody>
          <a:bodyPr/>
          <a:lstStyle/>
          <a:p>
            <a:r>
              <a:rPr lang="en-GB" altLang="en-US" dirty="0"/>
              <a:t>Heading</a:t>
            </a:r>
          </a:p>
        </p:txBody>
      </p:sp>
      <p:sp>
        <p:nvSpPr>
          <p:cNvPr id="2" name="Footer Placeholder 4">
            <a:extLst>
              <a:ext uri="{FF2B5EF4-FFF2-40B4-BE49-F238E27FC236}">
                <a16:creationId xmlns:a16="http://schemas.microsoft.com/office/drawing/2014/main" id="{280AFA65-534B-3AE4-50A7-9C86BDCF1EA6}"/>
              </a:ext>
            </a:extLst>
          </p:cNvPr>
          <p:cNvSpPr>
            <a:spLocks noGrp="1" noChangeArrowheads="1"/>
          </p:cNvSpPr>
          <p:nvPr>
            <p:ph type="ftr" sz="quarter" idx="10"/>
          </p:nvPr>
        </p:nvSpPr>
        <p:spPr/>
        <p:txBody>
          <a:bodyPr/>
          <a:lstStyle>
            <a:lvl1pPr>
              <a:defRPr/>
            </a:lvl1pPr>
          </a:lstStyle>
          <a:p>
            <a:pPr>
              <a:defRPr/>
            </a:pPr>
            <a:r>
              <a:rPr lang="en-GB" altLang="en-US" dirty="0"/>
              <a:t>© Pearson Education Ltd 2023. Copying permitted for purchasing institution only. </a:t>
            </a:r>
          </a:p>
        </p:txBody>
      </p:sp>
    </p:spTree>
    <p:extLst>
      <p:ext uri="{BB962C8B-B14F-4D97-AF65-F5344CB8AC3E}">
        <p14:creationId xmlns:p14="http://schemas.microsoft.com/office/powerpoint/2010/main" val="2472408841"/>
      </p:ext>
    </p:extLst>
  </p:cSld>
  <p:clrMapOvr>
    <a:masterClrMapping/>
  </p:clrMapOvr>
  <p:transition>
    <p:sndAc>
      <p:stSnd>
        <p:snd r:embed="rId1" name="click.wav"/>
      </p:stSnd>
    </p:sndAc>
  </p:transition>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wo Content">
    <p:spTree>
      <p:nvGrpSpPr>
        <p:cNvPr id="1" name=""/>
        <p:cNvGrpSpPr/>
        <p:nvPr/>
      </p:nvGrpSpPr>
      <p:grpSpPr>
        <a:xfrm>
          <a:off x="0" y="0"/>
          <a:ext cx="0" cy="0"/>
          <a:chOff x="0" y="0"/>
          <a:chExt cx="0" cy="0"/>
        </a:xfrm>
      </p:grpSpPr>
      <p:sp>
        <p:nvSpPr>
          <p:cNvPr id="6" name="Title 1"/>
          <p:cNvSpPr>
            <a:spLocks noGrp="1"/>
          </p:cNvSpPr>
          <p:nvPr>
            <p:ph type="title"/>
          </p:nvPr>
        </p:nvSpPr>
        <p:spPr>
          <a:xfrm>
            <a:off x="457200" y="1195388"/>
            <a:ext cx="8229600" cy="863600"/>
          </a:xfrm>
          <a:prstGeom prst="rect">
            <a:avLst/>
          </a:prstGeom>
        </p:spPr>
        <p:txBody>
          <a:bodyPr/>
          <a:lstStyle/>
          <a:p>
            <a:r>
              <a:rPr lang="en-GB" altLang="en-US" dirty="0"/>
              <a:t>Heading</a:t>
            </a:r>
          </a:p>
        </p:txBody>
      </p:sp>
      <p:sp>
        <p:nvSpPr>
          <p:cNvPr id="7" name="Content Placeholder 3"/>
          <p:cNvSpPr>
            <a:spLocks noGrp="1"/>
          </p:cNvSpPr>
          <p:nvPr>
            <p:ph sz="half" idx="2"/>
          </p:nvPr>
        </p:nvSpPr>
        <p:spPr>
          <a:xfrm>
            <a:off x="684213" y="2195513"/>
            <a:ext cx="7991475" cy="3609975"/>
          </a:xfrm>
          <a:prstGeom prst="rect">
            <a:avLst/>
          </a:prstGeom>
        </p:spPr>
        <p:txBody>
          <a:bodyPr/>
          <a:lstStyle/>
          <a:p>
            <a:r>
              <a:rPr lang="en-GB" altLang="en-US" dirty="0"/>
              <a:t>Body text </a:t>
            </a:r>
            <a:r>
              <a:rPr lang="en-GB" altLang="en-US" dirty="0" err="1"/>
              <a:t>xxxxxxxxxxxxxxxxxxxxxxxxxxxxxxxxxxxxxxxxx</a:t>
            </a:r>
            <a:r>
              <a:rPr lang="en-GB" altLang="en-US" dirty="0"/>
              <a:t>:</a:t>
            </a:r>
          </a:p>
          <a:p>
            <a:pPr lvl="1"/>
            <a:r>
              <a:rPr lang="en-GB" altLang="en-US" dirty="0"/>
              <a:t>Bullet text</a:t>
            </a:r>
          </a:p>
          <a:p>
            <a:pPr lvl="1"/>
            <a:r>
              <a:rPr lang="en-GB" altLang="en-US" dirty="0"/>
              <a:t>Bullet text</a:t>
            </a:r>
          </a:p>
          <a:p>
            <a:pPr lvl="1"/>
            <a:endParaRPr lang="en-GB" altLang="en-US" dirty="0"/>
          </a:p>
        </p:txBody>
      </p:sp>
      <p:sp>
        <p:nvSpPr>
          <p:cNvPr id="2" name="Footer Placeholder 4">
            <a:extLst>
              <a:ext uri="{FF2B5EF4-FFF2-40B4-BE49-F238E27FC236}">
                <a16:creationId xmlns:a16="http://schemas.microsoft.com/office/drawing/2014/main" id="{47F8C46B-97F2-9941-FA1B-60A0A697ED7C}"/>
              </a:ext>
            </a:extLst>
          </p:cNvPr>
          <p:cNvSpPr>
            <a:spLocks noGrp="1" noChangeArrowheads="1"/>
          </p:cNvSpPr>
          <p:nvPr>
            <p:ph type="ftr" sz="quarter" idx="10"/>
          </p:nvPr>
        </p:nvSpPr>
        <p:spPr/>
        <p:txBody>
          <a:bodyPr/>
          <a:lstStyle>
            <a:lvl1pPr>
              <a:defRPr/>
            </a:lvl1pPr>
          </a:lstStyle>
          <a:p>
            <a:pPr>
              <a:defRPr/>
            </a:pPr>
            <a:r>
              <a:rPr lang="en-GB" altLang="en-US" dirty="0"/>
              <a:t>© Pearson Education Ltd 2023. Copying permitted for purchasing institution only. </a:t>
            </a:r>
          </a:p>
        </p:txBody>
      </p:sp>
    </p:spTree>
    <p:extLst>
      <p:ext uri="{BB962C8B-B14F-4D97-AF65-F5344CB8AC3E}">
        <p14:creationId xmlns:p14="http://schemas.microsoft.com/office/powerpoint/2010/main" val="2148910311"/>
      </p:ext>
    </p:extLst>
  </p:cSld>
  <p:clrMapOvr>
    <a:masterClrMapping/>
  </p:clrMapOvr>
  <p:transition>
    <p:sndAc>
      <p:stSnd>
        <p:snd r:embed="rId1" name="click.wav"/>
      </p:stSnd>
    </p:sndAc>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Comparison">
    <p:spTree>
      <p:nvGrpSpPr>
        <p:cNvPr id="1" name=""/>
        <p:cNvGrpSpPr/>
        <p:nvPr/>
      </p:nvGrpSpPr>
      <p:grpSpPr>
        <a:xfrm>
          <a:off x="0" y="0"/>
          <a:ext cx="0" cy="0"/>
          <a:chOff x="0" y="0"/>
          <a:chExt cx="0" cy="0"/>
        </a:xfrm>
      </p:grpSpPr>
      <p:pic>
        <p:nvPicPr>
          <p:cNvPr id="2" name="Picture 5" descr="Always Learning">
            <a:extLst>
              <a:ext uri="{FF2B5EF4-FFF2-40B4-BE49-F238E27FC236}">
                <a16:creationId xmlns:a16="http://schemas.microsoft.com/office/drawing/2014/main" id="{9444950F-E59A-A8D3-7314-C784866DE21B}"/>
              </a:ext>
            </a:extLst>
          </p:cNvPr>
          <p:cNvPicPr>
            <a:picLocks noChangeAspect="1" noChangeArrowheads="1"/>
          </p:cNvPicPr>
          <p:nvPr userDrawn="1"/>
        </p:nvPicPr>
        <p:blipFill>
          <a:blip r:embed="rId3" cstate="screen">
            <a:extLst>
              <a:ext uri="{28A0092B-C50C-407E-A947-70E740481C1C}">
                <a14:useLocalDpi xmlns:a14="http://schemas.microsoft.com/office/drawing/2010/main"/>
              </a:ext>
            </a:extLst>
          </a:blip>
          <a:srcRect/>
          <a:stretch>
            <a:fillRect/>
          </a:stretch>
        </p:blipFill>
        <p:spPr bwMode="auto">
          <a:xfrm>
            <a:off x="0" y="6356350"/>
            <a:ext cx="1762125" cy="493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9" name="Title 1"/>
          <p:cNvSpPr>
            <a:spLocks noGrp="1"/>
          </p:cNvSpPr>
          <p:nvPr>
            <p:ph type="title"/>
          </p:nvPr>
        </p:nvSpPr>
        <p:spPr>
          <a:xfrm>
            <a:off x="457200" y="1195388"/>
            <a:ext cx="8229600" cy="863600"/>
          </a:xfrm>
          <a:prstGeom prst="rect">
            <a:avLst/>
          </a:prstGeom>
        </p:spPr>
        <p:txBody>
          <a:bodyPr/>
          <a:lstStyle/>
          <a:p>
            <a:r>
              <a:rPr lang="en-US" altLang="en-US" dirty="0"/>
              <a:t>Heading</a:t>
            </a:r>
            <a:endParaRPr lang="en-GB" altLang="en-US" dirty="0"/>
          </a:p>
        </p:txBody>
      </p:sp>
      <p:sp>
        <p:nvSpPr>
          <p:cNvPr id="10" name="Content Placeholder 2"/>
          <p:cNvSpPr>
            <a:spLocks noGrp="1"/>
          </p:cNvSpPr>
          <p:nvPr>
            <p:ph sz="half" idx="1"/>
          </p:nvPr>
        </p:nvSpPr>
        <p:spPr>
          <a:xfrm>
            <a:off x="468313" y="2195513"/>
            <a:ext cx="4027487" cy="3681412"/>
          </a:xfrm>
          <a:prstGeom prst="rect">
            <a:avLst/>
          </a:prstGeom>
        </p:spPr>
        <p:txBody>
          <a:bodyPr/>
          <a:lstStyle/>
          <a:p>
            <a:r>
              <a:rPr lang="en-GB" dirty="0"/>
              <a:t>Blue subhead</a:t>
            </a:r>
          </a:p>
          <a:p>
            <a:r>
              <a:rPr lang="en-GB" dirty="0"/>
              <a:t>Bullet text</a:t>
            </a:r>
          </a:p>
          <a:p>
            <a:endParaRPr lang="en-GB" dirty="0"/>
          </a:p>
          <a:p>
            <a:endParaRPr lang="en-GB" dirty="0"/>
          </a:p>
        </p:txBody>
      </p:sp>
      <p:sp>
        <p:nvSpPr>
          <p:cNvPr id="11" name="Content Placeholder 3"/>
          <p:cNvSpPr>
            <a:spLocks noGrp="1"/>
          </p:cNvSpPr>
          <p:nvPr>
            <p:ph sz="half" idx="2"/>
          </p:nvPr>
        </p:nvSpPr>
        <p:spPr>
          <a:xfrm>
            <a:off x="4648200" y="2195512"/>
            <a:ext cx="4027488" cy="3681411"/>
          </a:xfrm>
          <a:prstGeom prst="rect">
            <a:avLst/>
          </a:prstGeom>
        </p:spPr>
        <p:txBody>
          <a:bodyPr/>
          <a:lstStyle/>
          <a:p>
            <a:r>
              <a:rPr lang="en-GB" dirty="0"/>
              <a:t>Blue subhead</a:t>
            </a:r>
          </a:p>
          <a:p>
            <a:r>
              <a:rPr lang="en-GB" dirty="0"/>
              <a:t>Bullet text</a:t>
            </a:r>
          </a:p>
        </p:txBody>
      </p:sp>
      <p:sp>
        <p:nvSpPr>
          <p:cNvPr id="3" name="Footer Placeholder 4">
            <a:extLst>
              <a:ext uri="{FF2B5EF4-FFF2-40B4-BE49-F238E27FC236}">
                <a16:creationId xmlns:a16="http://schemas.microsoft.com/office/drawing/2014/main" id="{6D75EA28-7A23-3108-7470-D2312D0B43D6}"/>
              </a:ext>
            </a:extLst>
          </p:cNvPr>
          <p:cNvSpPr>
            <a:spLocks noGrp="1" noChangeArrowheads="1"/>
          </p:cNvSpPr>
          <p:nvPr>
            <p:ph type="ftr" sz="quarter" idx="10"/>
          </p:nvPr>
        </p:nvSpPr>
        <p:spPr/>
        <p:txBody>
          <a:bodyPr/>
          <a:lstStyle>
            <a:lvl1pPr>
              <a:spcBef>
                <a:spcPct val="0"/>
              </a:spcBef>
              <a:buFontTx/>
              <a:buNone/>
              <a:defRPr sz="1800">
                <a:solidFill>
                  <a:schemeClr val="tx1"/>
                </a:solidFill>
                <a:latin typeface="Arial" panose="020B0604020202020204" pitchFamily="34" charset="0"/>
                <a:cs typeface="Arial" panose="020B0604020202020204" pitchFamily="34" charset="0"/>
              </a:defRPr>
            </a:lvl1pPr>
            <a:lvl2pPr marL="742950" indent="-285750">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2pPr>
            <a:lvl3pPr marL="1143000" indent="-228600">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3pPr>
            <a:lvl4pPr marL="1600200" indent="-228600">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4pPr>
            <a:lvl5pPr marL="2057400" indent="-228600">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5pPr>
            <a:lvl6pPr marL="2514600" indent="-228600"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6pPr>
            <a:lvl7pPr marL="2971800" indent="-228600"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7pPr>
            <a:lvl8pPr marL="3429000" indent="-228600"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8pPr>
            <a:lvl9pPr marL="3886200" indent="-228600"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9pPr>
          </a:lstStyle>
          <a:p>
            <a:pPr>
              <a:defRPr/>
            </a:pPr>
            <a:r>
              <a:rPr lang="en-GB" altLang="en-US" dirty="0"/>
              <a:t>© Pearson Education Ltd 2023. Copying permitted for purchasing institution only. </a:t>
            </a:r>
          </a:p>
        </p:txBody>
      </p:sp>
    </p:spTree>
    <p:extLst>
      <p:ext uri="{BB962C8B-B14F-4D97-AF65-F5344CB8AC3E}">
        <p14:creationId xmlns:p14="http://schemas.microsoft.com/office/powerpoint/2010/main" val="836553943"/>
      </p:ext>
    </p:extLst>
  </p:cSld>
  <p:clrMapOvr>
    <a:masterClrMapping/>
  </p:clrMapOvr>
  <p:transition>
    <p:sndAc>
      <p:stSnd>
        <p:snd r:embed="rId1" name="click.wav"/>
      </p:stSnd>
    </p:sndAc>
  </p:transition>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a:lstStyle/>
          <a:p>
            <a:r>
              <a:rPr lang="en-US" dirty="0"/>
              <a:t>Click to edit Master title style</a:t>
            </a:r>
            <a:endParaRPr lang="en-GB" dirty="0"/>
          </a:p>
        </p:txBody>
      </p:sp>
      <p:sp>
        <p:nvSpPr>
          <p:cNvPr id="3" name="Footer Placeholder 4">
            <a:extLst>
              <a:ext uri="{FF2B5EF4-FFF2-40B4-BE49-F238E27FC236}">
                <a16:creationId xmlns:a16="http://schemas.microsoft.com/office/drawing/2014/main" id="{7AF04B97-CC31-299F-C1D9-4AD1810429B0}"/>
              </a:ext>
            </a:extLst>
          </p:cNvPr>
          <p:cNvSpPr>
            <a:spLocks noGrp="1" noChangeArrowheads="1"/>
          </p:cNvSpPr>
          <p:nvPr>
            <p:ph type="ftr" sz="quarter" idx="10"/>
          </p:nvPr>
        </p:nvSpPr>
        <p:spPr/>
        <p:txBody>
          <a:bodyPr/>
          <a:lstStyle>
            <a:lvl1pPr>
              <a:defRPr/>
            </a:lvl1pPr>
          </a:lstStyle>
          <a:p>
            <a:pPr>
              <a:defRPr/>
            </a:pPr>
            <a:r>
              <a:rPr lang="en-GB" altLang="en-US" dirty="0"/>
              <a:t>© Pearson Education Ltd 2023. Copying permitted for purchasing institution only. </a:t>
            </a:r>
          </a:p>
        </p:txBody>
      </p:sp>
    </p:spTree>
    <p:extLst>
      <p:ext uri="{BB962C8B-B14F-4D97-AF65-F5344CB8AC3E}">
        <p14:creationId xmlns:p14="http://schemas.microsoft.com/office/powerpoint/2010/main" val="3616933327"/>
      </p:ext>
    </p:extLst>
  </p:cSld>
  <p:clrMapOvr>
    <a:masterClrMapping/>
  </p:clrMapOvr>
  <p:transition>
    <p:sndAc>
      <p:stSnd>
        <p:snd r:embed="rId1" name="click.wav"/>
      </p:stSnd>
    </p:sndAc>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Footer Placeholder 4">
            <a:extLst>
              <a:ext uri="{FF2B5EF4-FFF2-40B4-BE49-F238E27FC236}">
                <a16:creationId xmlns:a16="http://schemas.microsoft.com/office/drawing/2014/main" id="{0B917A8A-EC74-8439-7D0C-B004E910A772}"/>
              </a:ext>
            </a:extLst>
          </p:cNvPr>
          <p:cNvSpPr>
            <a:spLocks noGrp="1" noChangeArrowheads="1"/>
          </p:cNvSpPr>
          <p:nvPr>
            <p:ph type="ftr" sz="quarter" idx="10"/>
          </p:nvPr>
        </p:nvSpPr>
        <p:spPr/>
        <p:txBody>
          <a:bodyPr/>
          <a:lstStyle>
            <a:lvl1pPr>
              <a:defRPr/>
            </a:lvl1pPr>
          </a:lstStyle>
          <a:p>
            <a:pPr>
              <a:defRPr/>
            </a:pPr>
            <a:r>
              <a:rPr lang="en-GB" altLang="en-US" dirty="0"/>
              <a:t>© Pearson Education Ltd 2023. Copying permitted for purchasing institution only. </a:t>
            </a:r>
          </a:p>
        </p:txBody>
      </p:sp>
    </p:spTree>
    <p:extLst>
      <p:ext uri="{BB962C8B-B14F-4D97-AF65-F5344CB8AC3E}">
        <p14:creationId xmlns:p14="http://schemas.microsoft.com/office/powerpoint/2010/main" val="2067544793"/>
      </p:ext>
    </p:extLst>
  </p:cSld>
  <p:clrMapOvr>
    <a:masterClrMapping/>
  </p:clrMapOvr>
  <p:transition>
    <p:sndAc>
      <p:stSnd>
        <p:snd r:embed="rId1" name="click.wav"/>
      </p:stSnd>
    </p:sndAc>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1" y="1195200"/>
            <a:ext cx="3008313" cy="865648"/>
          </a:xfrm>
          <a:prstGeom prst="rect">
            <a:avLst/>
          </a:prstGeom>
        </p:spPr>
        <p:txBody>
          <a:bodyPr anchor="b"/>
          <a:lstStyle>
            <a:lvl1pPr algn="r">
              <a:defRPr sz="2000" b="1"/>
            </a:lvl1pPr>
          </a:lstStyle>
          <a:p>
            <a:r>
              <a:rPr lang="en-US" dirty="0"/>
              <a:t>Click to edit Master title style</a:t>
            </a:r>
            <a:endParaRPr lang="en-GB" dirty="0"/>
          </a:p>
        </p:txBody>
      </p:sp>
      <p:sp>
        <p:nvSpPr>
          <p:cNvPr id="4" name="Text Placeholder 3"/>
          <p:cNvSpPr>
            <a:spLocks noGrp="1"/>
          </p:cNvSpPr>
          <p:nvPr>
            <p:ph type="body" sz="half" idx="2"/>
          </p:nvPr>
        </p:nvSpPr>
        <p:spPr>
          <a:xfrm>
            <a:off x="457201" y="2132857"/>
            <a:ext cx="3008313" cy="3993307"/>
          </a:xfrm>
          <a:prstGeom prst="rect">
            <a:avLst/>
          </a:prstGeo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3" name="Content Placeholder 2"/>
          <p:cNvSpPr>
            <a:spLocks noGrp="1"/>
          </p:cNvSpPr>
          <p:nvPr>
            <p:ph idx="1"/>
          </p:nvPr>
        </p:nvSpPr>
        <p:spPr>
          <a:xfrm>
            <a:off x="3575050" y="1195201"/>
            <a:ext cx="5111751" cy="4785395"/>
          </a:xfrm>
          <a:prstGeom prst="rect">
            <a:avLst/>
          </a:prstGeom>
        </p:spPr>
        <p:txBody>
          <a:bodyPr/>
          <a:lstStyle>
            <a:lvl1pPr>
              <a:buFont typeface="Wingdings" pitchFamily="2" charset="2"/>
              <a:buChar char="§"/>
              <a:defRPr sz="2400">
                <a:latin typeface="Arial" panose="020B0604020202020204" pitchFamily="34" charset="0"/>
                <a:cs typeface="Arial" panose="020B0604020202020204" pitchFamily="34" charset="0"/>
              </a:defRPr>
            </a:lvl1pPr>
            <a:lvl2pPr>
              <a:buFont typeface="Wingdings" pitchFamily="2" charset="2"/>
              <a:buChar char="§"/>
              <a:defRPr sz="2400">
                <a:latin typeface="Arial" panose="020B0604020202020204" pitchFamily="34" charset="0"/>
                <a:cs typeface="Arial" panose="020B0604020202020204" pitchFamily="34" charset="0"/>
              </a:defRPr>
            </a:lvl2pPr>
            <a:lvl3pPr>
              <a:buFont typeface="Wingdings" pitchFamily="2" charset="2"/>
              <a:buChar char="§"/>
              <a:defRPr sz="2400">
                <a:latin typeface="Arial" panose="020B0604020202020204" pitchFamily="34" charset="0"/>
                <a:cs typeface="Arial" panose="020B0604020202020204" pitchFamily="34" charset="0"/>
              </a:defRPr>
            </a:lvl3pPr>
            <a:lvl4pPr>
              <a:buFont typeface="Wingdings" pitchFamily="2" charset="2"/>
              <a:buChar char="§"/>
              <a:defRPr sz="2400">
                <a:latin typeface="Arial" panose="020B0604020202020204" pitchFamily="34" charset="0"/>
                <a:cs typeface="Arial" panose="020B0604020202020204" pitchFamily="34" charset="0"/>
              </a:defRPr>
            </a:lvl4pPr>
            <a:lvl5pPr>
              <a:buFont typeface="Wingdings" pitchFamily="2" charset="2"/>
              <a:buChar char="§"/>
              <a:defRPr sz="2400">
                <a:latin typeface="Arial" panose="020B0604020202020204" pitchFamily="34" charset="0"/>
                <a:cs typeface="Arial" panose="020B0604020202020204" pitchFamily="34" charset="0"/>
              </a:defRPr>
            </a:lvl5pPr>
            <a:lvl6pPr>
              <a:defRPr sz="2000"/>
            </a:lvl6pPr>
            <a:lvl7pPr>
              <a:defRPr sz="2000"/>
            </a:lvl7pPr>
            <a:lvl8pPr>
              <a:defRPr sz="2000"/>
            </a:lvl8pPr>
            <a:lvl9pPr>
              <a:defRPr sz="20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GB" dirty="0"/>
          </a:p>
        </p:txBody>
      </p:sp>
      <p:sp>
        <p:nvSpPr>
          <p:cNvPr id="5" name="Footer Placeholder 4">
            <a:extLst>
              <a:ext uri="{FF2B5EF4-FFF2-40B4-BE49-F238E27FC236}">
                <a16:creationId xmlns:a16="http://schemas.microsoft.com/office/drawing/2014/main" id="{9D85122E-CC0D-DE46-E6F4-AAE67430FCE8}"/>
              </a:ext>
            </a:extLst>
          </p:cNvPr>
          <p:cNvSpPr>
            <a:spLocks noGrp="1" noChangeArrowheads="1"/>
          </p:cNvSpPr>
          <p:nvPr>
            <p:ph type="ftr" sz="quarter" idx="10"/>
          </p:nvPr>
        </p:nvSpPr>
        <p:spPr/>
        <p:txBody>
          <a:bodyPr/>
          <a:lstStyle>
            <a:lvl1pPr>
              <a:defRPr/>
            </a:lvl1pPr>
          </a:lstStyle>
          <a:p>
            <a:pPr>
              <a:defRPr/>
            </a:pPr>
            <a:r>
              <a:rPr lang="en-GB" altLang="en-US" dirty="0"/>
              <a:t>© Pearson Education Ltd 2023. Copying permitted for purchasing institution only. </a:t>
            </a:r>
          </a:p>
        </p:txBody>
      </p:sp>
    </p:spTree>
    <p:extLst>
      <p:ext uri="{BB962C8B-B14F-4D97-AF65-F5344CB8AC3E}">
        <p14:creationId xmlns:p14="http://schemas.microsoft.com/office/powerpoint/2010/main" val="3291056867"/>
      </p:ext>
    </p:extLst>
  </p:cSld>
  <p:clrMapOvr>
    <a:masterClrMapping/>
  </p:clrMapOvr>
  <p:transition>
    <p:sndAc>
      <p:stSnd>
        <p:snd r:embed="rId1" name="click.wav"/>
      </p:stSnd>
    </p:sndAc>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3" name="Picture Placeholder 2"/>
          <p:cNvSpPr>
            <a:spLocks noGrp="1"/>
          </p:cNvSpPr>
          <p:nvPr>
            <p:ph type="pic" idx="1"/>
          </p:nvPr>
        </p:nvSpPr>
        <p:spPr>
          <a:xfrm>
            <a:off x="1792288" y="1196752"/>
            <a:ext cx="5486400" cy="3530823"/>
          </a:xfrm>
          <a:prstGeom prst="rect">
            <a:avLst/>
          </a:prstGeom>
        </p:spPr>
        <p:txBody>
          <a:bodyPr rtlCol="0">
            <a:normAutofit/>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GB" noProof="0" dirty="0"/>
          </a:p>
        </p:txBody>
      </p:sp>
      <p:sp>
        <p:nvSpPr>
          <p:cNvPr id="2" name="Title 1"/>
          <p:cNvSpPr>
            <a:spLocks noGrp="1"/>
          </p:cNvSpPr>
          <p:nvPr>
            <p:ph type="title"/>
          </p:nvPr>
        </p:nvSpPr>
        <p:spPr>
          <a:xfrm>
            <a:off x="1792288" y="4800601"/>
            <a:ext cx="5486400" cy="566738"/>
          </a:xfrm>
          <a:prstGeom prst="rect">
            <a:avLst/>
          </a:prstGeom>
        </p:spPr>
        <p:txBody>
          <a:bodyPr anchor="b"/>
          <a:lstStyle>
            <a:lvl1pPr algn="r">
              <a:defRPr sz="2000" b="1"/>
            </a:lvl1pPr>
          </a:lstStyle>
          <a:p>
            <a:r>
              <a:rPr lang="en-US" dirty="0"/>
              <a:t>Click to edit Master title style</a:t>
            </a:r>
            <a:endParaRPr lang="en-GB" dirty="0"/>
          </a:p>
        </p:txBody>
      </p:sp>
      <p:sp>
        <p:nvSpPr>
          <p:cNvPr id="4" name="Text Placeholder 3"/>
          <p:cNvSpPr>
            <a:spLocks noGrp="1"/>
          </p:cNvSpPr>
          <p:nvPr>
            <p:ph type="body" sz="half" idx="2"/>
          </p:nvPr>
        </p:nvSpPr>
        <p:spPr>
          <a:xfrm>
            <a:off x="1792288" y="5440363"/>
            <a:ext cx="5486400" cy="731837"/>
          </a:xfrm>
          <a:prstGeom prst="rect">
            <a:avLst/>
          </a:prstGeo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dirty="0"/>
              <a:t>Click to edit Master text styles</a:t>
            </a:r>
          </a:p>
        </p:txBody>
      </p:sp>
      <p:sp>
        <p:nvSpPr>
          <p:cNvPr id="5" name="Footer Placeholder 4">
            <a:extLst>
              <a:ext uri="{FF2B5EF4-FFF2-40B4-BE49-F238E27FC236}">
                <a16:creationId xmlns:a16="http://schemas.microsoft.com/office/drawing/2014/main" id="{78A1D94B-CB73-9993-AEF0-ECDA613327D0}"/>
              </a:ext>
            </a:extLst>
          </p:cNvPr>
          <p:cNvSpPr>
            <a:spLocks noGrp="1" noChangeArrowheads="1"/>
          </p:cNvSpPr>
          <p:nvPr>
            <p:ph type="ftr" sz="quarter" idx="10"/>
          </p:nvPr>
        </p:nvSpPr>
        <p:spPr/>
        <p:txBody>
          <a:bodyPr/>
          <a:lstStyle>
            <a:lvl1pPr>
              <a:defRPr/>
            </a:lvl1pPr>
          </a:lstStyle>
          <a:p>
            <a:pPr>
              <a:defRPr/>
            </a:pPr>
            <a:r>
              <a:rPr lang="en-GB" altLang="en-US" dirty="0"/>
              <a:t>© Pearson Education Ltd 2023. Copying permitted for purchasing institution only. </a:t>
            </a:r>
          </a:p>
        </p:txBody>
      </p:sp>
    </p:spTree>
    <p:extLst>
      <p:ext uri="{BB962C8B-B14F-4D97-AF65-F5344CB8AC3E}">
        <p14:creationId xmlns:p14="http://schemas.microsoft.com/office/powerpoint/2010/main" val="1597654215"/>
      </p:ext>
    </p:extLst>
  </p:cSld>
  <p:clrMapOvr>
    <a:masterClrMapping/>
  </p:clrMapOvr>
  <p:transition>
    <p:sndAc>
      <p:stSnd>
        <p:snd r:embed="rId1" name="click.wav"/>
      </p:stSnd>
    </p:sndAc>
  </p:transition>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a:lstStyle/>
          <a:p>
            <a:r>
              <a:rPr lang="en-US" dirty="0"/>
              <a:t>Click to edit Master title style</a:t>
            </a:r>
            <a:endParaRPr lang="en-GB" dirty="0"/>
          </a:p>
        </p:txBody>
      </p:sp>
      <p:sp>
        <p:nvSpPr>
          <p:cNvPr id="3" name="Vertical Text Placeholder 2"/>
          <p:cNvSpPr>
            <a:spLocks noGrp="1"/>
          </p:cNvSpPr>
          <p:nvPr>
            <p:ph type="body" orient="vert" idx="1"/>
          </p:nvPr>
        </p:nvSpPr>
        <p:spPr>
          <a:xfrm>
            <a:off x="468314" y="2196001"/>
            <a:ext cx="8207375" cy="3950444"/>
          </a:xfrm>
          <a:prstGeom prst="rect">
            <a:avLst/>
          </a:prstGeom>
        </p:spPr>
        <p:txBody>
          <a:bodyPr vert="eaVert"/>
          <a:lstStyle>
            <a:lvl1pPr>
              <a:buFont typeface="Wingdings" pitchFamily="2" charset="2"/>
              <a:buChar char="§"/>
              <a:defRPr>
                <a:latin typeface="Arial" panose="020B0604020202020204" pitchFamily="34" charset="0"/>
                <a:cs typeface="Arial" panose="020B0604020202020204" pitchFamily="34" charset="0"/>
              </a:defRPr>
            </a:lvl1pPr>
            <a:lvl2pPr>
              <a:buFont typeface="Wingdings" pitchFamily="2" charset="2"/>
              <a:buChar char="§"/>
              <a:defRPr>
                <a:latin typeface="Arial" panose="020B0604020202020204" pitchFamily="34" charset="0"/>
                <a:cs typeface="Arial" panose="020B0604020202020204" pitchFamily="34" charset="0"/>
              </a:defRPr>
            </a:lvl2pPr>
            <a:lvl3pPr>
              <a:buFont typeface="Wingdings" pitchFamily="2" charset="2"/>
              <a:buChar char="§"/>
              <a:defRPr>
                <a:latin typeface="Arial" panose="020B0604020202020204" pitchFamily="34" charset="0"/>
                <a:cs typeface="Arial" panose="020B0604020202020204" pitchFamily="34" charset="0"/>
              </a:defRPr>
            </a:lvl3pPr>
            <a:lvl4pPr>
              <a:buFont typeface="Wingdings" pitchFamily="2" charset="2"/>
              <a:buChar char="§"/>
              <a:defRPr>
                <a:latin typeface="Arial" panose="020B0604020202020204" pitchFamily="34" charset="0"/>
                <a:cs typeface="Arial" panose="020B0604020202020204" pitchFamily="34" charset="0"/>
              </a:defRPr>
            </a:lvl4pPr>
            <a:lvl5pPr>
              <a:buFont typeface="Wingdings" pitchFamily="2" charset="2"/>
              <a:buChar char="§"/>
              <a:defRPr>
                <a:latin typeface="Arial" panose="020B0604020202020204" pitchFamily="34" charset="0"/>
                <a:cs typeface="Arial" panose="020B0604020202020204" pitchFamily="34"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GB" dirty="0"/>
          </a:p>
        </p:txBody>
      </p:sp>
      <p:sp>
        <p:nvSpPr>
          <p:cNvPr id="4" name="Footer Placeholder 4">
            <a:extLst>
              <a:ext uri="{FF2B5EF4-FFF2-40B4-BE49-F238E27FC236}">
                <a16:creationId xmlns:a16="http://schemas.microsoft.com/office/drawing/2014/main" id="{136979FB-E9CD-4D7F-ABCE-40BC623DD6ED}"/>
              </a:ext>
            </a:extLst>
          </p:cNvPr>
          <p:cNvSpPr>
            <a:spLocks noGrp="1" noChangeArrowheads="1"/>
          </p:cNvSpPr>
          <p:nvPr>
            <p:ph type="ftr" sz="quarter" idx="10"/>
          </p:nvPr>
        </p:nvSpPr>
        <p:spPr/>
        <p:txBody>
          <a:bodyPr/>
          <a:lstStyle>
            <a:lvl1pPr>
              <a:defRPr/>
            </a:lvl1pPr>
          </a:lstStyle>
          <a:p>
            <a:pPr>
              <a:defRPr/>
            </a:pPr>
            <a:r>
              <a:rPr lang="en-GB" altLang="en-US" dirty="0"/>
              <a:t>© Pearson Education Ltd 2023. Copying permitted for purchasing institution only. </a:t>
            </a:r>
          </a:p>
        </p:txBody>
      </p:sp>
    </p:spTree>
    <p:extLst>
      <p:ext uri="{BB962C8B-B14F-4D97-AF65-F5344CB8AC3E}">
        <p14:creationId xmlns:p14="http://schemas.microsoft.com/office/powerpoint/2010/main" val="171891796"/>
      </p:ext>
    </p:extLst>
  </p:cSld>
  <p:clrMapOvr>
    <a:masterClrMapping/>
  </p:clrMapOvr>
  <p:transition>
    <p:sndAc>
      <p:stSnd>
        <p:snd r:embed="rId1" name="click.wav"/>
      </p:stSnd>
    </p:sndAc>
  </p:transition>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1195201"/>
            <a:ext cx="2057400" cy="4814540"/>
          </a:xfrm>
          <a:prstGeom prst="rect">
            <a:avLst/>
          </a:prstGeom>
        </p:spPr>
        <p:txBody>
          <a:bodyPr vert="eaVert"/>
          <a:lstStyle>
            <a:lvl1pPr>
              <a:defRPr>
                <a:latin typeface="Arial" panose="020B0604020202020204" pitchFamily="34" charset="0"/>
                <a:cs typeface="Arial" panose="020B0604020202020204" pitchFamily="34" charset="0"/>
              </a:defRPr>
            </a:lvl1pPr>
          </a:lstStyle>
          <a:p>
            <a:r>
              <a:rPr lang="en-US" dirty="0"/>
              <a:t>Click to edit Master title style</a:t>
            </a:r>
            <a:endParaRPr lang="en-GB" dirty="0"/>
          </a:p>
        </p:txBody>
      </p:sp>
      <p:sp>
        <p:nvSpPr>
          <p:cNvPr id="3" name="Vertical Text Placeholder 2"/>
          <p:cNvSpPr>
            <a:spLocks noGrp="1"/>
          </p:cNvSpPr>
          <p:nvPr>
            <p:ph type="body" orient="vert" idx="1"/>
          </p:nvPr>
        </p:nvSpPr>
        <p:spPr>
          <a:xfrm>
            <a:off x="457200" y="1195201"/>
            <a:ext cx="6019800" cy="4814540"/>
          </a:xfrm>
          <a:prstGeom prst="rect">
            <a:avLst/>
          </a:prstGeom>
        </p:spPr>
        <p:txBody>
          <a:bodyPr vert="eaVert"/>
          <a:lstStyle>
            <a:lvl1pPr>
              <a:defRPr>
                <a:latin typeface="Arial" panose="020B0604020202020204" pitchFamily="34" charset="0"/>
                <a:cs typeface="Arial" panose="020B0604020202020204" pitchFamily="34" charset="0"/>
              </a:defRPr>
            </a:lvl1pPr>
            <a:lvl2pPr>
              <a:buFont typeface="Wingdings" pitchFamily="2" charset="2"/>
              <a:buChar char="§"/>
              <a:defRPr>
                <a:latin typeface="Arial" panose="020B0604020202020204" pitchFamily="34" charset="0"/>
                <a:cs typeface="Arial" panose="020B0604020202020204" pitchFamily="34" charset="0"/>
              </a:defRPr>
            </a:lvl2pPr>
            <a:lvl3pPr>
              <a:buFont typeface="Wingdings" pitchFamily="2" charset="2"/>
              <a:buChar char="§"/>
              <a:defRPr>
                <a:latin typeface="Arial" panose="020B0604020202020204" pitchFamily="34" charset="0"/>
                <a:cs typeface="Arial" panose="020B0604020202020204" pitchFamily="34" charset="0"/>
              </a:defRPr>
            </a:lvl3pPr>
            <a:lvl4pPr>
              <a:buFont typeface="Wingdings" pitchFamily="2" charset="2"/>
              <a:buChar char="§"/>
              <a:defRPr>
                <a:latin typeface="Arial" panose="020B0604020202020204" pitchFamily="34" charset="0"/>
                <a:cs typeface="Arial" panose="020B0604020202020204" pitchFamily="34" charset="0"/>
              </a:defRPr>
            </a:lvl4pPr>
            <a:lvl5pPr>
              <a:buFont typeface="Wingdings" pitchFamily="2" charset="2"/>
              <a:buChar char="§"/>
              <a:defRPr>
                <a:latin typeface="Arial" panose="020B0604020202020204" pitchFamily="34" charset="0"/>
                <a:cs typeface="Arial" panose="020B0604020202020204" pitchFamily="34"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GB" dirty="0"/>
          </a:p>
        </p:txBody>
      </p:sp>
      <p:sp>
        <p:nvSpPr>
          <p:cNvPr id="4" name="Footer Placeholder 4">
            <a:extLst>
              <a:ext uri="{FF2B5EF4-FFF2-40B4-BE49-F238E27FC236}">
                <a16:creationId xmlns:a16="http://schemas.microsoft.com/office/drawing/2014/main" id="{1D78BFAD-CC17-3CA0-DBB1-5C8C41D9126F}"/>
              </a:ext>
            </a:extLst>
          </p:cNvPr>
          <p:cNvSpPr>
            <a:spLocks noGrp="1" noChangeArrowheads="1"/>
          </p:cNvSpPr>
          <p:nvPr>
            <p:ph type="ftr" sz="quarter" idx="10"/>
          </p:nvPr>
        </p:nvSpPr>
        <p:spPr/>
        <p:txBody>
          <a:bodyPr/>
          <a:lstStyle>
            <a:lvl1pPr>
              <a:defRPr/>
            </a:lvl1pPr>
          </a:lstStyle>
          <a:p>
            <a:pPr>
              <a:defRPr/>
            </a:pPr>
            <a:r>
              <a:rPr lang="en-GB" altLang="en-US" dirty="0"/>
              <a:t>© Pearson Education Ltd 2023. Copying permitted for purchasing institution only. </a:t>
            </a:r>
          </a:p>
        </p:txBody>
      </p:sp>
    </p:spTree>
    <p:extLst>
      <p:ext uri="{BB962C8B-B14F-4D97-AF65-F5344CB8AC3E}">
        <p14:creationId xmlns:p14="http://schemas.microsoft.com/office/powerpoint/2010/main" val="4014355495"/>
      </p:ext>
    </p:extLst>
  </p:cSld>
  <p:clrMapOvr>
    <a:masterClrMapping/>
  </p:clrMapOvr>
  <p:transition>
    <p:sndAc>
      <p:stSnd>
        <p:snd r:embed="rId1" name="click.wav"/>
      </p:stSnd>
    </p:sndAc>
  </p:transition>
</p:sldLayout>
</file>

<file path=ppt/slideLayouts/slideLayout12.xml><?xml version="1.0" encoding="utf-8"?>
<p:sldLayout xmlns:a="http://schemas.openxmlformats.org/drawingml/2006/main" xmlns:r="http://schemas.openxmlformats.org/officeDocument/2006/relationships" xmlns:p="http://schemas.openxmlformats.org/presentationml/2006/main" type="tbl" preserve="1">
  <p:cSld name="Title and Table">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a:lstStyle/>
          <a:p>
            <a:r>
              <a:rPr lang="en-US"/>
              <a:t>Click to edit Master title style</a:t>
            </a:r>
            <a:endParaRPr lang="en-GB"/>
          </a:p>
        </p:txBody>
      </p:sp>
      <p:sp>
        <p:nvSpPr>
          <p:cNvPr id="3" name="Table Placeholder 2"/>
          <p:cNvSpPr>
            <a:spLocks noGrp="1"/>
          </p:cNvSpPr>
          <p:nvPr>
            <p:ph type="tbl" idx="1"/>
          </p:nvPr>
        </p:nvSpPr>
        <p:spPr>
          <a:xfrm>
            <a:off x="479426" y="2196000"/>
            <a:ext cx="8207375" cy="4041312"/>
          </a:xfrm>
          <a:prstGeom prst="rect">
            <a:avLst/>
          </a:prstGeom>
        </p:spPr>
        <p:txBody>
          <a:bodyPr rtlCol="0">
            <a:normAutofit/>
          </a:bodyPr>
          <a:lstStyle/>
          <a:p>
            <a:pPr lvl="0"/>
            <a:endParaRPr lang="en-GB" noProof="0" dirty="0"/>
          </a:p>
        </p:txBody>
      </p:sp>
      <p:sp>
        <p:nvSpPr>
          <p:cNvPr id="4" name="Footer Placeholder 4">
            <a:extLst>
              <a:ext uri="{FF2B5EF4-FFF2-40B4-BE49-F238E27FC236}">
                <a16:creationId xmlns:a16="http://schemas.microsoft.com/office/drawing/2014/main" id="{C91736A9-B278-442F-0C6C-537088E454BA}"/>
              </a:ext>
            </a:extLst>
          </p:cNvPr>
          <p:cNvSpPr>
            <a:spLocks noGrp="1" noChangeArrowheads="1"/>
          </p:cNvSpPr>
          <p:nvPr>
            <p:ph type="ftr" sz="quarter" idx="10"/>
          </p:nvPr>
        </p:nvSpPr>
        <p:spPr/>
        <p:txBody>
          <a:bodyPr/>
          <a:lstStyle>
            <a:lvl1pPr>
              <a:defRPr/>
            </a:lvl1pPr>
          </a:lstStyle>
          <a:p>
            <a:pPr>
              <a:defRPr/>
            </a:pPr>
            <a:r>
              <a:rPr lang="en-GB" altLang="en-US" dirty="0"/>
              <a:t>© Pearson Education Ltd 2023. Copying permitted for purchasing institution only. </a:t>
            </a:r>
          </a:p>
        </p:txBody>
      </p:sp>
    </p:spTree>
    <p:extLst>
      <p:ext uri="{BB962C8B-B14F-4D97-AF65-F5344CB8AC3E}">
        <p14:creationId xmlns:p14="http://schemas.microsoft.com/office/powerpoint/2010/main" val="3314637879"/>
      </p:ext>
    </p:extLst>
  </p:cSld>
  <p:clrMapOvr>
    <a:masterClrMapping/>
  </p:clrMapOvr>
  <p:transition>
    <p:sndAc>
      <p:stSnd>
        <p:snd r:embed="rId1" name="click.wav"/>
      </p:stSnd>
    </p:sndAc>
  </p:transition>
</p:sldLayout>
</file>

<file path=ppt/slideLayouts/slideLayout13.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6"/>
            <a:ext cx="7772400" cy="1470025"/>
          </a:xfrm>
          <a:prstGeom prst="rect">
            <a:avLst/>
          </a:prstGeom>
        </p:spPr>
        <p:txBody>
          <a:bodyPr/>
          <a:lstStyle/>
          <a:p>
            <a:r>
              <a:rPr lang="en-US"/>
              <a:t>Click to edit Master title style</a:t>
            </a:r>
            <a:endParaRPr lang="en-GB"/>
          </a:p>
        </p:txBody>
      </p:sp>
      <p:sp>
        <p:nvSpPr>
          <p:cNvPr id="3" name="Subtitle 2"/>
          <p:cNvSpPr>
            <a:spLocks noGrp="1"/>
          </p:cNvSpPr>
          <p:nvPr>
            <p:ph type="subTitle" idx="1"/>
          </p:nvPr>
        </p:nvSpPr>
        <p:spPr>
          <a:xfrm>
            <a:off x="1371600" y="3886200"/>
            <a:ext cx="6400800" cy="1752600"/>
          </a:xfrm>
          <a:prstGeom prst="rect">
            <a:avLst/>
          </a:prstGeo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en-US" dirty="0"/>
              <a:t>Click to edit Master subtitle style</a:t>
            </a:r>
            <a:endParaRPr lang="en-GB" dirty="0"/>
          </a:p>
        </p:txBody>
      </p:sp>
      <p:sp>
        <p:nvSpPr>
          <p:cNvPr id="4" name="Footer Placeholder 4">
            <a:extLst>
              <a:ext uri="{FF2B5EF4-FFF2-40B4-BE49-F238E27FC236}">
                <a16:creationId xmlns:a16="http://schemas.microsoft.com/office/drawing/2014/main" id="{3A0305BB-39CB-2010-297C-4A457FC45F96}"/>
              </a:ext>
            </a:extLst>
          </p:cNvPr>
          <p:cNvSpPr>
            <a:spLocks noGrp="1" noChangeArrowheads="1"/>
          </p:cNvSpPr>
          <p:nvPr>
            <p:ph type="ftr" sz="quarter" idx="10"/>
          </p:nvPr>
        </p:nvSpPr>
        <p:spPr/>
        <p:txBody>
          <a:bodyPr/>
          <a:lstStyle>
            <a:lvl1pPr>
              <a:defRPr/>
            </a:lvl1pPr>
          </a:lstStyle>
          <a:p>
            <a:pPr>
              <a:defRPr/>
            </a:pPr>
            <a:r>
              <a:rPr lang="en-GB" altLang="en-US" dirty="0"/>
              <a:t>© Pearson Education Ltd 2023. Copying permitted for purchasing institution only. </a:t>
            </a:r>
          </a:p>
        </p:txBody>
      </p:sp>
    </p:spTree>
    <p:extLst>
      <p:ext uri="{BB962C8B-B14F-4D97-AF65-F5344CB8AC3E}">
        <p14:creationId xmlns:p14="http://schemas.microsoft.com/office/powerpoint/2010/main" val="3555076227"/>
      </p:ext>
    </p:extLst>
  </p:cSld>
  <p:clrMapOvr>
    <a:masterClrMapping/>
  </p:clrMapOvr>
  <p:transition>
    <p:sndAc>
      <p:stSnd>
        <p:snd r:embed="rId1" name="click.wav"/>
      </p:stSnd>
    </p:sndAc>
  </p:transition>
</p:sldLayout>
</file>

<file path=ppt/slideLayouts/slideLayout14.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a:lstStyle/>
          <a:p>
            <a:r>
              <a:rPr lang="en-US" dirty="0"/>
              <a:t>Click to edit Master title style</a:t>
            </a:r>
            <a:endParaRPr lang="en-GB" dirty="0"/>
          </a:p>
        </p:txBody>
      </p:sp>
      <p:sp>
        <p:nvSpPr>
          <p:cNvPr id="3" name="Content Placeholder 2"/>
          <p:cNvSpPr>
            <a:spLocks noGrp="1"/>
          </p:cNvSpPr>
          <p:nvPr>
            <p:ph idx="1"/>
          </p:nvPr>
        </p:nvSpPr>
        <p:spPr>
          <a:xfrm>
            <a:off x="468314" y="2196000"/>
            <a:ext cx="8207375" cy="3878436"/>
          </a:xfrm>
          <a:prstGeom prst="rect">
            <a:avLst/>
          </a:prstGeom>
        </p:spPr>
        <p:txBody>
          <a:bodyPr/>
          <a:lstStyle>
            <a:lvl1pPr>
              <a:buFont typeface="Wingdings" pitchFamily="2" charset="2"/>
              <a:buChar char="§"/>
              <a:defRPr>
                <a:latin typeface="Arial" panose="020B0604020202020204" pitchFamily="34" charset="0"/>
                <a:cs typeface="Arial" panose="020B0604020202020204" pitchFamily="34" charset="0"/>
              </a:defRPr>
            </a:lvl1pPr>
            <a:lvl2pPr>
              <a:buFont typeface="Wingdings" pitchFamily="2" charset="2"/>
              <a:buChar char="§"/>
              <a:defRPr>
                <a:latin typeface="Arial" panose="020B0604020202020204" pitchFamily="34" charset="0"/>
                <a:cs typeface="Arial" panose="020B0604020202020204" pitchFamily="34" charset="0"/>
              </a:defRPr>
            </a:lvl2pPr>
            <a:lvl3pPr>
              <a:buFont typeface="Wingdings" pitchFamily="2" charset="2"/>
              <a:buChar char="§"/>
              <a:defRPr>
                <a:latin typeface="Arial" panose="020B0604020202020204" pitchFamily="34" charset="0"/>
                <a:cs typeface="Arial" panose="020B0604020202020204" pitchFamily="34" charset="0"/>
              </a:defRPr>
            </a:lvl3pPr>
            <a:lvl4pPr>
              <a:buFont typeface="Wingdings" pitchFamily="2" charset="2"/>
              <a:buChar char="§"/>
              <a:defRPr>
                <a:latin typeface="Arial" panose="020B0604020202020204" pitchFamily="34" charset="0"/>
                <a:cs typeface="Arial" panose="020B0604020202020204" pitchFamily="34" charset="0"/>
              </a:defRPr>
            </a:lvl4pPr>
            <a:lvl5pPr>
              <a:buFont typeface="Wingdings" pitchFamily="2" charset="2"/>
              <a:buChar char="§"/>
              <a:defRPr>
                <a:latin typeface="Arial" panose="020B0604020202020204" pitchFamily="34" charset="0"/>
                <a:cs typeface="Arial" panose="020B0604020202020204" pitchFamily="34"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GB" dirty="0"/>
          </a:p>
        </p:txBody>
      </p:sp>
      <p:sp>
        <p:nvSpPr>
          <p:cNvPr id="4" name="Footer Placeholder 4">
            <a:extLst>
              <a:ext uri="{FF2B5EF4-FFF2-40B4-BE49-F238E27FC236}">
                <a16:creationId xmlns:a16="http://schemas.microsoft.com/office/drawing/2014/main" id="{91A7AFBE-AB6C-ABC5-09E7-9F4EA3B95410}"/>
              </a:ext>
            </a:extLst>
          </p:cNvPr>
          <p:cNvSpPr>
            <a:spLocks noGrp="1" noChangeArrowheads="1"/>
          </p:cNvSpPr>
          <p:nvPr>
            <p:ph type="ftr" sz="quarter" idx="10"/>
          </p:nvPr>
        </p:nvSpPr>
        <p:spPr/>
        <p:txBody>
          <a:bodyPr/>
          <a:lstStyle>
            <a:lvl1pPr>
              <a:defRPr/>
            </a:lvl1pPr>
          </a:lstStyle>
          <a:p>
            <a:pPr>
              <a:defRPr/>
            </a:pPr>
            <a:r>
              <a:rPr lang="en-GB" altLang="en-US" dirty="0"/>
              <a:t>© Pearson Education Ltd 2023. Copying permitted for purchasing institution only. </a:t>
            </a:r>
          </a:p>
        </p:txBody>
      </p:sp>
    </p:spTree>
    <p:extLst>
      <p:ext uri="{BB962C8B-B14F-4D97-AF65-F5344CB8AC3E}">
        <p14:creationId xmlns:p14="http://schemas.microsoft.com/office/powerpoint/2010/main" val="3545252892"/>
      </p:ext>
    </p:extLst>
  </p:cSld>
  <p:clrMapOvr>
    <a:masterClrMapping/>
  </p:clrMapOvr>
  <p:transition>
    <p:sndAc>
      <p:stSnd>
        <p:snd r:embed="rId1" name="click.wav"/>
      </p:stSnd>
    </p:sndAc>
  </p:transition>
</p:sldLayout>
</file>

<file path=ppt/slideLayouts/slideLayout15.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a:prstGeom prst="rect">
            <a:avLst/>
          </a:prstGeom>
        </p:spPr>
        <p:txBody>
          <a:bodyPr anchor="t"/>
          <a:lstStyle>
            <a:lvl1pPr algn="r">
              <a:defRPr sz="4000" b="1" cap="all"/>
            </a:lvl1pPr>
          </a:lstStyle>
          <a:p>
            <a:r>
              <a:rPr lang="en-US"/>
              <a:t>Click to edit Master title style</a:t>
            </a:r>
            <a:endParaRPr lang="en-GB"/>
          </a:p>
        </p:txBody>
      </p:sp>
      <p:sp>
        <p:nvSpPr>
          <p:cNvPr id="3" name="Text Placeholder 2"/>
          <p:cNvSpPr>
            <a:spLocks noGrp="1"/>
          </p:cNvSpPr>
          <p:nvPr>
            <p:ph type="body" idx="1"/>
          </p:nvPr>
        </p:nvSpPr>
        <p:spPr>
          <a:xfrm>
            <a:off x="722313" y="2906714"/>
            <a:ext cx="7772400" cy="1500187"/>
          </a:xfrm>
          <a:prstGeom prst="rect">
            <a:avLst/>
          </a:prstGeo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a:t>Click to edit Master text styles</a:t>
            </a:r>
          </a:p>
        </p:txBody>
      </p:sp>
      <p:sp>
        <p:nvSpPr>
          <p:cNvPr id="4" name="Footer Placeholder 4">
            <a:extLst>
              <a:ext uri="{FF2B5EF4-FFF2-40B4-BE49-F238E27FC236}">
                <a16:creationId xmlns:a16="http://schemas.microsoft.com/office/drawing/2014/main" id="{C2AEDFE9-EE41-D362-E546-E91D5FC64E76}"/>
              </a:ext>
            </a:extLst>
          </p:cNvPr>
          <p:cNvSpPr>
            <a:spLocks noGrp="1" noChangeArrowheads="1"/>
          </p:cNvSpPr>
          <p:nvPr>
            <p:ph type="ftr" sz="quarter" idx="10"/>
          </p:nvPr>
        </p:nvSpPr>
        <p:spPr/>
        <p:txBody>
          <a:bodyPr/>
          <a:lstStyle>
            <a:lvl1pPr>
              <a:defRPr/>
            </a:lvl1pPr>
          </a:lstStyle>
          <a:p>
            <a:pPr>
              <a:defRPr/>
            </a:pPr>
            <a:r>
              <a:rPr lang="en-GB" altLang="en-US" dirty="0"/>
              <a:t>© Pearson Education Ltd 2023. Copying permitted for purchasing institution only. </a:t>
            </a:r>
          </a:p>
        </p:txBody>
      </p:sp>
    </p:spTree>
    <p:extLst>
      <p:ext uri="{BB962C8B-B14F-4D97-AF65-F5344CB8AC3E}">
        <p14:creationId xmlns:p14="http://schemas.microsoft.com/office/powerpoint/2010/main" val="844169651"/>
      </p:ext>
    </p:extLst>
  </p:cSld>
  <p:clrMapOvr>
    <a:masterClrMapping/>
  </p:clrMapOvr>
  <p:transition>
    <p:sndAc>
      <p:stSnd>
        <p:snd r:embed="rId1" name="click.wav"/>
      </p:stSnd>
    </p:sndAc>
  </p:transition>
</p:sldLayout>
</file>

<file path=ppt/slideLayouts/slideLayout16.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a:lstStyle/>
          <a:p>
            <a:r>
              <a:rPr lang="en-US" dirty="0"/>
              <a:t>Click to edit Master title style</a:t>
            </a:r>
            <a:endParaRPr lang="en-GB" dirty="0"/>
          </a:p>
        </p:txBody>
      </p:sp>
      <p:sp>
        <p:nvSpPr>
          <p:cNvPr id="3" name="Content Placeholder 2"/>
          <p:cNvSpPr>
            <a:spLocks noGrp="1"/>
          </p:cNvSpPr>
          <p:nvPr>
            <p:ph sz="half" idx="1"/>
          </p:nvPr>
        </p:nvSpPr>
        <p:spPr>
          <a:xfrm>
            <a:off x="468314" y="2196001"/>
            <a:ext cx="4027487" cy="4024100"/>
          </a:xfrm>
          <a:prstGeom prst="rect">
            <a:avLst/>
          </a:prstGeom>
        </p:spPr>
        <p:txBody>
          <a:bodyPr/>
          <a:lstStyle>
            <a:lvl1pPr>
              <a:buFont typeface="Wingdings" pitchFamily="2" charset="2"/>
              <a:buChar char="§"/>
              <a:defRPr sz="2400">
                <a:latin typeface="Arial" panose="020B0604020202020204" pitchFamily="34" charset="0"/>
                <a:cs typeface="Arial" panose="020B0604020202020204" pitchFamily="34" charset="0"/>
              </a:defRPr>
            </a:lvl1pPr>
            <a:lvl2pPr>
              <a:buFont typeface="Wingdings" pitchFamily="2" charset="2"/>
              <a:buChar char="§"/>
              <a:defRPr sz="2400">
                <a:latin typeface="Arial" panose="020B0604020202020204" pitchFamily="34" charset="0"/>
                <a:cs typeface="Arial" panose="020B0604020202020204" pitchFamily="34" charset="0"/>
              </a:defRPr>
            </a:lvl2pPr>
            <a:lvl3pPr>
              <a:buFont typeface="Wingdings" pitchFamily="2" charset="2"/>
              <a:buChar char="§"/>
              <a:defRPr sz="2400">
                <a:latin typeface="Arial" panose="020B0604020202020204" pitchFamily="34" charset="0"/>
                <a:cs typeface="Arial" panose="020B0604020202020204" pitchFamily="34" charset="0"/>
              </a:defRPr>
            </a:lvl3pPr>
            <a:lvl4pPr>
              <a:buFont typeface="Wingdings" pitchFamily="2" charset="2"/>
              <a:buChar char="§"/>
              <a:defRPr sz="2400">
                <a:latin typeface="Arial" panose="020B0604020202020204" pitchFamily="34" charset="0"/>
                <a:cs typeface="Arial" panose="020B0604020202020204" pitchFamily="34" charset="0"/>
              </a:defRPr>
            </a:lvl4pPr>
            <a:lvl5pPr>
              <a:buFont typeface="Wingdings" pitchFamily="2" charset="2"/>
              <a:buChar char="§"/>
              <a:defRPr sz="2400">
                <a:latin typeface="Arial" panose="020B0604020202020204" pitchFamily="34" charset="0"/>
                <a:cs typeface="Arial" panose="020B0604020202020204" pitchFamily="34" charset="0"/>
              </a:defRPr>
            </a:lvl5pPr>
            <a:lvl6pPr>
              <a:defRPr sz="1800"/>
            </a:lvl6pPr>
            <a:lvl7pPr>
              <a:defRPr sz="1800"/>
            </a:lvl7pPr>
            <a:lvl8pPr>
              <a:defRPr sz="1800"/>
            </a:lvl8pPr>
            <a:lvl9pPr>
              <a:defRPr sz="18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GB" dirty="0"/>
          </a:p>
        </p:txBody>
      </p:sp>
      <p:sp>
        <p:nvSpPr>
          <p:cNvPr id="4" name="Content Placeholder 3"/>
          <p:cNvSpPr>
            <a:spLocks noGrp="1"/>
          </p:cNvSpPr>
          <p:nvPr>
            <p:ph sz="half" idx="2"/>
          </p:nvPr>
        </p:nvSpPr>
        <p:spPr>
          <a:xfrm>
            <a:off x="4648200" y="2196001"/>
            <a:ext cx="4027488" cy="4024100"/>
          </a:xfrm>
          <a:prstGeom prst="rect">
            <a:avLst/>
          </a:prstGeom>
        </p:spPr>
        <p:txBody>
          <a:bodyPr/>
          <a:lstStyle>
            <a:lvl1pPr>
              <a:buFont typeface="Wingdings" pitchFamily="2" charset="2"/>
              <a:buChar char="§"/>
              <a:defRPr sz="2400">
                <a:latin typeface="Arial" panose="020B0604020202020204" pitchFamily="34" charset="0"/>
                <a:cs typeface="Arial" panose="020B0604020202020204" pitchFamily="34" charset="0"/>
              </a:defRPr>
            </a:lvl1pPr>
            <a:lvl2pPr>
              <a:buFont typeface="Wingdings" pitchFamily="2" charset="2"/>
              <a:buChar char="§"/>
              <a:defRPr sz="2400">
                <a:latin typeface="Arial" panose="020B0604020202020204" pitchFamily="34" charset="0"/>
                <a:cs typeface="Arial" panose="020B0604020202020204" pitchFamily="34" charset="0"/>
              </a:defRPr>
            </a:lvl2pPr>
            <a:lvl3pPr>
              <a:buFont typeface="Wingdings" pitchFamily="2" charset="2"/>
              <a:buChar char="§"/>
              <a:defRPr sz="2400">
                <a:latin typeface="Arial" panose="020B0604020202020204" pitchFamily="34" charset="0"/>
                <a:cs typeface="Arial" panose="020B0604020202020204" pitchFamily="34" charset="0"/>
              </a:defRPr>
            </a:lvl3pPr>
            <a:lvl4pPr>
              <a:buFont typeface="Wingdings" pitchFamily="2" charset="2"/>
              <a:buChar char="§"/>
              <a:defRPr sz="2400">
                <a:latin typeface="Arial" panose="020B0604020202020204" pitchFamily="34" charset="0"/>
                <a:cs typeface="Arial" panose="020B0604020202020204" pitchFamily="34" charset="0"/>
              </a:defRPr>
            </a:lvl4pPr>
            <a:lvl5pPr>
              <a:buFont typeface="Wingdings" pitchFamily="2" charset="2"/>
              <a:buChar char="§"/>
              <a:defRPr sz="2400">
                <a:latin typeface="Arial" panose="020B0604020202020204" pitchFamily="34" charset="0"/>
                <a:cs typeface="Arial" panose="020B0604020202020204" pitchFamily="34" charset="0"/>
              </a:defRPr>
            </a:lvl5pPr>
            <a:lvl6pPr>
              <a:defRPr sz="1800"/>
            </a:lvl6pPr>
            <a:lvl7pPr>
              <a:defRPr sz="1800"/>
            </a:lvl7pPr>
            <a:lvl8pPr>
              <a:defRPr sz="1800"/>
            </a:lvl8pPr>
            <a:lvl9pPr>
              <a:defRPr sz="18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GB" dirty="0"/>
          </a:p>
        </p:txBody>
      </p:sp>
      <p:sp>
        <p:nvSpPr>
          <p:cNvPr id="5" name="Footer Placeholder 4">
            <a:extLst>
              <a:ext uri="{FF2B5EF4-FFF2-40B4-BE49-F238E27FC236}">
                <a16:creationId xmlns:a16="http://schemas.microsoft.com/office/drawing/2014/main" id="{4CAF7984-8BB0-8F53-E778-52A2BBF7CCE6}"/>
              </a:ext>
            </a:extLst>
          </p:cNvPr>
          <p:cNvSpPr>
            <a:spLocks noGrp="1" noChangeArrowheads="1"/>
          </p:cNvSpPr>
          <p:nvPr>
            <p:ph type="ftr" sz="quarter" idx="10"/>
          </p:nvPr>
        </p:nvSpPr>
        <p:spPr/>
        <p:txBody>
          <a:bodyPr/>
          <a:lstStyle>
            <a:lvl1pPr>
              <a:defRPr/>
            </a:lvl1pPr>
          </a:lstStyle>
          <a:p>
            <a:pPr>
              <a:defRPr/>
            </a:pPr>
            <a:r>
              <a:rPr lang="en-GB" altLang="en-US" dirty="0"/>
              <a:t>© Pearson Education Ltd 2023. Copying permitted for purchasing institution only. </a:t>
            </a:r>
          </a:p>
        </p:txBody>
      </p:sp>
    </p:spTree>
    <p:extLst>
      <p:ext uri="{BB962C8B-B14F-4D97-AF65-F5344CB8AC3E}">
        <p14:creationId xmlns:p14="http://schemas.microsoft.com/office/powerpoint/2010/main" val="1794646058"/>
      </p:ext>
    </p:extLst>
  </p:cSld>
  <p:clrMapOvr>
    <a:masterClrMapping/>
  </p:clrMapOvr>
  <p:transition>
    <p:sndAc>
      <p:stSnd>
        <p:snd r:embed="rId1" name="click.wav"/>
      </p:stSnd>
    </p:sndAc>
  </p:transition>
</p:sldLayout>
</file>

<file path=ppt/slideLayouts/slideLayout17.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pic>
        <p:nvPicPr>
          <p:cNvPr id="7" name="Picture 5" descr="Always Learning">
            <a:extLst>
              <a:ext uri="{FF2B5EF4-FFF2-40B4-BE49-F238E27FC236}">
                <a16:creationId xmlns:a16="http://schemas.microsoft.com/office/drawing/2014/main" id="{69FE8684-BE61-3A81-0CF1-F705B2D28649}"/>
              </a:ext>
            </a:extLst>
          </p:cNvPr>
          <p:cNvPicPr>
            <a:picLocks noChangeAspect="1" noChangeArrowheads="1"/>
          </p:cNvPicPr>
          <p:nvPr userDrawn="1"/>
        </p:nvPicPr>
        <p:blipFill>
          <a:blip r:embed="rId3" cstate="screen">
            <a:extLst>
              <a:ext uri="{28A0092B-C50C-407E-A947-70E740481C1C}">
                <a14:useLocalDpi xmlns:a14="http://schemas.microsoft.com/office/drawing/2010/main"/>
              </a:ext>
            </a:extLst>
          </a:blip>
          <a:srcRect/>
          <a:stretch>
            <a:fillRect/>
          </a:stretch>
        </p:blipFill>
        <p:spPr bwMode="auto">
          <a:xfrm>
            <a:off x="0" y="6356350"/>
            <a:ext cx="1762125" cy="493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Title 1"/>
          <p:cNvSpPr>
            <a:spLocks noGrp="1"/>
          </p:cNvSpPr>
          <p:nvPr>
            <p:ph type="title"/>
          </p:nvPr>
        </p:nvSpPr>
        <p:spPr>
          <a:xfrm>
            <a:off x="457200" y="1195200"/>
            <a:ext cx="8229600" cy="864000"/>
          </a:xfrm>
          <a:prstGeom prst="rect">
            <a:avLst/>
          </a:prstGeom>
        </p:spPr>
        <p:txBody>
          <a:bodyPr/>
          <a:lstStyle>
            <a:lvl1pPr>
              <a:defRPr/>
            </a:lvl1pPr>
          </a:lstStyle>
          <a:p>
            <a:r>
              <a:rPr lang="en-US"/>
              <a:t>Click to edit Master title style</a:t>
            </a:r>
            <a:endParaRPr lang="en-GB"/>
          </a:p>
        </p:txBody>
      </p:sp>
      <p:sp>
        <p:nvSpPr>
          <p:cNvPr id="3" name="Text Placeholder 2"/>
          <p:cNvSpPr>
            <a:spLocks noGrp="1"/>
          </p:cNvSpPr>
          <p:nvPr>
            <p:ph type="body" idx="1"/>
          </p:nvPr>
        </p:nvSpPr>
        <p:spPr>
          <a:xfrm>
            <a:off x="457201" y="2196000"/>
            <a:ext cx="4040188" cy="63976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4" name="Content Placeholder 3"/>
          <p:cNvSpPr>
            <a:spLocks noGrp="1"/>
          </p:cNvSpPr>
          <p:nvPr>
            <p:ph sz="half" idx="2"/>
          </p:nvPr>
        </p:nvSpPr>
        <p:spPr>
          <a:xfrm>
            <a:off x="457201" y="2932602"/>
            <a:ext cx="4040188" cy="3193562"/>
          </a:xfrm>
          <a:prstGeom prst="rect">
            <a:avLst/>
          </a:prstGeom>
        </p:spPr>
        <p:txBody>
          <a:bodyPr/>
          <a:lstStyle>
            <a:lvl1pPr>
              <a:buFont typeface="Wingdings" pitchFamily="2" charset="2"/>
              <a:buChar char="§"/>
              <a:defRPr sz="2400">
                <a:latin typeface="Arial" panose="020B0604020202020204" pitchFamily="34" charset="0"/>
                <a:cs typeface="Arial" panose="020B0604020202020204" pitchFamily="34" charset="0"/>
              </a:defRPr>
            </a:lvl1pPr>
            <a:lvl2pPr>
              <a:buFont typeface="Wingdings" pitchFamily="2" charset="2"/>
              <a:buChar char="§"/>
              <a:defRPr sz="2400">
                <a:latin typeface="Arial" panose="020B0604020202020204" pitchFamily="34" charset="0"/>
                <a:cs typeface="Arial" panose="020B0604020202020204" pitchFamily="34" charset="0"/>
              </a:defRPr>
            </a:lvl2pPr>
            <a:lvl3pPr>
              <a:buFont typeface="Wingdings" pitchFamily="2" charset="2"/>
              <a:buChar char="§"/>
              <a:defRPr sz="2400">
                <a:latin typeface="Arial" panose="020B0604020202020204" pitchFamily="34" charset="0"/>
                <a:cs typeface="Arial" panose="020B0604020202020204" pitchFamily="34" charset="0"/>
              </a:defRPr>
            </a:lvl3pPr>
            <a:lvl4pPr>
              <a:buFont typeface="Wingdings" pitchFamily="2" charset="2"/>
              <a:buChar char="§"/>
              <a:defRPr sz="2400">
                <a:latin typeface="Arial" panose="020B0604020202020204" pitchFamily="34" charset="0"/>
                <a:cs typeface="Arial" panose="020B0604020202020204" pitchFamily="34" charset="0"/>
              </a:defRPr>
            </a:lvl4pPr>
            <a:lvl5pPr>
              <a:buFont typeface="Wingdings" pitchFamily="2" charset="2"/>
              <a:buChar char="§"/>
              <a:defRPr sz="2400">
                <a:latin typeface="Arial" panose="020B0604020202020204" pitchFamily="34" charset="0"/>
                <a:cs typeface="Arial" panose="020B0604020202020204" pitchFamily="34" charset="0"/>
              </a:defRPr>
            </a:lvl5pPr>
            <a:lvl6pPr>
              <a:defRPr sz="1600"/>
            </a:lvl6pPr>
            <a:lvl7pPr>
              <a:defRPr sz="1600"/>
            </a:lvl7pPr>
            <a:lvl8pPr>
              <a:defRPr sz="1600"/>
            </a:lvl8pPr>
            <a:lvl9pPr>
              <a:defRPr sz="16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GB" dirty="0"/>
          </a:p>
        </p:txBody>
      </p:sp>
      <p:sp>
        <p:nvSpPr>
          <p:cNvPr id="5" name="Text Placeholder 4"/>
          <p:cNvSpPr>
            <a:spLocks noGrp="1"/>
          </p:cNvSpPr>
          <p:nvPr>
            <p:ph type="body" sz="quarter" idx="3"/>
          </p:nvPr>
        </p:nvSpPr>
        <p:spPr>
          <a:xfrm>
            <a:off x="4645026" y="2196000"/>
            <a:ext cx="4041775" cy="63976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6" name="Content Placeholder 5"/>
          <p:cNvSpPr>
            <a:spLocks noGrp="1"/>
          </p:cNvSpPr>
          <p:nvPr>
            <p:ph sz="quarter" idx="4"/>
          </p:nvPr>
        </p:nvSpPr>
        <p:spPr>
          <a:xfrm>
            <a:off x="4645026" y="2932602"/>
            <a:ext cx="4041775" cy="3193562"/>
          </a:xfrm>
          <a:prstGeom prst="rect">
            <a:avLst/>
          </a:prstGeom>
        </p:spPr>
        <p:txBody>
          <a:bodyPr/>
          <a:lstStyle>
            <a:lvl1pPr>
              <a:buFont typeface="Wingdings" pitchFamily="2" charset="2"/>
              <a:buChar char="§"/>
              <a:defRPr sz="2400">
                <a:latin typeface="Arial" panose="020B0604020202020204" pitchFamily="34" charset="0"/>
                <a:cs typeface="Arial" panose="020B0604020202020204" pitchFamily="34" charset="0"/>
              </a:defRPr>
            </a:lvl1pPr>
            <a:lvl2pPr>
              <a:buFont typeface="Wingdings" pitchFamily="2" charset="2"/>
              <a:buChar char="§"/>
              <a:defRPr sz="2400">
                <a:latin typeface="Arial" panose="020B0604020202020204" pitchFamily="34" charset="0"/>
                <a:cs typeface="Arial" panose="020B0604020202020204" pitchFamily="34" charset="0"/>
              </a:defRPr>
            </a:lvl2pPr>
            <a:lvl3pPr>
              <a:buFont typeface="Wingdings" pitchFamily="2" charset="2"/>
              <a:buChar char="§"/>
              <a:defRPr sz="2400">
                <a:latin typeface="Arial" panose="020B0604020202020204" pitchFamily="34" charset="0"/>
                <a:cs typeface="Arial" panose="020B0604020202020204" pitchFamily="34" charset="0"/>
              </a:defRPr>
            </a:lvl3pPr>
            <a:lvl4pPr>
              <a:buFont typeface="Wingdings" pitchFamily="2" charset="2"/>
              <a:buChar char="§"/>
              <a:defRPr sz="2400">
                <a:latin typeface="Arial" panose="020B0604020202020204" pitchFamily="34" charset="0"/>
                <a:cs typeface="Arial" panose="020B0604020202020204" pitchFamily="34" charset="0"/>
              </a:defRPr>
            </a:lvl4pPr>
            <a:lvl5pPr>
              <a:buFont typeface="Wingdings" pitchFamily="2" charset="2"/>
              <a:buChar char="§"/>
              <a:defRPr sz="2400">
                <a:latin typeface="Arial" panose="020B0604020202020204" pitchFamily="34" charset="0"/>
                <a:cs typeface="Arial" panose="020B0604020202020204" pitchFamily="34" charset="0"/>
              </a:defRPr>
            </a:lvl5pPr>
            <a:lvl6pPr>
              <a:defRPr sz="1600"/>
            </a:lvl6pPr>
            <a:lvl7pPr>
              <a:defRPr sz="1600"/>
            </a:lvl7pPr>
            <a:lvl8pPr>
              <a:defRPr sz="1600"/>
            </a:lvl8pPr>
            <a:lvl9pPr>
              <a:defRPr sz="16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GB" dirty="0"/>
          </a:p>
        </p:txBody>
      </p:sp>
      <p:sp>
        <p:nvSpPr>
          <p:cNvPr id="8" name="Footer Placeholder 4">
            <a:extLst>
              <a:ext uri="{FF2B5EF4-FFF2-40B4-BE49-F238E27FC236}">
                <a16:creationId xmlns:a16="http://schemas.microsoft.com/office/drawing/2014/main" id="{E3831A3E-361F-60E1-197E-146246D76DC5}"/>
              </a:ext>
            </a:extLst>
          </p:cNvPr>
          <p:cNvSpPr>
            <a:spLocks noGrp="1" noChangeArrowheads="1"/>
          </p:cNvSpPr>
          <p:nvPr>
            <p:ph type="ftr" sz="quarter" idx="10"/>
          </p:nvPr>
        </p:nvSpPr>
        <p:spPr/>
        <p:txBody>
          <a:bodyPr/>
          <a:lstStyle>
            <a:lvl1pPr>
              <a:spcBef>
                <a:spcPct val="0"/>
              </a:spcBef>
              <a:buFontTx/>
              <a:buNone/>
              <a:defRPr sz="1800">
                <a:solidFill>
                  <a:schemeClr val="tx1"/>
                </a:solidFill>
                <a:latin typeface="Arial" panose="020B0604020202020204" pitchFamily="34" charset="0"/>
                <a:cs typeface="Arial" panose="020B0604020202020204" pitchFamily="34" charset="0"/>
              </a:defRPr>
            </a:lvl1pPr>
            <a:lvl2pPr marL="742950" indent="-285750">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2pPr>
            <a:lvl3pPr marL="1143000" indent="-228600">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3pPr>
            <a:lvl4pPr marL="1600200" indent="-228600">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4pPr>
            <a:lvl5pPr marL="2057400" indent="-228600">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5pPr>
            <a:lvl6pPr marL="2514600" indent="-228600"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6pPr>
            <a:lvl7pPr marL="2971800" indent="-228600"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7pPr>
            <a:lvl8pPr marL="3429000" indent="-228600"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8pPr>
            <a:lvl9pPr marL="3886200" indent="-228600"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9pPr>
          </a:lstStyle>
          <a:p>
            <a:pPr>
              <a:defRPr/>
            </a:pPr>
            <a:r>
              <a:rPr lang="en-GB" altLang="en-US" dirty="0"/>
              <a:t>© Pearson Education Ltd 2023. Copying permitted for purchasing institution only. </a:t>
            </a:r>
          </a:p>
        </p:txBody>
      </p:sp>
    </p:spTree>
    <p:extLst>
      <p:ext uri="{BB962C8B-B14F-4D97-AF65-F5344CB8AC3E}">
        <p14:creationId xmlns:p14="http://schemas.microsoft.com/office/powerpoint/2010/main" val="1463733425"/>
      </p:ext>
    </p:extLst>
  </p:cSld>
  <p:clrMapOvr>
    <a:masterClrMapping/>
  </p:clrMapOvr>
  <p:transition>
    <p:sndAc>
      <p:stSnd>
        <p:snd r:embed="rId1" name="click.wav"/>
      </p:stSnd>
    </p:sndAc>
  </p:transition>
</p:sldLayout>
</file>

<file path=ppt/slideLayouts/slideLayout18.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a:lstStyle/>
          <a:p>
            <a:r>
              <a:rPr lang="en-US" dirty="0"/>
              <a:t>Click to edit Master title style</a:t>
            </a:r>
            <a:endParaRPr lang="en-GB" dirty="0"/>
          </a:p>
        </p:txBody>
      </p:sp>
      <p:sp>
        <p:nvSpPr>
          <p:cNvPr id="3" name="Footer Placeholder 4">
            <a:extLst>
              <a:ext uri="{FF2B5EF4-FFF2-40B4-BE49-F238E27FC236}">
                <a16:creationId xmlns:a16="http://schemas.microsoft.com/office/drawing/2014/main" id="{1C6F868A-32BB-A111-C404-483CD1832E05}"/>
              </a:ext>
            </a:extLst>
          </p:cNvPr>
          <p:cNvSpPr>
            <a:spLocks noGrp="1" noChangeArrowheads="1"/>
          </p:cNvSpPr>
          <p:nvPr>
            <p:ph type="ftr" sz="quarter" idx="10"/>
          </p:nvPr>
        </p:nvSpPr>
        <p:spPr/>
        <p:txBody>
          <a:bodyPr/>
          <a:lstStyle>
            <a:lvl1pPr>
              <a:defRPr/>
            </a:lvl1pPr>
          </a:lstStyle>
          <a:p>
            <a:pPr>
              <a:defRPr/>
            </a:pPr>
            <a:r>
              <a:rPr lang="en-GB" altLang="en-US" dirty="0"/>
              <a:t>© Pearson Education Ltd 2023. Copying permitted for purchasing institution only. </a:t>
            </a:r>
          </a:p>
        </p:txBody>
      </p:sp>
    </p:spTree>
    <p:extLst>
      <p:ext uri="{BB962C8B-B14F-4D97-AF65-F5344CB8AC3E}">
        <p14:creationId xmlns:p14="http://schemas.microsoft.com/office/powerpoint/2010/main" val="3240833500"/>
      </p:ext>
    </p:extLst>
  </p:cSld>
  <p:clrMapOvr>
    <a:masterClrMapping/>
  </p:clrMapOvr>
  <p:transition>
    <p:sndAc>
      <p:stSnd>
        <p:snd r:embed="rId1" name="click.wav"/>
      </p:stSnd>
    </p:sndAc>
  </p:transition>
</p:sldLayout>
</file>

<file path=ppt/slideLayouts/slideLayout19.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Footer Placeholder 4">
            <a:extLst>
              <a:ext uri="{FF2B5EF4-FFF2-40B4-BE49-F238E27FC236}">
                <a16:creationId xmlns:a16="http://schemas.microsoft.com/office/drawing/2014/main" id="{EC02FC38-AE3B-EFB4-D55D-0A5C97BB6371}"/>
              </a:ext>
            </a:extLst>
          </p:cNvPr>
          <p:cNvSpPr>
            <a:spLocks noGrp="1" noChangeArrowheads="1"/>
          </p:cNvSpPr>
          <p:nvPr>
            <p:ph type="ftr" sz="quarter" idx="10"/>
          </p:nvPr>
        </p:nvSpPr>
        <p:spPr/>
        <p:txBody>
          <a:bodyPr/>
          <a:lstStyle>
            <a:lvl1pPr>
              <a:defRPr/>
            </a:lvl1pPr>
          </a:lstStyle>
          <a:p>
            <a:pPr>
              <a:defRPr/>
            </a:pPr>
            <a:r>
              <a:rPr lang="en-GB" altLang="en-US" dirty="0"/>
              <a:t>© Pearson Education Ltd 2023. Copying permitted for purchasing institution only. </a:t>
            </a:r>
          </a:p>
        </p:txBody>
      </p:sp>
    </p:spTree>
    <p:extLst>
      <p:ext uri="{BB962C8B-B14F-4D97-AF65-F5344CB8AC3E}">
        <p14:creationId xmlns:p14="http://schemas.microsoft.com/office/powerpoint/2010/main" val="2481025921"/>
      </p:ext>
    </p:extLst>
  </p:cSld>
  <p:clrMapOvr>
    <a:masterClrMapping/>
  </p:clrMapOvr>
  <p:transition>
    <p:sndAc>
      <p:stSnd>
        <p:snd r:embed="rId1" name="click.wav"/>
      </p:stSnd>
    </p:sndAc>
  </p:transition>
</p:sldLayout>
</file>

<file path=ppt/slideLayouts/slideLayout20.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1" y="1195200"/>
            <a:ext cx="3008313" cy="865648"/>
          </a:xfrm>
          <a:prstGeom prst="rect">
            <a:avLst/>
          </a:prstGeom>
        </p:spPr>
        <p:txBody>
          <a:bodyPr anchor="b"/>
          <a:lstStyle>
            <a:lvl1pPr algn="r">
              <a:defRPr sz="2000" b="1"/>
            </a:lvl1pPr>
          </a:lstStyle>
          <a:p>
            <a:r>
              <a:rPr lang="en-US" dirty="0"/>
              <a:t>Click to edit Master title style</a:t>
            </a:r>
            <a:endParaRPr lang="en-GB" dirty="0"/>
          </a:p>
        </p:txBody>
      </p:sp>
      <p:sp>
        <p:nvSpPr>
          <p:cNvPr id="4" name="Text Placeholder 3"/>
          <p:cNvSpPr>
            <a:spLocks noGrp="1"/>
          </p:cNvSpPr>
          <p:nvPr>
            <p:ph type="body" sz="half" idx="2"/>
          </p:nvPr>
        </p:nvSpPr>
        <p:spPr>
          <a:xfrm>
            <a:off x="457201" y="2132857"/>
            <a:ext cx="3008313" cy="3993307"/>
          </a:xfrm>
          <a:prstGeom prst="rect">
            <a:avLst/>
          </a:prstGeo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3" name="Content Placeholder 2"/>
          <p:cNvSpPr>
            <a:spLocks noGrp="1"/>
          </p:cNvSpPr>
          <p:nvPr>
            <p:ph idx="1"/>
          </p:nvPr>
        </p:nvSpPr>
        <p:spPr>
          <a:xfrm>
            <a:off x="3575050" y="1195201"/>
            <a:ext cx="5111751" cy="4785395"/>
          </a:xfrm>
          <a:prstGeom prst="rect">
            <a:avLst/>
          </a:prstGeom>
        </p:spPr>
        <p:txBody>
          <a:bodyPr/>
          <a:lstStyle>
            <a:lvl1pPr>
              <a:buFont typeface="Wingdings" pitchFamily="2" charset="2"/>
              <a:buChar char="§"/>
              <a:defRPr sz="2400">
                <a:latin typeface="Arial" panose="020B0604020202020204" pitchFamily="34" charset="0"/>
                <a:cs typeface="Arial" panose="020B0604020202020204" pitchFamily="34" charset="0"/>
              </a:defRPr>
            </a:lvl1pPr>
            <a:lvl2pPr>
              <a:buFont typeface="Wingdings" pitchFamily="2" charset="2"/>
              <a:buChar char="§"/>
              <a:defRPr sz="2400">
                <a:latin typeface="Arial" panose="020B0604020202020204" pitchFamily="34" charset="0"/>
                <a:cs typeface="Arial" panose="020B0604020202020204" pitchFamily="34" charset="0"/>
              </a:defRPr>
            </a:lvl2pPr>
            <a:lvl3pPr>
              <a:buFont typeface="Wingdings" pitchFamily="2" charset="2"/>
              <a:buChar char="§"/>
              <a:defRPr sz="2400">
                <a:latin typeface="Arial" panose="020B0604020202020204" pitchFamily="34" charset="0"/>
                <a:cs typeface="Arial" panose="020B0604020202020204" pitchFamily="34" charset="0"/>
              </a:defRPr>
            </a:lvl3pPr>
            <a:lvl4pPr>
              <a:buFont typeface="Wingdings" pitchFamily="2" charset="2"/>
              <a:buChar char="§"/>
              <a:defRPr sz="2400">
                <a:latin typeface="Arial" panose="020B0604020202020204" pitchFamily="34" charset="0"/>
                <a:cs typeface="Arial" panose="020B0604020202020204" pitchFamily="34" charset="0"/>
              </a:defRPr>
            </a:lvl4pPr>
            <a:lvl5pPr>
              <a:buFont typeface="Wingdings" pitchFamily="2" charset="2"/>
              <a:buChar char="§"/>
              <a:defRPr sz="2400">
                <a:latin typeface="Arial" panose="020B0604020202020204" pitchFamily="34" charset="0"/>
                <a:cs typeface="Arial" panose="020B0604020202020204" pitchFamily="34" charset="0"/>
              </a:defRPr>
            </a:lvl5pPr>
            <a:lvl6pPr>
              <a:defRPr sz="2000"/>
            </a:lvl6pPr>
            <a:lvl7pPr>
              <a:defRPr sz="2000"/>
            </a:lvl7pPr>
            <a:lvl8pPr>
              <a:defRPr sz="2000"/>
            </a:lvl8pPr>
            <a:lvl9pPr>
              <a:defRPr sz="20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GB" dirty="0"/>
          </a:p>
        </p:txBody>
      </p:sp>
      <p:sp>
        <p:nvSpPr>
          <p:cNvPr id="5" name="Footer Placeholder 4">
            <a:extLst>
              <a:ext uri="{FF2B5EF4-FFF2-40B4-BE49-F238E27FC236}">
                <a16:creationId xmlns:a16="http://schemas.microsoft.com/office/drawing/2014/main" id="{4C26848C-3864-D4D5-F394-E8115F32BACC}"/>
              </a:ext>
            </a:extLst>
          </p:cNvPr>
          <p:cNvSpPr>
            <a:spLocks noGrp="1" noChangeArrowheads="1"/>
          </p:cNvSpPr>
          <p:nvPr>
            <p:ph type="ftr" sz="quarter" idx="10"/>
          </p:nvPr>
        </p:nvSpPr>
        <p:spPr/>
        <p:txBody>
          <a:bodyPr/>
          <a:lstStyle>
            <a:lvl1pPr>
              <a:defRPr/>
            </a:lvl1pPr>
          </a:lstStyle>
          <a:p>
            <a:pPr>
              <a:defRPr/>
            </a:pPr>
            <a:r>
              <a:rPr lang="en-GB" altLang="en-US" dirty="0"/>
              <a:t>© Pearson Education Ltd 2023. Copying permitted for purchasing institution only. </a:t>
            </a:r>
          </a:p>
        </p:txBody>
      </p:sp>
    </p:spTree>
    <p:extLst>
      <p:ext uri="{BB962C8B-B14F-4D97-AF65-F5344CB8AC3E}">
        <p14:creationId xmlns:p14="http://schemas.microsoft.com/office/powerpoint/2010/main" val="501610419"/>
      </p:ext>
    </p:extLst>
  </p:cSld>
  <p:clrMapOvr>
    <a:masterClrMapping/>
  </p:clrMapOvr>
  <p:transition>
    <p:sndAc>
      <p:stSnd>
        <p:snd r:embed="rId1" name="click.wav"/>
      </p:stSnd>
    </p:sndAc>
  </p:transition>
</p:sldLayout>
</file>

<file path=ppt/slideLayouts/slideLayout21.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3" name="Picture Placeholder 2"/>
          <p:cNvSpPr>
            <a:spLocks noGrp="1"/>
          </p:cNvSpPr>
          <p:nvPr>
            <p:ph type="pic" idx="1"/>
          </p:nvPr>
        </p:nvSpPr>
        <p:spPr>
          <a:xfrm>
            <a:off x="1792288" y="1196752"/>
            <a:ext cx="5486400" cy="3530823"/>
          </a:xfrm>
          <a:prstGeom prst="rect">
            <a:avLst/>
          </a:prstGeom>
        </p:spPr>
        <p:txBody>
          <a:bodyPr rtlCol="0">
            <a:normAutofit/>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GB" noProof="0" dirty="0"/>
          </a:p>
        </p:txBody>
      </p:sp>
      <p:sp>
        <p:nvSpPr>
          <p:cNvPr id="2" name="Title 1"/>
          <p:cNvSpPr>
            <a:spLocks noGrp="1"/>
          </p:cNvSpPr>
          <p:nvPr>
            <p:ph type="title"/>
          </p:nvPr>
        </p:nvSpPr>
        <p:spPr>
          <a:xfrm>
            <a:off x="1792288" y="4800601"/>
            <a:ext cx="5486400" cy="566738"/>
          </a:xfrm>
          <a:prstGeom prst="rect">
            <a:avLst/>
          </a:prstGeom>
        </p:spPr>
        <p:txBody>
          <a:bodyPr anchor="b"/>
          <a:lstStyle>
            <a:lvl1pPr algn="r">
              <a:defRPr sz="2000" b="1"/>
            </a:lvl1pPr>
          </a:lstStyle>
          <a:p>
            <a:r>
              <a:rPr lang="en-US" dirty="0"/>
              <a:t>Click to edit Master title style</a:t>
            </a:r>
            <a:endParaRPr lang="en-GB" dirty="0"/>
          </a:p>
        </p:txBody>
      </p:sp>
      <p:sp>
        <p:nvSpPr>
          <p:cNvPr id="4" name="Text Placeholder 3"/>
          <p:cNvSpPr>
            <a:spLocks noGrp="1"/>
          </p:cNvSpPr>
          <p:nvPr>
            <p:ph type="body" sz="half" idx="2"/>
          </p:nvPr>
        </p:nvSpPr>
        <p:spPr>
          <a:xfrm>
            <a:off x="1792288" y="5440363"/>
            <a:ext cx="5486400" cy="731837"/>
          </a:xfrm>
          <a:prstGeom prst="rect">
            <a:avLst/>
          </a:prstGeo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dirty="0"/>
              <a:t>Click to edit Master text styles</a:t>
            </a:r>
          </a:p>
        </p:txBody>
      </p:sp>
      <p:sp>
        <p:nvSpPr>
          <p:cNvPr id="5" name="Footer Placeholder 4">
            <a:extLst>
              <a:ext uri="{FF2B5EF4-FFF2-40B4-BE49-F238E27FC236}">
                <a16:creationId xmlns:a16="http://schemas.microsoft.com/office/drawing/2014/main" id="{3632E2FE-4AF5-990F-FA9F-82F73DAD8F6E}"/>
              </a:ext>
            </a:extLst>
          </p:cNvPr>
          <p:cNvSpPr>
            <a:spLocks noGrp="1" noChangeArrowheads="1"/>
          </p:cNvSpPr>
          <p:nvPr>
            <p:ph type="ftr" sz="quarter" idx="10"/>
          </p:nvPr>
        </p:nvSpPr>
        <p:spPr/>
        <p:txBody>
          <a:bodyPr/>
          <a:lstStyle>
            <a:lvl1pPr>
              <a:defRPr/>
            </a:lvl1pPr>
          </a:lstStyle>
          <a:p>
            <a:pPr>
              <a:defRPr/>
            </a:pPr>
            <a:r>
              <a:rPr lang="en-GB" altLang="en-US" dirty="0"/>
              <a:t>© Pearson Education Ltd 2023. Copying permitted for purchasing institution only. </a:t>
            </a:r>
          </a:p>
        </p:txBody>
      </p:sp>
    </p:spTree>
    <p:extLst>
      <p:ext uri="{BB962C8B-B14F-4D97-AF65-F5344CB8AC3E}">
        <p14:creationId xmlns:p14="http://schemas.microsoft.com/office/powerpoint/2010/main" val="4293118933"/>
      </p:ext>
    </p:extLst>
  </p:cSld>
  <p:clrMapOvr>
    <a:masterClrMapping/>
  </p:clrMapOvr>
  <p:transition>
    <p:sndAc>
      <p:stSnd>
        <p:snd r:embed="rId1" name="click.wav"/>
      </p:stSnd>
    </p:sndAc>
  </p:transition>
</p:sldLayout>
</file>

<file path=ppt/slideLayouts/slideLayout22.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a:lstStyle/>
          <a:p>
            <a:r>
              <a:rPr lang="en-US" dirty="0"/>
              <a:t>Click to edit Master title style</a:t>
            </a:r>
            <a:endParaRPr lang="en-GB" dirty="0"/>
          </a:p>
        </p:txBody>
      </p:sp>
      <p:sp>
        <p:nvSpPr>
          <p:cNvPr id="3" name="Vertical Text Placeholder 2"/>
          <p:cNvSpPr>
            <a:spLocks noGrp="1"/>
          </p:cNvSpPr>
          <p:nvPr>
            <p:ph type="body" orient="vert" idx="1"/>
          </p:nvPr>
        </p:nvSpPr>
        <p:spPr>
          <a:xfrm>
            <a:off x="468314" y="2196001"/>
            <a:ext cx="8207375" cy="3950444"/>
          </a:xfrm>
          <a:prstGeom prst="rect">
            <a:avLst/>
          </a:prstGeom>
        </p:spPr>
        <p:txBody>
          <a:bodyPr vert="eaVert"/>
          <a:lstStyle>
            <a:lvl1pPr>
              <a:buFont typeface="Wingdings" pitchFamily="2" charset="2"/>
              <a:buChar char="§"/>
              <a:defRPr>
                <a:latin typeface="Arial" panose="020B0604020202020204" pitchFamily="34" charset="0"/>
                <a:cs typeface="Arial" panose="020B0604020202020204" pitchFamily="34" charset="0"/>
              </a:defRPr>
            </a:lvl1pPr>
            <a:lvl2pPr>
              <a:buFont typeface="Wingdings" pitchFamily="2" charset="2"/>
              <a:buChar char="§"/>
              <a:defRPr>
                <a:latin typeface="Arial" panose="020B0604020202020204" pitchFamily="34" charset="0"/>
                <a:cs typeface="Arial" panose="020B0604020202020204" pitchFamily="34" charset="0"/>
              </a:defRPr>
            </a:lvl2pPr>
            <a:lvl3pPr>
              <a:buFont typeface="Wingdings" pitchFamily="2" charset="2"/>
              <a:buChar char="§"/>
              <a:defRPr>
                <a:latin typeface="Arial" panose="020B0604020202020204" pitchFamily="34" charset="0"/>
                <a:cs typeface="Arial" panose="020B0604020202020204" pitchFamily="34" charset="0"/>
              </a:defRPr>
            </a:lvl3pPr>
            <a:lvl4pPr>
              <a:buFont typeface="Wingdings" pitchFamily="2" charset="2"/>
              <a:buChar char="§"/>
              <a:defRPr>
                <a:latin typeface="Arial" panose="020B0604020202020204" pitchFamily="34" charset="0"/>
                <a:cs typeface="Arial" panose="020B0604020202020204" pitchFamily="34" charset="0"/>
              </a:defRPr>
            </a:lvl4pPr>
            <a:lvl5pPr>
              <a:buFont typeface="Wingdings" pitchFamily="2" charset="2"/>
              <a:buChar char="§"/>
              <a:defRPr>
                <a:latin typeface="Arial" panose="020B0604020202020204" pitchFamily="34" charset="0"/>
                <a:cs typeface="Arial" panose="020B0604020202020204" pitchFamily="34"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GB" dirty="0"/>
          </a:p>
        </p:txBody>
      </p:sp>
      <p:sp>
        <p:nvSpPr>
          <p:cNvPr id="4" name="Footer Placeholder 4">
            <a:extLst>
              <a:ext uri="{FF2B5EF4-FFF2-40B4-BE49-F238E27FC236}">
                <a16:creationId xmlns:a16="http://schemas.microsoft.com/office/drawing/2014/main" id="{9DF127B6-FB7B-DA34-ED52-7487CA115375}"/>
              </a:ext>
            </a:extLst>
          </p:cNvPr>
          <p:cNvSpPr>
            <a:spLocks noGrp="1" noChangeArrowheads="1"/>
          </p:cNvSpPr>
          <p:nvPr>
            <p:ph type="ftr" sz="quarter" idx="10"/>
          </p:nvPr>
        </p:nvSpPr>
        <p:spPr/>
        <p:txBody>
          <a:bodyPr/>
          <a:lstStyle>
            <a:lvl1pPr>
              <a:defRPr/>
            </a:lvl1pPr>
          </a:lstStyle>
          <a:p>
            <a:pPr>
              <a:defRPr/>
            </a:pPr>
            <a:r>
              <a:rPr lang="en-GB" altLang="en-US" dirty="0"/>
              <a:t>© Pearson Education Ltd 2023. Copying permitted for purchasing institution only. </a:t>
            </a:r>
          </a:p>
        </p:txBody>
      </p:sp>
    </p:spTree>
    <p:extLst>
      <p:ext uri="{BB962C8B-B14F-4D97-AF65-F5344CB8AC3E}">
        <p14:creationId xmlns:p14="http://schemas.microsoft.com/office/powerpoint/2010/main" val="4089113301"/>
      </p:ext>
    </p:extLst>
  </p:cSld>
  <p:clrMapOvr>
    <a:masterClrMapping/>
  </p:clrMapOvr>
  <p:transition>
    <p:sndAc>
      <p:stSnd>
        <p:snd r:embed="rId1" name="click.wav"/>
      </p:stSnd>
    </p:sndAc>
  </p:transition>
</p:sldLayout>
</file>

<file path=ppt/slideLayouts/slideLayout23.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1195201"/>
            <a:ext cx="2057400" cy="4814540"/>
          </a:xfrm>
          <a:prstGeom prst="rect">
            <a:avLst/>
          </a:prstGeom>
        </p:spPr>
        <p:txBody>
          <a:bodyPr vert="eaVert"/>
          <a:lstStyle>
            <a:lvl1pPr>
              <a:defRPr>
                <a:latin typeface="Arial" panose="020B0604020202020204" pitchFamily="34" charset="0"/>
                <a:cs typeface="Arial" panose="020B0604020202020204" pitchFamily="34" charset="0"/>
              </a:defRPr>
            </a:lvl1pPr>
          </a:lstStyle>
          <a:p>
            <a:r>
              <a:rPr lang="en-US" dirty="0"/>
              <a:t>Click to edit Master title style</a:t>
            </a:r>
            <a:endParaRPr lang="en-GB" dirty="0"/>
          </a:p>
        </p:txBody>
      </p:sp>
      <p:sp>
        <p:nvSpPr>
          <p:cNvPr id="3" name="Vertical Text Placeholder 2"/>
          <p:cNvSpPr>
            <a:spLocks noGrp="1"/>
          </p:cNvSpPr>
          <p:nvPr>
            <p:ph type="body" orient="vert" idx="1"/>
          </p:nvPr>
        </p:nvSpPr>
        <p:spPr>
          <a:xfrm>
            <a:off x="457200" y="1195201"/>
            <a:ext cx="6019800" cy="4814540"/>
          </a:xfrm>
          <a:prstGeom prst="rect">
            <a:avLst/>
          </a:prstGeom>
        </p:spPr>
        <p:txBody>
          <a:bodyPr vert="eaVert"/>
          <a:lstStyle>
            <a:lvl1pPr>
              <a:defRPr>
                <a:latin typeface="Arial" panose="020B0604020202020204" pitchFamily="34" charset="0"/>
                <a:cs typeface="Arial" panose="020B0604020202020204" pitchFamily="34" charset="0"/>
              </a:defRPr>
            </a:lvl1pPr>
            <a:lvl2pPr>
              <a:buFont typeface="Wingdings" pitchFamily="2" charset="2"/>
              <a:buChar char="§"/>
              <a:defRPr>
                <a:latin typeface="Arial" panose="020B0604020202020204" pitchFamily="34" charset="0"/>
                <a:cs typeface="Arial" panose="020B0604020202020204" pitchFamily="34" charset="0"/>
              </a:defRPr>
            </a:lvl2pPr>
            <a:lvl3pPr>
              <a:buFont typeface="Wingdings" pitchFamily="2" charset="2"/>
              <a:buChar char="§"/>
              <a:defRPr>
                <a:latin typeface="Arial" panose="020B0604020202020204" pitchFamily="34" charset="0"/>
                <a:cs typeface="Arial" panose="020B0604020202020204" pitchFamily="34" charset="0"/>
              </a:defRPr>
            </a:lvl3pPr>
            <a:lvl4pPr>
              <a:buFont typeface="Wingdings" pitchFamily="2" charset="2"/>
              <a:buChar char="§"/>
              <a:defRPr>
                <a:latin typeface="Arial" panose="020B0604020202020204" pitchFamily="34" charset="0"/>
                <a:cs typeface="Arial" panose="020B0604020202020204" pitchFamily="34" charset="0"/>
              </a:defRPr>
            </a:lvl4pPr>
            <a:lvl5pPr>
              <a:buFont typeface="Wingdings" pitchFamily="2" charset="2"/>
              <a:buChar char="§"/>
              <a:defRPr>
                <a:latin typeface="Arial" panose="020B0604020202020204" pitchFamily="34" charset="0"/>
                <a:cs typeface="Arial" panose="020B0604020202020204" pitchFamily="34"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GB" dirty="0"/>
          </a:p>
        </p:txBody>
      </p:sp>
      <p:sp>
        <p:nvSpPr>
          <p:cNvPr id="4" name="Footer Placeholder 4">
            <a:extLst>
              <a:ext uri="{FF2B5EF4-FFF2-40B4-BE49-F238E27FC236}">
                <a16:creationId xmlns:a16="http://schemas.microsoft.com/office/drawing/2014/main" id="{63741A9B-C779-47D9-992F-A21FA3584BC6}"/>
              </a:ext>
            </a:extLst>
          </p:cNvPr>
          <p:cNvSpPr>
            <a:spLocks noGrp="1" noChangeArrowheads="1"/>
          </p:cNvSpPr>
          <p:nvPr>
            <p:ph type="ftr" sz="quarter" idx="10"/>
          </p:nvPr>
        </p:nvSpPr>
        <p:spPr/>
        <p:txBody>
          <a:bodyPr/>
          <a:lstStyle>
            <a:lvl1pPr>
              <a:defRPr/>
            </a:lvl1pPr>
          </a:lstStyle>
          <a:p>
            <a:pPr>
              <a:defRPr/>
            </a:pPr>
            <a:r>
              <a:rPr lang="en-GB" altLang="en-US" dirty="0"/>
              <a:t>© Pearson Education Ltd 2023. Copying permitted for purchasing institution only. </a:t>
            </a:r>
          </a:p>
        </p:txBody>
      </p:sp>
    </p:spTree>
    <p:extLst>
      <p:ext uri="{BB962C8B-B14F-4D97-AF65-F5344CB8AC3E}">
        <p14:creationId xmlns:p14="http://schemas.microsoft.com/office/powerpoint/2010/main" val="1896988904"/>
      </p:ext>
    </p:extLst>
  </p:cSld>
  <p:clrMapOvr>
    <a:masterClrMapping/>
  </p:clrMapOvr>
  <p:transition>
    <p:sndAc>
      <p:stSnd>
        <p:snd r:embed="rId1" name="click.wav"/>
      </p:stSnd>
    </p:sndAc>
  </p:transition>
</p:sldLayout>
</file>

<file path=ppt/slideLayouts/slideLayout24.xml><?xml version="1.0" encoding="utf-8"?>
<p:sldLayout xmlns:a="http://schemas.openxmlformats.org/drawingml/2006/main" xmlns:r="http://schemas.openxmlformats.org/officeDocument/2006/relationships" xmlns:p="http://schemas.openxmlformats.org/presentationml/2006/main" type="tbl" preserve="1">
  <p:cSld name="Title and Table">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a:lstStyle/>
          <a:p>
            <a:r>
              <a:rPr lang="en-US"/>
              <a:t>Click to edit Master title style</a:t>
            </a:r>
            <a:endParaRPr lang="en-GB"/>
          </a:p>
        </p:txBody>
      </p:sp>
      <p:sp>
        <p:nvSpPr>
          <p:cNvPr id="3" name="Table Placeholder 2"/>
          <p:cNvSpPr>
            <a:spLocks noGrp="1"/>
          </p:cNvSpPr>
          <p:nvPr>
            <p:ph type="tbl" idx="1"/>
          </p:nvPr>
        </p:nvSpPr>
        <p:spPr>
          <a:xfrm>
            <a:off x="479426" y="2196000"/>
            <a:ext cx="8207375" cy="4041312"/>
          </a:xfrm>
          <a:prstGeom prst="rect">
            <a:avLst/>
          </a:prstGeom>
        </p:spPr>
        <p:txBody>
          <a:bodyPr rtlCol="0">
            <a:normAutofit/>
          </a:bodyPr>
          <a:lstStyle/>
          <a:p>
            <a:pPr lvl="0"/>
            <a:endParaRPr lang="en-GB" noProof="0" dirty="0"/>
          </a:p>
        </p:txBody>
      </p:sp>
      <p:sp>
        <p:nvSpPr>
          <p:cNvPr id="4" name="Footer Placeholder 4">
            <a:extLst>
              <a:ext uri="{FF2B5EF4-FFF2-40B4-BE49-F238E27FC236}">
                <a16:creationId xmlns:a16="http://schemas.microsoft.com/office/drawing/2014/main" id="{AF875707-4545-7C5E-C4A1-F2B0323DEB00}"/>
              </a:ext>
            </a:extLst>
          </p:cNvPr>
          <p:cNvSpPr>
            <a:spLocks noGrp="1" noChangeArrowheads="1"/>
          </p:cNvSpPr>
          <p:nvPr>
            <p:ph type="ftr" sz="quarter" idx="10"/>
          </p:nvPr>
        </p:nvSpPr>
        <p:spPr/>
        <p:txBody>
          <a:bodyPr/>
          <a:lstStyle>
            <a:lvl1pPr>
              <a:defRPr/>
            </a:lvl1pPr>
          </a:lstStyle>
          <a:p>
            <a:pPr>
              <a:defRPr/>
            </a:pPr>
            <a:r>
              <a:rPr lang="en-GB" altLang="en-US" dirty="0"/>
              <a:t>© Pearson Education Ltd 2023. Copying permitted for purchasing institution only. </a:t>
            </a:r>
          </a:p>
        </p:txBody>
      </p:sp>
    </p:spTree>
    <p:extLst>
      <p:ext uri="{BB962C8B-B14F-4D97-AF65-F5344CB8AC3E}">
        <p14:creationId xmlns:p14="http://schemas.microsoft.com/office/powerpoint/2010/main" val="2716333174"/>
      </p:ext>
    </p:extLst>
  </p:cSld>
  <p:clrMapOvr>
    <a:masterClrMapping/>
  </p:clrMapOvr>
  <p:transition>
    <p:sndAc>
      <p:stSnd>
        <p:snd r:embed="rId1" name="click.wav"/>
      </p:stSnd>
    </p:sndAc>
  </p:transition>
</p:sldLayout>
</file>

<file path=ppt/slideLayouts/slideLayout25.xml><?xml version="1.0" encoding="utf-8"?>
<p:sldLayout xmlns:a="http://schemas.openxmlformats.org/drawingml/2006/main" xmlns:r="http://schemas.openxmlformats.org/officeDocument/2006/relationships" xmlns:p="http://schemas.openxmlformats.org/presentationml/2006/main" userDrawn="1">
  <p:cSld name="1_Two Content">
    <p:spTree>
      <p:nvGrpSpPr>
        <p:cNvPr id="1" name=""/>
        <p:cNvGrpSpPr/>
        <p:nvPr/>
      </p:nvGrpSpPr>
      <p:grpSpPr>
        <a:xfrm>
          <a:off x="0" y="0"/>
          <a:ext cx="0" cy="0"/>
          <a:chOff x="0" y="0"/>
          <a:chExt cx="0" cy="0"/>
        </a:xfrm>
      </p:grpSpPr>
      <p:sp>
        <p:nvSpPr>
          <p:cNvPr id="6" name="Title 1"/>
          <p:cNvSpPr>
            <a:spLocks noGrp="1"/>
          </p:cNvSpPr>
          <p:nvPr>
            <p:ph type="title"/>
          </p:nvPr>
        </p:nvSpPr>
        <p:spPr>
          <a:xfrm>
            <a:off x="457200" y="1195388"/>
            <a:ext cx="8229600" cy="863600"/>
          </a:xfrm>
          <a:prstGeom prst="rect">
            <a:avLst/>
          </a:prstGeom>
        </p:spPr>
        <p:txBody>
          <a:bodyPr/>
          <a:lstStyle/>
          <a:p>
            <a:r>
              <a:rPr lang="en-GB" altLang="en-US" dirty="0"/>
              <a:t>Heading</a:t>
            </a:r>
          </a:p>
        </p:txBody>
      </p:sp>
      <p:sp>
        <p:nvSpPr>
          <p:cNvPr id="7" name="Content Placeholder 3"/>
          <p:cNvSpPr>
            <a:spLocks noGrp="1"/>
          </p:cNvSpPr>
          <p:nvPr>
            <p:ph sz="half" idx="2"/>
          </p:nvPr>
        </p:nvSpPr>
        <p:spPr>
          <a:xfrm>
            <a:off x="684213" y="2195513"/>
            <a:ext cx="7991475" cy="3609975"/>
          </a:xfrm>
          <a:prstGeom prst="rect">
            <a:avLst/>
          </a:prstGeom>
        </p:spPr>
        <p:txBody>
          <a:bodyPr/>
          <a:lstStyle/>
          <a:p>
            <a:r>
              <a:rPr lang="en-GB" altLang="en-US" dirty="0"/>
              <a:t>Body text </a:t>
            </a:r>
            <a:r>
              <a:rPr lang="en-GB" altLang="en-US" dirty="0" err="1"/>
              <a:t>xxxxxxxxxxxxxxxxxxxxxxxxxxxxxxxxxxxxxxxxx</a:t>
            </a:r>
            <a:r>
              <a:rPr lang="en-GB" altLang="en-US" dirty="0"/>
              <a:t>:</a:t>
            </a:r>
          </a:p>
          <a:p>
            <a:pPr lvl="1"/>
            <a:r>
              <a:rPr lang="en-GB" altLang="en-US" dirty="0"/>
              <a:t>Bullet text</a:t>
            </a:r>
          </a:p>
          <a:p>
            <a:pPr lvl="1"/>
            <a:r>
              <a:rPr lang="en-GB" altLang="en-US" dirty="0"/>
              <a:t>Bullet text</a:t>
            </a:r>
          </a:p>
          <a:p>
            <a:pPr lvl="1"/>
            <a:endParaRPr lang="en-GB" altLang="en-US" dirty="0"/>
          </a:p>
        </p:txBody>
      </p:sp>
      <p:sp>
        <p:nvSpPr>
          <p:cNvPr id="2" name="Footer Placeholder 4">
            <a:extLst>
              <a:ext uri="{FF2B5EF4-FFF2-40B4-BE49-F238E27FC236}">
                <a16:creationId xmlns:a16="http://schemas.microsoft.com/office/drawing/2014/main" id="{47F8C46B-97F2-9941-FA1B-60A0A697ED7C}"/>
              </a:ext>
            </a:extLst>
          </p:cNvPr>
          <p:cNvSpPr>
            <a:spLocks noGrp="1" noChangeArrowheads="1"/>
          </p:cNvSpPr>
          <p:nvPr>
            <p:ph type="ftr" sz="quarter" idx="10"/>
          </p:nvPr>
        </p:nvSpPr>
        <p:spPr/>
        <p:txBody>
          <a:bodyPr/>
          <a:lstStyle>
            <a:lvl1pPr>
              <a:defRPr/>
            </a:lvl1pPr>
          </a:lstStyle>
          <a:p>
            <a:pPr>
              <a:defRPr/>
            </a:pPr>
            <a:r>
              <a:rPr lang="en-GB" altLang="en-US" dirty="0"/>
              <a:t>© Pearson Education Ltd 2023. Copying permitted for purchasing institution only. </a:t>
            </a:r>
          </a:p>
        </p:txBody>
      </p:sp>
    </p:spTree>
    <p:extLst>
      <p:ext uri="{BB962C8B-B14F-4D97-AF65-F5344CB8AC3E}">
        <p14:creationId xmlns:p14="http://schemas.microsoft.com/office/powerpoint/2010/main" val="3149077198"/>
      </p:ext>
    </p:extLst>
  </p:cSld>
  <p:clrMapOvr>
    <a:masterClrMapping/>
  </p:clrMapOvr>
  <p:transition>
    <p:sndAc>
      <p:stSnd>
        <p:snd r:embed="rId1" name="click.wav"/>
      </p:stSnd>
    </p:sndAc>
  </p:transition>
</p:sldLayout>
</file>

<file path=ppt/slideLayouts/slideLayout26.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6"/>
            <a:ext cx="7772400" cy="1470025"/>
          </a:xfrm>
          <a:prstGeom prst="rect">
            <a:avLst/>
          </a:prstGeom>
        </p:spPr>
        <p:txBody>
          <a:bodyPr/>
          <a:lstStyle/>
          <a:p>
            <a:r>
              <a:rPr lang="en-US"/>
              <a:t>Click to edit Master title style</a:t>
            </a:r>
            <a:endParaRPr lang="en-GB"/>
          </a:p>
        </p:txBody>
      </p:sp>
      <p:sp>
        <p:nvSpPr>
          <p:cNvPr id="3" name="Subtitle 2"/>
          <p:cNvSpPr>
            <a:spLocks noGrp="1"/>
          </p:cNvSpPr>
          <p:nvPr>
            <p:ph type="subTitle" idx="1"/>
          </p:nvPr>
        </p:nvSpPr>
        <p:spPr>
          <a:xfrm>
            <a:off x="1371600" y="3886200"/>
            <a:ext cx="6400800" cy="1752600"/>
          </a:xfrm>
          <a:prstGeom prst="rect">
            <a:avLst/>
          </a:prstGeo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en-US" dirty="0"/>
              <a:t>Click to edit Master subtitle style</a:t>
            </a:r>
            <a:endParaRPr lang="en-GB" dirty="0"/>
          </a:p>
        </p:txBody>
      </p:sp>
      <p:sp>
        <p:nvSpPr>
          <p:cNvPr id="4" name="Footer Placeholder 4">
            <a:extLst>
              <a:ext uri="{FF2B5EF4-FFF2-40B4-BE49-F238E27FC236}">
                <a16:creationId xmlns:a16="http://schemas.microsoft.com/office/drawing/2014/main" id="{3A0305BB-39CB-2010-297C-4A457FC45F96}"/>
              </a:ext>
            </a:extLst>
          </p:cNvPr>
          <p:cNvSpPr>
            <a:spLocks noGrp="1" noChangeArrowheads="1"/>
          </p:cNvSpPr>
          <p:nvPr>
            <p:ph type="ftr" sz="quarter" idx="10"/>
          </p:nvPr>
        </p:nvSpPr>
        <p:spPr/>
        <p:txBody>
          <a:bodyPr/>
          <a:lstStyle>
            <a:lvl1pPr>
              <a:defRPr/>
            </a:lvl1pPr>
          </a:lstStyle>
          <a:p>
            <a:pPr>
              <a:defRPr/>
            </a:pPr>
            <a:r>
              <a:rPr lang="en-GB" altLang="en-US" dirty="0"/>
              <a:t>© Pearson Education Ltd 2023. Copying permitted for purchasing institution only. </a:t>
            </a:r>
          </a:p>
        </p:txBody>
      </p:sp>
    </p:spTree>
    <p:extLst>
      <p:ext uri="{BB962C8B-B14F-4D97-AF65-F5344CB8AC3E}">
        <p14:creationId xmlns:p14="http://schemas.microsoft.com/office/powerpoint/2010/main" val="283548499"/>
      </p:ext>
    </p:extLst>
  </p:cSld>
  <p:clrMapOvr>
    <a:masterClrMapping/>
  </p:clrMapOvr>
  <p:transition>
    <p:sndAc>
      <p:stSnd>
        <p:snd r:embed="rId1" name="click.wav"/>
      </p:stSnd>
    </p:sndAc>
  </p:transition>
</p:sldLayout>
</file>

<file path=ppt/slideLayouts/slideLayout27.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a:lstStyle/>
          <a:p>
            <a:r>
              <a:rPr lang="en-US" dirty="0"/>
              <a:t>Click to edit Master title style</a:t>
            </a:r>
            <a:endParaRPr lang="en-GB" dirty="0"/>
          </a:p>
        </p:txBody>
      </p:sp>
      <p:sp>
        <p:nvSpPr>
          <p:cNvPr id="3" name="Content Placeholder 2"/>
          <p:cNvSpPr>
            <a:spLocks noGrp="1"/>
          </p:cNvSpPr>
          <p:nvPr>
            <p:ph idx="1"/>
          </p:nvPr>
        </p:nvSpPr>
        <p:spPr>
          <a:xfrm>
            <a:off x="468314" y="2196000"/>
            <a:ext cx="8207375" cy="3878436"/>
          </a:xfrm>
          <a:prstGeom prst="rect">
            <a:avLst/>
          </a:prstGeom>
        </p:spPr>
        <p:txBody>
          <a:bodyPr/>
          <a:lstStyle>
            <a:lvl1pPr>
              <a:buFont typeface="Wingdings" pitchFamily="2" charset="2"/>
              <a:buChar char="§"/>
              <a:defRPr>
                <a:latin typeface="Arial" panose="020B0604020202020204" pitchFamily="34" charset="0"/>
                <a:cs typeface="Arial" panose="020B0604020202020204" pitchFamily="34" charset="0"/>
              </a:defRPr>
            </a:lvl1pPr>
            <a:lvl2pPr>
              <a:buFont typeface="Wingdings" pitchFamily="2" charset="2"/>
              <a:buChar char="§"/>
              <a:defRPr>
                <a:latin typeface="Arial" panose="020B0604020202020204" pitchFamily="34" charset="0"/>
                <a:cs typeface="Arial" panose="020B0604020202020204" pitchFamily="34" charset="0"/>
              </a:defRPr>
            </a:lvl2pPr>
            <a:lvl3pPr>
              <a:buFont typeface="Wingdings" pitchFamily="2" charset="2"/>
              <a:buChar char="§"/>
              <a:defRPr>
                <a:latin typeface="Arial" panose="020B0604020202020204" pitchFamily="34" charset="0"/>
                <a:cs typeface="Arial" panose="020B0604020202020204" pitchFamily="34" charset="0"/>
              </a:defRPr>
            </a:lvl3pPr>
            <a:lvl4pPr>
              <a:buFont typeface="Wingdings" pitchFamily="2" charset="2"/>
              <a:buChar char="§"/>
              <a:defRPr>
                <a:latin typeface="Arial" panose="020B0604020202020204" pitchFamily="34" charset="0"/>
                <a:cs typeface="Arial" panose="020B0604020202020204" pitchFamily="34" charset="0"/>
              </a:defRPr>
            </a:lvl4pPr>
            <a:lvl5pPr>
              <a:buFont typeface="Wingdings" pitchFamily="2" charset="2"/>
              <a:buChar char="§"/>
              <a:defRPr>
                <a:latin typeface="Arial" panose="020B0604020202020204" pitchFamily="34" charset="0"/>
                <a:cs typeface="Arial" panose="020B0604020202020204" pitchFamily="34"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GB" dirty="0"/>
          </a:p>
        </p:txBody>
      </p:sp>
      <p:sp>
        <p:nvSpPr>
          <p:cNvPr id="4" name="Footer Placeholder 4">
            <a:extLst>
              <a:ext uri="{FF2B5EF4-FFF2-40B4-BE49-F238E27FC236}">
                <a16:creationId xmlns:a16="http://schemas.microsoft.com/office/drawing/2014/main" id="{91A7AFBE-AB6C-ABC5-09E7-9F4EA3B95410}"/>
              </a:ext>
            </a:extLst>
          </p:cNvPr>
          <p:cNvSpPr>
            <a:spLocks noGrp="1" noChangeArrowheads="1"/>
          </p:cNvSpPr>
          <p:nvPr>
            <p:ph type="ftr" sz="quarter" idx="10"/>
          </p:nvPr>
        </p:nvSpPr>
        <p:spPr/>
        <p:txBody>
          <a:bodyPr/>
          <a:lstStyle>
            <a:lvl1pPr>
              <a:defRPr/>
            </a:lvl1pPr>
          </a:lstStyle>
          <a:p>
            <a:pPr>
              <a:defRPr/>
            </a:pPr>
            <a:r>
              <a:rPr lang="en-GB" altLang="en-US" dirty="0"/>
              <a:t>© Pearson Education Ltd 2023. Copying permitted for purchasing institution only. </a:t>
            </a:r>
          </a:p>
        </p:txBody>
      </p:sp>
    </p:spTree>
    <p:extLst>
      <p:ext uri="{BB962C8B-B14F-4D97-AF65-F5344CB8AC3E}">
        <p14:creationId xmlns:p14="http://schemas.microsoft.com/office/powerpoint/2010/main" val="1130926481"/>
      </p:ext>
    </p:extLst>
  </p:cSld>
  <p:clrMapOvr>
    <a:masterClrMapping/>
  </p:clrMapOvr>
  <p:transition>
    <p:sndAc>
      <p:stSnd>
        <p:snd r:embed="rId1" name="click.wav"/>
      </p:stSnd>
    </p:sndAc>
  </p:transition>
</p:sldLayout>
</file>

<file path=ppt/slideLayouts/slideLayout28.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a:prstGeom prst="rect">
            <a:avLst/>
          </a:prstGeom>
        </p:spPr>
        <p:txBody>
          <a:bodyPr anchor="t"/>
          <a:lstStyle>
            <a:lvl1pPr algn="r">
              <a:defRPr sz="4000" b="1" cap="all"/>
            </a:lvl1pPr>
          </a:lstStyle>
          <a:p>
            <a:r>
              <a:rPr lang="en-US"/>
              <a:t>Click to edit Master title style</a:t>
            </a:r>
            <a:endParaRPr lang="en-GB"/>
          </a:p>
        </p:txBody>
      </p:sp>
      <p:sp>
        <p:nvSpPr>
          <p:cNvPr id="3" name="Text Placeholder 2"/>
          <p:cNvSpPr>
            <a:spLocks noGrp="1"/>
          </p:cNvSpPr>
          <p:nvPr>
            <p:ph type="body" idx="1"/>
          </p:nvPr>
        </p:nvSpPr>
        <p:spPr>
          <a:xfrm>
            <a:off x="722313" y="2906714"/>
            <a:ext cx="7772400" cy="1500187"/>
          </a:xfrm>
          <a:prstGeom prst="rect">
            <a:avLst/>
          </a:prstGeo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a:t>Click to edit Master text styles</a:t>
            </a:r>
          </a:p>
        </p:txBody>
      </p:sp>
      <p:sp>
        <p:nvSpPr>
          <p:cNvPr id="4" name="Footer Placeholder 4">
            <a:extLst>
              <a:ext uri="{FF2B5EF4-FFF2-40B4-BE49-F238E27FC236}">
                <a16:creationId xmlns:a16="http://schemas.microsoft.com/office/drawing/2014/main" id="{C2AEDFE9-EE41-D362-E546-E91D5FC64E76}"/>
              </a:ext>
            </a:extLst>
          </p:cNvPr>
          <p:cNvSpPr>
            <a:spLocks noGrp="1" noChangeArrowheads="1"/>
          </p:cNvSpPr>
          <p:nvPr>
            <p:ph type="ftr" sz="quarter" idx="10"/>
          </p:nvPr>
        </p:nvSpPr>
        <p:spPr/>
        <p:txBody>
          <a:bodyPr/>
          <a:lstStyle>
            <a:lvl1pPr>
              <a:defRPr/>
            </a:lvl1pPr>
          </a:lstStyle>
          <a:p>
            <a:pPr>
              <a:defRPr/>
            </a:pPr>
            <a:r>
              <a:rPr lang="en-GB" altLang="en-US" dirty="0"/>
              <a:t>© Pearson Education Ltd 2023. Copying permitted for purchasing institution only. </a:t>
            </a:r>
          </a:p>
        </p:txBody>
      </p:sp>
    </p:spTree>
    <p:extLst>
      <p:ext uri="{BB962C8B-B14F-4D97-AF65-F5344CB8AC3E}">
        <p14:creationId xmlns:p14="http://schemas.microsoft.com/office/powerpoint/2010/main" val="3562895208"/>
      </p:ext>
    </p:extLst>
  </p:cSld>
  <p:clrMapOvr>
    <a:masterClrMapping/>
  </p:clrMapOvr>
  <p:transition>
    <p:sndAc>
      <p:stSnd>
        <p:snd r:embed="rId1" name="click.wav"/>
      </p:stSnd>
    </p:sndAc>
  </p:transition>
</p:sldLayout>
</file>

<file path=ppt/slideLayouts/slideLayout29.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a:lstStyle/>
          <a:p>
            <a:r>
              <a:rPr lang="en-US" dirty="0"/>
              <a:t>Click to edit Master title style</a:t>
            </a:r>
            <a:endParaRPr lang="en-GB" dirty="0"/>
          </a:p>
        </p:txBody>
      </p:sp>
      <p:sp>
        <p:nvSpPr>
          <p:cNvPr id="3" name="Content Placeholder 2"/>
          <p:cNvSpPr>
            <a:spLocks noGrp="1"/>
          </p:cNvSpPr>
          <p:nvPr>
            <p:ph sz="half" idx="1"/>
          </p:nvPr>
        </p:nvSpPr>
        <p:spPr>
          <a:xfrm>
            <a:off x="468314" y="2196001"/>
            <a:ext cx="4027487" cy="4024100"/>
          </a:xfrm>
          <a:prstGeom prst="rect">
            <a:avLst/>
          </a:prstGeom>
        </p:spPr>
        <p:txBody>
          <a:bodyPr/>
          <a:lstStyle>
            <a:lvl1pPr>
              <a:buFont typeface="Wingdings" pitchFamily="2" charset="2"/>
              <a:buChar char="§"/>
              <a:defRPr sz="2400">
                <a:latin typeface="Arial" panose="020B0604020202020204" pitchFamily="34" charset="0"/>
                <a:cs typeface="Arial" panose="020B0604020202020204" pitchFamily="34" charset="0"/>
              </a:defRPr>
            </a:lvl1pPr>
            <a:lvl2pPr>
              <a:buFont typeface="Wingdings" pitchFamily="2" charset="2"/>
              <a:buChar char="§"/>
              <a:defRPr sz="2400">
                <a:latin typeface="Arial" panose="020B0604020202020204" pitchFamily="34" charset="0"/>
                <a:cs typeface="Arial" panose="020B0604020202020204" pitchFamily="34" charset="0"/>
              </a:defRPr>
            </a:lvl2pPr>
            <a:lvl3pPr>
              <a:buFont typeface="Wingdings" pitchFamily="2" charset="2"/>
              <a:buChar char="§"/>
              <a:defRPr sz="2400">
                <a:latin typeface="Arial" panose="020B0604020202020204" pitchFamily="34" charset="0"/>
                <a:cs typeface="Arial" panose="020B0604020202020204" pitchFamily="34" charset="0"/>
              </a:defRPr>
            </a:lvl3pPr>
            <a:lvl4pPr>
              <a:buFont typeface="Wingdings" pitchFamily="2" charset="2"/>
              <a:buChar char="§"/>
              <a:defRPr sz="2400">
                <a:latin typeface="Arial" panose="020B0604020202020204" pitchFamily="34" charset="0"/>
                <a:cs typeface="Arial" panose="020B0604020202020204" pitchFamily="34" charset="0"/>
              </a:defRPr>
            </a:lvl4pPr>
            <a:lvl5pPr>
              <a:buFont typeface="Wingdings" pitchFamily="2" charset="2"/>
              <a:buChar char="§"/>
              <a:defRPr sz="2400">
                <a:latin typeface="Arial" panose="020B0604020202020204" pitchFamily="34" charset="0"/>
                <a:cs typeface="Arial" panose="020B0604020202020204" pitchFamily="34" charset="0"/>
              </a:defRPr>
            </a:lvl5pPr>
            <a:lvl6pPr>
              <a:defRPr sz="1800"/>
            </a:lvl6pPr>
            <a:lvl7pPr>
              <a:defRPr sz="1800"/>
            </a:lvl7pPr>
            <a:lvl8pPr>
              <a:defRPr sz="1800"/>
            </a:lvl8pPr>
            <a:lvl9pPr>
              <a:defRPr sz="18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GB" dirty="0"/>
          </a:p>
        </p:txBody>
      </p:sp>
      <p:sp>
        <p:nvSpPr>
          <p:cNvPr id="4" name="Content Placeholder 3"/>
          <p:cNvSpPr>
            <a:spLocks noGrp="1"/>
          </p:cNvSpPr>
          <p:nvPr>
            <p:ph sz="half" idx="2"/>
          </p:nvPr>
        </p:nvSpPr>
        <p:spPr>
          <a:xfrm>
            <a:off x="4648200" y="2196001"/>
            <a:ext cx="4027488" cy="4024100"/>
          </a:xfrm>
          <a:prstGeom prst="rect">
            <a:avLst/>
          </a:prstGeom>
        </p:spPr>
        <p:txBody>
          <a:bodyPr/>
          <a:lstStyle>
            <a:lvl1pPr>
              <a:buFont typeface="Wingdings" pitchFamily="2" charset="2"/>
              <a:buChar char="§"/>
              <a:defRPr sz="2400">
                <a:latin typeface="Arial" panose="020B0604020202020204" pitchFamily="34" charset="0"/>
                <a:cs typeface="Arial" panose="020B0604020202020204" pitchFamily="34" charset="0"/>
              </a:defRPr>
            </a:lvl1pPr>
            <a:lvl2pPr>
              <a:buFont typeface="Wingdings" pitchFamily="2" charset="2"/>
              <a:buChar char="§"/>
              <a:defRPr sz="2400">
                <a:latin typeface="Arial" panose="020B0604020202020204" pitchFamily="34" charset="0"/>
                <a:cs typeface="Arial" panose="020B0604020202020204" pitchFamily="34" charset="0"/>
              </a:defRPr>
            </a:lvl2pPr>
            <a:lvl3pPr>
              <a:buFont typeface="Wingdings" pitchFamily="2" charset="2"/>
              <a:buChar char="§"/>
              <a:defRPr sz="2400">
                <a:latin typeface="Arial" panose="020B0604020202020204" pitchFamily="34" charset="0"/>
                <a:cs typeface="Arial" panose="020B0604020202020204" pitchFamily="34" charset="0"/>
              </a:defRPr>
            </a:lvl3pPr>
            <a:lvl4pPr>
              <a:buFont typeface="Wingdings" pitchFamily="2" charset="2"/>
              <a:buChar char="§"/>
              <a:defRPr sz="2400">
                <a:latin typeface="Arial" panose="020B0604020202020204" pitchFamily="34" charset="0"/>
                <a:cs typeface="Arial" panose="020B0604020202020204" pitchFamily="34" charset="0"/>
              </a:defRPr>
            </a:lvl4pPr>
            <a:lvl5pPr>
              <a:buFont typeface="Wingdings" pitchFamily="2" charset="2"/>
              <a:buChar char="§"/>
              <a:defRPr sz="2400">
                <a:latin typeface="Arial" panose="020B0604020202020204" pitchFamily="34" charset="0"/>
                <a:cs typeface="Arial" panose="020B0604020202020204" pitchFamily="34" charset="0"/>
              </a:defRPr>
            </a:lvl5pPr>
            <a:lvl6pPr>
              <a:defRPr sz="1800"/>
            </a:lvl6pPr>
            <a:lvl7pPr>
              <a:defRPr sz="1800"/>
            </a:lvl7pPr>
            <a:lvl8pPr>
              <a:defRPr sz="1800"/>
            </a:lvl8pPr>
            <a:lvl9pPr>
              <a:defRPr sz="18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GB" dirty="0"/>
          </a:p>
        </p:txBody>
      </p:sp>
      <p:sp>
        <p:nvSpPr>
          <p:cNvPr id="5" name="Footer Placeholder 4">
            <a:extLst>
              <a:ext uri="{FF2B5EF4-FFF2-40B4-BE49-F238E27FC236}">
                <a16:creationId xmlns:a16="http://schemas.microsoft.com/office/drawing/2014/main" id="{4CAF7984-8BB0-8F53-E778-52A2BBF7CCE6}"/>
              </a:ext>
            </a:extLst>
          </p:cNvPr>
          <p:cNvSpPr>
            <a:spLocks noGrp="1" noChangeArrowheads="1"/>
          </p:cNvSpPr>
          <p:nvPr>
            <p:ph type="ftr" sz="quarter" idx="10"/>
          </p:nvPr>
        </p:nvSpPr>
        <p:spPr/>
        <p:txBody>
          <a:bodyPr/>
          <a:lstStyle>
            <a:lvl1pPr>
              <a:defRPr/>
            </a:lvl1pPr>
          </a:lstStyle>
          <a:p>
            <a:pPr>
              <a:defRPr/>
            </a:pPr>
            <a:r>
              <a:rPr lang="en-GB" altLang="en-US" dirty="0"/>
              <a:t>© Pearson Education Ltd 2023. Copying permitted for purchasing institution only. </a:t>
            </a:r>
          </a:p>
        </p:txBody>
      </p:sp>
    </p:spTree>
    <p:extLst>
      <p:ext uri="{BB962C8B-B14F-4D97-AF65-F5344CB8AC3E}">
        <p14:creationId xmlns:p14="http://schemas.microsoft.com/office/powerpoint/2010/main" val="1138668001"/>
      </p:ext>
    </p:extLst>
  </p:cSld>
  <p:clrMapOvr>
    <a:masterClrMapping/>
  </p:clrMapOvr>
  <p:transition>
    <p:sndAc>
      <p:stSnd>
        <p:snd r:embed="rId1" name="click.wav"/>
      </p:stSnd>
    </p:sndAc>
  </p:transition>
</p:sldLayout>
</file>

<file path=ppt/slideLayouts/slideLayout30.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pic>
        <p:nvPicPr>
          <p:cNvPr id="7" name="Picture 5" descr="Always Learning">
            <a:extLst>
              <a:ext uri="{FF2B5EF4-FFF2-40B4-BE49-F238E27FC236}">
                <a16:creationId xmlns:a16="http://schemas.microsoft.com/office/drawing/2014/main" id="{69FE8684-BE61-3A81-0CF1-F705B2D28649}"/>
              </a:ext>
            </a:extLst>
          </p:cNvPr>
          <p:cNvPicPr>
            <a:picLocks noChangeAspect="1" noChangeArrowheads="1"/>
          </p:cNvPicPr>
          <p:nvPr userDrawn="1"/>
        </p:nvPicPr>
        <p:blipFill>
          <a:blip r:embed="rId3" cstate="screen">
            <a:extLst>
              <a:ext uri="{28A0092B-C50C-407E-A947-70E740481C1C}">
                <a14:useLocalDpi xmlns:a14="http://schemas.microsoft.com/office/drawing/2010/main"/>
              </a:ext>
            </a:extLst>
          </a:blip>
          <a:srcRect/>
          <a:stretch>
            <a:fillRect/>
          </a:stretch>
        </p:blipFill>
        <p:spPr bwMode="auto">
          <a:xfrm>
            <a:off x="0" y="6356350"/>
            <a:ext cx="1762125" cy="493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Title 1"/>
          <p:cNvSpPr>
            <a:spLocks noGrp="1"/>
          </p:cNvSpPr>
          <p:nvPr>
            <p:ph type="title"/>
          </p:nvPr>
        </p:nvSpPr>
        <p:spPr>
          <a:xfrm>
            <a:off x="457200" y="1195200"/>
            <a:ext cx="8229600" cy="864000"/>
          </a:xfrm>
          <a:prstGeom prst="rect">
            <a:avLst/>
          </a:prstGeom>
        </p:spPr>
        <p:txBody>
          <a:bodyPr/>
          <a:lstStyle>
            <a:lvl1pPr>
              <a:defRPr/>
            </a:lvl1pPr>
          </a:lstStyle>
          <a:p>
            <a:r>
              <a:rPr lang="en-US"/>
              <a:t>Click to edit Master title style</a:t>
            </a:r>
            <a:endParaRPr lang="en-GB"/>
          </a:p>
        </p:txBody>
      </p:sp>
      <p:sp>
        <p:nvSpPr>
          <p:cNvPr id="3" name="Text Placeholder 2"/>
          <p:cNvSpPr>
            <a:spLocks noGrp="1"/>
          </p:cNvSpPr>
          <p:nvPr>
            <p:ph type="body" idx="1"/>
          </p:nvPr>
        </p:nvSpPr>
        <p:spPr>
          <a:xfrm>
            <a:off x="457201" y="2196000"/>
            <a:ext cx="4040188" cy="63976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4" name="Content Placeholder 3"/>
          <p:cNvSpPr>
            <a:spLocks noGrp="1"/>
          </p:cNvSpPr>
          <p:nvPr>
            <p:ph sz="half" idx="2"/>
          </p:nvPr>
        </p:nvSpPr>
        <p:spPr>
          <a:xfrm>
            <a:off x="457201" y="2932602"/>
            <a:ext cx="4040188" cy="3193562"/>
          </a:xfrm>
          <a:prstGeom prst="rect">
            <a:avLst/>
          </a:prstGeom>
        </p:spPr>
        <p:txBody>
          <a:bodyPr/>
          <a:lstStyle>
            <a:lvl1pPr>
              <a:buFont typeface="Wingdings" pitchFamily="2" charset="2"/>
              <a:buChar char="§"/>
              <a:defRPr sz="2400">
                <a:latin typeface="Arial" panose="020B0604020202020204" pitchFamily="34" charset="0"/>
                <a:cs typeface="Arial" panose="020B0604020202020204" pitchFamily="34" charset="0"/>
              </a:defRPr>
            </a:lvl1pPr>
            <a:lvl2pPr>
              <a:buFont typeface="Wingdings" pitchFamily="2" charset="2"/>
              <a:buChar char="§"/>
              <a:defRPr sz="2400">
                <a:latin typeface="Arial" panose="020B0604020202020204" pitchFamily="34" charset="0"/>
                <a:cs typeface="Arial" panose="020B0604020202020204" pitchFamily="34" charset="0"/>
              </a:defRPr>
            </a:lvl2pPr>
            <a:lvl3pPr>
              <a:buFont typeface="Wingdings" pitchFamily="2" charset="2"/>
              <a:buChar char="§"/>
              <a:defRPr sz="2400">
                <a:latin typeface="Arial" panose="020B0604020202020204" pitchFamily="34" charset="0"/>
                <a:cs typeface="Arial" panose="020B0604020202020204" pitchFamily="34" charset="0"/>
              </a:defRPr>
            </a:lvl3pPr>
            <a:lvl4pPr>
              <a:buFont typeface="Wingdings" pitchFamily="2" charset="2"/>
              <a:buChar char="§"/>
              <a:defRPr sz="2400">
                <a:latin typeface="Arial" panose="020B0604020202020204" pitchFamily="34" charset="0"/>
                <a:cs typeface="Arial" panose="020B0604020202020204" pitchFamily="34" charset="0"/>
              </a:defRPr>
            </a:lvl4pPr>
            <a:lvl5pPr>
              <a:buFont typeface="Wingdings" pitchFamily="2" charset="2"/>
              <a:buChar char="§"/>
              <a:defRPr sz="2400">
                <a:latin typeface="Arial" panose="020B0604020202020204" pitchFamily="34" charset="0"/>
                <a:cs typeface="Arial" panose="020B0604020202020204" pitchFamily="34" charset="0"/>
              </a:defRPr>
            </a:lvl5pPr>
            <a:lvl6pPr>
              <a:defRPr sz="1600"/>
            </a:lvl6pPr>
            <a:lvl7pPr>
              <a:defRPr sz="1600"/>
            </a:lvl7pPr>
            <a:lvl8pPr>
              <a:defRPr sz="1600"/>
            </a:lvl8pPr>
            <a:lvl9pPr>
              <a:defRPr sz="16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GB" dirty="0"/>
          </a:p>
        </p:txBody>
      </p:sp>
      <p:sp>
        <p:nvSpPr>
          <p:cNvPr id="5" name="Text Placeholder 4"/>
          <p:cNvSpPr>
            <a:spLocks noGrp="1"/>
          </p:cNvSpPr>
          <p:nvPr>
            <p:ph type="body" sz="quarter" idx="3"/>
          </p:nvPr>
        </p:nvSpPr>
        <p:spPr>
          <a:xfrm>
            <a:off x="4645026" y="2196000"/>
            <a:ext cx="4041775" cy="63976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6" name="Content Placeholder 5"/>
          <p:cNvSpPr>
            <a:spLocks noGrp="1"/>
          </p:cNvSpPr>
          <p:nvPr>
            <p:ph sz="quarter" idx="4"/>
          </p:nvPr>
        </p:nvSpPr>
        <p:spPr>
          <a:xfrm>
            <a:off x="4645026" y="2932602"/>
            <a:ext cx="4041775" cy="3193562"/>
          </a:xfrm>
          <a:prstGeom prst="rect">
            <a:avLst/>
          </a:prstGeom>
        </p:spPr>
        <p:txBody>
          <a:bodyPr/>
          <a:lstStyle>
            <a:lvl1pPr>
              <a:buFont typeface="Wingdings" pitchFamily="2" charset="2"/>
              <a:buChar char="§"/>
              <a:defRPr sz="2400">
                <a:latin typeface="Arial" panose="020B0604020202020204" pitchFamily="34" charset="0"/>
                <a:cs typeface="Arial" panose="020B0604020202020204" pitchFamily="34" charset="0"/>
              </a:defRPr>
            </a:lvl1pPr>
            <a:lvl2pPr>
              <a:buFont typeface="Wingdings" pitchFamily="2" charset="2"/>
              <a:buChar char="§"/>
              <a:defRPr sz="2400">
                <a:latin typeface="Arial" panose="020B0604020202020204" pitchFamily="34" charset="0"/>
                <a:cs typeface="Arial" panose="020B0604020202020204" pitchFamily="34" charset="0"/>
              </a:defRPr>
            </a:lvl2pPr>
            <a:lvl3pPr>
              <a:buFont typeface="Wingdings" pitchFamily="2" charset="2"/>
              <a:buChar char="§"/>
              <a:defRPr sz="2400">
                <a:latin typeface="Arial" panose="020B0604020202020204" pitchFamily="34" charset="0"/>
                <a:cs typeface="Arial" panose="020B0604020202020204" pitchFamily="34" charset="0"/>
              </a:defRPr>
            </a:lvl3pPr>
            <a:lvl4pPr>
              <a:buFont typeface="Wingdings" pitchFamily="2" charset="2"/>
              <a:buChar char="§"/>
              <a:defRPr sz="2400">
                <a:latin typeface="Arial" panose="020B0604020202020204" pitchFamily="34" charset="0"/>
                <a:cs typeface="Arial" panose="020B0604020202020204" pitchFamily="34" charset="0"/>
              </a:defRPr>
            </a:lvl4pPr>
            <a:lvl5pPr>
              <a:buFont typeface="Wingdings" pitchFamily="2" charset="2"/>
              <a:buChar char="§"/>
              <a:defRPr sz="2400">
                <a:latin typeface="Arial" panose="020B0604020202020204" pitchFamily="34" charset="0"/>
                <a:cs typeface="Arial" panose="020B0604020202020204" pitchFamily="34" charset="0"/>
              </a:defRPr>
            </a:lvl5pPr>
            <a:lvl6pPr>
              <a:defRPr sz="1600"/>
            </a:lvl6pPr>
            <a:lvl7pPr>
              <a:defRPr sz="1600"/>
            </a:lvl7pPr>
            <a:lvl8pPr>
              <a:defRPr sz="1600"/>
            </a:lvl8pPr>
            <a:lvl9pPr>
              <a:defRPr sz="16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GB" dirty="0"/>
          </a:p>
        </p:txBody>
      </p:sp>
      <p:sp>
        <p:nvSpPr>
          <p:cNvPr id="8" name="Footer Placeholder 4">
            <a:extLst>
              <a:ext uri="{FF2B5EF4-FFF2-40B4-BE49-F238E27FC236}">
                <a16:creationId xmlns:a16="http://schemas.microsoft.com/office/drawing/2014/main" id="{E3831A3E-361F-60E1-197E-146246D76DC5}"/>
              </a:ext>
            </a:extLst>
          </p:cNvPr>
          <p:cNvSpPr>
            <a:spLocks noGrp="1" noChangeArrowheads="1"/>
          </p:cNvSpPr>
          <p:nvPr>
            <p:ph type="ftr" sz="quarter" idx="10"/>
          </p:nvPr>
        </p:nvSpPr>
        <p:spPr/>
        <p:txBody>
          <a:bodyPr/>
          <a:lstStyle>
            <a:lvl1pPr>
              <a:spcBef>
                <a:spcPct val="0"/>
              </a:spcBef>
              <a:buFontTx/>
              <a:buNone/>
              <a:defRPr sz="1800">
                <a:solidFill>
                  <a:schemeClr val="tx1"/>
                </a:solidFill>
                <a:latin typeface="Arial" panose="020B0604020202020204" pitchFamily="34" charset="0"/>
                <a:cs typeface="Arial" panose="020B0604020202020204" pitchFamily="34" charset="0"/>
              </a:defRPr>
            </a:lvl1pPr>
            <a:lvl2pPr marL="742950" indent="-285750">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2pPr>
            <a:lvl3pPr marL="1143000" indent="-228600">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3pPr>
            <a:lvl4pPr marL="1600200" indent="-228600">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4pPr>
            <a:lvl5pPr marL="2057400" indent="-228600">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5pPr>
            <a:lvl6pPr marL="2514600" indent="-228600"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6pPr>
            <a:lvl7pPr marL="2971800" indent="-228600"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7pPr>
            <a:lvl8pPr marL="3429000" indent="-228600"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8pPr>
            <a:lvl9pPr marL="3886200" indent="-228600"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9pPr>
          </a:lstStyle>
          <a:p>
            <a:pPr>
              <a:defRPr/>
            </a:pPr>
            <a:r>
              <a:rPr lang="en-GB" altLang="en-US" dirty="0"/>
              <a:t>© Pearson Education Ltd 2023. Copying permitted for purchasing institution only. </a:t>
            </a:r>
          </a:p>
        </p:txBody>
      </p:sp>
    </p:spTree>
    <p:extLst>
      <p:ext uri="{BB962C8B-B14F-4D97-AF65-F5344CB8AC3E}">
        <p14:creationId xmlns:p14="http://schemas.microsoft.com/office/powerpoint/2010/main" val="1387064660"/>
      </p:ext>
    </p:extLst>
  </p:cSld>
  <p:clrMapOvr>
    <a:masterClrMapping/>
  </p:clrMapOvr>
  <p:transition>
    <p:sndAc>
      <p:stSnd>
        <p:snd r:embed="rId1" name="click.wav"/>
      </p:stSnd>
    </p:sndAc>
  </p:transition>
</p:sldLayout>
</file>

<file path=ppt/slideLayouts/slideLayout31.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a:lstStyle/>
          <a:p>
            <a:r>
              <a:rPr lang="en-US" dirty="0"/>
              <a:t>Click to edit Master title style</a:t>
            </a:r>
            <a:endParaRPr lang="en-GB" dirty="0"/>
          </a:p>
        </p:txBody>
      </p:sp>
      <p:sp>
        <p:nvSpPr>
          <p:cNvPr id="3" name="Footer Placeholder 4">
            <a:extLst>
              <a:ext uri="{FF2B5EF4-FFF2-40B4-BE49-F238E27FC236}">
                <a16:creationId xmlns:a16="http://schemas.microsoft.com/office/drawing/2014/main" id="{1C6F868A-32BB-A111-C404-483CD1832E05}"/>
              </a:ext>
            </a:extLst>
          </p:cNvPr>
          <p:cNvSpPr>
            <a:spLocks noGrp="1" noChangeArrowheads="1"/>
          </p:cNvSpPr>
          <p:nvPr>
            <p:ph type="ftr" sz="quarter" idx="10"/>
          </p:nvPr>
        </p:nvSpPr>
        <p:spPr/>
        <p:txBody>
          <a:bodyPr/>
          <a:lstStyle>
            <a:lvl1pPr>
              <a:defRPr/>
            </a:lvl1pPr>
          </a:lstStyle>
          <a:p>
            <a:pPr>
              <a:defRPr/>
            </a:pPr>
            <a:r>
              <a:rPr lang="en-GB" altLang="en-US" dirty="0"/>
              <a:t>© Pearson Education Ltd 2023. Copying permitted for purchasing institution only. </a:t>
            </a:r>
          </a:p>
        </p:txBody>
      </p:sp>
    </p:spTree>
    <p:extLst>
      <p:ext uri="{BB962C8B-B14F-4D97-AF65-F5344CB8AC3E}">
        <p14:creationId xmlns:p14="http://schemas.microsoft.com/office/powerpoint/2010/main" val="221649288"/>
      </p:ext>
    </p:extLst>
  </p:cSld>
  <p:clrMapOvr>
    <a:masterClrMapping/>
  </p:clrMapOvr>
  <p:transition>
    <p:sndAc>
      <p:stSnd>
        <p:snd r:embed="rId1" name="click.wav"/>
      </p:stSnd>
    </p:sndAc>
  </p:transition>
</p:sldLayout>
</file>

<file path=ppt/slideLayouts/slideLayout32.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Footer Placeholder 4">
            <a:extLst>
              <a:ext uri="{FF2B5EF4-FFF2-40B4-BE49-F238E27FC236}">
                <a16:creationId xmlns:a16="http://schemas.microsoft.com/office/drawing/2014/main" id="{EC02FC38-AE3B-EFB4-D55D-0A5C97BB6371}"/>
              </a:ext>
            </a:extLst>
          </p:cNvPr>
          <p:cNvSpPr>
            <a:spLocks noGrp="1" noChangeArrowheads="1"/>
          </p:cNvSpPr>
          <p:nvPr>
            <p:ph type="ftr" sz="quarter" idx="10"/>
          </p:nvPr>
        </p:nvSpPr>
        <p:spPr/>
        <p:txBody>
          <a:bodyPr/>
          <a:lstStyle>
            <a:lvl1pPr>
              <a:defRPr/>
            </a:lvl1pPr>
          </a:lstStyle>
          <a:p>
            <a:pPr>
              <a:defRPr/>
            </a:pPr>
            <a:r>
              <a:rPr lang="en-GB" altLang="en-US" dirty="0"/>
              <a:t>© Pearson Education Ltd 2023. Copying permitted for purchasing institution only. </a:t>
            </a:r>
          </a:p>
        </p:txBody>
      </p:sp>
    </p:spTree>
    <p:extLst>
      <p:ext uri="{BB962C8B-B14F-4D97-AF65-F5344CB8AC3E}">
        <p14:creationId xmlns:p14="http://schemas.microsoft.com/office/powerpoint/2010/main" val="3015931093"/>
      </p:ext>
    </p:extLst>
  </p:cSld>
  <p:clrMapOvr>
    <a:masterClrMapping/>
  </p:clrMapOvr>
  <p:transition>
    <p:sndAc>
      <p:stSnd>
        <p:snd r:embed="rId1" name="click.wav"/>
      </p:stSnd>
    </p:sndAc>
  </p:transition>
</p:sldLayout>
</file>

<file path=ppt/slideLayouts/slideLayout33.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1" y="1195200"/>
            <a:ext cx="3008313" cy="865648"/>
          </a:xfrm>
          <a:prstGeom prst="rect">
            <a:avLst/>
          </a:prstGeom>
        </p:spPr>
        <p:txBody>
          <a:bodyPr anchor="b"/>
          <a:lstStyle>
            <a:lvl1pPr algn="r">
              <a:defRPr sz="2000" b="1"/>
            </a:lvl1pPr>
          </a:lstStyle>
          <a:p>
            <a:r>
              <a:rPr lang="en-US" dirty="0"/>
              <a:t>Click to edit Master title style</a:t>
            </a:r>
            <a:endParaRPr lang="en-GB" dirty="0"/>
          </a:p>
        </p:txBody>
      </p:sp>
      <p:sp>
        <p:nvSpPr>
          <p:cNvPr id="4" name="Text Placeholder 3"/>
          <p:cNvSpPr>
            <a:spLocks noGrp="1"/>
          </p:cNvSpPr>
          <p:nvPr>
            <p:ph type="body" sz="half" idx="2"/>
          </p:nvPr>
        </p:nvSpPr>
        <p:spPr>
          <a:xfrm>
            <a:off x="457201" y="2132857"/>
            <a:ext cx="3008313" cy="3993307"/>
          </a:xfrm>
          <a:prstGeom prst="rect">
            <a:avLst/>
          </a:prstGeo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3" name="Content Placeholder 2"/>
          <p:cNvSpPr>
            <a:spLocks noGrp="1"/>
          </p:cNvSpPr>
          <p:nvPr>
            <p:ph idx="1"/>
          </p:nvPr>
        </p:nvSpPr>
        <p:spPr>
          <a:xfrm>
            <a:off x="3575050" y="1195201"/>
            <a:ext cx="5111751" cy="4785395"/>
          </a:xfrm>
          <a:prstGeom prst="rect">
            <a:avLst/>
          </a:prstGeom>
        </p:spPr>
        <p:txBody>
          <a:bodyPr/>
          <a:lstStyle>
            <a:lvl1pPr>
              <a:buFont typeface="Wingdings" pitchFamily="2" charset="2"/>
              <a:buChar char="§"/>
              <a:defRPr sz="2400">
                <a:latin typeface="Arial" panose="020B0604020202020204" pitchFamily="34" charset="0"/>
                <a:cs typeface="Arial" panose="020B0604020202020204" pitchFamily="34" charset="0"/>
              </a:defRPr>
            </a:lvl1pPr>
            <a:lvl2pPr>
              <a:buFont typeface="Wingdings" pitchFamily="2" charset="2"/>
              <a:buChar char="§"/>
              <a:defRPr sz="2400">
                <a:latin typeface="Arial" panose="020B0604020202020204" pitchFamily="34" charset="0"/>
                <a:cs typeface="Arial" panose="020B0604020202020204" pitchFamily="34" charset="0"/>
              </a:defRPr>
            </a:lvl2pPr>
            <a:lvl3pPr>
              <a:buFont typeface="Wingdings" pitchFamily="2" charset="2"/>
              <a:buChar char="§"/>
              <a:defRPr sz="2400">
                <a:latin typeface="Arial" panose="020B0604020202020204" pitchFamily="34" charset="0"/>
                <a:cs typeface="Arial" panose="020B0604020202020204" pitchFamily="34" charset="0"/>
              </a:defRPr>
            </a:lvl3pPr>
            <a:lvl4pPr>
              <a:buFont typeface="Wingdings" pitchFamily="2" charset="2"/>
              <a:buChar char="§"/>
              <a:defRPr sz="2400">
                <a:latin typeface="Arial" panose="020B0604020202020204" pitchFamily="34" charset="0"/>
                <a:cs typeface="Arial" panose="020B0604020202020204" pitchFamily="34" charset="0"/>
              </a:defRPr>
            </a:lvl4pPr>
            <a:lvl5pPr>
              <a:buFont typeface="Wingdings" pitchFamily="2" charset="2"/>
              <a:buChar char="§"/>
              <a:defRPr sz="2400">
                <a:latin typeface="Arial" panose="020B0604020202020204" pitchFamily="34" charset="0"/>
                <a:cs typeface="Arial" panose="020B0604020202020204" pitchFamily="34" charset="0"/>
              </a:defRPr>
            </a:lvl5pPr>
            <a:lvl6pPr>
              <a:defRPr sz="2000"/>
            </a:lvl6pPr>
            <a:lvl7pPr>
              <a:defRPr sz="2000"/>
            </a:lvl7pPr>
            <a:lvl8pPr>
              <a:defRPr sz="2000"/>
            </a:lvl8pPr>
            <a:lvl9pPr>
              <a:defRPr sz="20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GB" dirty="0"/>
          </a:p>
        </p:txBody>
      </p:sp>
      <p:sp>
        <p:nvSpPr>
          <p:cNvPr id="5" name="Footer Placeholder 4">
            <a:extLst>
              <a:ext uri="{FF2B5EF4-FFF2-40B4-BE49-F238E27FC236}">
                <a16:creationId xmlns:a16="http://schemas.microsoft.com/office/drawing/2014/main" id="{4C26848C-3864-D4D5-F394-E8115F32BACC}"/>
              </a:ext>
            </a:extLst>
          </p:cNvPr>
          <p:cNvSpPr>
            <a:spLocks noGrp="1" noChangeArrowheads="1"/>
          </p:cNvSpPr>
          <p:nvPr>
            <p:ph type="ftr" sz="quarter" idx="10"/>
          </p:nvPr>
        </p:nvSpPr>
        <p:spPr/>
        <p:txBody>
          <a:bodyPr/>
          <a:lstStyle>
            <a:lvl1pPr>
              <a:defRPr/>
            </a:lvl1pPr>
          </a:lstStyle>
          <a:p>
            <a:pPr>
              <a:defRPr/>
            </a:pPr>
            <a:r>
              <a:rPr lang="en-GB" altLang="en-US" dirty="0"/>
              <a:t>© Pearson Education Ltd 2023. Copying permitted for purchasing institution only. </a:t>
            </a:r>
          </a:p>
        </p:txBody>
      </p:sp>
    </p:spTree>
    <p:extLst>
      <p:ext uri="{BB962C8B-B14F-4D97-AF65-F5344CB8AC3E}">
        <p14:creationId xmlns:p14="http://schemas.microsoft.com/office/powerpoint/2010/main" val="4023151177"/>
      </p:ext>
    </p:extLst>
  </p:cSld>
  <p:clrMapOvr>
    <a:masterClrMapping/>
  </p:clrMapOvr>
  <p:transition>
    <p:sndAc>
      <p:stSnd>
        <p:snd r:embed="rId1" name="click.wav"/>
      </p:stSnd>
    </p:sndAc>
  </p:transition>
</p:sldLayout>
</file>

<file path=ppt/slideLayouts/slideLayout34.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3" name="Picture Placeholder 2"/>
          <p:cNvSpPr>
            <a:spLocks noGrp="1"/>
          </p:cNvSpPr>
          <p:nvPr>
            <p:ph type="pic" idx="1"/>
          </p:nvPr>
        </p:nvSpPr>
        <p:spPr>
          <a:xfrm>
            <a:off x="1792288" y="1196752"/>
            <a:ext cx="5486400" cy="3530823"/>
          </a:xfrm>
          <a:prstGeom prst="rect">
            <a:avLst/>
          </a:prstGeom>
        </p:spPr>
        <p:txBody>
          <a:bodyPr rtlCol="0">
            <a:normAutofit/>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GB" noProof="0" dirty="0"/>
          </a:p>
        </p:txBody>
      </p:sp>
      <p:sp>
        <p:nvSpPr>
          <p:cNvPr id="2" name="Title 1"/>
          <p:cNvSpPr>
            <a:spLocks noGrp="1"/>
          </p:cNvSpPr>
          <p:nvPr>
            <p:ph type="title"/>
          </p:nvPr>
        </p:nvSpPr>
        <p:spPr>
          <a:xfrm>
            <a:off x="1792288" y="4800601"/>
            <a:ext cx="5486400" cy="566738"/>
          </a:xfrm>
          <a:prstGeom prst="rect">
            <a:avLst/>
          </a:prstGeom>
        </p:spPr>
        <p:txBody>
          <a:bodyPr anchor="b"/>
          <a:lstStyle>
            <a:lvl1pPr algn="r">
              <a:defRPr sz="2000" b="1"/>
            </a:lvl1pPr>
          </a:lstStyle>
          <a:p>
            <a:r>
              <a:rPr lang="en-US" dirty="0"/>
              <a:t>Click to edit Master title style</a:t>
            </a:r>
            <a:endParaRPr lang="en-GB" dirty="0"/>
          </a:p>
        </p:txBody>
      </p:sp>
      <p:sp>
        <p:nvSpPr>
          <p:cNvPr id="4" name="Text Placeholder 3"/>
          <p:cNvSpPr>
            <a:spLocks noGrp="1"/>
          </p:cNvSpPr>
          <p:nvPr>
            <p:ph type="body" sz="half" idx="2"/>
          </p:nvPr>
        </p:nvSpPr>
        <p:spPr>
          <a:xfrm>
            <a:off x="1792288" y="5440363"/>
            <a:ext cx="5486400" cy="731837"/>
          </a:xfrm>
          <a:prstGeom prst="rect">
            <a:avLst/>
          </a:prstGeo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dirty="0"/>
              <a:t>Click to edit Master text styles</a:t>
            </a:r>
          </a:p>
        </p:txBody>
      </p:sp>
      <p:sp>
        <p:nvSpPr>
          <p:cNvPr id="5" name="Footer Placeholder 4">
            <a:extLst>
              <a:ext uri="{FF2B5EF4-FFF2-40B4-BE49-F238E27FC236}">
                <a16:creationId xmlns:a16="http://schemas.microsoft.com/office/drawing/2014/main" id="{3632E2FE-4AF5-990F-FA9F-82F73DAD8F6E}"/>
              </a:ext>
            </a:extLst>
          </p:cNvPr>
          <p:cNvSpPr>
            <a:spLocks noGrp="1" noChangeArrowheads="1"/>
          </p:cNvSpPr>
          <p:nvPr>
            <p:ph type="ftr" sz="quarter" idx="10"/>
          </p:nvPr>
        </p:nvSpPr>
        <p:spPr/>
        <p:txBody>
          <a:bodyPr/>
          <a:lstStyle>
            <a:lvl1pPr>
              <a:defRPr/>
            </a:lvl1pPr>
          </a:lstStyle>
          <a:p>
            <a:pPr>
              <a:defRPr/>
            </a:pPr>
            <a:r>
              <a:rPr lang="en-GB" altLang="en-US" dirty="0"/>
              <a:t>© Pearson Education Ltd 2023. Copying permitted for purchasing institution only. </a:t>
            </a:r>
          </a:p>
        </p:txBody>
      </p:sp>
    </p:spTree>
    <p:extLst>
      <p:ext uri="{BB962C8B-B14F-4D97-AF65-F5344CB8AC3E}">
        <p14:creationId xmlns:p14="http://schemas.microsoft.com/office/powerpoint/2010/main" val="243903308"/>
      </p:ext>
    </p:extLst>
  </p:cSld>
  <p:clrMapOvr>
    <a:masterClrMapping/>
  </p:clrMapOvr>
  <p:transition>
    <p:sndAc>
      <p:stSnd>
        <p:snd r:embed="rId1" name="click.wav"/>
      </p:stSnd>
    </p:sndAc>
  </p:transition>
</p:sldLayout>
</file>

<file path=ppt/slideLayouts/slideLayout3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a:lstStyle/>
          <a:p>
            <a:r>
              <a:rPr lang="en-US" dirty="0"/>
              <a:t>Click to edit Master title style</a:t>
            </a:r>
            <a:endParaRPr lang="en-GB" dirty="0"/>
          </a:p>
        </p:txBody>
      </p:sp>
      <p:sp>
        <p:nvSpPr>
          <p:cNvPr id="3" name="Vertical Text Placeholder 2"/>
          <p:cNvSpPr>
            <a:spLocks noGrp="1"/>
          </p:cNvSpPr>
          <p:nvPr>
            <p:ph type="body" orient="vert" idx="1"/>
          </p:nvPr>
        </p:nvSpPr>
        <p:spPr>
          <a:xfrm>
            <a:off x="468314" y="2196001"/>
            <a:ext cx="8207375" cy="3950444"/>
          </a:xfrm>
          <a:prstGeom prst="rect">
            <a:avLst/>
          </a:prstGeom>
        </p:spPr>
        <p:txBody>
          <a:bodyPr vert="eaVert"/>
          <a:lstStyle>
            <a:lvl1pPr>
              <a:buFont typeface="Wingdings" pitchFamily="2" charset="2"/>
              <a:buChar char="§"/>
              <a:defRPr>
                <a:latin typeface="Arial" panose="020B0604020202020204" pitchFamily="34" charset="0"/>
                <a:cs typeface="Arial" panose="020B0604020202020204" pitchFamily="34" charset="0"/>
              </a:defRPr>
            </a:lvl1pPr>
            <a:lvl2pPr>
              <a:buFont typeface="Wingdings" pitchFamily="2" charset="2"/>
              <a:buChar char="§"/>
              <a:defRPr>
                <a:latin typeface="Arial" panose="020B0604020202020204" pitchFamily="34" charset="0"/>
                <a:cs typeface="Arial" panose="020B0604020202020204" pitchFamily="34" charset="0"/>
              </a:defRPr>
            </a:lvl2pPr>
            <a:lvl3pPr>
              <a:buFont typeface="Wingdings" pitchFamily="2" charset="2"/>
              <a:buChar char="§"/>
              <a:defRPr>
                <a:latin typeface="Arial" panose="020B0604020202020204" pitchFamily="34" charset="0"/>
                <a:cs typeface="Arial" panose="020B0604020202020204" pitchFamily="34" charset="0"/>
              </a:defRPr>
            </a:lvl3pPr>
            <a:lvl4pPr>
              <a:buFont typeface="Wingdings" pitchFamily="2" charset="2"/>
              <a:buChar char="§"/>
              <a:defRPr>
                <a:latin typeface="Arial" panose="020B0604020202020204" pitchFamily="34" charset="0"/>
                <a:cs typeface="Arial" panose="020B0604020202020204" pitchFamily="34" charset="0"/>
              </a:defRPr>
            </a:lvl4pPr>
            <a:lvl5pPr>
              <a:buFont typeface="Wingdings" pitchFamily="2" charset="2"/>
              <a:buChar char="§"/>
              <a:defRPr>
                <a:latin typeface="Arial" panose="020B0604020202020204" pitchFamily="34" charset="0"/>
                <a:cs typeface="Arial" panose="020B0604020202020204" pitchFamily="34"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GB" dirty="0"/>
          </a:p>
        </p:txBody>
      </p:sp>
      <p:sp>
        <p:nvSpPr>
          <p:cNvPr id="4" name="Footer Placeholder 4">
            <a:extLst>
              <a:ext uri="{FF2B5EF4-FFF2-40B4-BE49-F238E27FC236}">
                <a16:creationId xmlns:a16="http://schemas.microsoft.com/office/drawing/2014/main" id="{9DF127B6-FB7B-DA34-ED52-7487CA115375}"/>
              </a:ext>
            </a:extLst>
          </p:cNvPr>
          <p:cNvSpPr>
            <a:spLocks noGrp="1" noChangeArrowheads="1"/>
          </p:cNvSpPr>
          <p:nvPr>
            <p:ph type="ftr" sz="quarter" idx="10"/>
          </p:nvPr>
        </p:nvSpPr>
        <p:spPr/>
        <p:txBody>
          <a:bodyPr/>
          <a:lstStyle>
            <a:lvl1pPr>
              <a:defRPr/>
            </a:lvl1pPr>
          </a:lstStyle>
          <a:p>
            <a:pPr>
              <a:defRPr/>
            </a:pPr>
            <a:r>
              <a:rPr lang="en-GB" altLang="en-US" dirty="0"/>
              <a:t>© Pearson Education Ltd 2023. Copying permitted for purchasing institution only. </a:t>
            </a:r>
          </a:p>
        </p:txBody>
      </p:sp>
    </p:spTree>
    <p:extLst>
      <p:ext uri="{BB962C8B-B14F-4D97-AF65-F5344CB8AC3E}">
        <p14:creationId xmlns:p14="http://schemas.microsoft.com/office/powerpoint/2010/main" val="2955720740"/>
      </p:ext>
    </p:extLst>
  </p:cSld>
  <p:clrMapOvr>
    <a:masterClrMapping/>
  </p:clrMapOvr>
  <p:transition>
    <p:sndAc>
      <p:stSnd>
        <p:snd r:embed="rId1" name="click.wav"/>
      </p:stSnd>
    </p:sndAc>
  </p:transition>
</p:sldLayout>
</file>

<file path=ppt/slideLayouts/slideLayout3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1195201"/>
            <a:ext cx="2057400" cy="4814540"/>
          </a:xfrm>
          <a:prstGeom prst="rect">
            <a:avLst/>
          </a:prstGeom>
        </p:spPr>
        <p:txBody>
          <a:bodyPr vert="eaVert"/>
          <a:lstStyle>
            <a:lvl1pPr>
              <a:defRPr>
                <a:latin typeface="Arial" panose="020B0604020202020204" pitchFamily="34" charset="0"/>
                <a:cs typeface="Arial" panose="020B0604020202020204" pitchFamily="34" charset="0"/>
              </a:defRPr>
            </a:lvl1pPr>
          </a:lstStyle>
          <a:p>
            <a:r>
              <a:rPr lang="en-US" dirty="0"/>
              <a:t>Click to edit Master title style</a:t>
            </a:r>
            <a:endParaRPr lang="en-GB" dirty="0"/>
          </a:p>
        </p:txBody>
      </p:sp>
      <p:sp>
        <p:nvSpPr>
          <p:cNvPr id="3" name="Vertical Text Placeholder 2"/>
          <p:cNvSpPr>
            <a:spLocks noGrp="1"/>
          </p:cNvSpPr>
          <p:nvPr>
            <p:ph type="body" orient="vert" idx="1"/>
          </p:nvPr>
        </p:nvSpPr>
        <p:spPr>
          <a:xfrm>
            <a:off x="457200" y="1195201"/>
            <a:ext cx="6019800" cy="4814540"/>
          </a:xfrm>
          <a:prstGeom prst="rect">
            <a:avLst/>
          </a:prstGeom>
        </p:spPr>
        <p:txBody>
          <a:bodyPr vert="eaVert"/>
          <a:lstStyle>
            <a:lvl1pPr>
              <a:defRPr>
                <a:latin typeface="Arial" panose="020B0604020202020204" pitchFamily="34" charset="0"/>
                <a:cs typeface="Arial" panose="020B0604020202020204" pitchFamily="34" charset="0"/>
              </a:defRPr>
            </a:lvl1pPr>
            <a:lvl2pPr>
              <a:buFont typeface="Wingdings" pitchFamily="2" charset="2"/>
              <a:buChar char="§"/>
              <a:defRPr>
                <a:latin typeface="Arial" panose="020B0604020202020204" pitchFamily="34" charset="0"/>
                <a:cs typeface="Arial" panose="020B0604020202020204" pitchFamily="34" charset="0"/>
              </a:defRPr>
            </a:lvl2pPr>
            <a:lvl3pPr>
              <a:buFont typeface="Wingdings" pitchFamily="2" charset="2"/>
              <a:buChar char="§"/>
              <a:defRPr>
                <a:latin typeface="Arial" panose="020B0604020202020204" pitchFamily="34" charset="0"/>
                <a:cs typeface="Arial" panose="020B0604020202020204" pitchFamily="34" charset="0"/>
              </a:defRPr>
            </a:lvl3pPr>
            <a:lvl4pPr>
              <a:buFont typeface="Wingdings" pitchFamily="2" charset="2"/>
              <a:buChar char="§"/>
              <a:defRPr>
                <a:latin typeface="Arial" panose="020B0604020202020204" pitchFamily="34" charset="0"/>
                <a:cs typeface="Arial" panose="020B0604020202020204" pitchFamily="34" charset="0"/>
              </a:defRPr>
            </a:lvl4pPr>
            <a:lvl5pPr>
              <a:buFont typeface="Wingdings" pitchFamily="2" charset="2"/>
              <a:buChar char="§"/>
              <a:defRPr>
                <a:latin typeface="Arial" panose="020B0604020202020204" pitchFamily="34" charset="0"/>
                <a:cs typeface="Arial" panose="020B0604020202020204" pitchFamily="34"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GB" dirty="0"/>
          </a:p>
        </p:txBody>
      </p:sp>
      <p:sp>
        <p:nvSpPr>
          <p:cNvPr id="4" name="Footer Placeholder 4">
            <a:extLst>
              <a:ext uri="{FF2B5EF4-FFF2-40B4-BE49-F238E27FC236}">
                <a16:creationId xmlns:a16="http://schemas.microsoft.com/office/drawing/2014/main" id="{63741A9B-C779-47D9-992F-A21FA3584BC6}"/>
              </a:ext>
            </a:extLst>
          </p:cNvPr>
          <p:cNvSpPr>
            <a:spLocks noGrp="1" noChangeArrowheads="1"/>
          </p:cNvSpPr>
          <p:nvPr>
            <p:ph type="ftr" sz="quarter" idx="10"/>
          </p:nvPr>
        </p:nvSpPr>
        <p:spPr/>
        <p:txBody>
          <a:bodyPr/>
          <a:lstStyle>
            <a:lvl1pPr>
              <a:defRPr/>
            </a:lvl1pPr>
          </a:lstStyle>
          <a:p>
            <a:pPr>
              <a:defRPr/>
            </a:pPr>
            <a:r>
              <a:rPr lang="en-GB" altLang="en-US" dirty="0"/>
              <a:t>© Pearson Education Ltd 2023. Copying permitted for purchasing institution only. </a:t>
            </a:r>
          </a:p>
        </p:txBody>
      </p:sp>
    </p:spTree>
    <p:extLst>
      <p:ext uri="{BB962C8B-B14F-4D97-AF65-F5344CB8AC3E}">
        <p14:creationId xmlns:p14="http://schemas.microsoft.com/office/powerpoint/2010/main" val="1761559906"/>
      </p:ext>
    </p:extLst>
  </p:cSld>
  <p:clrMapOvr>
    <a:masterClrMapping/>
  </p:clrMapOvr>
  <p:transition>
    <p:sndAc>
      <p:stSnd>
        <p:snd r:embed="rId1" name="click.wav"/>
      </p:stSnd>
    </p:sndAc>
  </p:transition>
</p:sldLayout>
</file>

<file path=ppt/slideLayouts/slideLayout37.xml><?xml version="1.0" encoding="utf-8"?>
<p:sldLayout xmlns:a="http://schemas.openxmlformats.org/drawingml/2006/main" xmlns:r="http://schemas.openxmlformats.org/officeDocument/2006/relationships" xmlns:p="http://schemas.openxmlformats.org/presentationml/2006/main" type="tbl" preserve="1">
  <p:cSld name="Title and Table">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a:lstStyle/>
          <a:p>
            <a:r>
              <a:rPr lang="en-US"/>
              <a:t>Click to edit Master title style</a:t>
            </a:r>
            <a:endParaRPr lang="en-GB"/>
          </a:p>
        </p:txBody>
      </p:sp>
      <p:sp>
        <p:nvSpPr>
          <p:cNvPr id="3" name="Table Placeholder 2"/>
          <p:cNvSpPr>
            <a:spLocks noGrp="1"/>
          </p:cNvSpPr>
          <p:nvPr>
            <p:ph type="tbl" idx="1"/>
          </p:nvPr>
        </p:nvSpPr>
        <p:spPr>
          <a:xfrm>
            <a:off x="479426" y="2196000"/>
            <a:ext cx="8207375" cy="4041312"/>
          </a:xfrm>
          <a:prstGeom prst="rect">
            <a:avLst/>
          </a:prstGeom>
        </p:spPr>
        <p:txBody>
          <a:bodyPr rtlCol="0">
            <a:normAutofit/>
          </a:bodyPr>
          <a:lstStyle/>
          <a:p>
            <a:pPr lvl="0"/>
            <a:endParaRPr lang="en-GB" noProof="0" dirty="0"/>
          </a:p>
        </p:txBody>
      </p:sp>
      <p:sp>
        <p:nvSpPr>
          <p:cNvPr id="4" name="Footer Placeholder 4">
            <a:extLst>
              <a:ext uri="{FF2B5EF4-FFF2-40B4-BE49-F238E27FC236}">
                <a16:creationId xmlns:a16="http://schemas.microsoft.com/office/drawing/2014/main" id="{AF875707-4545-7C5E-C4A1-F2B0323DEB00}"/>
              </a:ext>
            </a:extLst>
          </p:cNvPr>
          <p:cNvSpPr>
            <a:spLocks noGrp="1" noChangeArrowheads="1"/>
          </p:cNvSpPr>
          <p:nvPr>
            <p:ph type="ftr" sz="quarter" idx="10"/>
          </p:nvPr>
        </p:nvSpPr>
        <p:spPr/>
        <p:txBody>
          <a:bodyPr/>
          <a:lstStyle>
            <a:lvl1pPr>
              <a:defRPr/>
            </a:lvl1pPr>
          </a:lstStyle>
          <a:p>
            <a:pPr>
              <a:defRPr/>
            </a:pPr>
            <a:r>
              <a:rPr lang="en-GB" altLang="en-US" dirty="0"/>
              <a:t>© Pearson Education Ltd 2023. Copying permitted for purchasing institution only. </a:t>
            </a:r>
          </a:p>
        </p:txBody>
      </p:sp>
    </p:spTree>
    <p:extLst>
      <p:ext uri="{BB962C8B-B14F-4D97-AF65-F5344CB8AC3E}">
        <p14:creationId xmlns:p14="http://schemas.microsoft.com/office/powerpoint/2010/main" val="3668163601"/>
      </p:ext>
    </p:extLst>
  </p:cSld>
  <p:clrMapOvr>
    <a:masterClrMapping/>
  </p:clrMapOvr>
  <p:transition>
    <p:sndAc>
      <p:stSnd>
        <p:snd r:embed="rId1" name="click.wav"/>
      </p:stSnd>
    </p:sndAc>
  </p:transition>
</p:sldLayout>
</file>

<file path=ppt/slideLayouts/slideLayout38.xml><?xml version="1.0" encoding="utf-8"?>
<p:sldLayout xmlns:a="http://schemas.openxmlformats.org/drawingml/2006/main" xmlns:r="http://schemas.openxmlformats.org/officeDocument/2006/relationships" xmlns:p="http://schemas.openxmlformats.org/presentationml/2006/main" userDrawn="1">
  <p:cSld name="1_Two Content">
    <p:spTree>
      <p:nvGrpSpPr>
        <p:cNvPr id="1" name=""/>
        <p:cNvGrpSpPr/>
        <p:nvPr/>
      </p:nvGrpSpPr>
      <p:grpSpPr>
        <a:xfrm>
          <a:off x="0" y="0"/>
          <a:ext cx="0" cy="0"/>
          <a:chOff x="0" y="0"/>
          <a:chExt cx="0" cy="0"/>
        </a:xfrm>
      </p:grpSpPr>
      <p:sp>
        <p:nvSpPr>
          <p:cNvPr id="6" name="Title 1"/>
          <p:cNvSpPr>
            <a:spLocks noGrp="1"/>
          </p:cNvSpPr>
          <p:nvPr>
            <p:ph type="title"/>
          </p:nvPr>
        </p:nvSpPr>
        <p:spPr>
          <a:xfrm>
            <a:off x="457200" y="1195388"/>
            <a:ext cx="8229600" cy="863600"/>
          </a:xfrm>
          <a:prstGeom prst="rect">
            <a:avLst/>
          </a:prstGeom>
        </p:spPr>
        <p:txBody>
          <a:bodyPr/>
          <a:lstStyle/>
          <a:p>
            <a:r>
              <a:rPr lang="en-GB" altLang="en-US" dirty="0"/>
              <a:t>Heading</a:t>
            </a:r>
          </a:p>
        </p:txBody>
      </p:sp>
      <p:sp>
        <p:nvSpPr>
          <p:cNvPr id="7" name="Content Placeholder 3"/>
          <p:cNvSpPr>
            <a:spLocks noGrp="1"/>
          </p:cNvSpPr>
          <p:nvPr>
            <p:ph sz="half" idx="2"/>
          </p:nvPr>
        </p:nvSpPr>
        <p:spPr>
          <a:xfrm>
            <a:off x="684213" y="2195513"/>
            <a:ext cx="7991475" cy="3609975"/>
          </a:xfrm>
          <a:prstGeom prst="rect">
            <a:avLst/>
          </a:prstGeom>
        </p:spPr>
        <p:txBody>
          <a:bodyPr/>
          <a:lstStyle/>
          <a:p>
            <a:r>
              <a:rPr lang="en-GB" altLang="en-US" dirty="0"/>
              <a:t>Body text </a:t>
            </a:r>
            <a:r>
              <a:rPr lang="en-GB" altLang="en-US" dirty="0" err="1"/>
              <a:t>xxxxxxxxxxxxxxxxxxxxxxxxxxxxxxxxxxxxxxxxx</a:t>
            </a:r>
            <a:r>
              <a:rPr lang="en-GB" altLang="en-US" dirty="0"/>
              <a:t>:</a:t>
            </a:r>
          </a:p>
          <a:p>
            <a:pPr lvl="1"/>
            <a:r>
              <a:rPr lang="en-GB" altLang="en-US" dirty="0"/>
              <a:t>Bullet text</a:t>
            </a:r>
          </a:p>
          <a:p>
            <a:pPr lvl="1"/>
            <a:r>
              <a:rPr lang="en-GB" altLang="en-US" dirty="0"/>
              <a:t>Bullet text</a:t>
            </a:r>
          </a:p>
          <a:p>
            <a:pPr lvl="1"/>
            <a:endParaRPr lang="en-GB" altLang="en-US" dirty="0"/>
          </a:p>
        </p:txBody>
      </p:sp>
      <p:sp>
        <p:nvSpPr>
          <p:cNvPr id="2" name="Footer Placeholder 4">
            <a:extLst>
              <a:ext uri="{FF2B5EF4-FFF2-40B4-BE49-F238E27FC236}">
                <a16:creationId xmlns:a16="http://schemas.microsoft.com/office/drawing/2014/main" id="{47F8C46B-97F2-9941-FA1B-60A0A697ED7C}"/>
              </a:ext>
            </a:extLst>
          </p:cNvPr>
          <p:cNvSpPr>
            <a:spLocks noGrp="1" noChangeArrowheads="1"/>
          </p:cNvSpPr>
          <p:nvPr>
            <p:ph type="ftr" sz="quarter" idx="10"/>
          </p:nvPr>
        </p:nvSpPr>
        <p:spPr/>
        <p:txBody>
          <a:bodyPr/>
          <a:lstStyle>
            <a:lvl1pPr>
              <a:defRPr/>
            </a:lvl1pPr>
          </a:lstStyle>
          <a:p>
            <a:pPr>
              <a:defRPr/>
            </a:pPr>
            <a:r>
              <a:rPr lang="en-GB" altLang="en-US" dirty="0"/>
              <a:t>© Pearson Education Ltd 2023. Copying permitted for purchasing institution only. </a:t>
            </a:r>
          </a:p>
        </p:txBody>
      </p:sp>
    </p:spTree>
    <p:extLst>
      <p:ext uri="{BB962C8B-B14F-4D97-AF65-F5344CB8AC3E}">
        <p14:creationId xmlns:p14="http://schemas.microsoft.com/office/powerpoint/2010/main" val="2649566662"/>
      </p:ext>
    </p:extLst>
  </p:cSld>
  <p:clrMapOvr>
    <a:masterClrMapping/>
  </p:clrMapOvr>
  <p:transition>
    <p:sndAc>
      <p:stSnd>
        <p:snd r:embed="rId1" name="click.wav"/>
      </p:stSnd>
    </p:sndAc>
  </p:transition>
</p:sldLayout>
</file>

<file path=ppt/slideLayouts/slideLayout39.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6"/>
            <a:ext cx="7772400" cy="1470025"/>
          </a:xfrm>
          <a:prstGeom prst="rect">
            <a:avLst/>
          </a:prstGeom>
        </p:spPr>
        <p:txBody>
          <a:bodyPr/>
          <a:lstStyle/>
          <a:p>
            <a:r>
              <a:rPr lang="en-US"/>
              <a:t>Click to edit Master title style</a:t>
            </a:r>
            <a:endParaRPr lang="en-GB"/>
          </a:p>
        </p:txBody>
      </p:sp>
      <p:sp>
        <p:nvSpPr>
          <p:cNvPr id="3" name="Subtitle 2"/>
          <p:cNvSpPr>
            <a:spLocks noGrp="1"/>
          </p:cNvSpPr>
          <p:nvPr>
            <p:ph type="subTitle" idx="1"/>
          </p:nvPr>
        </p:nvSpPr>
        <p:spPr>
          <a:xfrm>
            <a:off x="1371600" y="3886200"/>
            <a:ext cx="6400800" cy="1752600"/>
          </a:xfrm>
          <a:prstGeom prst="rect">
            <a:avLst/>
          </a:prstGeo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en-US" dirty="0"/>
              <a:t>Click to edit Master subtitle style</a:t>
            </a:r>
            <a:endParaRPr lang="en-GB" dirty="0"/>
          </a:p>
        </p:txBody>
      </p:sp>
      <p:sp>
        <p:nvSpPr>
          <p:cNvPr id="4" name="Footer Placeholder 4">
            <a:extLst>
              <a:ext uri="{FF2B5EF4-FFF2-40B4-BE49-F238E27FC236}">
                <a16:creationId xmlns:a16="http://schemas.microsoft.com/office/drawing/2014/main" id="{3A0305BB-39CB-2010-297C-4A457FC45F96}"/>
              </a:ext>
            </a:extLst>
          </p:cNvPr>
          <p:cNvSpPr>
            <a:spLocks noGrp="1" noChangeArrowheads="1"/>
          </p:cNvSpPr>
          <p:nvPr>
            <p:ph type="ftr" sz="quarter" idx="10"/>
          </p:nvPr>
        </p:nvSpPr>
        <p:spPr/>
        <p:txBody>
          <a:bodyPr/>
          <a:lstStyle>
            <a:lvl1pPr>
              <a:defRPr/>
            </a:lvl1pPr>
          </a:lstStyle>
          <a:p>
            <a:pPr>
              <a:defRPr/>
            </a:pPr>
            <a:r>
              <a:rPr lang="en-GB" altLang="en-US" dirty="0"/>
              <a:t>© Pearson Education Ltd 2023. Copying permitted for purchasing institution only. </a:t>
            </a:r>
          </a:p>
        </p:txBody>
      </p:sp>
    </p:spTree>
    <p:extLst>
      <p:ext uri="{BB962C8B-B14F-4D97-AF65-F5344CB8AC3E}">
        <p14:creationId xmlns:p14="http://schemas.microsoft.com/office/powerpoint/2010/main" val="2738746869"/>
      </p:ext>
    </p:extLst>
  </p:cSld>
  <p:clrMapOvr>
    <a:masterClrMapping/>
  </p:clrMapOvr>
  <p:transition>
    <p:sndAc>
      <p:stSnd>
        <p:snd r:embed="rId1" name="click.wav"/>
      </p:stSnd>
    </p:sndAc>
  </p:transition>
</p:sldLayout>
</file>

<file path=ppt/slideLayouts/slideLayout40.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a:lstStyle/>
          <a:p>
            <a:r>
              <a:rPr lang="en-US" dirty="0"/>
              <a:t>Click to edit Master title style</a:t>
            </a:r>
            <a:endParaRPr lang="en-GB" dirty="0"/>
          </a:p>
        </p:txBody>
      </p:sp>
      <p:sp>
        <p:nvSpPr>
          <p:cNvPr id="3" name="Content Placeholder 2"/>
          <p:cNvSpPr>
            <a:spLocks noGrp="1"/>
          </p:cNvSpPr>
          <p:nvPr>
            <p:ph idx="1"/>
          </p:nvPr>
        </p:nvSpPr>
        <p:spPr>
          <a:xfrm>
            <a:off x="468314" y="2196000"/>
            <a:ext cx="8207375" cy="3878436"/>
          </a:xfrm>
          <a:prstGeom prst="rect">
            <a:avLst/>
          </a:prstGeom>
        </p:spPr>
        <p:txBody>
          <a:bodyPr/>
          <a:lstStyle>
            <a:lvl1pPr>
              <a:buFont typeface="Wingdings" pitchFamily="2" charset="2"/>
              <a:buChar char="§"/>
              <a:defRPr>
                <a:latin typeface="Arial" panose="020B0604020202020204" pitchFamily="34" charset="0"/>
                <a:cs typeface="Arial" panose="020B0604020202020204" pitchFamily="34" charset="0"/>
              </a:defRPr>
            </a:lvl1pPr>
            <a:lvl2pPr>
              <a:buFont typeface="Wingdings" pitchFamily="2" charset="2"/>
              <a:buChar char="§"/>
              <a:defRPr>
                <a:latin typeface="Arial" panose="020B0604020202020204" pitchFamily="34" charset="0"/>
                <a:cs typeface="Arial" panose="020B0604020202020204" pitchFamily="34" charset="0"/>
              </a:defRPr>
            </a:lvl2pPr>
            <a:lvl3pPr>
              <a:buFont typeface="Wingdings" pitchFamily="2" charset="2"/>
              <a:buChar char="§"/>
              <a:defRPr>
                <a:latin typeface="Arial" panose="020B0604020202020204" pitchFamily="34" charset="0"/>
                <a:cs typeface="Arial" panose="020B0604020202020204" pitchFamily="34" charset="0"/>
              </a:defRPr>
            </a:lvl3pPr>
            <a:lvl4pPr>
              <a:buFont typeface="Wingdings" pitchFamily="2" charset="2"/>
              <a:buChar char="§"/>
              <a:defRPr>
                <a:latin typeface="Arial" panose="020B0604020202020204" pitchFamily="34" charset="0"/>
                <a:cs typeface="Arial" panose="020B0604020202020204" pitchFamily="34" charset="0"/>
              </a:defRPr>
            </a:lvl4pPr>
            <a:lvl5pPr>
              <a:buFont typeface="Wingdings" pitchFamily="2" charset="2"/>
              <a:buChar char="§"/>
              <a:defRPr>
                <a:latin typeface="Arial" panose="020B0604020202020204" pitchFamily="34" charset="0"/>
                <a:cs typeface="Arial" panose="020B0604020202020204" pitchFamily="34"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GB" dirty="0"/>
          </a:p>
        </p:txBody>
      </p:sp>
      <p:sp>
        <p:nvSpPr>
          <p:cNvPr id="4" name="Footer Placeholder 4">
            <a:extLst>
              <a:ext uri="{FF2B5EF4-FFF2-40B4-BE49-F238E27FC236}">
                <a16:creationId xmlns:a16="http://schemas.microsoft.com/office/drawing/2014/main" id="{91A7AFBE-AB6C-ABC5-09E7-9F4EA3B95410}"/>
              </a:ext>
            </a:extLst>
          </p:cNvPr>
          <p:cNvSpPr>
            <a:spLocks noGrp="1" noChangeArrowheads="1"/>
          </p:cNvSpPr>
          <p:nvPr>
            <p:ph type="ftr" sz="quarter" idx="10"/>
          </p:nvPr>
        </p:nvSpPr>
        <p:spPr/>
        <p:txBody>
          <a:bodyPr/>
          <a:lstStyle>
            <a:lvl1pPr>
              <a:defRPr/>
            </a:lvl1pPr>
          </a:lstStyle>
          <a:p>
            <a:pPr>
              <a:defRPr/>
            </a:pPr>
            <a:r>
              <a:rPr lang="en-GB" altLang="en-US" dirty="0"/>
              <a:t>© Pearson Education Ltd 2023. Copying permitted for purchasing institution only. </a:t>
            </a:r>
          </a:p>
        </p:txBody>
      </p:sp>
    </p:spTree>
    <p:extLst>
      <p:ext uri="{BB962C8B-B14F-4D97-AF65-F5344CB8AC3E}">
        <p14:creationId xmlns:p14="http://schemas.microsoft.com/office/powerpoint/2010/main" val="2127097283"/>
      </p:ext>
    </p:extLst>
  </p:cSld>
  <p:clrMapOvr>
    <a:masterClrMapping/>
  </p:clrMapOvr>
  <p:transition>
    <p:sndAc>
      <p:stSnd>
        <p:snd r:embed="rId1" name="click.wav"/>
      </p:stSnd>
    </p:sndAc>
  </p:transition>
</p:sldLayout>
</file>

<file path=ppt/slideLayouts/slideLayout41.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a:prstGeom prst="rect">
            <a:avLst/>
          </a:prstGeom>
        </p:spPr>
        <p:txBody>
          <a:bodyPr anchor="t"/>
          <a:lstStyle>
            <a:lvl1pPr algn="r">
              <a:defRPr sz="4000" b="1" cap="all"/>
            </a:lvl1pPr>
          </a:lstStyle>
          <a:p>
            <a:r>
              <a:rPr lang="en-US"/>
              <a:t>Click to edit Master title style</a:t>
            </a:r>
            <a:endParaRPr lang="en-GB"/>
          </a:p>
        </p:txBody>
      </p:sp>
      <p:sp>
        <p:nvSpPr>
          <p:cNvPr id="3" name="Text Placeholder 2"/>
          <p:cNvSpPr>
            <a:spLocks noGrp="1"/>
          </p:cNvSpPr>
          <p:nvPr>
            <p:ph type="body" idx="1"/>
          </p:nvPr>
        </p:nvSpPr>
        <p:spPr>
          <a:xfrm>
            <a:off x="722313" y="2906714"/>
            <a:ext cx="7772400" cy="1500187"/>
          </a:xfrm>
          <a:prstGeom prst="rect">
            <a:avLst/>
          </a:prstGeo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a:t>Click to edit Master text styles</a:t>
            </a:r>
          </a:p>
        </p:txBody>
      </p:sp>
      <p:sp>
        <p:nvSpPr>
          <p:cNvPr id="4" name="Footer Placeholder 4">
            <a:extLst>
              <a:ext uri="{FF2B5EF4-FFF2-40B4-BE49-F238E27FC236}">
                <a16:creationId xmlns:a16="http://schemas.microsoft.com/office/drawing/2014/main" id="{C2AEDFE9-EE41-D362-E546-E91D5FC64E76}"/>
              </a:ext>
            </a:extLst>
          </p:cNvPr>
          <p:cNvSpPr>
            <a:spLocks noGrp="1" noChangeArrowheads="1"/>
          </p:cNvSpPr>
          <p:nvPr>
            <p:ph type="ftr" sz="quarter" idx="10"/>
          </p:nvPr>
        </p:nvSpPr>
        <p:spPr/>
        <p:txBody>
          <a:bodyPr/>
          <a:lstStyle>
            <a:lvl1pPr>
              <a:defRPr/>
            </a:lvl1pPr>
          </a:lstStyle>
          <a:p>
            <a:pPr>
              <a:defRPr/>
            </a:pPr>
            <a:r>
              <a:rPr lang="en-GB" altLang="en-US" dirty="0"/>
              <a:t>© Pearson Education Ltd 2023. Copying permitted for purchasing institution only. </a:t>
            </a:r>
          </a:p>
        </p:txBody>
      </p:sp>
    </p:spTree>
    <p:extLst>
      <p:ext uri="{BB962C8B-B14F-4D97-AF65-F5344CB8AC3E}">
        <p14:creationId xmlns:p14="http://schemas.microsoft.com/office/powerpoint/2010/main" val="915920013"/>
      </p:ext>
    </p:extLst>
  </p:cSld>
  <p:clrMapOvr>
    <a:masterClrMapping/>
  </p:clrMapOvr>
  <p:transition>
    <p:sndAc>
      <p:stSnd>
        <p:snd r:embed="rId1" name="click.wav"/>
      </p:stSnd>
    </p:sndAc>
  </p:transition>
</p:sldLayout>
</file>

<file path=ppt/slideLayouts/slideLayout42.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a:lstStyle/>
          <a:p>
            <a:r>
              <a:rPr lang="en-US" dirty="0"/>
              <a:t>Click to edit Master title style</a:t>
            </a:r>
            <a:endParaRPr lang="en-GB" dirty="0"/>
          </a:p>
        </p:txBody>
      </p:sp>
      <p:sp>
        <p:nvSpPr>
          <p:cNvPr id="3" name="Content Placeholder 2"/>
          <p:cNvSpPr>
            <a:spLocks noGrp="1"/>
          </p:cNvSpPr>
          <p:nvPr>
            <p:ph sz="half" idx="1"/>
          </p:nvPr>
        </p:nvSpPr>
        <p:spPr>
          <a:xfrm>
            <a:off x="468314" y="2196001"/>
            <a:ext cx="4027487" cy="4024100"/>
          </a:xfrm>
          <a:prstGeom prst="rect">
            <a:avLst/>
          </a:prstGeom>
        </p:spPr>
        <p:txBody>
          <a:bodyPr/>
          <a:lstStyle>
            <a:lvl1pPr>
              <a:buFont typeface="Wingdings" pitchFamily="2" charset="2"/>
              <a:buChar char="§"/>
              <a:defRPr sz="2400">
                <a:latin typeface="Arial" panose="020B0604020202020204" pitchFamily="34" charset="0"/>
                <a:cs typeface="Arial" panose="020B0604020202020204" pitchFamily="34" charset="0"/>
              </a:defRPr>
            </a:lvl1pPr>
            <a:lvl2pPr>
              <a:buFont typeface="Wingdings" pitchFamily="2" charset="2"/>
              <a:buChar char="§"/>
              <a:defRPr sz="2400">
                <a:latin typeface="Arial" panose="020B0604020202020204" pitchFamily="34" charset="0"/>
                <a:cs typeface="Arial" panose="020B0604020202020204" pitchFamily="34" charset="0"/>
              </a:defRPr>
            </a:lvl2pPr>
            <a:lvl3pPr>
              <a:buFont typeface="Wingdings" pitchFamily="2" charset="2"/>
              <a:buChar char="§"/>
              <a:defRPr sz="2400">
                <a:latin typeface="Arial" panose="020B0604020202020204" pitchFamily="34" charset="0"/>
                <a:cs typeface="Arial" panose="020B0604020202020204" pitchFamily="34" charset="0"/>
              </a:defRPr>
            </a:lvl3pPr>
            <a:lvl4pPr>
              <a:buFont typeface="Wingdings" pitchFamily="2" charset="2"/>
              <a:buChar char="§"/>
              <a:defRPr sz="2400">
                <a:latin typeface="Arial" panose="020B0604020202020204" pitchFamily="34" charset="0"/>
                <a:cs typeface="Arial" panose="020B0604020202020204" pitchFamily="34" charset="0"/>
              </a:defRPr>
            </a:lvl4pPr>
            <a:lvl5pPr>
              <a:buFont typeface="Wingdings" pitchFamily="2" charset="2"/>
              <a:buChar char="§"/>
              <a:defRPr sz="2400">
                <a:latin typeface="Arial" panose="020B0604020202020204" pitchFamily="34" charset="0"/>
                <a:cs typeface="Arial" panose="020B0604020202020204" pitchFamily="34" charset="0"/>
              </a:defRPr>
            </a:lvl5pPr>
            <a:lvl6pPr>
              <a:defRPr sz="1800"/>
            </a:lvl6pPr>
            <a:lvl7pPr>
              <a:defRPr sz="1800"/>
            </a:lvl7pPr>
            <a:lvl8pPr>
              <a:defRPr sz="1800"/>
            </a:lvl8pPr>
            <a:lvl9pPr>
              <a:defRPr sz="18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GB" dirty="0"/>
          </a:p>
        </p:txBody>
      </p:sp>
      <p:sp>
        <p:nvSpPr>
          <p:cNvPr id="4" name="Content Placeholder 3"/>
          <p:cNvSpPr>
            <a:spLocks noGrp="1"/>
          </p:cNvSpPr>
          <p:nvPr>
            <p:ph sz="half" idx="2"/>
          </p:nvPr>
        </p:nvSpPr>
        <p:spPr>
          <a:xfrm>
            <a:off x="4648200" y="2196001"/>
            <a:ext cx="4027488" cy="4024100"/>
          </a:xfrm>
          <a:prstGeom prst="rect">
            <a:avLst/>
          </a:prstGeom>
        </p:spPr>
        <p:txBody>
          <a:bodyPr/>
          <a:lstStyle>
            <a:lvl1pPr>
              <a:buFont typeface="Wingdings" pitchFamily="2" charset="2"/>
              <a:buChar char="§"/>
              <a:defRPr sz="2400">
                <a:latin typeface="Arial" panose="020B0604020202020204" pitchFamily="34" charset="0"/>
                <a:cs typeface="Arial" panose="020B0604020202020204" pitchFamily="34" charset="0"/>
              </a:defRPr>
            </a:lvl1pPr>
            <a:lvl2pPr>
              <a:buFont typeface="Wingdings" pitchFamily="2" charset="2"/>
              <a:buChar char="§"/>
              <a:defRPr sz="2400">
                <a:latin typeface="Arial" panose="020B0604020202020204" pitchFamily="34" charset="0"/>
                <a:cs typeface="Arial" panose="020B0604020202020204" pitchFamily="34" charset="0"/>
              </a:defRPr>
            </a:lvl2pPr>
            <a:lvl3pPr>
              <a:buFont typeface="Wingdings" pitchFamily="2" charset="2"/>
              <a:buChar char="§"/>
              <a:defRPr sz="2400">
                <a:latin typeface="Arial" panose="020B0604020202020204" pitchFamily="34" charset="0"/>
                <a:cs typeface="Arial" panose="020B0604020202020204" pitchFamily="34" charset="0"/>
              </a:defRPr>
            </a:lvl3pPr>
            <a:lvl4pPr>
              <a:buFont typeface="Wingdings" pitchFamily="2" charset="2"/>
              <a:buChar char="§"/>
              <a:defRPr sz="2400">
                <a:latin typeface="Arial" panose="020B0604020202020204" pitchFamily="34" charset="0"/>
                <a:cs typeface="Arial" panose="020B0604020202020204" pitchFamily="34" charset="0"/>
              </a:defRPr>
            </a:lvl4pPr>
            <a:lvl5pPr>
              <a:buFont typeface="Wingdings" pitchFamily="2" charset="2"/>
              <a:buChar char="§"/>
              <a:defRPr sz="2400">
                <a:latin typeface="Arial" panose="020B0604020202020204" pitchFamily="34" charset="0"/>
                <a:cs typeface="Arial" panose="020B0604020202020204" pitchFamily="34" charset="0"/>
              </a:defRPr>
            </a:lvl5pPr>
            <a:lvl6pPr>
              <a:defRPr sz="1800"/>
            </a:lvl6pPr>
            <a:lvl7pPr>
              <a:defRPr sz="1800"/>
            </a:lvl7pPr>
            <a:lvl8pPr>
              <a:defRPr sz="1800"/>
            </a:lvl8pPr>
            <a:lvl9pPr>
              <a:defRPr sz="18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GB" dirty="0"/>
          </a:p>
        </p:txBody>
      </p:sp>
      <p:sp>
        <p:nvSpPr>
          <p:cNvPr id="5" name="Footer Placeholder 4">
            <a:extLst>
              <a:ext uri="{FF2B5EF4-FFF2-40B4-BE49-F238E27FC236}">
                <a16:creationId xmlns:a16="http://schemas.microsoft.com/office/drawing/2014/main" id="{4CAF7984-8BB0-8F53-E778-52A2BBF7CCE6}"/>
              </a:ext>
            </a:extLst>
          </p:cNvPr>
          <p:cNvSpPr>
            <a:spLocks noGrp="1" noChangeArrowheads="1"/>
          </p:cNvSpPr>
          <p:nvPr>
            <p:ph type="ftr" sz="quarter" idx="10"/>
          </p:nvPr>
        </p:nvSpPr>
        <p:spPr/>
        <p:txBody>
          <a:bodyPr/>
          <a:lstStyle>
            <a:lvl1pPr>
              <a:defRPr/>
            </a:lvl1pPr>
          </a:lstStyle>
          <a:p>
            <a:pPr>
              <a:defRPr/>
            </a:pPr>
            <a:r>
              <a:rPr lang="en-GB" altLang="en-US" dirty="0"/>
              <a:t>© Pearson Education Ltd 2023. Copying permitted for purchasing institution only. </a:t>
            </a:r>
          </a:p>
        </p:txBody>
      </p:sp>
    </p:spTree>
    <p:extLst>
      <p:ext uri="{BB962C8B-B14F-4D97-AF65-F5344CB8AC3E}">
        <p14:creationId xmlns:p14="http://schemas.microsoft.com/office/powerpoint/2010/main" val="4038145163"/>
      </p:ext>
    </p:extLst>
  </p:cSld>
  <p:clrMapOvr>
    <a:masterClrMapping/>
  </p:clrMapOvr>
  <p:transition>
    <p:sndAc>
      <p:stSnd>
        <p:snd r:embed="rId1" name="click.wav"/>
      </p:stSnd>
    </p:sndAc>
  </p:transition>
</p:sldLayout>
</file>

<file path=ppt/slideLayouts/slideLayout43.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pic>
        <p:nvPicPr>
          <p:cNvPr id="7" name="Picture 5" descr="Always Learning">
            <a:extLst>
              <a:ext uri="{FF2B5EF4-FFF2-40B4-BE49-F238E27FC236}">
                <a16:creationId xmlns:a16="http://schemas.microsoft.com/office/drawing/2014/main" id="{69FE8684-BE61-3A81-0CF1-F705B2D28649}"/>
              </a:ext>
            </a:extLst>
          </p:cNvPr>
          <p:cNvPicPr>
            <a:picLocks noChangeAspect="1" noChangeArrowheads="1"/>
          </p:cNvPicPr>
          <p:nvPr userDrawn="1"/>
        </p:nvPicPr>
        <p:blipFill>
          <a:blip r:embed="rId3" cstate="screen">
            <a:extLst>
              <a:ext uri="{28A0092B-C50C-407E-A947-70E740481C1C}">
                <a14:useLocalDpi xmlns:a14="http://schemas.microsoft.com/office/drawing/2010/main"/>
              </a:ext>
            </a:extLst>
          </a:blip>
          <a:srcRect/>
          <a:stretch>
            <a:fillRect/>
          </a:stretch>
        </p:blipFill>
        <p:spPr bwMode="auto">
          <a:xfrm>
            <a:off x="0" y="6356350"/>
            <a:ext cx="1762125" cy="493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Title 1"/>
          <p:cNvSpPr>
            <a:spLocks noGrp="1"/>
          </p:cNvSpPr>
          <p:nvPr>
            <p:ph type="title"/>
          </p:nvPr>
        </p:nvSpPr>
        <p:spPr>
          <a:xfrm>
            <a:off x="457200" y="1195200"/>
            <a:ext cx="8229600" cy="864000"/>
          </a:xfrm>
          <a:prstGeom prst="rect">
            <a:avLst/>
          </a:prstGeom>
        </p:spPr>
        <p:txBody>
          <a:bodyPr/>
          <a:lstStyle>
            <a:lvl1pPr>
              <a:defRPr/>
            </a:lvl1pPr>
          </a:lstStyle>
          <a:p>
            <a:r>
              <a:rPr lang="en-US"/>
              <a:t>Click to edit Master title style</a:t>
            </a:r>
            <a:endParaRPr lang="en-GB"/>
          </a:p>
        </p:txBody>
      </p:sp>
      <p:sp>
        <p:nvSpPr>
          <p:cNvPr id="3" name="Text Placeholder 2"/>
          <p:cNvSpPr>
            <a:spLocks noGrp="1"/>
          </p:cNvSpPr>
          <p:nvPr>
            <p:ph type="body" idx="1"/>
          </p:nvPr>
        </p:nvSpPr>
        <p:spPr>
          <a:xfrm>
            <a:off x="457201" y="2196000"/>
            <a:ext cx="4040188" cy="63976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4" name="Content Placeholder 3"/>
          <p:cNvSpPr>
            <a:spLocks noGrp="1"/>
          </p:cNvSpPr>
          <p:nvPr>
            <p:ph sz="half" idx="2"/>
          </p:nvPr>
        </p:nvSpPr>
        <p:spPr>
          <a:xfrm>
            <a:off x="457201" y="2932602"/>
            <a:ext cx="4040188" cy="3193562"/>
          </a:xfrm>
          <a:prstGeom prst="rect">
            <a:avLst/>
          </a:prstGeom>
        </p:spPr>
        <p:txBody>
          <a:bodyPr/>
          <a:lstStyle>
            <a:lvl1pPr>
              <a:buFont typeface="Wingdings" pitchFamily="2" charset="2"/>
              <a:buChar char="§"/>
              <a:defRPr sz="2400">
                <a:latin typeface="Arial" panose="020B0604020202020204" pitchFamily="34" charset="0"/>
                <a:cs typeface="Arial" panose="020B0604020202020204" pitchFamily="34" charset="0"/>
              </a:defRPr>
            </a:lvl1pPr>
            <a:lvl2pPr>
              <a:buFont typeface="Wingdings" pitchFamily="2" charset="2"/>
              <a:buChar char="§"/>
              <a:defRPr sz="2400">
                <a:latin typeface="Arial" panose="020B0604020202020204" pitchFamily="34" charset="0"/>
                <a:cs typeface="Arial" panose="020B0604020202020204" pitchFamily="34" charset="0"/>
              </a:defRPr>
            </a:lvl2pPr>
            <a:lvl3pPr>
              <a:buFont typeface="Wingdings" pitchFamily="2" charset="2"/>
              <a:buChar char="§"/>
              <a:defRPr sz="2400">
                <a:latin typeface="Arial" panose="020B0604020202020204" pitchFamily="34" charset="0"/>
                <a:cs typeface="Arial" panose="020B0604020202020204" pitchFamily="34" charset="0"/>
              </a:defRPr>
            </a:lvl3pPr>
            <a:lvl4pPr>
              <a:buFont typeface="Wingdings" pitchFamily="2" charset="2"/>
              <a:buChar char="§"/>
              <a:defRPr sz="2400">
                <a:latin typeface="Arial" panose="020B0604020202020204" pitchFamily="34" charset="0"/>
                <a:cs typeface="Arial" panose="020B0604020202020204" pitchFamily="34" charset="0"/>
              </a:defRPr>
            </a:lvl4pPr>
            <a:lvl5pPr>
              <a:buFont typeface="Wingdings" pitchFamily="2" charset="2"/>
              <a:buChar char="§"/>
              <a:defRPr sz="2400">
                <a:latin typeface="Arial" panose="020B0604020202020204" pitchFamily="34" charset="0"/>
                <a:cs typeface="Arial" panose="020B0604020202020204" pitchFamily="34" charset="0"/>
              </a:defRPr>
            </a:lvl5pPr>
            <a:lvl6pPr>
              <a:defRPr sz="1600"/>
            </a:lvl6pPr>
            <a:lvl7pPr>
              <a:defRPr sz="1600"/>
            </a:lvl7pPr>
            <a:lvl8pPr>
              <a:defRPr sz="1600"/>
            </a:lvl8pPr>
            <a:lvl9pPr>
              <a:defRPr sz="16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GB" dirty="0"/>
          </a:p>
        </p:txBody>
      </p:sp>
      <p:sp>
        <p:nvSpPr>
          <p:cNvPr id="5" name="Text Placeholder 4"/>
          <p:cNvSpPr>
            <a:spLocks noGrp="1"/>
          </p:cNvSpPr>
          <p:nvPr>
            <p:ph type="body" sz="quarter" idx="3"/>
          </p:nvPr>
        </p:nvSpPr>
        <p:spPr>
          <a:xfrm>
            <a:off x="4645026" y="2196000"/>
            <a:ext cx="4041775" cy="63976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6" name="Content Placeholder 5"/>
          <p:cNvSpPr>
            <a:spLocks noGrp="1"/>
          </p:cNvSpPr>
          <p:nvPr>
            <p:ph sz="quarter" idx="4"/>
          </p:nvPr>
        </p:nvSpPr>
        <p:spPr>
          <a:xfrm>
            <a:off x="4645026" y="2932602"/>
            <a:ext cx="4041775" cy="3193562"/>
          </a:xfrm>
          <a:prstGeom prst="rect">
            <a:avLst/>
          </a:prstGeom>
        </p:spPr>
        <p:txBody>
          <a:bodyPr/>
          <a:lstStyle>
            <a:lvl1pPr>
              <a:buFont typeface="Wingdings" pitchFamily="2" charset="2"/>
              <a:buChar char="§"/>
              <a:defRPr sz="2400">
                <a:latin typeface="Arial" panose="020B0604020202020204" pitchFamily="34" charset="0"/>
                <a:cs typeface="Arial" panose="020B0604020202020204" pitchFamily="34" charset="0"/>
              </a:defRPr>
            </a:lvl1pPr>
            <a:lvl2pPr>
              <a:buFont typeface="Wingdings" pitchFamily="2" charset="2"/>
              <a:buChar char="§"/>
              <a:defRPr sz="2400">
                <a:latin typeface="Arial" panose="020B0604020202020204" pitchFamily="34" charset="0"/>
                <a:cs typeface="Arial" panose="020B0604020202020204" pitchFamily="34" charset="0"/>
              </a:defRPr>
            </a:lvl2pPr>
            <a:lvl3pPr>
              <a:buFont typeface="Wingdings" pitchFamily="2" charset="2"/>
              <a:buChar char="§"/>
              <a:defRPr sz="2400">
                <a:latin typeface="Arial" panose="020B0604020202020204" pitchFamily="34" charset="0"/>
                <a:cs typeface="Arial" panose="020B0604020202020204" pitchFamily="34" charset="0"/>
              </a:defRPr>
            </a:lvl3pPr>
            <a:lvl4pPr>
              <a:buFont typeface="Wingdings" pitchFamily="2" charset="2"/>
              <a:buChar char="§"/>
              <a:defRPr sz="2400">
                <a:latin typeface="Arial" panose="020B0604020202020204" pitchFamily="34" charset="0"/>
                <a:cs typeface="Arial" panose="020B0604020202020204" pitchFamily="34" charset="0"/>
              </a:defRPr>
            </a:lvl4pPr>
            <a:lvl5pPr>
              <a:buFont typeface="Wingdings" pitchFamily="2" charset="2"/>
              <a:buChar char="§"/>
              <a:defRPr sz="2400">
                <a:latin typeface="Arial" panose="020B0604020202020204" pitchFamily="34" charset="0"/>
                <a:cs typeface="Arial" panose="020B0604020202020204" pitchFamily="34" charset="0"/>
              </a:defRPr>
            </a:lvl5pPr>
            <a:lvl6pPr>
              <a:defRPr sz="1600"/>
            </a:lvl6pPr>
            <a:lvl7pPr>
              <a:defRPr sz="1600"/>
            </a:lvl7pPr>
            <a:lvl8pPr>
              <a:defRPr sz="1600"/>
            </a:lvl8pPr>
            <a:lvl9pPr>
              <a:defRPr sz="16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GB" dirty="0"/>
          </a:p>
        </p:txBody>
      </p:sp>
      <p:sp>
        <p:nvSpPr>
          <p:cNvPr id="8" name="Footer Placeholder 4">
            <a:extLst>
              <a:ext uri="{FF2B5EF4-FFF2-40B4-BE49-F238E27FC236}">
                <a16:creationId xmlns:a16="http://schemas.microsoft.com/office/drawing/2014/main" id="{E3831A3E-361F-60E1-197E-146246D76DC5}"/>
              </a:ext>
            </a:extLst>
          </p:cNvPr>
          <p:cNvSpPr>
            <a:spLocks noGrp="1" noChangeArrowheads="1"/>
          </p:cNvSpPr>
          <p:nvPr>
            <p:ph type="ftr" sz="quarter" idx="10"/>
          </p:nvPr>
        </p:nvSpPr>
        <p:spPr/>
        <p:txBody>
          <a:bodyPr/>
          <a:lstStyle>
            <a:lvl1pPr>
              <a:spcBef>
                <a:spcPct val="0"/>
              </a:spcBef>
              <a:buFontTx/>
              <a:buNone/>
              <a:defRPr sz="1800">
                <a:solidFill>
                  <a:schemeClr val="tx1"/>
                </a:solidFill>
                <a:latin typeface="Arial" panose="020B0604020202020204" pitchFamily="34" charset="0"/>
                <a:cs typeface="Arial" panose="020B0604020202020204" pitchFamily="34" charset="0"/>
              </a:defRPr>
            </a:lvl1pPr>
            <a:lvl2pPr marL="742950" indent="-285750">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2pPr>
            <a:lvl3pPr marL="1143000" indent="-228600">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3pPr>
            <a:lvl4pPr marL="1600200" indent="-228600">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4pPr>
            <a:lvl5pPr marL="2057400" indent="-228600">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5pPr>
            <a:lvl6pPr marL="2514600" indent="-228600"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6pPr>
            <a:lvl7pPr marL="2971800" indent="-228600"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7pPr>
            <a:lvl8pPr marL="3429000" indent="-228600"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8pPr>
            <a:lvl9pPr marL="3886200" indent="-228600"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9pPr>
          </a:lstStyle>
          <a:p>
            <a:pPr>
              <a:defRPr/>
            </a:pPr>
            <a:r>
              <a:rPr lang="en-GB" altLang="en-US" dirty="0"/>
              <a:t>© Pearson Education Ltd 2023. Copying permitted for purchasing institution only. </a:t>
            </a:r>
          </a:p>
        </p:txBody>
      </p:sp>
    </p:spTree>
    <p:extLst>
      <p:ext uri="{BB962C8B-B14F-4D97-AF65-F5344CB8AC3E}">
        <p14:creationId xmlns:p14="http://schemas.microsoft.com/office/powerpoint/2010/main" val="621403508"/>
      </p:ext>
    </p:extLst>
  </p:cSld>
  <p:clrMapOvr>
    <a:masterClrMapping/>
  </p:clrMapOvr>
  <p:transition>
    <p:sndAc>
      <p:stSnd>
        <p:snd r:embed="rId1" name="click.wav"/>
      </p:stSnd>
    </p:sndAc>
  </p:transition>
</p:sldLayout>
</file>

<file path=ppt/slideLayouts/slideLayout44.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a:lstStyle/>
          <a:p>
            <a:r>
              <a:rPr lang="en-US" dirty="0"/>
              <a:t>Click to edit Master title style</a:t>
            </a:r>
            <a:endParaRPr lang="en-GB" dirty="0"/>
          </a:p>
        </p:txBody>
      </p:sp>
      <p:sp>
        <p:nvSpPr>
          <p:cNvPr id="3" name="Footer Placeholder 4">
            <a:extLst>
              <a:ext uri="{FF2B5EF4-FFF2-40B4-BE49-F238E27FC236}">
                <a16:creationId xmlns:a16="http://schemas.microsoft.com/office/drawing/2014/main" id="{1C6F868A-32BB-A111-C404-483CD1832E05}"/>
              </a:ext>
            </a:extLst>
          </p:cNvPr>
          <p:cNvSpPr>
            <a:spLocks noGrp="1" noChangeArrowheads="1"/>
          </p:cNvSpPr>
          <p:nvPr>
            <p:ph type="ftr" sz="quarter" idx="10"/>
          </p:nvPr>
        </p:nvSpPr>
        <p:spPr/>
        <p:txBody>
          <a:bodyPr/>
          <a:lstStyle>
            <a:lvl1pPr>
              <a:defRPr/>
            </a:lvl1pPr>
          </a:lstStyle>
          <a:p>
            <a:pPr>
              <a:defRPr/>
            </a:pPr>
            <a:r>
              <a:rPr lang="en-GB" altLang="en-US" dirty="0"/>
              <a:t>© Pearson Education Ltd 2023. Copying permitted for purchasing institution only. </a:t>
            </a:r>
          </a:p>
        </p:txBody>
      </p:sp>
    </p:spTree>
    <p:extLst>
      <p:ext uri="{BB962C8B-B14F-4D97-AF65-F5344CB8AC3E}">
        <p14:creationId xmlns:p14="http://schemas.microsoft.com/office/powerpoint/2010/main" val="474939897"/>
      </p:ext>
    </p:extLst>
  </p:cSld>
  <p:clrMapOvr>
    <a:masterClrMapping/>
  </p:clrMapOvr>
  <p:transition>
    <p:sndAc>
      <p:stSnd>
        <p:snd r:embed="rId1" name="click.wav"/>
      </p:stSnd>
    </p:sndAc>
  </p:transition>
</p:sldLayout>
</file>

<file path=ppt/slideLayouts/slideLayout45.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Footer Placeholder 4">
            <a:extLst>
              <a:ext uri="{FF2B5EF4-FFF2-40B4-BE49-F238E27FC236}">
                <a16:creationId xmlns:a16="http://schemas.microsoft.com/office/drawing/2014/main" id="{EC02FC38-AE3B-EFB4-D55D-0A5C97BB6371}"/>
              </a:ext>
            </a:extLst>
          </p:cNvPr>
          <p:cNvSpPr>
            <a:spLocks noGrp="1" noChangeArrowheads="1"/>
          </p:cNvSpPr>
          <p:nvPr>
            <p:ph type="ftr" sz="quarter" idx="10"/>
          </p:nvPr>
        </p:nvSpPr>
        <p:spPr/>
        <p:txBody>
          <a:bodyPr/>
          <a:lstStyle>
            <a:lvl1pPr>
              <a:defRPr/>
            </a:lvl1pPr>
          </a:lstStyle>
          <a:p>
            <a:pPr>
              <a:defRPr/>
            </a:pPr>
            <a:r>
              <a:rPr lang="en-GB" altLang="en-US" dirty="0"/>
              <a:t>© Pearson Education Ltd 2023. Copying permitted for purchasing institution only. </a:t>
            </a:r>
          </a:p>
        </p:txBody>
      </p:sp>
    </p:spTree>
    <p:extLst>
      <p:ext uri="{BB962C8B-B14F-4D97-AF65-F5344CB8AC3E}">
        <p14:creationId xmlns:p14="http://schemas.microsoft.com/office/powerpoint/2010/main" val="1593246867"/>
      </p:ext>
    </p:extLst>
  </p:cSld>
  <p:clrMapOvr>
    <a:masterClrMapping/>
  </p:clrMapOvr>
  <p:transition>
    <p:sndAc>
      <p:stSnd>
        <p:snd r:embed="rId1" name="click.wav"/>
      </p:stSnd>
    </p:sndAc>
  </p:transition>
</p:sldLayout>
</file>

<file path=ppt/slideLayouts/slideLayout46.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1" y="1195200"/>
            <a:ext cx="3008313" cy="865648"/>
          </a:xfrm>
          <a:prstGeom prst="rect">
            <a:avLst/>
          </a:prstGeom>
        </p:spPr>
        <p:txBody>
          <a:bodyPr anchor="b"/>
          <a:lstStyle>
            <a:lvl1pPr algn="r">
              <a:defRPr sz="2000" b="1"/>
            </a:lvl1pPr>
          </a:lstStyle>
          <a:p>
            <a:r>
              <a:rPr lang="en-US" dirty="0"/>
              <a:t>Click to edit Master title style</a:t>
            </a:r>
            <a:endParaRPr lang="en-GB" dirty="0"/>
          </a:p>
        </p:txBody>
      </p:sp>
      <p:sp>
        <p:nvSpPr>
          <p:cNvPr id="4" name="Text Placeholder 3"/>
          <p:cNvSpPr>
            <a:spLocks noGrp="1"/>
          </p:cNvSpPr>
          <p:nvPr>
            <p:ph type="body" sz="half" idx="2"/>
          </p:nvPr>
        </p:nvSpPr>
        <p:spPr>
          <a:xfrm>
            <a:off x="457201" y="2132857"/>
            <a:ext cx="3008313" cy="3993307"/>
          </a:xfrm>
          <a:prstGeom prst="rect">
            <a:avLst/>
          </a:prstGeo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3" name="Content Placeholder 2"/>
          <p:cNvSpPr>
            <a:spLocks noGrp="1"/>
          </p:cNvSpPr>
          <p:nvPr>
            <p:ph idx="1"/>
          </p:nvPr>
        </p:nvSpPr>
        <p:spPr>
          <a:xfrm>
            <a:off x="3575050" y="1195201"/>
            <a:ext cx="5111751" cy="4785395"/>
          </a:xfrm>
          <a:prstGeom prst="rect">
            <a:avLst/>
          </a:prstGeom>
        </p:spPr>
        <p:txBody>
          <a:bodyPr/>
          <a:lstStyle>
            <a:lvl1pPr>
              <a:buFont typeface="Wingdings" pitchFamily="2" charset="2"/>
              <a:buChar char="§"/>
              <a:defRPr sz="2400">
                <a:latin typeface="Arial" panose="020B0604020202020204" pitchFamily="34" charset="0"/>
                <a:cs typeface="Arial" panose="020B0604020202020204" pitchFamily="34" charset="0"/>
              </a:defRPr>
            </a:lvl1pPr>
            <a:lvl2pPr>
              <a:buFont typeface="Wingdings" pitchFamily="2" charset="2"/>
              <a:buChar char="§"/>
              <a:defRPr sz="2400">
                <a:latin typeface="Arial" panose="020B0604020202020204" pitchFamily="34" charset="0"/>
                <a:cs typeface="Arial" panose="020B0604020202020204" pitchFamily="34" charset="0"/>
              </a:defRPr>
            </a:lvl2pPr>
            <a:lvl3pPr>
              <a:buFont typeface="Wingdings" pitchFamily="2" charset="2"/>
              <a:buChar char="§"/>
              <a:defRPr sz="2400">
                <a:latin typeface="Arial" panose="020B0604020202020204" pitchFamily="34" charset="0"/>
                <a:cs typeface="Arial" panose="020B0604020202020204" pitchFamily="34" charset="0"/>
              </a:defRPr>
            </a:lvl3pPr>
            <a:lvl4pPr>
              <a:buFont typeface="Wingdings" pitchFamily="2" charset="2"/>
              <a:buChar char="§"/>
              <a:defRPr sz="2400">
                <a:latin typeface="Arial" panose="020B0604020202020204" pitchFamily="34" charset="0"/>
                <a:cs typeface="Arial" panose="020B0604020202020204" pitchFamily="34" charset="0"/>
              </a:defRPr>
            </a:lvl4pPr>
            <a:lvl5pPr>
              <a:buFont typeface="Wingdings" pitchFamily="2" charset="2"/>
              <a:buChar char="§"/>
              <a:defRPr sz="2400">
                <a:latin typeface="Arial" panose="020B0604020202020204" pitchFamily="34" charset="0"/>
                <a:cs typeface="Arial" panose="020B0604020202020204" pitchFamily="34" charset="0"/>
              </a:defRPr>
            </a:lvl5pPr>
            <a:lvl6pPr>
              <a:defRPr sz="2000"/>
            </a:lvl6pPr>
            <a:lvl7pPr>
              <a:defRPr sz="2000"/>
            </a:lvl7pPr>
            <a:lvl8pPr>
              <a:defRPr sz="2000"/>
            </a:lvl8pPr>
            <a:lvl9pPr>
              <a:defRPr sz="20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GB" dirty="0"/>
          </a:p>
        </p:txBody>
      </p:sp>
      <p:sp>
        <p:nvSpPr>
          <p:cNvPr id="5" name="Footer Placeholder 4">
            <a:extLst>
              <a:ext uri="{FF2B5EF4-FFF2-40B4-BE49-F238E27FC236}">
                <a16:creationId xmlns:a16="http://schemas.microsoft.com/office/drawing/2014/main" id="{4C26848C-3864-D4D5-F394-E8115F32BACC}"/>
              </a:ext>
            </a:extLst>
          </p:cNvPr>
          <p:cNvSpPr>
            <a:spLocks noGrp="1" noChangeArrowheads="1"/>
          </p:cNvSpPr>
          <p:nvPr>
            <p:ph type="ftr" sz="quarter" idx="10"/>
          </p:nvPr>
        </p:nvSpPr>
        <p:spPr/>
        <p:txBody>
          <a:bodyPr/>
          <a:lstStyle>
            <a:lvl1pPr>
              <a:defRPr/>
            </a:lvl1pPr>
          </a:lstStyle>
          <a:p>
            <a:pPr>
              <a:defRPr/>
            </a:pPr>
            <a:r>
              <a:rPr lang="en-GB" altLang="en-US" dirty="0"/>
              <a:t>© Pearson Education Ltd 2023. Copying permitted for purchasing institution only. </a:t>
            </a:r>
          </a:p>
        </p:txBody>
      </p:sp>
    </p:spTree>
    <p:extLst>
      <p:ext uri="{BB962C8B-B14F-4D97-AF65-F5344CB8AC3E}">
        <p14:creationId xmlns:p14="http://schemas.microsoft.com/office/powerpoint/2010/main" val="988662026"/>
      </p:ext>
    </p:extLst>
  </p:cSld>
  <p:clrMapOvr>
    <a:masterClrMapping/>
  </p:clrMapOvr>
  <p:transition>
    <p:sndAc>
      <p:stSnd>
        <p:snd r:embed="rId1" name="click.wav"/>
      </p:stSnd>
    </p:sndAc>
  </p:transition>
</p:sldLayout>
</file>

<file path=ppt/slideLayouts/slideLayout47.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3" name="Picture Placeholder 2"/>
          <p:cNvSpPr>
            <a:spLocks noGrp="1"/>
          </p:cNvSpPr>
          <p:nvPr>
            <p:ph type="pic" idx="1"/>
          </p:nvPr>
        </p:nvSpPr>
        <p:spPr>
          <a:xfrm>
            <a:off x="1792288" y="1196752"/>
            <a:ext cx="5486400" cy="3530823"/>
          </a:xfrm>
          <a:prstGeom prst="rect">
            <a:avLst/>
          </a:prstGeom>
        </p:spPr>
        <p:txBody>
          <a:bodyPr rtlCol="0">
            <a:normAutofit/>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GB" noProof="0" dirty="0"/>
          </a:p>
        </p:txBody>
      </p:sp>
      <p:sp>
        <p:nvSpPr>
          <p:cNvPr id="2" name="Title 1"/>
          <p:cNvSpPr>
            <a:spLocks noGrp="1"/>
          </p:cNvSpPr>
          <p:nvPr>
            <p:ph type="title"/>
          </p:nvPr>
        </p:nvSpPr>
        <p:spPr>
          <a:xfrm>
            <a:off x="1792288" y="4800601"/>
            <a:ext cx="5486400" cy="566738"/>
          </a:xfrm>
          <a:prstGeom prst="rect">
            <a:avLst/>
          </a:prstGeom>
        </p:spPr>
        <p:txBody>
          <a:bodyPr anchor="b"/>
          <a:lstStyle>
            <a:lvl1pPr algn="r">
              <a:defRPr sz="2000" b="1"/>
            </a:lvl1pPr>
          </a:lstStyle>
          <a:p>
            <a:r>
              <a:rPr lang="en-US" dirty="0"/>
              <a:t>Click to edit Master title style</a:t>
            </a:r>
            <a:endParaRPr lang="en-GB" dirty="0"/>
          </a:p>
        </p:txBody>
      </p:sp>
      <p:sp>
        <p:nvSpPr>
          <p:cNvPr id="4" name="Text Placeholder 3"/>
          <p:cNvSpPr>
            <a:spLocks noGrp="1"/>
          </p:cNvSpPr>
          <p:nvPr>
            <p:ph type="body" sz="half" idx="2"/>
          </p:nvPr>
        </p:nvSpPr>
        <p:spPr>
          <a:xfrm>
            <a:off x="1792288" y="5440363"/>
            <a:ext cx="5486400" cy="731837"/>
          </a:xfrm>
          <a:prstGeom prst="rect">
            <a:avLst/>
          </a:prstGeo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dirty="0"/>
              <a:t>Click to edit Master text styles</a:t>
            </a:r>
          </a:p>
        </p:txBody>
      </p:sp>
      <p:sp>
        <p:nvSpPr>
          <p:cNvPr id="5" name="Footer Placeholder 4">
            <a:extLst>
              <a:ext uri="{FF2B5EF4-FFF2-40B4-BE49-F238E27FC236}">
                <a16:creationId xmlns:a16="http://schemas.microsoft.com/office/drawing/2014/main" id="{3632E2FE-4AF5-990F-FA9F-82F73DAD8F6E}"/>
              </a:ext>
            </a:extLst>
          </p:cNvPr>
          <p:cNvSpPr>
            <a:spLocks noGrp="1" noChangeArrowheads="1"/>
          </p:cNvSpPr>
          <p:nvPr>
            <p:ph type="ftr" sz="quarter" idx="10"/>
          </p:nvPr>
        </p:nvSpPr>
        <p:spPr/>
        <p:txBody>
          <a:bodyPr/>
          <a:lstStyle>
            <a:lvl1pPr>
              <a:defRPr/>
            </a:lvl1pPr>
          </a:lstStyle>
          <a:p>
            <a:pPr>
              <a:defRPr/>
            </a:pPr>
            <a:r>
              <a:rPr lang="en-GB" altLang="en-US" dirty="0"/>
              <a:t>© Pearson Education Ltd 2023. Copying permitted for purchasing institution only. </a:t>
            </a:r>
          </a:p>
        </p:txBody>
      </p:sp>
    </p:spTree>
    <p:extLst>
      <p:ext uri="{BB962C8B-B14F-4D97-AF65-F5344CB8AC3E}">
        <p14:creationId xmlns:p14="http://schemas.microsoft.com/office/powerpoint/2010/main" val="1818030653"/>
      </p:ext>
    </p:extLst>
  </p:cSld>
  <p:clrMapOvr>
    <a:masterClrMapping/>
  </p:clrMapOvr>
  <p:transition>
    <p:sndAc>
      <p:stSnd>
        <p:snd r:embed="rId1" name="click.wav"/>
      </p:stSnd>
    </p:sndAc>
  </p:transition>
</p:sldLayout>
</file>

<file path=ppt/slideLayouts/slideLayout48.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a:lstStyle/>
          <a:p>
            <a:r>
              <a:rPr lang="en-US" dirty="0"/>
              <a:t>Click to edit Master title style</a:t>
            </a:r>
            <a:endParaRPr lang="en-GB" dirty="0"/>
          </a:p>
        </p:txBody>
      </p:sp>
      <p:sp>
        <p:nvSpPr>
          <p:cNvPr id="3" name="Vertical Text Placeholder 2"/>
          <p:cNvSpPr>
            <a:spLocks noGrp="1"/>
          </p:cNvSpPr>
          <p:nvPr>
            <p:ph type="body" orient="vert" idx="1"/>
          </p:nvPr>
        </p:nvSpPr>
        <p:spPr>
          <a:xfrm>
            <a:off x="468314" y="2196001"/>
            <a:ext cx="8207375" cy="3950444"/>
          </a:xfrm>
          <a:prstGeom prst="rect">
            <a:avLst/>
          </a:prstGeom>
        </p:spPr>
        <p:txBody>
          <a:bodyPr vert="eaVert"/>
          <a:lstStyle>
            <a:lvl1pPr>
              <a:buFont typeface="Wingdings" pitchFamily="2" charset="2"/>
              <a:buChar char="§"/>
              <a:defRPr>
                <a:latin typeface="Arial" panose="020B0604020202020204" pitchFamily="34" charset="0"/>
                <a:cs typeface="Arial" panose="020B0604020202020204" pitchFamily="34" charset="0"/>
              </a:defRPr>
            </a:lvl1pPr>
            <a:lvl2pPr>
              <a:buFont typeface="Wingdings" pitchFamily="2" charset="2"/>
              <a:buChar char="§"/>
              <a:defRPr>
                <a:latin typeface="Arial" panose="020B0604020202020204" pitchFamily="34" charset="0"/>
                <a:cs typeface="Arial" panose="020B0604020202020204" pitchFamily="34" charset="0"/>
              </a:defRPr>
            </a:lvl2pPr>
            <a:lvl3pPr>
              <a:buFont typeface="Wingdings" pitchFamily="2" charset="2"/>
              <a:buChar char="§"/>
              <a:defRPr>
                <a:latin typeface="Arial" panose="020B0604020202020204" pitchFamily="34" charset="0"/>
                <a:cs typeface="Arial" panose="020B0604020202020204" pitchFamily="34" charset="0"/>
              </a:defRPr>
            </a:lvl3pPr>
            <a:lvl4pPr>
              <a:buFont typeface="Wingdings" pitchFamily="2" charset="2"/>
              <a:buChar char="§"/>
              <a:defRPr>
                <a:latin typeface="Arial" panose="020B0604020202020204" pitchFamily="34" charset="0"/>
                <a:cs typeface="Arial" panose="020B0604020202020204" pitchFamily="34" charset="0"/>
              </a:defRPr>
            </a:lvl4pPr>
            <a:lvl5pPr>
              <a:buFont typeface="Wingdings" pitchFamily="2" charset="2"/>
              <a:buChar char="§"/>
              <a:defRPr>
                <a:latin typeface="Arial" panose="020B0604020202020204" pitchFamily="34" charset="0"/>
                <a:cs typeface="Arial" panose="020B0604020202020204" pitchFamily="34"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GB" dirty="0"/>
          </a:p>
        </p:txBody>
      </p:sp>
      <p:sp>
        <p:nvSpPr>
          <p:cNvPr id="4" name="Footer Placeholder 4">
            <a:extLst>
              <a:ext uri="{FF2B5EF4-FFF2-40B4-BE49-F238E27FC236}">
                <a16:creationId xmlns:a16="http://schemas.microsoft.com/office/drawing/2014/main" id="{9DF127B6-FB7B-DA34-ED52-7487CA115375}"/>
              </a:ext>
            </a:extLst>
          </p:cNvPr>
          <p:cNvSpPr>
            <a:spLocks noGrp="1" noChangeArrowheads="1"/>
          </p:cNvSpPr>
          <p:nvPr>
            <p:ph type="ftr" sz="quarter" idx="10"/>
          </p:nvPr>
        </p:nvSpPr>
        <p:spPr/>
        <p:txBody>
          <a:bodyPr/>
          <a:lstStyle>
            <a:lvl1pPr>
              <a:defRPr/>
            </a:lvl1pPr>
          </a:lstStyle>
          <a:p>
            <a:pPr>
              <a:defRPr/>
            </a:pPr>
            <a:r>
              <a:rPr lang="en-GB" altLang="en-US" dirty="0"/>
              <a:t>© Pearson Education Ltd 2023. Copying permitted for purchasing institution only. </a:t>
            </a:r>
          </a:p>
        </p:txBody>
      </p:sp>
    </p:spTree>
    <p:extLst>
      <p:ext uri="{BB962C8B-B14F-4D97-AF65-F5344CB8AC3E}">
        <p14:creationId xmlns:p14="http://schemas.microsoft.com/office/powerpoint/2010/main" val="3606472387"/>
      </p:ext>
    </p:extLst>
  </p:cSld>
  <p:clrMapOvr>
    <a:masterClrMapping/>
  </p:clrMapOvr>
  <p:transition>
    <p:sndAc>
      <p:stSnd>
        <p:snd r:embed="rId1" name="click.wav"/>
      </p:stSnd>
    </p:sndAc>
  </p:transition>
</p:sldLayout>
</file>

<file path=ppt/slideLayouts/slideLayout49.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1195201"/>
            <a:ext cx="2057400" cy="4814540"/>
          </a:xfrm>
          <a:prstGeom prst="rect">
            <a:avLst/>
          </a:prstGeom>
        </p:spPr>
        <p:txBody>
          <a:bodyPr vert="eaVert"/>
          <a:lstStyle>
            <a:lvl1pPr>
              <a:defRPr>
                <a:latin typeface="Arial" panose="020B0604020202020204" pitchFamily="34" charset="0"/>
                <a:cs typeface="Arial" panose="020B0604020202020204" pitchFamily="34" charset="0"/>
              </a:defRPr>
            </a:lvl1pPr>
          </a:lstStyle>
          <a:p>
            <a:r>
              <a:rPr lang="en-US" dirty="0"/>
              <a:t>Click to edit Master title style</a:t>
            </a:r>
            <a:endParaRPr lang="en-GB" dirty="0"/>
          </a:p>
        </p:txBody>
      </p:sp>
      <p:sp>
        <p:nvSpPr>
          <p:cNvPr id="3" name="Vertical Text Placeholder 2"/>
          <p:cNvSpPr>
            <a:spLocks noGrp="1"/>
          </p:cNvSpPr>
          <p:nvPr>
            <p:ph type="body" orient="vert" idx="1"/>
          </p:nvPr>
        </p:nvSpPr>
        <p:spPr>
          <a:xfrm>
            <a:off x="457200" y="1195201"/>
            <a:ext cx="6019800" cy="4814540"/>
          </a:xfrm>
          <a:prstGeom prst="rect">
            <a:avLst/>
          </a:prstGeom>
        </p:spPr>
        <p:txBody>
          <a:bodyPr vert="eaVert"/>
          <a:lstStyle>
            <a:lvl1pPr>
              <a:defRPr>
                <a:latin typeface="Arial" panose="020B0604020202020204" pitchFamily="34" charset="0"/>
                <a:cs typeface="Arial" panose="020B0604020202020204" pitchFamily="34" charset="0"/>
              </a:defRPr>
            </a:lvl1pPr>
            <a:lvl2pPr>
              <a:buFont typeface="Wingdings" pitchFamily="2" charset="2"/>
              <a:buChar char="§"/>
              <a:defRPr>
                <a:latin typeface="Arial" panose="020B0604020202020204" pitchFamily="34" charset="0"/>
                <a:cs typeface="Arial" panose="020B0604020202020204" pitchFamily="34" charset="0"/>
              </a:defRPr>
            </a:lvl2pPr>
            <a:lvl3pPr>
              <a:buFont typeface="Wingdings" pitchFamily="2" charset="2"/>
              <a:buChar char="§"/>
              <a:defRPr>
                <a:latin typeface="Arial" panose="020B0604020202020204" pitchFamily="34" charset="0"/>
                <a:cs typeface="Arial" panose="020B0604020202020204" pitchFamily="34" charset="0"/>
              </a:defRPr>
            </a:lvl3pPr>
            <a:lvl4pPr>
              <a:buFont typeface="Wingdings" pitchFamily="2" charset="2"/>
              <a:buChar char="§"/>
              <a:defRPr>
                <a:latin typeface="Arial" panose="020B0604020202020204" pitchFamily="34" charset="0"/>
                <a:cs typeface="Arial" panose="020B0604020202020204" pitchFamily="34" charset="0"/>
              </a:defRPr>
            </a:lvl4pPr>
            <a:lvl5pPr>
              <a:buFont typeface="Wingdings" pitchFamily="2" charset="2"/>
              <a:buChar char="§"/>
              <a:defRPr>
                <a:latin typeface="Arial" panose="020B0604020202020204" pitchFamily="34" charset="0"/>
                <a:cs typeface="Arial" panose="020B0604020202020204" pitchFamily="34"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GB" dirty="0"/>
          </a:p>
        </p:txBody>
      </p:sp>
      <p:sp>
        <p:nvSpPr>
          <p:cNvPr id="4" name="Footer Placeholder 4">
            <a:extLst>
              <a:ext uri="{FF2B5EF4-FFF2-40B4-BE49-F238E27FC236}">
                <a16:creationId xmlns:a16="http://schemas.microsoft.com/office/drawing/2014/main" id="{63741A9B-C779-47D9-992F-A21FA3584BC6}"/>
              </a:ext>
            </a:extLst>
          </p:cNvPr>
          <p:cNvSpPr>
            <a:spLocks noGrp="1" noChangeArrowheads="1"/>
          </p:cNvSpPr>
          <p:nvPr>
            <p:ph type="ftr" sz="quarter" idx="10"/>
          </p:nvPr>
        </p:nvSpPr>
        <p:spPr/>
        <p:txBody>
          <a:bodyPr/>
          <a:lstStyle>
            <a:lvl1pPr>
              <a:defRPr/>
            </a:lvl1pPr>
          </a:lstStyle>
          <a:p>
            <a:pPr>
              <a:defRPr/>
            </a:pPr>
            <a:r>
              <a:rPr lang="en-GB" altLang="en-US" dirty="0"/>
              <a:t>© Pearson Education Ltd 2023. Copying permitted for purchasing institution only. </a:t>
            </a:r>
          </a:p>
        </p:txBody>
      </p:sp>
    </p:spTree>
    <p:extLst>
      <p:ext uri="{BB962C8B-B14F-4D97-AF65-F5344CB8AC3E}">
        <p14:creationId xmlns:p14="http://schemas.microsoft.com/office/powerpoint/2010/main" val="1402101404"/>
      </p:ext>
    </p:extLst>
  </p:cSld>
  <p:clrMapOvr>
    <a:masterClrMapping/>
  </p:clrMapOvr>
  <p:transition>
    <p:sndAc>
      <p:stSnd>
        <p:snd r:embed="rId1" name="click.wav"/>
      </p:stSnd>
    </p:sndAc>
  </p:transition>
</p:sldLayout>
</file>

<file path=ppt/slideLayouts/slideLayout50.xml><?xml version="1.0" encoding="utf-8"?>
<p:sldLayout xmlns:a="http://schemas.openxmlformats.org/drawingml/2006/main" xmlns:r="http://schemas.openxmlformats.org/officeDocument/2006/relationships" xmlns:p="http://schemas.openxmlformats.org/presentationml/2006/main" type="tbl" preserve="1">
  <p:cSld name="Title and Table">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a:lstStyle/>
          <a:p>
            <a:r>
              <a:rPr lang="en-US"/>
              <a:t>Click to edit Master title style</a:t>
            </a:r>
            <a:endParaRPr lang="en-GB"/>
          </a:p>
        </p:txBody>
      </p:sp>
      <p:sp>
        <p:nvSpPr>
          <p:cNvPr id="3" name="Table Placeholder 2"/>
          <p:cNvSpPr>
            <a:spLocks noGrp="1"/>
          </p:cNvSpPr>
          <p:nvPr>
            <p:ph type="tbl" idx="1"/>
          </p:nvPr>
        </p:nvSpPr>
        <p:spPr>
          <a:xfrm>
            <a:off x="479426" y="2196000"/>
            <a:ext cx="8207375" cy="4041312"/>
          </a:xfrm>
          <a:prstGeom prst="rect">
            <a:avLst/>
          </a:prstGeom>
        </p:spPr>
        <p:txBody>
          <a:bodyPr rtlCol="0">
            <a:normAutofit/>
          </a:bodyPr>
          <a:lstStyle/>
          <a:p>
            <a:pPr lvl="0"/>
            <a:endParaRPr lang="en-GB" noProof="0" dirty="0"/>
          </a:p>
        </p:txBody>
      </p:sp>
      <p:sp>
        <p:nvSpPr>
          <p:cNvPr id="4" name="Footer Placeholder 4">
            <a:extLst>
              <a:ext uri="{FF2B5EF4-FFF2-40B4-BE49-F238E27FC236}">
                <a16:creationId xmlns:a16="http://schemas.microsoft.com/office/drawing/2014/main" id="{AF875707-4545-7C5E-C4A1-F2B0323DEB00}"/>
              </a:ext>
            </a:extLst>
          </p:cNvPr>
          <p:cNvSpPr>
            <a:spLocks noGrp="1" noChangeArrowheads="1"/>
          </p:cNvSpPr>
          <p:nvPr>
            <p:ph type="ftr" sz="quarter" idx="10"/>
          </p:nvPr>
        </p:nvSpPr>
        <p:spPr/>
        <p:txBody>
          <a:bodyPr/>
          <a:lstStyle>
            <a:lvl1pPr>
              <a:defRPr/>
            </a:lvl1pPr>
          </a:lstStyle>
          <a:p>
            <a:pPr>
              <a:defRPr/>
            </a:pPr>
            <a:r>
              <a:rPr lang="en-GB" altLang="en-US" dirty="0"/>
              <a:t>© Pearson Education Ltd 2023. Copying permitted for purchasing institution only. </a:t>
            </a:r>
          </a:p>
        </p:txBody>
      </p:sp>
    </p:spTree>
    <p:extLst>
      <p:ext uri="{BB962C8B-B14F-4D97-AF65-F5344CB8AC3E}">
        <p14:creationId xmlns:p14="http://schemas.microsoft.com/office/powerpoint/2010/main" val="3437547387"/>
      </p:ext>
    </p:extLst>
  </p:cSld>
  <p:clrMapOvr>
    <a:masterClrMapping/>
  </p:clrMapOvr>
  <p:transition>
    <p:sndAc>
      <p:stSnd>
        <p:snd r:embed="rId1" name="click.wav"/>
      </p:stSnd>
    </p:sndAc>
  </p:transition>
</p:sldLayout>
</file>

<file path=ppt/slideLayouts/slideLayout51.xml><?xml version="1.0" encoding="utf-8"?>
<p:sldLayout xmlns:a="http://schemas.openxmlformats.org/drawingml/2006/main" xmlns:r="http://schemas.openxmlformats.org/officeDocument/2006/relationships" xmlns:p="http://schemas.openxmlformats.org/presentationml/2006/main" userDrawn="1">
  <p:cSld name="1_Two Content">
    <p:spTree>
      <p:nvGrpSpPr>
        <p:cNvPr id="1" name=""/>
        <p:cNvGrpSpPr/>
        <p:nvPr/>
      </p:nvGrpSpPr>
      <p:grpSpPr>
        <a:xfrm>
          <a:off x="0" y="0"/>
          <a:ext cx="0" cy="0"/>
          <a:chOff x="0" y="0"/>
          <a:chExt cx="0" cy="0"/>
        </a:xfrm>
      </p:grpSpPr>
      <p:sp>
        <p:nvSpPr>
          <p:cNvPr id="6" name="Title 1"/>
          <p:cNvSpPr>
            <a:spLocks noGrp="1"/>
          </p:cNvSpPr>
          <p:nvPr>
            <p:ph type="title"/>
          </p:nvPr>
        </p:nvSpPr>
        <p:spPr>
          <a:xfrm>
            <a:off x="457200" y="1195388"/>
            <a:ext cx="8229600" cy="863600"/>
          </a:xfrm>
          <a:prstGeom prst="rect">
            <a:avLst/>
          </a:prstGeom>
        </p:spPr>
        <p:txBody>
          <a:bodyPr/>
          <a:lstStyle/>
          <a:p>
            <a:r>
              <a:rPr lang="en-GB" altLang="en-US" dirty="0"/>
              <a:t>Heading</a:t>
            </a:r>
          </a:p>
        </p:txBody>
      </p:sp>
      <p:sp>
        <p:nvSpPr>
          <p:cNvPr id="7" name="Content Placeholder 3"/>
          <p:cNvSpPr>
            <a:spLocks noGrp="1"/>
          </p:cNvSpPr>
          <p:nvPr>
            <p:ph sz="half" idx="2"/>
          </p:nvPr>
        </p:nvSpPr>
        <p:spPr>
          <a:xfrm>
            <a:off x="684213" y="2195513"/>
            <a:ext cx="7991475" cy="3609975"/>
          </a:xfrm>
          <a:prstGeom prst="rect">
            <a:avLst/>
          </a:prstGeom>
        </p:spPr>
        <p:txBody>
          <a:bodyPr/>
          <a:lstStyle/>
          <a:p>
            <a:r>
              <a:rPr lang="en-GB" altLang="en-US" dirty="0"/>
              <a:t>Body text </a:t>
            </a:r>
            <a:r>
              <a:rPr lang="en-GB" altLang="en-US" dirty="0" err="1"/>
              <a:t>xxxxxxxxxxxxxxxxxxxxxxxxxxxxxxxxxxxxxxxxx</a:t>
            </a:r>
            <a:r>
              <a:rPr lang="en-GB" altLang="en-US" dirty="0"/>
              <a:t>:</a:t>
            </a:r>
          </a:p>
          <a:p>
            <a:pPr lvl="1"/>
            <a:r>
              <a:rPr lang="en-GB" altLang="en-US" dirty="0"/>
              <a:t>Bullet text</a:t>
            </a:r>
          </a:p>
          <a:p>
            <a:pPr lvl="1"/>
            <a:r>
              <a:rPr lang="en-GB" altLang="en-US" dirty="0"/>
              <a:t>Bullet text</a:t>
            </a:r>
          </a:p>
          <a:p>
            <a:pPr lvl="1"/>
            <a:endParaRPr lang="en-GB" altLang="en-US" dirty="0"/>
          </a:p>
        </p:txBody>
      </p:sp>
      <p:sp>
        <p:nvSpPr>
          <p:cNvPr id="2" name="Footer Placeholder 4">
            <a:extLst>
              <a:ext uri="{FF2B5EF4-FFF2-40B4-BE49-F238E27FC236}">
                <a16:creationId xmlns:a16="http://schemas.microsoft.com/office/drawing/2014/main" id="{47F8C46B-97F2-9941-FA1B-60A0A697ED7C}"/>
              </a:ext>
            </a:extLst>
          </p:cNvPr>
          <p:cNvSpPr>
            <a:spLocks noGrp="1" noChangeArrowheads="1"/>
          </p:cNvSpPr>
          <p:nvPr>
            <p:ph type="ftr" sz="quarter" idx="10"/>
          </p:nvPr>
        </p:nvSpPr>
        <p:spPr/>
        <p:txBody>
          <a:bodyPr/>
          <a:lstStyle>
            <a:lvl1pPr>
              <a:defRPr/>
            </a:lvl1pPr>
          </a:lstStyle>
          <a:p>
            <a:pPr>
              <a:defRPr/>
            </a:pPr>
            <a:r>
              <a:rPr lang="en-GB" altLang="en-US" dirty="0"/>
              <a:t>© Pearson Education Ltd 2023. Copying permitted for purchasing institution only. </a:t>
            </a:r>
          </a:p>
        </p:txBody>
      </p:sp>
    </p:spTree>
    <p:extLst>
      <p:ext uri="{BB962C8B-B14F-4D97-AF65-F5344CB8AC3E}">
        <p14:creationId xmlns:p14="http://schemas.microsoft.com/office/powerpoint/2010/main" val="3960485046"/>
      </p:ext>
    </p:extLst>
  </p:cSld>
  <p:clrMapOvr>
    <a:masterClrMapping/>
  </p:clrMapOvr>
  <p:transition>
    <p:sndAc>
      <p:stSnd>
        <p:snd r:embed="rId1" name="click.wav"/>
      </p:stSnd>
    </p:sndAc>
  </p:transition>
</p:sldLayout>
</file>

<file path=ppt/slideLayouts/slideLayout52.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6"/>
            <a:ext cx="7772400" cy="1470025"/>
          </a:xfrm>
          <a:prstGeom prst="rect">
            <a:avLst/>
          </a:prstGeom>
        </p:spPr>
        <p:txBody>
          <a:bodyPr/>
          <a:lstStyle/>
          <a:p>
            <a:r>
              <a:rPr lang="en-US"/>
              <a:t>Click to edit Master title style</a:t>
            </a:r>
            <a:endParaRPr lang="en-GB"/>
          </a:p>
        </p:txBody>
      </p:sp>
      <p:sp>
        <p:nvSpPr>
          <p:cNvPr id="3" name="Subtitle 2"/>
          <p:cNvSpPr>
            <a:spLocks noGrp="1"/>
          </p:cNvSpPr>
          <p:nvPr>
            <p:ph type="subTitle" idx="1"/>
          </p:nvPr>
        </p:nvSpPr>
        <p:spPr>
          <a:xfrm>
            <a:off x="1371600" y="3886200"/>
            <a:ext cx="6400800" cy="1752600"/>
          </a:xfrm>
          <a:prstGeom prst="rect">
            <a:avLst/>
          </a:prstGeo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en-US" dirty="0"/>
              <a:t>Click to edit Master subtitle style</a:t>
            </a:r>
            <a:endParaRPr lang="en-GB" dirty="0"/>
          </a:p>
        </p:txBody>
      </p:sp>
      <p:sp>
        <p:nvSpPr>
          <p:cNvPr id="4" name="Footer Placeholder 4">
            <a:extLst>
              <a:ext uri="{FF2B5EF4-FFF2-40B4-BE49-F238E27FC236}">
                <a16:creationId xmlns:a16="http://schemas.microsoft.com/office/drawing/2014/main" id="{3A0305BB-39CB-2010-297C-4A457FC45F96}"/>
              </a:ext>
            </a:extLst>
          </p:cNvPr>
          <p:cNvSpPr>
            <a:spLocks noGrp="1" noChangeArrowheads="1"/>
          </p:cNvSpPr>
          <p:nvPr>
            <p:ph type="ftr" sz="quarter" idx="10"/>
          </p:nvPr>
        </p:nvSpPr>
        <p:spPr/>
        <p:txBody>
          <a:bodyPr/>
          <a:lstStyle>
            <a:lvl1pPr>
              <a:defRPr/>
            </a:lvl1pPr>
          </a:lstStyle>
          <a:p>
            <a:pPr>
              <a:defRPr/>
            </a:pPr>
            <a:r>
              <a:rPr lang="en-GB" altLang="en-US" dirty="0"/>
              <a:t>© Pearson Education Ltd 2023. Copying permitted for purchasing institution only. </a:t>
            </a:r>
          </a:p>
        </p:txBody>
      </p:sp>
    </p:spTree>
    <p:extLst>
      <p:ext uri="{BB962C8B-B14F-4D97-AF65-F5344CB8AC3E}">
        <p14:creationId xmlns:p14="http://schemas.microsoft.com/office/powerpoint/2010/main" val="78492034"/>
      </p:ext>
    </p:extLst>
  </p:cSld>
  <p:clrMapOvr>
    <a:masterClrMapping/>
  </p:clrMapOvr>
  <p:transition>
    <p:sndAc>
      <p:stSnd>
        <p:snd r:embed="rId1" name="click.wav"/>
      </p:stSnd>
    </p:sndAc>
  </p:transition>
</p:sldLayout>
</file>

<file path=ppt/slideLayouts/slideLayout5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a:lstStyle/>
          <a:p>
            <a:r>
              <a:rPr lang="en-US" dirty="0"/>
              <a:t>Click to edit Master title style</a:t>
            </a:r>
            <a:endParaRPr lang="en-GB" dirty="0"/>
          </a:p>
        </p:txBody>
      </p:sp>
      <p:sp>
        <p:nvSpPr>
          <p:cNvPr id="3" name="Content Placeholder 2"/>
          <p:cNvSpPr>
            <a:spLocks noGrp="1"/>
          </p:cNvSpPr>
          <p:nvPr>
            <p:ph idx="1"/>
          </p:nvPr>
        </p:nvSpPr>
        <p:spPr>
          <a:xfrm>
            <a:off x="468314" y="2196000"/>
            <a:ext cx="8207375" cy="3878436"/>
          </a:xfrm>
          <a:prstGeom prst="rect">
            <a:avLst/>
          </a:prstGeom>
        </p:spPr>
        <p:txBody>
          <a:bodyPr/>
          <a:lstStyle>
            <a:lvl1pPr>
              <a:buFont typeface="Wingdings" pitchFamily="2" charset="2"/>
              <a:buChar char="§"/>
              <a:defRPr>
                <a:latin typeface="Arial" panose="020B0604020202020204" pitchFamily="34" charset="0"/>
                <a:cs typeface="Arial" panose="020B0604020202020204" pitchFamily="34" charset="0"/>
              </a:defRPr>
            </a:lvl1pPr>
            <a:lvl2pPr>
              <a:buFont typeface="Wingdings" pitchFamily="2" charset="2"/>
              <a:buChar char="§"/>
              <a:defRPr>
                <a:latin typeface="Arial" panose="020B0604020202020204" pitchFamily="34" charset="0"/>
                <a:cs typeface="Arial" panose="020B0604020202020204" pitchFamily="34" charset="0"/>
              </a:defRPr>
            </a:lvl2pPr>
            <a:lvl3pPr>
              <a:buFont typeface="Wingdings" pitchFamily="2" charset="2"/>
              <a:buChar char="§"/>
              <a:defRPr>
                <a:latin typeface="Arial" panose="020B0604020202020204" pitchFamily="34" charset="0"/>
                <a:cs typeface="Arial" panose="020B0604020202020204" pitchFamily="34" charset="0"/>
              </a:defRPr>
            </a:lvl3pPr>
            <a:lvl4pPr>
              <a:buFont typeface="Wingdings" pitchFamily="2" charset="2"/>
              <a:buChar char="§"/>
              <a:defRPr>
                <a:latin typeface="Arial" panose="020B0604020202020204" pitchFamily="34" charset="0"/>
                <a:cs typeface="Arial" panose="020B0604020202020204" pitchFamily="34" charset="0"/>
              </a:defRPr>
            </a:lvl4pPr>
            <a:lvl5pPr>
              <a:buFont typeface="Wingdings" pitchFamily="2" charset="2"/>
              <a:buChar char="§"/>
              <a:defRPr>
                <a:latin typeface="Arial" panose="020B0604020202020204" pitchFamily="34" charset="0"/>
                <a:cs typeface="Arial" panose="020B0604020202020204" pitchFamily="34"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GB" dirty="0"/>
          </a:p>
        </p:txBody>
      </p:sp>
      <p:sp>
        <p:nvSpPr>
          <p:cNvPr id="4" name="Footer Placeholder 4">
            <a:extLst>
              <a:ext uri="{FF2B5EF4-FFF2-40B4-BE49-F238E27FC236}">
                <a16:creationId xmlns:a16="http://schemas.microsoft.com/office/drawing/2014/main" id="{91A7AFBE-AB6C-ABC5-09E7-9F4EA3B95410}"/>
              </a:ext>
            </a:extLst>
          </p:cNvPr>
          <p:cNvSpPr>
            <a:spLocks noGrp="1" noChangeArrowheads="1"/>
          </p:cNvSpPr>
          <p:nvPr>
            <p:ph type="ftr" sz="quarter" idx="10"/>
          </p:nvPr>
        </p:nvSpPr>
        <p:spPr/>
        <p:txBody>
          <a:bodyPr/>
          <a:lstStyle>
            <a:lvl1pPr>
              <a:defRPr/>
            </a:lvl1pPr>
          </a:lstStyle>
          <a:p>
            <a:pPr>
              <a:defRPr/>
            </a:pPr>
            <a:r>
              <a:rPr lang="en-GB" altLang="en-US" dirty="0"/>
              <a:t>© Pearson Education Ltd 2023. Copying permitted for purchasing institution only. </a:t>
            </a:r>
          </a:p>
        </p:txBody>
      </p:sp>
    </p:spTree>
    <p:extLst>
      <p:ext uri="{BB962C8B-B14F-4D97-AF65-F5344CB8AC3E}">
        <p14:creationId xmlns:p14="http://schemas.microsoft.com/office/powerpoint/2010/main" val="1281896993"/>
      </p:ext>
    </p:extLst>
  </p:cSld>
  <p:clrMapOvr>
    <a:masterClrMapping/>
  </p:clrMapOvr>
  <p:transition>
    <p:sndAc>
      <p:stSnd>
        <p:snd r:embed="rId1" name="click.wav"/>
      </p:stSnd>
    </p:sndAc>
  </p:transition>
</p:sldLayout>
</file>

<file path=ppt/slideLayouts/slideLayout54.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a:prstGeom prst="rect">
            <a:avLst/>
          </a:prstGeom>
        </p:spPr>
        <p:txBody>
          <a:bodyPr anchor="t"/>
          <a:lstStyle>
            <a:lvl1pPr algn="r">
              <a:defRPr sz="4000" b="1" cap="all"/>
            </a:lvl1pPr>
          </a:lstStyle>
          <a:p>
            <a:r>
              <a:rPr lang="en-US"/>
              <a:t>Click to edit Master title style</a:t>
            </a:r>
            <a:endParaRPr lang="en-GB"/>
          </a:p>
        </p:txBody>
      </p:sp>
      <p:sp>
        <p:nvSpPr>
          <p:cNvPr id="3" name="Text Placeholder 2"/>
          <p:cNvSpPr>
            <a:spLocks noGrp="1"/>
          </p:cNvSpPr>
          <p:nvPr>
            <p:ph type="body" idx="1"/>
          </p:nvPr>
        </p:nvSpPr>
        <p:spPr>
          <a:xfrm>
            <a:off x="722313" y="2906714"/>
            <a:ext cx="7772400" cy="1500187"/>
          </a:xfrm>
          <a:prstGeom prst="rect">
            <a:avLst/>
          </a:prstGeo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a:t>Click to edit Master text styles</a:t>
            </a:r>
          </a:p>
        </p:txBody>
      </p:sp>
      <p:sp>
        <p:nvSpPr>
          <p:cNvPr id="4" name="Footer Placeholder 4">
            <a:extLst>
              <a:ext uri="{FF2B5EF4-FFF2-40B4-BE49-F238E27FC236}">
                <a16:creationId xmlns:a16="http://schemas.microsoft.com/office/drawing/2014/main" id="{C2AEDFE9-EE41-D362-E546-E91D5FC64E76}"/>
              </a:ext>
            </a:extLst>
          </p:cNvPr>
          <p:cNvSpPr>
            <a:spLocks noGrp="1" noChangeArrowheads="1"/>
          </p:cNvSpPr>
          <p:nvPr>
            <p:ph type="ftr" sz="quarter" idx="10"/>
          </p:nvPr>
        </p:nvSpPr>
        <p:spPr/>
        <p:txBody>
          <a:bodyPr/>
          <a:lstStyle>
            <a:lvl1pPr>
              <a:defRPr/>
            </a:lvl1pPr>
          </a:lstStyle>
          <a:p>
            <a:pPr>
              <a:defRPr/>
            </a:pPr>
            <a:r>
              <a:rPr lang="en-GB" altLang="en-US" dirty="0"/>
              <a:t>© Pearson Education Ltd 2023. Copying permitted for purchasing institution only. </a:t>
            </a:r>
          </a:p>
        </p:txBody>
      </p:sp>
    </p:spTree>
    <p:extLst>
      <p:ext uri="{BB962C8B-B14F-4D97-AF65-F5344CB8AC3E}">
        <p14:creationId xmlns:p14="http://schemas.microsoft.com/office/powerpoint/2010/main" val="15913610"/>
      </p:ext>
    </p:extLst>
  </p:cSld>
  <p:clrMapOvr>
    <a:masterClrMapping/>
  </p:clrMapOvr>
  <p:transition>
    <p:sndAc>
      <p:stSnd>
        <p:snd r:embed="rId1" name="click.wav"/>
      </p:stSnd>
    </p:sndAc>
  </p:transition>
</p:sldLayout>
</file>

<file path=ppt/slideLayouts/slideLayout5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a:lstStyle/>
          <a:p>
            <a:r>
              <a:rPr lang="en-US" dirty="0"/>
              <a:t>Click to edit Master title style</a:t>
            </a:r>
            <a:endParaRPr lang="en-GB" dirty="0"/>
          </a:p>
        </p:txBody>
      </p:sp>
      <p:sp>
        <p:nvSpPr>
          <p:cNvPr id="3" name="Content Placeholder 2"/>
          <p:cNvSpPr>
            <a:spLocks noGrp="1"/>
          </p:cNvSpPr>
          <p:nvPr>
            <p:ph sz="half" idx="1"/>
          </p:nvPr>
        </p:nvSpPr>
        <p:spPr>
          <a:xfrm>
            <a:off x="468314" y="2196001"/>
            <a:ext cx="4027487" cy="4024100"/>
          </a:xfrm>
          <a:prstGeom prst="rect">
            <a:avLst/>
          </a:prstGeom>
        </p:spPr>
        <p:txBody>
          <a:bodyPr/>
          <a:lstStyle>
            <a:lvl1pPr>
              <a:buFont typeface="Wingdings" pitchFamily="2" charset="2"/>
              <a:buChar char="§"/>
              <a:defRPr sz="2400">
                <a:latin typeface="Arial" panose="020B0604020202020204" pitchFamily="34" charset="0"/>
                <a:cs typeface="Arial" panose="020B0604020202020204" pitchFamily="34" charset="0"/>
              </a:defRPr>
            </a:lvl1pPr>
            <a:lvl2pPr>
              <a:buFont typeface="Wingdings" pitchFamily="2" charset="2"/>
              <a:buChar char="§"/>
              <a:defRPr sz="2400">
                <a:latin typeface="Arial" panose="020B0604020202020204" pitchFamily="34" charset="0"/>
                <a:cs typeface="Arial" panose="020B0604020202020204" pitchFamily="34" charset="0"/>
              </a:defRPr>
            </a:lvl2pPr>
            <a:lvl3pPr>
              <a:buFont typeface="Wingdings" pitchFamily="2" charset="2"/>
              <a:buChar char="§"/>
              <a:defRPr sz="2400">
                <a:latin typeface="Arial" panose="020B0604020202020204" pitchFamily="34" charset="0"/>
                <a:cs typeface="Arial" panose="020B0604020202020204" pitchFamily="34" charset="0"/>
              </a:defRPr>
            </a:lvl3pPr>
            <a:lvl4pPr>
              <a:buFont typeface="Wingdings" pitchFamily="2" charset="2"/>
              <a:buChar char="§"/>
              <a:defRPr sz="2400">
                <a:latin typeface="Arial" panose="020B0604020202020204" pitchFamily="34" charset="0"/>
                <a:cs typeface="Arial" panose="020B0604020202020204" pitchFamily="34" charset="0"/>
              </a:defRPr>
            </a:lvl4pPr>
            <a:lvl5pPr>
              <a:buFont typeface="Wingdings" pitchFamily="2" charset="2"/>
              <a:buChar char="§"/>
              <a:defRPr sz="2400">
                <a:latin typeface="Arial" panose="020B0604020202020204" pitchFamily="34" charset="0"/>
                <a:cs typeface="Arial" panose="020B0604020202020204" pitchFamily="34" charset="0"/>
              </a:defRPr>
            </a:lvl5pPr>
            <a:lvl6pPr>
              <a:defRPr sz="1800"/>
            </a:lvl6pPr>
            <a:lvl7pPr>
              <a:defRPr sz="1800"/>
            </a:lvl7pPr>
            <a:lvl8pPr>
              <a:defRPr sz="1800"/>
            </a:lvl8pPr>
            <a:lvl9pPr>
              <a:defRPr sz="18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GB" dirty="0"/>
          </a:p>
        </p:txBody>
      </p:sp>
      <p:sp>
        <p:nvSpPr>
          <p:cNvPr id="4" name="Content Placeholder 3"/>
          <p:cNvSpPr>
            <a:spLocks noGrp="1"/>
          </p:cNvSpPr>
          <p:nvPr>
            <p:ph sz="half" idx="2"/>
          </p:nvPr>
        </p:nvSpPr>
        <p:spPr>
          <a:xfrm>
            <a:off x="4648200" y="2196001"/>
            <a:ext cx="4027488" cy="4024100"/>
          </a:xfrm>
          <a:prstGeom prst="rect">
            <a:avLst/>
          </a:prstGeom>
        </p:spPr>
        <p:txBody>
          <a:bodyPr/>
          <a:lstStyle>
            <a:lvl1pPr>
              <a:buFont typeface="Wingdings" pitchFamily="2" charset="2"/>
              <a:buChar char="§"/>
              <a:defRPr sz="2400">
                <a:latin typeface="Arial" panose="020B0604020202020204" pitchFamily="34" charset="0"/>
                <a:cs typeface="Arial" panose="020B0604020202020204" pitchFamily="34" charset="0"/>
              </a:defRPr>
            </a:lvl1pPr>
            <a:lvl2pPr>
              <a:buFont typeface="Wingdings" pitchFamily="2" charset="2"/>
              <a:buChar char="§"/>
              <a:defRPr sz="2400">
                <a:latin typeface="Arial" panose="020B0604020202020204" pitchFamily="34" charset="0"/>
                <a:cs typeface="Arial" panose="020B0604020202020204" pitchFamily="34" charset="0"/>
              </a:defRPr>
            </a:lvl2pPr>
            <a:lvl3pPr>
              <a:buFont typeface="Wingdings" pitchFamily="2" charset="2"/>
              <a:buChar char="§"/>
              <a:defRPr sz="2400">
                <a:latin typeface="Arial" panose="020B0604020202020204" pitchFamily="34" charset="0"/>
                <a:cs typeface="Arial" panose="020B0604020202020204" pitchFamily="34" charset="0"/>
              </a:defRPr>
            </a:lvl3pPr>
            <a:lvl4pPr>
              <a:buFont typeface="Wingdings" pitchFamily="2" charset="2"/>
              <a:buChar char="§"/>
              <a:defRPr sz="2400">
                <a:latin typeface="Arial" panose="020B0604020202020204" pitchFamily="34" charset="0"/>
                <a:cs typeface="Arial" panose="020B0604020202020204" pitchFamily="34" charset="0"/>
              </a:defRPr>
            </a:lvl4pPr>
            <a:lvl5pPr>
              <a:buFont typeface="Wingdings" pitchFamily="2" charset="2"/>
              <a:buChar char="§"/>
              <a:defRPr sz="2400">
                <a:latin typeface="Arial" panose="020B0604020202020204" pitchFamily="34" charset="0"/>
                <a:cs typeface="Arial" panose="020B0604020202020204" pitchFamily="34" charset="0"/>
              </a:defRPr>
            </a:lvl5pPr>
            <a:lvl6pPr>
              <a:defRPr sz="1800"/>
            </a:lvl6pPr>
            <a:lvl7pPr>
              <a:defRPr sz="1800"/>
            </a:lvl7pPr>
            <a:lvl8pPr>
              <a:defRPr sz="1800"/>
            </a:lvl8pPr>
            <a:lvl9pPr>
              <a:defRPr sz="18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GB" dirty="0"/>
          </a:p>
        </p:txBody>
      </p:sp>
      <p:sp>
        <p:nvSpPr>
          <p:cNvPr id="5" name="Footer Placeholder 4">
            <a:extLst>
              <a:ext uri="{FF2B5EF4-FFF2-40B4-BE49-F238E27FC236}">
                <a16:creationId xmlns:a16="http://schemas.microsoft.com/office/drawing/2014/main" id="{4CAF7984-8BB0-8F53-E778-52A2BBF7CCE6}"/>
              </a:ext>
            </a:extLst>
          </p:cNvPr>
          <p:cNvSpPr>
            <a:spLocks noGrp="1" noChangeArrowheads="1"/>
          </p:cNvSpPr>
          <p:nvPr>
            <p:ph type="ftr" sz="quarter" idx="10"/>
          </p:nvPr>
        </p:nvSpPr>
        <p:spPr/>
        <p:txBody>
          <a:bodyPr/>
          <a:lstStyle>
            <a:lvl1pPr>
              <a:defRPr/>
            </a:lvl1pPr>
          </a:lstStyle>
          <a:p>
            <a:pPr>
              <a:defRPr/>
            </a:pPr>
            <a:r>
              <a:rPr lang="en-GB" altLang="en-US" dirty="0"/>
              <a:t>© Pearson Education Ltd 2023. Copying permitted for purchasing institution only. </a:t>
            </a:r>
          </a:p>
        </p:txBody>
      </p:sp>
    </p:spTree>
    <p:extLst>
      <p:ext uri="{BB962C8B-B14F-4D97-AF65-F5344CB8AC3E}">
        <p14:creationId xmlns:p14="http://schemas.microsoft.com/office/powerpoint/2010/main" val="1773682717"/>
      </p:ext>
    </p:extLst>
  </p:cSld>
  <p:clrMapOvr>
    <a:masterClrMapping/>
  </p:clrMapOvr>
  <p:transition>
    <p:sndAc>
      <p:stSnd>
        <p:snd r:embed="rId1" name="click.wav"/>
      </p:stSnd>
    </p:sndAc>
  </p:transition>
</p:sldLayout>
</file>

<file path=ppt/slideLayouts/slideLayout56.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pic>
        <p:nvPicPr>
          <p:cNvPr id="7" name="Picture 5" descr="Always Learning">
            <a:extLst>
              <a:ext uri="{FF2B5EF4-FFF2-40B4-BE49-F238E27FC236}">
                <a16:creationId xmlns:a16="http://schemas.microsoft.com/office/drawing/2014/main" id="{69FE8684-BE61-3A81-0CF1-F705B2D28649}"/>
              </a:ext>
            </a:extLst>
          </p:cNvPr>
          <p:cNvPicPr>
            <a:picLocks noChangeAspect="1" noChangeArrowheads="1"/>
          </p:cNvPicPr>
          <p:nvPr userDrawn="1"/>
        </p:nvPicPr>
        <p:blipFill>
          <a:blip r:embed="rId3" cstate="screen">
            <a:extLst>
              <a:ext uri="{28A0092B-C50C-407E-A947-70E740481C1C}">
                <a14:useLocalDpi xmlns:a14="http://schemas.microsoft.com/office/drawing/2010/main"/>
              </a:ext>
            </a:extLst>
          </a:blip>
          <a:srcRect/>
          <a:stretch>
            <a:fillRect/>
          </a:stretch>
        </p:blipFill>
        <p:spPr bwMode="auto">
          <a:xfrm>
            <a:off x="0" y="6356350"/>
            <a:ext cx="1762125" cy="493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Title 1"/>
          <p:cNvSpPr>
            <a:spLocks noGrp="1"/>
          </p:cNvSpPr>
          <p:nvPr>
            <p:ph type="title"/>
          </p:nvPr>
        </p:nvSpPr>
        <p:spPr>
          <a:xfrm>
            <a:off x="457200" y="1195200"/>
            <a:ext cx="8229600" cy="864000"/>
          </a:xfrm>
          <a:prstGeom prst="rect">
            <a:avLst/>
          </a:prstGeom>
        </p:spPr>
        <p:txBody>
          <a:bodyPr/>
          <a:lstStyle>
            <a:lvl1pPr>
              <a:defRPr/>
            </a:lvl1pPr>
          </a:lstStyle>
          <a:p>
            <a:r>
              <a:rPr lang="en-US"/>
              <a:t>Click to edit Master title style</a:t>
            </a:r>
            <a:endParaRPr lang="en-GB"/>
          </a:p>
        </p:txBody>
      </p:sp>
      <p:sp>
        <p:nvSpPr>
          <p:cNvPr id="3" name="Text Placeholder 2"/>
          <p:cNvSpPr>
            <a:spLocks noGrp="1"/>
          </p:cNvSpPr>
          <p:nvPr>
            <p:ph type="body" idx="1"/>
          </p:nvPr>
        </p:nvSpPr>
        <p:spPr>
          <a:xfrm>
            <a:off x="457201" y="2196000"/>
            <a:ext cx="4040188" cy="63976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4" name="Content Placeholder 3"/>
          <p:cNvSpPr>
            <a:spLocks noGrp="1"/>
          </p:cNvSpPr>
          <p:nvPr>
            <p:ph sz="half" idx="2"/>
          </p:nvPr>
        </p:nvSpPr>
        <p:spPr>
          <a:xfrm>
            <a:off x="457201" y="2932602"/>
            <a:ext cx="4040188" cy="3193562"/>
          </a:xfrm>
          <a:prstGeom prst="rect">
            <a:avLst/>
          </a:prstGeom>
        </p:spPr>
        <p:txBody>
          <a:bodyPr/>
          <a:lstStyle>
            <a:lvl1pPr>
              <a:buFont typeface="Wingdings" pitchFamily="2" charset="2"/>
              <a:buChar char="§"/>
              <a:defRPr sz="2400">
                <a:latin typeface="Arial" panose="020B0604020202020204" pitchFamily="34" charset="0"/>
                <a:cs typeface="Arial" panose="020B0604020202020204" pitchFamily="34" charset="0"/>
              </a:defRPr>
            </a:lvl1pPr>
            <a:lvl2pPr>
              <a:buFont typeface="Wingdings" pitchFamily="2" charset="2"/>
              <a:buChar char="§"/>
              <a:defRPr sz="2400">
                <a:latin typeface="Arial" panose="020B0604020202020204" pitchFamily="34" charset="0"/>
                <a:cs typeface="Arial" panose="020B0604020202020204" pitchFamily="34" charset="0"/>
              </a:defRPr>
            </a:lvl2pPr>
            <a:lvl3pPr>
              <a:buFont typeface="Wingdings" pitchFamily="2" charset="2"/>
              <a:buChar char="§"/>
              <a:defRPr sz="2400">
                <a:latin typeface="Arial" panose="020B0604020202020204" pitchFamily="34" charset="0"/>
                <a:cs typeface="Arial" panose="020B0604020202020204" pitchFamily="34" charset="0"/>
              </a:defRPr>
            </a:lvl3pPr>
            <a:lvl4pPr>
              <a:buFont typeface="Wingdings" pitchFamily="2" charset="2"/>
              <a:buChar char="§"/>
              <a:defRPr sz="2400">
                <a:latin typeface="Arial" panose="020B0604020202020204" pitchFamily="34" charset="0"/>
                <a:cs typeface="Arial" panose="020B0604020202020204" pitchFamily="34" charset="0"/>
              </a:defRPr>
            </a:lvl4pPr>
            <a:lvl5pPr>
              <a:buFont typeface="Wingdings" pitchFamily="2" charset="2"/>
              <a:buChar char="§"/>
              <a:defRPr sz="2400">
                <a:latin typeface="Arial" panose="020B0604020202020204" pitchFamily="34" charset="0"/>
                <a:cs typeface="Arial" panose="020B0604020202020204" pitchFamily="34" charset="0"/>
              </a:defRPr>
            </a:lvl5pPr>
            <a:lvl6pPr>
              <a:defRPr sz="1600"/>
            </a:lvl6pPr>
            <a:lvl7pPr>
              <a:defRPr sz="1600"/>
            </a:lvl7pPr>
            <a:lvl8pPr>
              <a:defRPr sz="1600"/>
            </a:lvl8pPr>
            <a:lvl9pPr>
              <a:defRPr sz="16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GB" dirty="0"/>
          </a:p>
        </p:txBody>
      </p:sp>
      <p:sp>
        <p:nvSpPr>
          <p:cNvPr id="5" name="Text Placeholder 4"/>
          <p:cNvSpPr>
            <a:spLocks noGrp="1"/>
          </p:cNvSpPr>
          <p:nvPr>
            <p:ph type="body" sz="quarter" idx="3"/>
          </p:nvPr>
        </p:nvSpPr>
        <p:spPr>
          <a:xfrm>
            <a:off x="4645026" y="2196000"/>
            <a:ext cx="4041775" cy="63976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6" name="Content Placeholder 5"/>
          <p:cNvSpPr>
            <a:spLocks noGrp="1"/>
          </p:cNvSpPr>
          <p:nvPr>
            <p:ph sz="quarter" idx="4"/>
          </p:nvPr>
        </p:nvSpPr>
        <p:spPr>
          <a:xfrm>
            <a:off x="4645026" y="2932602"/>
            <a:ext cx="4041775" cy="3193562"/>
          </a:xfrm>
          <a:prstGeom prst="rect">
            <a:avLst/>
          </a:prstGeom>
        </p:spPr>
        <p:txBody>
          <a:bodyPr/>
          <a:lstStyle>
            <a:lvl1pPr>
              <a:buFont typeface="Wingdings" pitchFamily="2" charset="2"/>
              <a:buChar char="§"/>
              <a:defRPr sz="2400">
                <a:latin typeface="Arial" panose="020B0604020202020204" pitchFamily="34" charset="0"/>
                <a:cs typeface="Arial" panose="020B0604020202020204" pitchFamily="34" charset="0"/>
              </a:defRPr>
            </a:lvl1pPr>
            <a:lvl2pPr>
              <a:buFont typeface="Wingdings" pitchFamily="2" charset="2"/>
              <a:buChar char="§"/>
              <a:defRPr sz="2400">
                <a:latin typeface="Arial" panose="020B0604020202020204" pitchFamily="34" charset="0"/>
                <a:cs typeface="Arial" panose="020B0604020202020204" pitchFamily="34" charset="0"/>
              </a:defRPr>
            </a:lvl2pPr>
            <a:lvl3pPr>
              <a:buFont typeface="Wingdings" pitchFamily="2" charset="2"/>
              <a:buChar char="§"/>
              <a:defRPr sz="2400">
                <a:latin typeface="Arial" panose="020B0604020202020204" pitchFamily="34" charset="0"/>
                <a:cs typeface="Arial" panose="020B0604020202020204" pitchFamily="34" charset="0"/>
              </a:defRPr>
            </a:lvl3pPr>
            <a:lvl4pPr>
              <a:buFont typeface="Wingdings" pitchFamily="2" charset="2"/>
              <a:buChar char="§"/>
              <a:defRPr sz="2400">
                <a:latin typeface="Arial" panose="020B0604020202020204" pitchFamily="34" charset="0"/>
                <a:cs typeface="Arial" panose="020B0604020202020204" pitchFamily="34" charset="0"/>
              </a:defRPr>
            </a:lvl4pPr>
            <a:lvl5pPr>
              <a:buFont typeface="Wingdings" pitchFamily="2" charset="2"/>
              <a:buChar char="§"/>
              <a:defRPr sz="2400">
                <a:latin typeface="Arial" panose="020B0604020202020204" pitchFamily="34" charset="0"/>
                <a:cs typeface="Arial" panose="020B0604020202020204" pitchFamily="34" charset="0"/>
              </a:defRPr>
            </a:lvl5pPr>
            <a:lvl6pPr>
              <a:defRPr sz="1600"/>
            </a:lvl6pPr>
            <a:lvl7pPr>
              <a:defRPr sz="1600"/>
            </a:lvl7pPr>
            <a:lvl8pPr>
              <a:defRPr sz="1600"/>
            </a:lvl8pPr>
            <a:lvl9pPr>
              <a:defRPr sz="16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GB" dirty="0"/>
          </a:p>
        </p:txBody>
      </p:sp>
      <p:sp>
        <p:nvSpPr>
          <p:cNvPr id="8" name="Footer Placeholder 4">
            <a:extLst>
              <a:ext uri="{FF2B5EF4-FFF2-40B4-BE49-F238E27FC236}">
                <a16:creationId xmlns:a16="http://schemas.microsoft.com/office/drawing/2014/main" id="{E3831A3E-361F-60E1-197E-146246D76DC5}"/>
              </a:ext>
            </a:extLst>
          </p:cNvPr>
          <p:cNvSpPr>
            <a:spLocks noGrp="1" noChangeArrowheads="1"/>
          </p:cNvSpPr>
          <p:nvPr>
            <p:ph type="ftr" sz="quarter" idx="10"/>
          </p:nvPr>
        </p:nvSpPr>
        <p:spPr/>
        <p:txBody>
          <a:bodyPr/>
          <a:lstStyle>
            <a:lvl1pPr>
              <a:spcBef>
                <a:spcPct val="0"/>
              </a:spcBef>
              <a:buFontTx/>
              <a:buNone/>
              <a:defRPr sz="1800">
                <a:solidFill>
                  <a:schemeClr val="tx1"/>
                </a:solidFill>
                <a:latin typeface="Arial" panose="020B0604020202020204" pitchFamily="34" charset="0"/>
                <a:cs typeface="Arial" panose="020B0604020202020204" pitchFamily="34" charset="0"/>
              </a:defRPr>
            </a:lvl1pPr>
            <a:lvl2pPr marL="742950" indent="-285750">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2pPr>
            <a:lvl3pPr marL="1143000" indent="-228600">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3pPr>
            <a:lvl4pPr marL="1600200" indent="-228600">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4pPr>
            <a:lvl5pPr marL="2057400" indent="-228600">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5pPr>
            <a:lvl6pPr marL="2514600" indent="-228600"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6pPr>
            <a:lvl7pPr marL="2971800" indent="-228600"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7pPr>
            <a:lvl8pPr marL="3429000" indent="-228600"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8pPr>
            <a:lvl9pPr marL="3886200" indent="-228600"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9pPr>
          </a:lstStyle>
          <a:p>
            <a:pPr>
              <a:defRPr/>
            </a:pPr>
            <a:r>
              <a:rPr lang="en-GB" altLang="en-US" dirty="0"/>
              <a:t>© Pearson Education Ltd 2023. Copying permitted for purchasing institution only. </a:t>
            </a:r>
          </a:p>
        </p:txBody>
      </p:sp>
    </p:spTree>
    <p:extLst>
      <p:ext uri="{BB962C8B-B14F-4D97-AF65-F5344CB8AC3E}">
        <p14:creationId xmlns:p14="http://schemas.microsoft.com/office/powerpoint/2010/main" val="3426679024"/>
      </p:ext>
    </p:extLst>
  </p:cSld>
  <p:clrMapOvr>
    <a:masterClrMapping/>
  </p:clrMapOvr>
  <p:transition>
    <p:sndAc>
      <p:stSnd>
        <p:snd r:embed="rId1" name="click.wav"/>
      </p:stSnd>
    </p:sndAc>
  </p:transition>
</p:sldLayout>
</file>

<file path=ppt/slideLayouts/slideLayout5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a:lstStyle/>
          <a:p>
            <a:r>
              <a:rPr lang="en-US" dirty="0"/>
              <a:t>Click to edit Master title style</a:t>
            </a:r>
            <a:endParaRPr lang="en-GB" dirty="0"/>
          </a:p>
        </p:txBody>
      </p:sp>
      <p:sp>
        <p:nvSpPr>
          <p:cNvPr id="3" name="Footer Placeholder 4">
            <a:extLst>
              <a:ext uri="{FF2B5EF4-FFF2-40B4-BE49-F238E27FC236}">
                <a16:creationId xmlns:a16="http://schemas.microsoft.com/office/drawing/2014/main" id="{1C6F868A-32BB-A111-C404-483CD1832E05}"/>
              </a:ext>
            </a:extLst>
          </p:cNvPr>
          <p:cNvSpPr>
            <a:spLocks noGrp="1" noChangeArrowheads="1"/>
          </p:cNvSpPr>
          <p:nvPr>
            <p:ph type="ftr" sz="quarter" idx="10"/>
          </p:nvPr>
        </p:nvSpPr>
        <p:spPr/>
        <p:txBody>
          <a:bodyPr/>
          <a:lstStyle>
            <a:lvl1pPr>
              <a:defRPr/>
            </a:lvl1pPr>
          </a:lstStyle>
          <a:p>
            <a:pPr>
              <a:defRPr/>
            </a:pPr>
            <a:r>
              <a:rPr lang="en-GB" altLang="en-US" dirty="0"/>
              <a:t>© Pearson Education Ltd 2023. Copying permitted for purchasing institution only. </a:t>
            </a:r>
          </a:p>
        </p:txBody>
      </p:sp>
    </p:spTree>
    <p:extLst>
      <p:ext uri="{BB962C8B-B14F-4D97-AF65-F5344CB8AC3E}">
        <p14:creationId xmlns:p14="http://schemas.microsoft.com/office/powerpoint/2010/main" val="2104154800"/>
      </p:ext>
    </p:extLst>
  </p:cSld>
  <p:clrMapOvr>
    <a:masterClrMapping/>
  </p:clrMapOvr>
  <p:transition>
    <p:sndAc>
      <p:stSnd>
        <p:snd r:embed="rId1" name="click.wav"/>
      </p:stSnd>
    </p:sndAc>
  </p:transition>
</p:sldLayout>
</file>

<file path=ppt/slideLayouts/slideLayout5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Footer Placeholder 4">
            <a:extLst>
              <a:ext uri="{FF2B5EF4-FFF2-40B4-BE49-F238E27FC236}">
                <a16:creationId xmlns:a16="http://schemas.microsoft.com/office/drawing/2014/main" id="{EC02FC38-AE3B-EFB4-D55D-0A5C97BB6371}"/>
              </a:ext>
            </a:extLst>
          </p:cNvPr>
          <p:cNvSpPr>
            <a:spLocks noGrp="1" noChangeArrowheads="1"/>
          </p:cNvSpPr>
          <p:nvPr>
            <p:ph type="ftr" sz="quarter" idx="10"/>
          </p:nvPr>
        </p:nvSpPr>
        <p:spPr/>
        <p:txBody>
          <a:bodyPr/>
          <a:lstStyle>
            <a:lvl1pPr>
              <a:defRPr/>
            </a:lvl1pPr>
          </a:lstStyle>
          <a:p>
            <a:pPr>
              <a:defRPr/>
            </a:pPr>
            <a:r>
              <a:rPr lang="en-GB" altLang="en-US" dirty="0"/>
              <a:t>© Pearson Education Ltd 2023. Copying permitted for purchasing institution only. </a:t>
            </a:r>
          </a:p>
        </p:txBody>
      </p:sp>
    </p:spTree>
    <p:extLst>
      <p:ext uri="{BB962C8B-B14F-4D97-AF65-F5344CB8AC3E}">
        <p14:creationId xmlns:p14="http://schemas.microsoft.com/office/powerpoint/2010/main" val="869375378"/>
      </p:ext>
    </p:extLst>
  </p:cSld>
  <p:clrMapOvr>
    <a:masterClrMapping/>
  </p:clrMapOvr>
  <p:transition>
    <p:sndAc>
      <p:stSnd>
        <p:snd r:embed="rId1" name="click.wav"/>
      </p:stSnd>
    </p:sndAc>
  </p:transition>
</p:sldLayout>
</file>

<file path=ppt/slideLayouts/slideLayout59.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1" y="1195200"/>
            <a:ext cx="3008313" cy="865648"/>
          </a:xfrm>
          <a:prstGeom prst="rect">
            <a:avLst/>
          </a:prstGeom>
        </p:spPr>
        <p:txBody>
          <a:bodyPr anchor="b"/>
          <a:lstStyle>
            <a:lvl1pPr algn="r">
              <a:defRPr sz="2000" b="1"/>
            </a:lvl1pPr>
          </a:lstStyle>
          <a:p>
            <a:r>
              <a:rPr lang="en-US" dirty="0"/>
              <a:t>Click to edit Master title style</a:t>
            </a:r>
            <a:endParaRPr lang="en-GB" dirty="0"/>
          </a:p>
        </p:txBody>
      </p:sp>
      <p:sp>
        <p:nvSpPr>
          <p:cNvPr id="4" name="Text Placeholder 3"/>
          <p:cNvSpPr>
            <a:spLocks noGrp="1"/>
          </p:cNvSpPr>
          <p:nvPr>
            <p:ph type="body" sz="half" idx="2"/>
          </p:nvPr>
        </p:nvSpPr>
        <p:spPr>
          <a:xfrm>
            <a:off x="457201" y="2132857"/>
            <a:ext cx="3008313" cy="3993307"/>
          </a:xfrm>
          <a:prstGeom prst="rect">
            <a:avLst/>
          </a:prstGeo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3" name="Content Placeholder 2"/>
          <p:cNvSpPr>
            <a:spLocks noGrp="1"/>
          </p:cNvSpPr>
          <p:nvPr>
            <p:ph idx="1"/>
          </p:nvPr>
        </p:nvSpPr>
        <p:spPr>
          <a:xfrm>
            <a:off x="3575050" y="1195201"/>
            <a:ext cx="5111751" cy="4785395"/>
          </a:xfrm>
          <a:prstGeom prst="rect">
            <a:avLst/>
          </a:prstGeom>
        </p:spPr>
        <p:txBody>
          <a:bodyPr/>
          <a:lstStyle>
            <a:lvl1pPr>
              <a:buFont typeface="Wingdings" pitchFamily="2" charset="2"/>
              <a:buChar char="§"/>
              <a:defRPr sz="2400">
                <a:latin typeface="Arial" panose="020B0604020202020204" pitchFamily="34" charset="0"/>
                <a:cs typeface="Arial" panose="020B0604020202020204" pitchFamily="34" charset="0"/>
              </a:defRPr>
            </a:lvl1pPr>
            <a:lvl2pPr>
              <a:buFont typeface="Wingdings" pitchFamily="2" charset="2"/>
              <a:buChar char="§"/>
              <a:defRPr sz="2400">
                <a:latin typeface="Arial" panose="020B0604020202020204" pitchFamily="34" charset="0"/>
                <a:cs typeface="Arial" panose="020B0604020202020204" pitchFamily="34" charset="0"/>
              </a:defRPr>
            </a:lvl2pPr>
            <a:lvl3pPr>
              <a:buFont typeface="Wingdings" pitchFamily="2" charset="2"/>
              <a:buChar char="§"/>
              <a:defRPr sz="2400">
                <a:latin typeface="Arial" panose="020B0604020202020204" pitchFamily="34" charset="0"/>
                <a:cs typeface="Arial" panose="020B0604020202020204" pitchFamily="34" charset="0"/>
              </a:defRPr>
            </a:lvl3pPr>
            <a:lvl4pPr>
              <a:buFont typeface="Wingdings" pitchFamily="2" charset="2"/>
              <a:buChar char="§"/>
              <a:defRPr sz="2400">
                <a:latin typeface="Arial" panose="020B0604020202020204" pitchFamily="34" charset="0"/>
                <a:cs typeface="Arial" panose="020B0604020202020204" pitchFamily="34" charset="0"/>
              </a:defRPr>
            </a:lvl4pPr>
            <a:lvl5pPr>
              <a:buFont typeface="Wingdings" pitchFamily="2" charset="2"/>
              <a:buChar char="§"/>
              <a:defRPr sz="2400">
                <a:latin typeface="Arial" panose="020B0604020202020204" pitchFamily="34" charset="0"/>
                <a:cs typeface="Arial" panose="020B0604020202020204" pitchFamily="34" charset="0"/>
              </a:defRPr>
            </a:lvl5pPr>
            <a:lvl6pPr>
              <a:defRPr sz="2000"/>
            </a:lvl6pPr>
            <a:lvl7pPr>
              <a:defRPr sz="2000"/>
            </a:lvl7pPr>
            <a:lvl8pPr>
              <a:defRPr sz="2000"/>
            </a:lvl8pPr>
            <a:lvl9pPr>
              <a:defRPr sz="20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GB" dirty="0"/>
          </a:p>
        </p:txBody>
      </p:sp>
      <p:sp>
        <p:nvSpPr>
          <p:cNvPr id="5" name="Footer Placeholder 4">
            <a:extLst>
              <a:ext uri="{FF2B5EF4-FFF2-40B4-BE49-F238E27FC236}">
                <a16:creationId xmlns:a16="http://schemas.microsoft.com/office/drawing/2014/main" id="{4C26848C-3864-D4D5-F394-E8115F32BACC}"/>
              </a:ext>
            </a:extLst>
          </p:cNvPr>
          <p:cNvSpPr>
            <a:spLocks noGrp="1" noChangeArrowheads="1"/>
          </p:cNvSpPr>
          <p:nvPr>
            <p:ph type="ftr" sz="quarter" idx="10"/>
          </p:nvPr>
        </p:nvSpPr>
        <p:spPr/>
        <p:txBody>
          <a:bodyPr/>
          <a:lstStyle>
            <a:lvl1pPr>
              <a:defRPr/>
            </a:lvl1pPr>
          </a:lstStyle>
          <a:p>
            <a:pPr>
              <a:defRPr/>
            </a:pPr>
            <a:r>
              <a:rPr lang="en-GB" altLang="en-US" dirty="0"/>
              <a:t>© Pearson Education Ltd 2023. Copying permitted for purchasing institution only. </a:t>
            </a:r>
          </a:p>
        </p:txBody>
      </p:sp>
    </p:spTree>
    <p:extLst>
      <p:ext uri="{BB962C8B-B14F-4D97-AF65-F5344CB8AC3E}">
        <p14:creationId xmlns:p14="http://schemas.microsoft.com/office/powerpoint/2010/main" val="2524329815"/>
      </p:ext>
    </p:extLst>
  </p:cSld>
  <p:clrMapOvr>
    <a:masterClrMapping/>
  </p:clrMapOvr>
  <p:transition>
    <p:sndAc>
      <p:stSnd>
        <p:snd r:embed="rId1" name="click.wav"/>
      </p:stSnd>
    </p:sndAc>
  </p:transition>
</p:sldLayout>
</file>

<file path=ppt/slideLayouts/slideLayout60.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3" name="Picture Placeholder 2"/>
          <p:cNvSpPr>
            <a:spLocks noGrp="1"/>
          </p:cNvSpPr>
          <p:nvPr>
            <p:ph type="pic" idx="1"/>
          </p:nvPr>
        </p:nvSpPr>
        <p:spPr>
          <a:xfrm>
            <a:off x="1792288" y="1196752"/>
            <a:ext cx="5486400" cy="3530823"/>
          </a:xfrm>
          <a:prstGeom prst="rect">
            <a:avLst/>
          </a:prstGeom>
        </p:spPr>
        <p:txBody>
          <a:bodyPr rtlCol="0">
            <a:normAutofit/>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GB" noProof="0" dirty="0"/>
          </a:p>
        </p:txBody>
      </p:sp>
      <p:sp>
        <p:nvSpPr>
          <p:cNvPr id="2" name="Title 1"/>
          <p:cNvSpPr>
            <a:spLocks noGrp="1"/>
          </p:cNvSpPr>
          <p:nvPr>
            <p:ph type="title"/>
          </p:nvPr>
        </p:nvSpPr>
        <p:spPr>
          <a:xfrm>
            <a:off x="1792288" y="4800601"/>
            <a:ext cx="5486400" cy="566738"/>
          </a:xfrm>
          <a:prstGeom prst="rect">
            <a:avLst/>
          </a:prstGeom>
        </p:spPr>
        <p:txBody>
          <a:bodyPr anchor="b"/>
          <a:lstStyle>
            <a:lvl1pPr algn="r">
              <a:defRPr sz="2000" b="1"/>
            </a:lvl1pPr>
          </a:lstStyle>
          <a:p>
            <a:r>
              <a:rPr lang="en-US" dirty="0"/>
              <a:t>Click to edit Master title style</a:t>
            </a:r>
            <a:endParaRPr lang="en-GB" dirty="0"/>
          </a:p>
        </p:txBody>
      </p:sp>
      <p:sp>
        <p:nvSpPr>
          <p:cNvPr id="4" name="Text Placeholder 3"/>
          <p:cNvSpPr>
            <a:spLocks noGrp="1"/>
          </p:cNvSpPr>
          <p:nvPr>
            <p:ph type="body" sz="half" idx="2"/>
          </p:nvPr>
        </p:nvSpPr>
        <p:spPr>
          <a:xfrm>
            <a:off x="1792288" y="5440363"/>
            <a:ext cx="5486400" cy="731837"/>
          </a:xfrm>
          <a:prstGeom prst="rect">
            <a:avLst/>
          </a:prstGeo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dirty="0"/>
              <a:t>Click to edit Master text styles</a:t>
            </a:r>
          </a:p>
        </p:txBody>
      </p:sp>
      <p:sp>
        <p:nvSpPr>
          <p:cNvPr id="5" name="Footer Placeholder 4">
            <a:extLst>
              <a:ext uri="{FF2B5EF4-FFF2-40B4-BE49-F238E27FC236}">
                <a16:creationId xmlns:a16="http://schemas.microsoft.com/office/drawing/2014/main" id="{3632E2FE-4AF5-990F-FA9F-82F73DAD8F6E}"/>
              </a:ext>
            </a:extLst>
          </p:cNvPr>
          <p:cNvSpPr>
            <a:spLocks noGrp="1" noChangeArrowheads="1"/>
          </p:cNvSpPr>
          <p:nvPr>
            <p:ph type="ftr" sz="quarter" idx="10"/>
          </p:nvPr>
        </p:nvSpPr>
        <p:spPr/>
        <p:txBody>
          <a:bodyPr/>
          <a:lstStyle>
            <a:lvl1pPr>
              <a:defRPr/>
            </a:lvl1pPr>
          </a:lstStyle>
          <a:p>
            <a:pPr>
              <a:defRPr/>
            </a:pPr>
            <a:r>
              <a:rPr lang="en-GB" altLang="en-US" dirty="0"/>
              <a:t>© Pearson Education Ltd 2023. Copying permitted for purchasing institution only. </a:t>
            </a:r>
          </a:p>
        </p:txBody>
      </p:sp>
    </p:spTree>
    <p:extLst>
      <p:ext uri="{BB962C8B-B14F-4D97-AF65-F5344CB8AC3E}">
        <p14:creationId xmlns:p14="http://schemas.microsoft.com/office/powerpoint/2010/main" val="2597252715"/>
      </p:ext>
    </p:extLst>
  </p:cSld>
  <p:clrMapOvr>
    <a:masterClrMapping/>
  </p:clrMapOvr>
  <p:transition>
    <p:sndAc>
      <p:stSnd>
        <p:snd r:embed="rId1" name="click.wav"/>
      </p:stSnd>
    </p:sndAc>
  </p:transition>
</p:sldLayout>
</file>

<file path=ppt/slideLayouts/slideLayout61.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a:lstStyle/>
          <a:p>
            <a:r>
              <a:rPr lang="en-US" dirty="0"/>
              <a:t>Click to edit Master title style</a:t>
            </a:r>
            <a:endParaRPr lang="en-GB" dirty="0"/>
          </a:p>
        </p:txBody>
      </p:sp>
      <p:sp>
        <p:nvSpPr>
          <p:cNvPr id="3" name="Vertical Text Placeholder 2"/>
          <p:cNvSpPr>
            <a:spLocks noGrp="1"/>
          </p:cNvSpPr>
          <p:nvPr>
            <p:ph type="body" orient="vert" idx="1"/>
          </p:nvPr>
        </p:nvSpPr>
        <p:spPr>
          <a:xfrm>
            <a:off x="468314" y="2196001"/>
            <a:ext cx="8207375" cy="3950444"/>
          </a:xfrm>
          <a:prstGeom prst="rect">
            <a:avLst/>
          </a:prstGeom>
        </p:spPr>
        <p:txBody>
          <a:bodyPr vert="eaVert"/>
          <a:lstStyle>
            <a:lvl1pPr>
              <a:buFont typeface="Wingdings" pitchFamily="2" charset="2"/>
              <a:buChar char="§"/>
              <a:defRPr>
                <a:latin typeface="Arial" panose="020B0604020202020204" pitchFamily="34" charset="0"/>
                <a:cs typeface="Arial" panose="020B0604020202020204" pitchFamily="34" charset="0"/>
              </a:defRPr>
            </a:lvl1pPr>
            <a:lvl2pPr>
              <a:buFont typeface="Wingdings" pitchFamily="2" charset="2"/>
              <a:buChar char="§"/>
              <a:defRPr>
                <a:latin typeface="Arial" panose="020B0604020202020204" pitchFamily="34" charset="0"/>
                <a:cs typeface="Arial" panose="020B0604020202020204" pitchFamily="34" charset="0"/>
              </a:defRPr>
            </a:lvl2pPr>
            <a:lvl3pPr>
              <a:buFont typeface="Wingdings" pitchFamily="2" charset="2"/>
              <a:buChar char="§"/>
              <a:defRPr>
                <a:latin typeface="Arial" panose="020B0604020202020204" pitchFamily="34" charset="0"/>
                <a:cs typeface="Arial" panose="020B0604020202020204" pitchFamily="34" charset="0"/>
              </a:defRPr>
            </a:lvl3pPr>
            <a:lvl4pPr>
              <a:buFont typeface="Wingdings" pitchFamily="2" charset="2"/>
              <a:buChar char="§"/>
              <a:defRPr>
                <a:latin typeface="Arial" panose="020B0604020202020204" pitchFamily="34" charset="0"/>
                <a:cs typeface="Arial" panose="020B0604020202020204" pitchFamily="34" charset="0"/>
              </a:defRPr>
            </a:lvl4pPr>
            <a:lvl5pPr>
              <a:buFont typeface="Wingdings" pitchFamily="2" charset="2"/>
              <a:buChar char="§"/>
              <a:defRPr>
                <a:latin typeface="Arial" panose="020B0604020202020204" pitchFamily="34" charset="0"/>
                <a:cs typeface="Arial" panose="020B0604020202020204" pitchFamily="34"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GB" dirty="0"/>
          </a:p>
        </p:txBody>
      </p:sp>
      <p:sp>
        <p:nvSpPr>
          <p:cNvPr id="4" name="Footer Placeholder 4">
            <a:extLst>
              <a:ext uri="{FF2B5EF4-FFF2-40B4-BE49-F238E27FC236}">
                <a16:creationId xmlns:a16="http://schemas.microsoft.com/office/drawing/2014/main" id="{9DF127B6-FB7B-DA34-ED52-7487CA115375}"/>
              </a:ext>
            </a:extLst>
          </p:cNvPr>
          <p:cNvSpPr>
            <a:spLocks noGrp="1" noChangeArrowheads="1"/>
          </p:cNvSpPr>
          <p:nvPr>
            <p:ph type="ftr" sz="quarter" idx="10"/>
          </p:nvPr>
        </p:nvSpPr>
        <p:spPr/>
        <p:txBody>
          <a:bodyPr/>
          <a:lstStyle>
            <a:lvl1pPr>
              <a:defRPr/>
            </a:lvl1pPr>
          </a:lstStyle>
          <a:p>
            <a:pPr>
              <a:defRPr/>
            </a:pPr>
            <a:r>
              <a:rPr lang="en-GB" altLang="en-US" dirty="0"/>
              <a:t>© Pearson Education Ltd 2023. Copying permitted for purchasing institution only. </a:t>
            </a:r>
          </a:p>
        </p:txBody>
      </p:sp>
    </p:spTree>
    <p:extLst>
      <p:ext uri="{BB962C8B-B14F-4D97-AF65-F5344CB8AC3E}">
        <p14:creationId xmlns:p14="http://schemas.microsoft.com/office/powerpoint/2010/main" val="802301705"/>
      </p:ext>
    </p:extLst>
  </p:cSld>
  <p:clrMapOvr>
    <a:masterClrMapping/>
  </p:clrMapOvr>
  <p:transition>
    <p:sndAc>
      <p:stSnd>
        <p:snd r:embed="rId1" name="click.wav"/>
      </p:stSnd>
    </p:sndAc>
  </p:transition>
</p:sldLayout>
</file>

<file path=ppt/slideLayouts/slideLayout62.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1195201"/>
            <a:ext cx="2057400" cy="4814540"/>
          </a:xfrm>
          <a:prstGeom prst="rect">
            <a:avLst/>
          </a:prstGeom>
        </p:spPr>
        <p:txBody>
          <a:bodyPr vert="eaVert"/>
          <a:lstStyle>
            <a:lvl1pPr>
              <a:defRPr>
                <a:latin typeface="Arial" panose="020B0604020202020204" pitchFamily="34" charset="0"/>
                <a:cs typeface="Arial" panose="020B0604020202020204" pitchFamily="34" charset="0"/>
              </a:defRPr>
            </a:lvl1pPr>
          </a:lstStyle>
          <a:p>
            <a:r>
              <a:rPr lang="en-US" dirty="0"/>
              <a:t>Click to edit Master title style</a:t>
            </a:r>
            <a:endParaRPr lang="en-GB" dirty="0"/>
          </a:p>
        </p:txBody>
      </p:sp>
      <p:sp>
        <p:nvSpPr>
          <p:cNvPr id="3" name="Vertical Text Placeholder 2"/>
          <p:cNvSpPr>
            <a:spLocks noGrp="1"/>
          </p:cNvSpPr>
          <p:nvPr>
            <p:ph type="body" orient="vert" idx="1"/>
          </p:nvPr>
        </p:nvSpPr>
        <p:spPr>
          <a:xfrm>
            <a:off x="457200" y="1195201"/>
            <a:ext cx="6019800" cy="4814540"/>
          </a:xfrm>
          <a:prstGeom prst="rect">
            <a:avLst/>
          </a:prstGeom>
        </p:spPr>
        <p:txBody>
          <a:bodyPr vert="eaVert"/>
          <a:lstStyle>
            <a:lvl1pPr>
              <a:defRPr>
                <a:latin typeface="Arial" panose="020B0604020202020204" pitchFamily="34" charset="0"/>
                <a:cs typeface="Arial" panose="020B0604020202020204" pitchFamily="34" charset="0"/>
              </a:defRPr>
            </a:lvl1pPr>
            <a:lvl2pPr>
              <a:buFont typeface="Wingdings" pitchFamily="2" charset="2"/>
              <a:buChar char="§"/>
              <a:defRPr>
                <a:latin typeface="Arial" panose="020B0604020202020204" pitchFamily="34" charset="0"/>
                <a:cs typeface="Arial" panose="020B0604020202020204" pitchFamily="34" charset="0"/>
              </a:defRPr>
            </a:lvl2pPr>
            <a:lvl3pPr>
              <a:buFont typeface="Wingdings" pitchFamily="2" charset="2"/>
              <a:buChar char="§"/>
              <a:defRPr>
                <a:latin typeface="Arial" panose="020B0604020202020204" pitchFamily="34" charset="0"/>
                <a:cs typeface="Arial" panose="020B0604020202020204" pitchFamily="34" charset="0"/>
              </a:defRPr>
            </a:lvl3pPr>
            <a:lvl4pPr>
              <a:buFont typeface="Wingdings" pitchFamily="2" charset="2"/>
              <a:buChar char="§"/>
              <a:defRPr>
                <a:latin typeface="Arial" panose="020B0604020202020204" pitchFamily="34" charset="0"/>
                <a:cs typeface="Arial" panose="020B0604020202020204" pitchFamily="34" charset="0"/>
              </a:defRPr>
            </a:lvl4pPr>
            <a:lvl5pPr>
              <a:buFont typeface="Wingdings" pitchFamily="2" charset="2"/>
              <a:buChar char="§"/>
              <a:defRPr>
                <a:latin typeface="Arial" panose="020B0604020202020204" pitchFamily="34" charset="0"/>
                <a:cs typeface="Arial" panose="020B0604020202020204" pitchFamily="34"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GB" dirty="0"/>
          </a:p>
        </p:txBody>
      </p:sp>
      <p:sp>
        <p:nvSpPr>
          <p:cNvPr id="4" name="Footer Placeholder 4">
            <a:extLst>
              <a:ext uri="{FF2B5EF4-FFF2-40B4-BE49-F238E27FC236}">
                <a16:creationId xmlns:a16="http://schemas.microsoft.com/office/drawing/2014/main" id="{63741A9B-C779-47D9-992F-A21FA3584BC6}"/>
              </a:ext>
            </a:extLst>
          </p:cNvPr>
          <p:cNvSpPr>
            <a:spLocks noGrp="1" noChangeArrowheads="1"/>
          </p:cNvSpPr>
          <p:nvPr>
            <p:ph type="ftr" sz="quarter" idx="10"/>
          </p:nvPr>
        </p:nvSpPr>
        <p:spPr/>
        <p:txBody>
          <a:bodyPr/>
          <a:lstStyle>
            <a:lvl1pPr>
              <a:defRPr/>
            </a:lvl1pPr>
          </a:lstStyle>
          <a:p>
            <a:pPr>
              <a:defRPr/>
            </a:pPr>
            <a:r>
              <a:rPr lang="en-GB" altLang="en-US" dirty="0"/>
              <a:t>© Pearson Education Ltd 2023. Copying permitted for purchasing institution only. </a:t>
            </a:r>
          </a:p>
        </p:txBody>
      </p:sp>
    </p:spTree>
    <p:extLst>
      <p:ext uri="{BB962C8B-B14F-4D97-AF65-F5344CB8AC3E}">
        <p14:creationId xmlns:p14="http://schemas.microsoft.com/office/powerpoint/2010/main" val="1062829507"/>
      </p:ext>
    </p:extLst>
  </p:cSld>
  <p:clrMapOvr>
    <a:masterClrMapping/>
  </p:clrMapOvr>
  <p:transition>
    <p:sndAc>
      <p:stSnd>
        <p:snd r:embed="rId1" name="click.wav"/>
      </p:stSnd>
    </p:sndAc>
  </p:transition>
</p:sldLayout>
</file>

<file path=ppt/slideLayouts/slideLayout63.xml><?xml version="1.0" encoding="utf-8"?>
<p:sldLayout xmlns:a="http://schemas.openxmlformats.org/drawingml/2006/main" xmlns:r="http://schemas.openxmlformats.org/officeDocument/2006/relationships" xmlns:p="http://schemas.openxmlformats.org/presentationml/2006/main" type="tbl" preserve="1">
  <p:cSld name="Title and Table">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a:lstStyle/>
          <a:p>
            <a:r>
              <a:rPr lang="en-US"/>
              <a:t>Click to edit Master title style</a:t>
            </a:r>
            <a:endParaRPr lang="en-GB"/>
          </a:p>
        </p:txBody>
      </p:sp>
      <p:sp>
        <p:nvSpPr>
          <p:cNvPr id="3" name="Table Placeholder 2"/>
          <p:cNvSpPr>
            <a:spLocks noGrp="1"/>
          </p:cNvSpPr>
          <p:nvPr>
            <p:ph type="tbl" idx="1"/>
          </p:nvPr>
        </p:nvSpPr>
        <p:spPr>
          <a:xfrm>
            <a:off x="479426" y="2196000"/>
            <a:ext cx="8207375" cy="4041312"/>
          </a:xfrm>
          <a:prstGeom prst="rect">
            <a:avLst/>
          </a:prstGeom>
        </p:spPr>
        <p:txBody>
          <a:bodyPr rtlCol="0">
            <a:normAutofit/>
          </a:bodyPr>
          <a:lstStyle/>
          <a:p>
            <a:pPr lvl="0"/>
            <a:endParaRPr lang="en-GB" noProof="0" dirty="0"/>
          </a:p>
        </p:txBody>
      </p:sp>
      <p:sp>
        <p:nvSpPr>
          <p:cNvPr id="4" name="Footer Placeholder 4">
            <a:extLst>
              <a:ext uri="{FF2B5EF4-FFF2-40B4-BE49-F238E27FC236}">
                <a16:creationId xmlns:a16="http://schemas.microsoft.com/office/drawing/2014/main" id="{AF875707-4545-7C5E-C4A1-F2B0323DEB00}"/>
              </a:ext>
            </a:extLst>
          </p:cNvPr>
          <p:cNvSpPr>
            <a:spLocks noGrp="1" noChangeArrowheads="1"/>
          </p:cNvSpPr>
          <p:nvPr>
            <p:ph type="ftr" sz="quarter" idx="10"/>
          </p:nvPr>
        </p:nvSpPr>
        <p:spPr/>
        <p:txBody>
          <a:bodyPr/>
          <a:lstStyle>
            <a:lvl1pPr>
              <a:defRPr/>
            </a:lvl1pPr>
          </a:lstStyle>
          <a:p>
            <a:pPr>
              <a:defRPr/>
            </a:pPr>
            <a:r>
              <a:rPr lang="en-GB" altLang="en-US" dirty="0"/>
              <a:t>© Pearson Education Ltd 2023. Copying permitted for purchasing institution only. </a:t>
            </a:r>
          </a:p>
        </p:txBody>
      </p:sp>
    </p:spTree>
    <p:extLst>
      <p:ext uri="{BB962C8B-B14F-4D97-AF65-F5344CB8AC3E}">
        <p14:creationId xmlns:p14="http://schemas.microsoft.com/office/powerpoint/2010/main" val="2655251152"/>
      </p:ext>
    </p:extLst>
  </p:cSld>
  <p:clrMapOvr>
    <a:masterClrMapping/>
  </p:clrMapOvr>
  <p:transition>
    <p:sndAc>
      <p:stSnd>
        <p:snd r:embed="rId1" name="click.wav"/>
      </p:stSnd>
    </p:sndAc>
  </p:transition>
</p:sldLayout>
</file>

<file path=ppt/slideLayouts/slideLayout64.xml><?xml version="1.0" encoding="utf-8"?>
<p:sldLayout xmlns:a="http://schemas.openxmlformats.org/drawingml/2006/main" xmlns:r="http://schemas.openxmlformats.org/officeDocument/2006/relationships" xmlns:p="http://schemas.openxmlformats.org/presentationml/2006/main" userDrawn="1">
  <p:cSld name="1_Two Content">
    <p:spTree>
      <p:nvGrpSpPr>
        <p:cNvPr id="1" name=""/>
        <p:cNvGrpSpPr/>
        <p:nvPr/>
      </p:nvGrpSpPr>
      <p:grpSpPr>
        <a:xfrm>
          <a:off x="0" y="0"/>
          <a:ext cx="0" cy="0"/>
          <a:chOff x="0" y="0"/>
          <a:chExt cx="0" cy="0"/>
        </a:xfrm>
      </p:grpSpPr>
      <p:sp>
        <p:nvSpPr>
          <p:cNvPr id="6" name="Title 1"/>
          <p:cNvSpPr>
            <a:spLocks noGrp="1"/>
          </p:cNvSpPr>
          <p:nvPr>
            <p:ph type="title"/>
          </p:nvPr>
        </p:nvSpPr>
        <p:spPr>
          <a:xfrm>
            <a:off x="457200" y="1195388"/>
            <a:ext cx="8229600" cy="863600"/>
          </a:xfrm>
          <a:prstGeom prst="rect">
            <a:avLst/>
          </a:prstGeom>
        </p:spPr>
        <p:txBody>
          <a:bodyPr/>
          <a:lstStyle/>
          <a:p>
            <a:r>
              <a:rPr lang="en-GB" altLang="en-US" dirty="0"/>
              <a:t>Heading</a:t>
            </a:r>
          </a:p>
        </p:txBody>
      </p:sp>
      <p:sp>
        <p:nvSpPr>
          <p:cNvPr id="7" name="Content Placeholder 3"/>
          <p:cNvSpPr>
            <a:spLocks noGrp="1"/>
          </p:cNvSpPr>
          <p:nvPr>
            <p:ph sz="half" idx="2"/>
          </p:nvPr>
        </p:nvSpPr>
        <p:spPr>
          <a:xfrm>
            <a:off x="684213" y="2195513"/>
            <a:ext cx="7991475" cy="3609975"/>
          </a:xfrm>
          <a:prstGeom prst="rect">
            <a:avLst/>
          </a:prstGeom>
        </p:spPr>
        <p:txBody>
          <a:bodyPr/>
          <a:lstStyle/>
          <a:p>
            <a:r>
              <a:rPr lang="en-GB" altLang="en-US" dirty="0"/>
              <a:t>Body text </a:t>
            </a:r>
            <a:r>
              <a:rPr lang="en-GB" altLang="en-US" dirty="0" err="1"/>
              <a:t>xxxxxxxxxxxxxxxxxxxxxxxxxxxxxxxxxxxxxxxxx</a:t>
            </a:r>
            <a:r>
              <a:rPr lang="en-GB" altLang="en-US" dirty="0"/>
              <a:t>:</a:t>
            </a:r>
          </a:p>
          <a:p>
            <a:pPr lvl="1"/>
            <a:r>
              <a:rPr lang="en-GB" altLang="en-US" dirty="0"/>
              <a:t>Bullet text</a:t>
            </a:r>
          </a:p>
          <a:p>
            <a:pPr lvl="1"/>
            <a:r>
              <a:rPr lang="en-GB" altLang="en-US" dirty="0"/>
              <a:t>Bullet text</a:t>
            </a:r>
          </a:p>
          <a:p>
            <a:pPr lvl="1"/>
            <a:endParaRPr lang="en-GB" altLang="en-US" dirty="0"/>
          </a:p>
        </p:txBody>
      </p:sp>
      <p:sp>
        <p:nvSpPr>
          <p:cNvPr id="2" name="Footer Placeholder 4">
            <a:extLst>
              <a:ext uri="{FF2B5EF4-FFF2-40B4-BE49-F238E27FC236}">
                <a16:creationId xmlns:a16="http://schemas.microsoft.com/office/drawing/2014/main" id="{47F8C46B-97F2-9941-FA1B-60A0A697ED7C}"/>
              </a:ext>
            </a:extLst>
          </p:cNvPr>
          <p:cNvSpPr>
            <a:spLocks noGrp="1" noChangeArrowheads="1"/>
          </p:cNvSpPr>
          <p:nvPr>
            <p:ph type="ftr" sz="quarter" idx="10"/>
          </p:nvPr>
        </p:nvSpPr>
        <p:spPr/>
        <p:txBody>
          <a:bodyPr/>
          <a:lstStyle>
            <a:lvl1pPr>
              <a:defRPr/>
            </a:lvl1pPr>
          </a:lstStyle>
          <a:p>
            <a:pPr>
              <a:defRPr/>
            </a:pPr>
            <a:r>
              <a:rPr lang="en-GB" altLang="en-US" dirty="0"/>
              <a:t>© Pearson Education Ltd 2023. Copying permitted for purchasing institution only. </a:t>
            </a:r>
          </a:p>
        </p:txBody>
      </p:sp>
    </p:spTree>
    <p:extLst>
      <p:ext uri="{BB962C8B-B14F-4D97-AF65-F5344CB8AC3E}">
        <p14:creationId xmlns:p14="http://schemas.microsoft.com/office/powerpoint/2010/main" val="1725928568"/>
      </p:ext>
    </p:extLst>
  </p:cSld>
  <p:clrMapOvr>
    <a:masterClrMapping/>
  </p:clrMapOvr>
  <p:transition>
    <p:sndAc>
      <p:stSnd>
        <p:snd r:embed="rId1" name="click.wav"/>
      </p:stSnd>
    </p:sndAc>
  </p:transition>
</p:sldLayout>
</file>

<file path=ppt/slideLayouts/slideLayout65.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6"/>
            <a:ext cx="7772400" cy="1470025"/>
          </a:xfrm>
          <a:prstGeom prst="rect">
            <a:avLst/>
          </a:prstGeom>
        </p:spPr>
        <p:txBody>
          <a:bodyPr/>
          <a:lstStyle/>
          <a:p>
            <a:r>
              <a:rPr lang="en-US"/>
              <a:t>Click to edit Master title style</a:t>
            </a:r>
            <a:endParaRPr lang="en-GB"/>
          </a:p>
        </p:txBody>
      </p:sp>
      <p:sp>
        <p:nvSpPr>
          <p:cNvPr id="3" name="Subtitle 2"/>
          <p:cNvSpPr>
            <a:spLocks noGrp="1"/>
          </p:cNvSpPr>
          <p:nvPr>
            <p:ph type="subTitle" idx="1"/>
          </p:nvPr>
        </p:nvSpPr>
        <p:spPr>
          <a:xfrm>
            <a:off x="1371600" y="3886200"/>
            <a:ext cx="6400800" cy="1752600"/>
          </a:xfrm>
          <a:prstGeom prst="rect">
            <a:avLst/>
          </a:prstGeo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en-US" dirty="0"/>
              <a:t>Click to edit Master subtitle style</a:t>
            </a:r>
            <a:endParaRPr lang="en-GB" dirty="0"/>
          </a:p>
        </p:txBody>
      </p:sp>
      <p:sp>
        <p:nvSpPr>
          <p:cNvPr id="4" name="Footer Placeholder 4">
            <a:extLst>
              <a:ext uri="{FF2B5EF4-FFF2-40B4-BE49-F238E27FC236}">
                <a16:creationId xmlns:a16="http://schemas.microsoft.com/office/drawing/2014/main" id="{3A0305BB-39CB-2010-297C-4A457FC45F96}"/>
              </a:ext>
            </a:extLst>
          </p:cNvPr>
          <p:cNvSpPr>
            <a:spLocks noGrp="1" noChangeArrowheads="1"/>
          </p:cNvSpPr>
          <p:nvPr>
            <p:ph type="ftr" sz="quarter" idx="10"/>
          </p:nvPr>
        </p:nvSpPr>
        <p:spPr/>
        <p:txBody>
          <a:bodyPr/>
          <a:lstStyle>
            <a:lvl1pPr>
              <a:defRPr/>
            </a:lvl1pPr>
          </a:lstStyle>
          <a:p>
            <a:pPr>
              <a:defRPr/>
            </a:pPr>
            <a:r>
              <a:rPr lang="en-GB" altLang="en-US" dirty="0"/>
              <a:t>© Pearson Education Ltd 2023. Copying permitted for purchasing institution only. </a:t>
            </a:r>
          </a:p>
        </p:txBody>
      </p:sp>
    </p:spTree>
    <p:extLst>
      <p:ext uri="{BB962C8B-B14F-4D97-AF65-F5344CB8AC3E}">
        <p14:creationId xmlns:p14="http://schemas.microsoft.com/office/powerpoint/2010/main" val="4189930832"/>
      </p:ext>
    </p:extLst>
  </p:cSld>
  <p:clrMapOvr>
    <a:masterClrMapping/>
  </p:clrMapOvr>
  <p:transition>
    <p:sndAc>
      <p:stSnd>
        <p:snd r:embed="rId1" name="click.wav"/>
      </p:stSnd>
    </p:sndAc>
  </p:transition>
</p:sldLayout>
</file>

<file path=ppt/slideLayouts/slideLayout66.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a:lstStyle/>
          <a:p>
            <a:r>
              <a:rPr lang="en-US" dirty="0"/>
              <a:t>Click to edit Master title style</a:t>
            </a:r>
            <a:endParaRPr lang="en-GB" dirty="0"/>
          </a:p>
        </p:txBody>
      </p:sp>
      <p:sp>
        <p:nvSpPr>
          <p:cNvPr id="3" name="Content Placeholder 2"/>
          <p:cNvSpPr>
            <a:spLocks noGrp="1"/>
          </p:cNvSpPr>
          <p:nvPr>
            <p:ph idx="1"/>
          </p:nvPr>
        </p:nvSpPr>
        <p:spPr>
          <a:xfrm>
            <a:off x="468314" y="2196000"/>
            <a:ext cx="8207375" cy="3878436"/>
          </a:xfrm>
          <a:prstGeom prst="rect">
            <a:avLst/>
          </a:prstGeom>
        </p:spPr>
        <p:txBody>
          <a:bodyPr/>
          <a:lstStyle>
            <a:lvl1pPr>
              <a:buFont typeface="Wingdings" pitchFamily="2" charset="2"/>
              <a:buChar char="§"/>
              <a:defRPr>
                <a:latin typeface="Arial" panose="020B0604020202020204" pitchFamily="34" charset="0"/>
                <a:cs typeface="Arial" panose="020B0604020202020204" pitchFamily="34" charset="0"/>
              </a:defRPr>
            </a:lvl1pPr>
            <a:lvl2pPr>
              <a:buFont typeface="Wingdings" pitchFamily="2" charset="2"/>
              <a:buChar char="§"/>
              <a:defRPr>
                <a:latin typeface="Arial" panose="020B0604020202020204" pitchFamily="34" charset="0"/>
                <a:cs typeface="Arial" panose="020B0604020202020204" pitchFamily="34" charset="0"/>
              </a:defRPr>
            </a:lvl2pPr>
            <a:lvl3pPr>
              <a:buFont typeface="Wingdings" pitchFamily="2" charset="2"/>
              <a:buChar char="§"/>
              <a:defRPr>
                <a:latin typeface="Arial" panose="020B0604020202020204" pitchFamily="34" charset="0"/>
                <a:cs typeface="Arial" panose="020B0604020202020204" pitchFamily="34" charset="0"/>
              </a:defRPr>
            </a:lvl3pPr>
            <a:lvl4pPr>
              <a:buFont typeface="Wingdings" pitchFamily="2" charset="2"/>
              <a:buChar char="§"/>
              <a:defRPr>
                <a:latin typeface="Arial" panose="020B0604020202020204" pitchFamily="34" charset="0"/>
                <a:cs typeface="Arial" panose="020B0604020202020204" pitchFamily="34" charset="0"/>
              </a:defRPr>
            </a:lvl4pPr>
            <a:lvl5pPr>
              <a:buFont typeface="Wingdings" pitchFamily="2" charset="2"/>
              <a:buChar char="§"/>
              <a:defRPr>
                <a:latin typeface="Arial" panose="020B0604020202020204" pitchFamily="34" charset="0"/>
                <a:cs typeface="Arial" panose="020B0604020202020204" pitchFamily="34"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GB" dirty="0"/>
          </a:p>
        </p:txBody>
      </p:sp>
      <p:sp>
        <p:nvSpPr>
          <p:cNvPr id="4" name="Footer Placeholder 4">
            <a:extLst>
              <a:ext uri="{FF2B5EF4-FFF2-40B4-BE49-F238E27FC236}">
                <a16:creationId xmlns:a16="http://schemas.microsoft.com/office/drawing/2014/main" id="{91A7AFBE-AB6C-ABC5-09E7-9F4EA3B95410}"/>
              </a:ext>
            </a:extLst>
          </p:cNvPr>
          <p:cNvSpPr>
            <a:spLocks noGrp="1" noChangeArrowheads="1"/>
          </p:cNvSpPr>
          <p:nvPr>
            <p:ph type="ftr" sz="quarter" idx="10"/>
          </p:nvPr>
        </p:nvSpPr>
        <p:spPr/>
        <p:txBody>
          <a:bodyPr/>
          <a:lstStyle>
            <a:lvl1pPr>
              <a:defRPr/>
            </a:lvl1pPr>
          </a:lstStyle>
          <a:p>
            <a:pPr>
              <a:defRPr/>
            </a:pPr>
            <a:r>
              <a:rPr lang="en-GB" altLang="en-US" dirty="0"/>
              <a:t>© Pearson Education Ltd 2023. Copying permitted for purchasing institution only. </a:t>
            </a:r>
          </a:p>
        </p:txBody>
      </p:sp>
    </p:spTree>
    <p:extLst>
      <p:ext uri="{BB962C8B-B14F-4D97-AF65-F5344CB8AC3E}">
        <p14:creationId xmlns:p14="http://schemas.microsoft.com/office/powerpoint/2010/main" val="1150784113"/>
      </p:ext>
    </p:extLst>
  </p:cSld>
  <p:clrMapOvr>
    <a:masterClrMapping/>
  </p:clrMapOvr>
  <p:transition>
    <p:sndAc>
      <p:stSnd>
        <p:snd r:embed="rId1" name="click.wav"/>
      </p:stSnd>
    </p:sndAc>
  </p:transition>
</p:sldLayout>
</file>

<file path=ppt/slideLayouts/slideLayout67.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a:prstGeom prst="rect">
            <a:avLst/>
          </a:prstGeom>
        </p:spPr>
        <p:txBody>
          <a:bodyPr anchor="t"/>
          <a:lstStyle>
            <a:lvl1pPr algn="r">
              <a:defRPr sz="4000" b="1" cap="all"/>
            </a:lvl1pPr>
          </a:lstStyle>
          <a:p>
            <a:r>
              <a:rPr lang="en-US"/>
              <a:t>Click to edit Master title style</a:t>
            </a:r>
            <a:endParaRPr lang="en-GB"/>
          </a:p>
        </p:txBody>
      </p:sp>
      <p:sp>
        <p:nvSpPr>
          <p:cNvPr id="3" name="Text Placeholder 2"/>
          <p:cNvSpPr>
            <a:spLocks noGrp="1"/>
          </p:cNvSpPr>
          <p:nvPr>
            <p:ph type="body" idx="1"/>
          </p:nvPr>
        </p:nvSpPr>
        <p:spPr>
          <a:xfrm>
            <a:off x="722313" y="2906714"/>
            <a:ext cx="7772400" cy="1500187"/>
          </a:xfrm>
          <a:prstGeom prst="rect">
            <a:avLst/>
          </a:prstGeo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a:t>Click to edit Master text styles</a:t>
            </a:r>
          </a:p>
        </p:txBody>
      </p:sp>
      <p:sp>
        <p:nvSpPr>
          <p:cNvPr id="4" name="Footer Placeholder 4">
            <a:extLst>
              <a:ext uri="{FF2B5EF4-FFF2-40B4-BE49-F238E27FC236}">
                <a16:creationId xmlns:a16="http://schemas.microsoft.com/office/drawing/2014/main" id="{C2AEDFE9-EE41-D362-E546-E91D5FC64E76}"/>
              </a:ext>
            </a:extLst>
          </p:cNvPr>
          <p:cNvSpPr>
            <a:spLocks noGrp="1" noChangeArrowheads="1"/>
          </p:cNvSpPr>
          <p:nvPr>
            <p:ph type="ftr" sz="quarter" idx="10"/>
          </p:nvPr>
        </p:nvSpPr>
        <p:spPr/>
        <p:txBody>
          <a:bodyPr/>
          <a:lstStyle>
            <a:lvl1pPr>
              <a:defRPr/>
            </a:lvl1pPr>
          </a:lstStyle>
          <a:p>
            <a:pPr>
              <a:defRPr/>
            </a:pPr>
            <a:r>
              <a:rPr lang="en-GB" altLang="en-US" dirty="0"/>
              <a:t>© Pearson Education Ltd 2023. Copying permitted for purchasing institution only. </a:t>
            </a:r>
          </a:p>
        </p:txBody>
      </p:sp>
    </p:spTree>
    <p:extLst>
      <p:ext uri="{BB962C8B-B14F-4D97-AF65-F5344CB8AC3E}">
        <p14:creationId xmlns:p14="http://schemas.microsoft.com/office/powerpoint/2010/main" val="3865460214"/>
      </p:ext>
    </p:extLst>
  </p:cSld>
  <p:clrMapOvr>
    <a:masterClrMapping/>
  </p:clrMapOvr>
  <p:transition>
    <p:sndAc>
      <p:stSnd>
        <p:snd r:embed="rId1" name="click.wav"/>
      </p:stSnd>
    </p:sndAc>
  </p:transition>
</p:sldLayout>
</file>

<file path=ppt/slideLayouts/slideLayout68.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a:lstStyle/>
          <a:p>
            <a:r>
              <a:rPr lang="en-US" dirty="0"/>
              <a:t>Click to edit Master title style</a:t>
            </a:r>
            <a:endParaRPr lang="en-GB" dirty="0"/>
          </a:p>
        </p:txBody>
      </p:sp>
      <p:sp>
        <p:nvSpPr>
          <p:cNvPr id="3" name="Content Placeholder 2"/>
          <p:cNvSpPr>
            <a:spLocks noGrp="1"/>
          </p:cNvSpPr>
          <p:nvPr>
            <p:ph sz="half" idx="1"/>
          </p:nvPr>
        </p:nvSpPr>
        <p:spPr>
          <a:xfrm>
            <a:off x="468314" y="2196001"/>
            <a:ext cx="4027487" cy="4024100"/>
          </a:xfrm>
          <a:prstGeom prst="rect">
            <a:avLst/>
          </a:prstGeom>
        </p:spPr>
        <p:txBody>
          <a:bodyPr/>
          <a:lstStyle>
            <a:lvl1pPr>
              <a:buFont typeface="Wingdings" pitchFamily="2" charset="2"/>
              <a:buChar char="§"/>
              <a:defRPr sz="2400">
                <a:latin typeface="Arial" panose="020B0604020202020204" pitchFamily="34" charset="0"/>
                <a:cs typeface="Arial" panose="020B0604020202020204" pitchFamily="34" charset="0"/>
              </a:defRPr>
            </a:lvl1pPr>
            <a:lvl2pPr>
              <a:buFont typeface="Wingdings" pitchFamily="2" charset="2"/>
              <a:buChar char="§"/>
              <a:defRPr sz="2400">
                <a:latin typeface="Arial" panose="020B0604020202020204" pitchFamily="34" charset="0"/>
                <a:cs typeface="Arial" panose="020B0604020202020204" pitchFamily="34" charset="0"/>
              </a:defRPr>
            </a:lvl2pPr>
            <a:lvl3pPr>
              <a:buFont typeface="Wingdings" pitchFamily="2" charset="2"/>
              <a:buChar char="§"/>
              <a:defRPr sz="2400">
                <a:latin typeface="Arial" panose="020B0604020202020204" pitchFamily="34" charset="0"/>
                <a:cs typeface="Arial" panose="020B0604020202020204" pitchFamily="34" charset="0"/>
              </a:defRPr>
            </a:lvl3pPr>
            <a:lvl4pPr>
              <a:buFont typeface="Wingdings" pitchFamily="2" charset="2"/>
              <a:buChar char="§"/>
              <a:defRPr sz="2400">
                <a:latin typeface="Arial" panose="020B0604020202020204" pitchFamily="34" charset="0"/>
                <a:cs typeface="Arial" panose="020B0604020202020204" pitchFamily="34" charset="0"/>
              </a:defRPr>
            </a:lvl4pPr>
            <a:lvl5pPr>
              <a:buFont typeface="Wingdings" pitchFamily="2" charset="2"/>
              <a:buChar char="§"/>
              <a:defRPr sz="2400">
                <a:latin typeface="Arial" panose="020B0604020202020204" pitchFamily="34" charset="0"/>
                <a:cs typeface="Arial" panose="020B0604020202020204" pitchFamily="34" charset="0"/>
              </a:defRPr>
            </a:lvl5pPr>
            <a:lvl6pPr>
              <a:defRPr sz="1800"/>
            </a:lvl6pPr>
            <a:lvl7pPr>
              <a:defRPr sz="1800"/>
            </a:lvl7pPr>
            <a:lvl8pPr>
              <a:defRPr sz="1800"/>
            </a:lvl8pPr>
            <a:lvl9pPr>
              <a:defRPr sz="18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GB" dirty="0"/>
          </a:p>
        </p:txBody>
      </p:sp>
      <p:sp>
        <p:nvSpPr>
          <p:cNvPr id="4" name="Content Placeholder 3"/>
          <p:cNvSpPr>
            <a:spLocks noGrp="1"/>
          </p:cNvSpPr>
          <p:nvPr>
            <p:ph sz="half" idx="2"/>
          </p:nvPr>
        </p:nvSpPr>
        <p:spPr>
          <a:xfrm>
            <a:off x="4648200" y="2196001"/>
            <a:ext cx="4027488" cy="4024100"/>
          </a:xfrm>
          <a:prstGeom prst="rect">
            <a:avLst/>
          </a:prstGeom>
        </p:spPr>
        <p:txBody>
          <a:bodyPr/>
          <a:lstStyle>
            <a:lvl1pPr>
              <a:buFont typeface="Wingdings" pitchFamily="2" charset="2"/>
              <a:buChar char="§"/>
              <a:defRPr sz="2400">
                <a:latin typeface="Arial" panose="020B0604020202020204" pitchFamily="34" charset="0"/>
                <a:cs typeface="Arial" panose="020B0604020202020204" pitchFamily="34" charset="0"/>
              </a:defRPr>
            </a:lvl1pPr>
            <a:lvl2pPr>
              <a:buFont typeface="Wingdings" pitchFamily="2" charset="2"/>
              <a:buChar char="§"/>
              <a:defRPr sz="2400">
                <a:latin typeface="Arial" panose="020B0604020202020204" pitchFamily="34" charset="0"/>
                <a:cs typeface="Arial" panose="020B0604020202020204" pitchFamily="34" charset="0"/>
              </a:defRPr>
            </a:lvl2pPr>
            <a:lvl3pPr>
              <a:buFont typeface="Wingdings" pitchFamily="2" charset="2"/>
              <a:buChar char="§"/>
              <a:defRPr sz="2400">
                <a:latin typeface="Arial" panose="020B0604020202020204" pitchFamily="34" charset="0"/>
                <a:cs typeface="Arial" panose="020B0604020202020204" pitchFamily="34" charset="0"/>
              </a:defRPr>
            </a:lvl3pPr>
            <a:lvl4pPr>
              <a:buFont typeface="Wingdings" pitchFamily="2" charset="2"/>
              <a:buChar char="§"/>
              <a:defRPr sz="2400">
                <a:latin typeface="Arial" panose="020B0604020202020204" pitchFamily="34" charset="0"/>
                <a:cs typeface="Arial" panose="020B0604020202020204" pitchFamily="34" charset="0"/>
              </a:defRPr>
            </a:lvl4pPr>
            <a:lvl5pPr>
              <a:buFont typeface="Wingdings" pitchFamily="2" charset="2"/>
              <a:buChar char="§"/>
              <a:defRPr sz="2400">
                <a:latin typeface="Arial" panose="020B0604020202020204" pitchFamily="34" charset="0"/>
                <a:cs typeface="Arial" panose="020B0604020202020204" pitchFamily="34" charset="0"/>
              </a:defRPr>
            </a:lvl5pPr>
            <a:lvl6pPr>
              <a:defRPr sz="1800"/>
            </a:lvl6pPr>
            <a:lvl7pPr>
              <a:defRPr sz="1800"/>
            </a:lvl7pPr>
            <a:lvl8pPr>
              <a:defRPr sz="1800"/>
            </a:lvl8pPr>
            <a:lvl9pPr>
              <a:defRPr sz="18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GB" dirty="0"/>
          </a:p>
        </p:txBody>
      </p:sp>
      <p:sp>
        <p:nvSpPr>
          <p:cNvPr id="5" name="Footer Placeholder 4">
            <a:extLst>
              <a:ext uri="{FF2B5EF4-FFF2-40B4-BE49-F238E27FC236}">
                <a16:creationId xmlns:a16="http://schemas.microsoft.com/office/drawing/2014/main" id="{4CAF7984-8BB0-8F53-E778-52A2BBF7CCE6}"/>
              </a:ext>
            </a:extLst>
          </p:cNvPr>
          <p:cNvSpPr>
            <a:spLocks noGrp="1" noChangeArrowheads="1"/>
          </p:cNvSpPr>
          <p:nvPr>
            <p:ph type="ftr" sz="quarter" idx="10"/>
          </p:nvPr>
        </p:nvSpPr>
        <p:spPr/>
        <p:txBody>
          <a:bodyPr/>
          <a:lstStyle>
            <a:lvl1pPr>
              <a:defRPr/>
            </a:lvl1pPr>
          </a:lstStyle>
          <a:p>
            <a:pPr>
              <a:defRPr/>
            </a:pPr>
            <a:r>
              <a:rPr lang="en-GB" altLang="en-US" dirty="0"/>
              <a:t>© Pearson Education Ltd 2023. Copying permitted for purchasing institution only. </a:t>
            </a:r>
          </a:p>
        </p:txBody>
      </p:sp>
    </p:spTree>
    <p:extLst>
      <p:ext uri="{BB962C8B-B14F-4D97-AF65-F5344CB8AC3E}">
        <p14:creationId xmlns:p14="http://schemas.microsoft.com/office/powerpoint/2010/main" val="975168846"/>
      </p:ext>
    </p:extLst>
  </p:cSld>
  <p:clrMapOvr>
    <a:masterClrMapping/>
  </p:clrMapOvr>
  <p:transition>
    <p:sndAc>
      <p:stSnd>
        <p:snd r:embed="rId1" name="click.wav"/>
      </p:stSnd>
    </p:sndAc>
  </p:transition>
</p:sldLayout>
</file>

<file path=ppt/slideLayouts/slideLayout69.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pic>
        <p:nvPicPr>
          <p:cNvPr id="7" name="Picture 5" descr="Always Learning">
            <a:extLst>
              <a:ext uri="{FF2B5EF4-FFF2-40B4-BE49-F238E27FC236}">
                <a16:creationId xmlns:a16="http://schemas.microsoft.com/office/drawing/2014/main" id="{69FE8684-BE61-3A81-0CF1-F705B2D28649}"/>
              </a:ext>
            </a:extLst>
          </p:cNvPr>
          <p:cNvPicPr>
            <a:picLocks noChangeAspect="1" noChangeArrowheads="1"/>
          </p:cNvPicPr>
          <p:nvPr userDrawn="1"/>
        </p:nvPicPr>
        <p:blipFill>
          <a:blip r:embed="rId3" cstate="screen">
            <a:extLst>
              <a:ext uri="{28A0092B-C50C-407E-A947-70E740481C1C}">
                <a14:useLocalDpi xmlns:a14="http://schemas.microsoft.com/office/drawing/2010/main"/>
              </a:ext>
            </a:extLst>
          </a:blip>
          <a:srcRect/>
          <a:stretch>
            <a:fillRect/>
          </a:stretch>
        </p:blipFill>
        <p:spPr bwMode="auto">
          <a:xfrm>
            <a:off x="0" y="6356350"/>
            <a:ext cx="1762125" cy="493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Title 1"/>
          <p:cNvSpPr>
            <a:spLocks noGrp="1"/>
          </p:cNvSpPr>
          <p:nvPr>
            <p:ph type="title"/>
          </p:nvPr>
        </p:nvSpPr>
        <p:spPr>
          <a:xfrm>
            <a:off x="457200" y="1195200"/>
            <a:ext cx="8229600" cy="864000"/>
          </a:xfrm>
          <a:prstGeom prst="rect">
            <a:avLst/>
          </a:prstGeom>
        </p:spPr>
        <p:txBody>
          <a:bodyPr/>
          <a:lstStyle>
            <a:lvl1pPr>
              <a:defRPr/>
            </a:lvl1pPr>
          </a:lstStyle>
          <a:p>
            <a:r>
              <a:rPr lang="en-US"/>
              <a:t>Click to edit Master title style</a:t>
            </a:r>
            <a:endParaRPr lang="en-GB"/>
          </a:p>
        </p:txBody>
      </p:sp>
      <p:sp>
        <p:nvSpPr>
          <p:cNvPr id="3" name="Text Placeholder 2"/>
          <p:cNvSpPr>
            <a:spLocks noGrp="1"/>
          </p:cNvSpPr>
          <p:nvPr>
            <p:ph type="body" idx="1"/>
          </p:nvPr>
        </p:nvSpPr>
        <p:spPr>
          <a:xfrm>
            <a:off x="457201" y="2196000"/>
            <a:ext cx="4040188" cy="63976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4" name="Content Placeholder 3"/>
          <p:cNvSpPr>
            <a:spLocks noGrp="1"/>
          </p:cNvSpPr>
          <p:nvPr>
            <p:ph sz="half" idx="2"/>
          </p:nvPr>
        </p:nvSpPr>
        <p:spPr>
          <a:xfrm>
            <a:off x="457201" y="2932602"/>
            <a:ext cx="4040188" cy="3193562"/>
          </a:xfrm>
          <a:prstGeom prst="rect">
            <a:avLst/>
          </a:prstGeom>
        </p:spPr>
        <p:txBody>
          <a:bodyPr/>
          <a:lstStyle>
            <a:lvl1pPr>
              <a:buFont typeface="Wingdings" pitchFamily="2" charset="2"/>
              <a:buChar char="§"/>
              <a:defRPr sz="2400">
                <a:latin typeface="Arial" panose="020B0604020202020204" pitchFamily="34" charset="0"/>
                <a:cs typeface="Arial" panose="020B0604020202020204" pitchFamily="34" charset="0"/>
              </a:defRPr>
            </a:lvl1pPr>
            <a:lvl2pPr>
              <a:buFont typeface="Wingdings" pitchFamily="2" charset="2"/>
              <a:buChar char="§"/>
              <a:defRPr sz="2400">
                <a:latin typeface="Arial" panose="020B0604020202020204" pitchFamily="34" charset="0"/>
                <a:cs typeface="Arial" panose="020B0604020202020204" pitchFamily="34" charset="0"/>
              </a:defRPr>
            </a:lvl2pPr>
            <a:lvl3pPr>
              <a:buFont typeface="Wingdings" pitchFamily="2" charset="2"/>
              <a:buChar char="§"/>
              <a:defRPr sz="2400">
                <a:latin typeface="Arial" panose="020B0604020202020204" pitchFamily="34" charset="0"/>
                <a:cs typeface="Arial" panose="020B0604020202020204" pitchFamily="34" charset="0"/>
              </a:defRPr>
            </a:lvl3pPr>
            <a:lvl4pPr>
              <a:buFont typeface="Wingdings" pitchFamily="2" charset="2"/>
              <a:buChar char="§"/>
              <a:defRPr sz="2400">
                <a:latin typeface="Arial" panose="020B0604020202020204" pitchFamily="34" charset="0"/>
                <a:cs typeface="Arial" panose="020B0604020202020204" pitchFamily="34" charset="0"/>
              </a:defRPr>
            </a:lvl4pPr>
            <a:lvl5pPr>
              <a:buFont typeface="Wingdings" pitchFamily="2" charset="2"/>
              <a:buChar char="§"/>
              <a:defRPr sz="2400">
                <a:latin typeface="Arial" panose="020B0604020202020204" pitchFamily="34" charset="0"/>
                <a:cs typeface="Arial" panose="020B0604020202020204" pitchFamily="34" charset="0"/>
              </a:defRPr>
            </a:lvl5pPr>
            <a:lvl6pPr>
              <a:defRPr sz="1600"/>
            </a:lvl6pPr>
            <a:lvl7pPr>
              <a:defRPr sz="1600"/>
            </a:lvl7pPr>
            <a:lvl8pPr>
              <a:defRPr sz="1600"/>
            </a:lvl8pPr>
            <a:lvl9pPr>
              <a:defRPr sz="16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GB" dirty="0"/>
          </a:p>
        </p:txBody>
      </p:sp>
      <p:sp>
        <p:nvSpPr>
          <p:cNvPr id="5" name="Text Placeholder 4"/>
          <p:cNvSpPr>
            <a:spLocks noGrp="1"/>
          </p:cNvSpPr>
          <p:nvPr>
            <p:ph type="body" sz="quarter" idx="3"/>
          </p:nvPr>
        </p:nvSpPr>
        <p:spPr>
          <a:xfrm>
            <a:off x="4645026" y="2196000"/>
            <a:ext cx="4041775" cy="63976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6" name="Content Placeholder 5"/>
          <p:cNvSpPr>
            <a:spLocks noGrp="1"/>
          </p:cNvSpPr>
          <p:nvPr>
            <p:ph sz="quarter" idx="4"/>
          </p:nvPr>
        </p:nvSpPr>
        <p:spPr>
          <a:xfrm>
            <a:off x="4645026" y="2932602"/>
            <a:ext cx="4041775" cy="3193562"/>
          </a:xfrm>
          <a:prstGeom prst="rect">
            <a:avLst/>
          </a:prstGeom>
        </p:spPr>
        <p:txBody>
          <a:bodyPr/>
          <a:lstStyle>
            <a:lvl1pPr>
              <a:buFont typeface="Wingdings" pitchFamily="2" charset="2"/>
              <a:buChar char="§"/>
              <a:defRPr sz="2400">
                <a:latin typeface="Arial" panose="020B0604020202020204" pitchFamily="34" charset="0"/>
                <a:cs typeface="Arial" panose="020B0604020202020204" pitchFamily="34" charset="0"/>
              </a:defRPr>
            </a:lvl1pPr>
            <a:lvl2pPr>
              <a:buFont typeface="Wingdings" pitchFamily="2" charset="2"/>
              <a:buChar char="§"/>
              <a:defRPr sz="2400">
                <a:latin typeface="Arial" panose="020B0604020202020204" pitchFamily="34" charset="0"/>
                <a:cs typeface="Arial" panose="020B0604020202020204" pitchFamily="34" charset="0"/>
              </a:defRPr>
            </a:lvl2pPr>
            <a:lvl3pPr>
              <a:buFont typeface="Wingdings" pitchFamily="2" charset="2"/>
              <a:buChar char="§"/>
              <a:defRPr sz="2400">
                <a:latin typeface="Arial" panose="020B0604020202020204" pitchFamily="34" charset="0"/>
                <a:cs typeface="Arial" panose="020B0604020202020204" pitchFamily="34" charset="0"/>
              </a:defRPr>
            </a:lvl3pPr>
            <a:lvl4pPr>
              <a:buFont typeface="Wingdings" pitchFamily="2" charset="2"/>
              <a:buChar char="§"/>
              <a:defRPr sz="2400">
                <a:latin typeface="Arial" panose="020B0604020202020204" pitchFamily="34" charset="0"/>
                <a:cs typeface="Arial" panose="020B0604020202020204" pitchFamily="34" charset="0"/>
              </a:defRPr>
            </a:lvl4pPr>
            <a:lvl5pPr>
              <a:buFont typeface="Wingdings" pitchFamily="2" charset="2"/>
              <a:buChar char="§"/>
              <a:defRPr sz="2400">
                <a:latin typeface="Arial" panose="020B0604020202020204" pitchFamily="34" charset="0"/>
                <a:cs typeface="Arial" panose="020B0604020202020204" pitchFamily="34" charset="0"/>
              </a:defRPr>
            </a:lvl5pPr>
            <a:lvl6pPr>
              <a:defRPr sz="1600"/>
            </a:lvl6pPr>
            <a:lvl7pPr>
              <a:defRPr sz="1600"/>
            </a:lvl7pPr>
            <a:lvl8pPr>
              <a:defRPr sz="1600"/>
            </a:lvl8pPr>
            <a:lvl9pPr>
              <a:defRPr sz="16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GB" dirty="0"/>
          </a:p>
        </p:txBody>
      </p:sp>
      <p:sp>
        <p:nvSpPr>
          <p:cNvPr id="8" name="Footer Placeholder 4">
            <a:extLst>
              <a:ext uri="{FF2B5EF4-FFF2-40B4-BE49-F238E27FC236}">
                <a16:creationId xmlns:a16="http://schemas.microsoft.com/office/drawing/2014/main" id="{E3831A3E-361F-60E1-197E-146246D76DC5}"/>
              </a:ext>
            </a:extLst>
          </p:cNvPr>
          <p:cNvSpPr>
            <a:spLocks noGrp="1" noChangeArrowheads="1"/>
          </p:cNvSpPr>
          <p:nvPr>
            <p:ph type="ftr" sz="quarter" idx="10"/>
          </p:nvPr>
        </p:nvSpPr>
        <p:spPr/>
        <p:txBody>
          <a:bodyPr/>
          <a:lstStyle>
            <a:lvl1pPr>
              <a:spcBef>
                <a:spcPct val="0"/>
              </a:spcBef>
              <a:buFontTx/>
              <a:buNone/>
              <a:defRPr sz="1800">
                <a:solidFill>
                  <a:schemeClr val="tx1"/>
                </a:solidFill>
                <a:latin typeface="Arial" panose="020B0604020202020204" pitchFamily="34" charset="0"/>
                <a:cs typeface="Arial" panose="020B0604020202020204" pitchFamily="34" charset="0"/>
              </a:defRPr>
            </a:lvl1pPr>
            <a:lvl2pPr marL="742950" indent="-285750">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2pPr>
            <a:lvl3pPr marL="1143000" indent="-228600">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3pPr>
            <a:lvl4pPr marL="1600200" indent="-228600">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4pPr>
            <a:lvl5pPr marL="2057400" indent="-228600">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5pPr>
            <a:lvl6pPr marL="2514600" indent="-228600"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6pPr>
            <a:lvl7pPr marL="2971800" indent="-228600"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7pPr>
            <a:lvl8pPr marL="3429000" indent="-228600"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8pPr>
            <a:lvl9pPr marL="3886200" indent="-228600"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9pPr>
          </a:lstStyle>
          <a:p>
            <a:pPr>
              <a:defRPr/>
            </a:pPr>
            <a:r>
              <a:rPr lang="en-GB" altLang="en-US" dirty="0"/>
              <a:t>© Pearson Education Ltd 2023. Copying permitted for purchasing institution only. </a:t>
            </a:r>
          </a:p>
        </p:txBody>
      </p:sp>
    </p:spTree>
    <p:extLst>
      <p:ext uri="{BB962C8B-B14F-4D97-AF65-F5344CB8AC3E}">
        <p14:creationId xmlns:p14="http://schemas.microsoft.com/office/powerpoint/2010/main" val="1025248049"/>
      </p:ext>
    </p:extLst>
  </p:cSld>
  <p:clrMapOvr>
    <a:masterClrMapping/>
  </p:clrMapOvr>
  <p:transition>
    <p:sndAc>
      <p:stSnd>
        <p:snd r:embed="rId1" name="click.wav"/>
      </p:stSnd>
    </p:sndAc>
  </p:transition>
</p:sldLayout>
</file>

<file path=ppt/slideLayouts/slideLayout70.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a:lstStyle/>
          <a:p>
            <a:r>
              <a:rPr lang="en-US" dirty="0"/>
              <a:t>Click to edit Master title style</a:t>
            </a:r>
            <a:endParaRPr lang="en-GB" dirty="0"/>
          </a:p>
        </p:txBody>
      </p:sp>
      <p:sp>
        <p:nvSpPr>
          <p:cNvPr id="3" name="Footer Placeholder 4">
            <a:extLst>
              <a:ext uri="{FF2B5EF4-FFF2-40B4-BE49-F238E27FC236}">
                <a16:creationId xmlns:a16="http://schemas.microsoft.com/office/drawing/2014/main" id="{1C6F868A-32BB-A111-C404-483CD1832E05}"/>
              </a:ext>
            </a:extLst>
          </p:cNvPr>
          <p:cNvSpPr>
            <a:spLocks noGrp="1" noChangeArrowheads="1"/>
          </p:cNvSpPr>
          <p:nvPr>
            <p:ph type="ftr" sz="quarter" idx="10"/>
          </p:nvPr>
        </p:nvSpPr>
        <p:spPr/>
        <p:txBody>
          <a:bodyPr/>
          <a:lstStyle>
            <a:lvl1pPr>
              <a:defRPr/>
            </a:lvl1pPr>
          </a:lstStyle>
          <a:p>
            <a:pPr>
              <a:defRPr/>
            </a:pPr>
            <a:r>
              <a:rPr lang="en-GB" altLang="en-US" dirty="0"/>
              <a:t>© Pearson Education Ltd 2023. Copying permitted for purchasing institution only. </a:t>
            </a:r>
          </a:p>
        </p:txBody>
      </p:sp>
    </p:spTree>
    <p:extLst>
      <p:ext uri="{BB962C8B-B14F-4D97-AF65-F5344CB8AC3E}">
        <p14:creationId xmlns:p14="http://schemas.microsoft.com/office/powerpoint/2010/main" val="1780291505"/>
      </p:ext>
    </p:extLst>
  </p:cSld>
  <p:clrMapOvr>
    <a:masterClrMapping/>
  </p:clrMapOvr>
  <p:transition>
    <p:sndAc>
      <p:stSnd>
        <p:snd r:embed="rId1" name="click.wav"/>
      </p:stSnd>
    </p:sndAc>
  </p:transition>
</p:sldLayout>
</file>

<file path=ppt/slideLayouts/slideLayout71.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Footer Placeholder 4">
            <a:extLst>
              <a:ext uri="{FF2B5EF4-FFF2-40B4-BE49-F238E27FC236}">
                <a16:creationId xmlns:a16="http://schemas.microsoft.com/office/drawing/2014/main" id="{EC02FC38-AE3B-EFB4-D55D-0A5C97BB6371}"/>
              </a:ext>
            </a:extLst>
          </p:cNvPr>
          <p:cNvSpPr>
            <a:spLocks noGrp="1" noChangeArrowheads="1"/>
          </p:cNvSpPr>
          <p:nvPr>
            <p:ph type="ftr" sz="quarter" idx="10"/>
          </p:nvPr>
        </p:nvSpPr>
        <p:spPr/>
        <p:txBody>
          <a:bodyPr/>
          <a:lstStyle>
            <a:lvl1pPr>
              <a:defRPr/>
            </a:lvl1pPr>
          </a:lstStyle>
          <a:p>
            <a:pPr>
              <a:defRPr/>
            </a:pPr>
            <a:r>
              <a:rPr lang="en-GB" altLang="en-US" dirty="0"/>
              <a:t>© Pearson Education Ltd 2023. Copying permitted for purchasing institution only. </a:t>
            </a:r>
          </a:p>
        </p:txBody>
      </p:sp>
    </p:spTree>
    <p:extLst>
      <p:ext uri="{BB962C8B-B14F-4D97-AF65-F5344CB8AC3E}">
        <p14:creationId xmlns:p14="http://schemas.microsoft.com/office/powerpoint/2010/main" val="3112143027"/>
      </p:ext>
    </p:extLst>
  </p:cSld>
  <p:clrMapOvr>
    <a:masterClrMapping/>
  </p:clrMapOvr>
  <p:transition>
    <p:sndAc>
      <p:stSnd>
        <p:snd r:embed="rId1" name="click.wav"/>
      </p:stSnd>
    </p:sndAc>
  </p:transition>
</p:sldLayout>
</file>

<file path=ppt/slideLayouts/slideLayout72.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1" y="1195200"/>
            <a:ext cx="3008313" cy="865648"/>
          </a:xfrm>
          <a:prstGeom prst="rect">
            <a:avLst/>
          </a:prstGeom>
        </p:spPr>
        <p:txBody>
          <a:bodyPr anchor="b"/>
          <a:lstStyle>
            <a:lvl1pPr algn="r">
              <a:defRPr sz="2000" b="1"/>
            </a:lvl1pPr>
          </a:lstStyle>
          <a:p>
            <a:r>
              <a:rPr lang="en-US" dirty="0"/>
              <a:t>Click to edit Master title style</a:t>
            </a:r>
            <a:endParaRPr lang="en-GB" dirty="0"/>
          </a:p>
        </p:txBody>
      </p:sp>
      <p:sp>
        <p:nvSpPr>
          <p:cNvPr id="4" name="Text Placeholder 3"/>
          <p:cNvSpPr>
            <a:spLocks noGrp="1"/>
          </p:cNvSpPr>
          <p:nvPr>
            <p:ph type="body" sz="half" idx="2"/>
          </p:nvPr>
        </p:nvSpPr>
        <p:spPr>
          <a:xfrm>
            <a:off x="457201" y="2132857"/>
            <a:ext cx="3008313" cy="3993307"/>
          </a:xfrm>
          <a:prstGeom prst="rect">
            <a:avLst/>
          </a:prstGeo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3" name="Content Placeholder 2"/>
          <p:cNvSpPr>
            <a:spLocks noGrp="1"/>
          </p:cNvSpPr>
          <p:nvPr>
            <p:ph idx="1"/>
          </p:nvPr>
        </p:nvSpPr>
        <p:spPr>
          <a:xfrm>
            <a:off x="3575050" y="1195201"/>
            <a:ext cx="5111751" cy="4785395"/>
          </a:xfrm>
          <a:prstGeom prst="rect">
            <a:avLst/>
          </a:prstGeom>
        </p:spPr>
        <p:txBody>
          <a:bodyPr/>
          <a:lstStyle>
            <a:lvl1pPr>
              <a:buFont typeface="Wingdings" pitchFamily="2" charset="2"/>
              <a:buChar char="§"/>
              <a:defRPr sz="2400">
                <a:latin typeface="Arial" panose="020B0604020202020204" pitchFamily="34" charset="0"/>
                <a:cs typeface="Arial" panose="020B0604020202020204" pitchFamily="34" charset="0"/>
              </a:defRPr>
            </a:lvl1pPr>
            <a:lvl2pPr>
              <a:buFont typeface="Wingdings" pitchFamily="2" charset="2"/>
              <a:buChar char="§"/>
              <a:defRPr sz="2400">
                <a:latin typeface="Arial" panose="020B0604020202020204" pitchFamily="34" charset="0"/>
                <a:cs typeface="Arial" panose="020B0604020202020204" pitchFamily="34" charset="0"/>
              </a:defRPr>
            </a:lvl2pPr>
            <a:lvl3pPr>
              <a:buFont typeface="Wingdings" pitchFamily="2" charset="2"/>
              <a:buChar char="§"/>
              <a:defRPr sz="2400">
                <a:latin typeface="Arial" panose="020B0604020202020204" pitchFamily="34" charset="0"/>
                <a:cs typeface="Arial" panose="020B0604020202020204" pitchFamily="34" charset="0"/>
              </a:defRPr>
            </a:lvl3pPr>
            <a:lvl4pPr>
              <a:buFont typeface="Wingdings" pitchFamily="2" charset="2"/>
              <a:buChar char="§"/>
              <a:defRPr sz="2400">
                <a:latin typeface="Arial" panose="020B0604020202020204" pitchFamily="34" charset="0"/>
                <a:cs typeface="Arial" panose="020B0604020202020204" pitchFamily="34" charset="0"/>
              </a:defRPr>
            </a:lvl4pPr>
            <a:lvl5pPr>
              <a:buFont typeface="Wingdings" pitchFamily="2" charset="2"/>
              <a:buChar char="§"/>
              <a:defRPr sz="2400">
                <a:latin typeface="Arial" panose="020B0604020202020204" pitchFamily="34" charset="0"/>
                <a:cs typeface="Arial" panose="020B0604020202020204" pitchFamily="34" charset="0"/>
              </a:defRPr>
            </a:lvl5pPr>
            <a:lvl6pPr>
              <a:defRPr sz="2000"/>
            </a:lvl6pPr>
            <a:lvl7pPr>
              <a:defRPr sz="2000"/>
            </a:lvl7pPr>
            <a:lvl8pPr>
              <a:defRPr sz="2000"/>
            </a:lvl8pPr>
            <a:lvl9pPr>
              <a:defRPr sz="20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GB" dirty="0"/>
          </a:p>
        </p:txBody>
      </p:sp>
      <p:sp>
        <p:nvSpPr>
          <p:cNvPr id="5" name="Footer Placeholder 4">
            <a:extLst>
              <a:ext uri="{FF2B5EF4-FFF2-40B4-BE49-F238E27FC236}">
                <a16:creationId xmlns:a16="http://schemas.microsoft.com/office/drawing/2014/main" id="{4C26848C-3864-D4D5-F394-E8115F32BACC}"/>
              </a:ext>
            </a:extLst>
          </p:cNvPr>
          <p:cNvSpPr>
            <a:spLocks noGrp="1" noChangeArrowheads="1"/>
          </p:cNvSpPr>
          <p:nvPr>
            <p:ph type="ftr" sz="quarter" idx="10"/>
          </p:nvPr>
        </p:nvSpPr>
        <p:spPr/>
        <p:txBody>
          <a:bodyPr/>
          <a:lstStyle>
            <a:lvl1pPr>
              <a:defRPr/>
            </a:lvl1pPr>
          </a:lstStyle>
          <a:p>
            <a:pPr>
              <a:defRPr/>
            </a:pPr>
            <a:r>
              <a:rPr lang="en-GB" altLang="en-US" dirty="0"/>
              <a:t>© Pearson Education Ltd 2023. Copying permitted for purchasing institution only. </a:t>
            </a:r>
          </a:p>
        </p:txBody>
      </p:sp>
    </p:spTree>
    <p:extLst>
      <p:ext uri="{BB962C8B-B14F-4D97-AF65-F5344CB8AC3E}">
        <p14:creationId xmlns:p14="http://schemas.microsoft.com/office/powerpoint/2010/main" val="2826944765"/>
      </p:ext>
    </p:extLst>
  </p:cSld>
  <p:clrMapOvr>
    <a:masterClrMapping/>
  </p:clrMapOvr>
  <p:transition>
    <p:sndAc>
      <p:stSnd>
        <p:snd r:embed="rId1" name="click.wav"/>
      </p:stSnd>
    </p:sndAc>
  </p:transition>
</p:sldLayout>
</file>

<file path=ppt/slideLayouts/slideLayout73.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3" name="Picture Placeholder 2"/>
          <p:cNvSpPr>
            <a:spLocks noGrp="1"/>
          </p:cNvSpPr>
          <p:nvPr>
            <p:ph type="pic" idx="1"/>
          </p:nvPr>
        </p:nvSpPr>
        <p:spPr>
          <a:xfrm>
            <a:off x="1792288" y="1196752"/>
            <a:ext cx="5486400" cy="3530823"/>
          </a:xfrm>
          <a:prstGeom prst="rect">
            <a:avLst/>
          </a:prstGeom>
        </p:spPr>
        <p:txBody>
          <a:bodyPr rtlCol="0">
            <a:normAutofit/>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GB" noProof="0" dirty="0"/>
          </a:p>
        </p:txBody>
      </p:sp>
      <p:sp>
        <p:nvSpPr>
          <p:cNvPr id="2" name="Title 1"/>
          <p:cNvSpPr>
            <a:spLocks noGrp="1"/>
          </p:cNvSpPr>
          <p:nvPr>
            <p:ph type="title"/>
          </p:nvPr>
        </p:nvSpPr>
        <p:spPr>
          <a:xfrm>
            <a:off x="1792288" y="4800601"/>
            <a:ext cx="5486400" cy="566738"/>
          </a:xfrm>
          <a:prstGeom prst="rect">
            <a:avLst/>
          </a:prstGeom>
        </p:spPr>
        <p:txBody>
          <a:bodyPr anchor="b"/>
          <a:lstStyle>
            <a:lvl1pPr algn="r">
              <a:defRPr sz="2000" b="1"/>
            </a:lvl1pPr>
          </a:lstStyle>
          <a:p>
            <a:r>
              <a:rPr lang="en-US" dirty="0"/>
              <a:t>Click to edit Master title style</a:t>
            </a:r>
            <a:endParaRPr lang="en-GB" dirty="0"/>
          </a:p>
        </p:txBody>
      </p:sp>
      <p:sp>
        <p:nvSpPr>
          <p:cNvPr id="4" name="Text Placeholder 3"/>
          <p:cNvSpPr>
            <a:spLocks noGrp="1"/>
          </p:cNvSpPr>
          <p:nvPr>
            <p:ph type="body" sz="half" idx="2"/>
          </p:nvPr>
        </p:nvSpPr>
        <p:spPr>
          <a:xfrm>
            <a:off x="1792288" y="5440363"/>
            <a:ext cx="5486400" cy="731837"/>
          </a:xfrm>
          <a:prstGeom prst="rect">
            <a:avLst/>
          </a:prstGeo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dirty="0"/>
              <a:t>Click to edit Master text styles</a:t>
            </a:r>
          </a:p>
        </p:txBody>
      </p:sp>
      <p:sp>
        <p:nvSpPr>
          <p:cNvPr id="5" name="Footer Placeholder 4">
            <a:extLst>
              <a:ext uri="{FF2B5EF4-FFF2-40B4-BE49-F238E27FC236}">
                <a16:creationId xmlns:a16="http://schemas.microsoft.com/office/drawing/2014/main" id="{3632E2FE-4AF5-990F-FA9F-82F73DAD8F6E}"/>
              </a:ext>
            </a:extLst>
          </p:cNvPr>
          <p:cNvSpPr>
            <a:spLocks noGrp="1" noChangeArrowheads="1"/>
          </p:cNvSpPr>
          <p:nvPr>
            <p:ph type="ftr" sz="quarter" idx="10"/>
          </p:nvPr>
        </p:nvSpPr>
        <p:spPr/>
        <p:txBody>
          <a:bodyPr/>
          <a:lstStyle>
            <a:lvl1pPr>
              <a:defRPr/>
            </a:lvl1pPr>
          </a:lstStyle>
          <a:p>
            <a:pPr>
              <a:defRPr/>
            </a:pPr>
            <a:r>
              <a:rPr lang="en-GB" altLang="en-US" dirty="0"/>
              <a:t>© Pearson Education Ltd 2023. Copying permitted for purchasing institution only. </a:t>
            </a:r>
          </a:p>
        </p:txBody>
      </p:sp>
    </p:spTree>
    <p:extLst>
      <p:ext uri="{BB962C8B-B14F-4D97-AF65-F5344CB8AC3E}">
        <p14:creationId xmlns:p14="http://schemas.microsoft.com/office/powerpoint/2010/main" val="3846126300"/>
      </p:ext>
    </p:extLst>
  </p:cSld>
  <p:clrMapOvr>
    <a:masterClrMapping/>
  </p:clrMapOvr>
  <p:transition>
    <p:sndAc>
      <p:stSnd>
        <p:snd r:embed="rId1" name="click.wav"/>
      </p:stSnd>
    </p:sndAc>
  </p:transition>
</p:sldLayout>
</file>

<file path=ppt/slideLayouts/slideLayout74.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a:lstStyle/>
          <a:p>
            <a:r>
              <a:rPr lang="en-US" dirty="0"/>
              <a:t>Click to edit Master title style</a:t>
            </a:r>
            <a:endParaRPr lang="en-GB" dirty="0"/>
          </a:p>
        </p:txBody>
      </p:sp>
      <p:sp>
        <p:nvSpPr>
          <p:cNvPr id="3" name="Vertical Text Placeholder 2"/>
          <p:cNvSpPr>
            <a:spLocks noGrp="1"/>
          </p:cNvSpPr>
          <p:nvPr>
            <p:ph type="body" orient="vert" idx="1"/>
          </p:nvPr>
        </p:nvSpPr>
        <p:spPr>
          <a:xfrm>
            <a:off x="468314" y="2196001"/>
            <a:ext cx="8207375" cy="3950444"/>
          </a:xfrm>
          <a:prstGeom prst="rect">
            <a:avLst/>
          </a:prstGeom>
        </p:spPr>
        <p:txBody>
          <a:bodyPr vert="eaVert"/>
          <a:lstStyle>
            <a:lvl1pPr>
              <a:buFont typeface="Wingdings" pitchFamily="2" charset="2"/>
              <a:buChar char="§"/>
              <a:defRPr>
                <a:latin typeface="Arial" panose="020B0604020202020204" pitchFamily="34" charset="0"/>
                <a:cs typeface="Arial" panose="020B0604020202020204" pitchFamily="34" charset="0"/>
              </a:defRPr>
            </a:lvl1pPr>
            <a:lvl2pPr>
              <a:buFont typeface="Wingdings" pitchFamily="2" charset="2"/>
              <a:buChar char="§"/>
              <a:defRPr>
                <a:latin typeface="Arial" panose="020B0604020202020204" pitchFamily="34" charset="0"/>
                <a:cs typeface="Arial" panose="020B0604020202020204" pitchFamily="34" charset="0"/>
              </a:defRPr>
            </a:lvl2pPr>
            <a:lvl3pPr>
              <a:buFont typeface="Wingdings" pitchFamily="2" charset="2"/>
              <a:buChar char="§"/>
              <a:defRPr>
                <a:latin typeface="Arial" panose="020B0604020202020204" pitchFamily="34" charset="0"/>
                <a:cs typeface="Arial" panose="020B0604020202020204" pitchFamily="34" charset="0"/>
              </a:defRPr>
            </a:lvl3pPr>
            <a:lvl4pPr>
              <a:buFont typeface="Wingdings" pitchFamily="2" charset="2"/>
              <a:buChar char="§"/>
              <a:defRPr>
                <a:latin typeface="Arial" panose="020B0604020202020204" pitchFamily="34" charset="0"/>
                <a:cs typeface="Arial" panose="020B0604020202020204" pitchFamily="34" charset="0"/>
              </a:defRPr>
            </a:lvl4pPr>
            <a:lvl5pPr>
              <a:buFont typeface="Wingdings" pitchFamily="2" charset="2"/>
              <a:buChar char="§"/>
              <a:defRPr>
                <a:latin typeface="Arial" panose="020B0604020202020204" pitchFamily="34" charset="0"/>
                <a:cs typeface="Arial" panose="020B0604020202020204" pitchFamily="34"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GB" dirty="0"/>
          </a:p>
        </p:txBody>
      </p:sp>
      <p:sp>
        <p:nvSpPr>
          <p:cNvPr id="4" name="Footer Placeholder 4">
            <a:extLst>
              <a:ext uri="{FF2B5EF4-FFF2-40B4-BE49-F238E27FC236}">
                <a16:creationId xmlns:a16="http://schemas.microsoft.com/office/drawing/2014/main" id="{9DF127B6-FB7B-DA34-ED52-7487CA115375}"/>
              </a:ext>
            </a:extLst>
          </p:cNvPr>
          <p:cNvSpPr>
            <a:spLocks noGrp="1" noChangeArrowheads="1"/>
          </p:cNvSpPr>
          <p:nvPr>
            <p:ph type="ftr" sz="quarter" idx="10"/>
          </p:nvPr>
        </p:nvSpPr>
        <p:spPr/>
        <p:txBody>
          <a:bodyPr/>
          <a:lstStyle>
            <a:lvl1pPr>
              <a:defRPr/>
            </a:lvl1pPr>
          </a:lstStyle>
          <a:p>
            <a:pPr>
              <a:defRPr/>
            </a:pPr>
            <a:r>
              <a:rPr lang="en-GB" altLang="en-US" dirty="0"/>
              <a:t>© Pearson Education Ltd 2023. Copying permitted for purchasing institution only. </a:t>
            </a:r>
          </a:p>
        </p:txBody>
      </p:sp>
    </p:spTree>
    <p:extLst>
      <p:ext uri="{BB962C8B-B14F-4D97-AF65-F5344CB8AC3E}">
        <p14:creationId xmlns:p14="http://schemas.microsoft.com/office/powerpoint/2010/main" val="3091287960"/>
      </p:ext>
    </p:extLst>
  </p:cSld>
  <p:clrMapOvr>
    <a:masterClrMapping/>
  </p:clrMapOvr>
  <p:transition>
    <p:sndAc>
      <p:stSnd>
        <p:snd r:embed="rId1" name="click.wav"/>
      </p:stSnd>
    </p:sndAc>
  </p:transition>
</p:sldLayout>
</file>

<file path=ppt/slideLayouts/slideLayout75.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1195201"/>
            <a:ext cx="2057400" cy="4814540"/>
          </a:xfrm>
          <a:prstGeom prst="rect">
            <a:avLst/>
          </a:prstGeom>
        </p:spPr>
        <p:txBody>
          <a:bodyPr vert="eaVert"/>
          <a:lstStyle>
            <a:lvl1pPr>
              <a:defRPr>
                <a:latin typeface="Arial" panose="020B0604020202020204" pitchFamily="34" charset="0"/>
                <a:cs typeface="Arial" panose="020B0604020202020204" pitchFamily="34" charset="0"/>
              </a:defRPr>
            </a:lvl1pPr>
          </a:lstStyle>
          <a:p>
            <a:r>
              <a:rPr lang="en-US" dirty="0"/>
              <a:t>Click to edit Master title style</a:t>
            </a:r>
            <a:endParaRPr lang="en-GB" dirty="0"/>
          </a:p>
        </p:txBody>
      </p:sp>
      <p:sp>
        <p:nvSpPr>
          <p:cNvPr id="3" name="Vertical Text Placeholder 2"/>
          <p:cNvSpPr>
            <a:spLocks noGrp="1"/>
          </p:cNvSpPr>
          <p:nvPr>
            <p:ph type="body" orient="vert" idx="1"/>
          </p:nvPr>
        </p:nvSpPr>
        <p:spPr>
          <a:xfrm>
            <a:off x="457200" y="1195201"/>
            <a:ext cx="6019800" cy="4814540"/>
          </a:xfrm>
          <a:prstGeom prst="rect">
            <a:avLst/>
          </a:prstGeom>
        </p:spPr>
        <p:txBody>
          <a:bodyPr vert="eaVert"/>
          <a:lstStyle>
            <a:lvl1pPr>
              <a:defRPr>
                <a:latin typeface="Arial" panose="020B0604020202020204" pitchFamily="34" charset="0"/>
                <a:cs typeface="Arial" panose="020B0604020202020204" pitchFamily="34" charset="0"/>
              </a:defRPr>
            </a:lvl1pPr>
            <a:lvl2pPr>
              <a:buFont typeface="Wingdings" pitchFamily="2" charset="2"/>
              <a:buChar char="§"/>
              <a:defRPr>
                <a:latin typeface="Arial" panose="020B0604020202020204" pitchFamily="34" charset="0"/>
                <a:cs typeface="Arial" panose="020B0604020202020204" pitchFamily="34" charset="0"/>
              </a:defRPr>
            </a:lvl2pPr>
            <a:lvl3pPr>
              <a:buFont typeface="Wingdings" pitchFamily="2" charset="2"/>
              <a:buChar char="§"/>
              <a:defRPr>
                <a:latin typeface="Arial" panose="020B0604020202020204" pitchFamily="34" charset="0"/>
                <a:cs typeface="Arial" panose="020B0604020202020204" pitchFamily="34" charset="0"/>
              </a:defRPr>
            </a:lvl3pPr>
            <a:lvl4pPr>
              <a:buFont typeface="Wingdings" pitchFamily="2" charset="2"/>
              <a:buChar char="§"/>
              <a:defRPr>
                <a:latin typeface="Arial" panose="020B0604020202020204" pitchFamily="34" charset="0"/>
                <a:cs typeface="Arial" panose="020B0604020202020204" pitchFamily="34" charset="0"/>
              </a:defRPr>
            </a:lvl4pPr>
            <a:lvl5pPr>
              <a:buFont typeface="Wingdings" pitchFamily="2" charset="2"/>
              <a:buChar char="§"/>
              <a:defRPr>
                <a:latin typeface="Arial" panose="020B0604020202020204" pitchFamily="34" charset="0"/>
                <a:cs typeface="Arial" panose="020B0604020202020204" pitchFamily="34"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GB" dirty="0"/>
          </a:p>
        </p:txBody>
      </p:sp>
      <p:sp>
        <p:nvSpPr>
          <p:cNvPr id="4" name="Footer Placeholder 4">
            <a:extLst>
              <a:ext uri="{FF2B5EF4-FFF2-40B4-BE49-F238E27FC236}">
                <a16:creationId xmlns:a16="http://schemas.microsoft.com/office/drawing/2014/main" id="{63741A9B-C779-47D9-992F-A21FA3584BC6}"/>
              </a:ext>
            </a:extLst>
          </p:cNvPr>
          <p:cNvSpPr>
            <a:spLocks noGrp="1" noChangeArrowheads="1"/>
          </p:cNvSpPr>
          <p:nvPr>
            <p:ph type="ftr" sz="quarter" idx="10"/>
          </p:nvPr>
        </p:nvSpPr>
        <p:spPr/>
        <p:txBody>
          <a:bodyPr/>
          <a:lstStyle>
            <a:lvl1pPr>
              <a:defRPr/>
            </a:lvl1pPr>
          </a:lstStyle>
          <a:p>
            <a:pPr>
              <a:defRPr/>
            </a:pPr>
            <a:r>
              <a:rPr lang="en-GB" altLang="en-US" dirty="0"/>
              <a:t>© Pearson Education Ltd 2023. Copying permitted for purchasing institution only. </a:t>
            </a:r>
          </a:p>
        </p:txBody>
      </p:sp>
    </p:spTree>
    <p:extLst>
      <p:ext uri="{BB962C8B-B14F-4D97-AF65-F5344CB8AC3E}">
        <p14:creationId xmlns:p14="http://schemas.microsoft.com/office/powerpoint/2010/main" val="112540367"/>
      </p:ext>
    </p:extLst>
  </p:cSld>
  <p:clrMapOvr>
    <a:masterClrMapping/>
  </p:clrMapOvr>
  <p:transition>
    <p:sndAc>
      <p:stSnd>
        <p:snd r:embed="rId1" name="click.wav"/>
      </p:stSnd>
    </p:sndAc>
  </p:transition>
</p:sldLayout>
</file>

<file path=ppt/slideLayouts/slideLayout76.xml><?xml version="1.0" encoding="utf-8"?>
<p:sldLayout xmlns:a="http://schemas.openxmlformats.org/drawingml/2006/main" xmlns:r="http://schemas.openxmlformats.org/officeDocument/2006/relationships" xmlns:p="http://schemas.openxmlformats.org/presentationml/2006/main" type="tbl" preserve="1">
  <p:cSld name="Title and Table">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a:lstStyle/>
          <a:p>
            <a:r>
              <a:rPr lang="en-US"/>
              <a:t>Click to edit Master title style</a:t>
            </a:r>
            <a:endParaRPr lang="en-GB"/>
          </a:p>
        </p:txBody>
      </p:sp>
      <p:sp>
        <p:nvSpPr>
          <p:cNvPr id="3" name="Table Placeholder 2"/>
          <p:cNvSpPr>
            <a:spLocks noGrp="1"/>
          </p:cNvSpPr>
          <p:nvPr>
            <p:ph type="tbl" idx="1"/>
          </p:nvPr>
        </p:nvSpPr>
        <p:spPr>
          <a:xfrm>
            <a:off x="479426" y="2196000"/>
            <a:ext cx="8207375" cy="4041312"/>
          </a:xfrm>
          <a:prstGeom prst="rect">
            <a:avLst/>
          </a:prstGeom>
        </p:spPr>
        <p:txBody>
          <a:bodyPr rtlCol="0">
            <a:normAutofit/>
          </a:bodyPr>
          <a:lstStyle/>
          <a:p>
            <a:pPr lvl="0"/>
            <a:endParaRPr lang="en-GB" noProof="0" dirty="0"/>
          </a:p>
        </p:txBody>
      </p:sp>
      <p:sp>
        <p:nvSpPr>
          <p:cNvPr id="4" name="Footer Placeholder 4">
            <a:extLst>
              <a:ext uri="{FF2B5EF4-FFF2-40B4-BE49-F238E27FC236}">
                <a16:creationId xmlns:a16="http://schemas.microsoft.com/office/drawing/2014/main" id="{AF875707-4545-7C5E-C4A1-F2B0323DEB00}"/>
              </a:ext>
            </a:extLst>
          </p:cNvPr>
          <p:cNvSpPr>
            <a:spLocks noGrp="1" noChangeArrowheads="1"/>
          </p:cNvSpPr>
          <p:nvPr>
            <p:ph type="ftr" sz="quarter" idx="10"/>
          </p:nvPr>
        </p:nvSpPr>
        <p:spPr/>
        <p:txBody>
          <a:bodyPr/>
          <a:lstStyle>
            <a:lvl1pPr>
              <a:defRPr/>
            </a:lvl1pPr>
          </a:lstStyle>
          <a:p>
            <a:pPr>
              <a:defRPr/>
            </a:pPr>
            <a:r>
              <a:rPr lang="en-GB" altLang="en-US" dirty="0"/>
              <a:t>© Pearson Education Ltd 2023. Copying permitted for purchasing institution only. </a:t>
            </a:r>
          </a:p>
        </p:txBody>
      </p:sp>
    </p:spTree>
    <p:extLst>
      <p:ext uri="{BB962C8B-B14F-4D97-AF65-F5344CB8AC3E}">
        <p14:creationId xmlns:p14="http://schemas.microsoft.com/office/powerpoint/2010/main" val="2531894227"/>
      </p:ext>
    </p:extLst>
  </p:cSld>
  <p:clrMapOvr>
    <a:masterClrMapping/>
  </p:clrMapOvr>
  <p:transition>
    <p:sndAc>
      <p:stSnd>
        <p:snd r:embed="rId1" name="click.wav"/>
      </p:stSnd>
    </p:sndAc>
  </p:transition>
</p:sldLayout>
</file>

<file path=ppt/slideLayouts/slideLayout77.xml><?xml version="1.0" encoding="utf-8"?>
<p:sldLayout xmlns:a="http://schemas.openxmlformats.org/drawingml/2006/main" xmlns:r="http://schemas.openxmlformats.org/officeDocument/2006/relationships" xmlns:p="http://schemas.openxmlformats.org/presentationml/2006/main" userDrawn="1">
  <p:cSld name="1_Two Content">
    <p:spTree>
      <p:nvGrpSpPr>
        <p:cNvPr id="1" name=""/>
        <p:cNvGrpSpPr/>
        <p:nvPr/>
      </p:nvGrpSpPr>
      <p:grpSpPr>
        <a:xfrm>
          <a:off x="0" y="0"/>
          <a:ext cx="0" cy="0"/>
          <a:chOff x="0" y="0"/>
          <a:chExt cx="0" cy="0"/>
        </a:xfrm>
      </p:grpSpPr>
      <p:sp>
        <p:nvSpPr>
          <p:cNvPr id="6" name="Title 1"/>
          <p:cNvSpPr>
            <a:spLocks noGrp="1"/>
          </p:cNvSpPr>
          <p:nvPr>
            <p:ph type="title"/>
          </p:nvPr>
        </p:nvSpPr>
        <p:spPr>
          <a:xfrm>
            <a:off x="457200" y="1195388"/>
            <a:ext cx="8229600" cy="863600"/>
          </a:xfrm>
          <a:prstGeom prst="rect">
            <a:avLst/>
          </a:prstGeom>
        </p:spPr>
        <p:txBody>
          <a:bodyPr/>
          <a:lstStyle/>
          <a:p>
            <a:r>
              <a:rPr lang="en-GB" altLang="en-US" dirty="0"/>
              <a:t>Heading</a:t>
            </a:r>
          </a:p>
        </p:txBody>
      </p:sp>
      <p:sp>
        <p:nvSpPr>
          <p:cNvPr id="7" name="Content Placeholder 3"/>
          <p:cNvSpPr>
            <a:spLocks noGrp="1"/>
          </p:cNvSpPr>
          <p:nvPr>
            <p:ph sz="half" idx="2"/>
          </p:nvPr>
        </p:nvSpPr>
        <p:spPr>
          <a:xfrm>
            <a:off x="684213" y="2195513"/>
            <a:ext cx="7991475" cy="3609975"/>
          </a:xfrm>
          <a:prstGeom prst="rect">
            <a:avLst/>
          </a:prstGeom>
        </p:spPr>
        <p:txBody>
          <a:bodyPr/>
          <a:lstStyle/>
          <a:p>
            <a:r>
              <a:rPr lang="en-GB" altLang="en-US" dirty="0"/>
              <a:t>Body text </a:t>
            </a:r>
            <a:r>
              <a:rPr lang="en-GB" altLang="en-US" dirty="0" err="1"/>
              <a:t>xxxxxxxxxxxxxxxxxxxxxxxxxxxxxxxxxxxxxxxxx</a:t>
            </a:r>
            <a:r>
              <a:rPr lang="en-GB" altLang="en-US" dirty="0"/>
              <a:t>:</a:t>
            </a:r>
          </a:p>
          <a:p>
            <a:pPr lvl="1"/>
            <a:r>
              <a:rPr lang="en-GB" altLang="en-US" dirty="0"/>
              <a:t>Bullet text</a:t>
            </a:r>
          </a:p>
          <a:p>
            <a:pPr lvl="1"/>
            <a:r>
              <a:rPr lang="en-GB" altLang="en-US" dirty="0"/>
              <a:t>Bullet text</a:t>
            </a:r>
          </a:p>
          <a:p>
            <a:pPr lvl="1"/>
            <a:endParaRPr lang="en-GB" altLang="en-US" dirty="0"/>
          </a:p>
        </p:txBody>
      </p:sp>
      <p:sp>
        <p:nvSpPr>
          <p:cNvPr id="2" name="Footer Placeholder 4">
            <a:extLst>
              <a:ext uri="{FF2B5EF4-FFF2-40B4-BE49-F238E27FC236}">
                <a16:creationId xmlns:a16="http://schemas.microsoft.com/office/drawing/2014/main" id="{47F8C46B-97F2-9941-FA1B-60A0A697ED7C}"/>
              </a:ext>
            </a:extLst>
          </p:cNvPr>
          <p:cNvSpPr>
            <a:spLocks noGrp="1" noChangeArrowheads="1"/>
          </p:cNvSpPr>
          <p:nvPr>
            <p:ph type="ftr" sz="quarter" idx="10"/>
          </p:nvPr>
        </p:nvSpPr>
        <p:spPr/>
        <p:txBody>
          <a:bodyPr/>
          <a:lstStyle>
            <a:lvl1pPr>
              <a:defRPr/>
            </a:lvl1pPr>
          </a:lstStyle>
          <a:p>
            <a:pPr>
              <a:defRPr/>
            </a:pPr>
            <a:r>
              <a:rPr lang="en-GB" altLang="en-US" dirty="0"/>
              <a:t>© Pearson Education Ltd 2023. Copying permitted for purchasing institution only. </a:t>
            </a:r>
          </a:p>
        </p:txBody>
      </p:sp>
    </p:spTree>
    <p:extLst>
      <p:ext uri="{BB962C8B-B14F-4D97-AF65-F5344CB8AC3E}">
        <p14:creationId xmlns:p14="http://schemas.microsoft.com/office/powerpoint/2010/main" val="488277242"/>
      </p:ext>
    </p:extLst>
  </p:cSld>
  <p:clrMapOvr>
    <a:masterClrMapping/>
  </p:clrMapOvr>
  <p:transition>
    <p:sndAc>
      <p:stSnd>
        <p:snd r:embed="rId1" name="click.wav"/>
      </p:stSnd>
    </p:sndAc>
  </p:transition>
</p:sldLayout>
</file>

<file path=ppt/slideLayouts/slideLayout78.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6"/>
            <a:ext cx="7772400" cy="1470025"/>
          </a:xfrm>
          <a:prstGeom prst="rect">
            <a:avLst/>
          </a:prstGeom>
        </p:spPr>
        <p:txBody>
          <a:bodyPr/>
          <a:lstStyle/>
          <a:p>
            <a:r>
              <a:rPr lang="en-US"/>
              <a:t>Click to edit Master title style</a:t>
            </a:r>
            <a:endParaRPr lang="en-GB"/>
          </a:p>
        </p:txBody>
      </p:sp>
      <p:sp>
        <p:nvSpPr>
          <p:cNvPr id="3" name="Subtitle 2"/>
          <p:cNvSpPr>
            <a:spLocks noGrp="1"/>
          </p:cNvSpPr>
          <p:nvPr>
            <p:ph type="subTitle" idx="1"/>
          </p:nvPr>
        </p:nvSpPr>
        <p:spPr>
          <a:xfrm>
            <a:off x="1371600" y="3886200"/>
            <a:ext cx="6400800" cy="1752600"/>
          </a:xfrm>
          <a:prstGeom prst="rect">
            <a:avLst/>
          </a:prstGeo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en-US" dirty="0"/>
              <a:t>Click to edit Master subtitle style</a:t>
            </a:r>
            <a:endParaRPr lang="en-GB" dirty="0"/>
          </a:p>
        </p:txBody>
      </p:sp>
      <p:sp>
        <p:nvSpPr>
          <p:cNvPr id="4" name="Footer Placeholder 4">
            <a:extLst>
              <a:ext uri="{FF2B5EF4-FFF2-40B4-BE49-F238E27FC236}">
                <a16:creationId xmlns:a16="http://schemas.microsoft.com/office/drawing/2014/main" id="{3A0305BB-39CB-2010-297C-4A457FC45F96}"/>
              </a:ext>
            </a:extLst>
          </p:cNvPr>
          <p:cNvSpPr>
            <a:spLocks noGrp="1" noChangeArrowheads="1"/>
          </p:cNvSpPr>
          <p:nvPr>
            <p:ph type="ftr" sz="quarter" idx="10"/>
          </p:nvPr>
        </p:nvSpPr>
        <p:spPr/>
        <p:txBody>
          <a:bodyPr/>
          <a:lstStyle>
            <a:lvl1pPr>
              <a:defRPr/>
            </a:lvl1pPr>
          </a:lstStyle>
          <a:p>
            <a:pPr>
              <a:defRPr/>
            </a:pPr>
            <a:r>
              <a:rPr lang="en-GB" altLang="en-US" dirty="0"/>
              <a:t>© Pearson Education Ltd 2023. Copying permitted for purchasing institution only. </a:t>
            </a:r>
          </a:p>
        </p:txBody>
      </p:sp>
    </p:spTree>
    <p:extLst>
      <p:ext uri="{BB962C8B-B14F-4D97-AF65-F5344CB8AC3E}">
        <p14:creationId xmlns:p14="http://schemas.microsoft.com/office/powerpoint/2010/main" val="2201847582"/>
      </p:ext>
    </p:extLst>
  </p:cSld>
  <p:clrMapOvr>
    <a:masterClrMapping/>
  </p:clrMapOvr>
  <p:transition>
    <p:sndAc>
      <p:stSnd>
        <p:snd r:embed="rId1" name="click.wav"/>
      </p:stSnd>
    </p:sndAc>
  </p:transition>
</p:sldLayout>
</file>

<file path=ppt/slideLayouts/slideLayout79.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a:lstStyle/>
          <a:p>
            <a:r>
              <a:rPr lang="en-US" dirty="0"/>
              <a:t>Click to edit Master title style</a:t>
            </a:r>
            <a:endParaRPr lang="en-GB" dirty="0"/>
          </a:p>
        </p:txBody>
      </p:sp>
      <p:sp>
        <p:nvSpPr>
          <p:cNvPr id="3" name="Content Placeholder 2"/>
          <p:cNvSpPr>
            <a:spLocks noGrp="1"/>
          </p:cNvSpPr>
          <p:nvPr>
            <p:ph idx="1"/>
          </p:nvPr>
        </p:nvSpPr>
        <p:spPr>
          <a:xfrm>
            <a:off x="468314" y="2196000"/>
            <a:ext cx="8207375" cy="3878436"/>
          </a:xfrm>
          <a:prstGeom prst="rect">
            <a:avLst/>
          </a:prstGeom>
        </p:spPr>
        <p:txBody>
          <a:bodyPr/>
          <a:lstStyle>
            <a:lvl1pPr>
              <a:buFont typeface="Wingdings" pitchFamily="2" charset="2"/>
              <a:buChar char="§"/>
              <a:defRPr>
                <a:latin typeface="Arial" panose="020B0604020202020204" pitchFamily="34" charset="0"/>
                <a:cs typeface="Arial" panose="020B0604020202020204" pitchFamily="34" charset="0"/>
              </a:defRPr>
            </a:lvl1pPr>
            <a:lvl2pPr>
              <a:buFont typeface="Wingdings" pitchFamily="2" charset="2"/>
              <a:buChar char="§"/>
              <a:defRPr>
                <a:latin typeface="Arial" panose="020B0604020202020204" pitchFamily="34" charset="0"/>
                <a:cs typeface="Arial" panose="020B0604020202020204" pitchFamily="34" charset="0"/>
              </a:defRPr>
            </a:lvl2pPr>
            <a:lvl3pPr>
              <a:buFont typeface="Wingdings" pitchFamily="2" charset="2"/>
              <a:buChar char="§"/>
              <a:defRPr>
                <a:latin typeface="Arial" panose="020B0604020202020204" pitchFamily="34" charset="0"/>
                <a:cs typeface="Arial" panose="020B0604020202020204" pitchFamily="34" charset="0"/>
              </a:defRPr>
            </a:lvl3pPr>
            <a:lvl4pPr>
              <a:buFont typeface="Wingdings" pitchFamily="2" charset="2"/>
              <a:buChar char="§"/>
              <a:defRPr>
                <a:latin typeface="Arial" panose="020B0604020202020204" pitchFamily="34" charset="0"/>
                <a:cs typeface="Arial" panose="020B0604020202020204" pitchFamily="34" charset="0"/>
              </a:defRPr>
            </a:lvl4pPr>
            <a:lvl5pPr>
              <a:buFont typeface="Wingdings" pitchFamily="2" charset="2"/>
              <a:buChar char="§"/>
              <a:defRPr>
                <a:latin typeface="Arial" panose="020B0604020202020204" pitchFamily="34" charset="0"/>
                <a:cs typeface="Arial" panose="020B0604020202020204" pitchFamily="34"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GB" dirty="0"/>
          </a:p>
        </p:txBody>
      </p:sp>
      <p:sp>
        <p:nvSpPr>
          <p:cNvPr id="4" name="Footer Placeholder 4">
            <a:extLst>
              <a:ext uri="{FF2B5EF4-FFF2-40B4-BE49-F238E27FC236}">
                <a16:creationId xmlns:a16="http://schemas.microsoft.com/office/drawing/2014/main" id="{91A7AFBE-AB6C-ABC5-09E7-9F4EA3B95410}"/>
              </a:ext>
            </a:extLst>
          </p:cNvPr>
          <p:cNvSpPr>
            <a:spLocks noGrp="1" noChangeArrowheads="1"/>
          </p:cNvSpPr>
          <p:nvPr>
            <p:ph type="ftr" sz="quarter" idx="10"/>
          </p:nvPr>
        </p:nvSpPr>
        <p:spPr/>
        <p:txBody>
          <a:bodyPr/>
          <a:lstStyle>
            <a:lvl1pPr>
              <a:defRPr/>
            </a:lvl1pPr>
          </a:lstStyle>
          <a:p>
            <a:pPr>
              <a:defRPr/>
            </a:pPr>
            <a:r>
              <a:rPr lang="en-GB" altLang="en-US" dirty="0"/>
              <a:t>© Pearson Education Ltd 2023. Copying permitted for purchasing institution only. </a:t>
            </a:r>
          </a:p>
        </p:txBody>
      </p:sp>
    </p:spTree>
    <p:extLst>
      <p:ext uri="{BB962C8B-B14F-4D97-AF65-F5344CB8AC3E}">
        <p14:creationId xmlns:p14="http://schemas.microsoft.com/office/powerpoint/2010/main" val="1199058961"/>
      </p:ext>
    </p:extLst>
  </p:cSld>
  <p:clrMapOvr>
    <a:masterClrMapping/>
  </p:clrMapOvr>
  <p:transition>
    <p:sndAc>
      <p:stSnd>
        <p:snd r:embed="rId1" name="click.wav"/>
      </p:stSnd>
    </p:sndAc>
  </p:transition>
</p:sldLayout>
</file>

<file path=ppt/slideLayouts/slideLayout80.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a:prstGeom prst="rect">
            <a:avLst/>
          </a:prstGeom>
        </p:spPr>
        <p:txBody>
          <a:bodyPr anchor="t"/>
          <a:lstStyle>
            <a:lvl1pPr algn="r">
              <a:defRPr sz="4000" b="1" cap="all"/>
            </a:lvl1pPr>
          </a:lstStyle>
          <a:p>
            <a:r>
              <a:rPr lang="en-US"/>
              <a:t>Click to edit Master title style</a:t>
            </a:r>
            <a:endParaRPr lang="en-GB"/>
          </a:p>
        </p:txBody>
      </p:sp>
      <p:sp>
        <p:nvSpPr>
          <p:cNvPr id="3" name="Text Placeholder 2"/>
          <p:cNvSpPr>
            <a:spLocks noGrp="1"/>
          </p:cNvSpPr>
          <p:nvPr>
            <p:ph type="body" idx="1"/>
          </p:nvPr>
        </p:nvSpPr>
        <p:spPr>
          <a:xfrm>
            <a:off x="722313" y="2906714"/>
            <a:ext cx="7772400" cy="1500187"/>
          </a:xfrm>
          <a:prstGeom prst="rect">
            <a:avLst/>
          </a:prstGeo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a:t>Click to edit Master text styles</a:t>
            </a:r>
          </a:p>
        </p:txBody>
      </p:sp>
      <p:sp>
        <p:nvSpPr>
          <p:cNvPr id="4" name="Footer Placeholder 4">
            <a:extLst>
              <a:ext uri="{FF2B5EF4-FFF2-40B4-BE49-F238E27FC236}">
                <a16:creationId xmlns:a16="http://schemas.microsoft.com/office/drawing/2014/main" id="{C2AEDFE9-EE41-D362-E546-E91D5FC64E76}"/>
              </a:ext>
            </a:extLst>
          </p:cNvPr>
          <p:cNvSpPr>
            <a:spLocks noGrp="1" noChangeArrowheads="1"/>
          </p:cNvSpPr>
          <p:nvPr>
            <p:ph type="ftr" sz="quarter" idx="10"/>
          </p:nvPr>
        </p:nvSpPr>
        <p:spPr/>
        <p:txBody>
          <a:bodyPr/>
          <a:lstStyle>
            <a:lvl1pPr>
              <a:defRPr/>
            </a:lvl1pPr>
          </a:lstStyle>
          <a:p>
            <a:pPr>
              <a:defRPr/>
            </a:pPr>
            <a:r>
              <a:rPr lang="en-GB" altLang="en-US" dirty="0"/>
              <a:t>© Pearson Education Ltd 2023. Copying permitted for purchasing institution only. </a:t>
            </a:r>
          </a:p>
        </p:txBody>
      </p:sp>
    </p:spTree>
    <p:extLst>
      <p:ext uri="{BB962C8B-B14F-4D97-AF65-F5344CB8AC3E}">
        <p14:creationId xmlns:p14="http://schemas.microsoft.com/office/powerpoint/2010/main" val="1375318916"/>
      </p:ext>
    </p:extLst>
  </p:cSld>
  <p:clrMapOvr>
    <a:masterClrMapping/>
  </p:clrMapOvr>
  <p:transition>
    <p:sndAc>
      <p:stSnd>
        <p:snd r:embed="rId1" name="click.wav"/>
      </p:stSnd>
    </p:sndAc>
  </p:transition>
</p:sldLayout>
</file>

<file path=ppt/slideLayouts/slideLayout81.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a:lstStyle/>
          <a:p>
            <a:r>
              <a:rPr lang="en-US" dirty="0"/>
              <a:t>Click to edit Master title style</a:t>
            </a:r>
            <a:endParaRPr lang="en-GB" dirty="0"/>
          </a:p>
        </p:txBody>
      </p:sp>
      <p:sp>
        <p:nvSpPr>
          <p:cNvPr id="3" name="Content Placeholder 2"/>
          <p:cNvSpPr>
            <a:spLocks noGrp="1"/>
          </p:cNvSpPr>
          <p:nvPr>
            <p:ph sz="half" idx="1"/>
          </p:nvPr>
        </p:nvSpPr>
        <p:spPr>
          <a:xfrm>
            <a:off x="468314" y="2196001"/>
            <a:ext cx="4027487" cy="4024100"/>
          </a:xfrm>
          <a:prstGeom prst="rect">
            <a:avLst/>
          </a:prstGeom>
        </p:spPr>
        <p:txBody>
          <a:bodyPr/>
          <a:lstStyle>
            <a:lvl1pPr>
              <a:buFont typeface="Wingdings" pitchFamily="2" charset="2"/>
              <a:buChar char="§"/>
              <a:defRPr sz="2400">
                <a:latin typeface="Arial" panose="020B0604020202020204" pitchFamily="34" charset="0"/>
                <a:cs typeface="Arial" panose="020B0604020202020204" pitchFamily="34" charset="0"/>
              </a:defRPr>
            </a:lvl1pPr>
            <a:lvl2pPr>
              <a:buFont typeface="Wingdings" pitchFamily="2" charset="2"/>
              <a:buChar char="§"/>
              <a:defRPr sz="2400">
                <a:latin typeface="Arial" panose="020B0604020202020204" pitchFamily="34" charset="0"/>
                <a:cs typeface="Arial" panose="020B0604020202020204" pitchFamily="34" charset="0"/>
              </a:defRPr>
            </a:lvl2pPr>
            <a:lvl3pPr>
              <a:buFont typeface="Wingdings" pitchFamily="2" charset="2"/>
              <a:buChar char="§"/>
              <a:defRPr sz="2400">
                <a:latin typeface="Arial" panose="020B0604020202020204" pitchFamily="34" charset="0"/>
                <a:cs typeface="Arial" panose="020B0604020202020204" pitchFamily="34" charset="0"/>
              </a:defRPr>
            </a:lvl3pPr>
            <a:lvl4pPr>
              <a:buFont typeface="Wingdings" pitchFamily="2" charset="2"/>
              <a:buChar char="§"/>
              <a:defRPr sz="2400">
                <a:latin typeface="Arial" panose="020B0604020202020204" pitchFamily="34" charset="0"/>
                <a:cs typeface="Arial" panose="020B0604020202020204" pitchFamily="34" charset="0"/>
              </a:defRPr>
            </a:lvl4pPr>
            <a:lvl5pPr>
              <a:buFont typeface="Wingdings" pitchFamily="2" charset="2"/>
              <a:buChar char="§"/>
              <a:defRPr sz="2400">
                <a:latin typeface="Arial" panose="020B0604020202020204" pitchFamily="34" charset="0"/>
                <a:cs typeface="Arial" panose="020B0604020202020204" pitchFamily="34" charset="0"/>
              </a:defRPr>
            </a:lvl5pPr>
            <a:lvl6pPr>
              <a:defRPr sz="1800"/>
            </a:lvl6pPr>
            <a:lvl7pPr>
              <a:defRPr sz="1800"/>
            </a:lvl7pPr>
            <a:lvl8pPr>
              <a:defRPr sz="1800"/>
            </a:lvl8pPr>
            <a:lvl9pPr>
              <a:defRPr sz="18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GB" dirty="0"/>
          </a:p>
        </p:txBody>
      </p:sp>
      <p:sp>
        <p:nvSpPr>
          <p:cNvPr id="4" name="Content Placeholder 3"/>
          <p:cNvSpPr>
            <a:spLocks noGrp="1"/>
          </p:cNvSpPr>
          <p:nvPr>
            <p:ph sz="half" idx="2"/>
          </p:nvPr>
        </p:nvSpPr>
        <p:spPr>
          <a:xfrm>
            <a:off x="4648200" y="2196001"/>
            <a:ext cx="4027488" cy="4024100"/>
          </a:xfrm>
          <a:prstGeom prst="rect">
            <a:avLst/>
          </a:prstGeom>
        </p:spPr>
        <p:txBody>
          <a:bodyPr/>
          <a:lstStyle>
            <a:lvl1pPr>
              <a:buFont typeface="Wingdings" pitchFamily="2" charset="2"/>
              <a:buChar char="§"/>
              <a:defRPr sz="2400">
                <a:latin typeface="Arial" panose="020B0604020202020204" pitchFamily="34" charset="0"/>
                <a:cs typeface="Arial" panose="020B0604020202020204" pitchFamily="34" charset="0"/>
              </a:defRPr>
            </a:lvl1pPr>
            <a:lvl2pPr>
              <a:buFont typeface="Wingdings" pitchFamily="2" charset="2"/>
              <a:buChar char="§"/>
              <a:defRPr sz="2400">
                <a:latin typeface="Arial" panose="020B0604020202020204" pitchFamily="34" charset="0"/>
                <a:cs typeface="Arial" panose="020B0604020202020204" pitchFamily="34" charset="0"/>
              </a:defRPr>
            </a:lvl2pPr>
            <a:lvl3pPr>
              <a:buFont typeface="Wingdings" pitchFamily="2" charset="2"/>
              <a:buChar char="§"/>
              <a:defRPr sz="2400">
                <a:latin typeface="Arial" panose="020B0604020202020204" pitchFamily="34" charset="0"/>
                <a:cs typeface="Arial" panose="020B0604020202020204" pitchFamily="34" charset="0"/>
              </a:defRPr>
            </a:lvl3pPr>
            <a:lvl4pPr>
              <a:buFont typeface="Wingdings" pitchFamily="2" charset="2"/>
              <a:buChar char="§"/>
              <a:defRPr sz="2400">
                <a:latin typeface="Arial" panose="020B0604020202020204" pitchFamily="34" charset="0"/>
                <a:cs typeface="Arial" panose="020B0604020202020204" pitchFamily="34" charset="0"/>
              </a:defRPr>
            </a:lvl4pPr>
            <a:lvl5pPr>
              <a:buFont typeface="Wingdings" pitchFamily="2" charset="2"/>
              <a:buChar char="§"/>
              <a:defRPr sz="2400">
                <a:latin typeface="Arial" panose="020B0604020202020204" pitchFamily="34" charset="0"/>
                <a:cs typeface="Arial" panose="020B0604020202020204" pitchFamily="34" charset="0"/>
              </a:defRPr>
            </a:lvl5pPr>
            <a:lvl6pPr>
              <a:defRPr sz="1800"/>
            </a:lvl6pPr>
            <a:lvl7pPr>
              <a:defRPr sz="1800"/>
            </a:lvl7pPr>
            <a:lvl8pPr>
              <a:defRPr sz="1800"/>
            </a:lvl8pPr>
            <a:lvl9pPr>
              <a:defRPr sz="18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GB" dirty="0"/>
          </a:p>
        </p:txBody>
      </p:sp>
      <p:sp>
        <p:nvSpPr>
          <p:cNvPr id="5" name="Footer Placeholder 4">
            <a:extLst>
              <a:ext uri="{FF2B5EF4-FFF2-40B4-BE49-F238E27FC236}">
                <a16:creationId xmlns:a16="http://schemas.microsoft.com/office/drawing/2014/main" id="{4CAF7984-8BB0-8F53-E778-52A2BBF7CCE6}"/>
              </a:ext>
            </a:extLst>
          </p:cNvPr>
          <p:cNvSpPr>
            <a:spLocks noGrp="1" noChangeArrowheads="1"/>
          </p:cNvSpPr>
          <p:nvPr>
            <p:ph type="ftr" sz="quarter" idx="10"/>
          </p:nvPr>
        </p:nvSpPr>
        <p:spPr/>
        <p:txBody>
          <a:bodyPr/>
          <a:lstStyle>
            <a:lvl1pPr>
              <a:defRPr/>
            </a:lvl1pPr>
          </a:lstStyle>
          <a:p>
            <a:pPr>
              <a:defRPr/>
            </a:pPr>
            <a:r>
              <a:rPr lang="en-GB" altLang="en-US" dirty="0"/>
              <a:t>© Pearson Education Ltd 2023. Copying permitted for purchasing institution only. </a:t>
            </a:r>
          </a:p>
        </p:txBody>
      </p:sp>
    </p:spTree>
    <p:extLst>
      <p:ext uri="{BB962C8B-B14F-4D97-AF65-F5344CB8AC3E}">
        <p14:creationId xmlns:p14="http://schemas.microsoft.com/office/powerpoint/2010/main" val="1823595971"/>
      </p:ext>
    </p:extLst>
  </p:cSld>
  <p:clrMapOvr>
    <a:masterClrMapping/>
  </p:clrMapOvr>
  <p:transition>
    <p:sndAc>
      <p:stSnd>
        <p:snd r:embed="rId1" name="click.wav"/>
      </p:stSnd>
    </p:sndAc>
  </p:transition>
</p:sldLayout>
</file>

<file path=ppt/slideLayouts/slideLayout82.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pic>
        <p:nvPicPr>
          <p:cNvPr id="7" name="Picture 5" descr="Always Learning">
            <a:extLst>
              <a:ext uri="{FF2B5EF4-FFF2-40B4-BE49-F238E27FC236}">
                <a16:creationId xmlns:a16="http://schemas.microsoft.com/office/drawing/2014/main" id="{69FE8684-BE61-3A81-0CF1-F705B2D28649}"/>
              </a:ext>
            </a:extLst>
          </p:cNvPr>
          <p:cNvPicPr>
            <a:picLocks noChangeAspect="1" noChangeArrowheads="1"/>
          </p:cNvPicPr>
          <p:nvPr userDrawn="1"/>
        </p:nvPicPr>
        <p:blipFill>
          <a:blip r:embed="rId3" cstate="screen">
            <a:extLst>
              <a:ext uri="{28A0092B-C50C-407E-A947-70E740481C1C}">
                <a14:useLocalDpi xmlns:a14="http://schemas.microsoft.com/office/drawing/2010/main"/>
              </a:ext>
            </a:extLst>
          </a:blip>
          <a:srcRect/>
          <a:stretch>
            <a:fillRect/>
          </a:stretch>
        </p:blipFill>
        <p:spPr bwMode="auto">
          <a:xfrm>
            <a:off x="0" y="6356350"/>
            <a:ext cx="1762125" cy="493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Title 1"/>
          <p:cNvSpPr>
            <a:spLocks noGrp="1"/>
          </p:cNvSpPr>
          <p:nvPr>
            <p:ph type="title"/>
          </p:nvPr>
        </p:nvSpPr>
        <p:spPr>
          <a:xfrm>
            <a:off x="457200" y="1195200"/>
            <a:ext cx="8229600" cy="864000"/>
          </a:xfrm>
          <a:prstGeom prst="rect">
            <a:avLst/>
          </a:prstGeom>
        </p:spPr>
        <p:txBody>
          <a:bodyPr/>
          <a:lstStyle>
            <a:lvl1pPr>
              <a:defRPr/>
            </a:lvl1pPr>
          </a:lstStyle>
          <a:p>
            <a:r>
              <a:rPr lang="en-US"/>
              <a:t>Click to edit Master title style</a:t>
            </a:r>
            <a:endParaRPr lang="en-GB"/>
          </a:p>
        </p:txBody>
      </p:sp>
      <p:sp>
        <p:nvSpPr>
          <p:cNvPr id="3" name="Text Placeholder 2"/>
          <p:cNvSpPr>
            <a:spLocks noGrp="1"/>
          </p:cNvSpPr>
          <p:nvPr>
            <p:ph type="body" idx="1"/>
          </p:nvPr>
        </p:nvSpPr>
        <p:spPr>
          <a:xfrm>
            <a:off x="457201" y="2196000"/>
            <a:ext cx="4040188" cy="63976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4" name="Content Placeholder 3"/>
          <p:cNvSpPr>
            <a:spLocks noGrp="1"/>
          </p:cNvSpPr>
          <p:nvPr>
            <p:ph sz="half" idx="2"/>
          </p:nvPr>
        </p:nvSpPr>
        <p:spPr>
          <a:xfrm>
            <a:off x="457201" y="2932602"/>
            <a:ext cx="4040188" cy="3193562"/>
          </a:xfrm>
          <a:prstGeom prst="rect">
            <a:avLst/>
          </a:prstGeom>
        </p:spPr>
        <p:txBody>
          <a:bodyPr/>
          <a:lstStyle>
            <a:lvl1pPr>
              <a:buFont typeface="Wingdings" pitchFamily="2" charset="2"/>
              <a:buChar char="§"/>
              <a:defRPr sz="2400">
                <a:latin typeface="Arial" panose="020B0604020202020204" pitchFamily="34" charset="0"/>
                <a:cs typeface="Arial" panose="020B0604020202020204" pitchFamily="34" charset="0"/>
              </a:defRPr>
            </a:lvl1pPr>
            <a:lvl2pPr>
              <a:buFont typeface="Wingdings" pitchFamily="2" charset="2"/>
              <a:buChar char="§"/>
              <a:defRPr sz="2400">
                <a:latin typeface="Arial" panose="020B0604020202020204" pitchFamily="34" charset="0"/>
                <a:cs typeface="Arial" panose="020B0604020202020204" pitchFamily="34" charset="0"/>
              </a:defRPr>
            </a:lvl2pPr>
            <a:lvl3pPr>
              <a:buFont typeface="Wingdings" pitchFamily="2" charset="2"/>
              <a:buChar char="§"/>
              <a:defRPr sz="2400">
                <a:latin typeface="Arial" panose="020B0604020202020204" pitchFamily="34" charset="0"/>
                <a:cs typeface="Arial" panose="020B0604020202020204" pitchFamily="34" charset="0"/>
              </a:defRPr>
            </a:lvl3pPr>
            <a:lvl4pPr>
              <a:buFont typeface="Wingdings" pitchFamily="2" charset="2"/>
              <a:buChar char="§"/>
              <a:defRPr sz="2400">
                <a:latin typeface="Arial" panose="020B0604020202020204" pitchFamily="34" charset="0"/>
                <a:cs typeface="Arial" panose="020B0604020202020204" pitchFamily="34" charset="0"/>
              </a:defRPr>
            </a:lvl4pPr>
            <a:lvl5pPr>
              <a:buFont typeface="Wingdings" pitchFamily="2" charset="2"/>
              <a:buChar char="§"/>
              <a:defRPr sz="2400">
                <a:latin typeface="Arial" panose="020B0604020202020204" pitchFamily="34" charset="0"/>
                <a:cs typeface="Arial" panose="020B0604020202020204" pitchFamily="34" charset="0"/>
              </a:defRPr>
            </a:lvl5pPr>
            <a:lvl6pPr>
              <a:defRPr sz="1600"/>
            </a:lvl6pPr>
            <a:lvl7pPr>
              <a:defRPr sz="1600"/>
            </a:lvl7pPr>
            <a:lvl8pPr>
              <a:defRPr sz="1600"/>
            </a:lvl8pPr>
            <a:lvl9pPr>
              <a:defRPr sz="16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GB" dirty="0"/>
          </a:p>
        </p:txBody>
      </p:sp>
      <p:sp>
        <p:nvSpPr>
          <p:cNvPr id="5" name="Text Placeholder 4"/>
          <p:cNvSpPr>
            <a:spLocks noGrp="1"/>
          </p:cNvSpPr>
          <p:nvPr>
            <p:ph type="body" sz="quarter" idx="3"/>
          </p:nvPr>
        </p:nvSpPr>
        <p:spPr>
          <a:xfrm>
            <a:off x="4645026" y="2196000"/>
            <a:ext cx="4041775" cy="63976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6" name="Content Placeholder 5"/>
          <p:cNvSpPr>
            <a:spLocks noGrp="1"/>
          </p:cNvSpPr>
          <p:nvPr>
            <p:ph sz="quarter" idx="4"/>
          </p:nvPr>
        </p:nvSpPr>
        <p:spPr>
          <a:xfrm>
            <a:off x="4645026" y="2932602"/>
            <a:ext cx="4041775" cy="3193562"/>
          </a:xfrm>
          <a:prstGeom prst="rect">
            <a:avLst/>
          </a:prstGeom>
        </p:spPr>
        <p:txBody>
          <a:bodyPr/>
          <a:lstStyle>
            <a:lvl1pPr>
              <a:buFont typeface="Wingdings" pitchFamily="2" charset="2"/>
              <a:buChar char="§"/>
              <a:defRPr sz="2400">
                <a:latin typeface="Arial" panose="020B0604020202020204" pitchFamily="34" charset="0"/>
                <a:cs typeface="Arial" panose="020B0604020202020204" pitchFamily="34" charset="0"/>
              </a:defRPr>
            </a:lvl1pPr>
            <a:lvl2pPr>
              <a:buFont typeface="Wingdings" pitchFamily="2" charset="2"/>
              <a:buChar char="§"/>
              <a:defRPr sz="2400">
                <a:latin typeface="Arial" panose="020B0604020202020204" pitchFamily="34" charset="0"/>
                <a:cs typeface="Arial" panose="020B0604020202020204" pitchFamily="34" charset="0"/>
              </a:defRPr>
            </a:lvl2pPr>
            <a:lvl3pPr>
              <a:buFont typeface="Wingdings" pitchFamily="2" charset="2"/>
              <a:buChar char="§"/>
              <a:defRPr sz="2400">
                <a:latin typeface="Arial" panose="020B0604020202020204" pitchFamily="34" charset="0"/>
                <a:cs typeface="Arial" panose="020B0604020202020204" pitchFamily="34" charset="0"/>
              </a:defRPr>
            </a:lvl3pPr>
            <a:lvl4pPr>
              <a:buFont typeface="Wingdings" pitchFamily="2" charset="2"/>
              <a:buChar char="§"/>
              <a:defRPr sz="2400">
                <a:latin typeface="Arial" panose="020B0604020202020204" pitchFamily="34" charset="0"/>
                <a:cs typeface="Arial" panose="020B0604020202020204" pitchFamily="34" charset="0"/>
              </a:defRPr>
            </a:lvl4pPr>
            <a:lvl5pPr>
              <a:buFont typeface="Wingdings" pitchFamily="2" charset="2"/>
              <a:buChar char="§"/>
              <a:defRPr sz="2400">
                <a:latin typeface="Arial" panose="020B0604020202020204" pitchFamily="34" charset="0"/>
                <a:cs typeface="Arial" panose="020B0604020202020204" pitchFamily="34" charset="0"/>
              </a:defRPr>
            </a:lvl5pPr>
            <a:lvl6pPr>
              <a:defRPr sz="1600"/>
            </a:lvl6pPr>
            <a:lvl7pPr>
              <a:defRPr sz="1600"/>
            </a:lvl7pPr>
            <a:lvl8pPr>
              <a:defRPr sz="1600"/>
            </a:lvl8pPr>
            <a:lvl9pPr>
              <a:defRPr sz="16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GB" dirty="0"/>
          </a:p>
        </p:txBody>
      </p:sp>
      <p:sp>
        <p:nvSpPr>
          <p:cNvPr id="8" name="Footer Placeholder 4">
            <a:extLst>
              <a:ext uri="{FF2B5EF4-FFF2-40B4-BE49-F238E27FC236}">
                <a16:creationId xmlns:a16="http://schemas.microsoft.com/office/drawing/2014/main" id="{E3831A3E-361F-60E1-197E-146246D76DC5}"/>
              </a:ext>
            </a:extLst>
          </p:cNvPr>
          <p:cNvSpPr>
            <a:spLocks noGrp="1" noChangeArrowheads="1"/>
          </p:cNvSpPr>
          <p:nvPr>
            <p:ph type="ftr" sz="quarter" idx="10"/>
          </p:nvPr>
        </p:nvSpPr>
        <p:spPr/>
        <p:txBody>
          <a:bodyPr/>
          <a:lstStyle>
            <a:lvl1pPr>
              <a:spcBef>
                <a:spcPct val="0"/>
              </a:spcBef>
              <a:buFontTx/>
              <a:buNone/>
              <a:defRPr sz="1800">
                <a:solidFill>
                  <a:schemeClr val="tx1"/>
                </a:solidFill>
                <a:latin typeface="Arial" panose="020B0604020202020204" pitchFamily="34" charset="0"/>
                <a:cs typeface="Arial" panose="020B0604020202020204" pitchFamily="34" charset="0"/>
              </a:defRPr>
            </a:lvl1pPr>
            <a:lvl2pPr marL="742950" indent="-285750">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2pPr>
            <a:lvl3pPr marL="1143000" indent="-228600">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3pPr>
            <a:lvl4pPr marL="1600200" indent="-228600">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4pPr>
            <a:lvl5pPr marL="2057400" indent="-228600">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5pPr>
            <a:lvl6pPr marL="2514600" indent="-228600"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6pPr>
            <a:lvl7pPr marL="2971800" indent="-228600"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7pPr>
            <a:lvl8pPr marL="3429000" indent="-228600"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8pPr>
            <a:lvl9pPr marL="3886200" indent="-228600"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9pPr>
          </a:lstStyle>
          <a:p>
            <a:pPr>
              <a:defRPr/>
            </a:pPr>
            <a:r>
              <a:rPr lang="en-GB" altLang="en-US" dirty="0"/>
              <a:t>© Pearson Education Ltd 2023. Copying permitted for purchasing institution only. </a:t>
            </a:r>
          </a:p>
        </p:txBody>
      </p:sp>
    </p:spTree>
    <p:extLst>
      <p:ext uri="{BB962C8B-B14F-4D97-AF65-F5344CB8AC3E}">
        <p14:creationId xmlns:p14="http://schemas.microsoft.com/office/powerpoint/2010/main" val="1355960792"/>
      </p:ext>
    </p:extLst>
  </p:cSld>
  <p:clrMapOvr>
    <a:masterClrMapping/>
  </p:clrMapOvr>
  <p:transition>
    <p:sndAc>
      <p:stSnd>
        <p:snd r:embed="rId1" name="click.wav"/>
      </p:stSnd>
    </p:sndAc>
  </p:transition>
</p:sldLayout>
</file>

<file path=ppt/slideLayouts/slideLayout83.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a:lstStyle/>
          <a:p>
            <a:r>
              <a:rPr lang="en-US" dirty="0"/>
              <a:t>Click to edit Master title style</a:t>
            </a:r>
            <a:endParaRPr lang="en-GB" dirty="0"/>
          </a:p>
        </p:txBody>
      </p:sp>
      <p:sp>
        <p:nvSpPr>
          <p:cNvPr id="3" name="Footer Placeholder 4">
            <a:extLst>
              <a:ext uri="{FF2B5EF4-FFF2-40B4-BE49-F238E27FC236}">
                <a16:creationId xmlns:a16="http://schemas.microsoft.com/office/drawing/2014/main" id="{1C6F868A-32BB-A111-C404-483CD1832E05}"/>
              </a:ext>
            </a:extLst>
          </p:cNvPr>
          <p:cNvSpPr>
            <a:spLocks noGrp="1" noChangeArrowheads="1"/>
          </p:cNvSpPr>
          <p:nvPr>
            <p:ph type="ftr" sz="quarter" idx="10"/>
          </p:nvPr>
        </p:nvSpPr>
        <p:spPr/>
        <p:txBody>
          <a:bodyPr/>
          <a:lstStyle>
            <a:lvl1pPr>
              <a:defRPr/>
            </a:lvl1pPr>
          </a:lstStyle>
          <a:p>
            <a:pPr>
              <a:defRPr/>
            </a:pPr>
            <a:r>
              <a:rPr lang="en-GB" altLang="en-US" dirty="0"/>
              <a:t>© Pearson Education Ltd 2023. Copying permitted for purchasing institution only. </a:t>
            </a:r>
          </a:p>
        </p:txBody>
      </p:sp>
    </p:spTree>
    <p:extLst>
      <p:ext uri="{BB962C8B-B14F-4D97-AF65-F5344CB8AC3E}">
        <p14:creationId xmlns:p14="http://schemas.microsoft.com/office/powerpoint/2010/main" val="2513342623"/>
      </p:ext>
    </p:extLst>
  </p:cSld>
  <p:clrMapOvr>
    <a:masterClrMapping/>
  </p:clrMapOvr>
  <p:transition>
    <p:sndAc>
      <p:stSnd>
        <p:snd r:embed="rId1" name="click.wav"/>
      </p:stSnd>
    </p:sndAc>
  </p:transition>
</p:sldLayout>
</file>

<file path=ppt/slideLayouts/slideLayout84.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Footer Placeholder 4">
            <a:extLst>
              <a:ext uri="{FF2B5EF4-FFF2-40B4-BE49-F238E27FC236}">
                <a16:creationId xmlns:a16="http://schemas.microsoft.com/office/drawing/2014/main" id="{EC02FC38-AE3B-EFB4-D55D-0A5C97BB6371}"/>
              </a:ext>
            </a:extLst>
          </p:cNvPr>
          <p:cNvSpPr>
            <a:spLocks noGrp="1" noChangeArrowheads="1"/>
          </p:cNvSpPr>
          <p:nvPr>
            <p:ph type="ftr" sz="quarter" idx="10"/>
          </p:nvPr>
        </p:nvSpPr>
        <p:spPr/>
        <p:txBody>
          <a:bodyPr/>
          <a:lstStyle>
            <a:lvl1pPr>
              <a:defRPr/>
            </a:lvl1pPr>
          </a:lstStyle>
          <a:p>
            <a:pPr>
              <a:defRPr/>
            </a:pPr>
            <a:r>
              <a:rPr lang="en-GB" altLang="en-US" dirty="0"/>
              <a:t>© Pearson Education Ltd 2023. Copying permitted for purchasing institution only. </a:t>
            </a:r>
          </a:p>
        </p:txBody>
      </p:sp>
    </p:spTree>
    <p:extLst>
      <p:ext uri="{BB962C8B-B14F-4D97-AF65-F5344CB8AC3E}">
        <p14:creationId xmlns:p14="http://schemas.microsoft.com/office/powerpoint/2010/main" val="1960858420"/>
      </p:ext>
    </p:extLst>
  </p:cSld>
  <p:clrMapOvr>
    <a:masterClrMapping/>
  </p:clrMapOvr>
  <p:transition>
    <p:sndAc>
      <p:stSnd>
        <p:snd r:embed="rId1" name="click.wav"/>
      </p:stSnd>
    </p:sndAc>
  </p:transition>
</p:sldLayout>
</file>

<file path=ppt/slideLayouts/slideLayout85.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1" y="1195200"/>
            <a:ext cx="3008313" cy="865648"/>
          </a:xfrm>
          <a:prstGeom prst="rect">
            <a:avLst/>
          </a:prstGeom>
        </p:spPr>
        <p:txBody>
          <a:bodyPr anchor="b"/>
          <a:lstStyle>
            <a:lvl1pPr algn="r">
              <a:defRPr sz="2000" b="1"/>
            </a:lvl1pPr>
          </a:lstStyle>
          <a:p>
            <a:r>
              <a:rPr lang="en-US" dirty="0"/>
              <a:t>Click to edit Master title style</a:t>
            </a:r>
            <a:endParaRPr lang="en-GB" dirty="0"/>
          </a:p>
        </p:txBody>
      </p:sp>
      <p:sp>
        <p:nvSpPr>
          <p:cNvPr id="4" name="Text Placeholder 3"/>
          <p:cNvSpPr>
            <a:spLocks noGrp="1"/>
          </p:cNvSpPr>
          <p:nvPr>
            <p:ph type="body" sz="half" idx="2"/>
          </p:nvPr>
        </p:nvSpPr>
        <p:spPr>
          <a:xfrm>
            <a:off x="457201" y="2132857"/>
            <a:ext cx="3008313" cy="3993307"/>
          </a:xfrm>
          <a:prstGeom prst="rect">
            <a:avLst/>
          </a:prstGeo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3" name="Content Placeholder 2"/>
          <p:cNvSpPr>
            <a:spLocks noGrp="1"/>
          </p:cNvSpPr>
          <p:nvPr>
            <p:ph idx="1"/>
          </p:nvPr>
        </p:nvSpPr>
        <p:spPr>
          <a:xfrm>
            <a:off x="3575050" y="1195201"/>
            <a:ext cx="5111751" cy="4785395"/>
          </a:xfrm>
          <a:prstGeom prst="rect">
            <a:avLst/>
          </a:prstGeom>
        </p:spPr>
        <p:txBody>
          <a:bodyPr/>
          <a:lstStyle>
            <a:lvl1pPr>
              <a:buFont typeface="Wingdings" pitchFamily="2" charset="2"/>
              <a:buChar char="§"/>
              <a:defRPr sz="2400">
                <a:latin typeface="Arial" panose="020B0604020202020204" pitchFamily="34" charset="0"/>
                <a:cs typeface="Arial" panose="020B0604020202020204" pitchFamily="34" charset="0"/>
              </a:defRPr>
            </a:lvl1pPr>
            <a:lvl2pPr>
              <a:buFont typeface="Wingdings" pitchFamily="2" charset="2"/>
              <a:buChar char="§"/>
              <a:defRPr sz="2400">
                <a:latin typeface="Arial" panose="020B0604020202020204" pitchFamily="34" charset="0"/>
                <a:cs typeface="Arial" panose="020B0604020202020204" pitchFamily="34" charset="0"/>
              </a:defRPr>
            </a:lvl2pPr>
            <a:lvl3pPr>
              <a:buFont typeface="Wingdings" pitchFamily="2" charset="2"/>
              <a:buChar char="§"/>
              <a:defRPr sz="2400">
                <a:latin typeface="Arial" panose="020B0604020202020204" pitchFamily="34" charset="0"/>
                <a:cs typeface="Arial" panose="020B0604020202020204" pitchFamily="34" charset="0"/>
              </a:defRPr>
            </a:lvl3pPr>
            <a:lvl4pPr>
              <a:buFont typeface="Wingdings" pitchFamily="2" charset="2"/>
              <a:buChar char="§"/>
              <a:defRPr sz="2400">
                <a:latin typeface="Arial" panose="020B0604020202020204" pitchFamily="34" charset="0"/>
                <a:cs typeface="Arial" panose="020B0604020202020204" pitchFamily="34" charset="0"/>
              </a:defRPr>
            </a:lvl4pPr>
            <a:lvl5pPr>
              <a:buFont typeface="Wingdings" pitchFamily="2" charset="2"/>
              <a:buChar char="§"/>
              <a:defRPr sz="2400">
                <a:latin typeface="Arial" panose="020B0604020202020204" pitchFamily="34" charset="0"/>
                <a:cs typeface="Arial" panose="020B0604020202020204" pitchFamily="34" charset="0"/>
              </a:defRPr>
            </a:lvl5pPr>
            <a:lvl6pPr>
              <a:defRPr sz="2000"/>
            </a:lvl6pPr>
            <a:lvl7pPr>
              <a:defRPr sz="2000"/>
            </a:lvl7pPr>
            <a:lvl8pPr>
              <a:defRPr sz="2000"/>
            </a:lvl8pPr>
            <a:lvl9pPr>
              <a:defRPr sz="20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GB" dirty="0"/>
          </a:p>
        </p:txBody>
      </p:sp>
      <p:sp>
        <p:nvSpPr>
          <p:cNvPr id="5" name="Footer Placeholder 4">
            <a:extLst>
              <a:ext uri="{FF2B5EF4-FFF2-40B4-BE49-F238E27FC236}">
                <a16:creationId xmlns:a16="http://schemas.microsoft.com/office/drawing/2014/main" id="{4C26848C-3864-D4D5-F394-E8115F32BACC}"/>
              </a:ext>
            </a:extLst>
          </p:cNvPr>
          <p:cNvSpPr>
            <a:spLocks noGrp="1" noChangeArrowheads="1"/>
          </p:cNvSpPr>
          <p:nvPr>
            <p:ph type="ftr" sz="quarter" idx="10"/>
          </p:nvPr>
        </p:nvSpPr>
        <p:spPr/>
        <p:txBody>
          <a:bodyPr/>
          <a:lstStyle>
            <a:lvl1pPr>
              <a:defRPr/>
            </a:lvl1pPr>
          </a:lstStyle>
          <a:p>
            <a:pPr>
              <a:defRPr/>
            </a:pPr>
            <a:r>
              <a:rPr lang="en-GB" altLang="en-US" dirty="0"/>
              <a:t>© Pearson Education Ltd 2023. Copying permitted for purchasing institution only. </a:t>
            </a:r>
          </a:p>
        </p:txBody>
      </p:sp>
    </p:spTree>
    <p:extLst>
      <p:ext uri="{BB962C8B-B14F-4D97-AF65-F5344CB8AC3E}">
        <p14:creationId xmlns:p14="http://schemas.microsoft.com/office/powerpoint/2010/main" val="3743606057"/>
      </p:ext>
    </p:extLst>
  </p:cSld>
  <p:clrMapOvr>
    <a:masterClrMapping/>
  </p:clrMapOvr>
  <p:transition>
    <p:sndAc>
      <p:stSnd>
        <p:snd r:embed="rId1" name="click.wav"/>
      </p:stSnd>
    </p:sndAc>
  </p:transition>
</p:sldLayout>
</file>

<file path=ppt/slideLayouts/slideLayout86.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3" name="Picture Placeholder 2"/>
          <p:cNvSpPr>
            <a:spLocks noGrp="1"/>
          </p:cNvSpPr>
          <p:nvPr>
            <p:ph type="pic" idx="1"/>
          </p:nvPr>
        </p:nvSpPr>
        <p:spPr>
          <a:xfrm>
            <a:off x="1792288" y="1196752"/>
            <a:ext cx="5486400" cy="3530823"/>
          </a:xfrm>
          <a:prstGeom prst="rect">
            <a:avLst/>
          </a:prstGeom>
        </p:spPr>
        <p:txBody>
          <a:bodyPr rtlCol="0">
            <a:normAutofit/>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GB" noProof="0" dirty="0"/>
          </a:p>
        </p:txBody>
      </p:sp>
      <p:sp>
        <p:nvSpPr>
          <p:cNvPr id="2" name="Title 1"/>
          <p:cNvSpPr>
            <a:spLocks noGrp="1"/>
          </p:cNvSpPr>
          <p:nvPr>
            <p:ph type="title"/>
          </p:nvPr>
        </p:nvSpPr>
        <p:spPr>
          <a:xfrm>
            <a:off x="1792288" y="4800601"/>
            <a:ext cx="5486400" cy="566738"/>
          </a:xfrm>
          <a:prstGeom prst="rect">
            <a:avLst/>
          </a:prstGeom>
        </p:spPr>
        <p:txBody>
          <a:bodyPr anchor="b"/>
          <a:lstStyle>
            <a:lvl1pPr algn="r">
              <a:defRPr sz="2000" b="1"/>
            </a:lvl1pPr>
          </a:lstStyle>
          <a:p>
            <a:r>
              <a:rPr lang="en-US" dirty="0"/>
              <a:t>Click to edit Master title style</a:t>
            </a:r>
            <a:endParaRPr lang="en-GB" dirty="0"/>
          </a:p>
        </p:txBody>
      </p:sp>
      <p:sp>
        <p:nvSpPr>
          <p:cNvPr id="4" name="Text Placeholder 3"/>
          <p:cNvSpPr>
            <a:spLocks noGrp="1"/>
          </p:cNvSpPr>
          <p:nvPr>
            <p:ph type="body" sz="half" idx="2"/>
          </p:nvPr>
        </p:nvSpPr>
        <p:spPr>
          <a:xfrm>
            <a:off x="1792288" y="5440363"/>
            <a:ext cx="5486400" cy="731837"/>
          </a:xfrm>
          <a:prstGeom prst="rect">
            <a:avLst/>
          </a:prstGeo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dirty="0"/>
              <a:t>Click to edit Master text styles</a:t>
            </a:r>
          </a:p>
        </p:txBody>
      </p:sp>
      <p:sp>
        <p:nvSpPr>
          <p:cNvPr id="5" name="Footer Placeholder 4">
            <a:extLst>
              <a:ext uri="{FF2B5EF4-FFF2-40B4-BE49-F238E27FC236}">
                <a16:creationId xmlns:a16="http://schemas.microsoft.com/office/drawing/2014/main" id="{3632E2FE-4AF5-990F-FA9F-82F73DAD8F6E}"/>
              </a:ext>
            </a:extLst>
          </p:cNvPr>
          <p:cNvSpPr>
            <a:spLocks noGrp="1" noChangeArrowheads="1"/>
          </p:cNvSpPr>
          <p:nvPr>
            <p:ph type="ftr" sz="quarter" idx="10"/>
          </p:nvPr>
        </p:nvSpPr>
        <p:spPr/>
        <p:txBody>
          <a:bodyPr/>
          <a:lstStyle>
            <a:lvl1pPr>
              <a:defRPr/>
            </a:lvl1pPr>
          </a:lstStyle>
          <a:p>
            <a:pPr>
              <a:defRPr/>
            </a:pPr>
            <a:r>
              <a:rPr lang="en-GB" altLang="en-US" dirty="0"/>
              <a:t>© Pearson Education Ltd 2023. Copying permitted for purchasing institution only. </a:t>
            </a:r>
          </a:p>
        </p:txBody>
      </p:sp>
    </p:spTree>
    <p:extLst>
      <p:ext uri="{BB962C8B-B14F-4D97-AF65-F5344CB8AC3E}">
        <p14:creationId xmlns:p14="http://schemas.microsoft.com/office/powerpoint/2010/main" val="289427717"/>
      </p:ext>
    </p:extLst>
  </p:cSld>
  <p:clrMapOvr>
    <a:masterClrMapping/>
  </p:clrMapOvr>
  <p:transition>
    <p:sndAc>
      <p:stSnd>
        <p:snd r:embed="rId1" name="click.wav"/>
      </p:stSnd>
    </p:sndAc>
  </p:transition>
</p:sldLayout>
</file>

<file path=ppt/slideLayouts/slideLayout87.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a:lstStyle/>
          <a:p>
            <a:r>
              <a:rPr lang="en-US" dirty="0"/>
              <a:t>Click to edit Master title style</a:t>
            </a:r>
            <a:endParaRPr lang="en-GB" dirty="0"/>
          </a:p>
        </p:txBody>
      </p:sp>
      <p:sp>
        <p:nvSpPr>
          <p:cNvPr id="3" name="Vertical Text Placeholder 2"/>
          <p:cNvSpPr>
            <a:spLocks noGrp="1"/>
          </p:cNvSpPr>
          <p:nvPr>
            <p:ph type="body" orient="vert" idx="1"/>
          </p:nvPr>
        </p:nvSpPr>
        <p:spPr>
          <a:xfrm>
            <a:off x="468314" y="2196001"/>
            <a:ext cx="8207375" cy="3950444"/>
          </a:xfrm>
          <a:prstGeom prst="rect">
            <a:avLst/>
          </a:prstGeom>
        </p:spPr>
        <p:txBody>
          <a:bodyPr vert="eaVert"/>
          <a:lstStyle>
            <a:lvl1pPr>
              <a:buFont typeface="Wingdings" pitchFamily="2" charset="2"/>
              <a:buChar char="§"/>
              <a:defRPr>
                <a:latin typeface="Arial" panose="020B0604020202020204" pitchFamily="34" charset="0"/>
                <a:cs typeface="Arial" panose="020B0604020202020204" pitchFamily="34" charset="0"/>
              </a:defRPr>
            </a:lvl1pPr>
            <a:lvl2pPr>
              <a:buFont typeface="Wingdings" pitchFamily="2" charset="2"/>
              <a:buChar char="§"/>
              <a:defRPr>
                <a:latin typeface="Arial" panose="020B0604020202020204" pitchFamily="34" charset="0"/>
                <a:cs typeface="Arial" panose="020B0604020202020204" pitchFamily="34" charset="0"/>
              </a:defRPr>
            </a:lvl2pPr>
            <a:lvl3pPr>
              <a:buFont typeface="Wingdings" pitchFamily="2" charset="2"/>
              <a:buChar char="§"/>
              <a:defRPr>
                <a:latin typeface="Arial" panose="020B0604020202020204" pitchFamily="34" charset="0"/>
                <a:cs typeface="Arial" panose="020B0604020202020204" pitchFamily="34" charset="0"/>
              </a:defRPr>
            </a:lvl3pPr>
            <a:lvl4pPr>
              <a:buFont typeface="Wingdings" pitchFamily="2" charset="2"/>
              <a:buChar char="§"/>
              <a:defRPr>
                <a:latin typeface="Arial" panose="020B0604020202020204" pitchFamily="34" charset="0"/>
                <a:cs typeface="Arial" panose="020B0604020202020204" pitchFamily="34" charset="0"/>
              </a:defRPr>
            </a:lvl4pPr>
            <a:lvl5pPr>
              <a:buFont typeface="Wingdings" pitchFamily="2" charset="2"/>
              <a:buChar char="§"/>
              <a:defRPr>
                <a:latin typeface="Arial" panose="020B0604020202020204" pitchFamily="34" charset="0"/>
                <a:cs typeface="Arial" panose="020B0604020202020204" pitchFamily="34"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GB" dirty="0"/>
          </a:p>
        </p:txBody>
      </p:sp>
      <p:sp>
        <p:nvSpPr>
          <p:cNvPr id="4" name="Footer Placeholder 4">
            <a:extLst>
              <a:ext uri="{FF2B5EF4-FFF2-40B4-BE49-F238E27FC236}">
                <a16:creationId xmlns:a16="http://schemas.microsoft.com/office/drawing/2014/main" id="{9DF127B6-FB7B-DA34-ED52-7487CA115375}"/>
              </a:ext>
            </a:extLst>
          </p:cNvPr>
          <p:cNvSpPr>
            <a:spLocks noGrp="1" noChangeArrowheads="1"/>
          </p:cNvSpPr>
          <p:nvPr>
            <p:ph type="ftr" sz="quarter" idx="10"/>
          </p:nvPr>
        </p:nvSpPr>
        <p:spPr/>
        <p:txBody>
          <a:bodyPr/>
          <a:lstStyle>
            <a:lvl1pPr>
              <a:defRPr/>
            </a:lvl1pPr>
          </a:lstStyle>
          <a:p>
            <a:pPr>
              <a:defRPr/>
            </a:pPr>
            <a:r>
              <a:rPr lang="en-GB" altLang="en-US" dirty="0"/>
              <a:t>© Pearson Education Ltd 2023. Copying permitted for purchasing institution only. </a:t>
            </a:r>
          </a:p>
        </p:txBody>
      </p:sp>
    </p:spTree>
    <p:extLst>
      <p:ext uri="{BB962C8B-B14F-4D97-AF65-F5344CB8AC3E}">
        <p14:creationId xmlns:p14="http://schemas.microsoft.com/office/powerpoint/2010/main" val="2488434800"/>
      </p:ext>
    </p:extLst>
  </p:cSld>
  <p:clrMapOvr>
    <a:masterClrMapping/>
  </p:clrMapOvr>
  <p:transition>
    <p:sndAc>
      <p:stSnd>
        <p:snd r:embed="rId1" name="click.wav"/>
      </p:stSnd>
    </p:sndAc>
  </p:transition>
</p:sldLayout>
</file>

<file path=ppt/slideLayouts/slideLayout88.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1195201"/>
            <a:ext cx="2057400" cy="4814540"/>
          </a:xfrm>
          <a:prstGeom prst="rect">
            <a:avLst/>
          </a:prstGeom>
        </p:spPr>
        <p:txBody>
          <a:bodyPr vert="eaVert"/>
          <a:lstStyle>
            <a:lvl1pPr>
              <a:defRPr>
                <a:latin typeface="Arial" panose="020B0604020202020204" pitchFamily="34" charset="0"/>
                <a:cs typeface="Arial" panose="020B0604020202020204" pitchFamily="34" charset="0"/>
              </a:defRPr>
            </a:lvl1pPr>
          </a:lstStyle>
          <a:p>
            <a:r>
              <a:rPr lang="en-US" dirty="0"/>
              <a:t>Click to edit Master title style</a:t>
            </a:r>
            <a:endParaRPr lang="en-GB" dirty="0"/>
          </a:p>
        </p:txBody>
      </p:sp>
      <p:sp>
        <p:nvSpPr>
          <p:cNvPr id="3" name="Vertical Text Placeholder 2"/>
          <p:cNvSpPr>
            <a:spLocks noGrp="1"/>
          </p:cNvSpPr>
          <p:nvPr>
            <p:ph type="body" orient="vert" idx="1"/>
          </p:nvPr>
        </p:nvSpPr>
        <p:spPr>
          <a:xfrm>
            <a:off x="457200" y="1195201"/>
            <a:ext cx="6019800" cy="4814540"/>
          </a:xfrm>
          <a:prstGeom prst="rect">
            <a:avLst/>
          </a:prstGeom>
        </p:spPr>
        <p:txBody>
          <a:bodyPr vert="eaVert"/>
          <a:lstStyle>
            <a:lvl1pPr>
              <a:defRPr>
                <a:latin typeface="Arial" panose="020B0604020202020204" pitchFamily="34" charset="0"/>
                <a:cs typeface="Arial" panose="020B0604020202020204" pitchFamily="34" charset="0"/>
              </a:defRPr>
            </a:lvl1pPr>
            <a:lvl2pPr>
              <a:buFont typeface="Wingdings" pitchFamily="2" charset="2"/>
              <a:buChar char="§"/>
              <a:defRPr>
                <a:latin typeface="Arial" panose="020B0604020202020204" pitchFamily="34" charset="0"/>
                <a:cs typeface="Arial" panose="020B0604020202020204" pitchFamily="34" charset="0"/>
              </a:defRPr>
            </a:lvl2pPr>
            <a:lvl3pPr>
              <a:buFont typeface="Wingdings" pitchFamily="2" charset="2"/>
              <a:buChar char="§"/>
              <a:defRPr>
                <a:latin typeface="Arial" panose="020B0604020202020204" pitchFamily="34" charset="0"/>
                <a:cs typeface="Arial" panose="020B0604020202020204" pitchFamily="34" charset="0"/>
              </a:defRPr>
            </a:lvl3pPr>
            <a:lvl4pPr>
              <a:buFont typeface="Wingdings" pitchFamily="2" charset="2"/>
              <a:buChar char="§"/>
              <a:defRPr>
                <a:latin typeface="Arial" panose="020B0604020202020204" pitchFamily="34" charset="0"/>
                <a:cs typeface="Arial" panose="020B0604020202020204" pitchFamily="34" charset="0"/>
              </a:defRPr>
            </a:lvl4pPr>
            <a:lvl5pPr>
              <a:buFont typeface="Wingdings" pitchFamily="2" charset="2"/>
              <a:buChar char="§"/>
              <a:defRPr>
                <a:latin typeface="Arial" panose="020B0604020202020204" pitchFamily="34" charset="0"/>
                <a:cs typeface="Arial" panose="020B0604020202020204" pitchFamily="34"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GB" dirty="0"/>
          </a:p>
        </p:txBody>
      </p:sp>
      <p:sp>
        <p:nvSpPr>
          <p:cNvPr id="4" name="Footer Placeholder 4">
            <a:extLst>
              <a:ext uri="{FF2B5EF4-FFF2-40B4-BE49-F238E27FC236}">
                <a16:creationId xmlns:a16="http://schemas.microsoft.com/office/drawing/2014/main" id="{63741A9B-C779-47D9-992F-A21FA3584BC6}"/>
              </a:ext>
            </a:extLst>
          </p:cNvPr>
          <p:cNvSpPr>
            <a:spLocks noGrp="1" noChangeArrowheads="1"/>
          </p:cNvSpPr>
          <p:nvPr>
            <p:ph type="ftr" sz="quarter" idx="10"/>
          </p:nvPr>
        </p:nvSpPr>
        <p:spPr/>
        <p:txBody>
          <a:bodyPr/>
          <a:lstStyle>
            <a:lvl1pPr>
              <a:defRPr/>
            </a:lvl1pPr>
          </a:lstStyle>
          <a:p>
            <a:pPr>
              <a:defRPr/>
            </a:pPr>
            <a:r>
              <a:rPr lang="en-GB" altLang="en-US" dirty="0"/>
              <a:t>© Pearson Education Ltd 2023. Copying permitted for purchasing institution only. </a:t>
            </a:r>
          </a:p>
        </p:txBody>
      </p:sp>
    </p:spTree>
    <p:extLst>
      <p:ext uri="{BB962C8B-B14F-4D97-AF65-F5344CB8AC3E}">
        <p14:creationId xmlns:p14="http://schemas.microsoft.com/office/powerpoint/2010/main" val="630658497"/>
      </p:ext>
    </p:extLst>
  </p:cSld>
  <p:clrMapOvr>
    <a:masterClrMapping/>
  </p:clrMapOvr>
  <p:transition>
    <p:sndAc>
      <p:stSnd>
        <p:snd r:embed="rId1" name="click.wav"/>
      </p:stSnd>
    </p:sndAc>
  </p:transition>
</p:sldLayout>
</file>

<file path=ppt/slideLayouts/slideLayout89.xml><?xml version="1.0" encoding="utf-8"?>
<p:sldLayout xmlns:a="http://schemas.openxmlformats.org/drawingml/2006/main" xmlns:r="http://schemas.openxmlformats.org/officeDocument/2006/relationships" xmlns:p="http://schemas.openxmlformats.org/presentationml/2006/main" type="tbl" preserve="1">
  <p:cSld name="Title and Table">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a:lstStyle/>
          <a:p>
            <a:r>
              <a:rPr lang="en-US"/>
              <a:t>Click to edit Master title style</a:t>
            </a:r>
            <a:endParaRPr lang="en-GB"/>
          </a:p>
        </p:txBody>
      </p:sp>
      <p:sp>
        <p:nvSpPr>
          <p:cNvPr id="3" name="Table Placeholder 2"/>
          <p:cNvSpPr>
            <a:spLocks noGrp="1"/>
          </p:cNvSpPr>
          <p:nvPr>
            <p:ph type="tbl" idx="1"/>
          </p:nvPr>
        </p:nvSpPr>
        <p:spPr>
          <a:xfrm>
            <a:off x="479426" y="2196000"/>
            <a:ext cx="8207375" cy="4041312"/>
          </a:xfrm>
          <a:prstGeom prst="rect">
            <a:avLst/>
          </a:prstGeom>
        </p:spPr>
        <p:txBody>
          <a:bodyPr rtlCol="0">
            <a:normAutofit/>
          </a:bodyPr>
          <a:lstStyle/>
          <a:p>
            <a:pPr lvl="0"/>
            <a:endParaRPr lang="en-GB" noProof="0" dirty="0"/>
          </a:p>
        </p:txBody>
      </p:sp>
      <p:sp>
        <p:nvSpPr>
          <p:cNvPr id="4" name="Footer Placeholder 4">
            <a:extLst>
              <a:ext uri="{FF2B5EF4-FFF2-40B4-BE49-F238E27FC236}">
                <a16:creationId xmlns:a16="http://schemas.microsoft.com/office/drawing/2014/main" id="{AF875707-4545-7C5E-C4A1-F2B0323DEB00}"/>
              </a:ext>
            </a:extLst>
          </p:cNvPr>
          <p:cNvSpPr>
            <a:spLocks noGrp="1" noChangeArrowheads="1"/>
          </p:cNvSpPr>
          <p:nvPr>
            <p:ph type="ftr" sz="quarter" idx="10"/>
          </p:nvPr>
        </p:nvSpPr>
        <p:spPr/>
        <p:txBody>
          <a:bodyPr/>
          <a:lstStyle>
            <a:lvl1pPr>
              <a:defRPr/>
            </a:lvl1pPr>
          </a:lstStyle>
          <a:p>
            <a:pPr>
              <a:defRPr/>
            </a:pPr>
            <a:r>
              <a:rPr lang="en-GB" altLang="en-US" dirty="0"/>
              <a:t>© Pearson Education Ltd 2023. Copying permitted for purchasing institution only. </a:t>
            </a:r>
          </a:p>
        </p:txBody>
      </p:sp>
    </p:spTree>
    <p:extLst>
      <p:ext uri="{BB962C8B-B14F-4D97-AF65-F5344CB8AC3E}">
        <p14:creationId xmlns:p14="http://schemas.microsoft.com/office/powerpoint/2010/main" val="4268846901"/>
      </p:ext>
    </p:extLst>
  </p:cSld>
  <p:clrMapOvr>
    <a:masterClrMapping/>
  </p:clrMapOvr>
  <p:transition>
    <p:sndAc>
      <p:stSnd>
        <p:snd r:embed="rId1" name="click.wav"/>
      </p:stSnd>
    </p:sndAc>
  </p:transition>
</p:sldLayout>
</file>

<file path=ppt/slideLayouts/slideLayout90.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6"/>
            <a:ext cx="7772400" cy="1470025"/>
          </a:xfrm>
          <a:prstGeom prst="rect">
            <a:avLst/>
          </a:prstGeom>
        </p:spPr>
        <p:txBody>
          <a:bodyPr/>
          <a:lstStyle/>
          <a:p>
            <a:r>
              <a:rPr lang="en-US"/>
              <a:t>Click to edit Master title style</a:t>
            </a:r>
            <a:endParaRPr lang="en-GB"/>
          </a:p>
        </p:txBody>
      </p:sp>
      <p:sp>
        <p:nvSpPr>
          <p:cNvPr id="3" name="Subtitle 2"/>
          <p:cNvSpPr>
            <a:spLocks noGrp="1"/>
          </p:cNvSpPr>
          <p:nvPr>
            <p:ph type="subTitle" idx="1"/>
          </p:nvPr>
        </p:nvSpPr>
        <p:spPr>
          <a:xfrm>
            <a:off x="1371600" y="3886200"/>
            <a:ext cx="6400800" cy="1752600"/>
          </a:xfrm>
          <a:prstGeom prst="rect">
            <a:avLst/>
          </a:prstGeo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en-US" dirty="0"/>
              <a:t>Click to edit Master subtitle style</a:t>
            </a:r>
            <a:endParaRPr lang="en-GB" dirty="0"/>
          </a:p>
        </p:txBody>
      </p:sp>
      <p:sp>
        <p:nvSpPr>
          <p:cNvPr id="4" name="Footer Placeholder 4">
            <a:extLst>
              <a:ext uri="{FF2B5EF4-FFF2-40B4-BE49-F238E27FC236}">
                <a16:creationId xmlns:a16="http://schemas.microsoft.com/office/drawing/2014/main" id="{3A0305BB-39CB-2010-297C-4A457FC45F96}"/>
              </a:ext>
            </a:extLst>
          </p:cNvPr>
          <p:cNvSpPr>
            <a:spLocks noGrp="1" noChangeArrowheads="1"/>
          </p:cNvSpPr>
          <p:nvPr>
            <p:ph type="ftr" sz="quarter" idx="10"/>
          </p:nvPr>
        </p:nvSpPr>
        <p:spPr/>
        <p:txBody>
          <a:bodyPr/>
          <a:lstStyle>
            <a:lvl1pPr>
              <a:defRPr/>
            </a:lvl1pPr>
          </a:lstStyle>
          <a:p>
            <a:pPr>
              <a:defRPr/>
            </a:pPr>
            <a:r>
              <a:rPr lang="en-GB" altLang="en-US" dirty="0"/>
              <a:t>© Pearson Education Ltd 2023. Copying permitted for purchasing institution only. </a:t>
            </a:r>
          </a:p>
        </p:txBody>
      </p:sp>
    </p:spTree>
    <p:extLst>
      <p:ext uri="{BB962C8B-B14F-4D97-AF65-F5344CB8AC3E}">
        <p14:creationId xmlns:p14="http://schemas.microsoft.com/office/powerpoint/2010/main" val="3109822718"/>
      </p:ext>
    </p:extLst>
  </p:cSld>
  <p:clrMapOvr>
    <a:masterClrMapping/>
  </p:clrMapOvr>
  <p:transition>
    <p:sndAc>
      <p:stSnd>
        <p:snd r:embed="rId1" name="click.wav"/>
      </p:stSnd>
    </p:sndAc>
  </p:transition>
</p:sldLayout>
</file>

<file path=ppt/slideLayouts/slideLayout91.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a:lstStyle/>
          <a:p>
            <a:r>
              <a:rPr lang="en-US" dirty="0"/>
              <a:t>Click to edit Master title style</a:t>
            </a:r>
            <a:endParaRPr lang="en-GB" dirty="0"/>
          </a:p>
        </p:txBody>
      </p:sp>
      <p:sp>
        <p:nvSpPr>
          <p:cNvPr id="3" name="Content Placeholder 2"/>
          <p:cNvSpPr>
            <a:spLocks noGrp="1"/>
          </p:cNvSpPr>
          <p:nvPr>
            <p:ph idx="1"/>
          </p:nvPr>
        </p:nvSpPr>
        <p:spPr>
          <a:xfrm>
            <a:off x="468314" y="2196000"/>
            <a:ext cx="8207375" cy="3878436"/>
          </a:xfrm>
          <a:prstGeom prst="rect">
            <a:avLst/>
          </a:prstGeom>
        </p:spPr>
        <p:txBody>
          <a:bodyPr/>
          <a:lstStyle>
            <a:lvl1pPr>
              <a:buFont typeface="Wingdings" pitchFamily="2" charset="2"/>
              <a:buChar char="§"/>
              <a:defRPr>
                <a:latin typeface="Arial" panose="020B0604020202020204" pitchFamily="34" charset="0"/>
                <a:cs typeface="Arial" panose="020B0604020202020204" pitchFamily="34" charset="0"/>
              </a:defRPr>
            </a:lvl1pPr>
            <a:lvl2pPr>
              <a:buFont typeface="Wingdings" pitchFamily="2" charset="2"/>
              <a:buChar char="§"/>
              <a:defRPr>
                <a:latin typeface="Arial" panose="020B0604020202020204" pitchFamily="34" charset="0"/>
                <a:cs typeface="Arial" panose="020B0604020202020204" pitchFamily="34" charset="0"/>
              </a:defRPr>
            </a:lvl2pPr>
            <a:lvl3pPr>
              <a:buFont typeface="Wingdings" pitchFamily="2" charset="2"/>
              <a:buChar char="§"/>
              <a:defRPr>
                <a:latin typeface="Arial" panose="020B0604020202020204" pitchFamily="34" charset="0"/>
                <a:cs typeface="Arial" panose="020B0604020202020204" pitchFamily="34" charset="0"/>
              </a:defRPr>
            </a:lvl3pPr>
            <a:lvl4pPr>
              <a:buFont typeface="Wingdings" pitchFamily="2" charset="2"/>
              <a:buChar char="§"/>
              <a:defRPr>
                <a:latin typeface="Arial" panose="020B0604020202020204" pitchFamily="34" charset="0"/>
                <a:cs typeface="Arial" panose="020B0604020202020204" pitchFamily="34" charset="0"/>
              </a:defRPr>
            </a:lvl4pPr>
            <a:lvl5pPr>
              <a:buFont typeface="Wingdings" pitchFamily="2" charset="2"/>
              <a:buChar char="§"/>
              <a:defRPr>
                <a:latin typeface="Arial" panose="020B0604020202020204" pitchFamily="34" charset="0"/>
                <a:cs typeface="Arial" panose="020B0604020202020204" pitchFamily="34"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GB" dirty="0"/>
          </a:p>
        </p:txBody>
      </p:sp>
      <p:sp>
        <p:nvSpPr>
          <p:cNvPr id="4" name="Footer Placeholder 4">
            <a:extLst>
              <a:ext uri="{FF2B5EF4-FFF2-40B4-BE49-F238E27FC236}">
                <a16:creationId xmlns:a16="http://schemas.microsoft.com/office/drawing/2014/main" id="{91A7AFBE-AB6C-ABC5-09E7-9F4EA3B95410}"/>
              </a:ext>
            </a:extLst>
          </p:cNvPr>
          <p:cNvSpPr>
            <a:spLocks noGrp="1" noChangeArrowheads="1"/>
          </p:cNvSpPr>
          <p:nvPr>
            <p:ph type="ftr" sz="quarter" idx="10"/>
          </p:nvPr>
        </p:nvSpPr>
        <p:spPr/>
        <p:txBody>
          <a:bodyPr/>
          <a:lstStyle>
            <a:lvl1pPr>
              <a:defRPr/>
            </a:lvl1pPr>
          </a:lstStyle>
          <a:p>
            <a:pPr>
              <a:defRPr/>
            </a:pPr>
            <a:r>
              <a:rPr lang="en-GB" altLang="en-US" dirty="0"/>
              <a:t>© Pearson Education Ltd 2023. Copying permitted for purchasing institution only. </a:t>
            </a:r>
          </a:p>
        </p:txBody>
      </p:sp>
    </p:spTree>
    <p:extLst>
      <p:ext uri="{BB962C8B-B14F-4D97-AF65-F5344CB8AC3E}">
        <p14:creationId xmlns:p14="http://schemas.microsoft.com/office/powerpoint/2010/main" val="1107335033"/>
      </p:ext>
    </p:extLst>
  </p:cSld>
  <p:clrMapOvr>
    <a:masterClrMapping/>
  </p:clrMapOvr>
  <p:transition>
    <p:sndAc>
      <p:stSnd>
        <p:snd r:embed="rId1" name="click.wav"/>
      </p:stSnd>
    </p:sndAc>
  </p:transition>
</p:sldLayout>
</file>

<file path=ppt/slideLayouts/slideLayout92.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a:prstGeom prst="rect">
            <a:avLst/>
          </a:prstGeom>
        </p:spPr>
        <p:txBody>
          <a:bodyPr anchor="t"/>
          <a:lstStyle>
            <a:lvl1pPr algn="r">
              <a:defRPr sz="4000" b="1" cap="all"/>
            </a:lvl1pPr>
          </a:lstStyle>
          <a:p>
            <a:r>
              <a:rPr lang="en-US"/>
              <a:t>Click to edit Master title style</a:t>
            </a:r>
            <a:endParaRPr lang="en-GB"/>
          </a:p>
        </p:txBody>
      </p:sp>
      <p:sp>
        <p:nvSpPr>
          <p:cNvPr id="3" name="Text Placeholder 2"/>
          <p:cNvSpPr>
            <a:spLocks noGrp="1"/>
          </p:cNvSpPr>
          <p:nvPr>
            <p:ph type="body" idx="1"/>
          </p:nvPr>
        </p:nvSpPr>
        <p:spPr>
          <a:xfrm>
            <a:off x="722313" y="2906714"/>
            <a:ext cx="7772400" cy="1500187"/>
          </a:xfrm>
          <a:prstGeom prst="rect">
            <a:avLst/>
          </a:prstGeo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a:t>Click to edit Master text styles</a:t>
            </a:r>
          </a:p>
        </p:txBody>
      </p:sp>
      <p:sp>
        <p:nvSpPr>
          <p:cNvPr id="4" name="Footer Placeholder 4">
            <a:extLst>
              <a:ext uri="{FF2B5EF4-FFF2-40B4-BE49-F238E27FC236}">
                <a16:creationId xmlns:a16="http://schemas.microsoft.com/office/drawing/2014/main" id="{C2AEDFE9-EE41-D362-E546-E91D5FC64E76}"/>
              </a:ext>
            </a:extLst>
          </p:cNvPr>
          <p:cNvSpPr>
            <a:spLocks noGrp="1" noChangeArrowheads="1"/>
          </p:cNvSpPr>
          <p:nvPr>
            <p:ph type="ftr" sz="quarter" idx="10"/>
          </p:nvPr>
        </p:nvSpPr>
        <p:spPr/>
        <p:txBody>
          <a:bodyPr/>
          <a:lstStyle>
            <a:lvl1pPr>
              <a:defRPr/>
            </a:lvl1pPr>
          </a:lstStyle>
          <a:p>
            <a:pPr>
              <a:defRPr/>
            </a:pPr>
            <a:r>
              <a:rPr lang="en-GB" altLang="en-US" dirty="0"/>
              <a:t>© Pearson Education Ltd 2023. Copying permitted for purchasing institution only. </a:t>
            </a:r>
          </a:p>
        </p:txBody>
      </p:sp>
    </p:spTree>
    <p:extLst>
      <p:ext uri="{BB962C8B-B14F-4D97-AF65-F5344CB8AC3E}">
        <p14:creationId xmlns:p14="http://schemas.microsoft.com/office/powerpoint/2010/main" val="1586721700"/>
      </p:ext>
    </p:extLst>
  </p:cSld>
  <p:clrMapOvr>
    <a:masterClrMapping/>
  </p:clrMapOvr>
  <p:transition>
    <p:sndAc>
      <p:stSnd>
        <p:snd r:embed="rId1" name="click.wav"/>
      </p:stSnd>
    </p:sndAc>
  </p:transition>
</p:sldLayout>
</file>

<file path=ppt/slideLayouts/slideLayout93.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a:lstStyle/>
          <a:p>
            <a:r>
              <a:rPr lang="en-US" dirty="0"/>
              <a:t>Click to edit Master title style</a:t>
            </a:r>
            <a:endParaRPr lang="en-GB" dirty="0"/>
          </a:p>
        </p:txBody>
      </p:sp>
      <p:sp>
        <p:nvSpPr>
          <p:cNvPr id="3" name="Content Placeholder 2"/>
          <p:cNvSpPr>
            <a:spLocks noGrp="1"/>
          </p:cNvSpPr>
          <p:nvPr>
            <p:ph sz="half" idx="1"/>
          </p:nvPr>
        </p:nvSpPr>
        <p:spPr>
          <a:xfrm>
            <a:off x="468314" y="2196001"/>
            <a:ext cx="4027487" cy="4024100"/>
          </a:xfrm>
          <a:prstGeom prst="rect">
            <a:avLst/>
          </a:prstGeom>
        </p:spPr>
        <p:txBody>
          <a:bodyPr/>
          <a:lstStyle>
            <a:lvl1pPr>
              <a:buFont typeface="Wingdings" pitchFamily="2" charset="2"/>
              <a:buChar char="§"/>
              <a:defRPr sz="2400">
                <a:latin typeface="Arial" panose="020B0604020202020204" pitchFamily="34" charset="0"/>
                <a:cs typeface="Arial" panose="020B0604020202020204" pitchFamily="34" charset="0"/>
              </a:defRPr>
            </a:lvl1pPr>
            <a:lvl2pPr>
              <a:buFont typeface="Wingdings" pitchFamily="2" charset="2"/>
              <a:buChar char="§"/>
              <a:defRPr sz="2400">
                <a:latin typeface="Arial" panose="020B0604020202020204" pitchFamily="34" charset="0"/>
                <a:cs typeface="Arial" panose="020B0604020202020204" pitchFamily="34" charset="0"/>
              </a:defRPr>
            </a:lvl2pPr>
            <a:lvl3pPr>
              <a:buFont typeface="Wingdings" pitchFamily="2" charset="2"/>
              <a:buChar char="§"/>
              <a:defRPr sz="2400">
                <a:latin typeface="Arial" panose="020B0604020202020204" pitchFamily="34" charset="0"/>
                <a:cs typeface="Arial" panose="020B0604020202020204" pitchFamily="34" charset="0"/>
              </a:defRPr>
            </a:lvl3pPr>
            <a:lvl4pPr>
              <a:buFont typeface="Wingdings" pitchFamily="2" charset="2"/>
              <a:buChar char="§"/>
              <a:defRPr sz="2400">
                <a:latin typeface="Arial" panose="020B0604020202020204" pitchFamily="34" charset="0"/>
                <a:cs typeface="Arial" panose="020B0604020202020204" pitchFamily="34" charset="0"/>
              </a:defRPr>
            </a:lvl4pPr>
            <a:lvl5pPr>
              <a:buFont typeface="Wingdings" pitchFamily="2" charset="2"/>
              <a:buChar char="§"/>
              <a:defRPr sz="2400">
                <a:latin typeface="Arial" panose="020B0604020202020204" pitchFamily="34" charset="0"/>
                <a:cs typeface="Arial" panose="020B0604020202020204" pitchFamily="34" charset="0"/>
              </a:defRPr>
            </a:lvl5pPr>
            <a:lvl6pPr>
              <a:defRPr sz="1800"/>
            </a:lvl6pPr>
            <a:lvl7pPr>
              <a:defRPr sz="1800"/>
            </a:lvl7pPr>
            <a:lvl8pPr>
              <a:defRPr sz="1800"/>
            </a:lvl8pPr>
            <a:lvl9pPr>
              <a:defRPr sz="18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GB" dirty="0"/>
          </a:p>
        </p:txBody>
      </p:sp>
      <p:sp>
        <p:nvSpPr>
          <p:cNvPr id="4" name="Content Placeholder 3"/>
          <p:cNvSpPr>
            <a:spLocks noGrp="1"/>
          </p:cNvSpPr>
          <p:nvPr>
            <p:ph sz="half" idx="2"/>
          </p:nvPr>
        </p:nvSpPr>
        <p:spPr>
          <a:xfrm>
            <a:off x="4648200" y="2196001"/>
            <a:ext cx="4027488" cy="4024100"/>
          </a:xfrm>
          <a:prstGeom prst="rect">
            <a:avLst/>
          </a:prstGeom>
        </p:spPr>
        <p:txBody>
          <a:bodyPr/>
          <a:lstStyle>
            <a:lvl1pPr>
              <a:buFont typeface="Wingdings" pitchFamily="2" charset="2"/>
              <a:buChar char="§"/>
              <a:defRPr sz="2400">
                <a:latin typeface="Arial" panose="020B0604020202020204" pitchFamily="34" charset="0"/>
                <a:cs typeface="Arial" panose="020B0604020202020204" pitchFamily="34" charset="0"/>
              </a:defRPr>
            </a:lvl1pPr>
            <a:lvl2pPr>
              <a:buFont typeface="Wingdings" pitchFamily="2" charset="2"/>
              <a:buChar char="§"/>
              <a:defRPr sz="2400">
                <a:latin typeface="Arial" panose="020B0604020202020204" pitchFamily="34" charset="0"/>
                <a:cs typeface="Arial" panose="020B0604020202020204" pitchFamily="34" charset="0"/>
              </a:defRPr>
            </a:lvl2pPr>
            <a:lvl3pPr>
              <a:buFont typeface="Wingdings" pitchFamily="2" charset="2"/>
              <a:buChar char="§"/>
              <a:defRPr sz="2400">
                <a:latin typeface="Arial" panose="020B0604020202020204" pitchFamily="34" charset="0"/>
                <a:cs typeface="Arial" panose="020B0604020202020204" pitchFamily="34" charset="0"/>
              </a:defRPr>
            </a:lvl3pPr>
            <a:lvl4pPr>
              <a:buFont typeface="Wingdings" pitchFamily="2" charset="2"/>
              <a:buChar char="§"/>
              <a:defRPr sz="2400">
                <a:latin typeface="Arial" panose="020B0604020202020204" pitchFamily="34" charset="0"/>
                <a:cs typeface="Arial" panose="020B0604020202020204" pitchFamily="34" charset="0"/>
              </a:defRPr>
            </a:lvl4pPr>
            <a:lvl5pPr>
              <a:buFont typeface="Wingdings" pitchFamily="2" charset="2"/>
              <a:buChar char="§"/>
              <a:defRPr sz="2400">
                <a:latin typeface="Arial" panose="020B0604020202020204" pitchFamily="34" charset="0"/>
                <a:cs typeface="Arial" panose="020B0604020202020204" pitchFamily="34" charset="0"/>
              </a:defRPr>
            </a:lvl5pPr>
            <a:lvl6pPr>
              <a:defRPr sz="1800"/>
            </a:lvl6pPr>
            <a:lvl7pPr>
              <a:defRPr sz="1800"/>
            </a:lvl7pPr>
            <a:lvl8pPr>
              <a:defRPr sz="1800"/>
            </a:lvl8pPr>
            <a:lvl9pPr>
              <a:defRPr sz="18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GB" dirty="0"/>
          </a:p>
        </p:txBody>
      </p:sp>
      <p:sp>
        <p:nvSpPr>
          <p:cNvPr id="5" name="Footer Placeholder 4">
            <a:extLst>
              <a:ext uri="{FF2B5EF4-FFF2-40B4-BE49-F238E27FC236}">
                <a16:creationId xmlns:a16="http://schemas.microsoft.com/office/drawing/2014/main" id="{4CAF7984-8BB0-8F53-E778-52A2BBF7CCE6}"/>
              </a:ext>
            </a:extLst>
          </p:cNvPr>
          <p:cNvSpPr>
            <a:spLocks noGrp="1" noChangeArrowheads="1"/>
          </p:cNvSpPr>
          <p:nvPr>
            <p:ph type="ftr" sz="quarter" idx="10"/>
          </p:nvPr>
        </p:nvSpPr>
        <p:spPr/>
        <p:txBody>
          <a:bodyPr/>
          <a:lstStyle>
            <a:lvl1pPr>
              <a:defRPr/>
            </a:lvl1pPr>
          </a:lstStyle>
          <a:p>
            <a:pPr>
              <a:defRPr/>
            </a:pPr>
            <a:r>
              <a:rPr lang="en-GB" altLang="en-US" dirty="0"/>
              <a:t>© Pearson Education Ltd 2023. Copying permitted for purchasing institution only. </a:t>
            </a:r>
          </a:p>
        </p:txBody>
      </p:sp>
    </p:spTree>
    <p:extLst>
      <p:ext uri="{BB962C8B-B14F-4D97-AF65-F5344CB8AC3E}">
        <p14:creationId xmlns:p14="http://schemas.microsoft.com/office/powerpoint/2010/main" val="3328012029"/>
      </p:ext>
    </p:extLst>
  </p:cSld>
  <p:clrMapOvr>
    <a:masterClrMapping/>
  </p:clrMapOvr>
  <p:transition>
    <p:sndAc>
      <p:stSnd>
        <p:snd r:embed="rId1" name="click.wav"/>
      </p:stSnd>
    </p:sndAc>
  </p:transition>
</p:sldLayout>
</file>

<file path=ppt/slideLayouts/slideLayout94.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pic>
        <p:nvPicPr>
          <p:cNvPr id="7" name="Picture 5" descr="Always Learning">
            <a:extLst>
              <a:ext uri="{FF2B5EF4-FFF2-40B4-BE49-F238E27FC236}">
                <a16:creationId xmlns:a16="http://schemas.microsoft.com/office/drawing/2014/main" id="{69FE8684-BE61-3A81-0CF1-F705B2D28649}"/>
              </a:ext>
            </a:extLst>
          </p:cNvPr>
          <p:cNvPicPr>
            <a:picLocks noChangeAspect="1" noChangeArrowheads="1"/>
          </p:cNvPicPr>
          <p:nvPr userDrawn="1"/>
        </p:nvPicPr>
        <p:blipFill>
          <a:blip r:embed="rId3" cstate="screen">
            <a:extLst>
              <a:ext uri="{28A0092B-C50C-407E-A947-70E740481C1C}">
                <a14:useLocalDpi xmlns:a14="http://schemas.microsoft.com/office/drawing/2010/main"/>
              </a:ext>
            </a:extLst>
          </a:blip>
          <a:srcRect/>
          <a:stretch>
            <a:fillRect/>
          </a:stretch>
        </p:blipFill>
        <p:spPr bwMode="auto">
          <a:xfrm>
            <a:off x="0" y="6356350"/>
            <a:ext cx="1762125" cy="493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Title 1"/>
          <p:cNvSpPr>
            <a:spLocks noGrp="1"/>
          </p:cNvSpPr>
          <p:nvPr>
            <p:ph type="title"/>
          </p:nvPr>
        </p:nvSpPr>
        <p:spPr>
          <a:xfrm>
            <a:off x="457200" y="1195200"/>
            <a:ext cx="8229600" cy="864000"/>
          </a:xfrm>
          <a:prstGeom prst="rect">
            <a:avLst/>
          </a:prstGeom>
        </p:spPr>
        <p:txBody>
          <a:bodyPr/>
          <a:lstStyle>
            <a:lvl1pPr>
              <a:defRPr/>
            </a:lvl1pPr>
          </a:lstStyle>
          <a:p>
            <a:r>
              <a:rPr lang="en-US"/>
              <a:t>Click to edit Master title style</a:t>
            </a:r>
            <a:endParaRPr lang="en-GB"/>
          </a:p>
        </p:txBody>
      </p:sp>
      <p:sp>
        <p:nvSpPr>
          <p:cNvPr id="3" name="Text Placeholder 2"/>
          <p:cNvSpPr>
            <a:spLocks noGrp="1"/>
          </p:cNvSpPr>
          <p:nvPr>
            <p:ph type="body" idx="1"/>
          </p:nvPr>
        </p:nvSpPr>
        <p:spPr>
          <a:xfrm>
            <a:off x="457201" y="2196000"/>
            <a:ext cx="4040188" cy="63976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4" name="Content Placeholder 3"/>
          <p:cNvSpPr>
            <a:spLocks noGrp="1"/>
          </p:cNvSpPr>
          <p:nvPr>
            <p:ph sz="half" idx="2"/>
          </p:nvPr>
        </p:nvSpPr>
        <p:spPr>
          <a:xfrm>
            <a:off x="457201" y="2932602"/>
            <a:ext cx="4040188" cy="3193562"/>
          </a:xfrm>
          <a:prstGeom prst="rect">
            <a:avLst/>
          </a:prstGeom>
        </p:spPr>
        <p:txBody>
          <a:bodyPr/>
          <a:lstStyle>
            <a:lvl1pPr>
              <a:buFont typeface="Wingdings" pitchFamily="2" charset="2"/>
              <a:buChar char="§"/>
              <a:defRPr sz="2400">
                <a:latin typeface="Arial" panose="020B0604020202020204" pitchFamily="34" charset="0"/>
                <a:cs typeface="Arial" panose="020B0604020202020204" pitchFamily="34" charset="0"/>
              </a:defRPr>
            </a:lvl1pPr>
            <a:lvl2pPr>
              <a:buFont typeface="Wingdings" pitchFamily="2" charset="2"/>
              <a:buChar char="§"/>
              <a:defRPr sz="2400">
                <a:latin typeface="Arial" panose="020B0604020202020204" pitchFamily="34" charset="0"/>
                <a:cs typeface="Arial" panose="020B0604020202020204" pitchFamily="34" charset="0"/>
              </a:defRPr>
            </a:lvl2pPr>
            <a:lvl3pPr>
              <a:buFont typeface="Wingdings" pitchFamily="2" charset="2"/>
              <a:buChar char="§"/>
              <a:defRPr sz="2400">
                <a:latin typeface="Arial" panose="020B0604020202020204" pitchFamily="34" charset="0"/>
                <a:cs typeface="Arial" panose="020B0604020202020204" pitchFamily="34" charset="0"/>
              </a:defRPr>
            </a:lvl3pPr>
            <a:lvl4pPr>
              <a:buFont typeface="Wingdings" pitchFamily="2" charset="2"/>
              <a:buChar char="§"/>
              <a:defRPr sz="2400">
                <a:latin typeface="Arial" panose="020B0604020202020204" pitchFamily="34" charset="0"/>
                <a:cs typeface="Arial" panose="020B0604020202020204" pitchFamily="34" charset="0"/>
              </a:defRPr>
            </a:lvl4pPr>
            <a:lvl5pPr>
              <a:buFont typeface="Wingdings" pitchFamily="2" charset="2"/>
              <a:buChar char="§"/>
              <a:defRPr sz="2400">
                <a:latin typeface="Arial" panose="020B0604020202020204" pitchFamily="34" charset="0"/>
                <a:cs typeface="Arial" panose="020B0604020202020204" pitchFamily="34" charset="0"/>
              </a:defRPr>
            </a:lvl5pPr>
            <a:lvl6pPr>
              <a:defRPr sz="1600"/>
            </a:lvl6pPr>
            <a:lvl7pPr>
              <a:defRPr sz="1600"/>
            </a:lvl7pPr>
            <a:lvl8pPr>
              <a:defRPr sz="1600"/>
            </a:lvl8pPr>
            <a:lvl9pPr>
              <a:defRPr sz="16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GB" dirty="0"/>
          </a:p>
        </p:txBody>
      </p:sp>
      <p:sp>
        <p:nvSpPr>
          <p:cNvPr id="5" name="Text Placeholder 4"/>
          <p:cNvSpPr>
            <a:spLocks noGrp="1"/>
          </p:cNvSpPr>
          <p:nvPr>
            <p:ph type="body" sz="quarter" idx="3"/>
          </p:nvPr>
        </p:nvSpPr>
        <p:spPr>
          <a:xfrm>
            <a:off x="4645026" y="2196000"/>
            <a:ext cx="4041775" cy="63976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6" name="Content Placeholder 5"/>
          <p:cNvSpPr>
            <a:spLocks noGrp="1"/>
          </p:cNvSpPr>
          <p:nvPr>
            <p:ph sz="quarter" idx="4"/>
          </p:nvPr>
        </p:nvSpPr>
        <p:spPr>
          <a:xfrm>
            <a:off x="4645026" y="2932602"/>
            <a:ext cx="4041775" cy="3193562"/>
          </a:xfrm>
          <a:prstGeom prst="rect">
            <a:avLst/>
          </a:prstGeom>
        </p:spPr>
        <p:txBody>
          <a:bodyPr/>
          <a:lstStyle>
            <a:lvl1pPr>
              <a:buFont typeface="Wingdings" pitchFamily="2" charset="2"/>
              <a:buChar char="§"/>
              <a:defRPr sz="2400">
                <a:latin typeface="Arial" panose="020B0604020202020204" pitchFamily="34" charset="0"/>
                <a:cs typeface="Arial" panose="020B0604020202020204" pitchFamily="34" charset="0"/>
              </a:defRPr>
            </a:lvl1pPr>
            <a:lvl2pPr>
              <a:buFont typeface="Wingdings" pitchFamily="2" charset="2"/>
              <a:buChar char="§"/>
              <a:defRPr sz="2400">
                <a:latin typeface="Arial" panose="020B0604020202020204" pitchFamily="34" charset="0"/>
                <a:cs typeface="Arial" panose="020B0604020202020204" pitchFamily="34" charset="0"/>
              </a:defRPr>
            </a:lvl2pPr>
            <a:lvl3pPr>
              <a:buFont typeface="Wingdings" pitchFamily="2" charset="2"/>
              <a:buChar char="§"/>
              <a:defRPr sz="2400">
                <a:latin typeface="Arial" panose="020B0604020202020204" pitchFamily="34" charset="0"/>
                <a:cs typeface="Arial" panose="020B0604020202020204" pitchFamily="34" charset="0"/>
              </a:defRPr>
            </a:lvl3pPr>
            <a:lvl4pPr>
              <a:buFont typeface="Wingdings" pitchFamily="2" charset="2"/>
              <a:buChar char="§"/>
              <a:defRPr sz="2400">
                <a:latin typeface="Arial" panose="020B0604020202020204" pitchFamily="34" charset="0"/>
                <a:cs typeface="Arial" panose="020B0604020202020204" pitchFamily="34" charset="0"/>
              </a:defRPr>
            </a:lvl4pPr>
            <a:lvl5pPr>
              <a:buFont typeface="Wingdings" pitchFamily="2" charset="2"/>
              <a:buChar char="§"/>
              <a:defRPr sz="2400">
                <a:latin typeface="Arial" panose="020B0604020202020204" pitchFamily="34" charset="0"/>
                <a:cs typeface="Arial" panose="020B0604020202020204" pitchFamily="34" charset="0"/>
              </a:defRPr>
            </a:lvl5pPr>
            <a:lvl6pPr>
              <a:defRPr sz="1600"/>
            </a:lvl6pPr>
            <a:lvl7pPr>
              <a:defRPr sz="1600"/>
            </a:lvl7pPr>
            <a:lvl8pPr>
              <a:defRPr sz="1600"/>
            </a:lvl8pPr>
            <a:lvl9pPr>
              <a:defRPr sz="16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GB" dirty="0"/>
          </a:p>
        </p:txBody>
      </p:sp>
      <p:sp>
        <p:nvSpPr>
          <p:cNvPr id="8" name="Footer Placeholder 4">
            <a:extLst>
              <a:ext uri="{FF2B5EF4-FFF2-40B4-BE49-F238E27FC236}">
                <a16:creationId xmlns:a16="http://schemas.microsoft.com/office/drawing/2014/main" id="{E3831A3E-361F-60E1-197E-146246D76DC5}"/>
              </a:ext>
            </a:extLst>
          </p:cNvPr>
          <p:cNvSpPr>
            <a:spLocks noGrp="1" noChangeArrowheads="1"/>
          </p:cNvSpPr>
          <p:nvPr>
            <p:ph type="ftr" sz="quarter" idx="10"/>
          </p:nvPr>
        </p:nvSpPr>
        <p:spPr/>
        <p:txBody>
          <a:bodyPr/>
          <a:lstStyle>
            <a:lvl1pPr>
              <a:spcBef>
                <a:spcPct val="0"/>
              </a:spcBef>
              <a:buFontTx/>
              <a:buNone/>
              <a:defRPr sz="1800">
                <a:solidFill>
                  <a:schemeClr val="tx1"/>
                </a:solidFill>
                <a:latin typeface="Arial" panose="020B0604020202020204" pitchFamily="34" charset="0"/>
                <a:cs typeface="Arial" panose="020B0604020202020204" pitchFamily="34" charset="0"/>
              </a:defRPr>
            </a:lvl1pPr>
            <a:lvl2pPr marL="742950" indent="-285750">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2pPr>
            <a:lvl3pPr marL="1143000" indent="-228600">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3pPr>
            <a:lvl4pPr marL="1600200" indent="-228600">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4pPr>
            <a:lvl5pPr marL="2057400" indent="-228600">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5pPr>
            <a:lvl6pPr marL="2514600" indent="-228600"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6pPr>
            <a:lvl7pPr marL="2971800" indent="-228600"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7pPr>
            <a:lvl8pPr marL="3429000" indent="-228600"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8pPr>
            <a:lvl9pPr marL="3886200" indent="-228600"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9pPr>
          </a:lstStyle>
          <a:p>
            <a:pPr>
              <a:defRPr/>
            </a:pPr>
            <a:r>
              <a:rPr lang="en-GB" altLang="en-US" dirty="0"/>
              <a:t>© Pearson Education Ltd 2023. Copying permitted for purchasing institution only. </a:t>
            </a:r>
          </a:p>
        </p:txBody>
      </p:sp>
    </p:spTree>
    <p:extLst>
      <p:ext uri="{BB962C8B-B14F-4D97-AF65-F5344CB8AC3E}">
        <p14:creationId xmlns:p14="http://schemas.microsoft.com/office/powerpoint/2010/main" val="3461434473"/>
      </p:ext>
    </p:extLst>
  </p:cSld>
  <p:clrMapOvr>
    <a:masterClrMapping/>
  </p:clrMapOvr>
  <p:transition>
    <p:sndAc>
      <p:stSnd>
        <p:snd r:embed="rId1" name="click.wav"/>
      </p:stSnd>
    </p:sndAc>
  </p:transition>
</p:sldLayout>
</file>

<file path=ppt/slideLayouts/slideLayout95.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a:lstStyle/>
          <a:p>
            <a:r>
              <a:rPr lang="en-US" dirty="0"/>
              <a:t>Click to edit Master title style</a:t>
            </a:r>
            <a:endParaRPr lang="en-GB" dirty="0"/>
          </a:p>
        </p:txBody>
      </p:sp>
      <p:sp>
        <p:nvSpPr>
          <p:cNvPr id="3" name="Footer Placeholder 4">
            <a:extLst>
              <a:ext uri="{FF2B5EF4-FFF2-40B4-BE49-F238E27FC236}">
                <a16:creationId xmlns:a16="http://schemas.microsoft.com/office/drawing/2014/main" id="{1C6F868A-32BB-A111-C404-483CD1832E05}"/>
              </a:ext>
            </a:extLst>
          </p:cNvPr>
          <p:cNvSpPr>
            <a:spLocks noGrp="1" noChangeArrowheads="1"/>
          </p:cNvSpPr>
          <p:nvPr>
            <p:ph type="ftr" sz="quarter" idx="10"/>
          </p:nvPr>
        </p:nvSpPr>
        <p:spPr/>
        <p:txBody>
          <a:bodyPr/>
          <a:lstStyle>
            <a:lvl1pPr>
              <a:defRPr/>
            </a:lvl1pPr>
          </a:lstStyle>
          <a:p>
            <a:pPr>
              <a:defRPr/>
            </a:pPr>
            <a:r>
              <a:rPr lang="en-GB" altLang="en-US" dirty="0"/>
              <a:t>© Pearson Education Ltd 2023. Copying permitted for purchasing institution only. </a:t>
            </a:r>
          </a:p>
        </p:txBody>
      </p:sp>
    </p:spTree>
    <p:extLst>
      <p:ext uri="{BB962C8B-B14F-4D97-AF65-F5344CB8AC3E}">
        <p14:creationId xmlns:p14="http://schemas.microsoft.com/office/powerpoint/2010/main" val="1093639158"/>
      </p:ext>
    </p:extLst>
  </p:cSld>
  <p:clrMapOvr>
    <a:masterClrMapping/>
  </p:clrMapOvr>
  <p:transition>
    <p:sndAc>
      <p:stSnd>
        <p:snd r:embed="rId1" name="click.wav"/>
      </p:stSnd>
    </p:sndAc>
  </p:transition>
</p:sldLayout>
</file>

<file path=ppt/slideLayouts/slideLayout96.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Footer Placeholder 4">
            <a:extLst>
              <a:ext uri="{FF2B5EF4-FFF2-40B4-BE49-F238E27FC236}">
                <a16:creationId xmlns:a16="http://schemas.microsoft.com/office/drawing/2014/main" id="{EC02FC38-AE3B-EFB4-D55D-0A5C97BB6371}"/>
              </a:ext>
            </a:extLst>
          </p:cNvPr>
          <p:cNvSpPr>
            <a:spLocks noGrp="1" noChangeArrowheads="1"/>
          </p:cNvSpPr>
          <p:nvPr>
            <p:ph type="ftr" sz="quarter" idx="10"/>
          </p:nvPr>
        </p:nvSpPr>
        <p:spPr/>
        <p:txBody>
          <a:bodyPr/>
          <a:lstStyle>
            <a:lvl1pPr>
              <a:defRPr/>
            </a:lvl1pPr>
          </a:lstStyle>
          <a:p>
            <a:pPr>
              <a:defRPr/>
            </a:pPr>
            <a:r>
              <a:rPr lang="en-GB" altLang="en-US" dirty="0"/>
              <a:t>© Pearson Education Ltd 2023. Copying permitted for purchasing institution only. </a:t>
            </a:r>
          </a:p>
        </p:txBody>
      </p:sp>
    </p:spTree>
    <p:extLst>
      <p:ext uri="{BB962C8B-B14F-4D97-AF65-F5344CB8AC3E}">
        <p14:creationId xmlns:p14="http://schemas.microsoft.com/office/powerpoint/2010/main" val="383145481"/>
      </p:ext>
    </p:extLst>
  </p:cSld>
  <p:clrMapOvr>
    <a:masterClrMapping/>
  </p:clrMapOvr>
  <p:transition>
    <p:sndAc>
      <p:stSnd>
        <p:snd r:embed="rId1" name="click.wav"/>
      </p:stSnd>
    </p:sndAc>
  </p:transition>
</p:sldLayout>
</file>

<file path=ppt/slideLayouts/slideLayout97.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1" y="1195200"/>
            <a:ext cx="3008313" cy="865648"/>
          </a:xfrm>
          <a:prstGeom prst="rect">
            <a:avLst/>
          </a:prstGeom>
        </p:spPr>
        <p:txBody>
          <a:bodyPr anchor="b"/>
          <a:lstStyle>
            <a:lvl1pPr algn="r">
              <a:defRPr sz="2000" b="1"/>
            </a:lvl1pPr>
          </a:lstStyle>
          <a:p>
            <a:r>
              <a:rPr lang="en-US" dirty="0"/>
              <a:t>Click to edit Master title style</a:t>
            </a:r>
            <a:endParaRPr lang="en-GB" dirty="0"/>
          </a:p>
        </p:txBody>
      </p:sp>
      <p:sp>
        <p:nvSpPr>
          <p:cNvPr id="4" name="Text Placeholder 3"/>
          <p:cNvSpPr>
            <a:spLocks noGrp="1"/>
          </p:cNvSpPr>
          <p:nvPr>
            <p:ph type="body" sz="half" idx="2"/>
          </p:nvPr>
        </p:nvSpPr>
        <p:spPr>
          <a:xfrm>
            <a:off x="457201" y="2132857"/>
            <a:ext cx="3008313" cy="3993307"/>
          </a:xfrm>
          <a:prstGeom prst="rect">
            <a:avLst/>
          </a:prstGeo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3" name="Content Placeholder 2"/>
          <p:cNvSpPr>
            <a:spLocks noGrp="1"/>
          </p:cNvSpPr>
          <p:nvPr>
            <p:ph idx="1"/>
          </p:nvPr>
        </p:nvSpPr>
        <p:spPr>
          <a:xfrm>
            <a:off x="3575050" y="1195201"/>
            <a:ext cx="5111751" cy="4785395"/>
          </a:xfrm>
          <a:prstGeom prst="rect">
            <a:avLst/>
          </a:prstGeom>
        </p:spPr>
        <p:txBody>
          <a:bodyPr/>
          <a:lstStyle>
            <a:lvl1pPr>
              <a:buFont typeface="Wingdings" pitchFamily="2" charset="2"/>
              <a:buChar char="§"/>
              <a:defRPr sz="2400">
                <a:latin typeface="Arial" panose="020B0604020202020204" pitchFamily="34" charset="0"/>
                <a:cs typeface="Arial" panose="020B0604020202020204" pitchFamily="34" charset="0"/>
              </a:defRPr>
            </a:lvl1pPr>
            <a:lvl2pPr>
              <a:buFont typeface="Wingdings" pitchFamily="2" charset="2"/>
              <a:buChar char="§"/>
              <a:defRPr sz="2400">
                <a:latin typeface="Arial" panose="020B0604020202020204" pitchFamily="34" charset="0"/>
                <a:cs typeface="Arial" panose="020B0604020202020204" pitchFamily="34" charset="0"/>
              </a:defRPr>
            </a:lvl2pPr>
            <a:lvl3pPr>
              <a:buFont typeface="Wingdings" pitchFamily="2" charset="2"/>
              <a:buChar char="§"/>
              <a:defRPr sz="2400">
                <a:latin typeface="Arial" panose="020B0604020202020204" pitchFamily="34" charset="0"/>
                <a:cs typeface="Arial" panose="020B0604020202020204" pitchFamily="34" charset="0"/>
              </a:defRPr>
            </a:lvl3pPr>
            <a:lvl4pPr>
              <a:buFont typeface="Wingdings" pitchFamily="2" charset="2"/>
              <a:buChar char="§"/>
              <a:defRPr sz="2400">
                <a:latin typeface="Arial" panose="020B0604020202020204" pitchFamily="34" charset="0"/>
                <a:cs typeface="Arial" panose="020B0604020202020204" pitchFamily="34" charset="0"/>
              </a:defRPr>
            </a:lvl4pPr>
            <a:lvl5pPr>
              <a:buFont typeface="Wingdings" pitchFamily="2" charset="2"/>
              <a:buChar char="§"/>
              <a:defRPr sz="2400">
                <a:latin typeface="Arial" panose="020B0604020202020204" pitchFamily="34" charset="0"/>
                <a:cs typeface="Arial" panose="020B0604020202020204" pitchFamily="34" charset="0"/>
              </a:defRPr>
            </a:lvl5pPr>
            <a:lvl6pPr>
              <a:defRPr sz="2000"/>
            </a:lvl6pPr>
            <a:lvl7pPr>
              <a:defRPr sz="2000"/>
            </a:lvl7pPr>
            <a:lvl8pPr>
              <a:defRPr sz="2000"/>
            </a:lvl8pPr>
            <a:lvl9pPr>
              <a:defRPr sz="20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GB" dirty="0"/>
          </a:p>
        </p:txBody>
      </p:sp>
      <p:sp>
        <p:nvSpPr>
          <p:cNvPr id="5" name="Footer Placeholder 4">
            <a:extLst>
              <a:ext uri="{FF2B5EF4-FFF2-40B4-BE49-F238E27FC236}">
                <a16:creationId xmlns:a16="http://schemas.microsoft.com/office/drawing/2014/main" id="{4C26848C-3864-D4D5-F394-E8115F32BACC}"/>
              </a:ext>
            </a:extLst>
          </p:cNvPr>
          <p:cNvSpPr>
            <a:spLocks noGrp="1" noChangeArrowheads="1"/>
          </p:cNvSpPr>
          <p:nvPr>
            <p:ph type="ftr" sz="quarter" idx="10"/>
          </p:nvPr>
        </p:nvSpPr>
        <p:spPr/>
        <p:txBody>
          <a:bodyPr/>
          <a:lstStyle>
            <a:lvl1pPr>
              <a:defRPr/>
            </a:lvl1pPr>
          </a:lstStyle>
          <a:p>
            <a:pPr>
              <a:defRPr/>
            </a:pPr>
            <a:r>
              <a:rPr lang="en-GB" altLang="en-US" dirty="0"/>
              <a:t>© Pearson Education Ltd 2023. Copying permitted for purchasing institution only. </a:t>
            </a:r>
          </a:p>
        </p:txBody>
      </p:sp>
    </p:spTree>
    <p:extLst>
      <p:ext uri="{BB962C8B-B14F-4D97-AF65-F5344CB8AC3E}">
        <p14:creationId xmlns:p14="http://schemas.microsoft.com/office/powerpoint/2010/main" val="1226803515"/>
      </p:ext>
    </p:extLst>
  </p:cSld>
  <p:clrMapOvr>
    <a:masterClrMapping/>
  </p:clrMapOvr>
  <p:transition>
    <p:sndAc>
      <p:stSnd>
        <p:snd r:embed="rId1" name="click.wav"/>
      </p:stSnd>
    </p:sndAc>
  </p:transition>
</p:sldLayout>
</file>

<file path=ppt/slideLayouts/slideLayout98.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3" name="Picture Placeholder 2"/>
          <p:cNvSpPr>
            <a:spLocks noGrp="1"/>
          </p:cNvSpPr>
          <p:nvPr>
            <p:ph type="pic" idx="1"/>
          </p:nvPr>
        </p:nvSpPr>
        <p:spPr>
          <a:xfrm>
            <a:off x="1792288" y="1196752"/>
            <a:ext cx="5486400" cy="3530823"/>
          </a:xfrm>
          <a:prstGeom prst="rect">
            <a:avLst/>
          </a:prstGeom>
        </p:spPr>
        <p:txBody>
          <a:bodyPr rtlCol="0">
            <a:normAutofit/>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GB" noProof="0" dirty="0"/>
          </a:p>
        </p:txBody>
      </p:sp>
      <p:sp>
        <p:nvSpPr>
          <p:cNvPr id="2" name="Title 1"/>
          <p:cNvSpPr>
            <a:spLocks noGrp="1"/>
          </p:cNvSpPr>
          <p:nvPr>
            <p:ph type="title"/>
          </p:nvPr>
        </p:nvSpPr>
        <p:spPr>
          <a:xfrm>
            <a:off x="1792288" y="4800601"/>
            <a:ext cx="5486400" cy="566738"/>
          </a:xfrm>
          <a:prstGeom prst="rect">
            <a:avLst/>
          </a:prstGeom>
        </p:spPr>
        <p:txBody>
          <a:bodyPr anchor="b"/>
          <a:lstStyle>
            <a:lvl1pPr algn="r">
              <a:defRPr sz="2000" b="1"/>
            </a:lvl1pPr>
          </a:lstStyle>
          <a:p>
            <a:r>
              <a:rPr lang="en-US" dirty="0"/>
              <a:t>Click to edit Master title style</a:t>
            </a:r>
            <a:endParaRPr lang="en-GB" dirty="0"/>
          </a:p>
        </p:txBody>
      </p:sp>
      <p:sp>
        <p:nvSpPr>
          <p:cNvPr id="4" name="Text Placeholder 3"/>
          <p:cNvSpPr>
            <a:spLocks noGrp="1"/>
          </p:cNvSpPr>
          <p:nvPr>
            <p:ph type="body" sz="half" idx="2"/>
          </p:nvPr>
        </p:nvSpPr>
        <p:spPr>
          <a:xfrm>
            <a:off x="1792288" y="5440363"/>
            <a:ext cx="5486400" cy="731837"/>
          </a:xfrm>
          <a:prstGeom prst="rect">
            <a:avLst/>
          </a:prstGeo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dirty="0"/>
              <a:t>Click to edit Master text styles</a:t>
            </a:r>
          </a:p>
        </p:txBody>
      </p:sp>
      <p:sp>
        <p:nvSpPr>
          <p:cNvPr id="5" name="Footer Placeholder 4">
            <a:extLst>
              <a:ext uri="{FF2B5EF4-FFF2-40B4-BE49-F238E27FC236}">
                <a16:creationId xmlns:a16="http://schemas.microsoft.com/office/drawing/2014/main" id="{3632E2FE-4AF5-990F-FA9F-82F73DAD8F6E}"/>
              </a:ext>
            </a:extLst>
          </p:cNvPr>
          <p:cNvSpPr>
            <a:spLocks noGrp="1" noChangeArrowheads="1"/>
          </p:cNvSpPr>
          <p:nvPr>
            <p:ph type="ftr" sz="quarter" idx="10"/>
          </p:nvPr>
        </p:nvSpPr>
        <p:spPr/>
        <p:txBody>
          <a:bodyPr/>
          <a:lstStyle>
            <a:lvl1pPr>
              <a:defRPr/>
            </a:lvl1pPr>
          </a:lstStyle>
          <a:p>
            <a:pPr>
              <a:defRPr/>
            </a:pPr>
            <a:r>
              <a:rPr lang="en-GB" altLang="en-US" dirty="0"/>
              <a:t>© Pearson Education Ltd 2023. Copying permitted for purchasing institution only. </a:t>
            </a:r>
          </a:p>
        </p:txBody>
      </p:sp>
    </p:spTree>
    <p:extLst>
      <p:ext uri="{BB962C8B-B14F-4D97-AF65-F5344CB8AC3E}">
        <p14:creationId xmlns:p14="http://schemas.microsoft.com/office/powerpoint/2010/main" val="1775366165"/>
      </p:ext>
    </p:extLst>
  </p:cSld>
  <p:clrMapOvr>
    <a:masterClrMapping/>
  </p:clrMapOvr>
  <p:transition>
    <p:sndAc>
      <p:stSnd>
        <p:snd r:embed="rId1" name="click.wav"/>
      </p:stSnd>
    </p:sndAc>
  </p:transition>
</p:sldLayout>
</file>

<file path=ppt/slideLayouts/slideLayout99.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a:lstStyle/>
          <a:p>
            <a:r>
              <a:rPr lang="en-US" dirty="0"/>
              <a:t>Click to edit Master title style</a:t>
            </a:r>
            <a:endParaRPr lang="en-GB" dirty="0"/>
          </a:p>
        </p:txBody>
      </p:sp>
      <p:sp>
        <p:nvSpPr>
          <p:cNvPr id="3" name="Vertical Text Placeholder 2"/>
          <p:cNvSpPr>
            <a:spLocks noGrp="1"/>
          </p:cNvSpPr>
          <p:nvPr>
            <p:ph type="body" orient="vert" idx="1"/>
          </p:nvPr>
        </p:nvSpPr>
        <p:spPr>
          <a:xfrm>
            <a:off x="468314" y="2196001"/>
            <a:ext cx="8207375" cy="3950444"/>
          </a:xfrm>
          <a:prstGeom prst="rect">
            <a:avLst/>
          </a:prstGeom>
        </p:spPr>
        <p:txBody>
          <a:bodyPr vert="eaVert"/>
          <a:lstStyle>
            <a:lvl1pPr>
              <a:buFont typeface="Wingdings" pitchFamily="2" charset="2"/>
              <a:buChar char="§"/>
              <a:defRPr>
                <a:latin typeface="Arial" panose="020B0604020202020204" pitchFamily="34" charset="0"/>
                <a:cs typeface="Arial" panose="020B0604020202020204" pitchFamily="34" charset="0"/>
              </a:defRPr>
            </a:lvl1pPr>
            <a:lvl2pPr>
              <a:buFont typeface="Wingdings" pitchFamily="2" charset="2"/>
              <a:buChar char="§"/>
              <a:defRPr>
                <a:latin typeface="Arial" panose="020B0604020202020204" pitchFamily="34" charset="0"/>
                <a:cs typeface="Arial" panose="020B0604020202020204" pitchFamily="34" charset="0"/>
              </a:defRPr>
            </a:lvl2pPr>
            <a:lvl3pPr>
              <a:buFont typeface="Wingdings" pitchFamily="2" charset="2"/>
              <a:buChar char="§"/>
              <a:defRPr>
                <a:latin typeface="Arial" panose="020B0604020202020204" pitchFamily="34" charset="0"/>
                <a:cs typeface="Arial" panose="020B0604020202020204" pitchFamily="34" charset="0"/>
              </a:defRPr>
            </a:lvl3pPr>
            <a:lvl4pPr>
              <a:buFont typeface="Wingdings" pitchFamily="2" charset="2"/>
              <a:buChar char="§"/>
              <a:defRPr>
                <a:latin typeface="Arial" panose="020B0604020202020204" pitchFamily="34" charset="0"/>
                <a:cs typeface="Arial" panose="020B0604020202020204" pitchFamily="34" charset="0"/>
              </a:defRPr>
            </a:lvl4pPr>
            <a:lvl5pPr>
              <a:buFont typeface="Wingdings" pitchFamily="2" charset="2"/>
              <a:buChar char="§"/>
              <a:defRPr>
                <a:latin typeface="Arial" panose="020B0604020202020204" pitchFamily="34" charset="0"/>
                <a:cs typeface="Arial" panose="020B0604020202020204" pitchFamily="34"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GB" dirty="0"/>
          </a:p>
        </p:txBody>
      </p:sp>
      <p:sp>
        <p:nvSpPr>
          <p:cNvPr id="4" name="Footer Placeholder 4">
            <a:extLst>
              <a:ext uri="{FF2B5EF4-FFF2-40B4-BE49-F238E27FC236}">
                <a16:creationId xmlns:a16="http://schemas.microsoft.com/office/drawing/2014/main" id="{9DF127B6-FB7B-DA34-ED52-7487CA115375}"/>
              </a:ext>
            </a:extLst>
          </p:cNvPr>
          <p:cNvSpPr>
            <a:spLocks noGrp="1" noChangeArrowheads="1"/>
          </p:cNvSpPr>
          <p:nvPr>
            <p:ph type="ftr" sz="quarter" idx="10"/>
          </p:nvPr>
        </p:nvSpPr>
        <p:spPr/>
        <p:txBody>
          <a:bodyPr/>
          <a:lstStyle>
            <a:lvl1pPr>
              <a:defRPr/>
            </a:lvl1pPr>
          </a:lstStyle>
          <a:p>
            <a:pPr>
              <a:defRPr/>
            </a:pPr>
            <a:r>
              <a:rPr lang="en-GB" altLang="en-US" dirty="0"/>
              <a:t>© Pearson Education Ltd 2023. Copying permitted for purchasing institution only. </a:t>
            </a:r>
          </a:p>
        </p:txBody>
      </p:sp>
    </p:spTree>
    <p:extLst>
      <p:ext uri="{BB962C8B-B14F-4D97-AF65-F5344CB8AC3E}">
        <p14:creationId xmlns:p14="http://schemas.microsoft.com/office/powerpoint/2010/main" val="3535448282"/>
      </p:ext>
    </p:extLst>
  </p:cSld>
  <p:clrMapOvr>
    <a:masterClrMapping/>
  </p:clrMapOvr>
  <p:transition>
    <p:sndAc>
      <p:stSnd>
        <p:snd r:embed="rId1" name="click.wav"/>
      </p:stSnd>
    </p:sndAc>
  </p:transition>
</p:sldLayout>
</file>

<file path=ppt/slideLayouts/slideLayout100.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1195201"/>
            <a:ext cx="2057400" cy="4814540"/>
          </a:xfrm>
          <a:prstGeom prst="rect">
            <a:avLst/>
          </a:prstGeom>
        </p:spPr>
        <p:txBody>
          <a:bodyPr vert="eaVert"/>
          <a:lstStyle>
            <a:lvl1pPr>
              <a:defRPr>
                <a:latin typeface="Arial" panose="020B0604020202020204" pitchFamily="34" charset="0"/>
                <a:cs typeface="Arial" panose="020B0604020202020204" pitchFamily="34" charset="0"/>
              </a:defRPr>
            </a:lvl1pPr>
          </a:lstStyle>
          <a:p>
            <a:r>
              <a:rPr lang="en-US" dirty="0"/>
              <a:t>Click to edit Master title style</a:t>
            </a:r>
            <a:endParaRPr lang="en-GB" dirty="0"/>
          </a:p>
        </p:txBody>
      </p:sp>
      <p:sp>
        <p:nvSpPr>
          <p:cNvPr id="3" name="Vertical Text Placeholder 2"/>
          <p:cNvSpPr>
            <a:spLocks noGrp="1"/>
          </p:cNvSpPr>
          <p:nvPr>
            <p:ph type="body" orient="vert" idx="1"/>
          </p:nvPr>
        </p:nvSpPr>
        <p:spPr>
          <a:xfrm>
            <a:off x="457200" y="1195201"/>
            <a:ext cx="6019800" cy="4814540"/>
          </a:xfrm>
          <a:prstGeom prst="rect">
            <a:avLst/>
          </a:prstGeom>
        </p:spPr>
        <p:txBody>
          <a:bodyPr vert="eaVert"/>
          <a:lstStyle>
            <a:lvl1pPr>
              <a:defRPr>
                <a:latin typeface="Arial" panose="020B0604020202020204" pitchFamily="34" charset="0"/>
                <a:cs typeface="Arial" panose="020B0604020202020204" pitchFamily="34" charset="0"/>
              </a:defRPr>
            </a:lvl1pPr>
            <a:lvl2pPr>
              <a:buFont typeface="Wingdings" pitchFamily="2" charset="2"/>
              <a:buChar char="§"/>
              <a:defRPr>
                <a:latin typeface="Arial" panose="020B0604020202020204" pitchFamily="34" charset="0"/>
                <a:cs typeface="Arial" panose="020B0604020202020204" pitchFamily="34" charset="0"/>
              </a:defRPr>
            </a:lvl2pPr>
            <a:lvl3pPr>
              <a:buFont typeface="Wingdings" pitchFamily="2" charset="2"/>
              <a:buChar char="§"/>
              <a:defRPr>
                <a:latin typeface="Arial" panose="020B0604020202020204" pitchFamily="34" charset="0"/>
                <a:cs typeface="Arial" panose="020B0604020202020204" pitchFamily="34" charset="0"/>
              </a:defRPr>
            </a:lvl3pPr>
            <a:lvl4pPr>
              <a:buFont typeface="Wingdings" pitchFamily="2" charset="2"/>
              <a:buChar char="§"/>
              <a:defRPr>
                <a:latin typeface="Arial" panose="020B0604020202020204" pitchFamily="34" charset="0"/>
                <a:cs typeface="Arial" panose="020B0604020202020204" pitchFamily="34" charset="0"/>
              </a:defRPr>
            </a:lvl4pPr>
            <a:lvl5pPr>
              <a:buFont typeface="Wingdings" pitchFamily="2" charset="2"/>
              <a:buChar char="§"/>
              <a:defRPr>
                <a:latin typeface="Arial" panose="020B0604020202020204" pitchFamily="34" charset="0"/>
                <a:cs typeface="Arial" panose="020B0604020202020204" pitchFamily="34"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GB" dirty="0"/>
          </a:p>
        </p:txBody>
      </p:sp>
      <p:sp>
        <p:nvSpPr>
          <p:cNvPr id="4" name="Footer Placeholder 4">
            <a:extLst>
              <a:ext uri="{FF2B5EF4-FFF2-40B4-BE49-F238E27FC236}">
                <a16:creationId xmlns:a16="http://schemas.microsoft.com/office/drawing/2014/main" id="{63741A9B-C779-47D9-992F-A21FA3584BC6}"/>
              </a:ext>
            </a:extLst>
          </p:cNvPr>
          <p:cNvSpPr>
            <a:spLocks noGrp="1" noChangeArrowheads="1"/>
          </p:cNvSpPr>
          <p:nvPr>
            <p:ph type="ftr" sz="quarter" idx="10"/>
          </p:nvPr>
        </p:nvSpPr>
        <p:spPr/>
        <p:txBody>
          <a:bodyPr/>
          <a:lstStyle>
            <a:lvl1pPr>
              <a:defRPr/>
            </a:lvl1pPr>
          </a:lstStyle>
          <a:p>
            <a:pPr>
              <a:defRPr/>
            </a:pPr>
            <a:r>
              <a:rPr lang="en-GB" altLang="en-US" dirty="0"/>
              <a:t>© Pearson Education Ltd 2023. Copying permitted for purchasing institution only. </a:t>
            </a:r>
          </a:p>
        </p:txBody>
      </p:sp>
    </p:spTree>
    <p:extLst>
      <p:ext uri="{BB962C8B-B14F-4D97-AF65-F5344CB8AC3E}">
        <p14:creationId xmlns:p14="http://schemas.microsoft.com/office/powerpoint/2010/main" val="2095563674"/>
      </p:ext>
    </p:extLst>
  </p:cSld>
  <p:clrMapOvr>
    <a:masterClrMapping/>
  </p:clrMapOvr>
  <p:transition>
    <p:sndAc>
      <p:stSnd>
        <p:snd r:embed="rId1" name="click.wav"/>
      </p:stSnd>
    </p:sndAc>
  </p:transition>
</p:sldLayout>
</file>

<file path=ppt/slideLayouts/slideLayout101.xml><?xml version="1.0" encoding="utf-8"?>
<p:sldLayout xmlns:a="http://schemas.openxmlformats.org/drawingml/2006/main" xmlns:r="http://schemas.openxmlformats.org/officeDocument/2006/relationships" xmlns:p="http://schemas.openxmlformats.org/presentationml/2006/main" type="tbl" preserve="1">
  <p:cSld name="Title and Table">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a:lstStyle/>
          <a:p>
            <a:r>
              <a:rPr lang="en-US"/>
              <a:t>Click to edit Master title style</a:t>
            </a:r>
            <a:endParaRPr lang="en-GB"/>
          </a:p>
        </p:txBody>
      </p:sp>
      <p:sp>
        <p:nvSpPr>
          <p:cNvPr id="3" name="Table Placeholder 2"/>
          <p:cNvSpPr>
            <a:spLocks noGrp="1"/>
          </p:cNvSpPr>
          <p:nvPr>
            <p:ph type="tbl" idx="1"/>
          </p:nvPr>
        </p:nvSpPr>
        <p:spPr>
          <a:xfrm>
            <a:off x="479426" y="2196000"/>
            <a:ext cx="8207375" cy="4041312"/>
          </a:xfrm>
          <a:prstGeom prst="rect">
            <a:avLst/>
          </a:prstGeom>
        </p:spPr>
        <p:txBody>
          <a:bodyPr rtlCol="0">
            <a:normAutofit/>
          </a:bodyPr>
          <a:lstStyle/>
          <a:p>
            <a:pPr lvl="0"/>
            <a:endParaRPr lang="en-GB" noProof="0" dirty="0"/>
          </a:p>
        </p:txBody>
      </p:sp>
      <p:sp>
        <p:nvSpPr>
          <p:cNvPr id="4" name="Footer Placeholder 4">
            <a:extLst>
              <a:ext uri="{FF2B5EF4-FFF2-40B4-BE49-F238E27FC236}">
                <a16:creationId xmlns:a16="http://schemas.microsoft.com/office/drawing/2014/main" id="{AF875707-4545-7C5E-C4A1-F2B0323DEB00}"/>
              </a:ext>
            </a:extLst>
          </p:cNvPr>
          <p:cNvSpPr>
            <a:spLocks noGrp="1" noChangeArrowheads="1"/>
          </p:cNvSpPr>
          <p:nvPr>
            <p:ph type="ftr" sz="quarter" idx="10"/>
          </p:nvPr>
        </p:nvSpPr>
        <p:spPr/>
        <p:txBody>
          <a:bodyPr/>
          <a:lstStyle>
            <a:lvl1pPr>
              <a:defRPr/>
            </a:lvl1pPr>
          </a:lstStyle>
          <a:p>
            <a:pPr>
              <a:defRPr/>
            </a:pPr>
            <a:r>
              <a:rPr lang="en-GB" altLang="en-US" dirty="0"/>
              <a:t>© Pearson Education Ltd 2023. Copying permitted for purchasing institution only. </a:t>
            </a:r>
          </a:p>
        </p:txBody>
      </p:sp>
    </p:spTree>
    <p:extLst>
      <p:ext uri="{BB962C8B-B14F-4D97-AF65-F5344CB8AC3E}">
        <p14:creationId xmlns:p14="http://schemas.microsoft.com/office/powerpoint/2010/main" val="1660918910"/>
      </p:ext>
    </p:extLst>
  </p:cSld>
  <p:clrMapOvr>
    <a:masterClrMapping/>
  </p:clrMapOvr>
  <p:transition>
    <p:sndAc>
      <p:stSnd>
        <p:snd r:embed="rId1" name="click.wav"/>
      </p:stSnd>
    </p:sndAc>
  </p:transition>
</p:sldLayout>
</file>

<file path=ppt/slideLayouts/slideLayout102.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6"/>
            <a:ext cx="7772400" cy="1470025"/>
          </a:xfrm>
          <a:prstGeom prst="rect">
            <a:avLst/>
          </a:prstGeom>
        </p:spPr>
        <p:txBody>
          <a:bodyPr/>
          <a:lstStyle/>
          <a:p>
            <a:r>
              <a:rPr lang="en-US"/>
              <a:t>Click to edit Master title style</a:t>
            </a:r>
            <a:endParaRPr lang="en-GB"/>
          </a:p>
        </p:txBody>
      </p:sp>
      <p:sp>
        <p:nvSpPr>
          <p:cNvPr id="3" name="Subtitle 2"/>
          <p:cNvSpPr>
            <a:spLocks noGrp="1"/>
          </p:cNvSpPr>
          <p:nvPr>
            <p:ph type="subTitle" idx="1"/>
          </p:nvPr>
        </p:nvSpPr>
        <p:spPr>
          <a:xfrm>
            <a:off x="1371600" y="3886200"/>
            <a:ext cx="6400800" cy="1752600"/>
          </a:xfrm>
          <a:prstGeom prst="rect">
            <a:avLst/>
          </a:prstGeo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en-US" dirty="0"/>
              <a:t>Click to edit Master subtitle style</a:t>
            </a:r>
            <a:endParaRPr lang="en-GB" dirty="0"/>
          </a:p>
        </p:txBody>
      </p:sp>
      <p:sp>
        <p:nvSpPr>
          <p:cNvPr id="4" name="Footer Placeholder 4">
            <a:extLst>
              <a:ext uri="{FF2B5EF4-FFF2-40B4-BE49-F238E27FC236}">
                <a16:creationId xmlns:a16="http://schemas.microsoft.com/office/drawing/2014/main" id="{3A0305BB-39CB-2010-297C-4A457FC45F96}"/>
              </a:ext>
            </a:extLst>
          </p:cNvPr>
          <p:cNvSpPr>
            <a:spLocks noGrp="1" noChangeArrowheads="1"/>
          </p:cNvSpPr>
          <p:nvPr>
            <p:ph type="ftr" sz="quarter" idx="10"/>
          </p:nvPr>
        </p:nvSpPr>
        <p:spPr/>
        <p:txBody>
          <a:bodyPr/>
          <a:lstStyle>
            <a:lvl1pPr>
              <a:defRPr/>
            </a:lvl1pPr>
          </a:lstStyle>
          <a:p>
            <a:pPr>
              <a:defRPr/>
            </a:pPr>
            <a:r>
              <a:rPr lang="en-GB" altLang="en-US" dirty="0"/>
              <a:t>© Pearson Education Ltd 2023. Copying permitted for purchasing institution only. </a:t>
            </a:r>
          </a:p>
        </p:txBody>
      </p:sp>
    </p:spTree>
    <p:extLst>
      <p:ext uri="{BB962C8B-B14F-4D97-AF65-F5344CB8AC3E}">
        <p14:creationId xmlns:p14="http://schemas.microsoft.com/office/powerpoint/2010/main" val="2176465437"/>
      </p:ext>
    </p:extLst>
  </p:cSld>
  <p:clrMapOvr>
    <a:masterClrMapping/>
  </p:clrMapOvr>
  <p:transition>
    <p:sndAc>
      <p:stSnd>
        <p:snd r:embed="rId1" name="click.wav"/>
      </p:stSnd>
    </p:sndAc>
  </p:transition>
</p:sldLayout>
</file>

<file path=ppt/slideLayouts/slideLayout10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a:lstStyle/>
          <a:p>
            <a:r>
              <a:rPr lang="en-US" dirty="0"/>
              <a:t>Click to edit Master title style</a:t>
            </a:r>
            <a:endParaRPr lang="en-GB" dirty="0"/>
          </a:p>
        </p:txBody>
      </p:sp>
      <p:sp>
        <p:nvSpPr>
          <p:cNvPr id="3" name="Content Placeholder 2"/>
          <p:cNvSpPr>
            <a:spLocks noGrp="1"/>
          </p:cNvSpPr>
          <p:nvPr>
            <p:ph idx="1"/>
          </p:nvPr>
        </p:nvSpPr>
        <p:spPr>
          <a:xfrm>
            <a:off x="468314" y="2196000"/>
            <a:ext cx="8207375" cy="3878436"/>
          </a:xfrm>
          <a:prstGeom prst="rect">
            <a:avLst/>
          </a:prstGeom>
        </p:spPr>
        <p:txBody>
          <a:bodyPr/>
          <a:lstStyle>
            <a:lvl1pPr>
              <a:buFont typeface="Wingdings" pitchFamily="2" charset="2"/>
              <a:buChar char="§"/>
              <a:defRPr>
                <a:latin typeface="Arial" panose="020B0604020202020204" pitchFamily="34" charset="0"/>
                <a:cs typeface="Arial" panose="020B0604020202020204" pitchFamily="34" charset="0"/>
              </a:defRPr>
            </a:lvl1pPr>
            <a:lvl2pPr>
              <a:buFont typeface="Wingdings" pitchFamily="2" charset="2"/>
              <a:buChar char="§"/>
              <a:defRPr>
                <a:latin typeface="Arial" panose="020B0604020202020204" pitchFamily="34" charset="0"/>
                <a:cs typeface="Arial" panose="020B0604020202020204" pitchFamily="34" charset="0"/>
              </a:defRPr>
            </a:lvl2pPr>
            <a:lvl3pPr>
              <a:buFont typeface="Wingdings" pitchFamily="2" charset="2"/>
              <a:buChar char="§"/>
              <a:defRPr>
                <a:latin typeface="Arial" panose="020B0604020202020204" pitchFamily="34" charset="0"/>
                <a:cs typeface="Arial" panose="020B0604020202020204" pitchFamily="34" charset="0"/>
              </a:defRPr>
            </a:lvl3pPr>
            <a:lvl4pPr>
              <a:buFont typeface="Wingdings" pitchFamily="2" charset="2"/>
              <a:buChar char="§"/>
              <a:defRPr>
                <a:latin typeface="Arial" panose="020B0604020202020204" pitchFamily="34" charset="0"/>
                <a:cs typeface="Arial" panose="020B0604020202020204" pitchFamily="34" charset="0"/>
              </a:defRPr>
            </a:lvl4pPr>
            <a:lvl5pPr>
              <a:buFont typeface="Wingdings" pitchFamily="2" charset="2"/>
              <a:buChar char="§"/>
              <a:defRPr>
                <a:latin typeface="Arial" panose="020B0604020202020204" pitchFamily="34" charset="0"/>
                <a:cs typeface="Arial" panose="020B0604020202020204" pitchFamily="34"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GB" dirty="0"/>
          </a:p>
        </p:txBody>
      </p:sp>
      <p:sp>
        <p:nvSpPr>
          <p:cNvPr id="4" name="Footer Placeholder 4">
            <a:extLst>
              <a:ext uri="{FF2B5EF4-FFF2-40B4-BE49-F238E27FC236}">
                <a16:creationId xmlns:a16="http://schemas.microsoft.com/office/drawing/2014/main" id="{91A7AFBE-AB6C-ABC5-09E7-9F4EA3B95410}"/>
              </a:ext>
            </a:extLst>
          </p:cNvPr>
          <p:cNvSpPr>
            <a:spLocks noGrp="1" noChangeArrowheads="1"/>
          </p:cNvSpPr>
          <p:nvPr>
            <p:ph type="ftr" sz="quarter" idx="10"/>
          </p:nvPr>
        </p:nvSpPr>
        <p:spPr/>
        <p:txBody>
          <a:bodyPr/>
          <a:lstStyle>
            <a:lvl1pPr>
              <a:defRPr/>
            </a:lvl1pPr>
          </a:lstStyle>
          <a:p>
            <a:pPr>
              <a:defRPr/>
            </a:pPr>
            <a:r>
              <a:rPr lang="en-GB" altLang="en-US" dirty="0"/>
              <a:t>© Pearson Education Ltd 2023. Copying permitted for purchasing institution only. </a:t>
            </a:r>
          </a:p>
        </p:txBody>
      </p:sp>
    </p:spTree>
    <p:extLst>
      <p:ext uri="{BB962C8B-B14F-4D97-AF65-F5344CB8AC3E}">
        <p14:creationId xmlns:p14="http://schemas.microsoft.com/office/powerpoint/2010/main" val="1601326388"/>
      </p:ext>
    </p:extLst>
  </p:cSld>
  <p:clrMapOvr>
    <a:masterClrMapping/>
  </p:clrMapOvr>
  <p:transition>
    <p:sndAc>
      <p:stSnd>
        <p:snd r:embed="rId1" name="click.wav"/>
      </p:stSnd>
    </p:sndAc>
  </p:transition>
</p:sldLayout>
</file>

<file path=ppt/slideLayouts/slideLayout104.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a:prstGeom prst="rect">
            <a:avLst/>
          </a:prstGeom>
        </p:spPr>
        <p:txBody>
          <a:bodyPr anchor="t"/>
          <a:lstStyle>
            <a:lvl1pPr algn="r">
              <a:defRPr sz="4000" b="1" cap="all"/>
            </a:lvl1pPr>
          </a:lstStyle>
          <a:p>
            <a:r>
              <a:rPr lang="en-US"/>
              <a:t>Click to edit Master title style</a:t>
            </a:r>
            <a:endParaRPr lang="en-GB"/>
          </a:p>
        </p:txBody>
      </p:sp>
      <p:sp>
        <p:nvSpPr>
          <p:cNvPr id="3" name="Text Placeholder 2"/>
          <p:cNvSpPr>
            <a:spLocks noGrp="1"/>
          </p:cNvSpPr>
          <p:nvPr>
            <p:ph type="body" idx="1"/>
          </p:nvPr>
        </p:nvSpPr>
        <p:spPr>
          <a:xfrm>
            <a:off x="722313" y="2906714"/>
            <a:ext cx="7772400" cy="1500187"/>
          </a:xfrm>
          <a:prstGeom prst="rect">
            <a:avLst/>
          </a:prstGeo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a:t>Click to edit Master text styles</a:t>
            </a:r>
          </a:p>
        </p:txBody>
      </p:sp>
      <p:sp>
        <p:nvSpPr>
          <p:cNvPr id="4" name="Footer Placeholder 4">
            <a:extLst>
              <a:ext uri="{FF2B5EF4-FFF2-40B4-BE49-F238E27FC236}">
                <a16:creationId xmlns:a16="http://schemas.microsoft.com/office/drawing/2014/main" id="{C2AEDFE9-EE41-D362-E546-E91D5FC64E76}"/>
              </a:ext>
            </a:extLst>
          </p:cNvPr>
          <p:cNvSpPr>
            <a:spLocks noGrp="1" noChangeArrowheads="1"/>
          </p:cNvSpPr>
          <p:nvPr>
            <p:ph type="ftr" sz="quarter" idx="10"/>
          </p:nvPr>
        </p:nvSpPr>
        <p:spPr/>
        <p:txBody>
          <a:bodyPr/>
          <a:lstStyle>
            <a:lvl1pPr>
              <a:defRPr/>
            </a:lvl1pPr>
          </a:lstStyle>
          <a:p>
            <a:pPr>
              <a:defRPr/>
            </a:pPr>
            <a:r>
              <a:rPr lang="en-GB" altLang="en-US" dirty="0"/>
              <a:t>© Pearson Education Ltd 2023. Copying permitted for purchasing institution only. </a:t>
            </a:r>
          </a:p>
        </p:txBody>
      </p:sp>
    </p:spTree>
    <p:extLst>
      <p:ext uri="{BB962C8B-B14F-4D97-AF65-F5344CB8AC3E}">
        <p14:creationId xmlns:p14="http://schemas.microsoft.com/office/powerpoint/2010/main" val="4186057598"/>
      </p:ext>
    </p:extLst>
  </p:cSld>
  <p:clrMapOvr>
    <a:masterClrMapping/>
  </p:clrMapOvr>
  <p:transition>
    <p:sndAc>
      <p:stSnd>
        <p:snd r:embed="rId1" name="click.wav"/>
      </p:stSnd>
    </p:sndAc>
  </p:transition>
</p:sldLayout>
</file>

<file path=ppt/slideLayouts/slideLayout10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a:lstStyle/>
          <a:p>
            <a:r>
              <a:rPr lang="en-US" dirty="0"/>
              <a:t>Click to edit Master title style</a:t>
            </a:r>
            <a:endParaRPr lang="en-GB" dirty="0"/>
          </a:p>
        </p:txBody>
      </p:sp>
      <p:sp>
        <p:nvSpPr>
          <p:cNvPr id="3" name="Content Placeholder 2"/>
          <p:cNvSpPr>
            <a:spLocks noGrp="1"/>
          </p:cNvSpPr>
          <p:nvPr>
            <p:ph sz="half" idx="1"/>
          </p:nvPr>
        </p:nvSpPr>
        <p:spPr>
          <a:xfrm>
            <a:off x="468314" y="2196001"/>
            <a:ext cx="4027487" cy="4024100"/>
          </a:xfrm>
          <a:prstGeom prst="rect">
            <a:avLst/>
          </a:prstGeom>
        </p:spPr>
        <p:txBody>
          <a:bodyPr/>
          <a:lstStyle>
            <a:lvl1pPr>
              <a:buFont typeface="Wingdings" pitchFamily="2" charset="2"/>
              <a:buChar char="§"/>
              <a:defRPr sz="2400">
                <a:latin typeface="Arial" panose="020B0604020202020204" pitchFamily="34" charset="0"/>
                <a:cs typeface="Arial" panose="020B0604020202020204" pitchFamily="34" charset="0"/>
              </a:defRPr>
            </a:lvl1pPr>
            <a:lvl2pPr>
              <a:buFont typeface="Wingdings" pitchFamily="2" charset="2"/>
              <a:buChar char="§"/>
              <a:defRPr sz="2400">
                <a:latin typeface="Arial" panose="020B0604020202020204" pitchFamily="34" charset="0"/>
                <a:cs typeface="Arial" panose="020B0604020202020204" pitchFamily="34" charset="0"/>
              </a:defRPr>
            </a:lvl2pPr>
            <a:lvl3pPr>
              <a:buFont typeface="Wingdings" pitchFamily="2" charset="2"/>
              <a:buChar char="§"/>
              <a:defRPr sz="2400">
                <a:latin typeface="Arial" panose="020B0604020202020204" pitchFamily="34" charset="0"/>
                <a:cs typeface="Arial" panose="020B0604020202020204" pitchFamily="34" charset="0"/>
              </a:defRPr>
            </a:lvl3pPr>
            <a:lvl4pPr>
              <a:buFont typeface="Wingdings" pitchFamily="2" charset="2"/>
              <a:buChar char="§"/>
              <a:defRPr sz="2400">
                <a:latin typeface="Arial" panose="020B0604020202020204" pitchFamily="34" charset="0"/>
                <a:cs typeface="Arial" panose="020B0604020202020204" pitchFamily="34" charset="0"/>
              </a:defRPr>
            </a:lvl4pPr>
            <a:lvl5pPr>
              <a:buFont typeface="Wingdings" pitchFamily="2" charset="2"/>
              <a:buChar char="§"/>
              <a:defRPr sz="2400">
                <a:latin typeface="Arial" panose="020B0604020202020204" pitchFamily="34" charset="0"/>
                <a:cs typeface="Arial" panose="020B0604020202020204" pitchFamily="34" charset="0"/>
              </a:defRPr>
            </a:lvl5pPr>
            <a:lvl6pPr>
              <a:defRPr sz="1800"/>
            </a:lvl6pPr>
            <a:lvl7pPr>
              <a:defRPr sz="1800"/>
            </a:lvl7pPr>
            <a:lvl8pPr>
              <a:defRPr sz="1800"/>
            </a:lvl8pPr>
            <a:lvl9pPr>
              <a:defRPr sz="18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GB" dirty="0"/>
          </a:p>
        </p:txBody>
      </p:sp>
      <p:sp>
        <p:nvSpPr>
          <p:cNvPr id="4" name="Content Placeholder 3"/>
          <p:cNvSpPr>
            <a:spLocks noGrp="1"/>
          </p:cNvSpPr>
          <p:nvPr>
            <p:ph sz="half" idx="2"/>
          </p:nvPr>
        </p:nvSpPr>
        <p:spPr>
          <a:xfrm>
            <a:off x="4648200" y="2196001"/>
            <a:ext cx="4027488" cy="4024100"/>
          </a:xfrm>
          <a:prstGeom prst="rect">
            <a:avLst/>
          </a:prstGeom>
        </p:spPr>
        <p:txBody>
          <a:bodyPr/>
          <a:lstStyle>
            <a:lvl1pPr>
              <a:buFont typeface="Wingdings" pitchFamily="2" charset="2"/>
              <a:buChar char="§"/>
              <a:defRPr sz="2400">
                <a:latin typeface="Arial" panose="020B0604020202020204" pitchFamily="34" charset="0"/>
                <a:cs typeface="Arial" panose="020B0604020202020204" pitchFamily="34" charset="0"/>
              </a:defRPr>
            </a:lvl1pPr>
            <a:lvl2pPr>
              <a:buFont typeface="Wingdings" pitchFamily="2" charset="2"/>
              <a:buChar char="§"/>
              <a:defRPr sz="2400">
                <a:latin typeface="Arial" panose="020B0604020202020204" pitchFamily="34" charset="0"/>
                <a:cs typeface="Arial" panose="020B0604020202020204" pitchFamily="34" charset="0"/>
              </a:defRPr>
            </a:lvl2pPr>
            <a:lvl3pPr>
              <a:buFont typeface="Wingdings" pitchFamily="2" charset="2"/>
              <a:buChar char="§"/>
              <a:defRPr sz="2400">
                <a:latin typeface="Arial" panose="020B0604020202020204" pitchFamily="34" charset="0"/>
                <a:cs typeface="Arial" panose="020B0604020202020204" pitchFamily="34" charset="0"/>
              </a:defRPr>
            </a:lvl3pPr>
            <a:lvl4pPr>
              <a:buFont typeface="Wingdings" pitchFamily="2" charset="2"/>
              <a:buChar char="§"/>
              <a:defRPr sz="2400">
                <a:latin typeface="Arial" panose="020B0604020202020204" pitchFamily="34" charset="0"/>
                <a:cs typeface="Arial" panose="020B0604020202020204" pitchFamily="34" charset="0"/>
              </a:defRPr>
            </a:lvl4pPr>
            <a:lvl5pPr>
              <a:buFont typeface="Wingdings" pitchFamily="2" charset="2"/>
              <a:buChar char="§"/>
              <a:defRPr sz="2400">
                <a:latin typeface="Arial" panose="020B0604020202020204" pitchFamily="34" charset="0"/>
                <a:cs typeface="Arial" panose="020B0604020202020204" pitchFamily="34" charset="0"/>
              </a:defRPr>
            </a:lvl5pPr>
            <a:lvl6pPr>
              <a:defRPr sz="1800"/>
            </a:lvl6pPr>
            <a:lvl7pPr>
              <a:defRPr sz="1800"/>
            </a:lvl7pPr>
            <a:lvl8pPr>
              <a:defRPr sz="1800"/>
            </a:lvl8pPr>
            <a:lvl9pPr>
              <a:defRPr sz="18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GB" dirty="0"/>
          </a:p>
        </p:txBody>
      </p:sp>
      <p:sp>
        <p:nvSpPr>
          <p:cNvPr id="5" name="Footer Placeholder 4">
            <a:extLst>
              <a:ext uri="{FF2B5EF4-FFF2-40B4-BE49-F238E27FC236}">
                <a16:creationId xmlns:a16="http://schemas.microsoft.com/office/drawing/2014/main" id="{4CAF7984-8BB0-8F53-E778-52A2BBF7CCE6}"/>
              </a:ext>
            </a:extLst>
          </p:cNvPr>
          <p:cNvSpPr>
            <a:spLocks noGrp="1" noChangeArrowheads="1"/>
          </p:cNvSpPr>
          <p:nvPr>
            <p:ph type="ftr" sz="quarter" idx="10"/>
          </p:nvPr>
        </p:nvSpPr>
        <p:spPr/>
        <p:txBody>
          <a:bodyPr/>
          <a:lstStyle>
            <a:lvl1pPr>
              <a:defRPr/>
            </a:lvl1pPr>
          </a:lstStyle>
          <a:p>
            <a:pPr>
              <a:defRPr/>
            </a:pPr>
            <a:r>
              <a:rPr lang="en-GB" altLang="en-US" dirty="0"/>
              <a:t>© Pearson Education Ltd 2023. Copying permitted for purchasing institution only. </a:t>
            </a:r>
          </a:p>
        </p:txBody>
      </p:sp>
    </p:spTree>
    <p:extLst>
      <p:ext uri="{BB962C8B-B14F-4D97-AF65-F5344CB8AC3E}">
        <p14:creationId xmlns:p14="http://schemas.microsoft.com/office/powerpoint/2010/main" val="1753603133"/>
      </p:ext>
    </p:extLst>
  </p:cSld>
  <p:clrMapOvr>
    <a:masterClrMapping/>
  </p:clrMapOvr>
  <p:transition>
    <p:sndAc>
      <p:stSnd>
        <p:snd r:embed="rId1" name="click.wav"/>
      </p:stSnd>
    </p:sndAc>
  </p:transition>
</p:sldLayout>
</file>

<file path=ppt/slideLayouts/slideLayout106.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pic>
        <p:nvPicPr>
          <p:cNvPr id="7" name="Picture 5" descr="Always Learning">
            <a:extLst>
              <a:ext uri="{FF2B5EF4-FFF2-40B4-BE49-F238E27FC236}">
                <a16:creationId xmlns:a16="http://schemas.microsoft.com/office/drawing/2014/main" id="{69FE8684-BE61-3A81-0CF1-F705B2D28649}"/>
              </a:ext>
            </a:extLst>
          </p:cNvPr>
          <p:cNvPicPr>
            <a:picLocks noChangeAspect="1" noChangeArrowheads="1"/>
          </p:cNvPicPr>
          <p:nvPr userDrawn="1"/>
        </p:nvPicPr>
        <p:blipFill>
          <a:blip r:embed="rId3" cstate="screen">
            <a:extLst>
              <a:ext uri="{28A0092B-C50C-407E-A947-70E740481C1C}">
                <a14:useLocalDpi xmlns:a14="http://schemas.microsoft.com/office/drawing/2010/main"/>
              </a:ext>
            </a:extLst>
          </a:blip>
          <a:srcRect/>
          <a:stretch>
            <a:fillRect/>
          </a:stretch>
        </p:blipFill>
        <p:spPr bwMode="auto">
          <a:xfrm>
            <a:off x="0" y="6356350"/>
            <a:ext cx="1762125" cy="493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Title 1"/>
          <p:cNvSpPr>
            <a:spLocks noGrp="1"/>
          </p:cNvSpPr>
          <p:nvPr>
            <p:ph type="title"/>
          </p:nvPr>
        </p:nvSpPr>
        <p:spPr>
          <a:xfrm>
            <a:off x="457200" y="1195200"/>
            <a:ext cx="8229600" cy="864000"/>
          </a:xfrm>
          <a:prstGeom prst="rect">
            <a:avLst/>
          </a:prstGeom>
        </p:spPr>
        <p:txBody>
          <a:bodyPr/>
          <a:lstStyle>
            <a:lvl1pPr>
              <a:defRPr/>
            </a:lvl1pPr>
          </a:lstStyle>
          <a:p>
            <a:r>
              <a:rPr lang="en-US"/>
              <a:t>Click to edit Master title style</a:t>
            </a:r>
            <a:endParaRPr lang="en-GB"/>
          </a:p>
        </p:txBody>
      </p:sp>
      <p:sp>
        <p:nvSpPr>
          <p:cNvPr id="3" name="Text Placeholder 2"/>
          <p:cNvSpPr>
            <a:spLocks noGrp="1"/>
          </p:cNvSpPr>
          <p:nvPr>
            <p:ph type="body" idx="1"/>
          </p:nvPr>
        </p:nvSpPr>
        <p:spPr>
          <a:xfrm>
            <a:off x="457201" y="2196000"/>
            <a:ext cx="4040188" cy="63976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4" name="Content Placeholder 3"/>
          <p:cNvSpPr>
            <a:spLocks noGrp="1"/>
          </p:cNvSpPr>
          <p:nvPr>
            <p:ph sz="half" idx="2"/>
          </p:nvPr>
        </p:nvSpPr>
        <p:spPr>
          <a:xfrm>
            <a:off x="457201" y="2932602"/>
            <a:ext cx="4040188" cy="3193562"/>
          </a:xfrm>
          <a:prstGeom prst="rect">
            <a:avLst/>
          </a:prstGeom>
        </p:spPr>
        <p:txBody>
          <a:bodyPr/>
          <a:lstStyle>
            <a:lvl1pPr>
              <a:buFont typeface="Wingdings" pitchFamily="2" charset="2"/>
              <a:buChar char="§"/>
              <a:defRPr sz="2400">
                <a:latin typeface="Arial" panose="020B0604020202020204" pitchFamily="34" charset="0"/>
                <a:cs typeface="Arial" panose="020B0604020202020204" pitchFamily="34" charset="0"/>
              </a:defRPr>
            </a:lvl1pPr>
            <a:lvl2pPr>
              <a:buFont typeface="Wingdings" pitchFamily="2" charset="2"/>
              <a:buChar char="§"/>
              <a:defRPr sz="2400">
                <a:latin typeface="Arial" panose="020B0604020202020204" pitchFamily="34" charset="0"/>
                <a:cs typeface="Arial" panose="020B0604020202020204" pitchFamily="34" charset="0"/>
              </a:defRPr>
            </a:lvl2pPr>
            <a:lvl3pPr>
              <a:buFont typeface="Wingdings" pitchFamily="2" charset="2"/>
              <a:buChar char="§"/>
              <a:defRPr sz="2400">
                <a:latin typeface="Arial" panose="020B0604020202020204" pitchFamily="34" charset="0"/>
                <a:cs typeface="Arial" panose="020B0604020202020204" pitchFamily="34" charset="0"/>
              </a:defRPr>
            </a:lvl3pPr>
            <a:lvl4pPr>
              <a:buFont typeface="Wingdings" pitchFamily="2" charset="2"/>
              <a:buChar char="§"/>
              <a:defRPr sz="2400">
                <a:latin typeface="Arial" panose="020B0604020202020204" pitchFamily="34" charset="0"/>
                <a:cs typeface="Arial" panose="020B0604020202020204" pitchFamily="34" charset="0"/>
              </a:defRPr>
            </a:lvl4pPr>
            <a:lvl5pPr>
              <a:buFont typeface="Wingdings" pitchFamily="2" charset="2"/>
              <a:buChar char="§"/>
              <a:defRPr sz="2400">
                <a:latin typeface="Arial" panose="020B0604020202020204" pitchFamily="34" charset="0"/>
                <a:cs typeface="Arial" panose="020B0604020202020204" pitchFamily="34" charset="0"/>
              </a:defRPr>
            </a:lvl5pPr>
            <a:lvl6pPr>
              <a:defRPr sz="1600"/>
            </a:lvl6pPr>
            <a:lvl7pPr>
              <a:defRPr sz="1600"/>
            </a:lvl7pPr>
            <a:lvl8pPr>
              <a:defRPr sz="1600"/>
            </a:lvl8pPr>
            <a:lvl9pPr>
              <a:defRPr sz="16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GB" dirty="0"/>
          </a:p>
        </p:txBody>
      </p:sp>
      <p:sp>
        <p:nvSpPr>
          <p:cNvPr id="5" name="Text Placeholder 4"/>
          <p:cNvSpPr>
            <a:spLocks noGrp="1"/>
          </p:cNvSpPr>
          <p:nvPr>
            <p:ph type="body" sz="quarter" idx="3"/>
          </p:nvPr>
        </p:nvSpPr>
        <p:spPr>
          <a:xfrm>
            <a:off x="4645026" y="2196000"/>
            <a:ext cx="4041775" cy="63976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6" name="Content Placeholder 5"/>
          <p:cNvSpPr>
            <a:spLocks noGrp="1"/>
          </p:cNvSpPr>
          <p:nvPr>
            <p:ph sz="quarter" idx="4"/>
          </p:nvPr>
        </p:nvSpPr>
        <p:spPr>
          <a:xfrm>
            <a:off x="4645026" y="2932602"/>
            <a:ext cx="4041775" cy="3193562"/>
          </a:xfrm>
          <a:prstGeom prst="rect">
            <a:avLst/>
          </a:prstGeom>
        </p:spPr>
        <p:txBody>
          <a:bodyPr/>
          <a:lstStyle>
            <a:lvl1pPr>
              <a:buFont typeface="Wingdings" pitchFamily="2" charset="2"/>
              <a:buChar char="§"/>
              <a:defRPr sz="2400">
                <a:latin typeface="Arial" panose="020B0604020202020204" pitchFamily="34" charset="0"/>
                <a:cs typeface="Arial" panose="020B0604020202020204" pitchFamily="34" charset="0"/>
              </a:defRPr>
            </a:lvl1pPr>
            <a:lvl2pPr>
              <a:buFont typeface="Wingdings" pitchFamily="2" charset="2"/>
              <a:buChar char="§"/>
              <a:defRPr sz="2400">
                <a:latin typeface="Arial" panose="020B0604020202020204" pitchFamily="34" charset="0"/>
                <a:cs typeface="Arial" panose="020B0604020202020204" pitchFamily="34" charset="0"/>
              </a:defRPr>
            </a:lvl2pPr>
            <a:lvl3pPr>
              <a:buFont typeface="Wingdings" pitchFamily="2" charset="2"/>
              <a:buChar char="§"/>
              <a:defRPr sz="2400">
                <a:latin typeface="Arial" panose="020B0604020202020204" pitchFamily="34" charset="0"/>
                <a:cs typeface="Arial" panose="020B0604020202020204" pitchFamily="34" charset="0"/>
              </a:defRPr>
            </a:lvl3pPr>
            <a:lvl4pPr>
              <a:buFont typeface="Wingdings" pitchFamily="2" charset="2"/>
              <a:buChar char="§"/>
              <a:defRPr sz="2400">
                <a:latin typeface="Arial" panose="020B0604020202020204" pitchFamily="34" charset="0"/>
                <a:cs typeface="Arial" panose="020B0604020202020204" pitchFamily="34" charset="0"/>
              </a:defRPr>
            </a:lvl4pPr>
            <a:lvl5pPr>
              <a:buFont typeface="Wingdings" pitchFamily="2" charset="2"/>
              <a:buChar char="§"/>
              <a:defRPr sz="2400">
                <a:latin typeface="Arial" panose="020B0604020202020204" pitchFamily="34" charset="0"/>
                <a:cs typeface="Arial" panose="020B0604020202020204" pitchFamily="34" charset="0"/>
              </a:defRPr>
            </a:lvl5pPr>
            <a:lvl6pPr>
              <a:defRPr sz="1600"/>
            </a:lvl6pPr>
            <a:lvl7pPr>
              <a:defRPr sz="1600"/>
            </a:lvl7pPr>
            <a:lvl8pPr>
              <a:defRPr sz="1600"/>
            </a:lvl8pPr>
            <a:lvl9pPr>
              <a:defRPr sz="16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GB" dirty="0"/>
          </a:p>
        </p:txBody>
      </p:sp>
      <p:sp>
        <p:nvSpPr>
          <p:cNvPr id="8" name="Footer Placeholder 4">
            <a:extLst>
              <a:ext uri="{FF2B5EF4-FFF2-40B4-BE49-F238E27FC236}">
                <a16:creationId xmlns:a16="http://schemas.microsoft.com/office/drawing/2014/main" id="{E3831A3E-361F-60E1-197E-146246D76DC5}"/>
              </a:ext>
            </a:extLst>
          </p:cNvPr>
          <p:cNvSpPr>
            <a:spLocks noGrp="1" noChangeArrowheads="1"/>
          </p:cNvSpPr>
          <p:nvPr>
            <p:ph type="ftr" sz="quarter" idx="10"/>
          </p:nvPr>
        </p:nvSpPr>
        <p:spPr/>
        <p:txBody>
          <a:bodyPr/>
          <a:lstStyle>
            <a:lvl1pPr>
              <a:spcBef>
                <a:spcPct val="0"/>
              </a:spcBef>
              <a:buFontTx/>
              <a:buNone/>
              <a:defRPr sz="1800">
                <a:solidFill>
                  <a:schemeClr val="tx1"/>
                </a:solidFill>
                <a:latin typeface="Arial" panose="020B0604020202020204" pitchFamily="34" charset="0"/>
                <a:cs typeface="Arial" panose="020B0604020202020204" pitchFamily="34" charset="0"/>
              </a:defRPr>
            </a:lvl1pPr>
            <a:lvl2pPr marL="742950" indent="-285750">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2pPr>
            <a:lvl3pPr marL="1143000" indent="-228600">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3pPr>
            <a:lvl4pPr marL="1600200" indent="-228600">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4pPr>
            <a:lvl5pPr marL="2057400" indent="-228600">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5pPr>
            <a:lvl6pPr marL="2514600" indent="-228600"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6pPr>
            <a:lvl7pPr marL="2971800" indent="-228600"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7pPr>
            <a:lvl8pPr marL="3429000" indent="-228600"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8pPr>
            <a:lvl9pPr marL="3886200" indent="-228600"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9pPr>
          </a:lstStyle>
          <a:p>
            <a:pPr>
              <a:defRPr/>
            </a:pPr>
            <a:r>
              <a:rPr lang="en-GB" altLang="en-US" dirty="0"/>
              <a:t>© Pearson Education Ltd 2023. Copying permitted for purchasing institution only. </a:t>
            </a:r>
          </a:p>
        </p:txBody>
      </p:sp>
    </p:spTree>
    <p:extLst>
      <p:ext uri="{BB962C8B-B14F-4D97-AF65-F5344CB8AC3E}">
        <p14:creationId xmlns:p14="http://schemas.microsoft.com/office/powerpoint/2010/main" val="3571658195"/>
      </p:ext>
    </p:extLst>
  </p:cSld>
  <p:clrMapOvr>
    <a:masterClrMapping/>
  </p:clrMapOvr>
  <p:transition>
    <p:sndAc>
      <p:stSnd>
        <p:snd r:embed="rId1" name="click.wav"/>
      </p:stSnd>
    </p:sndAc>
  </p:transition>
</p:sldLayout>
</file>

<file path=ppt/slideLayouts/slideLayout10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a:lstStyle/>
          <a:p>
            <a:r>
              <a:rPr lang="en-US" dirty="0"/>
              <a:t>Click to edit Master title style</a:t>
            </a:r>
            <a:endParaRPr lang="en-GB" dirty="0"/>
          </a:p>
        </p:txBody>
      </p:sp>
      <p:sp>
        <p:nvSpPr>
          <p:cNvPr id="3" name="Footer Placeholder 4">
            <a:extLst>
              <a:ext uri="{FF2B5EF4-FFF2-40B4-BE49-F238E27FC236}">
                <a16:creationId xmlns:a16="http://schemas.microsoft.com/office/drawing/2014/main" id="{1C6F868A-32BB-A111-C404-483CD1832E05}"/>
              </a:ext>
            </a:extLst>
          </p:cNvPr>
          <p:cNvSpPr>
            <a:spLocks noGrp="1" noChangeArrowheads="1"/>
          </p:cNvSpPr>
          <p:nvPr>
            <p:ph type="ftr" sz="quarter" idx="10"/>
          </p:nvPr>
        </p:nvSpPr>
        <p:spPr/>
        <p:txBody>
          <a:bodyPr/>
          <a:lstStyle>
            <a:lvl1pPr>
              <a:defRPr/>
            </a:lvl1pPr>
          </a:lstStyle>
          <a:p>
            <a:pPr>
              <a:defRPr/>
            </a:pPr>
            <a:r>
              <a:rPr lang="en-GB" altLang="en-US" dirty="0"/>
              <a:t>© Pearson Education Ltd 2023. Copying permitted for purchasing institution only. </a:t>
            </a:r>
          </a:p>
        </p:txBody>
      </p:sp>
    </p:spTree>
    <p:extLst>
      <p:ext uri="{BB962C8B-B14F-4D97-AF65-F5344CB8AC3E}">
        <p14:creationId xmlns:p14="http://schemas.microsoft.com/office/powerpoint/2010/main" val="2168121723"/>
      </p:ext>
    </p:extLst>
  </p:cSld>
  <p:clrMapOvr>
    <a:masterClrMapping/>
  </p:clrMapOvr>
  <p:transition>
    <p:sndAc>
      <p:stSnd>
        <p:snd r:embed="rId1" name="click.wav"/>
      </p:stSnd>
    </p:sndAc>
  </p:transition>
</p:sldLayout>
</file>

<file path=ppt/slideLayouts/slideLayout10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Footer Placeholder 4">
            <a:extLst>
              <a:ext uri="{FF2B5EF4-FFF2-40B4-BE49-F238E27FC236}">
                <a16:creationId xmlns:a16="http://schemas.microsoft.com/office/drawing/2014/main" id="{EC02FC38-AE3B-EFB4-D55D-0A5C97BB6371}"/>
              </a:ext>
            </a:extLst>
          </p:cNvPr>
          <p:cNvSpPr>
            <a:spLocks noGrp="1" noChangeArrowheads="1"/>
          </p:cNvSpPr>
          <p:nvPr>
            <p:ph type="ftr" sz="quarter" idx="10"/>
          </p:nvPr>
        </p:nvSpPr>
        <p:spPr/>
        <p:txBody>
          <a:bodyPr/>
          <a:lstStyle>
            <a:lvl1pPr>
              <a:defRPr/>
            </a:lvl1pPr>
          </a:lstStyle>
          <a:p>
            <a:pPr>
              <a:defRPr/>
            </a:pPr>
            <a:r>
              <a:rPr lang="en-GB" altLang="en-US" dirty="0"/>
              <a:t>© Pearson Education Ltd 2023. Copying permitted for purchasing institution only. </a:t>
            </a:r>
          </a:p>
        </p:txBody>
      </p:sp>
    </p:spTree>
    <p:extLst>
      <p:ext uri="{BB962C8B-B14F-4D97-AF65-F5344CB8AC3E}">
        <p14:creationId xmlns:p14="http://schemas.microsoft.com/office/powerpoint/2010/main" val="1454667162"/>
      </p:ext>
    </p:extLst>
  </p:cSld>
  <p:clrMapOvr>
    <a:masterClrMapping/>
  </p:clrMapOvr>
  <p:transition>
    <p:sndAc>
      <p:stSnd>
        <p:snd r:embed="rId1" name="click.wav"/>
      </p:stSnd>
    </p:sndAc>
  </p:transition>
</p:sldLayout>
</file>

<file path=ppt/slideLayouts/slideLayout109.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1" y="1195200"/>
            <a:ext cx="3008313" cy="865648"/>
          </a:xfrm>
          <a:prstGeom prst="rect">
            <a:avLst/>
          </a:prstGeom>
        </p:spPr>
        <p:txBody>
          <a:bodyPr anchor="b"/>
          <a:lstStyle>
            <a:lvl1pPr algn="r">
              <a:defRPr sz="2000" b="1"/>
            </a:lvl1pPr>
          </a:lstStyle>
          <a:p>
            <a:r>
              <a:rPr lang="en-US" dirty="0"/>
              <a:t>Click to edit Master title style</a:t>
            </a:r>
            <a:endParaRPr lang="en-GB" dirty="0"/>
          </a:p>
        </p:txBody>
      </p:sp>
      <p:sp>
        <p:nvSpPr>
          <p:cNvPr id="4" name="Text Placeholder 3"/>
          <p:cNvSpPr>
            <a:spLocks noGrp="1"/>
          </p:cNvSpPr>
          <p:nvPr>
            <p:ph type="body" sz="half" idx="2"/>
          </p:nvPr>
        </p:nvSpPr>
        <p:spPr>
          <a:xfrm>
            <a:off x="457201" y="2132857"/>
            <a:ext cx="3008313" cy="3993307"/>
          </a:xfrm>
          <a:prstGeom prst="rect">
            <a:avLst/>
          </a:prstGeo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3" name="Content Placeholder 2"/>
          <p:cNvSpPr>
            <a:spLocks noGrp="1"/>
          </p:cNvSpPr>
          <p:nvPr>
            <p:ph idx="1"/>
          </p:nvPr>
        </p:nvSpPr>
        <p:spPr>
          <a:xfrm>
            <a:off x="3575050" y="1195201"/>
            <a:ext cx="5111751" cy="4785395"/>
          </a:xfrm>
          <a:prstGeom prst="rect">
            <a:avLst/>
          </a:prstGeom>
        </p:spPr>
        <p:txBody>
          <a:bodyPr/>
          <a:lstStyle>
            <a:lvl1pPr>
              <a:buFont typeface="Wingdings" pitchFamily="2" charset="2"/>
              <a:buChar char="§"/>
              <a:defRPr sz="2400">
                <a:latin typeface="Arial" panose="020B0604020202020204" pitchFamily="34" charset="0"/>
                <a:cs typeface="Arial" panose="020B0604020202020204" pitchFamily="34" charset="0"/>
              </a:defRPr>
            </a:lvl1pPr>
            <a:lvl2pPr>
              <a:buFont typeface="Wingdings" pitchFamily="2" charset="2"/>
              <a:buChar char="§"/>
              <a:defRPr sz="2400">
                <a:latin typeface="Arial" panose="020B0604020202020204" pitchFamily="34" charset="0"/>
                <a:cs typeface="Arial" panose="020B0604020202020204" pitchFamily="34" charset="0"/>
              </a:defRPr>
            </a:lvl2pPr>
            <a:lvl3pPr>
              <a:buFont typeface="Wingdings" pitchFamily="2" charset="2"/>
              <a:buChar char="§"/>
              <a:defRPr sz="2400">
                <a:latin typeface="Arial" panose="020B0604020202020204" pitchFamily="34" charset="0"/>
                <a:cs typeface="Arial" panose="020B0604020202020204" pitchFamily="34" charset="0"/>
              </a:defRPr>
            </a:lvl3pPr>
            <a:lvl4pPr>
              <a:buFont typeface="Wingdings" pitchFamily="2" charset="2"/>
              <a:buChar char="§"/>
              <a:defRPr sz="2400">
                <a:latin typeface="Arial" panose="020B0604020202020204" pitchFamily="34" charset="0"/>
                <a:cs typeface="Arial" panose="020B0604020202020204" pitchFamily="34" charset="0"/>
              </a:defRPr>
            </a:lvl4pPr>
            <a:lvl5pPr>
              <a:buFont typeface="Wingdings" pitchFamily="2" charset="2"/>
              <a:buChar char="§"/>
              <a:defRPr sz="2400">
                <a:latin typeface="Arial" panose="020B0604020202020204" pitchFamily="34" charset="0"/>
                <a:cs typeface="Arial" panose="020B0604020202020204" pitchFamily="34" charset="0"/>
              </a:defRPr>
            </a:lvl5pPr>
            <a:lvl6pPr>
              <a:defRPr sz="2000"/>
            </a:lvl6pPr>
            <a:lvl7pPr>
              <a:defRPr sz="2000"/>
            </a:lvl7pPr>
            <a:lvl8pPr>
              <a:defRPr sz="2000"/>
            </a:lvl8pPr>
            <a:lvl9pPr>
              <a:defRPr sz="20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GB" dirty="0"/>
          </a:p>
        </p:txBody>
      </p:sp>
      <p:sp>
        <p:nvSpPr>
          <p:cNvPr id="5" name="Footer Placeholder 4">
            <a:extLst>
              <a:ext uri="{FF2B5EF4-FFF2-40B4-BE49-F238E27FC236}">
                <a16:creationId xmlns:a16="http://schemas.microsoft.com/office/drawing/2014/main" id="{4C26848C-3864-D4D5-F394-E8115F32BACC}"/>
              </a:ext>
            </a:extLst>
          </p:cNvPr>
          <p:cNvSpPr>
            <a:spLocks noGrp="1" noChangeArrowheads="1"/>
          </p:cNvSpPr>
          <p:nvPr>
            <p:ph type="ftr" sz="quarter" idx="10"/>
          </p:nvPr>
        </p:nvSpPr>
        <p:spPr/>
        <p:txBody>
          <a:bodyPr/>
          <a:lstStyle>
            <a:lvl1pPr>
              <a:defRPr/>
            </a:lvl1pPr>
          </a:lstStyle>
          <a:p>
            <a:pPr>
              <a:defRPr/>
            </a:pPr>
            <a:r>
              <a:rPr lang="en-GB" altLang="en-US" dirty="0"/>
              <a:t>© Pearson Education Ltd 2023. Copying permitted for purchasing institution only. </a:t>
            </a:r>
          </a:p>
        </p:txBody>
      </p:sp>
    </p:spTree>
    <p:extLst>
      <p:ext uri="{BB962C8B-B14F-4D97-AF65-F5344CB8AC3E}">
        <p14:creationId xmlns:p14="http://schemas.microsoft.com/office/powerpoint/2010/main" val="413827590"/>
      </p:ext>
    </p:extLst>
  </p:cSld>
  <p:clrMapOvr>
    <a:masterClrMapping/>
  </p:clrMapOvr>
  <p:transition>
    <p:sndAc>
      <p:stSnd>
        <p:snd r:embed="rId1" name="click.wav"/>
      </p:stSnd>
    </p:sndAc>
  </p:transition>
</p:sldLayout>
</file>

<file path=ppt/slideLayouts/slideLayout110.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3" name="Picture Placeholder 2"/>
          <p:cNvSpPr>
            <a:spLocks noGrp="1"/>
          </p:cNvSpPr>
          <p:nvPr>
            <p:ph type="pic" idx="1"/>
          </p:nvPr>
        </p:nvSpPr>
        <p:spPr>
          <a:xfrm>
            <a:off x="1792288" y="1196752"/>
            <a:ext cx="5486400" cy="3530823"/>
          </a:xfrm>
          <a:prstGeom prst="rect">
            <a:avLst/>
          </a:prstGeom>
        </p:spPr>
        <p:txBody>
          <a:bodyPr rtlCol="0">
            <a:normAutofit/>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GB" noProof="0" dirty="0"/>
          </a:p>
        </p:txBody>
      </p:sp>
      <p:sp>
        <p:nvSpPr>
          <p:cNvPr id="2" name="Title 1"/>
          <p:cNvSpPr>
            <a:spLocks noGrp="1"/>
          </p:cNvSpPr>
          <p:nvPr>
            <p:ph type="title"/>
          </p:nvPr>
        </p:nvSpPr>
        <p:spPr>
          <a:xfrm>
            <a:off x="1792288" y="4800601"/>
            <a:ext cx="5486400" cy="566738"/>
          </a:xfrm>
          <a:prstGeom prst="rect">
            <a:avLst/>
          </a:prstGeom>
        </p:spPr>
        <p:txBody>
          <a:bodyPr anchor="b"/>
          <a:lstStyle>
            <a:lvl1pPr algn="r">
              <a:defRPr sz="2000" b="1"/>
            </a:lvl1pPr>
          </a:lstStyle>
          <a:p>
            <a:r>
              <a:rPr lang="en-US" dirty="0"/>
              <a:t>Click to edit Master title style</a:t>
            </a:r>
            <a:endParaRPr lang="en-GB" dirty="0"/>
          </a:p>
        </p:txBody>
      </p:sp>
      <p:sp>
        <p:nvSpPr>
          <p:cNvPr id="4" name="Text Placeholder 3"/>
          <p:cNvSpPr>
            <a:spLocks noGrp="1"/>
          </p:cNvSpPr>
          <p:nvPr>
            <p:ph type="body" sz="half" idx="2"/>
          </p:nvPr>
        </p:nvSpPr>
        <p:spPr>
          <a:xfrm>
            <a:off x="1792288" y="5440363"/>
            <a:ext cx="5486400" cy="731837"/>
          </a:xfrm>
          <a:prstGeom prst="rect">
            <a:avLst/>
          </a:prstGeo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dirty="0"/>
              <a:t>Click to edit Master text styles</a:t>
            </a:r>
          </a:p>
        </p:txBody>
      </p:sp>
      <p:sp>
        <p:nvSpPr>
          <p:cNvPr id="5" name="Footer Placeholder 4">
            <a:extLst>
              <a:ext uri="{FF2B5EF4-FFF2-40B4-BE49-F238E27FC236}">
                <a16:creationId xmlns:a16="http://schemas.microsoft.com/office/drawing/2014/main" id="{3632E2FE-4AF5-990F-FA9F-82F73DAD8F6E}"/>
              </a:ext>
            </a:extLst>
          </p:cNvPr>
          <p:cNvSpPr>
            <a:spLocks noGrp="1" noChangeArrowheads="1"/>
          </p:cNvSpPr>
          <p:nvPr>
            <p:ph type="ftr" sz="quarter" idx="10"/>
          </p:nvPr>
        </p:nvSpPr>
        <p:spPr/>
        <p:txBody>
          <a:bodyPr/>
          <a:lstStyle>
            <a:lvl1pPr>
              <a:defRPr/>
            </a:lvl1pPr>
          </a:lstStyle>
          <a:p>
            <a:pPr>
              <a:defRPr/>
            </a:pPr>
            <a:r>
              <a:rPr lang="en-GB" altLang="en-US" dirty="0"/>
              <a:t>© Pearson Education Ltd 2023. Copying permitted for purchasing institution only. </a:t>
            </a:r>
          </a:p>
        </p:txBody>
      </p:sp>
    </p:spTree>
    <p:extLst>
      <p:ext uri="{BB962C8B-B14F-4D97-AF65-F5344CB8AC3E}">
        <p14:creationId xmlns:p14="http://schemas.microsoft.com/office/powerpoint/2010/main" val="2341031474"/>
      </p:ext>
    </p:extLst>
  </p:cSld>
  <p:clrMapOvr>
    <a:masterClrMapping/>
  </p:clrMapOvr>
  <p:transition>
    <p:sndAc>
      <p:stSnd>
        <p:snd r:embed="rId1" name="click.wav"/>
      </p:stSnd>
    </p:sndAc>
  </p:transition>
</p:sldLayout>
</file>

<file path=ppt/slideLayouts/slideLayout111.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a:lstStyle/>
          <a:p>
            <a:r>
              <a:rPr lang="en-US" dirty="0"/>
              <a:t>Click to edit Master title style</a:t>
            </a:r>
            <a:endParaRPr lang="en-GB" dirty="0"/>
          </a:p>
        </p:txBody>
      </p:sp>
      <p:sp>
        <p:nvSpPr>
          <p:cNvPr id="3" name="Vertical Text Placeholder 2"/>
          <p:cNvSpPr>
            <a:spLocks noGrp="1"/>
          </p:cNvSpPr>
          <p:nvPr>
            <p:ph type="body" orient="vert" idx="1"/>
          </p:nvPr>
        </p:nvSpPr>
        <p:spPr>
          <a:xfrm>
            <a:off x="468314" y="2196001"/>
            <a:ext cx="8207375" cy="3950444"/>
          </a:xfrm>
          <a:prstGeom prst="rect">
            <a:avLst/>
          </a:prstGeom>
        </p:spPr>
        <p:txBody>
          <a:bodyPr vert="eaVert"/>
          <a:lstStyle>
            <a:lvl1pPr>
              <a:buFont typeface="Wingdings" pitchFamily="2" charset="2"/>
              <a:buChar char="§"/>
              <a:defRPr>
                <a:latin typeface="Arial" panose="020B0604020202020204" pitchFamily="34" charset="0"/>
                <a:cs typeface="Arial" panose="020B0604020202020204" pitchFamily="34" charset="0"/>
              </a:defRPr>
            </a:lvl1pPr>
            <a:lvl2pPr>
              <a:buFont typeface="Wingdings" pitchFamily="2" charset="2"/>
              <a:buChar char="§"/>
              <a:defRPr>
                <a:latin typeface="Arial" panose="020B0604020202020204" pitchFamily="34" charset="0"/>
                <a:cs typeface="Arial" panose="020B0604020202020204" pitchFamily="34" charset="0"/>
              </a:defRPr>
            </a:lvl2pPr>
            <a:lvl3pPr>
              <a:buFont typeface="Wingdings" pitchFamily="2" charset="2"/>
              <a:buChar char="§"/>
              <a:defRPr>
                <a:latin typeface="Arial" panose="020B0604020202020204" pitchFamily="34" charset="0"/>
                <a:cs typeface="Arial" panose="020B0604020202020204" pitchFamily="34" charset="0"/>
              </a:defRPr>
            </a:lvl3pPr>
            <a:lvl4pPr>
              <a:buFont typeface="Wingdings" pitchFamily="2" charset="2"/>
              <a:buChar char="§"/>
              <a:defRPr>
                <a:latin typeface="Arial" panose="020B0604020202020204" pitchFamily="34" charset="0"/>
                <a:cs typeface="Arial" panose="020B0604020202020204" pitchFamily="34" charset="0"/>
              </a:defRPr>
            </a:lvl4pPr>
            <a:lvl5pPr>
              <a:buFont typeface="Wingdings" pitchFamily="2" charset="2"/>
              <a:buChar char="§"/>
              <a:defRPr>
                <a:latin typeface="Arial" panose="020B0604020202020204" pitchFamily="34" charset="0"/>
                <a:cs typeface="Arial" panose="020B0604020202020204" pitchFamily="34"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GB" dirty="0"/>
          </a:p>
        </p:txBody>
      </p:sp>
      <p:sp>
        <p:nvSpPr>
          <p:cNvPr id="4" name="Footer Placeholder 4">
            <a:extLst>
              <a:ext uri="{FF2B5EF4-FFF2-40B4-BE49-F238E27FC236}">
                <a16:creationId xmlns:a16="http://schemas.microsoft.com/office/drawing/2014/main" id="{9DF127B6-FB7B-DA34-ED52-7487CA115375}"/>
              </a:ext>
            </a:extLst>
          </p:cNvPr>
          <p:cNvSpPr>
            <a:spLocks noGrp="1" noChangeArrowheads="1"/>
          </p:cNvSpPr>
          <p:nvPr>
            <p:ph type="ftr" sz="quarter" idx="10"/>
          </p:nvPr>
        </p:nvSpPr>
        <p:spPr/>
        <p:txBody>
          <a:bodyPr/>
          <a:lstStyle>
            <a:lvl1pPr>
              <a:defRPr/>
            </a:lvl1pPr>
          </a:lstStyle>
          <a:p>
            <a:pPr>
              <a:defRPr/>
            </a:pPr>
            <a:r>
              <a:rPr lang="en-GB" altLang="en-US" dirty="0"/>
              <a:t>© Pearson Education Ltd 2023. Copying permitted for purchasing institution only. </a:t>
            </a:r>
          </a:p>
        </p:txBody>
      </p:sp>
    </p:spTree>
    <p:extLst>
      <p:ext uri="{BB962C8B-B14F-4D97-AF65-F5344CB8AC3E}">
        <p14:creationId xmlns:p14="http://schemas.microsoft.com/office/powerpoint/2010/main" val="1774650275"/>
      </p:ext>
    </p:extLst>
  </p:cSld>
  <p:clrMapOvr>
    <a:masterClrMapping/>
  </p:clrMapOvr>
  <p:transition>
    <p:sndAc>
      <p:stSnd>
        <p:snd r:embed="rId1" name="click.wav"/>
      </p:stSnd>
    </p:sndAc>
  </p:transition>
</p:sldLayout>
</file>

<file path=ppt/slideLayouts/slideLayout112.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1195201"/>
            <a:ext cx="2057400" cy="4814540"/>
          </a:xfrm>
          <a:prstGeom prst="rect">
            <a:avLst/>
          </a:prstGeom>
        </p:spPr>
        <p:txBody>
          <a:bodyPr vert="eaVert"/>
          <a:lstStyle>
            <a:lvl1pPr>
              <a:defRPr>
                <a:latin typeface="Arial" panose="020B0604020202020204" pitchFamily="34" charset="0"/>
                <a:cs typeface="Arial" panose="020B0604020202020204" pitchFamily="34" charset="0"/>
              </a:defRPr>
            </a:lvl1pPr>
          </a:lstStyle>
          <a:p>
            <a:r>
              <a:rPr lang="en-US" dirty="0"/>
              <a:t>Click to edit Master title style</a:t>
            </a:r>
            <a:endParaRPr lang="en-GB" dirty="0"/>
          </a:p>
        </p:txBody>
      </p:sp>
      <p:sp>
        <p:nvSpPr>
          <p:cNvPr id="3" name="Vertical Text Placeholder 2"/>
          <p:cNvSpPr>
            <a:spLocks noGrp="1"/>
          </p:cNvSpPr>
          <p:nvPr>
            <p:ph type="body" orient="vert" idx="1"/>
          </p:nvPr>
        </p:nvSpPr>
        <p:spPr>
          <a:xfrm>
            <a:off x="457200" y="1195201"/>
            <a:ext cx="6019800" cy="4814540"/>
          </a:xfrm>
          <a:prstGeom prst="rect">
            <a:avLst/>
          </a:prstGeom>
        </p:spPr>
        <p:txBody>
          <a:bodyPr vert="eaVert"/>
          <a:lstStyle>
            <a:lvl1pPr>
              <a:defRPr>
                <a:latin typeface="Arial" panose="020B0604020202020204" pitchFamily="34" charset="0"/>
                <a:cs typeface="Arial" panose="020B0604020202020204" pitchFamily="34" charset="0"/>
              </a:defRPr>
            </a:lvl1pPr>
            <a:lvl2pPr>
              <a:buFont typeface="Wingdings" pitchFamily="2" charset="2"/>
              <a:buChar char="§"/>
              <a:defRPr>
                <a:latin typeface="Arial" panose="020B0604020202020204" pitchFamily="34" charset="0"/>
                <a:cs typeface="Arial" panose="020B0604020202020204" pitchFamily="34" charset="0"/>
              </a:defRPr>
            </a:lvl2pPr>
            <a:lvl3pPr>
              <a:buFont typeface="Wingdings" pitchFamily="2" charset="2"/>
              <a:buChar char="§"/>
              <a:defRPr>
                <a:latin typeface="Arial" panose="020B0604020202020204" pitchFamily="34" charset="0"/>
                <a:cs typeface="Arial" panose="020B0604020202020204" pitchFamily="34" charset="0"/>
              </a:defRPr>
            </a:lvl3pPr>
            <a:lvl4pPr>
              <a:buFont typeface="Wingdings" pitchFamily="2" charset="2"/>
              <a:buChar char="§"/>
              <a:defRPr>
                <a:latin typeface="Arial" panose="020B0604020202020204" pitchFamily="34" charset="0"/>
                <a:cs typeface="Arial" panose="020B0604020202020204" pitchFamily="34" charset="0"/>
              </a:defRPr>
            </a:lvl4pPr>
            <a:lvl5pPr>
              <a:buFont typeface="Wingdings" pitchFamily="2" charset="2"/>
              <a:buChar char="§"/>
              <a:defRPr>
                <a:latin typeface="Arial" panose="020B0604020202020204" pitchFamily="34" charset="0"/>
                <a:cs typeface="Arial" panose="020B0604020202020204" pitchFamily="34"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GB" dirty="0"/>
          </a:p>
        </p:txBody>
      </p:sp>
      <p:sp>
        <p:nvSpPr>
          <p:cNvPr id="4" name="Footer Placeholder 4">
            <a:extLst>
              <a:ext uri="{FF2B5EF4-FFF2-40B4-BE49-F238E27FC236}">
                <a16:creationId xmlns:a16="http://schemas.microsoft.com/office/drawing/2014/main" id="{63741A9B-C779-47D9-992F-A21FA3584BC6}"/>
              </a:ext>
            </a:extLst>
          </p:cNvPr>
          <p:cNvSpPr>
            <a:spLocks noGrp="1" noChangeArrowheads="1"/>
          </p:cNvSpPr>
          <p:nvPr>
            <p:ph type="ftr" sz="quarter" idx="10"/>
          </p:nvPr>
        </p:nvSpPr>
        <p:spPr/>
        <p:txBody>
          <a:bodyPr/>
          <a:lstStyle>
            <a:lvl1pPr>
              <a:defRPr/>
            </a:lvl1pPr>
          </a:lstStyle>
          <a:p>
            <a:pPr>
              <a:defRPr/>
            </a:pPr>
            <a:r>
              <a:rPr lang="en-GB" altLang="en-US" dirty="0"/>
              <a:t>© Pearson Education Ltd 2023. Copying permitted for purchasing institution only. </a:t>
            </a:r>
          </a:p>
        </p:txBody>
      </p:sp>
    </p:spTree>
    <p:extLst>
      <p:ext uri="{BB962C8B-B14F-4D97-AF65-F5344CB8AC3E}">
        <p14:creationId xmlns:p14="http://schemas.microsoft.com/office/powerpoint/2010/main" val="49184944"/>
      </p:ext>
    </p:extLst>
  </p:cSld>
  <p:clrMapOvr>
    <a:masterClrMapping/>
  </p:clrMapOvr>
  <p:transition>
    <p:sndAc>
      <p:stSnd>
        <p:snd r:embed="rId1" name="click.wav"/>
      </p:stSnd>
    </p:sndAc>
  </p:transition>
</p:sldLayout>
</file>

<file path=ppt/slideLayouts/slideLayout113.xml><?xml version="1.0" encoding="utf-8"?>
<p:sldLayout xmlns:a="http://schemas.openxmlformats.org/drawingml/2006/main" xmlns:r="http://schemas.openxmlformats.org/officeDocument/2006/relationships" xmlns:p="http://schemas.openxmlformats.org/presentationml/2006/main" type="tbl" preserve="1">
  <p:cSld name="Title and Table">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a:lstStyle/>
          <a:p>
            <a:r>
              <a:rPr lang="en-US"/>
              <a:t>Click to edit Master title style</a:t>
            </a:r>
            <a:endParaRPr lang="en-GB"/>
          </a:p>
        </p:txBody>
      </p:sp>
      <p:sp>
        <p:nvSpPr>
          <p:cNvPr id="3" name="Table Placeholder 2"/>
          <p:cNvSpPr>
            <a:spLocks noGrp="1"/>
          </p:cNvSpPr>
          <p:nvPr>
            <p:ph type="tbl" idx="1"/>
          </p:nvPr>
        </p:nvSpPr>
        <p:spPr>
          <a:xfrm>
            <a:off x="479426" y="2196000"/>
            <a:ext cx="8207375" cy="4041312"/>
          </a:xfrm>
          <a:prstGeom prst="rect">
            <a:avLst/>
          </a:prstGeom>
        </p:spPr>
        <p:txBody>
          <a:bodyPr rtlCol="0">
            <a:normAutofit/>
          </a:bodyPr>
          <a:lstStyle/>
          <a:p>
            <a:pPr lvl="0"/>
            <a:endParaRPr lang="en-GB" noProof="0" dirty="0"/>
          </a:p>
        </p:txBody>
      </p:sp>
      <p:sp>
        <p:nvSpPr>
          <p:cNvPr id="4" name="Footer Placeholder 4">
            <a:extLst>
              <a:ext uri="{FF2B5EF4-FFF2-40B4-BE49-F238E27FC236}">
                <a16:creationId xmlns:a16="http://schemas.microsoft.com/office/drawing/2014/main" id="{AF875707-4545-7C5E-C4A1-F2B0323DEB00}"/>
              </a:ext>
            </a:extLst>
          </p:cNvPr>
          <p:cNvSpPr>
            <a:spLocks noGrp="1" noChangeArrowheads="1"/>
          </p:cNvSpPr>
          <p:nvPr>
            <p:ph type="ftr" sz="quarter" idx="10"/>
          </p:nvPr>
        </p:nvSpPr>
        <p:spPr/>
        <p:txBody>
          <a:bodyPr/>
          <a:lstStyle>
            <a:lvl1pPr>
              <a:defRPr/>
            </a:lvl1pPr>
          </a:lstStyle>
          <a:p>
            <a:pPr>
              <a:defRPr/>
            </a:pPr>
            <a:r>
              <a:rPr lang="en-GB" altLang="en-US" dirty="0"/>
              <a:t>© Pearson Education Ltd 2023. Copying permitted for purchasing institution only. </a:t>
            </a:r>
          </a:p>
        </p:txBody>
      </p:sp>
    </p:spTree>
    <p:extLst>
      <p:ext uri="{BB962C8B-B14F-4D97-AF65-F5344CB8AC3E}">
        <p14:creationId xmlns:p14="http://schemas.microsoft.com/office/powerpoint/2010/main" val="212670965"/>
      </p:ext>
    </p:extLst>
  </p:cSld>
  <p:clrMapOvr>
    <a:masterClrMapping/>
  </p:clrMapOvr>
  <p:transition>
    <p:sndAc>
      <p:stSnd>
        <p:snd r:embed="rId1" name="click.wav"/>
      </p:stSnd>
    </p:sndAc>
  </p:transition>
</p:sldLayout>
</file>

<file path=ppt/slideLayouts/slideLayout114.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6"/>
            <a:ext cx="7772400" cy="1470025"/>
          </a:xfrm>
          <a:prstGeom prst="rect">
            <a:avLst/>
          </a:prstGeom>
        </p:spPr>
        <p:txBody>
          <a:bodyPr/>
          <a:lstStyle/>
          <a:p>
            <a:r>
              <a:rPr lang="en-US"/>
              <a:t>Click to edit Master title style</a:t>
            </a:r>
            <a:endParaRPr lang="en-GB"/>
          </a:p>
        </p:txBody>
      </p:sp>
      <p:sp>
        <p:nvSpPr>
          <p:cNvPr id="3" name="Subtitle 2"/>
          <p:cNvSpPr>
            <a:spLocks noGrp="1"/>
          </p:cNvSpPr>
          <p:nvPr>
            <p:ph type="subTitle" idx="1"/>
          </p:nvPr>
        </p:nvSpPr>
        <p:spPr>
          <a:xfrm>
            <a:off x="1371600" y="3886200"/>
            <a:ext cx="6400800" cy="1752600"/>
          </a:xfrm>
          <a:prstGeom prst="rect">
            <a:avLst/>
          </a:prstGeo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en-US" dirty="0"/>
              <a:t>Click to edit Master subtitle style</a:t>
            </a:r>
            <a:endParaRPr lang="en-GB" dirty="0"/>
          </a:p>
        </p:txBody>
      </p:sp>
      <p:sp>
        <p:nvSpPr>
          <p:cNvPr id="4" name="Footer Placeholder 4">
            <a:extLst>
              <a:ext uri="{FF2B5EF4-FFF2-40B4-BE49-F238E27FC236}">
                <a16:creationId xmlns:a16="http://schemas.microsoft.com/office/drawing/2014/main" id="{3A0305BB-39CB-2010-297C-4A457FC45F96}"/>
              </a:ext>
            </a:extLst>
          </p:cNvPr>
          <p:cNvSpPr>
            <a:spLocks noGrp="1" noChangeArrowheads="1"/>
          </p:cNvSpPr>
          <p:nvPr>
            <p:ph type="ftr" sz="quarter" idx="10"/>
          </p:nvPr>
        </p:nvSpPr>
        <p:spPr/>
        <p:txBody>
          <a:bodyPr/>
          <a:lstStyle>
            <a:lvl1pPr>
              <a:defRPr/>
            </a:lvl1pPr>
          </a:lstStyle>
          <a:p>
            <a:pPr>
              <a:defRPr/>
            </a:pPr>
            <a:r>
              <a:rPr lang="en-GB" altLang="en-US" dirty="0"/>
              <a:t>© Pearson Education Ltd 2023. Copying permitted for purchasing institution only. </a:t>
            </a:r>
          </a:p>
        </p:txBody>
      </p:sp>
    </p:spTree>
    <p:extLst>
      <p:ext uri="{BB962C8B-B14F-4D97-AF65-F5344CB8AC3E}">
        <p14:creationId xmlns:p14="http://schemas.microsoft.com/office/powerpoint/2010/main" val="4126593935"/>
      </p:ext>
    </p:extLst>
  </p:cSld>
  <p:clrMapOvr>
    <a:masterClrMapping/>
  </p:clrMapOvr>
  <p:transition>
    <p:sndAc>
      <p:stSnd>
        <p:snd r:embed="rId1" name="click.wav"/>
      </p:stSnd>
    </p:sndAc>
  </p:transition>
</p:sldLayout>
</file>

<file path=ppt/slideLayouts/slideLayout115.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a:lstStyle/>
          <a:p>
            <a:r>
              <a:rPr lang="en-US" dirty="0"/>
              <a:t>Click to edit Master title style</a:t>
            </a:r>
            <a:endParaRPr lang="en-GB" dirty="0"/>
          </a:p>
        </p:txBody>
      </p:sp>
      <p:sp>
        <p:nvSpPr>
          <p:cNvPr id="3" name="Content Placeholder 2"/>
          <p:cNvSpPr>
            <a:spLocks noGrp="1"/>
          </p:cNvSpPr>
          <p:nvPr>
            <p:ph idx="1"/>
          </p:nvPr>
        </p:nvSpPr>
        <p:spPr>
          <a:xfrm>
            <a:off x="468314" y="2196000"/>
            <a:ext cx="8207375" cy="3878436"/>
          </a:xfrm>
          <a:prstGeom prst="rect">
            <a:avLst/>
          </a:prstGeom>
        </p:spPr>
        <p:txBody>
          <a:bodyPr/>
          <a:lstStyle>
            <a:lvl1pPr>
              <a:buFont typeface="Wingdings" pitchFamily="2" charset="2"/>
              <a:buChar char="§"/>
              <a:defRPr>
                <a:latin typeface="Arial" panose="020B0604020202020204" pitchFamily="34" charset="0"/>
                <a:cs typeface="Arial" panose="020B0604020202020204" pitchFamily="34" charset="0"/>
              </a:defRPr>
            </a:lvl1pPr>
            <a:lvl2pPr>
              <a:buFont typeface="Wingdings" pitchFamily="2" charset="2"/>
              <a:buChar char="§"/>
              <a:defRPr>
                <a:latin typeface="Arial" panose="020B0604020202020204" pitchFamily="34" charset="0"/>
                <a:cs typeface="Arial" panose="020B0604020202020204" pitchFamily="34" charset="0"/>
              </a:defRPr>
            </a:lvl2pPr>
            <a:lvl3pPr>
              <a:buFont typeface="Wingdings" pitchFamily="2" charset="2"/>
              <a:buChar char="§"/>
              <a:defRPr>
                <a:latin typeface="Arial" panose="020B0604020202020204" pitchFamily="34" charset="0"/>
                <a:cs typeface="Arial" panose="020B0604020202020204" pitchFamily="34" charset="0"/>
              </a:defRPr>
            </a:lvl3pPr>
            <a:lvl4pPr>
              <a:buFont typeface="Wingdings" pitchFamily="2" charset="2"/>
              <a:buChar char="§"/>
              <a:defRPr>
                <a:latin typeface="Arial" panose="020B0604020202020204" pitchFamily="34" charset="0"/>
                <a:cs typeface="Arial" panose="020B0604020202020204" pitchFamily="34" charset="0"/>
              </a:defRPr>
            </a:lvl4pPr>
            <a:lvl5pPr>
              <a:buFont typeface="Wingdings" pitchFamily="2" charset="2"/>
              <a:buChar char="§"/>
              <a:defRPr>
                <a:latin typeface="Arial" panose="020B0604020202020204" pitchFamily="34" charset="0"/>
                <a:cs typeface="Arial" panose="020B0604020202020204" pitchFamily="34"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GB" dirty="0"/>
          </a:p>
        </p:txBody>
      </p:sp>
      <p:sp>
        <p:nvSpPr>
          <p:cNvPr id="4" name="Footer Placeholder 4">
            <a:extLst>
              <a:ext uri="{FF2B5EF4-FFF2-40B4-BE49-F238E27FC236}">
                <a16:creationId xmlns:a16="http://schemas.microsoft.com/office/drawing/2014/main" id="{91A7AFBE-AB6C-ABC5-09E7-9F4EA3B95410}"/>
              </a:ext>
            </a:extLst>
          </p:cNvPr>
          <p:cNvSpPr>
            <a:spLocks noGrp="1" noChangeArrowheads="1"/>
          </p:cNvSpPr>
          <p:nvPr>
            <p:ph type="ftr" sz="quarter" idx="10"/>
          </p:nvPr>
        </p:nvSpPr>
        <p:spPr/>
        <p:txBody>
          <a:bodyPr/>
          <a:lstStyle>
            <a:lvl1pPr>
              <a:defRPr/>
            </a:lvl1pPr>
          </a:lstStyle>
          <a:p>
            <a:pPr>
              <a:defRPr/>
            </a:pPr>
            <a:r>
              <a:rPr lang="en-GB" altLang="en-US" dirty="0"/>
              <a:t>© Pearson Education Ltd 2023. Copying permitted for purchasing institution only. </a:t>
            </a:r>
          </a:p>
        </p:txBody>
      </p:sp>
    </p:spTree>
    <p:extLst>
      <p:ext uri="{BB962C8B-B14F-4D97-AF65-F5344CB8AC3E}">
        <p14:creationId xmlns:p14="http://schemas.microsoft.com/office/powerpoint/2010/main" val="2653959227"/>
      </p:ext>
    </p:extLst>
  </p:cSld>
  <p:clrMapOvr>
    <a:masterClrMapping/>
  </p:clrMapOvr>
  <p:transition>
    <p:sndAc>
      <p:stSnd>
        <p:snd r:embed="rId1" name="click.wav"/>
      </p:stSnd>
    </p:sndAc>
  </p:transition>
</p:sldLayout>
</file>

<file path=ppt/slideLayouts/slideLayout116.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a:prstGeom prst="rect">
            <a:avLst/>
          </a:prstGeom>
        </p:spPr>
        <p:txBody>
          <a:bodyPr anchor="t"/>
          <a:lstStyle>
            <a:lvl1pPr algn="r">
              <a:defRPr sz="4000" b="1" cap="all"/>
            </a:lvl1pPr>
          </a:lstStyle>
          <a:p>
            <a:r>
              <a:rPr lang="en-US"/>
              <a:t>Click to edit Master title style</a:t>
            </a:r>
            <a:endParaRPr lang="en-GB"/>
          </a:p>
        </p:txBody>
      </p:sp>
      <p:sp>
        <p:nvSpPr>
          <p:cNvPr id="3" name="Text Placeholder 2"/>
          <p:cNvSpPr>
            <a:spLocks noGrp="1"/>
          </p:cNvSpPr>
          <p:nvPr>
            <p:ph type="body" idx="1"/>
          </p:nvPr>
        </p:nvSpPr>
        <p:spPr>
          <a:xfrm>
            <a:off x="722313" y="2906714"/>
            <a:ext cx="7772400" cy="1500187"/>
          </a:xfrm>
          <a:prstGeom prst="rect">
            <a:avLst/>
          </a:prstGeo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a:t>Click to edit Master text styles</a:t>
            </a:r>
          </a:p>
        </p:txBody>
      </p:sp>
      <p:sp>
        <p:nvSpPr>
          <p:cNvPr id="4" name="Footer Placeholder 4">
            <a:extLst>
              <a:ext uri="{FF2B5EF4-FFF2-40B4-BE49-F238E27FC236}">
                <a16:creationId xmlns:a16="http://schemas.microsoft.com/office/drawing/2014/main" id="{C2AEDFE9-EE41-D362-E546-E91D5FC64E76}"/>
              </a:ext>
            </a:extLst>
          </p:cNvPr>
          <p:cNvSpPr>
            <a:spLocks noGrp="1" noChangeArrowheads="1"/>
          </p:cNvSpPr>
          <p:nvPr>
            <p:ph type="ftr" sz="quarter" idx="10"/>
          </p:nvPr>
        </p:nvSpPr>
        <p:spPr/>
        <p:txBody>
          <a:bodyPr/>
          <a:lstStyle>
            <a:lvl1pPr>
              <a:defRPr/>
            </a:lvl1pPr>
          </a:lstStyle>
          <a:p>
            <a:pPr>
              <a:defRPr/>
            </a:pPr>
            <a:r>
              <a:rPr lang="en-GB" altLang="en-US" dirty="0"/>
              <a:t>© Pearson Education Ltd 2023. Copying permitted for purchasing institution only. </a:t>
            </a:r>
          </a:p>
        </p:txBody>
      </p:sp>
    </p:spTree>
    <p:extLst>
      <p:ext uri="{BB962C8B-B14F-4D97-AF65-F5344CB8AC3E}">
        <p14:creationId xmlns:p14="http://schemas.microsoft.com/office/powerpoint/2010/main" val="3950943351"/>
      </p:ext>
    </p:extLst>
  </p:cSld>
  <p:clrMapOvr>
    <a:masterClrMapping/>
  </p:clrMapOvr>
  <p:transition>
    <p:sndAc>
      <p:stSnd>
        <p:snd r:embed="rId1" name="click.wav"/>
      </p:stSnd>
    </p:sndAc>
  </p:transition>
</p:sldLayout>
</file>

<file path=ppt/slideLayouts/slideLayout117.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a:lstStyle/>
          <a:p>
            <a:r>
              <a:rPr lang="en-US" dirty="0"/>
              <a:t>Click to edit Master title style</a:t>
            </a:r>
            <a:endParaRPr lang="en-GB" dirty="0"/>
          </a:p>
        </p:txBody>
      </p:sp>
      <p:sp>
        <p:nvSpPr>
          <p:cNvPr id="3" name="Content Placeholder 2"/>
          <p:cNvSpPr>
            <a:spLocks noGrp="1"/>
          </p:cNvSpPr>
          <p:nvPr>
            <p:ph sz="half" idx="1"/>
          </p:nvPr>
        </p:nvSpPr>
        <p:spPr>
          <a:xfrm>
            <a:off x="468314" y="2196001"/>
            <a:ext cx="4027487" cy="4024100"/>
          </a:xfrm>
          <a:prstGeom prst="rect">
            <a:avLst/>
          </a:prstGeom>
        </p:spPr>
        <p:txBody>
          <a:bodyPr/>
          <a:lstStyle>
            <a:lvl1pPr>
              <a:buFont typeface="Wingdings" pitchFamily="2" charset="2"/>
              <a:buChar char="§"/>
              <a:defRPr sz="2400">
                <a:latin typeface="Arial" panose="020B0604020202020204" pitchFamily="34" charset="0"/>
                <a:cs typeface="Arial" panose="020B0604020202020204" pitchFamily="34" charset="0"/>
              </a:defRPr>
            </a:lvl1pPr>
            <a:lvl2pPr>
              <a:buFont typeface="Wingdings" pitchFamily="2" charset="2"/>
              <a:buChar char="§"/>
              <a:defRPr sz="2400">
                <a:latin typeface="Arial" panose="020B0604020202020204" pitchFamily="34" charset="0"/>
                <a:cs typeface="Arial" panose="020B0604020202020204" pitchFamily="34" charset="0"/>
              </a:defRPr>
            </a:lvl2pPr>
            <a:lvl3pPr>
              <a:buFont typeface="Wingdings" pitchFamily="2" charset="2"/>
              <a:buChar char="§"/>
              <a:defRPr sz="2400">
                <a:latin typeface="Arial" panose="020B0604020202020204" pitchFamily="34" charset="0"/>
                <a:cs typeface="Arial" panose="020B0604020202020204" pitchFamily="34" charset="0"/>
              </a:defRPr>
            </a:lvl3pPr>
            <a:lvl4pPr>
              <a:buFont typeface="Wingdings" pitchFamily="2" charset="2"/>
              <a:buChar char="§"/>
              <a:defRPr sz="2400">
                <a:latin typeface="Arial" panose="020B0604020202020204" pitchFamily="34" charset="0"/>
                <a:cs typeface="Arial" panose="020B0604020202020204" pitchFamily="34" charset="0"/>
              </a:defRPr>
            </a:lvl4pPr>
            <a:lvl5pPr>
              <a:buFont typeface="Wingdings" pitchFamily="2" charset="2"/>
              <a:buChar char="§"/>
              <a:defRPr sz="2400">
                <a:latin typeface="Arial" panose="020B0604020202020204" pitchFamily="34" charset="0"/>
                <a:cs typeface="Arial" panose="020B0604020202020204" pitchFamily="34" charset="0"/>
              </a:defRPr>
            </a:lvl5pPr>
            <a:lvl6pPr>
              <a:defRPr sz="1800"/>
            </a:lvl6pPr>
            <a:lvl7pPr>
              <a:defRPr sz="1800"/>
            </a:lvl7pPr>
            <a:lvl8pPr>
              <a:defRPr sz="1800"/>
            </a:lvl8pPr>
            <a:lvl9pPr>
              <a:defRPr sz="18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GB" dirty="0"/>
          </a:p>
        </p:txBody>
      </p:sp>
      <p:sp>
        <p:nvSpPr>
          <p:cNvPr id="4" name="Content Placeholder 3"/>
          <p:cNvSpPr>
            <a:spLocks noGrp="1"/>
          </p:cNvSpPr>
          <p:nvPr>
            <p:ph sz="half" idx="2"/>
          </p:nvPr>
        </p:nvSpPr>
        <p:spPr>
          <a:xfrm>
            <a:off x="4648200" y="2196001"/>
            <a:ext cx="4027488" cy="4024100"/>
          </a:xfrm>
          <a:prstGeom prst="rect">
            <a:avLst/>
          </a:prstGeom>
        </p:spPr>
        <p:txBody>
          <a:bodyPr/>
          <a:lstStyle>
            <a:lvl1pPr>
              <a:buFont typeface="Wingdings" pitchFamily="2" charset="2"/>
              <a:buChar char="§"/>
              <a:defRPr sz="2400">
                <a:latin typeface="Arial" panose="020B0604020202020204" pitchFamily="34" charset="0"/>
                <a:cs typeface="Arial" panose="020B0604020202020204" pitchFamily="34" charset="0"/>
              </a:defRPr>
            </a:lvl1pPr>
            <a:lvl2pPr>
              <a:buFont typeface="Wingdings" pitchFamily="2" charset="2"/>
              <a:buChar char="§"/>
              <a:defRPr sz="2400">
                <a:latin typeface="Arial" panose="020B0604020202020204" pitchFamily="34" charset="0"/>
                <a:cs typeface="Arial" panose="020B0604020202020204" pitchFamily="34" charset="0"/>
              </a:defRPr>
            </a:lvl2pPr>
            <a:lvl3pPr>
              <a:buFont typeface="Wingdings" pitchFamily="2" charset="2"/>
              <a:buChar char="§"/>
              <a:defRPr sz="2400">
                <a:latin typeface="Arial" panose="020B0604020202020204" pitchFamily="34" charset="0"/>
                <a:cs typeface="Arial" panose="020B0604020202020204" pitchFamily="34" charset="0"/>
              </a:defRPr>
            </a:lvl3pPr>
            <a:lvl4pPr>
              <a:buFont typeface="Wingdings" pitchFamily="2" charset="2"/>
              <a:buChar char="§"/>
              <a:defRPr sz="2400">
                <a:latin typeface="Arial" panose="020B0604020202020204" pitchFamily="34" charset="0"/>
                <a:cs typeface="Arial" panose="020B0604020202020204" pitchFamily="34" charset="0"/>
              </a:defRPr>
            </a:lvl4pPr>
            <a:lvl5pPr>
              <a:buFont typeface="Wingdings" pitchFamily="2" charset="2"/>
              <a:buChar char="§"/>
              <a:defRPr sz="2400">
                <a:latin typeface="Arial" panose="020B0604020202020204" pitchFamily="34" charset="0"/>
                <a:cs typeface="Arial" panose="020B0604020202020204" pitchFamily="34" charset="0"/>
              </a:defRPr>
            </a:lvl5pPr>
            <a:lvl6pPr>
              <a:defRPr sz="1800"/>
            </a:lvl6pPr>
            <a:lvl7pPr>
              <a:defRPr sz="1800"/>
            </a:lvl7pPr>
            <a:lvl8pPr>
              <a:defRPr sz="1800"/>
            </a:lvl8pPr>
            <a:lvl9pPr>
              <a:defRPr sz="18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GB" dirty="0"/>
          </a:p>
        </p:txBody>
      </p:sp>
      <p:sp>
        <p:nvSpPr>
          <p:cNvPr id="5" name="Footer Placeholder 4">
            <a:extLst>
              <a:ext uri="{FF2B5EF4-FFF2-40B4-BE49-F238E27FC236}">
                <a16:creationId xmlns:a16="http://schemas.microsoft.com/office/drawing/2014/main" id="{4CAF7984-8BB0-8F53-E778-52A2BBF7CCE6}"/>
              </a:ext>
            </a:extLst>
          </p:cNvPr>
          <p:cNvSpPr>
            <a:spLocks noGrp="1" noChangeArrowheads="1"/>
          </p:cNvSpPr>
          <p:nvPr>
            <p:ph type="ftr" sz="quarter" idx="10"/>
          </p:nvPr>
        </p:nvSpPr>
        <p:spPr/>
        <p:txBody>
          <a:bodyPr/>
          <a:lstStyle>
            <a:lvl1pPr>
              <a:defRPr/>
            </a:lvl1pPr>
          </a:lstStyle>
          <a:p>
            <a:pPr>
              <a:defRPr/>
            </a:pPr>
            <a:r>
              <a:rPr lang="en-GB" altLang="en-US" dirty="0"/>
              <a:t>© Pearson Education Ltd 2023. Copying permitted for purchasing institution only. </a:t>
            </a:r>
          </a:p>
        </p:txBody>
      </p:sp>
    </p:spTree>
    <p:extLst>
      <p:ext uri="{BB962C8B-B14F-4D97-AF65-F5344CB8AC3E}">
        <p14:creationId xmlns:p14="http://schemas.microsoft.com/office/powerpoint/2010/main" val="3437093022"/>
      </p:ext>
    </p:extLst>
  </p:cSld>
  <p:clrMapOvr>
    <a:masterClrMapping/>
  </p:clrMapOvr>
  <p:transition>
    <p:sndAc>
      <p:stSnd>
        <p:snd r:embed="rId1" name="click.wav"/>
      </p:stSnd>
    </p:sndAc>
  </p:transition>
</p:sldLayout>
</file>

<file path=ppt/slideLayouts/slideLayout118.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pic>
        <p:nvPicPr>
          <p:cNvPr id="7" name="Picture 5" descr="Always Learning">
            <a:extLst>
              <a:ext uri="{FF2B5EF4-FFF2-40B4-BE49-F238E27FC236}">
                <a16:creationId xmlns:a16="http://schemas.microsoft.com/office/drawing/2014/main" id="{69FE8684-BE61-3A81-0CF1-F705B2D28649}"/>
              </a:ext>
            </a:extLst>
          </p:cNvPr>
          <p:cNvPicPr>
            <a:picLocks noChangeAspect="1" noChangeArrowheads="1"/>
          </p:cNvPicPr>
          <p:nvPr userDrawn="1"/>
        </p:nvPicPr>
        <p:blipFill>
          <a:blip r:embed="rId3" cstate="screen">
            <a:extLst>
              <a:ext uri="{28A0092B-C50C-407E-A947-70E740481C1C}">
                <a14:useLocalDpi xmlns:a14="http://schemas.microsoft.com/office/drawing/2010/main"/>
              </a:ext>
            </a:extLst>
          </a:blip>
          <a:srcRect/>
          <a:stretch>
            <a:fillRect/>
          </a:stretch>
        </p:blipFill>
        <p:spPr bwMode="auto">
          <a:xfrm>
            <a:off x="0" y="6356350"/>
            <a:ext cx="1762125" cy="493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Title 1"/>
          <p:cNvSpPr>
            <a:spLocks noGrp="1"/>
          </p:cNvSpPr>
          <p:nvPr>
            <p:ph type="title"/>
          </p:nvPr>
        </p:nvSpPr>
        <p:spPr>
          <a:xfrm>
            <a:off x="457200" y="1195200"/>
            <a:ext cx="8229600" cy="864000"/>
          </a:xfrm>
          <a:prstGeom prst="rect">
            <a:avLst/>
          </a:prstGeom>
        </p:spPr>
        <p:txBody>
          <a:bodyPr/>
          <a:lstStyle>
            <a:lvl1pPr>
              <a:defRPr/>
            </a:lvl1pPr>
          </a:lstStyle>
          <a:p>
            <a:r>
              <a:rPr lang="en-US"/>
              <a:t>Click to edit Master title style</a:t>
            </a:r>
            <a:endParaRPr lang="en-GB"/>
          </a:p>
        </p:txBody>
      </p:sp>
      <p:sp>
        <p:nvSpPr>
          <p:cNvPr id="3" name="Text Placeholder 2"/>
          <p:cNvSpPr>
            <a:spLocks noGrp="1"/>
          </p:cNvSpPr>
          <p:nvPr>
            <p:ph type="body" idx="1"/>
          </p:nvPr>
        </p:nvSpPr>
        <p:spPr>
          <a:xfrm>
            <a:off x="457201" y="2196000"/>
            <a:ext cx="4040188" cy="63976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4" name="Content Placeholder 3"/>
          <p:cNvSpPr>
            <a:spLocks noGrp="1"/>
          </p:cNvSpPr>
          <p:nvPr>
            <p:ph sz="half" idx="2"/>
          </p:nvPr>
        </p:nvSpPr>
        <p:spPr>
          <a:xfrm>
            <a:off x="457201" y="2932602"/>
            <a:ext cx="4040188" cy="3193562"/>
          </a:xfrm>
          <a:prstGeom prst="rect">
            <a:avLst/>
          </a:prstGeom>
        </p:spPr>
        <p:txBody>
          <a:bodyPr/>
          <a:lstStyle>
            <a:lvl1pPr>
              <a:buFont typeface="Wingdings" pitchFamily="2" charset="2"/>
              <a:buChar char="§"/>
              <a:defRPr sz="2400">
                <a:latin typeface="Arial" panose="020B0604020202020204" pitchFamily="34" charset="0"/>
                <a:cs typeface="Arial" panose="020B0604020202020204" pitchFamily="34" charset="0"/>
              </a:defRPr>
            </a:lvl1pPr>
            <a:lvl2pPr>
              <a:buFont typeface="Wingdings" pitchFamily="2" charset="2"/>
              <a:buChar char="§"/>
              <a:defRPr sz="2400">
                <a:latin typeface="Arial" panose="020B0604020202020204" pitchFamily="34" charset="0"/>
                <a:cs typeface="Arial" panose="020B0604020202020204" pitchFamily="34" charset="0"/>
              </a:defRPr>
            </a:lvl2pPr>
            <a:lvl3pPr>
              <a:buFont typeface="Wingdings" pitchFamily="2" charset="2"/>
              <a:buChar char="§"/>
              <a:defRPr sz="2400">
                <a:latin typeface="Arial" panose="020B0604020202020204" pitchFamily="34" charset="0"/>
                <a:cs typeface="Arial" panose="020B0604020202020204" pitchFamily="34" charset="0"/>
              </a:defRPr>
            </a:lvl3pPr>
            <a:lvl4pPr>
              <a:buFont typeface="Wingdings" pitchFamily="2" charset="2"/>
              <a:buChar char="§"/>
              <a:defRPr sz="2400">
                <a:latin typeface="Arial" panose="020B0604020202020204" pitchFamily="34" charset="0"/>
                <a:cs typeface="Arial" panose="020B0604020202020204" pitchFamily="34" charset="0"/>
              </a:defRPr>
            </a:lvl4pPr>
            <a:lvl5pPr>
              <a:buFont typeface="Wingdings" pitchFamily="2" charset="2"/>
              <a:buChar char="§"/>
              <a:defRPr sz="2400">
                <a:latin typeface="Arial" panose="020B0604020202020204" pitchFamily="34" charset="0"/>
                <a:cs typeface="Arial" panose="020B0604020202020204" pitchFamily="34" charset="0"/>
              </a:defRPr>
            </a:lvl5pPr>
            <a:lvl6pPr>
              <a:defRPr sz="1600"/>
            </a:lvl6pPr>
            <a:lvl7pPr>
              <a:defRPr sz="1600"/>
            </a:lvl7pPr>
            <a:lvl8pPr>
              <a:defRPr sz="1600"/>
            </a:lvl8pPr>
            <a:lvl9pPr>
              <a:defRPr sz="16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GB" dirty="0"/>
          </a:p>
        </p:txBody>
      </p:sp>
      <p:sp>
        <p:nvSpPr>
          <p:cNvPr id="5" name="Text Placeholder 4"/>
          <p:cNvSpPr>
            <a:spLocks noGrp="1"/>
          </p:cNvSpPr>
          <p:nvPr>
            <p:ph type="body" sz="quarter" idx="3"/>
          </p:nvPr>
        </p:nvSpPr>
        <p:spPr>
          <a:xfrm>
            <a:off x="4645026" y="2196000"/>
            <a:ext cx="4041775" cy="63976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6" name="Content Placeholder 5"/>
          <p:cNvSpPr>
            <a:spLocks noGrp="1"/>
          </p:cNvSpPr>
          <p:nvPr>
            <p:ph sz="quarter" idx="4"/>
          </p:nvPr>
        </p:nvSpPr>
        <p:spPr>
          <a:xfrm>
            <a:off x="4645026" y="2932602"/>
            <a:ext cx="4041775" cy="3193562"/>
          </a:xfrm>
          <a:prstGeom prst="rect">
            <a:avLst/>
          </a:prstGeom>
        </p:spPr>
        <p:txBody>
          <a:bodyPr/>
          <a:lstStyle>
            <a:lvl1pPr>
              <a:buFont typeface="Wingdings" pitchFamily="2" charset="2"/>
              <a:buChar char="§"/>
              <a:defRPr sz="2400">
                <a:latin typeface="Arial" panose="020B0604020202020204" pitchFamily="34" charset="0"/>
                <a:cs typeface="Arial" panose="020B0604020202020204" pitchFamily="34" charset="0"/>
              </a:defRPr>
            </a:lvl1pPr>
            <a:lvl2pPr>
              <a:buFont typeface="Wingdings" pitchFamily="2" charset="2"/>
              <a:buChar char="§"/>
              <a:defRPr sz="2400">
                <a:latin typeface="Arial" panose="020B0604020202020204" pitchFamily="34" charset="0"/>
                <a:cs typeface="Arial" panose="020B0604020202020204" pitchFamily="34" charset="0"/>
              </a:defRPr>
            </a:lvl2pPr>
            <a:lvl3pPr>
              <a:buFont typeface="Wingdings" pitchFamily="2" charset="2"/>
              <a:buChar char="§"/>
              <a:defRPr sz="2400">
                <a:latin typeface="Arial" panose="020B0604020202020204" pitchFamily="34" charset="0"/>
                <a:cs typeface="Arial" panose="020B0604020202020204" pitchFamily="34" charset="0"/>
              </a:defRPr>
            </a:lvl3pPr>
            <a:lvl4pPr>
              <a:buFont typeface="Wingdings" pitchFamily="2" charset="2"/>
              <a:buChar char="§"/>
              <a:defRPr sz="2400">
                <a:latin typeface="Arial" panose="020B0604020202020204" pitchFamily="34" charset="0"/>
                <a:cs typeface="Arial" panose="020B0604020202020204" pitchFamily="34" charset="0"/>
              </a:defRPr>
            </a:lvl4pPr>
            <a:lvl5pPr>
              <a:buFont typeface="Wingdings" pitchFamily="2" charset="2"/>
              <a:buChar char="§"/>
              <a:defRPr sz="2400">
                <a:latin typeface="Arial" panose="020B0604020202020204" pitchFamily="34" charset="0"/>
                <a:cs typeface="Arial" panose="020B0604020202020204" pitchFamily="34" charset="0"/>
              </a:defRPr>
            </a:lvl5pPr>
            <a:lvl6pPr>
              <a:defRPr sz="1600"/>
            </a:lvl6pPr>
            <a:lvl7pPr>
              <a:defRPr sz="1600"/>
            </a:lvl7pPr>
            <a:lvl8pPr>
              <a:defRPr sz="1600"/>
            </a:lvl8pPr>
            <a:lvl9pPr>
              <a:defRPr sz="16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GB" dirty="0"/>
          </a:p>
        </p:txBody>
      </p:sp>
      <p:sp>
        <p:nvSpPr>
          <p:cNvPr id="8" name="Footer Placeholder 4">
            <a:extLst>
              <a:ext uri="{FF2B5EF4-FFF2-40B4-BE49-F238E27FC236}">
                <a16:creationId xmlns:a16="http://schemas.microsoft.com/office/drawing/2014/main" id="{E3831A3E-361F-60E1-197E-146246D76DC5}"/>
              </a:ext>
            </a:extLst>
          </p:cNvPr>
          <p:cNvSpPr>
            <a:spLocks noGrp="1" noChangeArrowheads="1"/>
          </p:cNvSpPr>
          <p:nvPr>
            <p:ph type="ftr" sz="quarter" idx="10"/>
          </p:nvPr>
        </p:nvSpPr>
        <p:spPr/>
        <p:txBody>
          <a:bodyPr/>
          <a:lstStyle>
            <a:lvl1pPr>
              <a:spcBef>
                <a:spcPct val="0"/>
              </a:spcBef>
              <a:buFontTx/>
              <a:buNone/>
              <a:defRPr sz="1800">
                <a:solidFill>
                  <a:schemeClr val="tx1"/>
                </a:solidFill>
                <a:latin typeface="Arial" panose="020B0604020202020204" pitchFamily="34" charset="0"/>
                <a:cs typeface="Arial" panose="020B0604020202020204" pitchFamily="34" charset="0"/>
              </a:defRPr>
            </a:lvl1pPr>
            <a:lvl2pPr marL="742950" indent="-285750">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2pPr>
            <a:lvl3pPr marL="1143000" indent="-228600">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3pPr>
            <a:lvl4pPr marL="1600200" indent="-228600">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4pPr>
            <a:lvl5pPr marL="2057400" indent="-228600">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5pPr>
            <a:lvl6pPr marL="2514600" indent="-228600"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6pPr>
            <a:lvl7pPr marL="2971800" indent="-228600"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7pPr>
            <a:lvl8pPr marL="3429000" indent="-228600"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8pPr>
            <a:lvl9pPr marL="3886200" indent="-228600"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9pPr>
          </a:lstStyle>
          <a:p>
            <a:pPr>
              <a:defRPr/>
            </a:pPr>
            <a:r>
              <a:rPr lang="en-GB" altLang="en-US" dirty="0"/>
              <a:t>© Pearson Education Ltd 2023. Copying permitted for purchasing institution only. </a:t>
            </a:r>
          </a:p>
        </p:txBody>
      </p:sp>
    </p:spTree>
    <p:extLst>
      <p:ext uri="{BB962C8B-B14F-4D97-AF65-F5344CB8AC3E}">
        <p14:creationId xmlns:p14="http://schemas.microsoft.com/office/powerpoint/2010/main" val="2094167900"/>
      </p:ext>
    </p:extLst>
  </p:cSld>
  <p:clrMapOvr>
    <a:masterClrMapping/>
  </p:clrMapOvr>
  <p:transition>
    <p:sndAc>
      <p:stSnd>
        <p:snd r:embed="rId1" name="click.wav"/>
      </p:stSnd>
    </p:sndAc>
  </p:transition>
</p:sldLayout>
</file>

<file path=ppt/slideLayouts/slideLayout119.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a:lstStyle/>
          <a:p>
            <a:r>
              <a:rPr lang="en-US" dirty="0"/>
              <a:t>Click to edit Master title style</a:t>
            </a:r>
            <a:endParaRPr lang="en-GB" dirty="0"/>
          </a:p>
        </p:txBody>
      </p:sp>
      <p:sp>
        <p:nvSpPr>
          <p:cNvPr id="3" name="Footer Placeholder 4">
            <a:extLst>
              <a:ext uri="{FF2B5EF4-FFF2-40B4-BE49-F238E27FC236}">
                <a16:creationId xmlns:a16="http://schemas.microsoft.com/office/drawing/2014/main" id="{1C6F868A-32BB-A111-C404-483CD1832E05}"/>
              </a:ext>
            </a:extLst>
          </p:cNvPr>
          <p:cNvSpPr>
            <a:spLocks noGrp="1" noChangeArrowheads="1"/>
          </p:cNvSpPr>
          <p:nvPr>
            <p:ph type="ftr" sz="quarter" idx="10"/>
          </p:nvPr>
        </p:nvSpPr>
        <p:spPr/>
        <p:txBody>
          <a:bodyPr/>
          <a:lstStyle>
            <a:lvl1pPr>
              <a:defRPr/>
            </a:lvl1pPr>
          </a:lstStyle>
          <a:p>
            <a:pPr>
              <a:defRPr/>
            </a:pPr>
            <a:r>
              <a:rPr lang="en-GB" altLang="en-US" dirty="0"/>
              <a:t>© Pearson Education Ltd 2023. Copying permitted for purchasing institution only. </a:t>
            </a:r>
          </a:p>
        </p:txBody>
      </p:sp>
    </p:spTree>
    <p:extLst>
      <p:ext uri="{BB962C8B-B14F-4D97-AF65-F5344CB8AC3E}">
        <p14:creationId xmlns:p14="http://schemas.microsoft.com/office/powerpoint/2010/main" val="725762673"/>
      </p:ext>
    </p:extLst>
  </p:cSld>
  <p:clrMapOvr>
    <a:masterClrMapping/>
  </p:clrMapOvr>
  <p:transition>
    <p:sndAc>
      <p:stSnd>
        <p:snd r:embed="rId1" name="click.wav"/>
      </p:stSnd>
    </p:sndAc>
  </p:transition>
</p:sldLayout>
</file>

<file path=ppt/slideLayouts/slideLayout120.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Footer Placeholder 4">
            <a:extLst>
              <a:ext uri="{FF2B5EF4-FFF2-40B4-BE49-F238E27FC236}">
                <a16:creationId xmlns:a16="http://schemas.microsoft.com/office/drawing/2014/main" id="{EC02FC38-AE3B-EFB4-D55D-0A5C97BB6371}"/>
              </a:ext>
            </a:extLst>
          </p:cNvPr>
          <p:cNvSpPr>
            <a:spLocks noGrp="1" noChangeArrowheads="1"/>
          </p:cNvSpPr>
          <p:nvPr>
            <p:ph type="ftr" sz="quarter" idx="10"/>
          </p:nvPr>
        </p:nvSpPr>
        <p:spPr/>
        <p:txBody>
          <a:bodyPr/>
          <a:lstStyle>
            <a:lvl1pPr>
              <a:defRPr/>
            </a:lvl1pPr>
          </a:lstStyle>
          <a:p>
            <a:pPr>
              <a:defRPr/>
            </a:pPr>
            <a:r>
              <a:rPr lang="en-GB" altLang="en-US" dirty="0"/>
              <a:t>© Pearson Education Ltd 2023. Copying permitted for purchasing institution only. </a:t>
            </a:r>
          </a:p>
        </p:txBody>
      </p:sp>
    </p:spTree>
    <p:extLst>
      <p:ext uri="{BB962C8B-B14F-4D97-AF65-F5344CB8AC3E}">
        <p14:creationId xmlns:p14="http://schemas.microsoft.com/office/powerpoint/2010/main" val="137380344"/>
      </p:ext>
    </p:extLst>
  </p:cSld>
  <p:clrMapOvr>
    <a:masterClrMapping/>
  </p:clrMapOvr>
  <p:transition>
    <p:sndAc>
      <p:stSnd>
        <p:snd r:embed="rId1" name="click.wav"/>
      </p:stSnd>
    </p:sndAc>
  </p:transition>
</p:sldLayout>
</file>

<file path=ppt/slideLayouts/slideLayout121.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1" y="1195200"/>
            <a:ext cx="3008313" cy="865648"/>
          </a:xfrm>
          <a:prstGeom prst="rect">
            <a:avLst/>
          </a:prstGeom>
        </p:spPr>
        <p:txBody>
          <a:bodyPr anchor="b"/>
          <a:lstStyle>
            <a:lvl1pPr algn="r">
              <a:defRPr sz="2000" b="1"/>
            </a:lvl1pPr>
          </a:lstStyle>
          <a:p>
            <a:r>
              <a:rPr lang="en-US" dirty="0"/>
              <a:t>Click to edit Master title style</a:t>
            </a:r>
            <a:endParaRPr lang="en-GB" dirty="0"/>
          </a:p>
        </p:txBody>
      </p:sp>
      <p:sp>
        <p:nvSpPr>
          <p:cNvPr id="4" name="Text Placeholder 3"/>
          <p:cNvSpPr>
            <a:spLocks noGrp="1"/>
          </p:cNvSpPr>
          <p:nvPr>
            <p:ph type="body" sz="half" idx="2"/>
          </p:nvPr>
        </p:nvSpPr>
        <p:spPr>
          <a:xfrm>
            <a:off x="457201" y="2132857"/>
            <a:ext cx="3008313" cy="3993307"/>
          </a:xfrm>
          <a:prstGeom prst="rect">
            <a:avLst/>
          </a:prstGeo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3" name="Content Placeholder 2"/>
          <p:cNvSpPr>
            <a:spLocks noGrp="1"/>
          </p:cNvSpPr>
          <p:nvPr>
            <p:ph idx="1"/>
          </p:nvPr>
        </p:nvSpPr>
        <p:spPr>
          <a:xfrm>
            <a:off x="3575050" y="1195201"/>
            <a:ext cx="5111751" cy="4785395"/>
          </a:xfrm>
          <a:prstGeom prst="rect">
            <a:avLst/>
          </a:prstGeom>
        </p:spPr>
        <p:txBody>
          <a:bodyPr/>
          <a:lstStyle>
            <a:lvl1pPr>
              <a:buFont typeface="Wingdings" pitchFamily="2" charset="2"/>
              <a:buChar char="§"/>
              <a:defRPr sz="2400">
                <a:latin typeface="Arial" panose="020B0604020202020204" pitchFamily="34" charset="0"/>
                <a:cs typeface="Arial" panose="020B0604020202020204" pitchFamily="34" charset="0"/>
              </a:defRPr>
            </a:lvl1pPr>
            <a:lvl2pPr>
              <a:buFont typeface="Wingdings" pitchFamily="2" charset="2"/>
              <a:buChar char="§"/>
              <a:defRPr sz="2400">
                <a:latin typeface="Arial" panose="020B0604020202020204" pitchFamily="34" charset="0"/>
                <a:cs typeface="Arial" panose="020B0604020202020204" pitchFamily="34" charset="0"/>
              </a:defRPr>
            </a:lvl2pPr>
            <a:lvl3pPr>
              <a:buFont typeface="Wingdings" pitchFamily="2" charset="2"/>
              <a:buChar char="§"/>
              <a:defRPr sz="2400">
                <a:latin typeface="Arial" panose="020B0604020202020204" pitchFamily="34" charset="0"/>
                <a:cs typeface="Arial" panose="020B0604020202020204" pitchFamily="34" charset="0"/>
              </a:defRPr>
            </a:lvl3pPr>
            <a:lvl4pPr>
              <a:buFont typeface="Wingdings" pitchFamily="2" charset="2"/>
              <a:buChar char="§"/>
              <a:defRPr sz="2400">
                <a:latin typeface="Arial" panose="020B0604020202020204" pitchFamily="34" charset="0"/>
                <a:cs typeface="Arial" panose="020B0604020202020204" pitchFamily="34" charset="0"/>
              </a:defRPr>
            </a:lvl4pPr>
            <a:lvl5pPr>
              <a:buFont typeface="Wingdings" pitchFamily="2" charset="2"/>
              <a:buChar char="§"/>
              <a:defRPr sz="2400">
                <a:latin typeface="Arial" panose="020B0604020202020204" pitchFamily="34" charset="0"/>
                <a:cs typeface="Arial" panose="020B0604020202020204" pitchFamily="34" charset="0"/>
              </a:defRPr>
            </a:lvl5pPr>
            <a:lvl6pPr>
              <a:defRPr sz="2000"/>
            </a:lvl6pPr>
            <a:lvl7pPr>
              <a:defRPr sz="2000"/>
            </a:lvl7pPr>
            <a:lvl8pPr>
              <a:defRPr sz="2000"/>
            </a:lvl8pPr>
            <a:lvl9pPr>
              <a:defRPr sz="20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GB" dirty="0"/>
          </a:p>
        </p:txBody>
      </p:sp>
      <p:sp>
        <p:nvSpPr>
          <p:cNvPr id="5" name="Footer Placeholder 4">
            <a:extLst>
              <a:ext uri="{FF2B5EF4-FFF2-40B4-BE49-F238E27FC236}">
                <a16:creationId xmlns:a16="http://schemas.microsoft.com/office/drawing/2014/main" id="{4C26848C-3864-D4D5-F394-E8115F32BACC}"/>
              </a:ext>
            </a:extLst>
          </p:cNvPr>
          <p:cNvSpPr>
            <a:spLocks noGrp="1" noChangeArrowheads="1"/>
          </p:cNvSpPr>
          <p:nvPr>
            <p:ph type="ftr" sz="quarter" idx="10"/>
          </p:nvPr>
        </p:nvSpPr>
        <p:spPr/>
        <p:txBody>
          <a:bodyPr/>
          <a:lstStyle>
            <a:lvl1pPr>
              <a:defRPr/>
            </a:lvl1pPr>
          </a:lstStyle>
          <a:p>
            <a:pPr>
              <a:defRPr/>
            </a:pPr>
            <a:r>
              <a:rPr lang="en-GB" altLang="en-US" dirty="0"/>
              <a:t>© Pearson Education Ltd 2023. Copying permitted for purchasing institution only. </a:t>
            </a:r>
          </a:p>
        </p:txBody>
      </p:sp>
    </p:spTree>
    <p:extLst>
      <p:ext uri="{BB962C8B-B14F-4D97-AF65-F5344CB8AC3E}">
        <p14:creationId xmlns:p14="http://schemas.microsoft.com/office/powerpoint/2010/main" val="2871960959"/>
      </p:ext>
    </p:extLst>
  </p:cSld>
  <p:clrMapOvr>
    <a:masterClrMapping/>
  </p:clrMapOvr>
  <p:transition>
    <p:sndAc>
      <p:stSnd>
        <p:snd r:embed="rId1" name="click.wav"/>
      </p:stSnd>
    </p:sndAc>
  </p:transition>
</p:sldLayout>
</file>

<file path=ppt/slideLayouts/slideLayout122.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3" name="Picture Placeholder 2"/>
          <p:cNvSpPr>
            <a:spLocks noGrp="1"/>
          </p:cNvSpPr>
          <p:nvPr>
            <p:ph type="pic" idx="1"/>
          </p:nvPr>
        </p:nvSpPr>
        <p:spPr>
          <a:xfrm>
            <a:off x="1792288" y="1196752"/>
            <a:ext cx="5486400" cy="3530823"/>
          </a:xfrm>
          <a:prstGeom prst="rect">
            <a:avLst/>
          </a:prstGeom>
        </p:spPr>
        <p:txBody>
          <a:bodyPr rtlCol="0">
            <a:normAutofit/>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GB" noProof="0" dirty="0"/>
          </a:p>
        </p:txBody>
      </p:sp>
      <p:sp>
        <p:nvSpPr>
          <p:cNvPr id="2" name="Title 1"/>
          <p:cNvSpPr>
            <a:spLocks noGrp="1"/>
          </p:cNvSpPr>
          <p:nvPr>
            <p:ph type="title"/>
          </p:nvPr>
        </p:nvSpPr>
        <p:spPr>
          <a:xfrm>
            <a:off x="1792288" y="4800601"/>
            <a:ext cx="5486400" cy="566738"/>
          </a:xfrm>
          <a:prstGeom prst="rect">
            <a:avLst/>
          </a:prstGeom>
        </p:spPr>
        <p:txBody>
          <a:bodyPr anchor="b"/>
          <a:lstStyle>
            <a:lvl1pPr algn="r">
              <a:defRPr sz="2000" b="1"/>
            </a:lvl1pPr>
          </a:lstStyle>
          <a:p>
            <a:r>
              <a:rPr lang="en-US" dirty="0"/>
              <a:t>Click to edit Master title style</a:t>
            </a:r>
            <a:endParaRPr lang="en-GB" dirty="0"/>
          </a:p>
        </p:txBody>
      </p:sp>
      <p:sp>
        <p:nvSpPr>
          <p:cNvPr id="4" name="Text Placeholder 3"/>
          <p:cNvSpPr>
            <a:spLocks noGrp="1"/>
          </p:cNvSpPr>
          <p:nvPr>
            <p:ph type="body" sz="half" idx="2"/>
          </p:nvPr>
        </p:nvSpPr>
        <p:spPr>
          <a:xfrm>
            <a:off x="1792288" y="5440363"/>
            <a:ext cx="5486400" cy="731837"/>
          </a:xfrm>
          <a:prstGeom prst="rect">
            <a:avLst/>
          </a:prstGeo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dirty="0"/>
              <a:t>Click to edit Master text styles</a:t>
            </a:r>
          </a:p>
        </p:txBody>
      </p:sp>
      <p:sp>
        <p:nvSpPr>
          <p:cNvPr id="5" name="Footer Placeholder 4">
            <a:extLst>
              <a:ext uri="{FF2B5EF4-FFF2-40B4-BE49-F238E27FC236}">
                <a16:creationId xmlns:a16="http://schemas.microsoft.com/office/drawing/2014/main" id="{3632E2FE-4AF5-990F-FA9F-82F73DAD8F6E}"/>
              </a:ext>
            </a:extLst>
          </p:cNvPr>
          <p:cNvSpPr>
            <a:spLocks noGrp="1" noChangeArrowheads="1"/>
          </p:cNvSpPr>
          <p:nvPr>
            <p:ph type="ftr" sz="quarter" idx="10"/>
          </p:nvPr>
        </p:nvSpPr>
        <p:spPr/>
        <p:txBody>
          <a:bodyPr/>
          <a:lstStyle>
            <a:lvl1pPr>
              <a:defRPr/>
            </a:lvl1pPr>
          </a:lstStyle>
          <a:p>
            <a:pPr>
              <a:defRPr/>
            </a:pPr>
            <a:r>
              <a:rPr lang="en-GB" altLang="en-US" dirty="0"/>
              <a:t>© Pearson Education Ltd 2023. Copying permitted for purchasing institution only. </a:t>
            </a:r>
          </a:p>
        </p:txBody>
      </p:sp>
    </p:spTree>
    <p:extLst>
      <p:ext uri="{BB962C8B-B14F-4D97-AF65-F5344CB8AC3E}">
        <p14:creationId xmlns:p14="http://schemas.microsoft.com/office/powerpoint/2010/main" val="229628512"/>
      </p:ext>
    </p:extLst>
  </p:cSld>
  <p:clrMapOvr>
    <a:masterClrMapping/>
  </p:clrMapOvr>
  <p:transition>
    <p:sndAc>
      <p:stSnd>
        <p:snd r:embed="rId1" name="click.wav"/>
      </p:stSnd>
    </p:sndAc>
  </p:transition>
</p:sldLayout>
</file>

<file path=ppt/slideLayouts/slideLayout123.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a:lstStyle/>
          <a:p>
            <a:r>
              <a:rPr lang="en-US" dirty="0"/>
              <a:t>Click to edit Master title style</a:t>
            </a:r>
            <a:endParaRPr lang="en-GB" dirty="0"/>
          </a:p>
        </p:txBody>
      </p:sp>
      <p:sp>
        <p:nvSpPr>
          <p:cNvPr id="3" name="Vertical Text Placeholder 2"/>
          <p:cNvSpPr>
            <a:spLocks noGrp="1"/>
          </p:cNvSpPr>
          <p:nvPr>
            <p:ph type="body" orient="vert" idx="1"/>
          </p:nvPr>
        </p:nvSpPr>
        <p:spPr>
          <a:xfrm>
            <a:off x="468314" y="2196001"/>
            <a:ext cx="8207375" cy="3950444"/>
          </a:xfrm>
          <a:prstGeom prst="rect">
            <a:avLst/>
          </a:prstGeom>
        </p:spPr>
        <p:txBody>
          <a:bodyPr vert="eaVert"/>
          <a:lstStyle>
            <a:lvl1pPr>
              <a:buFont typeface="Wingdings" pitchFamily="2" charset="2"/>
              <a:buChar char="§"/>
              <a:defRPr>
                <a:latin typeface="Arial" panose="020B0604020202020204" pitchFamily="34" charset="0"/>
                <a:cs typeface="Arial" panose="020B0604020202020204" pitchFamily="34" charset="0"/>
              </a:defRPr>
            </a:lvl1pPr>
            <a:lvl2pPr>
              <a:buFont typeface="Wingdings" pitchFamily="2" charset="2"/>
              <a:buChar char="§"/>
              <a:defRPr>
                <a:latin typeface="Arial" panose="020B0604020202020204" pitchFamily="34" charset="0"/>
                <a:cs typeface="Arial" panose="020B0604020202020204" pitchFamily="34" charset="0"/>
              </a:defRPr>
            </a:lvl2pPr>
            <a:lvl3pPr>
              <a:buFont typeface="Wingdings" pitchFamily="2" charset="2"/>
              <a:buChar char="§"/>
              <a:defRPr>
                <a:latin typeface="Arial" panose="020B0604020202020204" pitchFamily="34" charset="0"/>
                <a:cs typeface="Arial" panose="020B0604020202020204" pitchFamily="34" charset="0"/>
              </a:defRPr>
            </a:lvl3pPr>
            <a:lvl4pPr>
              <a:buFont typeface="Wingdings" pitchFamily="2" charset="2"/>
              <a:buChar char="§"/>
              <a:defRPr>
                <a:latin typeface="Arial" panose="020B0604020202020204" pitchFamily="34" charset="0"/>
                <a:cs typeface="Arial" panose="020B0604020202020204" pitchFamily="34" charset="0"/>
              </a:defRPr>
            </a:lvl4pPr>
            <a:lvl5pPr>
              <a:buFont typeface="Wingdings" pitchFamily="2" charset="2"/>
              <a:buChar char="§"/>
              <a:defRPr>
                <a:latin typeface="Arial" panose="020B0604020202020204" pitchFamily="34" charset="0"/>
                <a:cs typeface="Arial" panose="020B0604020202020204" pitchFamily="34"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GB" dirty="0"/>
          </a:p>
        </p:txBody>
      </p:sp>
      <p:sp>
        <p:nvSpPr>
          <p:cNvPr id="4" name="Footer Placeholder 4">
            <a:extLst>
              <a:ext uri="{FF2B5EF4-FFF2-40B4-BE49-F238E27FC236}">
                <a16:creationId xmlns:a16="http://schemas.microsoft.com/office/drawing/2014/main" id="{9DF127B6-FB7B-DA34-ED52-7487CA115375}"/>
              </a:ext>
            </a:extLst>
          </p:cNvPr>
          <p:cNvSpPr>
            <a:spLocks noGrp="1" noChangeArrowheads="1"/>
          </p:cNvSpPr>
          <p:nvPr>
            <p:ph type="ftr" sz="quarter" idx="10"/>
          </p:nvPr>
        </p:nvSpPr>
        <p:spPr/>
        <p:txBody>
          <a:bodyPr/>
          <a:lstStyle>
            <a:lvl1pPr>
              <a:defRPr/>
            </a:lvl1pPr>
          </a:lstStyle>
          <a:p>
            <a:pPr>
              <a:defRPr/>
            </a:pPr>
            <a:r>
              <a:rPr lang="en-GB" altLang="en-US" dirty="0"/>
              <a:t>© Pearson Education Ltd 2023. Copying permitted for purchasing institution only. </a:t>
            </a:r>
          </a:p>
        </p:txBody>
      </p:sp>
    </p:spTree>
    <p:extLst>
      <p:ext uri="{BB962C8B-B14F-4D97-AF65-F5344CB8AC3E}">
        <p14:creationId xmlns:p14="http://schemas.microsoft.com/office/powerpoint/2010/main" val="1198744335"/>
      </p:ext>
    </p:extLst>
  </p:cSld>
  <p:clrMapOvr>
    <a:masterClrMapping/>
  </p:clrMapOvr>
  <p:transition>
    <p:sndAc>
      <p:stSnd>
        <p:snd r:embed="rId1" name="click.wav"/>
      </p:stSnd>
    </p:sndAc>
  </p:transition>
</p:sldLayout>
</file>

<file path=ppt/slideLayouts/slideLayout124.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1195201"/>
            <a:ext cx="2057400" cy="4814540"/>
          </a:xfrm>
          <a:prstGeom prst="rect">
            <a:avLst/>
          </a:prstGeom>
        </p:spPr>
        <p:txBody>
          <a:bodyPr vert="eaVert"/>
          <a:lstStyle>
            <a:lvl1pPr>
              <a:defRPr>
                <a:latin typeface="Arial" panose="020B0604020202020204" pitchFamily="34" charset="0"/>
                <a:cs typeface="Arial" panose="020B0604020202020204" pitchFamily="34" charset="0"/>
              </a:defRPr>
            </a:lvl1pPr>
          </a:lstStyle>
          <a:p>
            <a:r>
              <a:rPr lang="en-US" dirty="0"/>
              <a:t>Click to edit Master title style</a:t>
            </a:r>
            <a:endParaRPr lang="en-GB" dirty="0"/>
          </a:p>
        </p:txBody>
      </p:sp>
      <p:sp>
        <p:nvSpPr>
          <p:cNvPr id="3" name="Vertical Text Placeholder 2"/>
          <p:cNvSpPr>
            <a:spLocks noGrp="1"/>
          </p:cNvSpPr>
          <p:nvPr>
            <p:ph type="body" orient="vert" idx="1"/>
          </p:nvPr>
        </p:nvSpPr>
        <p:spPr>
          <a:xfrm>
            <a:off x="457200" y="1195201"/>
            <a:ext cx="6019800" cy="4814540"/>
          </a:xfrm>
          <a:prstGeom prst="rect">
            <a:avLst/>
          </a:prstGeom>
        </p:spPr>
        <p:txBody>
          <a:bodyPr vert="eaVert"/>
          <a:lstStyle>
            <a:lvl1pPr>
              <a:defRPr>
                <a:latin typeface="Arial" panose="020B0604020202020204" pitchFamily="34" charset="0"/>
                <a:cs typeface="Arial" panose="020B0604020202020204" pitchFamily="34" charset="0"/>
              </a:defRPr>
            </a:lvl1pPr>
            <a:lvl2pPr>
              <a:buFont typeface="Wingdings" pitchFamily="2" charset="2"/>
              <a:buChar char="§"/>
              <a:defRPr>
                <a:latin typeface="Arial" panose="020B0604020202020204" pitchFamily="34" charset="0"/>
                <a:cs typeface="Arial" panose="020B0604020202020204" pitchFamily="34" charset="0"/>
              </a:defRPr>
            </a:lvl2pPr>
            <a:lvl3pPr>
              <a:buFont typeface="Wingdings" pitchFamily="2" charset="2"/>
              <a:buChar char="§"/>
              <a:defRPr>
                <a:latin typeface="Arial" panose="020B0604020202020204" pitchFamily="34" charset="0"/>
                <a:cs typeface="Arial" panose="020B0604020202020204" pitchFamily="34" charset="0"/>
              </a:defRPr>
            </a:lvl3pPr>
            <a:lvl4pPr>
              <a:buFont typeface="Wingdings" pitchFamily="2" charset="2"/>
              <a:buChar char="§"/>
              <a:defRPr>
                <a:latin typeface="Arial" panose="020B0604020202020204" pitchFamily="34" charset="0"/>
                <a:cs typeface="Arial" panose="020B0604020202020204" pitchFamily="34" charset="0"/>
              </a:defRPr>
            </a:lvl4pPr>
            <a:lvl5pPr>
              <a:buFont typeface="Wingdings" pitchFamily="2" charset="2"/>
              <a:buChar char="§"/>
              <a:defRPr>
                <a:latin typeface="Arial" panose="020B0604020202020204" pitchFamily="34" charset="0"/>
                <a:cs typeface="Arial" panose="020B0604020202020204" pitchFamily="34"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GB" dirty="0"/>
          </a:p>
        </p:txBody>
      </p:sp>
      <p:sp>
        <p:nvSpPr>
          <p:cNvPr id="4" name="Footer Placeholder 4">
            <a:extLst>
              <a:ext uri="{FF2B5EF4-FFF2-40B4-BE49-F238E27FC236}">
                <a16:creationId xmlns:a16="http://schemas.microsoft.com/office/drawing/2014/main" id="{63741A9B-C779-47D9-992F-A21FA3584BC6}"/>
              </a:ext>
            </a:extLst>
          </p:cNvPr>
          <p:cNvSpPr>
            <a:spLocks noGrp="1" noChangeArrowheads="1"/>
          </p:cNvSpPr>
          <p:nvPr>
            <p:ph type="ftr" sz="quarter" idx="10"/>
          </p:nvPr>
        </p:nvSpPr>
        <p:spPr/>
        <p:txBody>
          <a:bodyPr/>
          <a:lstStyle>
            <a:lvl1pPr>
              <a:defRPr/>
            </a:lvl1pPr>
          </a:lstStyle>
          <a:p>
            <a:pPr>
              <a:defRPr/>
            </a:pPr>
            <a:r>
              <a:rPr lang="en-GB" altLang="en-US" dirty="0"/>
              <a:t>© Pearson Education Ltd 2023. Copying permitted for purchasing institution only. </a:t>
            </a:r>
          </a:p>
        </p:txBody>
      </p:sp>
    </p:spTree>
    <p:extLst>
      <p:ext uri="{BB962C8B-B14F-4D97-AF65-F5344CB8AC3E}">
        <p14:creationId xmlns:p14="http://schemas.microsoft.com/office/powerpoint/2010/main" val="1960670145"/>
      </p:ext>
    </p:extLst>
  </p:cSld>
  <p:clrMapOvr>
    <a:masterClrMapping/>
  </p:clrMapOvr>
  <p:transition>
    <p:sndAc>
      <p:stSnd>
        <p:snd r:embed="rId1" name="click.wav"/>
      </p:stSnd>
    </p:sndAc>
  </p:transition>
</p:sldLayout>
</file>

<file path=ppt/slideLayouts/slideLayout125.xml><?xml version="1.0" encoding="utf-8"?>
<p:sldLayout xmlns:a="http://schemas.openxmlformats.org/drawingml/2006/main" xmlns:r="http://schemas.openxmlformats.org/officeDocument/2006/relationships" xmlns:p="http://schemas.openxmlformats.org/presentationml/2006/main" type="tbl" preserve="1">
  <p:cSld name="Title and Table">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a:lstStyle/>
          <a:p>
            <a:r>
              <a:rPr lang="en-US"/>
              <a:t>Click to edit Master title style</a:t>
            </a:r>
            <a:endParaRPr lang="en-GB"/>
          </a:p>
        </p:txBody>
      </p:sp>
      <p:sp>
        <p:nvSpPr>
          <p:cNvPr id="3" name="Table Placeholder 2"/>
          <p:cNvSpPr>
            <a:spLocks noGrp="1"/>
          </p:cNvSpPr>
          <p:nvPr>
            <p:ph type="tbl" idx="1"/>
          </p:nvPr>
        </p:nvSpPr>
        <p:spPr>
          <a:xfrm>
            <a:off x="479426" y="2196000"/>
            <a:ext cx="8207375" cy="4041312"/>
          </a:xfrm>
          <a:prstGeom prst="rect">
            <a:avLst/>
          </a:prstGeom>
        </p:spPr>
        <p:txBody>
          <a:bodyPr rtlCol="0">
            <a:normAutofit/>
          </a:bodyPr>
          <a:lstStyle/>
          <a:p>
            <a:pPr lvl="0"/>
            <a:endParaRPr lang="en-GB" noProof="0" dirty="0"/>
          </a:p>
        </p:txBody>
      </p:sp>
      <p:sp>
        <p:nvSpPr>
          <p:cNvPr id="4" name="Footer Placeholder 4">
            <a:extLst>
              <a:ext uri="{FF2B5EF4-FFF2-40B4-BE49-F238E27FC236}">
                <a16:creationId xmlns:a16="http://schemas.microsoft.com/office/drawing/2014/main" id="{AF875707-4545-7C5E-C4A1-F2B0323DEB00}"/>
              </a:ext>
            </a:extLst>
          </p:cNvPr>
          <p:cNvSpPr>
            <a:spLocks noGrp="1" noChangeArrowheads="1"/>
          </p:cNvSpPr>
          <p:nvPr>
            <p:ph type="ftr" sz="quarter" idx="10"/>
          </p:nvPr>
        </p:nvSpPr>
        <p:spPr/>
        <p:txBody>
          <a:bodyPr/>
          <a:lstStyle>
            <a:lvl1pPr>
              <a:defRPr/>
            </a:lvl1pPr>
          </a:lstStyle>
          <a:p>
            <a:pPr>
              <a:defRPr/>
            </a:pPr>
            <a:r>
              <a:rPr lang="en-GB" altLang="en-US" dirty="0"/>
              <a:t>© Pearson Education Ltd 2023. Copying permitted for purchasing institution only. </a:t>
            </a:r>
          </a:p>
        </p:txBody>
      </p:sp>
    </p:spTree>
    <p:extLst>
      <p:ext uri="{BB962C8B-B14F-4D97-AF65-F5344CB8AC3E}">
        <p14:creationId xmlns:p14="http://schemas.microsoft.com/office/powerpoint/2010/main" val="1649478109"/>
      </p:ext>
    </p:extLst>
  </p:cSld>
  <p:clrMapOvr>
    <a:masterClrMapping/>
  </p:clrMapOvr>
  <p:transition>
    <p:sndAc>
      <p:stSnd>
        <p:snd r:embed="rId1" name="click.wav"/>
      </p:stSnd>
    </p:sndAc>
  </p:transition>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6" Type="http://schemas.openxmlformats.org/officeDocument/2006/relationships/image" Target="../media/image2.jpe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image" Target="../media/image1.emf"/><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audio" Target="../media/audio1.bin"/></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0.xml"/><Relationship Id="rId13" Type="http://schemas.openxmlformats.org/officeDocument/2006/relationships/slideLayout" Target="../slideLayouts/slideLayout25.xml"/><Relationship Id="rId3" Type="http://schemas.openxmlformats.org/officeDocument/2006/relationships/slideLayout" Target="../slideLayouts/slideLayout15.xml"/><Relationship Id="rId7" Type="http://schemas.openxmlformats.org/officeDocument/2006/relationships/slideLayout" Target="../slideLayouts/slideLayout19.xml"/><Relationship Id="rId12" Type="http://schemas.openxmlformats.org/officeDocument/2006/relationships/slideLayout" Target="../slideLayouts/slideLayout24.xml"/><Relationship Id="rId2" Type="http://schemas.openxmlformats.org/officeDocument/2006/relationships/slideLayout" Target="../slideLayouts/slideLayout14.xml"/><Relationship Id="rId16" Type="http://schemas.openxmlformats.org/officeDocument/2006/relationships/image" Target="../media/image3.jpeg"/><Relationship Id="rId1" Type="http://schemas.openxmlformats.org/officeDocument/2006/relationships/slideLayout" Target="../slideLayouts/slideLayout13.xml"/><Relationship Id="rId6" Type="http://schemas.openxmlformats.org/officeDocument/2006/relationships/slideLayout" Target="../slideLayouts/slideLayout18.xml"/><Relationship Id="rId11" Type="http://schemas.openxmlformats.org/officeDocument/2006/relationships/slideLayout" Target="../slideLayouts/slideLayout23.xml"/><Relationship Id="rId5" Type="http://schemas.openxmlformats.org/officeDocument/2006/relationships/slideLayout" Target="../slideLayouts/slideLayout17.xml"/><Relationship Id="rId15" Type="http://schemas.openxmlformats.org/officeDocument/2006/relationships/audio" Target="../media/audio1.bin"/><Relationship Id="rId10" Type="http://schemas.openxmlformats.org/officeDocument/2006/relationships/slideLayout" Target="../slideLayouts/slideLayout22.xml"/><Relationship Id="rId4" Type="http://schemas.openxmlformats.org/officeDocument/2006/relationships/slideLayout" Target="../slideLayouts/slideLayout16.xml"/><Relationship Id="rId9" Type="http://schemas.openxmlformats.org/officeDocument/2006/relationships/slideLayout" Target="../slideLayouts/slideLayout21.xml"/><Relationship Id="rId14" Type="http://schemas.openxmlformats.org/officeDocument/2006/relationships/theme" Target="../theme/theme2.xm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33.xml"/><Relationship Id="rId13" Type="http://schemas.openxmlformats.org/officeDocument/2006/relationships/slideLayout" Target="../slideLayouts/slideLayout38.xml"/><Relationship Id="rId3" Type="http://schemas.openxmlformats.org/officeDocument/2006/relationships/slideLayout" Target="../slideLayouts/slideLayout28.xml"/><Relationship Id="rId7" Type="http://schemas.openxmlformats.org/officeDocument/2006/relationships/slideLayout" Target="../slideLayouts/slideLayout32.xml"/><Relationship Id="rId12" Type="http://schemas.openxmlformats.org/officeDocument/2006/relationships/slideLayout" Target="../slideLayouts/slideLayout37.xml"/><Relationship Id="rId2" Type="http://schemas.openxmlformats.org/officeDocument/2006/relationships/slideLayout" Target="../slideLayouts/slideLayout27.xml"/><Relationship Id="rId16" Type="http://schemas.openxmlformats.org/officeDocument/2006/relationships/image" Target="../media/image4.jpeg"/><Relationship Id="rId1" Type="http://schemas.openxmlformats.org/officeDocument/2006/relationships/slideLayout" Target="../slideLayouts/slideLayout26.xml"/><Relationship Id="rId6" Type="http://schemas.openxmlformats.org/officeDocument/2006/relationships/slideLayout" Target="../slideLayouts/slideLayout31.xml"/><Relationship Id="rId11" Type="http://schemas.openxmlformats.org/officeDocument/2006/relationships/slideLayout" Target="../slideLayouts/slideLayout36.xml"/><Relationship Id="rId5" Type="http://schemas.openxmlformats.org/officeDocument/2006/relationships/slideLayout" Target="../slideLayouts/slideLayout30.xml"/><Relationship Id="rId15" Type="http://schemas.openxmlformats.org/officeDocument/2006/relationships/audio" Target="../media/audio1.bin"/><Relationship Id="rId10" Type="http://schemas.openxmlformats.org/officeDocument/2006/relationships/slideLayout" Target="../slideLayouts/slideLayout35.xml"/><Relationship Id="rId4" Type="http://schemas.openxmlformats.org/officeDocument/2006/relationships/slideLayout" Target="../slideLayouts/slideLayout29.xml"/><Relationship Id="rId9" Type="http://schemas.openxmlformats.org/officeDocument/2006/relationships/slideLayout" Target="../slideLayouts/slideLayout34.xml"/><Relationship Id="rId14" Type="http://schemas.openxmlformats.org/officeDocument/2006/relationships/theme" Target="../theme/theme3.xml"/></Relationships>
</file>

<file path=ppt/slideMasters/_rels/slideMaster4.xml.rels><?xml version="1.0" encoding="UTF-8" standalone="yes"?>
<Relationships xmlns="http://schemas.openxmlformats.org/package/2006/relationships"><Relationship Id="rId8" Type="http://schemas.openxmlformats.org/officeDocument/2006/relationships/slideLayout" Target="../slideLayouts/slideLayout46.xml"/><Relationship Id="rId13" Type="http://schemas.openxmlformats.org/officeDocument/2006/relationships/slideLayout" Target="../slideLayouts/slideLayout51.xml"/><Relationship Id="rId3" Type="http://schemas.openxmlformats.org/officeDocument/2006/relationships/slideLayout" Target="../slideLayouts/slideLayout41.xml"/><Relationship Id="rId7" Type="http://schemas.openxmlformats.org/officeDocument/2006/relationships/slideLayout" Target="../slideLayouts/slideLayout45.xml"/><Relationship Id="rId12" Type="http://schemas.openxmlformats.org/officeDocument/2006/relationships/slideLayout" Target="../slideLayouts/slideLayout50.xml"/><Relationship Id="rId2" Type="http://schemas.openxmlformats.org/officeDocument/2006/relationships/slideLayout" Target="../slideLayouts/slideLayout40.xml"/><Relationship Id="rId16" Type="http://schemas.openxmlformats.org/officeDocument/2006/relationships/image" Target="../media/image5.jpeg"/><Relationship Id="rId1" Type="http://schemas.openxmlformats.org/officeDocument/2006/relationships/slideLayout" Target="../slideLayouts/slideLayout39.xml"/><Relationship Id="rId6" Type="http://schemas.openxmlformats.org/officeDocument/2006/relationships/slideLayout" Target="../slideLayouts/slideLayout44.xml"/><Relationship Id="rId11" Type="http://schemas.openxmlformats.org/officeDocument/2006/relationships/slideLayout" Target="../slideLayouts/slideLayout49.xml"/><Relationship Id="rId5" Type="http://schemas.openxmlformats.org/officeDocument/2006/relationships/slideLayout" Target="../slideLayouts/slideLayout43.xml"/><Relationship Id="rId15" Type="http://schemas.openxmlformats.org/officeDocument/2006/relationships/audio" Target="../media/audio1.bin"/><Relationship Id="rId10" Type="http://schemas.openxmlformats.org/officeDocument/2006/relationships/slideLayout" Target="../slideLayouts/slideLayout48.xml"/><Relationship Id="rId4" Type="http://schemas.openxmlformats.org/officeDocument/2006/relationships/slideLayout" Target="../slideLayouts/slideLayout42.xml"/><Relationship Id="rId9" Type="http://schemas.openxmlformats.org/officeDocument/2006/relationships/slideLayout" Target="../slideLayouts/slideLayout47.xml"/><Relationship Id="rId14" Type="http://schemas.openxmlformats.org/officeDocument/2006/relationships/theme" Target="../theme/theme4.xml"/></Relationships>
</file>

<file path=ppt/slideMasters/_rels/slideMaster5.xml.rels><?xml version="1.0" encoding="UTF-8" standalone="yes"?>
<Relationships xmlns="http://schemas.openxmlformats.org/package/2006/relationships"><Relationship Id="rId8" Type="http://schemas.openxmlformats.org/officeDocument/2006/relationships/slideLayout" Target="../slideLayouts/slideLayout59.xml"/><Relationship Id="rId13" Type="http://schemas.openxmlformats.org/officeDocument/2006/relationships/slideLayout" Target="../slideLayouts/slideLayout64.xml"/><Relationship Id="rId3" Type="http://schemas.openxmlformats.org/officeDocument/2006/relationships/slideLayout" Target="../slideLayouts/slideLayout54.xml"/><Relationship Id="rId7" Type="http://schemas.openxmlformats.org/officeDocument/2006/relationships/slideLayout" Target="../slideLayouts/slideLayout58.xml"/><Relationship Id="rId12" Type="http://schemas.openxmlformats.org/officeDocument/2006/relationships/slideLayout" Target="../slideLayouts/slideLayout63.xml"/><Relationship Id="rId2" Type="http://schemas.openxmlformats.org/officeDocument/2006/relationships/slideLayout" Target="../slideLayouts/slideLayout53.xml"/><Relationship Id="rId16" Type="http://schemas.openxmlformats.org/officeDocument/2006/relationships/image" Target="../media/image6.jpeg"/><Relationship Id="rId1" Type="http://schemas.openxmlformats.org/officeDocument/2006/relationships/slideLayout" Target="../slideLayouts/slideLayout52.xml"/><Relationship Id="rId6" Type="http://schemas.openxmlformats.org/officeDocument/2006/relationships/slideLayout" Target="../slideLayouts/slideLayout57.xml"/><Relationship Id="rId11" Type="http://schemas.openxmlformats.org/officeDocument/2006/relationships/slideLayout" Target="../slideLayouts/slideLayout62.xml"/><Relationship Id="rId5" Type="http://schemas.openxmlformats.org/officeDocument/2006/relationships/slideLayout" Target="../slideLayouts/slideLayout56.xml"/><Relationship Id="rId15" Type="http://schemas.openxmlformats.org/officeDocument/2006/relationships/audio" Target="../media/audio1.bin"/><Relationship Id="rId10" Type="http://schemas.openxmlformats.org/officeDocument/2006/relationships/slideLayout" Target="../slideLayouts/slideLayout61.xml"/><Relationship Id="rId4" Type="http://schemas.openxmlformats.org/officeDocument/2006/relationships/slideLayout" Target="../slideLayouts/slideLayout55.xml"/><Relationship Id="rId9" Type="http://schemas.openxmlformats.org/officeDocument/2006/relationships/slideLayout" Target="../slideLayouts/slideLayout60.xml"/><Relationship Id="rId14" Type="http://schemas.openxmlformats.org/officeDocument/2006/relationships/theme" Target="../theme/theme5.xml"/></Relationships>
</file>

<file path=ppt/slideMasters/_rels/slideMaster6.xml.rels><?xml version="1.0" encoding="UTF-8" standalone="yes"?>
<Relationships xmlns="http://schemas.openxmlformats.org/package/2006/relationships"><Relationship Id="rId8" Type="http://schemas.openxmlformats.org/officeDocument/2006/relationships/slideLayout" Target="../slideLayouts/slideLayout72.xml"/><Relationship Id="rId13" Type="http://schemas.openxmlformats.org/officeDocument/2006/relationships/slideLayout" Target="../slideLayouts/slideLayout77.xml"/><Relationship Id="rId3" Type="http://schemas.openxmlformats.org/officeDocument/2006/relationships/slideLayout" Target="../slideLayouts/slideLayout67.xml"/><Relationship Id="rId7" Type="http://schemas.openxmlformats.org/officeDocument/2006/relationships/slideLayout" Target="../slideLayouts/slideLayout71.xml"/><Relationship Id="rId12" Type="http://schemas.openxmlformats.org/officeDocument/2006/relationships/slideLayout" Target="../slideLayouts/slideLayout76.xml"/><Relationship Id="rId2" Type="http://schemas.openxmlformats.org/officeDocument/2006/relationships/slideLayout" Target="../slideLayouts/slideLayout66.xml"/><Relationship Id="rId16" Type="http://schemas.openxmlformats.org/officeDocument/2006/relationships/image" Target="../media/image7.jpg"/><Relationship Id="rId1" Type="http://schemas.openxmlformats.org/officeDocument/2006/relationships/slideLayout" Target="../slideLayouts/slideLayout65.xml"/><Relationship Id="rId6" Type="http://schemas.openxmlformats.org/officeDocument/2006/relationships/slideLayout" Target="../slideLayouts/slideLayout70.xml"/><Relationship Id="rId11" Type="http://schemas.openxmlformats.org/officeDocument/2006/relationships/slideLayout" Target="../slideLayouts/slideLayout75.xml"/><Relationship Id="rId5" Type="http://schemas.openxmlformats.org/officeDocument/2006/relationships/slideLayout" Target="../slideLayouts/slideLayout69.xml"/><Relationship Id="rId15" Type="http://schemas.openxmlformats.org/officeDocument/2006/relationships/audio" Target="../media/audio1.bin"/><Relationship Id="rId10" Type="http://schemas.openxmlformats.org/officeDocument/2006/relationships/slideLayout" Target="../slideLayouts/slideLayout74.xml"/><Relationship Id="rId4" Type="http://schemas.openxmlformats.org/officeDocument/2006/relationships/slideLayout" Target="../slideLayouts/slideLayout68.xml"/><Relationship Id="rId9" Type="http://schemas.openxmlformats.org/officeDocument/2006/relationships/slideLayout" Target="../slideLayouts/slideLayout73.xml"/><Relationship Id="rId14" Type="http://schemas.openxmlformats.org/officeDocument/2006/relationships/theme" Target="../theme/theme6.xml"/></Relationships>
</file>

<file path=ppt/slideMasters/_rels/slideMaster7.xml.rels><?xml version="1.0" encoding="UTF-8" standalone="yes"?>
<Relationships xmlns="http://schemas.openxmlformats.org/package/2006/relationships"><Relationship Id="rId8" Type="http://schemas.openxmlformats.org/officeDocument/2006/relationships/slideLayout" Target="../slideLayouts/slideLayout85.xml"/><Relationship Id="rId13" Type="http://schemas.openxmlformats.org/officeDocument/2006/relationships/theme" Target="../theme/theme7.xml"/><Relationship Id="rId3" Type="http://schemas.openxmlformats.org/officeDocument/2006/relationships/slideLayout" Target="../slideLayouts/slideLayout80.xml"/><Relationship Id="rId7" Type="http://schemas.openxmlformats.org/officeDocument/2006/relationships/slideLayout" Target="../slideLayouts/slideLayout84.xml"/><Relationship Id="rId12" Type="http://schemas.openxmlformats.org/officeDocument/2006/relationships/slideLayout" Target="../slideLayouts/slideLayout89.xml"/><Relationship Id="rId2" Type="http://schemas.openxmlformats.org/officeDocument/2006/relationships/slideLayout" Target="../slideLayouts/slideLayout79.xml"/><Relationship Id="rId1" Type="http://schemas.openxmlformats.org/officeDocument/2006/relationships/slideLayout" Target="../slideLayouts/slideLayout78.xml"/><Relationship Id="rId6" Type="http://schemas.openxmlformats.org/officeDocument/2006/relationships/slideLayout" Target="../slideLayouts/slideLayout83.xml"/><Relationship Id="rId11" Type="http://schemas.openxmlformats.org/officeDocument/2006/relationships/slideLayout" Target="../slideLayouts/slideLayout88.xml"/><Relationship Id="rId5" Type="http://schemas.openxmlformats.org/officeDocument/2006/relationships/slideLayout" Target="../slideLayouts/slideLayout82.xml"/><Relationship Id="rId15" Type="http://schemas.openxmlformats.org/officeDocument/2006/relationships/image" Target="../media/image8.jpeg"/><Relationship Id="rId10" Type="http://schemas.openxmlformats.org/officeDocument/2006/relationships/slideLayout" Target="../slideLayouts/slideLayout87.xml"/><Relationship Id="rId4" Type="http://schemas.openxmlformats.org/officeDocument/2006/relationships/slideLayout" Target="../slideLayouts/slideLayout81.xml"/><Relationship Id="rId9" Type="http://schemas.openxmlformats.org/officeDocument/2006/relationships/slideLayout" Target="../slideLayouts/slideLayout86.xml"/><Relationship Id="rId14" Type="http://schemas.openxmlformats.org/officeDocument/2006/relationships/audio" Target="../media/audio1.bin"/></Relationships>
</file>

<file path=ppt/slideMasters/_rels/slideMaster8.xml.rels><?xml version="1.0" encoding="UTF-8" standalone="yes"?>
<Relationships xmlns="http://schemas.openxmlformats.org/package/2006/relationships"><Relationship Id="rId8" Type="http://schemas.openxmlformats.org/officeDocument/2006/relationships/slideLayout" Target="../slideLayouts/slideLayout97.xml"/><Relationship Id="rId13" Type="http://schemas.openxmlformats.org/officeDocument/2006/relationships/theme" Target="../theme/theme8.xml"/><Relationship Id="rId3" Type="http://schemas.openxmlformats.org/officeDocument/2006/relationships/slideLayout" Target="../slideLayouts/slideLayout92.xml"/><Relationship Id="rId7" Type="http://schemas.openxmlformats.org/officeDocument/2006/relationships/slideLayout" Target="../slideLayouts/slideLayout96.xml"/><Relationship Id="rId12" Type="http://schemas.openxmlformats.org/officeDocument/2006/relationships/slideLayout" Target="../slideLayouts/slideLayout101.xml"/><Relationship Id="rId2" Type="http://schemas.openxmlformats.org/officeDocument/2006/relationships/slideLayout" Target="../slideLayouts/slideLayout91.xml"/><Relationship Id="rId1" Type="http://schemas.openxmlformats.org/officeDocument/2006/relationships/slideLayout" Target="../slideLayouts/slideLayout90.xml"/><Relationship Id="rId6" Type="http://schemas.openxmlformats.org/officeDocument/2006/relationships/slideLayout" Target="../slideLayouts/slideLayout95.xml"/><Relationship Id="rId11" Type="http://schemas.openxmlformats.org/officeDocument/2006/relationships/slideLayout" Target="../slideLayouts/slideLayout100.xml"/><Relationship Id="rId5" Type="http://schemas.openxmlformats.org/officeDocument/2006/relationships/slideLayout" Target="../slideLayouts/slideLayout94.xml"/><Relationship Id="rId15" Type="http://schemas.openxmlformats.org/officeDocument/2006/relationships/image" Target="../media/image9.jpeg"/><Relationship Id="rId10" Type="http://schemas.openxmlformats.org/officeDocument/2006/relationships/slideLayout" Target="../slideLayouts/slideLayout99.xml"/><Relationship Id="rId4" Type="http://schemas.openxmlformats.org/officeDocument/2006/relationships/slideLayout" Target="../slideLayouts/slideLayout93.xml"/><Relationship Id="rId9" Type="http://schemas.openxmlformats.org/officeDocument/2006/relationships/slideLayout" Target="../slideLayouts/slideLayout98.xml"/><Relationship Id="rId14" Type="http://schemas.openxmlformats.org/officeDocument/2006/relationships/audio" Target="../media/audio1.bin"/></Relationships>
</file>

<file path=ppt/slideMasters/_rels/slideMaster9.xml.rels><?xml version="1.0" encoding="UTF-8" standalone="yes"?>
<Relationships xmlns="http://schemas.openxmlformats.org/package/2006/relationships"><Relationship Id="rId8" Type="http://schemas.openxmlformats.org/officeDocument/2006/relationships/slideLayout" Target="../slideLayouts/slideLayout109.xml"/><Relationship Id="rId13" Type="http://schemas.openxmlformats.org/officeDocument/2006/relationships/theme" Target="../theme/theme9.xml"/><Relationship Id="rId3" Type="http://schemas.openxmlformats.org/officeDocument/2006/relationships/slideLayout" Target="../slideLayouts/slideLayout104.xml"/><Relationship Id="rId7" Type="http://schemas.openxmlformats.org/officeDocument/2006/relationships/slideLayout" Target="../slideLayouts/slideLayout108.xml"/><Relationship Id="rId12" Type="http://schemas.openxmlformats.org/officeDocument/2006/relationships/slideLayout" Target="../slideLayouts/slideLayout113.xml"/><Relationship Id="rId2" Type="http://schemas.openxmlformats.org/officeDocument/2006/relationships/slideLayout" Target="../slideLayouts/slideLayout103.xml"/><Relationship Id="rId1" Type="http://schemas.openxmlformats.org/officeDocument/2006/relationships/slideLayout" Target="../slideLayouts/slideLayout102.xml"/><Relationship Id="rId6" Type="http://schemas.openxmlformats.org/officeDocument/2006/relationships/slideLayout" Target="../slideLayouts/slideLayout107.xml"/><Relationship Id="rId11" Type="http://schemas.openxmlformats.org/officeDocument/2006/relationships/slideLayout" Target="../slideLayouts/slideLayout112.xml"/><Relationship Id="rId5" Type="http://schemas.openxmlformats.org/officeDocument/2006/relationships/slideLayout" Target="../slideLayouts/slideLayout106.xml"/><Relationship Id="rId15" Type="http://schemas.openxmlformats.org/officeDocument/2006/relationships/image" Target="../media/image10.jpeg"/><Relationship Id="rId10" Type="http://schemas.openxmlformats.org/officeDocument/2006/relationships/slideLayout" Target="../slideLayouts/slideLayout111.xml"/><Relationship Id="rId4" Type="http://schemas.openxmlformats.org/officeDocument/2006/relationships/slideLayout" Target="../slideLayouts/slideLayout105.xml"/><Relationship Id="rId9" Type="http://schemas.openxmlformats.org/officeDocument/2006/relationships/slideLayout" Target="../slideLayouts/slideLayout110.xml"/><Relationship Id="rId14" Type="http://schemas.openxmlformats.org/officeDocument/2006/relationships/audio" Target="../media/audio1.bin"/></Relationships>
</file>

<file path=ppt/slideMasters/_rels/slideMaster10.xml.rels><?xml version="1.0" encoding="UTF-8" standalone="yes"?>
<Relationships xmlns="http://schemas.openxmlformats.org/package/2006/relationships"><Relationship Id="rId8" Type="http://schemas.openxmlformats.org/officeDocument/2006/relationships/slideLayout" Target="../slideLayouts/slideLayout121.xml"/><Relationship Id="rId13" Type="http://schemas.openxmlformats.org/officeDocument/2006/relationships/theme" Target="../theme/theme10.xml"/><Relationship Id="rId3" Type="http://schemas.openxmlformats.org/officeDocument/2006/relationships/slideLayout" Target="../slideLayouts/slideLayout116.xml"/><Relationship Id="rId7" Type="http://schemas.openxmlformats.org/officeDocument/2006/relationships/slideLayout" Target="../slideLayouts/slideLayout120.xml"/><Relationship Id="rId12" Type="http://schemas.openxmlformats.org/officeDocument/2006/relationships/slideLayout" Target="../slideLayouts/slideLayout125.xml"/><Relationship Id="rId2" Type="http://schemas.openxmlformats.org/officeDocument/2006/relationships/slideLayout" Target="../slideLayouts/slideLayout115.xml"/><Relationship Id="rId1" Type="http://schemas.openxmlformats.org/officeDocument/2006/relationships/slideLayout" Target="../slideLayouts/slideLayout114.xml"/><Relationship Id="rId6" Type="http://schemas.openxmlformats.org/officeDocument/2006/relationships/slideLayout" Target="../slideLayouts/slideLayout119.xml"/><Relationship Id="rId11" Type="http://schemas.openxmlformats.org/officeDocument/2006/relationships/slideLayout" Target="../slideLayouts/slideLayout124.xml"/><Relationship Id="rId5" Type="http://schemas.openxmlformats.org/officeDocument/2006/relationships/slideLayout" Target="../slideLayouts/slideLayout118.xml"/><Relationship Id="rId15" Type="http://schemas.openxmlformats.org/officeDocument/2006/relationships/image" Target="../media/image11.jpeg"/><Relationship Id="rId10" Type="http://schemas.openxmlformats.org/officeDocument/2006/relationships/slideLayout" Target="../slideLayouts/slideLayout123.xml"/><Relationship Id="rId4" Type="http://schemas.openxmlformats.org/officeDocument/2006/relationships/slideLayout" Target="../slideLayouts/slideLayout117.xml"/><Relationship Id="rId9" Type="http://schemas.openxmlformats.org/officeDocument/2006/relationships/slideLayout" Target="../slideLayouts/slideLayout122.xml"/><Relationship Id="rId14" Type="http://schemas.openxmlformats.org/officeDocument/2006/relationships/audio" Target="../media/audio1.bin"/></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pic>
        <p:nvPicPr>
          <p:cNvPr id="1026" name="Picture 5" descr="Always Learning">
            <a:extLst>
              <a:ext uri="{FF2B5EF4-FFF2-40B4-BE49-F238E27FC236}">
                <a16:creationId xmlns:a16="http://schemas.microsoft.com/office/drawing/2014/main" id="{3B94A5EC-21A3-C7EE-ADC3-348E4DF7A17A}"/>
              </a:ext>
            </a:extLst>
          </p:cNvPr>
          <p:cNvPicPr>
            <a:picLocks noChangeAspect="1" noChangeArrowheads="1"/>
          </p:cNvPicPr>
          <p:nvPr/>
        </p:nvPicPr>
        <p:blipFill>
          <a:blip r:embed="rId15" cstate="screen">
            <a:extLst>
              <a:ext uri="{28A0092B-C50C-407E-A947-70E740481C1C}">
                <a14:useLocalDpi xmlns:a14="http://schemas.microsoft.com/office/drawing/2010/main"/>
              </a:ext>
            </a:extLst>
          </a:blip>
          <a:srcRect/>
          <a:stretch>
            <a:fillRect/>
          </a:stretch>
        </p:blipFill>
        <p:spPr bwMode="auto">
          <a:xfrm>
            <a:off x="0" y="6356350"/>
            <a:ext cx="1762125" cy="493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 name="Footer Placeholder 4">
            <a:extLst>
              <a:ext uri="{FF2B5EF4-FFF2-40B4-BE49-F238E27FC236}">
                <a16:creationId xmlns:a16="http://schemas.microsoft.com/office/drawing/2014/main" id="{3C16AA13-905D-5202-1E26-68E3C21E253B}"/>
              </a:ext>
            </a:extLst>
          </p:cNvPr>
          <p:cNvSpPr>
            <a:spLocks noGrp="1" noChangeArrowheads="1"/>
          </p:cNvSpPr>
          <p:nvPr>
            <p:ph type="ftr" sz="quarter" idx="3"/>
          </p:nvPr>
        </p:nvSpPr>
        <p:spPr bwMode="auto">
          <a:xfrm>
            <a:off x="0" y="6459538"/>
            <a:ext cx="9144000" cy="287337"/>
          </a:xfrm>
          <a:prstGeom prst="rect">
            <a:avLst/>
          </a:prstGeom>
          <a:noFill/>
        </p:spPr>
        <p:txBody>
          <a:bodyPr vert="horz" wrap="square" lIns="91440" tIns="45720" rIns="91440" bIns="45720" numCol="1" anchor="t" anchorCtr="0" compatLnSpc="1">
            <a:prstTxWarp prst="textNoShape">
              <a:avLst/>
            </a:prstTxWarp>
          </a:bodyPr>
          <a:lstStyle>
            <a:lvl1pPr algn="ctr">
              <a:spcBef>
                <a:spcPct val="0"/>
              </a:spcBef>
              <a:buFontTx/>
              <a:buNone/>
              <a:defRPr sz="1800">
                <a:solidFill>
                  <a:schemeClr val="tx1"/>
                </a:solidFill>
                <a:latin typeface="Arial" panose="020B0604020202020204" pitchFamily="34" charset="0"/>
                <a:ea typeface="+mn-ea"/>
                <a:cs typeface="Arial" panose="020B0604020202020204" pitchFamily="34" charset="0"/>
              </a:defRPr>
            </a:lvl1pPr>
            <a:lvl2pPr marL="742950" indent="-285750">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2pPr>
            <a:lvl3pPr marL="1143000" indent="-228600">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3pPr>
            <a:lvl4pPr marL="1600200" indent="-228600">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4pPr>
            <a:lvl5pPr marL="2057400" indent="-228600">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5pPr>
            <a:lvl6pPr marL="2514600" indent="-228600"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6pPr>
            <a:lvl7pPr marL="2971800" indent="-228600"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7pPr>
            <a:lvl8pPr marL="3429000" indent="-228600"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8pPr>
            <a:lvl9pPr marL="3886200" indent="-228600"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9pPr>
          </a:lstStyle>
          <a:p>
            <a:pPr>
              <a:defRPr/>
            </a:pPr>
            <a:r>
              <a:rPr lang="en-GB" altLang="en-US" dirty="0"/>
              <a:t>© Pearson Education Ltd 2023. Copying permitted for purchasing institution only. </a:t>
            </a:r>
          </a:p>
        </p:txBody>
      </p:sp>
      <p:pic>
        <p:nvPicPr>
          <p:cNvPr id="1028" name="Picture 2">
            <a:extLst>
              <a:ext uri="{FF2B5EF4-FFF2-40B4-BE49-F238E27FC236}">
                <a16:creationId xmlns:a16="http://schemas.microsoft.com/office/drawing/2014/main" id="{96A689FF-8B47-679F-73A4-A5EFC0190457}"/>
              </a:ext>
            </a:extLst>
          </p:cNvPr>
          <p:cNvPicPr>
            <a:picLocks noChangeAspect="1" noChangeArrowheads="1"/>
          </p:cNvPicPr>
          <p:nvPr userDrawn="1"/>
        </p:nvPicPr>
        <p:blipFill>
          <a:blip r:embed="rId16" cstate="screen">
            <a:extLst>
              <a:ext uri="{28A0092B-C50C-407E-A947-70E740481C1C}">
                <a14:useLocalDpi xmlns:a14="http://schemas.microsoft.com/office/drawing/2010/main"/>
              </a:ext>
            </a:extLst>
          </a:blip>
          <a:srcRect/>
          <a:stretch/>
        </p:blipFill>
        <p:spPr bwMode="auto">
          <a:xfrm>
            <a:off x="-1390" y="0"/>
            <a:ext cx="9144000" cy="10759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 bg1="lt1" tx1="dk1" bg2="lt2" tx2="dk2" accent1="accent1" accent2="accent2" accent3="accent3" accent4="accent4" accent5="accent5" accent6="accent6" hlink="hlink" folHlink="folHlink"/>
  <p:sldLayoutIdLst>
    <p:sldLayoutId id="2147484801" r:id="rId1"/>
    <p:sldLayoutId id="2147484802" r:id="rId2"/>
    <p:sldLayoutId id="2147484803" r:id="rId3"/>
    <p:sldLayoutId id="2147484804" r:id="rId4"/>
    <p:sldLayoutId id="2147484805" r:id="rId5"/>
    <p:sldLayoutId id="2147484806" r:id="rId6"/>
    <p:sldLayoutId id="2147484807" r:id="rId7"/>
    <p:sldLayoutId id="2147484808" r:id="rId8"/>
    <p:sldLayoutId id="2147484809" r:id="rId9"/>
    <p:sldLayoutId id="2147484810" r:id="rId10"/>
    <p:sldLayoutId id="2147484811" r:id="rId11"/>
    <p:sldLayoutId id="2147484812" r:id="rId12"/>
  </p:sldLayoutIdLst>
  <p:transition>
    <p:sndAc>
      <p:stSnd>
        <p:snd r:embed="rId14" name="click.wav"/>
      </p:stSnd>
    </p:sndAc>
  </p:transition>
  <p:hf sldNum="0" hdr="0" dt="0"/>
  <p:txStyles>
    <p:titleStyle>
      <a:lvl1pPr algn="ctr" rtl="1" eaLnBrk="0" fontAlgn="base" hangingPunct="0">
        <a:spcBef>
          <a:spcPct val="0"/>
        </a:spcBef>
        <a:spcAft>
          <a:spcPct val="0"/>
        </a:spcAft>
        <a:defRPr sz="4400" b="1">
          <a:solidFill>
            <a:schemeClr val="tx2"/>
          </a:solidFill>
          <a:latin typeface="Arial" panose="020B0604020202020204" pitchFamily="34" charset="0"/>
          <a:ea typeface="Arial" charset="0"/>
          <a:cs typeface="Arial" panose="020B0604020202020204" pitchFamily="34" charset="0"/>
        </a:defRPr>
      </a:lvl1pPr>
      <a:lvl2pPr algn="ctr" rtl="1" eaLnBrk="0" fontAlgn="base" hangingPunct="0">
        <a:spcBef>
          <a:spcPct val="0"/>
        </a:spcBef>
        <a:spcAft>
          <a:spcPct val="0"/>
        </a:spcAft>
        <a:defRPr sz="4400" b="1">
          <a:solidFill>
            <a:schemeClr val="tx2"/>
          </a:solidFill>
          <a:latin typeface="Arial" panose="020B0604020202020204" pitchFamily="34" charset="0"/>
          <a:ea typeface="Arial" charset="0"/>
          <a:cs typeface="Arial" panose="020B0604020202020204" pitchFamily="34" charset="0"/>
        </a:defRPr>
      </a:lvl2pPr>
      <a:lvl3pPr algn="ctr" rtl="1" eaLnBrk="0" fontAlgn="base" hangingPunct="0">
        <a:spcBef>
          <a:spcPct val="0"/>
        </a:spcBef>
        <a:spcAft>
          <a:spcPct val="0"/>
        </a:spcAft>
        <a:defRPr sz="4400" b="1">
          <a:solidFill>
            <a:schemeClr val="tx2"/>
          </a:solidFill>
          <a:latin typeface="Arial" panose="020B0604020202020204" pitchFamily="34" charset="0"/>
          <a:ea typeface="Arial" charset="0"/>
          <a:cs typeface="Arial" panose="020B0604020202020204" pitchFamily="34" charset="0"/>
        </a:defRPr>
      </a:lvl3pPr>
      <a:lvl4pPr algn="ctr" rtl="1" eaLnBrk="0" fontAlgn="base" hangingPunct="0">
        <a:spcBef>
          <a:spcPct val="0"/>
        </a:spcBef>
        <a:spcAft>
          <a:spcPct val="0"/>
        </a:spcAft>
        <a:defRPr sz="4400" b="1">
          <a:solidFill>
            <a:schemeClr val="tx2"/>
          </a:solidFill>
          <a:latin typeface="Arial" panose="020B0604020202020204" pitchFamily="34" charset="0"/>
          <a:ea typeface="Arial" charset="0"/>
          <a:cs typeface="Arial" panose="020B0604020202020204" pitchFamily="34" charset="0"/>
        </a:defRPr>
      </a:lvl4pPr>
      <a:lvl5pPr algn="ctr" rtl="1" eaLnBrk="0" fontAlgn="base" hangingPunct="0">
        <a:spcBef>
          <a:spcPct val="0"/>
        </a:spcBef>
        <a:spcAft>
          <a:spcPct val="0"/>
        </a:spcAft>
        <a:defRPr sz="4400" b="1">
          <a:solidFill>
            <a:schemeClr val="tx2"/>
          </a:solidFill>
          <a:latin typeface="Arial" panose="020B0604020202020204" pitchFamily="34" charset="0"/>
          <a:ea typeface="Arial" charset="0"/>
          <a:cs typeface="Arial" panose="020B0604020202020204" pitchFamily="34" charset="0"/>
        </a:defRPr>
      </a:lvl5pPr>
      <a:lvl6pPr marL="457200" algn="ctr" rtl="1" fontAlgn="base">
        <a:spcBef>
          <a:spcPct val="0"/>
        </a:spcBef>
        <a:spcAft>
          <a:spcPct val="0"/>
        </a:spcAft>
        <a:defRPr sz="4400">
          <a:solidFill>
            <a:schemeClr val="tx2"/>
          </a:solidFill>
          <a:latin typeface="Verdana" pitchFamily="34" charset="0"/>
        </a:defRPr>
      </a:lvl6pPr>
      <a:lvl7pPr marL="914400" algn="ctr" rtl="1" fontAlgn="base">
        <a:spcBef>
          <a:spcPct val="0"/>
        </a:spcBef>
        <a:spcAft>
          <a:spcPct val="0"/>
        </a:spcAft>
        <a:defRPr sz="4400">
          <a:solidFill>
            <a:schemeClr val="tx2"/>
          </a:solidFill>
          <a:latin typeface="Verdana" pitchFamily="34" charset="0"/>
        </a:defRPr>
      </a:lvl7pPr>
      <a:lvl8pPr marL="1371600" algn="ctr" rtl="1" fontAlgn="base">
        <a:spcBef>
          <a:spcPct val="0"/>
        </a:spcBef>
        <a:spcAft>
          <a:spcPct val="0"/>
        </a:spcAft>
        <a:defRPr sz="4400">
          <a:solidFill>
            <a:schemeClr val="tx2"/>
          </a:solidFill>
          <a:latin typeface="Verdana" pitchFamily="34" charset="0"/>
        </a:defRPr>
      </a:lvl8pPr>
      <a:lvl9pPr marL="1828800" algn="ctr" rtl="1" fontAlgn="base">
        <a:spcBef>
          <a:spcPct val="0"/>
        </a:spcBef>
        <a:spcAft>
          <a:spcPct val="0"/>
        </a:spcAft>
        <a:defRPr sz="4400">
          <a:solidFill>
            <a:schemeClr val="tx2"/>
          </a:solidFill>
          <a:latin typeface="Verdana" pitchFamily="34" charset="0"/>
        </a:defRPr>
      </a:lvl9pPr>
    </p:titleStyle>
    <p:bodyStyle>
      <a:lvl1pPr marL="342900" indent="-342900" algn="r" rtl="1" eaLnBrk="0" fontAlgn="base" hangingPunct="0">
        <a:spcBef>
          <a:spcPct val="20000"/>
        </a:spcBef>
        <a:spcAft>
          <a:spcPct val="0"/>
        </a:spcAft>
        <a:buFont typeface="Wingdings" panose="05000000000000000000" pitchFamily="2" charset="2"/>
        <a:buChar char="§"/>
        <a:defRPr sz="2400">
          <a:solidFill>
            <a:schemeClr val="tx1"/>
          </a:solidFill>
          <a:latin typeface="Arial" panose="020B0604020202020204" pitchFamily="34" charset="0"/>
          <a:ea typeface="Arial" charset="0"/>
          <a:cs typeface="Arial" panose="020B0604020202020204" pitchFamily="34" charset="0"/>
        </a:defRPr>
      </a:lvl1pPr>
      <a:lvl2pPr marL="742950" indent="-28575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2pPr>
      <a:lvl3pPr marL="11430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3pPr>
      <a:lvl4pPr marL="16002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4pPr>
      <a:lvl5pPr marL="20574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5pPr>
      <a:lvl6pPr marL="2514600" indent="-228600" algn="r" rtl="1" fontAlgn="base">
        <a:spcBef>
          <a:spcPct val="20000"/>
        </a:spcBef>
        <a:spcAft>
          <a:spcPct val="0"/>
        </a:spcAft>
        <a:buFont typeface="Wingdings" pitchFamily="2" charset="2"/>
        <a:defRPr sz="2400">
          <a:solidFill>
            <a:schemeClr val="tx1"/>
          </a:solidFill>
          <a:latin typeface="+mn-lt"/>
        </a:defRPr>
      </a:lvl6pPr>
      <a:lvl7pPr marL="2971800" indent="-228600" algn="r" rtl="1" fontAlgn="base">
        <a:spcBef>
          <a:spcPct val="20000"/>
        </a:spcBef>
        <a:spcAft>
          <a:spcPct val="0"/>
        </a:spcAft>
        <a:buFont typeface="Wingdings" pitchFamily="2" charset="2"/>
        <a:defRPr sz="2400">
          <a:solidFill>
            <a:schemeClr val="tx1"/>
          </a:solidFill>
          <a:latin typeface="+mn-lt"/>
        </a:defRPr>
      </a:lvl7pPr>
      <a:lvl8pPr marL="3429000" indent="-228600" algn="r" rtl="1" fontAlgn="base">
        <a:spcBef>
          <a:spcPct val="20000"/>
        </a:spcBef>
        <a:spcAft>
          <a:spcPct val="0"/>
        </a:spcAft>
        <a:buFont typeface="Wingdings" pitchFamily="2" charset="2"/>
        <a:defRPr sz="2400">
          <a:solidFill>
            <a:schemeClr val="tx1"/>
          </a:solidFill>
          <a:latin typeface="+mn-lt"/>
        </a:defRPr>
      </a:lvl8pPr>
      <a:lvl9pPr marL="3886200" indent="-228600" algn="r" rtl="1" fontAlgn="base">
        <a:spcBef>
          <a:spcPct val="20000"/>
        </a:spcBef>
        <a:spcAft>
          <a:spcPct val="0"/>
        </a:spcAft>
        <a:buFont typeface="Wingdings" pitchFamily="2" charset="2"/>
        <a:defRPr sz="2400">
          <a:solidFill>
            <a:schemeClr val="tx1"/>
          </a:solidFill>
          <a:latin typeface="+mn-lt"/>
        </a:defRPr>
      </a:lvl9pPr>
    </p:bodyStyle>
    <p:otherStyle>
      <a:defPPr>
        <a:defRPr lang="en-US"/>
      </a:defPPr>
      <a:lvl1pPr marL="0" algn="r" defTabSz="914400" rtl="1" eaLnBrk="1" latinLnBrk="0" hangingPunct="1">
        <a:defRPr sz="1800" kern="1200">
          <a:solidFill>
            <a:schemeClr val="tx1"/>
          </a:solidFill>
          <a:latin typeface="+mn-lt"/>
          <a:ea typeface="+mn-ea"/>
          <a:cs typeface="+mn-cs"/>
        </a:defRPr>
      </a:lvl1pPr>
      <a:lvl2pPr marL="457200" algn="r" defTabSz="914400" rtl="1" eaLnBrk="1" latinLnBrk="0" hangingPunct="1">
        <a:defRPr sz="1800" kern="1200">
          <a:solidFill>
            <a:schemeClr val="tx1"/>
          </a:solidFill>
          <a:latin typeface="+mn-lt"/>
          <a:ea typeface="+mn-ea"/>
          <a:cs typeface="+mn-cs"/>
        </a:defRPr>
      </a:lvl2pPr>
      <a:lvl3pPr marL="914400" algn="r" defTabSz="914400" rtl="1" eaLnBrk="1" latinLnBrk="0" hangingPunct="1">
        <a:defRPr sz="1800" kern="1200">
          <a:solidFill>
            <a:schemeClr val="tx1"/>
          </a:solidFill>
          <a:latin typeface="+mn-lt"/>
          <a:ea typeface="+mn-ea"/>
          <a:cs typeface="+mn-cs"/>
        </a:defRPr>
      </a:lvl3pPr>
      <a:lvl4pPr marL="1371600" algn="r" defTabSz="914400" rtl="1" eaLnBrk="1" latinLnBrk="0" hangingPunct="1">
        <a:defRPr sz="1800" kern="1200">
          <a:solidFill>
            <a:schemeClr val="tx1"/>
          </a:solidFill>
          <a:latin typeface="+mn-lt"/>
          <a:ea typeface="+mn-ea"/>
          <a:cs typeface="+mn-cs"/>
        </a:defRPr>
      </a:lvl4pPr>
      <a:lvl5pPr marL="1828800" algn="r" defTabSz="914400" rtl="1" eaLnBrk="1" latinLnBrk="0" hangingPunct="1">
        <a:defRPr sz="1800" kern="1200">
          <a:solidFill>
            <a:schemeClr val="tx1"/>
          </a:solidFill>
          <a:latin typeface="+mn-lt"/>
          <a:ea typeface="+mn-ea"/>
          <a:cs typeface="+mn-cs"/>
        </a:defRPr>
      </a:lvl5pPr>
      <a:lvl6pPr marL="2286000" algn="r" defTabSz="914400" rtl="1" eaLnBrk="1" latinLnBrk="0" hangingPunct="1">
        <a:defRPr sz="1800" kern="1200">
          <a:solidFill>
            <a:schemeClr val="tx1"/>
          </a:solidFill>
          <a:latin typeface="+mn-lt"/>
          <a:ea typeface="+mn-ea"/>
          <a:cs typeface="+mn-cs"/>
        </a:defRPr>
      </a:lvl6pPr>
      <a:lvl7pPr marL="2743200" algn="r" defTabSz="914400" rtl="1" eaLnBrk="1" latinLnBrk="0" hangingPunct="1">
        <a:defRPr sz="1800" kern="1200">
          <a:solidFill>
            <a:schemeClr val="tx1"/>
          </a:solidFill>
          <a:latin typeface="+mn-lt"/>
          <a:ea typeface="+mn-ea"/>
          <a:cs typeface="+mn-cs"/>
        </a:defRPr>
      </a:lvl7pPr>
      <a:lvl8pPr marL="3200400" algn="r" defTabSz="914400" rtl="1" eaLnBrk="1" latinLnBrk="0" hangingPunct="1">
        <a:defRPr sz="1800" kern="1200">
          <a:solidFill>
            <a:schemeClr val="tx1"/>
          </a:solidFill>
          <a:latin typeface="+mn-lt"/>
          <a:ea typeface="+mn-ea"/>
          <a:cs typeface="+mn-cs"/>
        </a:defRPr>
      </a:lvl8pPr>
      <a:lvl9pPr marL="3657600" algn="r" defTabSz="914400" rtl="1"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2056" name="TextBox 4">
            <a:extLst>
              <a:ext uri="{FF2B5EF4-FFF2-40B4-BE49-F238E27FC236}">
                <a16:creationId xmlns:a16="http://schemas.microsoft.com/office/drawing/2014/main" id="{2D2D2BA7-3DC8-B2DD-685B-33BA65B7260B}"/>
              </a:ext>
            </a:extLst>
          </p:cNvPr>
          <p:cNvSpPr txBox="1">
            <a:spLocks noChangeArrowheads="1"/>
          </p:cNvSpPr>
          <p:nvPr/>
        </p:nvSpPr>
        <p:spPr bwMode="auto">
          <a:xfrm>
            <a:off x="252413" y="723900"/>
            <a:ext cx="7199312" cy="261938"/>
          </a:xfrm>
          <a:prstGeom prst="rect">
            <a:avLst/>
          </a:prstGeom>
          <a:noFill/>
          <a:ln>
            <a:noFill/>
          </a:ln>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defRPr/>
            </a:pPr>
            <a:r>
              <a:rPr lang="en-GB" altLang="en-US" sz="1100" b="1" dirty="0">
                <a:solidFill>
                  <a:schemeClr val="bg1"/>
                </a:solidFill>
              </a:rPr>
              <a:t>Unit 3: Professional Development in the Sports Industry</a:t>
            </a:r>
          </a:p>
        </p:txBody>
      </p:sp>
      <p:sp>
        <p:nvSpPr>
          <p:cNvPr id="14339" name="Title Placeholder 1">
            <a:extLst>
              <a:ext uri="{FF2B5EF4-FFF2-40B4-BE49-F238E27FC236}">
                <a16:creationId xmlns:a16="http://schemas.microsoft.com/office/drawing/2014/main" id="{B9C6BA7D-5854-D592-7A00-A0EC539E365A}"/>
              </a:ext>
            </a:extLst>
          </p:cNvPr>
          <p:cNvSpPr>
            <a:spLocks noGrp="1"/>
          </p:cNvSpPr>
          <p:nvPr>
            <p:ph type="title"/>
          </p:nvPr>
        </p:nvSpPr>
        <p:spPr bwMode="auto">
          <a:xfrm>
            <a:off x="457200" y="1196975"/>
            <a:ext cx="8229600" cy="863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en-US" altLang="en-US"/>
              <a:t>Click to edit Master title style</a:t>
            </a:r>
            <a:endParaRPr lang="en-GB" altLang="en-US"/>
          </a:p>
        </p:txBody>
      </p:sp>
      <p:sp>
        <p:nvSpPr>
          <p:cNvPr id="14340" name="Text Placeholder 2">
            <a:extLst>
              <a:ext uri="{FF2B5EF4-FFF2-40B4-BE49-F238E27FC236}">
                <a16:creationId xmlns:a16="http://schemas.microsoft.com/office/drawing/2014/main" id="{D6111AB5-22FF-2770-1011-D02820DE5537}"/>
              </a:ext>
            </a:extLst>
          </p:cNvPr>
          <p:cNvSpPr>
            <a:spLocks noGrp="1"/>
          </p:cNvSpPr>
          <p:nvPr>
            <p:ph type="body" idx="1"/>
          </p:nvPr>
        </p:nvSpPr>
        <p:spPr bwMode="auto">
          <a:xfrm>
            <a:off x="457200" y="2060575"/>
            <a:ext cx="8229600" cy="3616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GB" altLang="en-US"/>
              <a:t>Use simple bullet points and lines, with no more than two lines per bullet point if possible.</a:t>
            </a:r>
          </a:p>
          <a:p>
            <a:pPr lvl="0"/>
            <a:r>
              <a:rPr lang="en-GB" altLang="en-US"/>
              <a:t>Try to use a maximum of ten words per line. </a:t>
            </a:r>
          </a:p>
          <a:p>
            <a:pPr lvl="0"/>
            <a:r>
              <a:rPr lang="en-GB" altLang="en-US"/>
              <a:t>Set up generic formatting on this master. </a:t>
            </a:r>
          </a:p>
          <a:p>
            <a:pPr lvl="0"/>
            <a:r>
              <a:rPr lang="en-GB" altLang="en-US"/>
              <a:t>By applying this master to your slides, you’ll maintain consistent font and bullet style.</a:t>
            </a:r>
          </a:p>
          <a:p>
            <a:pPr lvl="0"/>
            <a:r>
              <a:rPr lang="en-GB" altLang="en-US"/>
              <a:t>To change the layout of individual slides, select ‘Slide layout’ and choose the desired layout from the right-hand menu.</a:t>
            </a:r>
          </a:p>
          <a:p>
            <a:pPr lvl="0"/>
            <a:r>
              <a:rPr lang="en-GB" altLang="en-US"/>
              <a:t>Read the PowerPoint guidelines before creating a slide show.</a:t>
            </a:r>
          </a:p>
        </p:txBody>
      </p:sp>
      <p:pic>
        <p:nvPicPr>
          <p:cNvPr id="14341" name="Picture 8">
            <a:extLst>
              <a:ext uri="{FF2B5EF4-FFF2-40B4-BE49-F238E27FC236}">
                <a16:creationId xmlns:a16="http://schemas.microsoft.com/office/drawing/2014/main" id="{FEDC9336-94D7-0F7A-9422-574A068E9570}"/>
              </a:ext>
            </a:extLst>
          </p:cNvPr>
          <p:cNvPicPr>
            <a:picLocks noChangeAspect="1" noChangeArrowheads="1"/>
          </p:cNvPicPr>
          <p:nvPr userDrawn="1"/>
        </p:nvPicPr>
        <p:blipFill>
          <a:blip r:embed="rId16" cstate="screen">
            <a:extLst>
              <a:ext uri="{28A0092B-C50C-407E-A947-70E740481C1C}">
                <a14:useLocalDpi xmlns:a14="http://schemas.microsoft.com/office/drawing/2010/main"/>
              </a:ext>
            </a:extLst>
          </a:blip>
          <a:srcRect/>
          <a:stretch/>
        </p:blipFill>
        <p:spPr bwMode="auto">
          <a:xfrm>
            <a:off x="0" y="190"/>
            <a:ext cx="9144000" cy="10759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 name="Footer Placeholder 4">
            <a:extLst>
              <a:ext uri="{FF2B5EF4-FFF2-40B4-BE49-F238E27FC236}">
                <a16:creationId xmlns:a16="http://schemas.microsoft.com/office/drawing/2014/main" id="{519F82B0-FA8C-C128-CC82-F2D587FD19DE}"/>
              </a:ext>
            </a:extLst>
          </p:cNvPr>
          <p:cNvSpPr>
            <a:spLocks noGrp="1" noChangeArrowheads="1"/>
          </p:cNvSpPr>
          <p:nvPr>
            <p:ph type="ftr" sz="quarter" idx="3"/>
          </p:nvPr>
        </p:nvSpPr>
        <p:spPr bwMode="auto">
          <a:xfrm>
            <a:off x="0" y="6459538"/>
            <a:ext cx="9144000" cy="287337"/>
          </a:xfrm>
          <a:prstGeom prst="rect">
            <a:avLst/>
          </a:prstGeom>
          <a:noFill/>
        </p:spPr>
        <p:txBody>
          <a:bodyPr vert="horz" wrap="square" lIns="91440" tIns="45720" rIns="91440" bIns="45720" numCol="1" anchor="t" anchorCtr="0" compatLnSpc="1">
            <a:prstTxWarp prst="textNoShape">
              <a:avLst/>
            </a:prstTxWarp>
          </a:bodyPr>
          <a:lstStyle>
            <a:lvl1pPr algn="ctr">
              <a:spcBef>
                <a:spcPct val="0"/>
              </a:spcBef>
              <a:buFontTx/>
              <a:buNone/>
              <a:defRPr sz="1800">
                <a:solidFill>
                  <a:schemeClr val="tx1"/>
                </a:solidFill>
                <a:latin typeface="Arial" panose="020B0604020202020204" pitchFamily="34" charset="0"/>
                <a:ea typeface="+mn-ea"/>
                <a:cs typeface="Arial" panose="020B0604020202020204" pitchFamily="34" charset="0"/>
              </a:defRPr>
            </a:lvl1pPr>
            <a:lvl2pPr marL="742950" indent="-285750">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2pPr>
            <a:lvl3pPr marL="1143000" indent="-228600">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3pPr>
            <a:lvl4pPr marL="1600200" indent="-228600">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4pPr>
            <a:lvl5pPr marL="2057400" indent="-228600">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5pPr>
            <a:lvl6pPr marL="2514600" indent="-228600"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6pPr>
            <a:lvl7pPr marL="2971800" indent="-228600"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7pPr>
            <a:lvl8pPr marL="3429000" indent="-228600"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8pPr>
            <a:lvl9pPr marL="3886200" indent="-228600"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9pPr>
          </a:lstStyle>
          <a:p>
            <a:pPr>
              <a:defRPr/>
            </a:pPr>
            <a:r>
              <a:rPr lang="en-GB" altLang="en-US" dirty="0"/>
              <a:t>© Pearson Education Ltd 2023. Copying permitted for purchasing institution only. </a:t>
            </a:r>
          </a:p>
        </p:txBody>
      </p:sp>
    </p:spTree>
  </p:cSld>
  <p:clrMap bg1="lt1" tx1="dk1" bg2="lt2" tx2="dk2" accent1="accent1" accent2="accent2" accent3="accent3" accent4="accent4" accent5="accent5" accent6="accent6" hlink="hlink" folHlink="folHlink"/>
  <p:sldLayoutIdLst>
    <p:sldLayoutId id="2147484813" r:id="rId1"/>
    <p:sldLayoutId id="2147484814" r:id="rId2"/>
    <p:sldLayoutId id="2147484815" r:id="rId3"/>
    <p:sldLayoutId id="2147484816" r:id="rId4"/>
    <p:sldLayoutId id="2147484817" r:id="rId5"/>
    <p:sldLayoutId id="2147484818" r:id="rId6"/>
    <p:sldLayoutId id="2147484819" r:id="rId7"/>
    <p:sldLayoutId id="2147484820" r:id="rId8"/>
    <p:sldLayoutId id="2147484821" r:id="rId9"/>
    <p:sldLayoutId id="2147484822" r:id="rId10"/>
    <p:sldLayoutId id="2147484823" r:id="rId11"/>
    <p:sldLayoutId id="2147484824" r:id="rId12"/>
    <p:sldLayoutId id="2147484929" r:id="rId13"/>
  </p:sldLayoutIdLst>
  <p:transition>
    <p:sndAc>
      <p:stSnd>
        <p:snd r:embed="rId15" name="click.wav"/>
      </p:stSnd>
    </p:sndAc>
  </p:transition>
  <p:hf sldNum="0" hdr="0" dt="0"/>
  <p:txStyles>
    <p:titleStyle>
      <a:lvl1pPr algn="ctr" rtl="1" eaLnBrk="0" fontAlgn="base" hangingPunct="0">
        <a:spcBef>
          <a:spcPct val="0"/>
        </a:spcBef>
        <a:spcAft>
          <a:spcPct val="0"/>
        </a:spcAft>
        <a:defRPr sz="4400">
          <a:solidFill>
            <a:schemeClr val="tx2"/>
          </a:solidFill>
          <a:latin typeface="Arial" panose="020B0604020202020204" pitchFamily="34" charset="0"/>
          <a:ea typeface="Arial" charset="0"/>
          <a:cs typeface="Arial" panose="020B0604020202020204" pitchFamily="34" charset="0"/>
        </a:defRPr>
      </a:lvl1pPr>
      <a:lvl2pPr algn="ctr" rtl="1" eaLnBrk="0" fontAlgn="base" hangingPunct="0">
        <a:spcBef>
          <a:spcPct val="0"/>
        </a:spcBef>
        <a:spcAft>
          <a:spcPct val="0"/>
        </a:spcAft>
        <a:defRPr sz="4400">
          <a:solidFill>
            <a:schemeClr val="tx2"/>
          </a:solidFill>
          <a:latin typeface="Arial" panose="020B0604020202020204" pitchFamily="34" charset="0"/>
          <a:ea typeface="Arial" charset="0"/>
          <a:cs typeface="Arial" panose="020B0604020202020204" pitchFamily="34" charset="0"/>
        </a:defRPr>
      </a:lvl2pPr>
      <a:lvl3pPr algn="ctr" rtl="1" eaLnBrk="0" fontAlgn="base" hangingPunct="0">
        <a:spcBef>
          <a:spcPct val="0"/>
        </a:spcBef>
        <a:spcAft>
          <a:spcPct val="0"/>
        </a:spcAft>
        <a:defRPr sz="4400">
          <a:solidFill>
            <a:schemeClr val="tx2"/>
          </a:solidFill>
          <a:latin typeface="Arial" panose="020B0604020202020204" pitchFamily="34" charset="0"/>
          <a:ea typeface="Arial" charset="0"/>
          <a:cs typeface="Arial" panose="020B0604020202020204" pitchFamily="34" charset="0"/>
        </a:defRPr>
      </a:lvl3pPr>
      <a:lvl4pPr algn="ctr" rtl="1" eaLnBrk="0" fontAlgn="base" hangingPunct="0">
        <a:spcBef>
          <a:spcPct val="0"/>
        </a:spcBef>
        <a:spcAft>
          <a:spcPct val="0"/>
        </a:spcAft>
        <a:defRPr sz="4400">
          <a:solidFill>
            <a:schemeClr val="tx2"/>
          </a:solidFill>
          <a:latin typeface="Arial" panose="020B0604020202020204" pitchFamily="34" charset="0"/>
          <a:ea typeface="Arial" charset="0"/>
          <a:cs typeface="Arial" panose="020B0604020202020204" pitchFamily="34" charset="0"/>
        </a:defRPr>
      </a:lvl4pPr>
      <a:lvl5pPr algn="ctr" rtl="1" eaLnBrk="0" fontAlgn="base" hangingPunct="0">
        <a:spcBef>
          <a:spcPct val="0"/>
        </a:spcBef>
        <a:spcAft>
          <a:spcPct val="0"/>
        </a:spcAft>
        <a:defRPr sz="4400">
          <a:solidFill>
            <a:schemeClr val="tx2"/>
          </a:solidFill>
          <a:latin typeface="Arial" panose="020B0604020202020204" pitchFamily="34" charset="0"/>
          <a:ea typeface="Arial" charset="0"/>
          <a:cs typeface="Arial" panose="020B0604020202020204" pitchFamily="34" charset="0"/>
        </a:defRPr>
      </a:lvl5pPr>
      <a:lvl6pPr marL="457200" algn="ctr" rtl="1" fontAlgn="base">
        <a:spcBef>
          <a:spcPct val="0"/>
        </a:spcBef>
        <a:spcAft>
          <a:spcPct val="0"/>
        </a:spcAft>
        <a:defRPr sz="4400">
          <a:solidFill>
            <a:schemeClr val="tx2"/>
          </a:solidFill>
          <a:latin typeface="Verdana" pitchFamily="34" charset="0"/>
        </a:defRPr>
      </a:lvl6pPr>
      <a:lvl7pPr marL="914400" algn="ctr" rtl="1" fontAlgn="base">
        <a:spcBef>
          <a:spcPct val="0"/>
        </a:spcBef>
        <a:spcAft>
          <a:spcPct val="0"/>
        </a:spcAft>
        <a:defRPr sz="4400">
          <a:solidFill>
            <a:schemeClr val="tx2"/>
          </a:solidFill>
          <a:latin typeface="Verdana" pitchFamily="34" charset="0"/>
        </a:defRPr>
      </a:lvl7pPr>
      <a:lvl8pPr marL="1371600" algn="ctr" rtl="1" fontAlgn="base">
        <a:spcBef>
          <a:spcPct val="0"/>
        </a:spcBef>
        <a:spcAft>
          <a:spcPct val="0"/>
        </a:spcAft>
        <a:defRPr sz="4400">
          <a:solidFill>
            <a:schemeClr val="tx2"/>
          </a:solidFill>
          <a:latin typeface="Verdana" pitchFamily="34" charset="0"/>
        </a:defRPr>
      </a:lvl8pPr>
      <a:lvl9pPr marL="1828800" algn="ctr" rtl="1" fontAlgn="base">
        <a:spcBef>
          <a:spcPct val="0"/>
        </a:spcBef>
        <a:spcAft>
          <a:spcPct val="0"/>
        </a:spcAft>
        <a:defRPr sz="4400">
          <a:solidFill>
            <a:schemeClr val="tx2"/>
          </a:solidFill>
          <a:latin typeface="Verdana" pitchFamily="34" charset="0"/>
        </a:defRPr>
      </a:lvl9pPr>
    </p:titleStyle>
    <p:bodyStyle>
      <a:lvl1pPr marL="342900" indent="-342900" algn="r" rtl="1" eaLnBrk="0" fontAlgn="base" hangingPunct="0">
        <a:spcBef>
          <a:spcPct val="20000"/>
        </a:spcBef>
        <a:spcAft>
          <a:spcPct val="0"/>
        </a:spcAft>
        <a:buFont typeface="Wingdings" panose="05000000000000000000" pitchFamily="2" charset="2"/>
        <a:buChar char="§"/>
        <a:defRPr sz="2400">
          <a:solidFill>
            <a:schemeClr val="tx1"/>
          </a:solidFill>
          <a:latin typeface="Arial" panose="020B0604020202020204" pitchFamily="34" charset="0"/>
          <a:ea typeface="Arial" charset="0"/>
          <a:cs typeface="Arial" panose="020B0604020202020204" pitchFamily="34" charset="0"/>
        </a:defRPr>
      </a:lvl1pPr>
      <a:lvl2pPr marL="742950" indent="-28575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2pPr>
      <a:lvl3pPr marL="11430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3pPr>
      <a:lvl4pPr marL="16002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4pPr>
      <a:lvl5pPr marL="20574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5pPr>
      <a:lvl6pPr marL="2514600" indent="-228600" algn="r" rtl="1" fontAlgn="base">
        <a:spcBef>
          <a:spcPct val="20000"/>
        </a:spcBef>
        <a:spcAft>
          <a:spcPct val="0"/>
        </a:spcAft>
        <a:buFont typeface="Wingdings" pitchFamily="2" charset="2"/>
        <a:defRPr sz="2400">
          <a:solidFill>
            <a:schemeClr val="tx1"/>
          </a:solidFill>
          <a:latin typeface="+mn-lt"/>
        </a:defRPr>
      </a:lvl6pPr>
      <a:lvl7pPr marL="2971800" indent="-228600" algn="r" rtl="1" fontAlgn="base">
        <a:spcBef>
          <a:spcPct val="20000"/>
        </a:spcBef>
        <a:spcAft>
          <a:spcPct val="0"/>
        </a:spcAft>
        <a:buFont typeface="Wingdings" pitchFamily="2" charset="2"/>
        <a:defRPr sz="2400">
          <a:solidFill>
            <a:schemeClr val="tx1"/>
          </a:solidFill>
          <a:latin typeface="+mn-lt"/>
        </a:defRPr>
      </a:lvl7pPr>
      <a:lvl8pPr marL="3429000" indent="-228600" algn="r" rtl="1" fontAlgn="base">
        <a:spcBef>
          <a:spcPct val="20000"/>
        </a:spcBef>
        <a:spcAft>
          <a:spcPct val="0"/>
        </a:spcAft>
        <a:buFont typeface="Wingdings" pitchFamily="2" charset="2"/>
        <a:defRPr sz="2400">
          <a:solidFill>
            <a:schemeClr val="tx1"/>
          </a:solidFill>
          <a:latin typeface="+mn-lt"/>
        </a:defRPr>
      </a:lvl8pPr>
      <a:lvl9pPr marL="3886200" indent="-228600" algn="r" rtl="1" fontAlgn="base">
        <a:spcBef>
          <a:spcPct val="20000"/>
        </a:spcBef>
        <a:spcAft>
          <a:spcPct val="0"/>
        </a:spcAft>
        <a:buFont typeface="Wingdings" pitchFamily="2" charset="2"/>
        <a:defRPr sz="2400">
          <a:solidFill>
            <a:schemeClr val="tx1"/>
          </a:solidFill>
          <a:latin typeface="+mn-lt"/>
        </a:defRPr>
      </a:lvl9pPr>
    </p:bodyStyle>
    <p:otherStyle>
      <a:defPPr>
        <a:defRPr lang="en-US"/>
      </a:defPPr>
      <a:lvl1pPr marL="0" algn="r" defTabSz="914400" rtl="1" eaLnBrk="1" latinLnBrk="0" hangingPunct="1">
        <a:defRPr sz="1800" kern="1200">
          <a:solidFill>
            <a:schemeClr val="tx1"/>
          </a:solidFill>
          <a:latin typeface="+mn-lt"/>
          <a:ea typeface="+mn-ea"/>
          <a:cs typeface="+mn-cs"/>
        </a:defRPr>
      </a:lvl1pPr>
      <a:lvl2pPr marL="457200" algn="r" defTabSz="914400" rtl="1" eaLnBrk="1" latinLnBrk="0" hangingPunct="1">
        <a:defRPr sz="1800" kern="1200">
          <a:solidFill>
            <a:schemeClr val="tx1"/>
          </a:solidFill>
          <a:latin typeface="+mn-lt"/>
          <a:ea typeface="+mn-ea"/>
          <a:cs typeface="+mn-cs"/>
        </a:defRPr>
      </a:lvl2pPr>
      <a:lvl3pPr marL="914400" algn="r" defTabSz="914400" rtl="1" eaLnBrk="1" latinLnBrk="0" hangingPunct="1">
        <a:defRPr sz="1800" kern="1200">
          <a:solidFill>
            <a:schemeClr val="tx1"/>
          </a:solidFill>
          <a:latin typeface="+mn-lt"/>
          <a:ea typeface="+mn-ea"/>
          <a:cs typeface="+mn-cs"/>
        </a:defRPr>
      </a:lvl3pPr>
      <a:lvl4pPr marL="1371600" algn="r" defTabSz="914400" rtl="1" eaLnBrk="1" latinLnBrk="0" hangingPunct="1">
        <a:defRPr sz="1800" kern="1200">
          <a:solidFill>
            <a:schemeClr val="tx1"/>
          </a:solidFill>
          <a:latin typeface="+mn-lt"/>
          <a:ea typeface="+mn-ea"/>
          <a:cs typeface="+mn-cs"/>
        </a:defRPr>
      </a:lvl4pPr>
      <a:lvl5pPr marL="1828800" algn="r" defTabSz="914400" rtl="1" eaLnBrk="1" latinLnBrk="0" hangingPunct="1">
        <a:defRPr sz="1800" kern="1200">
          <a:solidFill>
            <a:schemeClr val="tx1"/>
          </a:solidFill>
          <a:latin typeface="+mn-lt"/>
          <a:ea typeface="+mn-ea"/>
          <a:cs typeface="+mn-cs"/>
        </a:defRPr>
      </a:lvl5pPr>
      <a:lvl6pPr marL="2286000" algn="r" defTabSz="914400" rtl="1" eaLnBrk="1" latinLnBrk="0" hangingPunct="1">
        <a:defRPr sz="1800" kern="1200">
          <a:solidFill>
            <a:schemeClr val="tx1"/>
          </a:solidFill>
          <a:latin typeface="+mn-lt"/>
          <a:ea typeface="+mn-ea"/>
          <a:cs typeface="+mn-cs"/>
        </a:defRPr>
      </a:lvl6pPr>
      <a:lvl7pPr marL="2743200" algn="r" defTabSz="914400" rtl="1" eaLnBrk="1" latinLnBrk="0" hangingPunct="1">
        <a:defRPr sz="1800" kern="1200">
          <a:solidFill>
            <a:schemeClr val="tx1"/>
          </a:solidFill>
          <a:latin typeface="+mn-lt"/>
          <a:ea typeface="+mn-ea"/>
          <a:cs typeface="+mn-cs"/>
        </a:defRPr>
      </a:lvl7pPr>
      <a:lvl8pPr marL="3200400" algn="r" defTabSz="914400" rtl="1" eaLnBrk="1" latinLnBrk="0" hangingPunct="1">
        <a:defRPr sz="1800" kern="1200">
          <a:solidFill>
            <a:schemeClr val="tx1"/>
          </a:solidFill>
          <a:latin typeface="+mn-lt"/>
          <a:ea typeface="+mn-ea"/>
          <a:cs typeface="+mn-cs"/>
        </a:defRPr>
      </a:lvl8pPr>
      <a:lvl9pPr marL="3657600" algn="r" defTabSz="914400" rtl="1"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2056" name="TextBox 4">
            <a:extLst>
              <a:ext uri="{FF2B5EF4-FFF2-40B4-BE49-F238E27FC236}">
                <a16:creationId xmlns:a16="http://schemas.microsoft.com/office/drawing/2014/main" id="{2D2D2BA7-3DC8-B2DD-685B-33BA65B7260B}"/>
              </a:ext>
            </a:extLst>
          </p:cNvPr>
          <p:cNvSpPr txBox="1">
            <a:spLocks noChangeArrowheads="1"/>
          </p:cNvSpPr>
          <p:nvPr/>
        </p:nvSpPr>
        <p:spPr bwMode="auto">
          <a:xfrm>
            <a:off x="252413" y="723900"/>
            <a:ext cx="7199312" cy="261938"/>
          </a:xfrm>
          <a:prstGeom prst="rect">
            <a:avLst/>
          </a:prstGeom>
          <a:noFill/>
          <a:ln>
            <a:noFill/>
          </a:ln>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defRPr/>
            </a:pPr>
            <a:r>
              <a:rPr lang="en-GB" altLang="en-US" sz="1100" b="1" dirty="0">
                <a:solidFill>
                  <a:schemeClr val="bg1"/>
                </a:solidFill>
              </a:rPr>
              <a:t>Unit 3: Professional Development in the Sports Industry</a:t>
            </a:r>
          </a:p>
        </p:txBody>
      </p:sp>
      <p:sp>
        <p:nvSpPr>
          <p:cNvPr id="14339" name="Title Placeholder 1">
            <a:extLst>
              <a:ext uri="{FF2B5EF4-FFF2-40B4-BE49-F238E27FC236}">
                <a16:creationId xmlns:a16="http://schemas.microsoft.com/office/drawing/2014/main" id="{B9C6BA7D-5854-D592-7A00-A0EC539E365A}"/>
              </a:ext>
            </a:extLst>
          </p:cNvPr>
          <p:cNvSpPr>
            <a:spLocks noGrp="1"/>
          </p:cNvSpPr>
          <p:nvPr>
            <p:ph type="title"/>
          </p:nvPr>
        </p:nvSpPr>
        <p:spPr bwMode="auto">
          <a:xfrm>
            <a:off x="457200" y="1196975"/>
            <a:ext cx="8229600" cy="863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en-US" altLang="en-US"/>
              <a:t>Click to edit Master title style</a:t>
            </a:r>
            <a:endParaRPr lang="en-GB" altLang="en-US"/>
          </a:p>
        </p:txBody>
      </p:sp>
      <p:sp>
        <p:nvSpPr>
          <p:cNvPr id="14340" name="Text Placeholder 2">
            <a:extLst>
              <a:ext uri="{FF2B5EF4-FFF2-40B4-BE49-F238E27FC236}">
                <a16:creationId xmlns:a16="http://schemas.microsoft.com/office/drawing/2014/main" id="{D6111AB5-22FF-2770-1011-D02820DE5537}"/>
              </a:ext>
            </a:extLst>
          </p:cNvPr>
          <p:cNvSpPr>
            <a:spLocks noGrp="1"/>
          </p:cNvSpPr>
          <p:nvPr>
            <p:ph type="body" idx="1"/>
          </p:nvPr>
        </p:nvSpPr>
        <p:spPr bwMode="auto">
          <a:xfrm>
            <a:off x="457200" y="2060575"/>
            <a:ext cx="8229600" cy="3616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GB" altLang="en-US"/>
              <a:t>Use simple bullet points and lines, with no more than two lines per bullet point if possible.</a:t>
            </a:r>
          </a:p>
          <a:p>
            <a:pPr lvl="0"/>
            <a:r>
              <a:rPr lang="en-GB" altLang="en-US"/>
              <a:t>Try to use a maximum of ten words per line. </a:t>
            </a:r>
          </a:p>
          <a:p>
            <a:pPr lvl="0"/>
            <a:r>
              <a:rPr lang="en-GB" altLang="en-US"/>
              <a:t>Set up generic formatting on this master. </a:t>
            </a:r>
          </a:p>
          <a:p>
            <a:pPr lvl="0"/>
            <a:r>
              <a:rPr lang="en-GB" altLang="en-US"/>
              <a:t>By applying this master to your slides, you’ll maintain consistent font and bullet style.</a:t>
            </a:r>
          </a:p>
          <a:p>
            <a:pPr lvl="0"/>
            <a:r>
              <a:rPr lang="en-GB" altLang="en-US"/>
              <a:t>To change the layout of individual slides, select ‘Slide layout’ and choose the desired layout from the right-hand menu.</a:t>
            </a:r>
          </a:p>
          <a:p>
            <a:pPr lvl="0"/>
            <a:r>
              <a:rPr lang="en-GB" altLang="en-US"/>
              <a:t>Read the PowerPoint guidelines before creating a slide show.</a:t>
            </a:r>
          </a:p>
        </p:txBody>
      </p:sp>
      <p:pic>
        <p:nvPicPr>
          <p:cNvPr id="14341" name="Picture 8">
            <a:extLst>
              <a:ext uri="{FF2B5EF4-FFF2-40B4-BE49-F238E27FC236}">
                <a16:creationId xmlns:a16="http://schemas.microsoft.com/office/drawing/2014/main" id="{FEDC9336-94D7-0F7A-9422-574A068E9570}"/>
              </a:ext>
            </a:extLst>
          </p:cNvPr>
          <p:cNvPicPr>
            <a:picLocks noChangeAspect="1" noChangeArrowheads="1"/>
          </p:cNvPicPr>
          <p:nvPr userDrawn="1"/>
        </p:nvPicPr>
        <p:blipFill>
          <a:blip r:embed="rId16" cstate="screen">
            <a:extLst>
              <a:ext uri="{28A0092B-C50C-407E-A947-70E740481C1C}">
                <a14:useLocalDpi xmlns:a14="http://schemas.microsoft.com/office/drawing/2010/main"/>
              </a:ext>
            </a:extLst>
          </a:blip>
          <a:srcRect/>
          <a:stretch/>
        </p:blipFill>
        <p:spPr bwMode="auto">
          <a:xfrm>
            <a:off x="0" y="190"/>
            <a:ext cx="9144000" cy="10759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 name="Footer Placeholder 4">
            <a:extLst>
              <a:ext uri="{FF2B5EF4-FFF2-40B4-BE49-F238E27FC236}">
                <a16:creationId xmlns:a16="http://schemas.microsoft.com/office/drawing/2014/main" id="{519F82B0-FA8C-C128-CC82-F2D587FD19DE}"/>
              </a:ext>
            </a:extLst>
          </p:cNvPr>
          <p:cNvSpPr>
            <a:spLocks noGrp="1" noChangeArrowheads="1"/>
          </p:cNvSpPr>
          <p:nvPr>
            <p:ph type="ftr" sz="quarter" idx="3"/>
          </p:nvPr>
        </p:nvSpPr>
        <p:spPr bwMode="auto">
          <a:xfrm>
            <a:off x="0" y="6459538"/>
            <a:ext cx="9144000" cy="287337"/>
          </a:xfrm>
          <a:prstGeom prst="rect">
            <a:avLst/>
          </a:prstGeom>
          <a:noFill/>
        </p:spPr>
        <p:txBody>
          <a:bodyPr vert="horz" wrap="square" lIns="91440" tIns="45720" rIns="91440" bIns="45720" numCol="1" anchor="t" anchorCtr="0" compatLnSpc="1">
            <a:prstTxWarp prst="textNoShape">
              <a:avLst/>
            </a:prstTxWarp>
          </a:bodyPr>
          <a:lstStyle>
            <a:lvl1pPr algn="ctr">
              <a:spcBef>
                <a:spcPct val="0"/>
              </a:spcBef>
              <a:buFontTx/>
              <a:buNone/>
              <a:defRPr sz="1800">
                <a:solidFill>
                  <a:schemeClr val="tx1"/>
                </a:solidFill>
                <a:latin typeface="Arial" panose="020B0604020202020204" pitchFamily="34" charset="0"/>
                <a:ea typeface="+mn-ea"/>
                <a:cs typeface="Arial" panose="020B0604020202020204" pitchFamily="34" charset="0"/>
              </a:defRPr>
            </a:lvl1pPr>
            <a:lvl2pPr marL="742950" indent="-285750">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2pPr>
            <a:lvl3pPr marL="1143000" indent="-228600">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3pPr>
            <a:lvl4pPr marL="1600200" indent="-228600">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4pPr>
            <a:lvl5pPr marL="2057400" indent="-228600">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5pPr>
            <a:lvl6pPr marL="2514600" indent="-228600"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6pPr>
            <a:lvl7pPr marL="2971800" indent="-228600"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7pPr>
            <a:lvl8pPr marL="3429000" indent="-228600"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8pPr>
            <a:lvl9pPr marL="3886200" indent="-228600"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9pPr>
          </a:lstStyle>
          <a:p>
            <a:pPr>
              <a:defRPr/>
            </a:pPr>
            <a:r>
              <a:rPr lang="en-GB" altLang="en-US" dirty="0"/>
              <a:t>© Pearson Education Ltd 2023. Copying permitted for purchasing institution only. </a:t>
            </a:r>
          </a:p>
        </p:txBody>
      </p:sp>
    </p:spTree>
    <p:extLst>
      <p:ext uri="{BB962C8B-B14F-4D97-AF65-F5344CB8AC3E}">
        <p14:creationId xmlns:p14="http://schemas.microsoft.com/office/powerpoint/2010/main" val="2455103762"/>
      </p:ext>
    </p:extLst>
  </p:cSld>
  <p:clrMap bg1="lt1" tx1="dk1" bg2="lt2" tx2="dk2" accent1="accent1" accent2="accent2" accent3="accent3" accent4="accent4" accent5="accent5" accent6="accent6" hlink="hlink" folHlink="folHlink"/>
  <p:sldLayoutIdLst>
    <p:sldLayoutId id="2147484826" r:id="rId1"/>
    <p:sldLayoutId id="2147484827" r:id="rId2"/>
    <p:sldLayoutId id="2147484828" r:id="rId3"/>
    <p:sldLayoutId id="2147484829" r:id="rId4"/>
    <p:sldLayoutId id="2147484830" r:id="rId5"/>
    <p:sldLayoutId id="2147484831" r:id="rId6"/>
    <p:sldLayoutId id="2147484832" r:id="rId7"/>
    <p:sldLayoutId id="2147484833" r:id="rId8"/>
    <p:sldLayoutId id="2147484834" r:id="rId9"/>
    <p:sldLayoutId id="2147484835" r:id="rId10"/>
    <p:sldLayoutId id="2147484836" r:id="rId11"/>
    <p:sldLayoutId id="2147484837" r:id="rId12"/>
    <p:sldLayoutId id="2147484930" r:id="rId13"/>
  </p:sldLayoutIdLst>
  <p:transition>
    <p:sndAc>
      <p:stSnd>
        <p:snd r:embed="rId15" name="click.wav"/>
      </p:stSnd>
    </p:sndAc>
  </p:transition>
  <p:hf sldNum="0" hdr="0" dt="0"/>
  <p:txStyles>
    <p:titleStyle>
      <a:lvl1pPr algn="ctr" rtl="1" eaLnBrk="0" fontAlgn="base" hangingPunct="0">
        <a:spcBef>
          <a:spcPct val="0"/>
        </a:spcBef>
        <a:spcAft>
          <a:spcPct val="0"/>
        </a:spcAft>
        <a:defRPr sz="4400">
          <a:solidFill>
            <a:schemeClr val="tx2"/>
          </a:solidFill>
          <a:latin typeface="Arial" panose="020B0604020202020204" pitchFamily="34" charset="0"/>
          <a:ea typeface="Arial" charset="0"/>
          <a:cs typeface="Arial" panose="020B0604020202020204" pitchFamily="34" charset="0"/>
        </a:defRPr>
      </a:lvl1pPr>
      <a:lvl2pPr algn="ctr" rtl="1" eaLnBrk="0" fontAlgn="base" hangingPunct="0">
        <a:spcBef>
          <a:spcPct val="0"/>
        </a:spcBef>
        <a:spcAft>
          <a:spcPct val="0"/>
        </a:spcAft>
        <a:defRPr sz="4400">
          <a:solidFill>
            <a:schemeClr val="tx2"/>
          </a:solidFill>
          <a:latin typeface="Arial" panose="020B0604020202020204" pitchFamily="34" charset="0"/>
          <a:ea typeface="Arial" charset="0"/>
          <a:cs typeface="Arial" panose="020B0604020202020204" pitchFamily="34" charset="0"/>
        </a:defRPr>
      </a:lvl2pPr>
      <a:lvl3pPr algn="ctr" rtl="1" eaLnBrk="0" fontAlgn="base" hangingPunct="0">
        <a:spcBef>
          <a:spcPct val="0"/>
        </a:spcBef>
        <a:spcAft>
          <a:spcPct val="0"/>
        </a:spcAft>
        <a:defRPr sz="4400">
          <a:solidFill>
            <a:schemeClr val="tx2"/>
          </a:solidFill>
          <a:latin typeface="Arial" panose="020B0604020202020204" pitchFamily="34" charset="0"/>
          <a:ea typeface="Arial" charset="0"/>
          <a:cs typeface="Arial" panose="020B0604020202020204" pitchFamily="34" charset="0"/>
        </a:defRPr>
      </a:lvl3pPr>
      <a:lvl4pPr algn="ctr" rtl="1" eaLnBrk="0" fontAlgn="base" hangingPunct="0">
        <a:spcBef>
          <a:spcPct val="0"/>
        </a:spcBef>
        <a:spcAft>
          <a:spcPct val="0"/>
        </a:spcAft>
        <a:defRPr sz="4400">
          <a:solidFill>
            <a:schemeClr val="tx2"/>
          </a:solidFill>
          <a:latin typeface="Arial" panose="020B0604020202020204" pitchFamily="34" charset="0"/>
          <a:ea typeface="Arial" charset="0"/>
          <a:cs typeface="Arial" panose="020B0604020202020204" pitchFamily="34" charset="0"/>
        </a:defRPr>
      </a:lvl4pPr>
      <a:lvl5pPr algn="ctr" rtl="1" eaLnBrk="0" fontAlgn="base" hangingPunct="0">
        <a:spcBef>
          <a:spcPct val="0"/>
        </a:spcBef>
        <a:spcAft>
          <a:spcPct val="0"/>
        </a:spcAft>
        <a:defRPr sz="4400">
          <a:solidFill>
            <a:schemeClr val="tx2"/>
          </a:solidFill>
          <a:latin typeface="Arial" panose="020B0604020202020204" pitchFamily="34" charset="0"/>
          <a:ea typeface="Arial" charset="0"/>
          <a:cs typeface="Arial" panose="020B0604020202020204" pitchFamily="34" charset="0"/>
        </a:defRPr>
      </a:lvl5pPr>
      <a:lvl6pPr marL="457200" algn="ctr" rtl="1" fontAlgn="base">
        <a:spcBef>
          <a:spcPct val="0"/>
        </a:spcBef>
        <a:spcAft>
          <a:spcPct val="0"/>
        </a:spcAft>
        <a:defRPr sz="4400">
          <a:solidFill>
            <a:schemeClr val="tx2"/>
          </a:solidFill>
          <a:latin typeface="Verdana" pitchFamily="34" charset="0"/>
        </a:defRPr>
      </a:lvl6pPr>
      <a:lvl7pPr marL="914400" algn="ctr" rtl="1" fontAlgn="base">
        <a:spcBef>
          <a:spcPct val="0"/>
        </a:spcBef>
        <a:spcAft>
          <a:spcPct val="0"/>
        </a:spcAft>
        <a:defRPr sz="4400">
          <a:solidFill>
            <a:schemeClr val="tx2"/>
          </a:solidFill>
          <a:latin typeface="Verdana" pitchFamily="34" charset="0"/>
        </a:defRPr>
      </a:lvl7pPr>
      <a:lvl8pPr marL="1371600" algn="ctr" rtl="1" fontAlgn="base">
        <a:spcBef>
          <a:spcPct val="0"/>
        </a:spcBef>
        <a:spcAft>
          <a:spcPct val="0"/>
        </a:spcAft>
        <a:defRPr sz="4400">
          <a:solidFill>
            <a:schemeClr val="tx2"/>
          </a:solidFill>
          <a:latin typeface="Verdana" pitchFamily="34" charset="0"/>
        </a:defRPr>
      </a:lvl8pPr>
      <a:lvl9pPr marL="1828800" algn="ctr" rtl="1" fontAlgn="base">
        <a:spcBef>
          <a:spcPct val="0"/>
        </a:spcBef>
        <a:spcAft>
          <a:spcPct val="0"/>
        </a:spcAft>
        <a:defRPr sz="4400">
          <a:solidFill>
            <a:schemeClr val="tx2"/>
          </a:solidFill>
          <a:latin typeface="Verdana" pitchFamily="34" charset="0"/>
        </a:defRPr>
      </a:lvl9pPr>
    </p:titleStyle>
    <p:bodyStyle>
      <a:lvl1pPr marL="342900" indent="-342900" algn="r" rtl="1" eaLnBrk="0" fontAlgn="base" hangingPunct="0">
        <a:spcBef>
          <a:spcPct val="20000"/>
        </a:spcBef>
        <a:spcAft>
          <a:spcPct val="0"/>
        </a:spcAft>
        <a:buFont typeface="Wingdings" panose="05000000000000000000" pitchFamily="2" charset="2"/>
        <a:buChar char="§"/>
        <a:defRPr sz="2400">
          <a:solidFill>
            <a:schemeClr val="tx1"/>
          </a:solidFill>
          <a:latin typeface="Arial" panose="020B0604020202020204" pitchFamily="34" charset="0"/>
          <a:ea typeface="Arial" charset="0"/>
          <a:cs typeface="Arial" panose="020B0604020202020204" pitchFamily="34" charset="0"/>
        </a:defRPr>
      </a:lvl1pPr>
      <a:lvl2pPr marL="742950" indent="-28575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2pPr>
      <a:lvl3pPr marL="11430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3pPr>
      <a:lvl4pPr marL="16002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4pPr>
      <a:lvl5pPr marL="20574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5pPr>
      <a:lvl6pPr marL="2514600" indent="-228600" algn="r" rtl="1" fontAlgn="base">
        <a:spcBef>
          <a:spcPct val="20000"/>
        </a:spcBef>
        <a:spcAft>
          <a:spcPct val="0"/>
        </a:spcAft>
        <a:buFont typeface="Wingdings" pitchFamily="2" charset="2"/>
        <a:defRPr sz="2400">
          <a:solidFill>
            <a:schemeClr val="tx1"/>
          </a:solidFill>
          <a:latin typeface="+mn-lt"/>
        </a:defRPr>
      </a:lvl6pPr>
      <a:lvl7pPr marL="2971800" indent="-228600" algn="r" rtl="1" fontAlgn="base">
        <a:spcBef>
          <a:spcPct val="20000"/>
        </a:spcBef>
        <a:spcAft>
          <a:spcPct val="0"/>
        </a:spcAft>
        <a:buFont typeface="Wingdings" pitchFamily="2" charset="2"/>
        <a:defRPr sz="2400">
          <a:solidFill>
            <a:schemeClr val="tx1"/>
          </a:solidFill>
          <a:latin typeface="+mn-lt"/>
        </a:defRPr>
      </a:lvl7pPr>
      <a:lvl8pPr marL="3429000" indent="-228600" algn="r" rtl="1" fontAlgn="base">
        <a:spcBef>
          <a:spcPct val="20000"/>
        </a:spcBef>
        <a:spcAft>
          <a:spcPct val="0"/>
        </a:spcAft>
        <a:buFont typeface="Wingdings" pitchFamily="2" charset="2"/>
        <a:defRPr sz="2400">
          <a:solidFill>
            <a:schemeClr val="tx1"/>
          </a:solidFill>
          <a:latin typeface="+mn-lt"/>
        </a:defRPr>
      </a:lvl8pPr>
      <a:lvl9pPr marL="3886200" indent="-228600" algn="r" rtl="1" fontAlgn="base">
        <a:spcBef>
          <a:spcPct val="20000"/>
        </a:spcBef>
        <a:spcAft>
          <a:spcPct val="0"/>
        </a:spcAft>
        <a:buFont typeface="Wingdings" pitchFamily="2" charset="2"/>
        <a:defRPr sz="2400">
          <a:solidFill>
            <a:schemeClr val="tx1"/>
          </a:solidFill>
          <a:latin typeface="+mn-lt"/>
        </a:defRPr>
      </a:lvl9pPr>
    </p:bodyStyle>
    <p:otherStyle>
      <a:defPPr>
        <a:defRPr lang="en-US"/>
      </a:defPPr>
      <a:lvl1pPr marL="0" algn="r" defTabSz="914400" rtl="1" eaLnBrk="1" latinLnBrk="0" hangingPunct="1">
        <a:defRPr sz="1800" kern="1200">
          <a:solidFill>
            <a:schemeClr val="tx1"/>
          </a:solidFill>
          <a:latin typeface="+mn-lt"/>
          <a:ea typeface="+mn-ea"/>
          <a:cs typeface="+mn-cs"/>
        </a:defRPr>
      </a:lvl1pPr>
      <a:lvl2pPr marL="457200" algn="r" defTabSz="914400" rtl="1" eaLnBrk="1" latinLnBrk="0" hangingPunct="1">
        <a:defRPr sz="1800" kern="1200">
          <a:solidFill>
            <a:schemeClr val="tx1"/>
          </a:solidFill>
          <a:latin typeface="+mn-lt"/>
          <a:ea typeface="+mn-ea"/>
          <a:cs typeface="+mn-cs"/>
        </a:defRPr>
      </a:lvl2pPr>
      <a:lvl3pPr marL="914400" algn="r" defTabSz="914400" rtl="1" eaLnBrk="1" latinLnBrk="0" hangingPunct="1">
        <a:defRPr sz="1800" kern="1200">
          <a:solidFill>
            <a:schemeClr val="tx1"/>
          </a:solidFill>
          <a:latin typeface="+mn-lt"/>
          <a:ea typeface="+mn-ea"/>
          <a:cs typeface="+mn-cs"/>
        </a:defRPr>
      </a:lvl3pPr>
      <a:lvl4pPr marL="1371600" algn="r" defTabSz="914400" rtl="1" eaLnBrk="1" latinLnBrk="0" hangingPunct="1">
        <a:defRPr sz="1800" kern="1200">
          <a:solidFill>
            <a:schemeClr val="tx1"/>
          </a:solidFill>
          <a:latin typeface="+mn-lt"/>
          <a:ea typeface="+mn-ea"/>
          <a:cs typeface="+mn-cs"/>
        </a:defRPr>
      </a:lvl4pPr>
      <a:lvl5pPr marL="1828800" algn="r" defTabSz="914400" rtl="1" eaLnBrk="1" latinLnBrk="0" hangingPunct="1">
        <a:defRPr sz="1800" kern="1200">
          <a:solidFill>
            <a:schemeClr val="tx1"/>
          </a:solidFill>
          <a:latin typeface="+mn-lt"/>
          <a:ea typeface="+mn-ea"/>
          <a:cs typeface="+mn-cs"/>
        </a:defRPr>
      </a:lvl5pPr>
      <a:lvl6pPr marL="2286000" algn="r" defTabSz="914400" rtl="1" eaLnBrk="1" latinLnBrk="0" hangingPunct="1">
        <a:defRPr sz="1800" kern="1200">
          <a:solidFill>
            <a:schemeClr val="tx1"/>
          </a:solidFill>
          <a:latin typeface="+mn-lt"/>
          <a:ea typeface="+mn-ea"/>
          <a:cs typeface="+mn-cs"/>
        </a:defRPr>
      </a:lvl6pPr>
      <a:lvl7pPr marL="2743200" algn="r" defTabSz="914400" rtl="1" eaLnBrk="1" latinLnBrk="0" hangingPunct="1">
        <a:defRPr sz="1800" kern="1200">
          <a:solidFill>
            <a:schemeClr val="tx1"/>
          </a:solidFill>
          <a:latin typeface="+mn-lt"/>
          <a:ea typeface="+mn-ea"/>
          <a:cs typeface="+mn-cs"/>
        </a:defRPr>
      </a:lvl7pPr>
      <a:lvl8pPr marL="3200400" algn="r" defTabSz="914400" rtl="1" eaLnBrk="1" latinLnBrk="0" hangingPunct="1">
        <a:defRPr sz="1800" kern="1200">
          <a:solidFill>
            <a:schemeClr val="tx1"/>
          </a:solidFill>
          <a:latin typeface="+mn-lt"/>
          <a:ea typeface="+mn-ea"/>
          <a:cs typeface="+mn-cs"/>
        </a:defRPr>
      </a:lvl8pPr>
      <a:lvl9pPr marL="3657600" algn="r" defTabSz="914400" rtl="1" eaLnBrk="1" latinLnBrk="0" hangingPunct="1">
        <a:defRPr sz="1800"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2056" name="TextBox 4">
            <a:extLst>
              <a:ext uri="{FF2B5EF4-FFF2-40B4-BE49-F238E27FC236}">
                <a16:creationId xmlns:a16="http://schemas.microsoft.com/office/drawing/2014/main" id="{2D2D2BA7-3DC8-B2DD-685B-33BA65B7260B}"/>
              </a:ext>
            </a:extLst>
          </p:cNvPr>
          <p:cNvSpPr txBox="1">
            <a:spLocks noChangeArrowheads="1"/>
          </p:cNvSpPr>
          <p:nvPr/>
        </p:nvSpPr>
        <p:spPr bwMode="auto">
          <a:xfrm>
            <a:off x="252413" y="723900"/>
            <a:ext cx="7199312" cy="261938"/>
          </a:xfrm>
          <a:prstGeom prst="rect">
            <a:avLst/>
          </a:prstGeom>
          <a:noFill/>
          <a:ln>
            <a:noFill/>
          </a:ln>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defRPr/>
            </a:pPr>
            <a:r>
              <a:rPr lang="en-GB" altLang="en-US" sz="1100" b="1" dirty="0">
                <a:solidFill>
                  <a:schemeClr val="bg1"/>
                </a:solidFill>
              </a:rPr>
              <a:t>Unit 3: Professional Development in the Sports Industry</a:t>
            </a:r>
          </a:p>
        </p:txBody>
      </p:sp>
      <p:sp>
        <p:nvSpPr>
          <p:cNvPr id="14339" name="Title Placeholder 1">
            <a:extLst>
              <a:ext uri="{FF2B5EF4-FFF2-40B4-BE49-F238E27FC236}">
                <a16:creationId xmlns:a16="http://schemas.microsoft.com/office/drawing/2014/main" id="{B9C6BA7D-5854-D592-7A00-A0EC539E365A}"/>
              </a:ext>
            </a:extLst>
          </p:cNvPr>
          <p:cNvSpPr>
            <a:spLocks noGrp="1"/>
          </p:cNvSpPr>
          <p:nvPr>
            <p:ph type="title"/>
          </p:nvPr>
        </p:nvSpPr>
        <p:spPr bwMode="auto">
          <a:xfrm>
            <a:off x="457200" y="1196975"/>
            <a:ext cx="8229600" cy="863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en-US" altLang="en-US"/>
              <a:t>Click to edit Master title style</a:t>
            </a:r>
            <a:endParaRPr lang="en-GB" altLang="en-US"/>
          </a:p>
        </p:txBody>
      </p:sp>
      <p:sp>
        <p:nvSpPr>
          <p:cNvPr id="14340" name="Text Placeholder 2">
            <a:extLst>
              <a:ext uri="{FF2B5EF4-FFF2-40B4-BE49-F238E27FC236}">
                <a16:creationId xmlns:a16="http://schemas.microsoft.com/office/drawing/2014/main" id="{D6111AB5-22FF-2770-1011-D02820DE5537}"/>
              </a:ext>
            </a:extLst>
          </p:cNvPr>
          <p:cNvSpPr>
            <a:spLocks noGrp="1"/>
          </p:cNvSpPr>
          <p:nvPr>
            <p:ph type="body" idx="1"/>
          </p:nvPr>
        </p:nvSpPr>
        <p:spPr bwMode="auto">
          <a:xfrm>
            <a:off x="457200" y="2060575"/>
            <a:ext cx="8229600" cy="3616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GB" altLang="en-US"/>
              <a:t>Use simple bullet points and lines, with no more than two lines per bullet point if possible.</a:t>
            </a:r>
          </a:p>
          <a:p>
            <a:pPr lvl="0"/>
            <a:r>
              <a:rPr lang="en-GB" altLang="en-US"/>
              <a:t>Try to use a maximum of ten words per line. </a:t>
            </a:r>
          </a:p>
          <a:p>
            <a:pPr lvl="0"/>
            <a:r>
              <a:rPr lang="en-GB" altLang="en-US"/>
              <a:t>Set up generic formatting on this master. </a:t>
            </a:r>
          </a:p>
          <a:p>
            <a:pPr lvl="0"/>
            <a:r>
              <a:rPr lang="en-GB" altLang="en-US"/>
              <a:t>By applying this master to your slides, you’ll maintain consistent font and bullet style.</a:t>
            </a:r>
          </a:p>
          <a:p>
            <a:pPr lvl="0"/>
            <a:r>
              <a:rPr lang="en-GB" altLang="en-US"/>
              <a:t>To change the layout of individual slides, select ‘Slide layout’ and choose the desired layout from the right-hand menu.</a:t>
            </a:r>
          </a:p>
          <a:p>
            <a:pPr lvl="0"/>
            <a:r>
              <a:rPr lang="en-GB" altLang="en-US"/>
              <a:t>Read the PowerPoint guidelines before creating a slide show.</a:t>
            </a:r>
          </a:p>
        </p:txBody>
      </p:sp>
      <p:pic>
        <p:nvPicPr>
          <p:cNvPr id="14341" name="Picture 8">
            <a:extLst>
              <a:ext uri="{FF2B5EF4-FFF2-40B4-BE49-F238E27FC236}">
                <a16:creationId xmlns:a16="http://schemas.microsoft.com/office/drawing/2014/main" id="{FEDC9336-94D7-0F7A-9422-574A068E9570}"/>
              </a:ext>
            </a:extLst>
          </p:cNvPr>
          <p:cNvPicPr>
            <a:picLocks noChangeAspect="1" noChangeArrowheads="1"/>
          </p:cNvPicPr>
          <p:nvPr userDrawn="1"/>
        </p:nvPicPr>
        <p:blipFill>
          <a:blip r:embed="rId16" cstate="screen">
            <a:extLst>
              <a:ext uri="{28A0092B-C50C-407E-A947-70E740481C1C}">
                <a14:useLocalDpi xmlns:a14="http://schemas.microsoft.com/office/drawing/2010/main"/>
              </a:ext>
            </a:extLst>
          </a:blip>
          <a:srcRect/>
          <a:stretch/>
        </p:blipFill>
        <p:spPr bwMode="auto">
          <a:xfrm>
            <a:off x="0" y="190"/>
            <a:ext cx="9144000" cy="10759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 name="Footer Placeholder 4">
            <a:extLst>
              <a:ext uri="{FF2B5EF4-FFF2-40B4-BE49-F238E27FC236}">
                <a16:creationId xmlns:a16="http://schemas.microsoft.com/office/drawing/2014/main" id="{519F82B0-FA8C-C128-CC82-F2D587FD19DE}"/>
              </a:ext>
            </a:extLst>
          </p:cNvPr>
          <p:cNvSpPr>
            <a:spLocks noGrp="1" noChangeArrowheads="1"/>
          </p:cNvSpPr>
          <p:nvPr>
            <p:ph type="ftr" sz="quarter" idx="3"/>
          </p:nvPr>
        </p:nvSpPr>
        <p:spPr bwMode="auto">
          <a:xfrm>
            <a:off x="0" y="6459538"/>
            <a:ext cx="9144000" cy="287337"/>
          </a:xfrm>
          <a:prstGeom prst="rect">
            <a:avLst/>
          </a:prstGeom>
          <a:noFill/>
        </p:spPr>
        <p:txBody>
          <a:bodyPr vert="horz" wrap="square" lIns="91440" tIns="45720" rIns="91440" bIns="45720" numCol="1" anchor="t" anchorCtr="0" compatLnSpc="1">
            <a:prstTxWarp prst="textNoShape">
              <a:avLst/>
            </a:prstTxWarp>
          </a:bodyPr>
          <a:lstStyle>
            <a:lvl1pPr algn="ctr">
              <a:spcBef>
                <a:spcPct val="0"/>
              </a:spcBef>
              <a:buFontTx/>
              <a:buNone/>
              <a:defRPr sz="1800">
                <a:solidFill>
                  <a:schemeClr val="tx1"/>
                </a:solidFill>
                <a:latin typeface="Arial" panose="020B0604020202020204" pitchFamily="34" charset="0"/>
                <a:ea typeface="+mn-ea"/>
                <a:cs typeface="Arial" panose="020B0604020202020204" pitchFamily="34" charset="0"/>
              </a:defRPr>
            </a:lvl1pPr>
            <a:lvl2pPr marL="742950" indent="-285750">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2pPr>
            <a:lvl3pPr marL="1143000" indent="-228600">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3pPr>
            <a:lvl4pPr marL="1600200" indent="-228600">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4pPr>
            <a:lvl5pPr marL="2057400" indent="-228600">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5pPr>
            <a:lvl6pPr marL="2514600" indent="-228600"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6pPr>
            <a:lvl7pPr marL="2971800" indent="-228600"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7pPr>
            <a:lvl8pPr marL="3429000" indent="-228600"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8pPr>
            <a:lvl9pPr marL="3886200" indent="-228600"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9pPr>
          </a:lstStyle>
          <a:p>
            <a:pPr>
              <a:defRPr/>
            </a:pPr>
            <a:r>
              <a:rPr lang="en-GB" altLang="en-US" dirty="0"/>
              <a:t>© Pearson Education Ltd 2023. Copying permitted for purchasing institution only. </a:t>
            </a:r>
          </a:p>
        </p:txBody>
      </p:sp>
    </p:spTree>
    <p:extLst>
      <p:ext uri="{BB962C8B-B14F-4D97-AF65-F5344CB8AC3E}">
        <p14:creationId xmlns:p14="http://schemas.microsoft.com/office/powerpoint/2010/main" val="770692123"/>
      </p:ext>
    </p:extLst>
  </p:cSld>
  <p:clrMap bg1="lt1" tx1="dk1" bg2="lt2" tx2="dk2" accent1="accent1" accent2="accent2" accent3="accent3" accent4="accent4" accent5="accent5" accent6="accent6" hlink="hlink" folHlink="folHlink"/>
  <p:sldLayoutIdLst>
    <p:sldLayoutId id="2147484839" r:id="rId1"/>
    <p:sldLayoutId id="2147484840" r:id="rId2"/>
    <p:sldLayoutId id="2147484841" r:id="rId3"/>
    <p:sldLayoutId id="2147484842" r:id="rId4"/>
    <p:sldLayoutId id="2147484843" r:id="rId5"/>
    <p:sldLayoutId id="2147484844" r:id="rId6"/>
    <p:sldLayoutId id="2147484845" r:id="rId7"/>
    <p:sldLayoutId id="2147484846" r:id="rId8"/>
    <p:sldLayoutId id="2147484847" r:id="rId9"/>
    <p:sldLayoutId id="2147484848" r:id="rId10"/>
    <p:sldLayoutId id="2147484849" r:id="rId11"/>
    <p:sldLayoutId id="2147484850" r:id="rId12"/>
    <p:sldLayoutId id="2147484931" r:id="rId13"/>
  </p:sldLayoutIdLst>
  <p:transition>
    <p:sndAc>
      <p:stSnd>
        <p:snd r:embed="rId15" name="click.wav"/>
      </p:stSnd>
    </p:sndAc>
  </p:transition>
  <p:hf sldNum="0" hdr="0" dt="0"/>
  <p:txStyles>
    <p:titleStyle>
      <a:lvl1pPr algn="ctr" rtl="1" eaLnBrk="0" fontAlgn="base" hangingPunct="0">
        <a:spcBef>
          <a:spcPct val="0"/>
        </a:spcBef>
        <a:spcAft>
          <a:spcPct val="0"/>
        </a:spcAft>
        <a:defRPr sz="4400">
          <a:solidFill>
            <a:schemeClr val="tx2"/>
          </a:solidFill>
          <a:latin typeface="Arial" panose="020B0604020202020204" pitchFamily="34" charset="0"/>
          <a:ea typeface="Arial" charset="0"/>
          <a:cs typeface="Arial" panose="020B0604020202020204" pitchFamily="34" charset="0"/>
        </a:defRPr>
      </a:lvl1pPr>
      <a:lvl2pPr algn="ctr" rtl="1" eaLnBrk="0" fontAlgn="base" hangingPunct="0">
        <a:spcBef>
          <a:spcPct val="0"/>
        </a:spcBef>
        <a:spcAft>
          <a:spcPct val="0"/>
        </a:spcAft>
        <a:defRPr sz="4400">
          <a:solidFill>
            <a:schemeClr val="tx2"/>
          </a:solidFill>
          <a:latin typeface="Arial" panose="020B0604020202020204" pitchFamily="34" charset="0"/>
          <a:ea typeface="Arial" charset="0"/>
          <a:cs typeface="Arial" panose="020B0604020202020204" pitchFamily="34" charset="0"/>
        </a:defRPr>
      </a:lvl2pPr>
      <a:lvl3pPr algn="ctr" rtl="1" eaLnBrk="0" fontAlgn="base" hangingPunct="0">
        <a:spcBef>
          <a:spcPct val="0"/>
        </a:spcBef>
        <a:spcAft>
          <a:spcPct val="0"/>
        </a:spcAft>
        <a:defRPr sz="4400">
          <a:solidFill>
            <a:schemeClr val="tx2"/>
          </a:solidFill>
          <a:latin typeface="Arial" panose="020B0604020202020204" pitchFamily="34" charset="0"/>
          <a:ea typeface="Arial" charset="0"/>
          <a:cs typeface="Arial" panose="020B0604020202020204" pitchFamily="34" charset="0"/>
        </a:defRPr>
      </a:lvl3pPr>
      <a:lvl4pPr algn="ctr" rtl="1" eaLnBrk="0" fontAlgn="base" hangingPunct="0">
        <a:spcBef>
          <a:spcPct val="0"/>
        </a:spcBef>
        <a:spcAft>
          <a:spcPct val="0"/>
        </a:spcAft>
        <a:defRPr sz="4400">
          <a:solidFill>
            <a:schemeClr val="tx2"/>
          </a:solidFill>
          <a:latin typeface="Arial" panose="020B0604020202020204" pitchFamily="34" charset="0"/>
          <a:ea typeface="Arial" charset="0"/>
          <a:cs typeface="Arial" panose="020B0604020202020204" pitchFamily="34" charset="0"/>
        </a:defRPr>
      </a:lvl4pPr>
      <a:lvl5pPr algn="ctr" rtl="1" eaLnBrk="0" fontAlgn="base" hangingPunct="0">
        <a:spcBef>
          <a:spcPct val="0"/>
        </a:spcBef>
        <a:spcAft>
          <a:spcPct val="0"/>
        </a:spcAft>
        <a:defRPr sz="4400">
          <a:solidFill>
            <a:schemeClr val="tx2"/>
          </a:solidFill>
          <a:latin typeface="Arial" panose="020B0604020202020204" pitchFamily="34" charset="0"/>
          <a:ea typeface="Arial" charset="0"/>
          <a:cs typeface="Arial" panose="020B0604020202020204" pitchFamily="34" charset="0"/>
        </a:defRPr>
      </a:lvl5pPr>
      <a:lvl6pPr marL="457200" algn="ctr" rtl="1" fontAlgn="base">
        <a:spcBef>
          <a:spcPct val="0"/>
        </a:spcBef>
        <a:spcAft>
          <a:spcPct val="0"/>
        </a:spcAft>
        <a:defRPr sz="4400">
          <a:solidFill>
            <a:schemeClr val="tx2"/>
          </a:solidFill>
          <a:latin typeface="Verdana" pitchFamily="34" charset="0"/>
        </a:defRPr>
      </a:lvl6pPr>
      <a:lvl7pPr marL="914400" algn="ctr" rtl="1" fontAlgn="base">
        <a:spcBef>
          <a:spcPct val="0"/>
        </a:spcBef>
        <a:spcAft>
          <a:spcPct val="0"/>
        </a:spcAft>
        <a:defRPr sz="4400">
          <a:solidFill>
            <a:schemeClr val="tx2"/>
          </a:solidFill>
          <a:latin typeface="Verdana" pitchFamily="34" charset="0"/>
        </a:defRPr>
      </a:lvl7pPr>
      <a:lvl8pPr marL="1371600" algn="ctr" rtl="1" fontAlgn="base">
        <a:spcBef>
          <a:spcPct val="0"/>
        </a:spcBef>
        <a:spcAft>
          <a:spcPct val="0"/>
        </a:spcAft>
        <a:defRPr sz="4400">
          <a:solidFill>
            <a:schemeClr val="tx2"/>
          </a:solidFill>
          <a:latin typeface="Verdana" pitchFamily="34" charset="0"/>
        </a:defRPr>
      </a:lvl8pPr>
      <a:lvl9pPr marL="1828800" algn="ctr" rtl="1" fontAlgn="base">
        <a:spcBef>
          <a:spcPct val="0"/>
        </a:spcBef>
        <a:spcAft>
          <a:spcPct val="0"/>
        </a:spcAft>
        <a:defRPr sz="4400">
          <a:solidFill>
            <a:schemeClr val="tx2"/>
          </a:solidFill>
          <a:latin typeface="Verdana" pitchFamily="34" charset="0"/>
        </a:defRPr>
      </a:lvl9pPr>
    </p:titleStyle>
    <p:bodyStyle>
      <a:lvl1pPr marL="342900" indent="-342900" algn="r" rtl="1" eaLnBrk="0" fontAlgn="base" hangingPunct="0">
        <a:spcBef>
          <a:spcPct val="20000"/>
        </a:spcBef>
        <a:spcAft>
          <a:spcPct val="0"/>
        </a:spcAft>
        <a:buFont typeface="Wingdings" panose="05000000000000000000" pitchFamily="2" charset="2"/>
        <a:buChar char="§"/>
        <a:defRPr sz="2400">
          <a:solidFill>
            <a:schemeClr val="tx1"/>
          </a:solidFill>
          <a:latin typeface="Arial" panose="020B0604020202020204" pitchFamily="34" charset="0"/>
          <a:ea typeface="Arial" charset="0"/>
          <a:cs typeface="Arial" panose="020B0604020202020204" pitchFamily="34" charset="0"/>
        </a:defRPr>
      </a:lvl1pPr>
      <a:lvl2pPr marL="742950" indent="-28575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2pPr>
      <a:lvl3pPr marL="11430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3pPr>
      <a:lvl4pPr marL="16002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4pPr>
      <a:lvl5pPr marL="20574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5pPr>
      <a:lvl6pPr marL="2514600" indent="-228600" algn="r" rtl="1" fontAlgn="base">
        <a:spcBef>
          <a:spcPct val="20000"/>
        </a:spcBef>
        <a:spcAft>
          <a:spcPct val="0"/>
        </a:spcAft>
        <a:buFont typeface="Wingdings" pitchFamily="2" charset="2"/>
        <a:defRPr sz="2400">
          <a:solidFill>
            <a:schemeClr val="tx1"/>
          </a:solidFill>
          <a:latin typeface="+mn-lt"/>
        </a:defRPr>
      </a:lvl6pPr>
      <a:lvl7pPr marL="2971800" indent="-228600" algn="r" rtl="1" fontAlgn="base">
        <a:spcBef>
          <a:spcPct val="20000"/>
        </a:spcBef>
        <a:spcAft>
          <a:spcPct val="0"/>
        </a:spcAft>
        <a:buFont typeface="Wingdings" pitchFamily="2" charset="2"/>
        <a:defRPr sz="2400">
          <a:solidFill>
            <a:schemeClr val="tx1"/>
          </a:solidFill>
          <a:latin typeface="+mn-lt"/>
        </a:defRPr>
      </a:lvl7pPr>
      <a:lvl8pPr marL="3429000" indent="-228600" algn="r" rtl="1" fontAlgn="base">
        <a:spcBef>
          <a:spcPct val="20000"/>
        </a:spcBef>
        <a:spcAft>
          <a:spcPct val="0"/>
        </a:spcAft>
        <a:buFont typeface="Wingdings" pitchFamily="2" charset="2"/>
        <a:defRPr sz="2400">
          <a:solidFill>
            <a:schemeClr val="tx1"/>
          </a:solidFill>
          <a:latin typeface="+mn-lt"/>
        </a:defRPr>
      </a:lvl8pPr>
      <a:lvl9pPr marL="3886200" indent="-228600" algn="r" rtl="1" fontAlgn="base">
        <a:spcBef>
          <a:spcPct val="20000"/>
        </a:spcBef>
        <a:spcAft>
          <a:spcPct val="0"/>
        </a:spcAft>
        <a:buFont typeface="Wingdings" pitchFamily="2" charset="2"/>
        <a:defRPr sz="2400">
          <a:solidFill>
            <a:schemeClr val="tx1"/>
          </a:solidFill>
          <a:latin typeface="+mn-lt"/>
        </a:defRPr>
      </a:lvl9pPr>
    </p:bodyStyle>
    <p:otherStyle>
      <a:defPPr>
        <a:defRPr lang="en-US"/>
      </a:defPPr>
      <a:lvl1pPr marL="0" algn="r" defTabSz="914400" rtl="1" eaLnBrk="1" latinLnBrk="0" hangingPunct="1">
        <a:defRPr sz="1800" kern="1200">
          <a:solidFill>
            <a:schemeClr val="tx1"/>
          </a:solidFill>
          <a:latin typeface="+mn-lt"/>
          <a:ea typeface="+mn-ea"/>
          <a:cs typeface="+mn-cs"/>
        </a:defRPr>
      </a:lvl1pPr>
      <a:lvl2pPr marL="457200" algn="r" defTabSz="914400" rtl="1" eaLnBrk="1" latinLnBrk="0" hangingPunct="1">
        <a:defRPr sz="1800" kern="1200">
          <a:solidFill>
            <a:schemeClr val="tx1"/>
          </a:solidFill>
          <a:latin typeface="+mn-lt"/>
          <a:ea typeface="+mn-ea"/>
          <a:cs typeface="+mn-cs"/>
        </a:defRPr>
      </a:lvl2pPr>
      <a:lvl3pPr marL="914400" algn="r" defTabSz="914400" rtl="1" eaLnBrk="1" latinLnBrk="0" hangingPunct="1">
        <a:defRPr sz="1800" kern="1200">
          <a:solidFill>
            <a:schemeClr val="tx1"/>
          </a:solidFill>
          <a:latin typeface="+mn-lt"/>
          <a:ea typeface="+mn-ea"/>
          <a:cs typeface="+mn-cs"/>
        </a:defRPr>
      </a:lvl3pPr>
      <a:lvl4pPr marL="1371600" algn="r" defTabSz="914400" rtl="1" eaLnBrk="1" latinLnBrk="0" hangingPunct="1">
        <a:defRPr sz="1800" kern="1200">
          <a:solidFill>
            <a:schemeClr val="tx1"/>
          </a:solidFill>
          <a:latin typeface="+mn-lt"/>
          <a:ea typeface="+mn-ea"/>
          <a:cs typeface="+mn-cs"/>
        </a:defRPr>
      </a:lvl4pPr>
      <a:lvl5pPr marL="1828800" algn="r" defTabSz="914400" rtl="1" eaLnBrk="1" latinLnBrk="0" hangingPunct="1">
        <a:defRPr sz="1800" kern="1200">
          <a:solidFill>
            <a:schemeClr val="tx1"/>
          </a:solidFill>
          <a:latin typeface="+mn-lt"/>
          <a:ea typeface="+mn-ea"/>
          <a:cs typeface="+mn-cs"/>
        </a:defRPr>
      </a:lvl5pPr>
      <a:lvl6pPr marL="2286000" algn="r" defTabSz="914400" rtl="1" eaLnBrk="1" latinLnBrk="0" hangingPunct="1">
        <a:defRPr sz="1800" kern="1200">
          <a:solidFill>
            <a:schemeClr val="tx1"/>
          </a:solidFill>
          <a:latin typeface="+mn-lt"/>
          <a:ea typeface="+mn-ea"/>
          <a:cs typeface="+mn-cs"/>
        </a:defRPr>
      </a:lvl6pPr>
      <a:lvl7pPr marL="2743200" algn="r" defTabSz="914400" rtl="1" eaLnBrk="1" latinLnBrk="0" hangingPunct="1">
        <a:defRPr sz="1800" kern="1200">
          <a:solidFill>
            <a:schemeClr val="tx1"/>
          </a:solidFill>
          <a:latin typeface="+mn-lt"/>
          <a:ea typeface="+mn-ea"/>
          <a:cs typeface="+mn-cs"/>
        </a:defRPr>
      </a:lvl7pPr>
      <a:lvl8pPr marL="3200400" algn="r" defTabSz="914400" rtl="1" eaLnBrk="1" latinLnBrk="0" hangingPunct="1">
        <a:defRPr sz="1800" kern="1200">
          <a:solidFill>
            <a:schemeClr val="tx1"/>
          </a:solidFill>
          <a:latin typeface="+mn-lt"/>
          <a:ea typeface="+mn-ea"/>
          <a:cs typeface="+mn-cs"/>
        </a:defRPr>
      </a:lvl8pPr>
      <a:lvl9pPr marL="3657600" algn="r" defTabSz="914400" rtl="1" eaLnBrk="1" latinLnBrk="0" hangingPunct="1">
        <a:defRPr sz="1800" kern="1200">
          <a:solidFill>
            <a:schemeClr val="tx1"/>
          </a:solidFill>
          <a:latin typeface="+mn-lt"/>
          <a:ea typeface="+mn-ea"/>
          <a:cs typeface="+mn-cs"/>
        </a:defRPr>
      </a:lvl9pPr>
    </p:otherStyle>
  </p:txStyles>
</p:sldMaster>
</file>

<file path=ppt/slideMasters/slideMaster5.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2056" name="TextBox 4">
            <a:extLst>
              <a:ext uri="{FF2B5EF4-FFF2-40B4-BE49-F238E27FC236}">
                <a16:creationId xmlns:a16="http://schemas.microsoft.com/office/drawing/2014/main" id="{2D2D2BA7-3DC8-B2DD-685B-33BA65B7260B}"/>
              </a:ext>
            </a:extLst>
          </p:cNvPr>
          <p:cNvSpPr txBox="1">
            <a:spLocks noChangeArrowheads="1"/>
          </p:cNvSpPr>
          <p:nvPr/>
        </p:nvSpPr>
        <p:spPr bwMode="auto">
          <a:xfrm>
            <a:off x="252413" y="723900"/>
            <a:ext cx="7199312" cy="261938"/>
          </a:xfrm>
          <a:prstGeom prst="rect">
            <a:avLst/>
          </a:prstGeom>
          <a:noFill/>
          <a:ln>
            <a:noFill/>
          </a:ln>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defRPr/>
            </a:pPr>
            <a:r>
              <a:rPr lang="en-GB" altLang="en-US" sz="1100" b="1" dirty="0">
                <a:solidFill>
                  <a:schemeClr val="bg1"/>
                </a:solidFill>
              </a:rPr>
              <a:t>Unit 3: Professional Development in the Sports Industry</a:t>
            </a:r>
          </a:p>
        </p:txBody>
      </p:sp>
      <p:sp>
        <p:nvSpPr>
          <p:cNvPr id="14339" name="Title Placeholder 1">
            <a:extLst>
              <a:ext uri="{FF2B5EF4-FFF2-40B4-BE49-F238E27FC236}">
                <a16:creationId xmlns:a16="http://schemas.microsoft.com/office/drawing/2014/main" id="{B9C6BA7D-5854-D592-7A00-A0EC539E365A}"/>
              </a:ext>
            </a:extLst>
          </p:cNvPr>
          <p:cNvSpPr>
            <a:spLocks noGrp="1"/>
          </p:cNvSpPr>
          <p:nvPr>
            <p:ph type="title"/>
          </p:nvPr>
        </p:nvSpPr>
        <p:spPr bwMode="auto">
          <a:xfrm>
            <a:off x="457200" y="1196975"/>
            <a:ext cx="8229600" cy="863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en-US" altLang="en-US"/>
              <a:t>Click to edit Master title style</a:t>
            </a:r>
            <a:endParaRPr lang="en-GB" altLang="en-US"/>
          </a:p>
        </p:txBody>
      </p:sp>
      <p:sp>
        <p:nvSpPr>
          <p:cNvPr id="14340" name="Text Placeholder 2">
            <a:extLst>
              <a:ext uri="{FF2B5EF4-FFF2-40B4-BE49-F238E27FC236}">
                <a16:creationId xmlns:a16="http://schemas.microsoft.com/office/drawing/2014/main" id="{D6111AB5-22FF-2770-1011-D02820DE5537}"/>
              </a:ext>
            </a:extLst>
          </p:cNvPr>
          <p:cNvSpPr>
            <a:spLocks noGrp="1"/>
          </p:cNvSpPr>
          <p:nvPr>
            <p:ph type="body" idx="1"/>
          </p:nvPr>
        </p:nvSpPr>
        <p:spPr bwMode="auto">
          <a:xfrm>
            <a:off x="457200" y="2060575"/>
            <a:ext cx="8229600" cy="3616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GB" altLang="en-US"/>
              <a:t>Use simple bullet points and lines, with no more than two lines per bullet point if possible.</a:t>
            </a:r>
          </a:p>
          <a:p>
            <a:pPr lvl="0"/>
            <a:r>
              <a:rPr lang="en-GB" altLang="en-US"/>
              <a:t>Try to use a maximum of ten words per line. </a:t>
            </a:r>
          </a:p>
          <a:p>
            <a:pPr lvl="0"/>
            <a:r>
              <a:rPr lang="en-GB" altLang="en-US"/>
              <a:t>Set up generic formatting on this master. </a:t>
            </a:r>
          </a:p>
          <a:p>
            <a:pPr lvl="0"/>
            <a:r>
              <a:rPr lang="en-GB" altLang="en-US"/>
              <a:t>By applying this master to your slides, you’ll maintain consistent font and bullet style.</a:t>
            </a:r>
          </a:p>
          <a:p>
            <a:pPr lvl="0"/>
            <a:r>
              <a:rPr lang="en-GB" altLang="en-US"/>
              <a:t>To change the layout of individual slides, select ‘Slide layout’ and choose the desired layout from the right-hand menu.</a:t>
            </a:r>
          </a:p>
          <a:p>
            <a:pPr lvl="0"/>
            <a:r>
              <a:rPr lang="en-GB" altLang="en-US"/>
              <a:t>Read the PowerPoint guidelines before creating a slide show.</a:t>
            </a:r>
          </a:p>
        </p:txBody>
      </p:sp>
      <p:pic>
        <p:nvPicPr>
          <p:cNvPr id="14341" name="Picture 8">
            <a:extLst>
              <a:ext uri="{FF2B5EF4-FFF2-40B4-BE49-F238E27FC236}">
                <a16:creationId xmlns:a16="http://schemas.microsoft.com/office/drawing/2014/main" id="{FEDC9336-94D7-0F7A-9422-574A068E9570}"/>
              </a:ext>
            </a:extLst>
          </p:cNvPr>
          <p:cNvPicPr>
            <a:picLocks noChangeAspect="1" noChangeArrowheads="1"/>
          </p:cNvPicPr>
          <p:nvPr userDrawn="1"/>
        </p:nvPicPr>
        <p:blipFill>
          <a:blip r:embed="rId16" cstate="screen">
            <a:extLst>
              <a:ext uri="{28A0092B-C50C-407E-A947-70E740481C1C}">
                <a14:useLocalDpi xmlns:a14="http://schemas.microsoft.com/office/drawing/2010/main"/>
              </a:ext>
            </a:extLst>
          </a:blip>
          <a:srcRect/>
          <a:stretch/>
        </p:blipFill>
        <p:spPr bwMode="auto">
          <a:xfrm>
            <a:off x="0" y="190"/>
            <a:ext cx="9144000" cy="10759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 name="Footer Placeholder 4">
            <a:extLst>
              <a:ext uri="{FF2B5EF4-FFF2-40B4-BE49-F238E27FC236}">
                <a16:creationId xmlns:a16="http://schemas.microsoft.com/office/drawing/2014/main" id="{519F82B0-FA8C-C128-CC82-F2D587FD19DE}"/>
              </a:ext>
            </a:extLst>
          </p:cNvPr>
          <p:cNvSpPr>
            <a:spLocks noGrp="1" noChangeArrowheads="1"/>
          </p:cNvSpPr>
          <p:nvPr>
            <p:ph type="ftr" sz="quarter" idx="3"/>
          </p:nvPr>
        </p:nvSpPr>
        <p:spPr bwMode="auto">
          <a:xfrm>
            <a:off x="0" y="6459538"/>
            <a:ext cx="9144000" cy="287337"/>
          </a:xfrm>
          <a:prstGeom prst="rect">
            <a:avLst/>
          </a:prstGeom>
          <a:noFill/>
        </p:spPr>
        <p:txBody>
          <a:bodyPr vert="horz" wrap="square" lIns="91440" tIns="45720" rIns="91440" bIns="45720" numCol="1" anchor="t" anchorCtr="0" compatLnSpc="1">
            <a:prstTxWarp prst="textNoShape">
              <a:avLst/>
            </a:prstTxWarp>
          </a:bodyPr>
          <a:lstStyle>
            <a:lvl1pPr algn="ctr">
              <a:spcBef>
                <a:spcPct val="0"/>
              </a:spcBef>
              <a:buFontTx/>
              <a:buNone/>
              <a:defRPr sz="1800">
                <a:solidFill>
                  <a:schemeClr val="tx1"/>
                </a:solidFill>
                <a:latin typeface="Arial" panose="020B0604020202020204" pitchFamily="34" charset="0"/>
                <a:ea typeface="+mn-ea"/>
                <a:cs typeface="Arial" panose="020B0604020202020204" pitchFamily="34" charset="0"/>
              </a:defRPr>
            </a:lvl1pPr>
            <a:lvl2pPr marL="742950" indent="-285750">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2pPr>
            <a:lvl3pPr marL="1143000" indent="-228600">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3pPr>
            <a:lvl4pPr marL="1600200" indent="-228600">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4pPr>
            <a:lvl5pPr marL="2057400" indent="-228600">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5pPr>
            <a:lvl6pPr marL="2514600" indent="-228600"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6pPr>
            <a:lvl7pPr marL="2971800" indent="-228600"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7pPr>
            <a:lvl8pPr marL="3429000" indent="-228600"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8pPr>
            <a:lvl9pPr marL="3886200" indent="-228600"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9pPr>
          </a:lstStyle>
          <a:p>
            <a:pPr>
              <a:defRPr/>
            </a:pPr>
            <a:r>
              <a:rPr lang="en-GB" altLang="en-US" dirty="0"/>
              <a:t>© Pearson Education Ltd 2023. Copying permitted for purchasing institution only. </a:t>
            </a:r>
          </a:p>
        </p:txBody>
      </p:sp>
    </p:spTree>
    <p:extLst>
      <p:ext uri="{BB962C8B-B14F-4D97-AF65-F5344CB8AC3E}">
        <p14:creationId xmlns:p14="http://schemas.microsoft.com/office/powerpoint/2010/main" val="3909356872"/>
      </p:ext>
    </p:extLst>
  </p:cSld>
  <p:clrMap bg1="lt1" tx1="dk1" bg2="lt2" tx2="dk2" accent1="accent1" accent2="accent2" accent3="accent3" accent4="accent4" accent5="accent5" accent6="accent6" hlink="hlink" folHlink="folHlink"/>
  <p:sldLayoutIdLst>
    <p:sldLayoutId id="2147484852" r:id="rId1"/>
    <p:sldLayoutId id="2147484853" r:id="rId2"/>
    <p:sldLayoutId id="2147484854" r:id="rId3"/>
    <p:sldLayoutId id="2147484855" r:id="rId4"/>
    <p:sldLayoutId id="2147484856" r:id="rId5"/>
    <p:sldLayoutId id="2147484857" r:id="rId6"/>
    <p:sldLayoutId id="2147484858" r:id="rId7"/>
    <p:sldLayoutId id="2147484859" r:id="rId8"/>
    <p:sldLayoutId id="2147484860" r:id="rId9"/>
    <p:sldLayoutId id="2147484861" r:id="rId10"/>
    <p:sldLayoutId id="2147484862" r:id="rId11"/>
    <p:sldLayoutId id="2147484863" r:id="rId12"/>
    <p:sldLayoutId id="2147484932" r:id="rId13"/>
  </p:sldLayoutIdLst>
  <p:transition>
    <p:sndAc>
      <p:stSnd>
        <p:snd r:embed="rId15" name="click.wav"/>
      </p:stSnd>
    </p:sndAc>
  </p:transition>
  <p:hf sldNum="0" hdr="0" dt="0"/>
  <p:txStyles>
    <p:titleStyle>
      <a:lvl1pPr algn="ctr" rtl="1" eaLnBrk="0" fontAlgn="base" hangingPunct="0">
        <a:spcBef>
          <a:spcPct val="0"/>
        </a:spcBef>
        <a:spcAft>
          <a:spcPct val="0"/>
        </a:spcAft>
        <a:defRPr sz="4400">
          <a:solidFill>
            <a:schemeClr val="tx2"/>
          </a:solidFill>
          <a:latin typeface="Arial" panose="020B0604020202020204" pitchFamily="34" charset="0"/>
          <a:ea typeface="Arial" charset="0"/>
          <a:cs typeface="Arial" panose="020B0604020202020204" pitchFamily="34" charset="0"/>
        </a:defRPr>
      </a:lvl1pPr>
      <a:lvl2pPr algn="ctr" rtl="1" eaLnBrk="0" fontAlgn="base" hangingPunct="0">
        <a:spcBef>
          <a:spcPct val="0"/>
        </a:spcBef>
        <a:spcAft>
          <a:spcPct val="0"/>
        </a:spcAft>
        <a:defRPr sz="4400">
          <a:solidFill>
            <a:schemeClr val="tx2"/>
          </a:solidFill>
          <a:latin typeface="Arial" panose="020B0604020202020204" pitchFamily="34" charset="0"/>
          <a:ea typeface="Arial" charset="0"/>
          <a:cs typeface="Arial" panose="020B0604020202020204" pitchFamily="34" charset="0"/>
        </a:defRPr>
      </a:lvl2pPr>
      <a:lvl3pPr algn="ctr" rtl="1" eaLnBrk="0" fontAlgn="base" hangingPunct="0">
        <a:spcBef>
          <a:spcPct val="0"/>
        </a:spcBef>
        <a:spcAft>
          <a:spcPct val="0"/>
        </a:spcAft>
        <a:defRPr sz="4400">
          <a:solidFill>
            <a:schemeClr val="tx2"/>
          </a:solidFill>
          <a:latin typeface="Arial" panose="020B0604020202020204" pitchFamily="34" charset="0"/>
          <a:ea typeface="Arial" charset="0"/>
          <a:cs typeface="Arial" panose="020B0604020202020204" pitchFamily="34" charset="0"/>
        </a:defRPr>
      </a:lvl3pPr>
      <a:lvl4pPr algn="ctr" rtl="1" eaLnBrk="0" fontAlgn="base" hangingPunct="0">
        <a:spcBef>
          <a:spcPct val="0"/>
        </a:spcBef>
        <a:spcAft>
          <a:spcPct val="0"/>
        </a:spcAft>
        <a:defRPr sz="4400">
          <a:solidFill>
            <a:schemeClr val="tx2"/>
          </a:solidFill>
          <a:latin typeface="Arial" panose="020B0604020202020204" pitchFamily="34" charset="0"/>
          <a:ea typeface="Arial" charset="0"/>
          <a:cs typeface="Arial" panose="020B0604020202020204" pitchFamily="34" charset="0"/>
        </a:defRPr>
      </a:lvl4pPr>
      <a:lvl5pPr algn="ctr" rtl="1" eaLnBrk="0" fontAlgn="base" hangingPunct="0">
        <a:spcBef>
          <a:spcPct val="0"/>
        </a:spcBef>
        <a:spcAft>
          <a:spcPct val="0"/>
        </a:spcAft>
        <a:defRPr sz="4400">
          <a:solidFill>
            <a:schemeClr val="tx2"/>
          </a:solidFill>
          <a:latin typeface="Arial" panose="020B0604020202020204" pitchFamily="34" charset="0"/>
          <a:ea typeface="Arial" charset="0"/>
          <a:cs typeface="Arial" panose="020B0604020202020204" pitchFamily="34" charset="0"/>
        </a:defRPr>
      </a:lvl5pPr>
      <a:lvl6pPr marL="457200" algn="ctr" rtl="1" fontAlgn="base">
        <a:spcBef>
          <a:spcPct val="0"/>
        </a:spcBef>
        <a:spcAft>
          <a:spcPct val="0"/>
        </a:spcAft>
        <a:defRPr sz="4400">
          <a:solidFill>
            <a:schemeClr val="tx2"/>
          </a:solidFill>
          <a:latin typeface="Verdana" pitchFamily="34" charset="0"/>
        </a:defRPr>
      </a:lvl6pPr>
      <a:lvl7pPr marL="914400" algn="ctr" rtl="1" fontAlgn="base">
        <a:spcBef>
          <a:spcPct val="0"/>
        </a:spcBef>
        <a:spcAft>
          <a:spcPct val="0"/>
        </a:spcAft>
        <a:defRPr sz="4400">
          <a:solidFill>
            <a:schemeClr val="tx2"/>
          </a:solidFill>
          <a:latin typeface="Verdana" pitchFamily="34" charset="0"/>
        </a:defRPr>
      </a:lvl7pPr>
      <a:lvl8pPr marL="1371600" algn="ctr" rtl="1" fontAlgn="base">
        <a:spcBef>
          <a:spcPct val="0"/>
        </a:spcBef>
        <a:spcAft>
          <a:spcPct val="0"/>
        </a:spcAft>
        <a:defRPr sz="4400">
          <a:solidFill>
            <a:schemeClr val="tx2"/>
          </a:solidFill>
          <a:latin typeface="Verdana" pitchFamily="34" charset="0"/>
        </a:defRPr>
      </a:lvl8pPr>
      <a:lvl9pPr marL="1828800" algn="ctr" rtl="1" fontAlgn="base">
        <a:spcBef>
          <a:spcPct val="0"/>
        </a:spcBef>
        <a:spcAft>
          <a:spcPct val="0"/>
        </a:spcAft>
        <a:defRPr sz="4400">
          <a:solidFill>
            <a:schemeClr val="tx2"/>
          </a:solidFill>
          <a:latin typeface="Verdana" pitchFamily="34" charset="0"/>
        </a:defRPr>
      </a:lvl9pPr>
    </p:titleStyle>
    <p:bodyStyle>
      <a:lvl1pPr marL="342900" indent="-342900" algn="r" rtl="1" eaLnBrk="0" fontAlgn="base" hangingPunct="0">
        <a:spcBef>
          <a:spcPct val="20000"/>
        </a:spcBef>
        <a:spcAft>
          <a:spcPct val="0"/>
        </a:spcAft>
        <a:buFont typeface="Wingdings" panose="05000000000000000000" pitchFamily="2" charset="2"/>
        <a:buChar char="§"/>
        <a:defRPr sz="2400">
          <a:solidFill>
            <a:schemeClr val="tx1"/>
          </a:solidFill>
          <a:latin typeface="Arial" panose="020B0604020202020204" pitchFamily="34" charset="0"/>
          <a:ea typeface="Arial" charset="0"/>
          <a:cs typeface="Arial" panose="020B0604020202020204" pitchFamily="34" charset="0"/>
        </a:defRPr>
      </a:lvl1pPr>
      <a:lvl2pPr marL="742950" indent="-28575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2pPr>
      <a:lvl3pPr marL="11430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3pPr>
      <a:lvl4pPr marL="16002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4pPr>
      <a:lvl5pPr marL="20574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5pPr>
      <a:lvl6pPr marL="2514600" indent="-228600" algn="r" rtl="1" fontAlgn="base">
        <a:spcBef>
          <a:spcPct val="20000"/>
        </a:spcBef>
        <a:spcAft>
          <a:spcPct val="0"/>
        </a:spcAft>
        <a:buFont typeface="Wingdings" pitchFamily="2" charset="2"/>
        <a:defRPr sz="2400">
          <a:solidFill>
            <a:schemeClr val="tx1"/>
          </a:solidFill>
          <a:latin typeface="+mn-lt"/>
        </a:defRPr>
      </a:lvl6pPr>
      <a:lvl7pPr marL="2971800" indent="-228600" algn="r" rtl="1" fontAlgn="base">
        <a:spcBef>
          <a:spcPct val="20000"/>
        </a:spcBef>
        <a:spcAft>
          <a:spcPct val="0"/>
        </a:spcAft>
        <a:buFont typeface="Wingdings" pitchFamily="2" charset="2"/>
        <a:defRPr sz="2400">
          <a:solidFill>
            <a:schemeClr val="tx1"/>
          </a:solidFill>
          <a:latin typeface="+mn-lt"/>
        </a:defRPr>
      </a:lvl7pPr>
      <a:lvl8pPr marL="3429000" indent="-228600" algn="r" rtl="1" fontAlgn="base">
        <a:spcBef>
          <a:spcPct val="20000"/>
        </a:spcBef>
        <a:spcAft>
          <a:spcPct val="0"/>
        </a:spcAft>
        <a:buFont typeface="Wingdings" pitchFamily="2" charset="2"/>
        <a:defRPr sz="2400">
          <a:solidFill>
            <a:schemeClr val="tx1"/>
          </a:solidFill>
          <a:latin typeface="+mn-lt"/>
        </a:defRPr>
      </a:lvl8pPr>
      <a:lvl9pPr marL="3886200" indent="-228600" algn="r" rtl="1" fontAlgn="base">
        <a:spcBef>
          <a:spcPct val="20000"/>
        </a:spcBef>
        <a:spcAft>
          <a:spcPct val="0"/>
        </a:spcAft>
        <a:buFont typeface="Wingdings" pitchFamily="2" charset="2"/>
        <a:defRPr sz="2400">
          <a:solidFill>
            <a:schemeClr val="tx1"/>
          </a:solidFill>
          <a:latin typeface="+mn-lt"/>
        </a:defRPr>
      </a:lvl9pPr>
    </p:bodyStyle>
    <p:otherStyle>
      <a:defPPr>
        <a:defRPr lang="en-US"/>
      </a:defPPr>
      <a:lvl1pPr marL="0" algn="r" defTabSz="914400" rtl="1" eaLnBrk="1" latinLnBrk="0" hangingPunct="1">
        <a:defRPr sz="1800" kern="1200">
          <a:solidFill>
            <a:schemeClr val="tx1"/>
          </a:solidFill>
          <a:latin typeface="+mn-lt"/>
          <a:ea typeface="+mn-ea"/>
          <a:cs typeface="+mn-cs"/>
        </a:defRPr>
      </a:lvl1pPr>
      <a:lvl2pPr marL="457200" algn="r" defTabSz="914400" rtl="1" eaLnBrk="1" latinLnBrk="0" hangingPunct="1">
        <a:defRPr sz="1800" kern="1200">
          <a:solidFill>
            <a:schemeClr val="tx1"/>
          </a:solidFill>
          <a:latin typeface="+mn-lt"/>
          <a:ea typeface="+mn-ea"/>
          <a:cs typeface="+mn-cs"/>
        </a:defRPr>
      </a:lvl2pPr>
      <a:lvl3pPr marL="914400" algn="r" defTabSz="914400" rtl="1" eaLnBrk="1" latinLnBrk="0" hangingPunct="1">
        <a:defRPr sz="1800" kern="1200">
          <a:solidFill>
            <a:schemeClr val="tx1"/>
          </a:solidFill>
          <a:latin typeface="+mn-lt"/>
          <a:ea typeface="+mn-ea"/>
          <a:cs typeface="+mn-cs"/>
        </a:defRPr>
      </a:lvl3pPr>
      <a:lvl4pPr marL="1371600" algn="r" defTabSz="914400" rtl="1" eaLnBrk="1" latinLnBrk="0" hangingPunct="1">
        <a:defRPr sz="1800" kern="1200">
          <a:solidFill>
            <a:schemeClr val="tx1"/>
          </a:solidFill>
          <a:latin typeface="+mn-lt"/>
          <a:ea typeface="+mn-ea"/>
          <a:cs typeface="+mn-cs"/>
        </a:defRPr>
      </a:lvl4pPr>
      <a:lvl5pPr marL="1828800" algn="r" defTabSz="914400" rtl="1" eaLnBrk="1" latinLnBrk="0" hangingPunct="1">
        <a:defRPr sz="1800" kern="1200">
          <a:solidFill>
            <a:schemeClr val="tx1"/>
          </a:solidFill>
          <a:latin typeface="+mn-lt"/>
          <a:ea typeface="+mn-ea"/>
          <a:cs typeface="+mn-cs"/>
        </a:defRPr>
      </a:lvl5pPr>
      <a:lvl6pPr marL="2286000" algn="r" defTabSz="914400" rtl="1" eaLnBrk="1" latinLnBrk="0" hangingPunct="1">
        <a:defRPr sz="1800" kern="1200">
          <a:solidFill>
            <a:schemeClr val="tx1"/>
          </a:solidFill>
          <a:latin typeface="+mn-lt"/>
          <a:ea typeface="+mn-ea"/>
          <a:cs typeface="+mn-cs"/>
        </a:defRPr>
      </a:lvl6pPr>
      <a:lvl7pPr marL="2743200" algn="r" defTabSz="914400" rtl="1" eaLnBrk="1" latinLnBrk="0" hangingPunct="1">
        <a:defRPr sz="1800" kern="1200">
          <a:solidFill>
            <a:schemeClr val="tx1"/>
          </a:solidFill>
          <a:latin typeface="+mn-lt"/>
          <a:ea typeface="+mn-ea"/>
          <a:cs typeface="+mn-cs"/>
        </a:defRPr>
      </a:lvl7pPr>
      <a:lvl8pPr marL="3200400" algn="r" defTabSz="914400" rtl="1" eaLnBrk="1" latinLnBrk="0" hangingPunct="1">
        <a:defRPr sz="1800" kern="1200">
          <a:solidFill>
            <a:schemeClr val="tx1"/>
          </a:solidFill>
          <a:latin typeface="+mn-lt"/>
          <a:ea typeface="+mn-ea"/>
          <a:cs typeface="+mn-cs"/>
        </a:defRPr>
      </a:lvl8pPr>
      <a:lvl9pPr marL="3657600" algn="r" defTabSz="914400" rtl="1" eaLnBrk="1" latinLnBrk="0" hangingPunct="1">
        <a:defRPr sz="1800" kern="1200">
          <a:solidFill>
            <a:schemeClr val="tx1"/>
          </a:solidFill>
          <a:latin typeface="+mn-lt"/>
          <a:ea typeface="+mn-ea"/>
          <a:cs typeface="+mn-cs"/>
        </a:defRPr>
      </a:lvl9pPr>
    </p:otherStyle>
  </p:txStyles>
</p:sldMaster>
</file>

<file path=ppt/slideMasters/slideMaster6.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2056" name="TextBox 4">
            <a:extLst>
              <a:ext uri="{FF2B5EF4-FFF2-40B4-BE49-F238E27FC236}">
                <a16:creationId xmlns:a16="http://schemas.microsoft.com/office/drawing/2014/main" id="{2D2D2BA7-3DC8-B2DD-685B-33BA65B7260B}"/>
              </a:ext>
            </a:extLst>
          </p:cNvPr>
          <p:cNvSpPr txBox="1">
            <a:spLocks noChangeArrowheads="1"/>
          </p:cNvSpPr>
          <p:nvPr/>
        </p:nvSpPr>
        <p:spPr bwMode="auto">
          <a:xfrm>
            <a:off x="252413" y="723900"/>
            <a:ext cx="7199312" cy="261938"/>
          </a:xfrm>
          <a:prstGeom prst="rect">
            <a:avLst/>
          </a:prstGeom>
          <a:noFill/>
          <a:ln>
            <a:noFill/>
          </a:ln>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defRPr/>
            </a:pPr>
            <a:r>
              <a:rPr lang="en-GB" altLang="en-US" sz="1100" b="1" dirty="0">
                <a:solidFill>
                  <a:schemeClr val="bg1"/>
                </a:solidFill>
              </a:rPr>
              <a:t>Unit 3: Professional Development in the Sports Industry</a:t>
            </a:r>
          </a:p>
        </p:txBody>
      </p:sp>
      <p:sp>
        <p:nvSpPr>
          <p:cNvPr id="14339" name="Title Placeholder 1">
            <a:extLst>
              <a:ext uri="{FF2B5EF4-FFF2-40B4-BE49-F238E27FC236}">
                <a16:creationId xmlns:a16="http://schemas.microsoft.com/office/drawing/2014/main" id="{B9C6BA7D-5854-D592-7A00-A0EC539E365A}"/>
              </a:ext>
            </a:extLst>
          </p:cNvPr>
          <p:cNvSpPr>
            <a:spLocks noGrp="1"/>
          </p:cNvSpPr>
          <p:nvPr>
            <p:ph type="title"/>
          </p:nvPr>
        </p:nvSpPr>
        <p:spPr bwMode="auto">
          <a:xfrm>
            <a:off x="457200" y="1196975"/>
            <a:ext cx="8229600" cy="863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en-US" altLang="en-US"/>
              <a:t>Click to edit Master title style</a:t>
            </a:r>
            <a:endParaRPr lang="en-GB" altLang="en-US"/>
          </a:p>
        </p:txBody>
      </p:sp>
      <p:sp>
        <p:nvSpPr>
          <p:cNvPr id="14340" name="Text Placeholder 2">
            <a:extLst>
              <a:ext uri="{FF2B5EF4-FFF2-40B4-BE49-F238E27FC236}">
                <a16:creationId xmlns:a16="http://schemas.microsoft.com/office/drawing/2014/main" id="{D6111AB5-22FF-2770-1011-D02820DE5537}"/>
              </a:ext>
            </a:extLst>
          </p:cNvPr>
          <p:cNvSpPr>
            <a:spLocks noGrp="1"/>
          </p:cNvSpPr>
          <p:nvPr>
            <p:ph type="body" idx="1"/>
          </p:nvPr>
        </p:nvSpPr>
        <p:spPr bwMode="auto">
          <a:xfrm>
            <a:off x="457200" y="2060575"/>
            <a:ext cx="8229600" cy="3616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GB" altLang="en-US"/>
              <a:t>Use simple bullet points and lines, with no more than two lines per bullet point if possible.</a:t>
            </a:r>
          </a:p>
          <a:p>
            <a:pPr lvl="0"/>
            <a:r>
              <a:rPr lang="en-GB" altLang="en-US"/>
              <a:t>Try to use a maximum of ten words per line. </a:t>
            </a:r>
          </a:p>
          <a:p>
            <a:pPr lvl="0"/>
            <a:r>
              <a:rPr lang="en-GB" altLang="en-US"/>
              <a:t>Set up generic formatting on this master. </a:t>
            </a:r>
          </a:p>
          <a:p>
            <a:pPr lvl="0"/>
            <a:r>
              <a:rPr lang="en-GB" altLang="en-US"/>
              <a:t>By applying this master to your slides, you’ll maintain consistent font and bullet style.</a:t>
            </a:r>
          </a:p>
          <a:p>
            <a:pPr lvl="0"/>
            <a:r>
              <a:rPr lang="en-GB" altLang="en-US"/>
              <a:t>To change the layout of individual slides, select ‘Slide layout’ and choose the desired layout from the right-hand menu.</a:t>
            </a:r>
          </a:p>
          <a:p>
            <a:pPr lvl="0"/>
            <a:r>
              <a:rPr lang="en-GB" altLang="en-US"/>
              <a:t>Read the PowerPoint guidelines before creating a slide show.</a:t>
            </a:r>
          </a:p>
        </p:txBody>
      </p:sp>
      <p:sp>
        <p:nvSpPr>
          <p:cNvPr id="6" name="Footer Placeholder 4">
            <a:extLst>
              <a:ext uri="{FF2B5EF4-FFF2-40B4-BE49-F238E27FC236}">
                <a16:creationId xmlns:a16="http://schemas.microsoft.com/office/drawing/2014/main" id="{519F82B0-FA8C-C128-CC82-F2D587FD19DE}"/>
              </a:ext>
            </a:extLst>
          </p:cNvPr>
          <p:cNvSpPr>
            <a:spLocks noGrp="1" noChangeArrowheads="1"/>
          </p:cNvSpPr>
          <p:nvPr>
            <p:ph type="ftr" sz="quarter" idx="3"/>
          </p:nvPr>
        </p:nvSpPr>
        <p:spPr bwMode="auto">
          <a:xfrm>
            <a:off x="0" y="6459538"/>
            <a:ext cx="9144000" cy="287337"/>
          </a:xfrm>
          <a:prstGeom prst="rect">
            <a:avLst/>
          </a:prstGeom>
          <a:noFill/>
        </p:spPr>
        <p:txBody>
          <a:bodyPr vert="horz" wrap="square" lIns="91440" tIns="45720" rIns="91440" bIns="45720" numCol="1" anchor="t" anchorCtr="0" compatLnSpc="1">
            <a:prstTxWarp prst="textNoShape">
              <a:avLst/>
            </a:prstTxWarp>
          </a:bodyPr>
          <a:lstStyle>
            <a:lvl1pPr algn="ctr">
              <a:spcBef>
                <a:spcPct val="0"/>
              </a:spcBef>
              <a:buFontTx/>
              <a:buNone/>
              <a:defRPr sz="1800">
                <a:solidFill>
                  <a:schemeClr val="tx1"/>
                </a:solidFill>
                <a:latin typeface="Arial" panose="020B0604020202020204" pitchFamily="34" charset="0"/>
                <a:ea typeface="+mn-ea"/>
                <a:cs typeface="Arial" panose="020B0604020202020204" pitchFamily="34" charset="0"/>
              </a:defRPr>
            </a:lvl1pPr>
            <a:lvl2pPr marL="742950" indent="-285750">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2pPr>
            <a:lvl3pPr marL="1143000" indent="-228600">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3pPr>
            <a:lvl4pPr marL="1600200" indent="-228600">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4pPr>
            <a:lvl5pPr marL="2057400" indent="-228600">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5pPr>
            <a:lvl6pPr marL="2514600" indent="-228600"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6pPr>
            <a:lvl7pPr marL="2971800" indent="-228600"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7pPr>
            <a:lvl8pPr marL="3429000" indent="-228600"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8pPr>
            <a:lvl9pPr marL="3886200" indent="-228600"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9pPr>
          </a:lstStyle>
          <a:p>
            <a:pPr>
              <a:defRPr/>
            </a:pPr>
            <a:r>
              <a:rPr lang="en-GB" altLang="en-US" dirty="0"/>
              <a:t>© Pearson Education Ltd 2023. Copying permitted for purchasing institution only. </a:t>
            </a:r>
          </a:p>
        </p:txBody>
      </p:sp>
      <p:pic>
        <p:nvPicPr>
          <p:cNvPr id="2" name="Picture 8">
            <a:extLst>
              <a:ext uri="{FF2B5EF4-FFF2-40B4-BE49-F238E27FC236}">
                <a16:creationId xmlns:a16="http://schemas.microsoft.com/office/drawing/2014/main" id="{A71EFBBA-DEC7-B7BF-AF25-FE353E241D84}"/>
              </a:ext>
            </a:extLst>
          </p:cNvPr>
          <p:cNvPicPr>
            <a:picLocks noChangeAspect="1" noChangeArrowheads="1"/>
          </p:cNvPicPr>
          <p:nvPr userDrawn="1"/>
        </p:nvPicPr>
        <p:blipFill>
          <a:blip r:embed="rId16">
            <a:extLst>
              <a:ext uri="{28A0092B-C50C-407E-A947-70E740481C1C}">
                <a14:useLocalDpi xmlns:a14="http://schemas.microsoft.com/office/drawing/2010/main" val="0"/>
              </a:ext>
            </a:extLst>
          </a:blip>
          <a:srcRect/>
          <a:stretch/>
        </p:blipFill>
        <p:spPr bwMode="auto">
          <a:xfrm>
            <a:off x="0" y="190"/>
            <a:ext cx="9144000" cy="10759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028825263"/>
      </p:ext>
    </p:extLst>
  </p:cSld>
  <p:clrMap bg1="lt1" tx1="dk1" bg2="lt2" tx2="dk2" accent1="accent1" accent2="accent2" accent3="accent3" accent4="accent4" accent5="accent5" accent6="accent6" hlink="hlink" folHlink="folHlink"/>
  <p:sldLayoutIdLst>
    <p:sldLayoutId id="2147484865" r:id="rId1"/>
    <p:sldLayoutId id="2147484866" r:id="rId2"/>
    <p:sldLayoutId id="2147484867" r:id="rId3"/>
    <p:sldLayoutId id="2147484868" r:id="rId4"/>
    <p:sldLayoutId id="2147484869" r:id="rId5"/>
    <p:sldLayoutId id="2147484870" r:id="rId6"/>
    <p:sldLayoutId id="2147484871" r:id="rId7"/>
    <p:sldLayoutId id="2147484872" r:id="rId8"/>
    <p:sldLayoutId id="2147484873" r:id="rId9"/>
    <p:sldLayoutId id="2147484874" r:id="rId10"/>
    <p:sldLayoutId id="2147484875" r:id="rId11"/>
    <p:sldLayoutId id="2147484876" r:id="rId12"/>
    <p:sldLayoutId id="2147484933" r:id="rId13"/>
  </p:sldLayoutIdLst>
  <p:transition>
    <p:sndAc>
      <p:stSnd>
        <p:snd r:embed="rId15" name="click.wav"/>
      </p:stSnd>
    </p:sndAc>
  </p:transition>
  <p:hf sldNum="0" hdr="0" dt="0"/>
  <p:txStyles>
    <p:titleStyle>
      <a:lvl1pPr algn="ctr" rtl="1" eaLnBrk="0" fontAlgn="base" hangingPunct="0">
        <a:spcBef>
          <a:spcPct val="0"/>
        </a:spcBef>
        <a:spcAft>
          <a:spcPct val="0"/>
        </a:spcAft>
        <a:defRPr sz="4400">
          <a:solidFill>
            <a:schemeClr val="tx2"/>
          </a:solidFill>
          <a:latin typeface="Arial" panose="020B0604020202020204" pitchFamily="34" charset="0"/>
          <a:ea typeface="Arial" charset="0"/>
          <a:cs typeface="Arial" panose="020B0604020202020204" pitchFamily="34" charset="0"/>
        </a:defRPr>
      </a:lvl1pPr>
      <a:lvl2pPr algn="ctr" rtl="1" eaLnBrk="0" fontAlgn="base" hangingPunct="0">
        <a:spcBef>
          <a:spcPct val="0"/>
        </a:spcBef>
        <a:spcAft>
          <a:spcPct val="0"/>
        </a:spcAft>
        <a:defRPr sz="4400">
          <a:solidFill>
            <a:schemeClr val="tx2"/>
          </a:solidFill>
          <a:latin typeface="Arial" panose="020B0604020202020204" pitchFamily="34" charset="0"/>
          <a:ea typeface="Arial" charset="0"/>
          <a:cs typeface="Arial" panose="020B0604020202020204" pitchFamily="34" charset="0"/>
        </a:defRPr>
      </a:lvl2pPr>
      <a:lvl3pPr algn="ctr" rtl="1" eaLnBrk="0" fontAlgn="base" hangingPunct="0">
        <a:spcBef>
          <a:spcPct val="0"/>
        </a:spcBef>
        <a:spcAft>
          <a:spcPct val="0"/>
        </a:spcAft>
        <a:defRPr sz="4400">
          <a:solidFill>
            <a:schemeClr val="tx2"/>
          </a:solidFill>
          <a:latin typeface="Arial" panose="020B0604020202020204" pitchFamily="34" charset="0"/>
          <a:ea typeface="Arial" charset="0"/>
          <a:cs typeface="Arial" panose="020B0604020202020204" pitchFamily="34" charset="0"/>
        </a:defRPr>
      </a:lvl3pPr>
      <a:lvl4pPr algn="ctr" rtl="1" eaLnBrk="0" fontAlgn="base" hangingPunct="0">
        <a:spcBef>
          <a:spcPct val="0"/>
        </a:spcBef>
        <a:spcAft>
          <a:spcPct val="0"/>
        </a:spcAft>
        <a:defRPr sz="4400">
          <a:solidFill>
            <a:schemeClr val="tx2"/>
          </a:solidFill>
          <a:latin typeface="Arial" panose="020B0604020202020204" pitchFamily="34" charset="0"/>
          <a:ea typeface="Arial" charset="0"/>
          <a:cs typeface="Arial" panose="020B0604020202020204" pitchFamily="34" charset="0"/>
        </a:defRPr>
      </a:lvl4pPr>
      <a:lvl5pPr algn="ctr" rtl="1" eaLnBrk="0" fontAlgn="base" hangingPunct="0">
        <a:spcBef>
          <a:spcPct val="0"/>
        </a:spcBef>
        <a:spcAft>
          <a:spcPct val="0"/>
        </a:spcAft>
        <a:defRPr sz="4400">
          <a:solidFill>
            <a:schemeClr val="tx2"/>
          </a:solidFill>
          <a:latin typeface="Arial" panose="020B0604020202020204" pitchFamily="34" charset="0"/>
          <a:ea typeface="Arial" charset="0"/>
          <a:cs typeface="Arial" panose="020B0604020202020204" pitchFamily="34" charset="0"/>
        </a:defRPr>
      </a:lvl5pPr>
      <a:lvl6pPr marL="457200" algn="ctr" rtl="1" fontAlgn="base">
        <a:spcBef>
          <a:spcPct val="0"/>
        </a:spcBef>
        <a:spcAft>
          <a:spcPct val="0"/>
        </a:spcAft>
        <a:defRPr sz="4400">
          <a:solidFill>
            <a:schemeClr val="tx2"/>
          </a:solidFill>
          <a:latin typeface="Verdana" pitchFamily="34" charset="0"/>
        </a:defRPr>
      </a:lvl6pPr>
      <a:lvl7pPr marL="914400" algn="ctr" rtl="1" fontAlgn="base">
        <a:spcBef>
          <a:spcPct val="0"/>
        </a:spcBef>
        <a:spcAft>
          <a:spcPct val="0"/>
        </a:spcAft>
        <a:defRPr sz="4400">
          <a:solidFill>
            <a:schemeClr val="tx2"/>
          </a:solidFill>
          <a:latin typeface="Verdana" pitchFamily="34" charset="0"/>
        </a:defRPr>
      </a:lvl7pPr>
      <a:lvl8pPr marL="1371600" algn="ctr" rtl="1" fontAlgn="base">
        <a:spcBef>
          <a:spcPct val="0"/>
        </a:spcBef>
        <a:spcAft>
          <a:spcPct val="0"/>
        </a:spcAft>
        <a:defRPr sz="4400">
          <a:solidFill>
            <a:schemeClr val="tx2"/>
          </a:solidFill>
          <a:latin typeface="Verdana" pitchFamily="34" charset="0"/>
        </a:defRPr>
      </a:lvl8pPr>
      <a:lvl9pPr marL="1828800" algn="ctr" rtl="1" fontAlgn="base">
        <a:spcBef>
          <a:spcPct val="0"/>
        </a:spcBef>
        <a:spcAft>
          <a:spcPct val="0"/>
        </a:spcAft>
        <a:defRPr sz="4400">
          <a:solidFill>
            <a:schemeClr val="tx2"/>
          </a:solidFill>
          <a:latin typeface="Verdana" pitchFamily="34" charset="0"/>
        </a:defRPr>
      </a:lvl9pPr>
    </p:titleStyle>
    <p:bodyStyle>
      <a:lvl1pPr marL="342900" indent="-342900" algn="r" rtl="1" eaLnBrk="0" fontAlgn="base" hangingPunct="0">
        <a:spcBef>
          <a:spcPct val="20000"/>
        </a:spcBef>
        <a:spcAft>
          <a:spcPct val="0"/>
        </a:spcAft>
        <a:buFont typeface="Wingdings" panose="05000000000000000000" pitchFamily="2" charset="2"/>
        <a:buChar char="§"/>
        <a:defRPr sz="2400">
          <a:solidFill>
            <a:schemeClr val="tx1"/>
          </a:solidFill>
          <a:latin typeface="Arial" panose="020B0604020202020204" pitchFamily="34" charset="0"/>
          <a:ea typeface="Arial" charset="0"/>
          <a:cs typeface="Arial" panose="020B0604020202020204" pitchFamily="34" charset="0"/>
        </a:defRPr>
      </a:lvl1pPr>
      <a:lvl2pPr marL="742950" indent="-28575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2pPr>
      <a:lvl3pPr marL="11430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3pPr>
      <a:lvl4pPr marL="16002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4pPr>
      <a:lvl5pPr marL="20574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5pPr>
      <a:lvl6pPr marL="2514600" indent="-228600" algn="r" rtl="1" fontAlgn="base">
        <a:spcBef>
          <a:spcPct val="20000"/>
        </a:spcBef>
        <a:spcAft>
          <a:spcPct val="0"/>
        </a:spcAft>
        <a:buFont typeface="Wingdings" pitchFamily="2" charset="2"/>
        <a:defRPr sz="2400">
          <a:solidFill>
            <a:schemeClr val="tx1"/>
          </a:solidFill>
          <a:latin typeface="+mn-lt"/>
        </a:defRPr>
      </a:lvl6pPr>
      <a:lvl7pPr marL="2971800" indent="-228600" algn="r" rtl="1" fontAlgn="base">
        <a:spcBef>
          <a:spcPct val="20000"/>
        </a:spcBef>
        <a:spcAft>
          <a:spcPct val="0"/>
        </a:spcAft>
        <a:buFont typeface="Wingdings" pitchFamily="2" charset="2"/>
        <a:defRPr sz="2400">
          <a:solidFill>
            <a:schemeClr val="tx1"/>
          </a:solidFill>
          <a:latin typeface="+mn-lt"/>
        </a:defRPr>
      </a:lvl7pPr>
      <a:lvl8pPr marL="3429000" indent="-228600" algn="r" rtl="1" fontAlgn="base">
        <a:spcBef>
          <a:spcPct val="20000"/>
        </a:spcBef>
        <a:spcAft>
          <a:spcPct val="0"/>
        </a:spcAft>
        <a:buFont typeface="Wingdings" pitchFamily="2" charset="2"/>
        <a:defRPr sz="2400">
          <a:solidFill>
            <a:schemeClr val="tx1"/>
          </a:solidFill>
          <a:latin typeface="+mn-lt"/>
        </a:defRPr>
      </a:lvl8pPr>
      <a:lvl9pPr marL="3886200" indent="-228600" algn="r" rtl="1" fontAlgn="base">
        <a:spcBef>
          <a:spcPct val="20000"/>
        </a:spcBef>
        <a:spcAft>
          <a:spcPct val="0"/>
        </a:spcAft>
        <a:buFont typeface="Wingdings" pitchFamily="2" charset="2"/>
        <a:defRPr sz="2400">
          <a:solidFill>
            <a:schemeClr val="tx1"/>
          </a:solidFill>
          <a:latin typeface="+mn-lt"/>
        </a:defRPr>
      </a:lvl9pPr>
    </p:bodyStyle>
    <p:otherStyle>
      <a:defPPr>
        <a:defRPr lang="en-US"/>
      </a:defPPr>
      <a:lvl1pPr marL="0" algn="r" defTabSz="914400" rtl="1" eaLnBrk="1" latinLnBrk="0" hangingPunct="1">
        <a:defRPr sz="1800" kern="1200">
          <a:solidFill>
            <a:schemeClr val="tx1"/>
          </a:solidFill>
          <a:latin typeface="+mn-lt"/>
          <a:ea typeface="+mn-ea"/>
          <a:cs typeface="+mn-cs"/>
        </a:defRPr>
      </a:lvl1pPr>
      <a:lvl2pPr marL="457200" algn="r" defTabSz="914400" rtl="1" eaLnBrk="1" latinLnBrk="0" hangingPunct="1">
        <a:defRPr sz="1800" kern="1200">
          <a:solidFill>
            <a:schemeClr val="tx1"/>
          </a:solidFill>
          <a:latin typeface="+mn-lt"/>
          <a:ea typeface="+mn-ea"/>
          <a:cs typeface="+mn-cs"/>
        </a:defRPr>
      </a:lvl2pPr>
      <a:lvl3pPr marL="914400" algn="r" defTabSz="914400" rtl="1" eaLnBrk="1" latinLnBrk="0" hangingPunct="1">
        <a:defRPr sz="1800" kern="1200">
          <a:solidFill>
            <a:schemeClr val="tx1"/>
          </a:solidFill>
          <a:latin typeface="+mn-lt"/>
          <a:ea typeface="+mn-ea"/>
          <a:cs typeface="+mn-cs"/>
        </a:defRPr>
      </a:lvl3pPr>
      <a:lvl4pPr marL="1371600" algn="r" defTabSz="914400" rtl="1" eaLnBrk="1" latinLnBrk="0" hangingPunct="1">
        <a:defRPr sz="1800" kern="1200">
          <a:solidFill>
            <a:schemeClr val="tx1"/>
          </a:solidFill>
          <a:latin typeface="+mn-lt"/>
          <a:ea typeface="+mn-ea"/>
          <a:cs typeface="+mn-cs"/>
        </a:defRPr>
      </a:lvl4pPr>
      <a:lvl5pPr marL="1828800" algn="r" defTabSz="914400" rtl="1" eaLnBrk="1" latinLnBrk="0" hangingPunct="1">
        <a:defRPr sz="1800" kern="1200">
          <a:solidFill>
            <a:schemeClr val="tx1"/>
          </a:solidFill>
          <a:latin typeface="+mn-lt"/>
          <a:ea typeface="+mn-ea"/>
          <a:cs typeface="+mn-cs"/>
        </a:defRPr>
      </a:lvl5pPr>
      <a:lvl6pPr marL="2286000" algn="r" defTabSz="914400" rtl="1" eaLnBrk="1" latinLnBrk="0" hangingPunct="1">
        <a:defRPr sz="1800" kern="1200">
          <a:solidFill>
            <a:schemeClr val="tx1"/>
          </a:solidFill>
          <a:latin typeface="+mn-lt"/>
          <a:ea typeface="+mn-ea"/>
          <a:cs typeface="+mn-cs"/>
        </a:defRPr>
      </a:lvl6pPr>
      <a:lvl7pPr marL="2743200" algn="r" defTabSz="914400" rtl="1" eaLnBrk="1" latinLnBrk="0" hangingPunct="1">
        <a:defRPr sz="1800" kern="1200">
          <a:solidFill>
            <a:schemeClr val="tx1"/>
          </a:solidFill>
          <a:latin typeface="+mn-lt"/>
          <a:ea typeface="+mn-ea"/>
          <a:cs typeface="+mn-cs"/>
        </a:defRPr>
      </a:lvl7pPr>
      <a:lvl8pPr marL="3200400" algn="r" defTabSz="914400" rtl="1" eaLnBrk="1" latinLnBrk="0" hangingPunct="1">
        <a:defRPr sz="1800" kern="1200">
          <a:solidFill>
            <a:schemeClr val="tx1"/>
          </a:solidFill>
          <a:latin typeface="+mn-lt"/>
          <a:ea typeface="+mn-ea"/>
          <a:cs typeface="+mn-cs"/>
        </a:defRPr>
      </a:lvl8pPr>
      <a:lvl9pPr marL="3657600" algn="r" defTabSz="914400" rtl="1" eaLnBrk="1" latinLnBrk="0" hangingPunct="1">
        <a:defRPr sz="1800" kern="1200">
          <a:solidFill>
            <a:schemeClr val="tx1"/>
          </a:solidFill>
          <a:latin typeface="+mn-lt"/>
          <a:ea typeface="+mn-ea"/>
          <a:cs typeface="+mn-cs"/>
        </a:defRPr>
      </a:lvl9pPr>
    </p:otherStyle>
  </p:txStyles>
</p:sldMaster>
</file>

<file path=ppt/slideMasters/slideMaster7.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2056" name="TextBox 4">
            <a:extLst>
              <a:ext uri="{FF2B5EF4-FFF2-40B4-BE49-F238E27FC236}">
                <a16:creationId xmlns:a16="http://schemas.microsoft.com/office/drawing/2014/main" id="{2D2D2BA7-3DC8-B2DD-685B-33BA65B7260B}"/>
              </a:ext>
            </a:extLst>
          </p:cNvPr>
          <p:cNvSpPr txBox="1">
            <a:spLocks noChangeArrowheads="1"/>
          </p:cNvSpPr>
          <p:nvPr/>
        </p:nvSpPr>
        <p:spPr bwMode="auto">
          <a:xfrm>
            <a:off x="252413" y="723900"/>
            <a:ext cx="7199312" cy="261938"/>
          </a:xfrm>
          <a:prstGeom prst="rect">
            <a:avLst/>
          </a:prstGeom>
          <a:noFill/>
          <a:ln>
            <a:noFill/>
          </a:ln>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defRPr/>
            </a:pPr>
            <a:r>
              <a:rPr lang="en-GB" altLang="en-US" sz="1100" b="1" dirty="0">
                <a:solidFill>
                  <a:schemeClr val="bg1"/>
                </a:solidFill>
              </a:rPr>
              <a:t>Unit 3: Professional Development in the Sports Industry</a:t>
            </a:r>
          </a:p>
        </p:txBody>
      </p:sp>
      <p:sp>
        <p:nvSpPr>
          <p:cNvPr id="14339" name="Title Placeholder 1">
            <a:extLst>
              <a:ext uri="{FF2B5EF4-FFF2-40B4-BE49-F238E27FC236}">
                <a16:creationId xmlns:a16="http://schemas.microsoft.com/office/drawing/2014/main" id="{B9C6BA7D-5854-D592-7A00-A0EC539E365A}"/>
              </a:ext>
            </a:extLst>
          </p:cNvPr>
          <p:cNvSpPr>
            <a:spLocks noGrp="1"/>
          </p:cNvSpPr>
          <p:nvPr>
            <p:ph type="title"/>
          </p:nvPr>
        </p:nvSpPr>
        <p:spPr bwMode="auto">
          <a:xfrm>
            <a:off x="457200" y="1196975"/>
            <a:ext cx="8229600" cy="863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en-US" altLang="en-US"/>
              <a:t>Click to edit Master title style</a:t>
            </a:r>
            <a:endParaRPr lang="en-GB" altLang="en-US"/>
          </a:p>
        </p:txBody>
      </p:sp>
      <p:sp>
        <p:nvSpPr>
          <p:cNvPr id="14340" name="Text Placeholder 2">
            <a:extLst>
              <a:ext uri="{FF2B5EF4-FFF2-40B4-BE49-F238E27FC236}">
                <a16:creationId xmlns:a16="http://schemas.microsoft.com/office/drawing/2014/main" id="{D6111AB5-22FF-2770-1011-D02820DE5537}"/>
              </a:ext>
            </a:extLst>
          </p:cNvPr>
          <p:cNvSpPr>
            <a:spLocks noGrp="1"/>
          </p:cNvSpPr>
          <p:nvPr>
            <p:ph type="body" idx="1"/>
          </p:nvPr>
        </p:nvSpPr>
        <p:spPr bwMode="auto">
          <a:xfrm>
            <a:off x="457200" y="2060575"/>
            <a:ext cx="8229600" cy="3616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GB" altLang="en-US"/>
              <a:t>Use simple bullet points and lines, with no more than two lines per bullet point if possible.</a:t>
            </a:r>
          </a:p>
          <a:p>
            <a:pPr lvl="0"/>
            <a:r>
              <a:rPr lang="en-GB" altLang="en-US"/>
              <a:t>Try to use a maximum of ten words per line. </a:t>
            </a:r>
          </a:p>
          <a:p>
            <a:pPr lvl="0"/>
            <a:r>
              <a:rPr lang="en-GB" altLang="en-US"/>
              <a:t>Set up generic formatting on this master. </a:t>
            </a:r>
          </a:p>
          <a:p>
            <a:pPr lvl="0"/>
            <a:r>
              <a:rPr lang="en-GB" altLang="en-US"/>
              <a:t>By applying this master to your slides, you’ll maintain consistent font and bullet style.</a:t>
            </a:r>
          </a:p>
          <a:p>
            <a:pPr lvl="0"/>
            <a:r>
              <a:rPr lang="en-GB" altLang="en-US"/>
              <a:t>To change the layout of individual slides, select ‘Slide layout’ and choose the desired layout from the right-hand menu.</a:t>
            </a:r>
          </a:p>
          <a:p>
            <a:pPr lvl="0"/>
            <a:r>
              <a:rPr lang="en-GB" altLang="en-US"/>
              <a:t>Read the PowerPoint guidelines before creating a slide show.</a:t>
            </a:r>
          </a:p>
        </p:txBody>
      </p:sp>
      <p:pic>
        <p:nvPicPr>
          <p:cNvPr id="14341" name="Picture 8">
            <a:extLst>
              <a:ext uri="{FF2B5EF4-FFF2-40B4-BE49-F238E27FC236}">
                <a16:creationId xmlns:a16="http://schemas.microsoft.com/office/drawing/2014/main" id="{FEDC9336-94D7-0F7A-9422-574A068E9570}"/>
              </a:ext>
            </a:extLst>
          </p:cNvPr>
          <p:cNvPicPr>
            <a:picLocks noChangeAspect="1" noChangeArrowheads="1"/>
          </p:cNvPicPr>
          <p:nvPr userDrawn="1"/>
        </p:nvPicPr>
        <p:blipFill>
          <a:blip r:embed="rId15" cstate="screen">
            <a:extLst>
              <a:ext uri="{28A0092B-C50C-407E-A947-70E740481C1C}">
                <a14:useLocalDpi xmlns:a14="http://schemas.microsoft.com/office/drawing/2010/main"/>
              </a:ext>
            </a:extLst>
          </a:blip>
          <a:srcRect/>
          <a:stretch/>
        </p:blipFill>
        <p:spPr bwMode="auto">
          <a:xfrm>
            <a:off x="0" y="190"/>
            <a:ext cx="9144000" cy="10759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 name="Footer Placeholder 4">
            <a:extLst>
              <a:ext uri="{FF2B5EF4-FFF2-40B4-BE49-F238E27FC236}">
                <a16:creationId xmlns:a16="http://schemas.microsoft.com/office/drawing/2014/main" id="{519F82B0-FA8C-C128-CC82-F2D587FD19DE}"/>
              </a:ext>
            </a:extLst>
          </p:cNvPr>
          <p:cNvSpPr>
            <a:spLocks noGrp="1" noChangeArrowheads="1"/>
          </p:cNvSpPr>
          <p:nvPr>
            <p:ph type="ftr" sz="quarter" idx="3"/>
          </p:nvPr>
        </p:nvSpPr>
        <p:spPr bwMode="auto">
          <a:xfrm>
            <a:off x="0" y="6459538"/>
            <a:ext cx="9144000" cy="287337"/>
          </a:xfrm>
          <a:prstGeom prst="rect">
            <a:avLst/>
          </a:prstGeom>
          <a:noFill/>
        </p:spPr>
        <p:txBody>
          <a:bodyPr vert="horz" wrap="square" lIns="91440" tIns="45720" rIns="91440" bIns="45720" numCol="1" anchor="t" anchorCtr="0" compatLnSpc="1">
            <a:prstTxWarp prst="textNoShape">
              <a:avLst/>
            </a:prstTxWarp>
          </a:bodyPr>
          <a:lstStyle>
            <a:lvl1pPr algn="ctr">
              <a:spcBef>
                <a:spcPct val="0"/>
              </a:spcBef>
              <a:buFontTx/>
              <a:buNone/>
              <a:defRPr sz="1800">
                <a:solidFill>
                  <a:schemeClr val="tx1"/>
                </a:solidFill>
                <a:latin typeface="Arial" panose="020B0604020202020204" pitchFamily="34" charset="0"/>
                <a:ea typeface="+mn-ea"/>
                <a:cs typeface="Arial" panose="020B0604020202020204" pitchFamily="34" charset="0"/>
              </a:defRPr>
            </a:lvl1pPr>
            <a:lvl2pPr marL="742950" indent="-285750">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2pPr>
            <a:lvl3pPr marL="1143000" indent="-228600">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3pPr>
            <a:lvl4pPr marL="1600200" indent="-228600">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4pPr>
            <a:lvl5pPr marL="2057400" indent="-228600">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5pPr>
            <a:lvl6pPr marL="2514600" indent="-228600"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6pPr>
            <a:lvl7pPr marL="2971800" indent="-228600"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7pPr>
            <a:lvl8pPr marL="3429000" indent="-228600"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8pPr>
            <a:lvl9pPr marL="3886200" indent="-228600"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9pPr>
          </a:lstStyle>
          <a:p>
            <a:pPr>
              <a:defRPr/>
            </a:pPr>
            <a:r>
              <a:rPr lang="en-GB" altLang="en-US" dirty="0"/>
              <a:t>© Pearson Education Ltd 2023. Copying permitted for purchasing institution only. </a:t>
            </a:r>
          </a:p>
        </p:txBody>
      </p:sp>
    </p:spTree>
    <p:extLst>
      <p:ext uri="{BB962C8B-B14F-4D97-AF65-F5344CB8AC3E}">
        <p14:creationId xmlns:p14="http://schemas.microsoft.com/office/powerpoint/2010/main" val="3701897197"/>
      </p:ext>
    </p:extLst>
  </p:cSld>
  <p:clrMap bg1="lt1" tx1="dk1" bg2="lt2" tx2="dk2" accent1="accent1" accent2="accent2" accent3="accent3" accent4="accent4" accent5="accent5" accent6="accent6" hlink="hlink" folHlink="folHlink"/>
  <p:sldLayoutIdLst>
    <p:sldLayoutId id="2147484878" r:id="rId1"/>
    <p:sldLayoutId id="2147484879" r:id="rId2"/>
    <p:sldLayoutId id="2147484880" r:id="rId3"/>
    <p:sldLayoutId id="2147484881" r:id="rId4"/>
    <p:sldLayoutId id="2147484882" r:id="rId5"/>
    <p:sldLayoutId id="2147484883" r:id="rId6"/>
    <p:sldLayoutId id="2147484884" r:id="rId7"/>
    <p:sldLayoutId id="2147484885" r:id="rId8"/>
    <p:sldLayoutId id="2147484886" r:id="rId9"/>
    <p:sldLayoutId id="2147484887" r:id="rId10"/>
    <p:sldLayoutId id="2147484888" r:id="rId11"/>
    <p:sldLayoutId id="2147484889" r:id="rId12"/>
  </p:sldLayoutIdLst>
  <p:transition>
    <p:sndAc>
      <p:stSnd>
        <p:snd r:embed="rId14" name="click.wav"/>
      </p:stSnd>
    </p:sndAc>
  </p:transition>
  <p:hf sldNum="0" hdr="0" dt="0"/>
  <p:txStyles>
    <p:titleStyle>
      <a:lvl1pPr algn="ctr" rtl="1" eaLnBrk="0" fontAlgn="base" hangingPunct="0">
        <a:spcBef>
          <a:spcPct val="0"/>
        </a:spcBef>
        <a:spcAft>
          <a:spcPct val="0"/>
        </a:spcAft>
        <a:defRPr sz="4400">
          <a:solidFill>
            <a:schemeClr val="tx2"/>
          </a:solidFill>
          <a:latin typeface="Arial" panose="020B0604020202020204" pitchFamily="34" charset="0"/>
          <a:ea typeface="Arial" charset="0"/>
          <a:cs typeface="Arial" panose="020B0604020202020204" pitchFamily="34" charset="0"/>
        </a:defRPr>
      </a:lvl1pPr>
      <a:lvl2pPr algn="ctr" rtl="1" eaLnBrk="0" fontAlgn="base" hangingPunct="0">
        <a:spcBef>
          <a:spcPct val="0"/>
        </a:spcBef>
        <a:spcAft>
          <a:spcPct val="0"/>
        </a:spcAft>
        <a:defRPr sz="4400">
          <a:solidFill>
            <a:schemeClr val="tx2"/>
          </a:solidFill>
          <a:latin typeface="Arial" panose="020B0604020202020204" pitchFamily="34" charset="0"/>
          <a:ea typeface="Arial" charset="0"/>
          <a:cs typeface="Arial" panose="020B0604020202020204" pitchFamily="34" charset="0"/>
        </a:defRPr>
      </a:lvl2pPr>
      <a:lvl3pPr algn="ctr" rtl="1" eaLnBrk="0" fontAlgn="base" hangingPunct="0">
        <a:spcBef>
          <a:spcPct val="0"/>
        </a:spcBef>
        <a:spcAft>
          <a:spcPct val="0"/>
        </a:spcAft>
        <a:defRPr sz="4400">
          <a:solidFill>
            <a:schemeClr val="tx2"/>
          </a:solidFill>
          <a:latin typeface="Arial" panose="020B0604020202020204" pitchFamily="34" charset="0"/>
          <a:ea typeface="Arial" charset="0"/>
          <a:cs typeface="Arial" panose="020B0604020202020204" pitchFamily="34" charset="0"/>
        </a:defRPr>
      </a:lvl3pPr>
      <a:lvl4pPr algn="ctr" rtl="1" eaLnBrk="0" fontAlgn="base" hangingPunct="0">
        <a:spcBef>
          <a:spcPct val="0"/>
        </a:spcBef>
        <a:spcAft>
          <a:spcPct val="0"/>
        </a:spcAft>
        <a:defRPr sz="4400">
          <a:solidFill>
            <a:schemeClr val="tx2"/>
          </a:solidFill>
          <a:latin typeface="Arial" panose="020B0604020202020204" pitchFamily="34" charset="0"/>
          <a:ea typeface="Arial" charset="0"/>
          <a:cs typeface="Arial" panose="020B0604020202020204" pitchFamily="34" charset="0"/>
        </a:defRPr>
      </a:lvl4pPr>
      <a:lvl5pPr algn="ctr" rtl="1" eaLnBrk="0" fontAlgn="base" hangingPunct="0">
        <a:spcBef>
          <a:spcPct val="0"/>
        </a:spcBef>
        <a:spcAft>
          <a:spcPct val="0"/>
        </a:spcAft>
        <a:defRPr sz="4400">
          <a:solidFill>
            <a:schemeClr val="tx2"/>
          </a:solidFill>
          <a:latin typeface="Arial" panose="020B0604020202020204" pitchFamily="34" charset="0"/>
          <a:ea typeface="Arial" charset="0"/>
          <a:cs typeface="Arial" panose="020B0604020202020204" pitchFamily="34" charset="0"/>
        </a:defRPr>
      </a:lvl5pPr>
      <a:lvl6pPr marL="457200" algn="ctr" rtl="1" fontAlgn="base">
        <a:spcBef>
          <a:spcPct val="0"/>
        </a:spcBef>
        <a:spcAft>
          <a:spcPct val="0"/>
        </a:spcAft>
        <a:defRPr sz="4400">
          <a:solidFill>
            <a:schemeClr val="tx2"/>
          </a:solidFill>
          <a:latin typeface="Verdana" pitchFamily="34" charset="0"/>
        </a:defRPr>
      </a:lvl6pPr>
      <a:lvl7pPr marL="914400" algn="ctr" rtl="1" fontAlgn="base">
        <a:spcBef>
          <a:spcPct val="0"/>
        </a:spcBef>
        <a:spcAft>
          <a:spcPct val="0"/>
        </a:spcAft>
        <a:defRPr sz="4400">
          <a:solidFill>
            <a:schemeClr val="tx2"/>
          </a:solidFill>
          <a:latin typeface="Verdana" pitchFamily="34" charset="0"/>
        </a:defRPr>
      </a:lvl7pPr>
      <a:lvl8pPr marL="1371600" algn="ctr" rtl="1" fontAlgn="base">
        <a:spcBef>
          <a:spcPct val="0"/>
        </a:spcBef>
        <a:spcAft>
          <a:spcPct val="0"/>
        </a:spcAft>
        <a:defRPr sz="4400">
          <a:solidFill>
            <a:schemeClr val="tx2"/>
          </a:solidFill>
          <a:latin typeface="Verdana" pitchFamily="34" charset="0"/>
        </a:defRPr>
      </a:lvl8pPr>
      <a:lvl9pPr marL="1828800" algn="ctr" rtl="1" fontAlgn="base">
        <a:spcBef>
          <a:spcPct val="0"/>
        </a:spcBef>
        <a:spcAft>
          <a:spcPct val="0"/>
        </a:spcAft>
        <a:defRPr sz="4400">
          <a:solidFill>
            <a:schemeClr val="tx2"/>
          </a:solidFill>
          <a:latin typeface="Verdana" pitchFamily="34" charset="0"/>
        </a:defRPr>
      </a:lvl9pPr>
    </p:titleStyle>
    <p:bodyStyle>
      <a:lvl1pPr marL="342900" indent="-342900" algn="r" rtl="1" eaLnBrk="0" fontAlgn="base" hangingPunct="0">
        <a:spcBef>
          <a:spcPct val="20000"/>
        </a:spcBef>
        <a:spcAft>
          <a:spcPct val="0"/>
        </a:spcAft>
        <a:buFont typeface="Wingdings" panose="05000000000000000000" pitchFamily="2" charset="2"/>
        <a:buChar char="§"/>
        <a:defRPr sz="2400">
          <a:solidFill>
            <a:schemeClr val="tx1"/>
          </a:solidFill>
          <a:latin typeface="Arial" panose="020B0604020202020204" pitchFamily="34" charset="0"/>
          <a:ea typeface="Arial" charset="0"/>
          <a:cs typeface="Arial" panose="020B0604020202020204" pitchFamily="34" charset="0"/>
        </a:defRPr>
      </a:lvl1pPr>
      <a:lvl2pPr marL="742950" indent="-28575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2pPr>
      <a:lvl3pPr marL="11430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3pPr>
      <a:lvl4pPr marL="16002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4pPr>
      <a:lvl5pPr marL="20574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5pPr>
      <a:lvl6pPr marL="2514600" indent="-228600" algn="r" rtl="1" fontAlgn="base">
        <a:spcBef>
          <a:spcPct val="20000"/>
        </a:spcBef>
        <a:spcAft>
          <a:spcPct val="0"/>
        </a:spcAft>
        <a:buFont typeface="Wingdings" pitchFamily="2" charset="2"/>
        <a:defRPr sz="2400">
          <a:solidFill>
            <a:schemeClr val="tx1"/>
          </a:solidFill>
          <a:latin typeface="+mn-lt"/>
        </a:defRPr>
      </a:lvl6pPr>
      <a:lvl7pPr marL="2971800" indent="-228600" algn="r" rtl="1" fontAlgn="base">
        <a:spcBef>
          <a:spcPct val="20000"/>
        </a:spcBef>
        <a:spcAft>
          <a:spcPct val="0"/>
        </a:spcAft>
        <a:buFont typeface="Wingdings" pitchFamily="2" charset="2"/>
        <a:defRPr sz="2400">
          <a:solidFill>
            <a:schemeClr val="tx1"/>
          </a:solidFill>
          <a:latin typeface="+mn-lt"/>
        </a:defRPr>
      </a:lvl7pPr>
      <a:lvl8pPr marL="3429000" indent="-228600" algn="r" rtl="1" fontAlgn="base">
        <a:spcBef>
          <a:spcPct val="20000"/>
        </a:spcBef>
        <a:spcAft>
          <a:spcPct val="0"/>
        </a:spcAft>
        <a:buFont typeface="Wingdings" pitchFamily="2" charset="2"/>
        <a:defRPr sz="2400">
          <a:solidFill>
            <a:schemeClr val="tx1"/>
          </a:solidFill>
          <a:latin typeface="+mn-lt"/>
        </a:defRPr>
      </a:lvl8pPr>
      <a:lvl9pPr marL="3886200" indent="-228600" algn="r" rtl="1" fontAlgn="base">
        <a:spcBef>
          <a:spcPct val="20000"/>
        </a:spcBef>
        <a:spcAft>
          <a:spcPct val="0"/>
        </a:spcAft>
        <a:buFont typeface="Wingdings" pitchFamily="2" charset="2"/>
        <a:defRPr sz="2400">
          <a:solidFill>
            <a:schemeClr val="tx1"/>
          </a:solidFill>
          <a:latin typeface="+mn-lt"/>
        </a:defRPr>
      </a:lvl9pPr>
    </p:bodyStyle>
    <p:otherStyle>
      <a:defPPr>
        <a:defRPr lang="en-US"/>
      </a:defPPr>
      <a:lvl1pPr marL="0" algn="r" defTabSz="914400" rtl="1" eaLnBrk="1" latinLnBrk="0" hangingPunct="1">
        <a:defRPr sz="1800" kern="1200">
          <a:solidFill>
            <a:schemeClr val="tx1"/>
          </a:solidFill>
          <a:latin typeface="+mn-lt"/>
          <a:ea typeface="+mn-ea"/>
          <a:cs typeface="+mn-cs"/>
        </a:defRPr>
      </a:lvl1pPr>
      <a:lvl2pPr marL="457200" algn="r" defTabSz="914400" rtl="1" eaLnBrk="1" latinLnBrk="0" hangingPunct="1">
        <a:defRPr sz="1800" kern="1200">
          <a:solidFill>
            <a:schemeClr val="tx1"/>
          </a:solidFill>
          <a:latin typeface="+mn-lt"/>
          <a:ea typeface="+mn-ea"/>
          <a:cs typeface="+mn-cs"/>
        </a:defRPr>
      </a:lvl2pPr>
      <a:lvl3pPr marL="914400" algn="r" defTabSz="914400" rtl="1" eaLnBrk="1" latinLnBrk="0" hangingPunct="1">
        <a:defRPr sz="1800" kern="1200">
          <a:solidFill>
            <a:schemeClr val="tx1"/>
          </a:solidFill>
          <a:latin typeface="+mn-lt"/>
          <a:ea typeface="+mn-ea"/>
          <a:cs typeface="+mn-cs"/>
        </a:defRPr>
      </a:lvl3pPr>
      <a:lvl4pPr marL="1371600" algn="r" defTabSz="914400" rtl="1" eaLnBrk="1" latinLnBrk="0" hangingPunct="1">
        <a:defRPr sz="1800" kern="1200">
          <a:solidFill>
            <a:schemeClr val="tx1"/>
          </a:solidFill>
          <a:latin typeface="+mn-lt"/>
          <a:ea typeface="+mn-ea"/>
          <a:cs typeface="+mn-cs"/>
        </a:defRPr>
      </a:lvl4pPr>
      <a:lvl5pPr marL="1828800" algn="r" defTabSz="914400" rtl="1" eaLnBrk="1" latinLnBrk="0" hangingPunct="1">
        <a:defRPr sz="1800" kern="1200">
          <a:solidFill>
            <a:schemeClr val="tx1"/>
          </a:solidFill>
          <a:latin typeface="+mn-lt"/>
          <a:ea typeface="+mn-ea"/>
          <a:cs typeface="+mn-cs"/>
        </a:defRPr>
      </a:lvl5pPr>
      <a:lvl6pPr marL="2286000" algn="r" defTabSz="914400" rtl="1" eaLnBrk="1" latinLnBrk="0" hangingPunct="1">
        <a:defRPr sz="1800" kern="1200">
          <a:solidFill>
            <a:schemeClr val="tx1"/>
          </a:solidFill>
          <a:latin typeface="+mn-lt"/>
          <a:ea typeface="+mn-ea"/>
          <a:cs typeface="+mn-cs"/>
        </a:defRPr>
      </a:lvl6pPr>
      <a:lvl7pPr marL="2743200" algn="r" defTabSz="914400" rtl="1" eaLnBrk="1" latinLnBrk="0" hangingPunct="1">
        <a:defRPr sz="1800" kern="1200">
          <a:solidFill>
            <a:schemeClr val="tx1"/>
          </a:solidFill>
          <a:latin typeface="+mn-lt"/>
          <a:ea typeface="+mn-ea"/>
          <a:cs typeface="+mn-cs"/>
        </a:defRPr>
      </a:lvl7pPr>
      <a:lvl8pPr marL="3200400" algn="r" defTabSz="914400" rtl="1" eaLnBrk="1" latinLnBrk="0" hangingPunct="1">
        <a:defRPr sz="1800" kern="1200">
          <a:solidFill>
            <a:schemeClr val="tx1"/>
          </a:solidFill>
          <a:latin typeface="+mn-lt"/>
          <a:ea typeface="+mn-ea"/>
          <a:cs typeface="+mn-cs"/>
        </a:defRPr>
      </a:lvl8pPr>
      <a:lvl9pPr marL="3657600" algn="r" defTabSz="914400" rtl="1" eaLnBrk="1" latinLnBrk="0" hangingPunct="1">
        <a:defRPr sz="1800" kern="1200">
          <a:solidFill>
            <a:schemeClr val="tx1"/>
          </a:solidFill>
          <a:latin typeface="+mn-lt"/>
          <a:ea typeface="+mn-ea"/>
          <a:cs typeface="+mn-cs"/>
        </a:defRPr>
      </a:lvl9pPr>
    </p:otherStyle>
  </p:txStyles>
</p:sldMaster>
</file>

<file path=ppt/slideMasters/slideMaster8.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2056" name="TextBox 4">
            <a:extLst>
              <a:ext uri="{FF2B5EF4-FFF2-40B4-BE49-F238E27FC236}">
                <a16:creationId xmlns:a16="http://schemas.microsoft.com/office/drawing/2014/main" id="{2D2D2BA7-3DC8-B2DD-685B-33BA65B7260B}"/>
              </a:ext>
            </a:extLst>
          </p:cNvPr>
          <p:cNvSpPr txBox="1">
            <a:spLocks noChangeArrowheads="1"/>
          </p:cNvSpPr>
          <p:nvPr/>
        </p:nvSpPr>
        <p:spPr bwMode="auto">
          <a:xfrm>
            <a:off x="252413" y="723900"/>
            <a:ext cx="7199312" cy="261938"/>
          </a:xfrm>
          <a:prstGeom prst="rect">
            <a:avLst/>
          </a:prstGeom>
          <a:noFill/>
          <a:ln>
            <a:noFill/>
          </a:ln>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defRPr/>
            </a:pPr>
            <a:r>
              <a:rPr lang="en-GB" altLang="en-US" sz="1100" b="1" dirty="0">
                <a:solidFill>
                  <a:schemeClr val="bg1"/>
                </a:solidFill>
              </a:rPr>
              <a:t>Unit 3: Professional Development in the Sports Industry</a:t>
            </a:r>
          </a:p>
        </p:txBody>
      </p:sp>
      <p:sp>
        <p:nvSpPr>
          <p:cNvPr id="14339" name="Title Placeholder 1">
            <a:extLst>
              <a:ext uri="{FF2B5EF4-FFF2-40B4-BE49-F238E27FC236}">
                <a16:creationId xmlns:a16="http://schemas.microsoft.com/office/drawing/2014/main" id="{B9C6BA7D-5854-D592-7A00-A0EC539E365A}"/>
              </a:ext>
            </a:extLst>
          </p:cNvPr>
          <p:cNvSpPr>
            <a:spLocks noGrp="1"/>
          </p:cNvSpPr>
          <p:nvPr>
            <p:ph type="title"/>
          </p:nvPr>
        </p:nvSpPr>
        <p:spPr bwMode="auto">
          <a:xfrm>
            <a:off x="457200" y="1196975"/>
            <a:ext cx="8229600" cy="863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en-US" altLang="en-US"/>
              <a:t>Click to edit Master title style</a:t>
            </a:r>
            <a:endParaRPr lang="en-GB" altLang="en-US"/>
          </a:p>
        </p:txBody>
      </p:sp>
      <p:sp>
        <p:nvSpPr>
          <p:cNvPr id="14340" name="Text Placeholder 2">
            <a:extLst>
              <a:ext uri="{FF2B5EF4-FFF2-40B4-BE49-F238E27FC236}">
                <a16:creationId xmlns:a16="http://schemas.microsoft.com/office/drawing/2014/main" id="{D6111AB5-22FF-2770-1011-D02820DE5537}"/>
              </a:ext>
            </a:extLst>
          </p:cNvPr>
          <p:cNvSpPr>
            <a:spLocks noGrp="1"/>
          </p:cNvSpPr>
          <p:nvPr>
            <p:ph type="body" idx="1"/>
          </p:nvPr>
        </p:nvSpPr>
        <p:spPr bwMode="auto">
          <a:xfrm>
            <a:off x="457200" y="2060575"/>
            <a:ext cx="8229600" cy="3616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GB" altLang="en-US"/>
              <a:t>Use simple bullet points and lines, with no more than two lines per bullet point if possible.</a:t>
            </a:r>
          </a:p>
          <a:p>
            <a:pPr lvl="0"/>
            <a:r>
              <a:rPr lang="en-GB" altLang="en-US"/>
              <a:t>Try to use a maximum of ten words per line. </a:t>
            </a:r>
          </a:p>
          <a:p>
            <a:pPr lvl="0"/>
            <a:r>
              <a:rPr lang="en-GB" altLang="en-US"/>
              <a:t>Set up generic formatting on this master. </a:t>
            </a:r>
          </a:p>
          <a:p>
            <a:pPr lvl="0"/>
            <a:r>
              <a:rPr lang="en-GB" altLang="en-US"/>
              <a:t>By applying this master to your slides, you’ll maintain consistent font and bullet style.</a:t>
            </a:r>
          </a:p>
          <a:p>
            <a:pPr lvl="0"/>
            <a:r>
              <a:rPr lang="en-GB" altLang="en-US"/>
              <a:t>To change the layout of individual slides, select ‘Slide layout’ and choose the desired layout from the right-hand menu.</a:t>
            </a:r>
          </a:p>
          <a:p>
            <a:pPr lvl="0"/>
            <a:r>
              <a:rPr lang="en-GB" altLang="en-US"/>
              <a:t>Read the PowerPoint guidelines before creating a slide show.</a:t>
            </a:r>
          </a:p>
        </p:txBody>
      </p:sp>
      <p:pic>
        <p:nvPicPr>
          <p:cNvPr id="14341" name="Picture 8">
            <a:extLst>
              <a:ext uri="{FF2B5EF4-FFF2-40B4-BE49-F238E27FC236}">
                <a16:creationId xmlns:a16="http://schemas.microsoft.com/office/drawing/2014/main" id="{FEDC9336-94D7-0F7A-9422-574A068E9570}"/>
              </a:ext>
            </a:extLst>
          </p:cNvPr>
          <p:cNvPicPr>
            <a:picLocks noChangeAspect="1" noChangeArrowheads="1"/>
          </p:cNvPicPr>
          <p:nvPr userDrawn="1"/>
        </p:nvPicPr>
        <p:blipFill>
          <a:blip r:embed="rId15" cstate="screen">
            <a:extLst>
              <a:ext uri="{28A0092B-C50C-407E-A947-70E740481C1C}">
                <a14:useLocalDpi xmlns:a14="http://schemas.microsoft.com/office/drawing/2010/main"/>
              </a:ext>
            </a:extLst>
          </a:blip>
          <a:srcRect/>
          <a:stretch/>
        </p:blipFill>
        <p:spPr bwMode="auto">
          <a:xfrm>
            <a:off x="0" y="190"/>
            <a:ext cx="9144000" cy="10759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 name="Footer Placeholder 4">
            <a:extLst>
              <a:ext uri="{FF2B5EF4-FFF2-40B4-BE49-F238E27FC236}">
                <a16:creationId xmlns:a16="http://schemas.microsoft.com/office/drawing/2014/main" id="{519F82B0-FA8C-C128-CC82-F2D587FD19DE}"/>
              </a:ext>
            </a:extLst>
          </p:cNvPr>
          <p:cNvSpPr>
            <a:spLocks noGrp="1" noChangeArrowheads="1"/>
          </p:cNvSpPr>
          <p:nvPr>
            <p:ph type="ftr" sz="quarter" idx="3"/>
          </p:nvPr>
        </p:nvSpPr>
        <p:spPr bwMode="auto">
          <a:xfrm>
            <a:off x="0" y="6459538"/>
            <a:ext cx="9144000" cy="287337"/>
          </a:xfrm>
          <a:prstGeom prst="rect">
            <a:avLst/>
          </a:prstGeom>
          <a:noFill/>
        </p:spPr>
        <p:txBody>
          <a:bodyPr vert="horz" wrap="square" lIns="91440" tIns="45720" rIns="91440" bIns="45720" numCol="1" anchor="t" anchorCtr="0" compatLnSpc="1">
            <a:prstTxWarp prst="textNoShape">
              <a:avLst/>
            </a:prstTxWarp>
          </a:bodyPr>
          <a:lstStyle>
            <a:lvl1pPr algn="ctr">
              <a:spcBef>
                <a:spcPct val="0"/>
              </a:spcBef>
              <a:buFontTx/>
              <a:buNone/>
              <a:defRPr sz="1800">
                <a:solidFill>
                  <a:schemeClr val="tx1"/>
                </a:solidFill>
                <a:latin typeface="Arial" panose="020B0604020202020204" pitchFamily="34" charset="0"/>
                <a:ea typeface="+mn-ea"/>
                <a:cs typeface="Arial" panose="020B0604020202020204" pitchFamily="34" charset="0"/>
              </a:defRPr>
            </a:lvl1pPr>
            <a:lvl2pPr marL="742950" indent="-285750">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2pPr>
            <a:lvl3pPr marL="1143000" indent="-228600">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3pPr>
            <a:lvl4pPr marL="1600200" indent="-228600">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4pPr>
            <a:lvl5pPr marL="2057400" indent="-228600">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5pPr>
            <a:lvl6pPr marL="2514600" indent="-228600"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6pPr>
            <a:lvl7pPr marL="2971800" indent="-228600"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7pPr>
            <a:lvl8pPr marL="3429000" indent="-228600"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8pPr>
            <a:lvl9pPr marL="3886200" indent="-228600"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9pPr>
          </a:lstStyle>
          <a:p>
            <a:pPr>
              <a:defRPr/>
            </a:pPr>
            <a:r>
              <a:rPr lang="en-GB" altLang="en-US" dirty="0"/>
              <a:t>© Pearson Education Ltd 2023. Copying permitted for purchasing institution only. </a:t>
            </a:r>
          </a:p>
        </p:txBody>
      </p:sp>
    </p:spTree>
    <p:extLst>
      <p:ext uri="{BB962C8B-B14F-4D97-AF65-F5344CB8AC3E}">
        <p14:creationId xmlns:p14="http://schemas.microsoft.com/office/powerpoint/2010/main" val="2182471028"/>
      </p:ext>
    </p:extLst>
  </p:cSld>
  <p:clrMap bg1="lt1" tx1="dk1" bg2="lt2" tx2="dk2" accent1="accent1" accent2="accent2" accent3="accent3" accent4="accent4" accent5="accent5" accent6="accent6" hlink="hlink" folHlink="folHlink"/>
  <p:sldLayoutIdLst>
    <p:sldLayoutId id="2147484891" r:id="rId1"/>
    <p:sldLayoutId id="2147484892" r:id="rId2"/>
    <p:sldLayoutId id="2147484893" r:id="rId3"/>
    <p:sldLayoutId id="2147484894" r:id="rId4"/>
    <p:sldLayoutId id="2147484895" r:id="rId5"/>
    <p:sldLayoutId id="2147484896" r:id="rId6"/>
    <p:sldLayoutId id="2147484897" r:id="rId7"/>
    <p:sldLayoutId id="2147484898" r:id="rId8"/>
    <p:sldLayoutId id="2147484899" r:id="rId9"/>
    <p:sldLayoutId id="2147484900" r:id="rId10"/>
    <p:sldLayoutId id="2147484901" r:id="rId11"/>
    <p:sldLayoutId id="2147484902" r:id="rId12"/>
  </p:sldLayoutIdLst>
  <p:transition>
    <p:sndAc>
      <p:stSnd>
        <p:snd r:embed="rId14" name="click.wav"/>
      </p:stSnd>
    </p:sndAc>
  </p:transition>
  <p:hf sldNum="0" hdr="0" dt="0"/>
  <p:txStyles>
    <p:titleStyle>
      <a:lvl1pPr algn="ctr" rtl="1" eaLnBrk="0" fontAlgn="base" hangingPunct="0">
        <a:spcBef>
          <a:spcPct val="0"/>
        </a:spcBef>
        <a:spcAft>
          <a:spcPct val="0"/>
        </a:spcAft>
        <a:defRPr sz="4400">
          <a:solidFill>
            <a:schemeClr val="tx2"/>
          </a:solidFill>
          <a:latin typeface="Arial" panose="020B0604020202020204" pitchFamily="34" charset="0"/>
          <a:ea typeface="Arial" charset="0"/>
          <a:cs typeface="Arial" panose="020B0604020202020204" pitchFamily="34" charset="0"/>
        </a:defRPr>
      </a:lvl1pPr>
      <a:lvl2pPr algn="ctr" rtl="1" eaLnBrk="0" fontAlgn="base" hangingPunct="0">
        <a:spcBef>
          <a:spcPct val="0"/>
        </a:spcBef>
        <a:spcAft>
          <a:spcPct val="0"/>
        </a:spcAft>
        <a:defRPr sz="4400">
          <a:solidFill>
            <a:schemeClr val="tx2"/>
          </a:solidFill>
          <a:latin typeface="Arial" panose="020B0604020202020204" pitchFamily="34" charset="0"/>
          <a:ea typeface="Arial" charset="0"/>
          <a:cs typeface="Arial" panose="020B0604020202020204" pitchFamily="34" charset="0"/>
        </a:defRPr>
      </a:lvl2pPr>
      <a:lvl3pPr algn="ctr" rtl="1" eaLnBrk="0" fontAlgn="base" hangingPunct="0">
        <a:spcBef>
          <a:spcPct val="0"/>
        </a:spcBef>
        <a:spcAft>
          <a:spcPct val="0"/>
        </a:spcAft>
        <a:defRPr sz="4400">
          <a:solidFill>
            <a:schemeClr val="tx2"/>
          </a:solidFill>
          <a:latin typeface="Arial" panose="020B0604020202020204" pitchFamily="34" charset="0"/>
          <a:ea typeface="Arial" charset="0"/>
          <a:cs typeface="Arial" panose="020B0604020202020204" pitchFamily="34" charset="0"/>
        </a:defRPr>
      </a:lvl3pPr>
      <a:lvl4pPr algn="ctr" rtl="1" eaLnBrk="0" fontAlgn="base" hangingPunct="0">
        <a:spcBef>
          <a:spcPct val="0"/>
        </a:spcBef>
        <a:spcAft>
          <a:spcPct val="0"/>
        </a:spcAft>
        <a:defRPr sz="4400">
          <a:solidFill>
            <a:schemeClr val="tx2"/>
          </a:solidFill>
          <a:latin typeface="Arial" panose="020B0604020202020204" pitchFamily="34" charset="0"/>
          <a:ea typeface="Arial" charset="0"/>
          <a:cs typeface="Arial" panose="020B0604020202020204" pitchFamily="34" charset="0"/>
        </a:defRPr>
      </a:lvl4pPr>
      <a:lvl5pPr algn="ctr" rtl="1" eaLnBrk="0" fontAlgn="base" hangingPunct="0">
        <a:spcBef>
          <a:spcPct val="0"/>
        </a:spcBef>
        <a:spcAft>
          <a:spcPct val="0"/>
        </a:spcAft>
        <a:defRPr sz="4400">
          <a:solidFill>
            <a:schemeClr val="tx2"/>
          </a:solidFill>
          <a:latin typeface="Arial" panose="020B0604020202020204" pitchFamily="34" charset="0"/>
          <a:ea typeface="Arial" charset="0"/>
          <a:cs typeface="Arial" panose="020B0604020202020204" pitchFamily="34" charset="0"/>
        </a:defRPr>
      </a:lvl5pPr>
      <a:lvl6pPr marL="457200" algn="ctr" rtl="1" fontAlgn="base">
        <a:spcBef>
          <a:spcPct val="0"/>
        </a:spcBef>
        <a:spcAft>
          <a:spcPct val="0"/>
        </a:spcAft>
        <a:defRPr sz="4400">
          <a:solidFill>
            <a:schemeClr val="tx2"/>
          </a:solidFill>
          <a:latin typeface="Verdana" pitchFamily="34" charset="0"/>
        </a:defRPr>
      </a:lvl6pPr>
      <a:lvl7pPr marL="914400" algn="ctr" rtl="1" fontAlgn="base">
        <a:spcBef>
          <a:spcPct val="0"/>
        </a:spcBef>
        <a:spcAft>
          <a:spcPct val="0"/>
        </a:spcAft>
        <a:defRPr sz="4400">
          <a:solidFill>
            <a:schemeClr val="tx2"/>
          </a:solidFill>
          <a:latin typeface="Verdana" pitchFamily="34" charset="0"/>
        </a:defRPr>
      </a:lvl7pPr>
      <a:lvl8pPr marL="1371600" algn="ctr" rtl="1" fontAlgn="base">
        <a:spcBef>
          <a:spcPct val="0"/>
        </a:spcBef>
        <a:spcAft>
          <a:spcPct val="0"/>
        </a:spcAft>
        <a:defRPr sz="4400">
          <a:solidFill>
            <a:schemeClr val="tx2"/>
          </a:solidFill>
          <a:latin typeface="Verdana" pitchFamily="34" charset="0"/>
        </a:defRPr>
      </a:lvl8pPr>
      <a:lvl9pPr marL="1828800" algn="ctr" rtl="1" fontAlgn="base">
        <a:spcBef>
          <a:spcPct val="0"/>
        </a:spcBef>
        <a:spcAft>
          <a:spcPct val="0"/>
        </a:spcAft>
        <a:defRPr sz="4400">
          <a:solidFill>
            <a:schemeClr val="tx2"/>
          </a:solidFill>
          <a:latin typeface="Verdana" pitchFamily="34" charset="0"/>
        </a:defRPr>
      </a:lvl9pPr>
    </p:titleStyle>
    <p:bodyStyle>
      <a:lvl1pPr marL="342900" indent="-342900" algn="r" rtl="1" eaLnBrk="0" fontAlgn="base" hangingPunct="0">
        <a:spcBef>
          <a:spcPct val="20000"/>
        </a:spcBef>
        <a:spcAft>
          <a:spcPct val="0"/>
        </a:spcAft>
        <a:buFont typeface="Wingdings" panose="05000000000000000000" pitchFamily="2" charset="2"/>
        <a:buChar char="§"/>
        <a:defRPr sz="2400">
          <a:solidFill>
            <a:schemeClr val="tx1"/>
          </a:solidFill>
          <a:latin typeface="Arial" panose="020B0604020202020204" pitchFamily="34" charset="0"/>
          <a:ea typeface="Arial" charset="0"/>
          <a:cs typeface="Arial" panose="020B0604020202020204" pitchFamily="34" charset="0"/>
        </a:defRPr>
      </a:lvl1pPr>
      <a:lvl2pPr marL="742950" indent="-28575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2pPr>
      <a:lvl3pPr marL="11430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3pPr>
      <a:lvl4pPr marL="16002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4pPr>
      <a:lvl5pPr marL="20574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5pPr>
      <a:lvl6pPr marL="2514600" indent="-228600" algn="r" rtl="1" fontAlgn="base">
        <a:spcBef>
          <a:spcPct val="20000"/>
        </a:spcBef>
        <a:spcAft>
          <a:spcPct val="0"/>
        </a:spcAft>
        <a:buFont typeface="Wingdings" pitchFamily="2" charset="2"/>
        <a:defRPr sz="2400">
          <a:solidFill>
            <a:schemeClr val="tx1"/>
          </a:solidFill>
          <a:latin typeface="+mn-lt"/>
        </a:defRPr>
      </a:lvl6pPr>
      <a:lvl7pPr marL="2971800" indent="-228600" algn="r" rtl="1" fontAlgn="base">
        <a:spcBef>
          <a:spcPct val="20000"/>
        </a:spcBef>
        <a:spcAft>
          <a:spcPct val="0"/>
        </a:spcAft>
        <a:buFont typeface="Wingdings" pitchFamily="2" charset="2"/>
        <a:defRPr sz="2400">
          <a:solidFill>
            <a:schemeClr val="tx1"/>
          </a:solidFill>
          <a:latin typeface="+mn-lt"/>
        </a:defRPr>
      </a:lvl7pPr>
      <a:lvl8pPr marL="3429000" indent="-228600" algn="r" rtl="1" fontAlgn="base">
        <a:spcBef>
          <a:spcPct val="20000"/>
        </a:spcBef>
        <a:spcAft>
          <a:spcPct val="0"/>
        </a:spcAft>
        <a:buFont typeface="Wingdings" pitchFamily="2" charset="2"/>
        <a:defRPr sz="2400">
          <a:solidFill>
            <a:schemeClr val="tx1"/>
          </a:solidFill>
          <a:latin typeface="+mn-lt"/>
        </a:defRPr>
      </a:lvl8pPr>
      <a:lvl9pPr marL="3886200" indent="-228600" algn="r" rtl="1" fontAlgn="base">
        <a:spcBef>
          <a:spcPct val="20000"/>
        </a:spcBef>
        <a:spcAft>
          <a:spcPct val="0"/>
        </a:spcAft>
        <a:buFont typeface="Wingdings" pitchFamily="2" charset="2"/>
        <a:defRPr sz="2400">
          <a:solidFill>
            <a:schemeClr val="tx1"/>
          </a:solidFill>
          <a:latin typeface="+mn-lt"/>
        </a:defRPr>
      </a:lvl9pPr>
    </p:bodyStyle>
    <p:otherStyle>
      <a:defPPr>
        <a:defRPr lang="en-US"/>
      </a:defPPr>
      <a:lvl1pPr marL="0" algn="r" defTabSz="914400" rtl="1" eaLnBrk="1" latinLnBrk="0" hangingPunct="1">
        <a:defRPr sz="1800" kern="1200">
          <a:solidFill>
            <a:schemeClr val="tx1"/>
          </a:solidFill>
          <a:latin typeface="+mn-lt"/>
          <a:ea typeface="+mn-ea"/>
          <a:cs typeface="+mn-cs"/>
        </a:defRPr>
      </a:lvl1pPr>
      <a:lvl2pPr marL="457200" algn="r" defTabSz="914400" rtl="1" eaLnBrk="1" latinLnBrk="0" hangingPunct="1">
        <a:defRPr sz="1800" kern="1200">
          <a:solidFill>
            <a:schemeClr val="tx1"/>
          </a:solidFill>
          <a:latin typeface="+mn-lt"/>
          <a:ea typeface="+mn-ea"/>
          <a:cs typeface="+mn-cs"/>
        </a:defRPr>
      </a:lvl2pPr>
      <a:lvl3pPr marL="914400" algn="r" defTabSz="914400" rtl="1" eaLnBrk="1" latinLnBrk="0" hangingPunct="1">
        <a:defRPr sz="1800" kern="1200">
          <a:solidFill>
            <a:schemeClr val="tx1"/>
          </a:solidFill>
          <a:latin typeface="+mn-lt"/>
          <a:ea typeface="+mn-ea"/>
          <a:cs typeface="+mn-cs"/>
        </a:defRPr>
      </a:lvl3pPr>
      <a:lvl4pPr marL="1371600" algn="r" defTabSz="914400" rtl="1" eaLnBrk="1" latinLnBrk="0" hangingPunct="1">
        <a:defRPr sz="1800" kern="1200">
          <a:solidFill>
            <a:schemeClr val="tx1"/>
          </a:solidFill>
          <a:latin typeface="+mn-lt"/>
          <a:ea typeface="+mn-ea"/>
          <a:cs typeface="+mn-cs"/>
        </a:defRPr>
      </a:lvl4pPr>
      <a:lvl5pPr marL="1828800" algn="r" defTabSz="914400" rtl="1" eaLnBrk="1" latinLnBrk="0" hangingPunct="1">
        <a:defRPr sz="1800" kern="1200">
          <a:solidFill>
            <a:schemeClr val="tx1"/>
          </a:solidFill>
          <a:latin typeface="+mn-lt"/>
          <a:ea typeface="+mn-ea"/>
          <a:cs typeface="+mn-cs"/>
        </a:defRPr>
      </a:lvl5pPr>
      <a:lvl6pPr marL="2286000" algn="r" defTabSz="914400" rtl="1" eaLnBrk="1" latinLnBrk="0" hangingPunct="1">
        <a:defRPr sz="1800" kern="1200">
          <a:solidFill>
            <a:schemeClr val="tx1"/>
          </a:solidFill>
          <a:latin typeface="+mn-lt"/>
          <a:ea typeface="+mn-ea"/>
          <a:cs typeface="+mn-cs"/>
        </a:defRPr>
      </a:lvl6pPr>
      <a:lvl7pPr marL="2743200" algn="r" defTabSz="914400" rtl="1" eaLnBrk="1" latinLnBrk="0" hangingPunct="1">
        <a:defRPr sz="1800" kern="1200">
          <a:solidFill>
            <a:schemeClr val="tx1"/>
          </a:solidFill>
          <a:latin typeface="+mn-lt"/>
          <a:ea typeface="+mn-ea"/>
          <a:cs typeface="+mn-cs"/>
        </a:defRPr>
      </a:lvl7pPr>
      <a:lvl8pPr marL="3200400" algn="r" defTabSz="914400" rtl="1" eaLnBrk="1" latinLnBrk="0" hangingPunct="1">
        <a:defRPr sz="1800" kern="1200">
          <a:solidFill>
            <a:schemeClr val="tx1"/>
          </a:solidFill>
          <a:latin typeface="+mn-lt"/>
          <a:ea typeface="+mn-ea"/>
          <a:cs typeface="+mn-cs"/>
        </a:defRPr>
      </a:lvl8pPr>
      <a:lvl9pPr marL="3657600" algn="r" defTabSz="914400" rtl="1" eaLnBrk="1" latinLnBrk="0" hangingPunct="1">
        <a:defRPr sz="1800" kern="1200">
          <a:solidFill>
            <a:schemeClr val="tx1"/>
          </a:solidFill>
          <a:latin typeface="+mn-lt"/>
          <a:ea typeface="+mn-ea"/>
          <a:cs typeface="+mn-cs"/>
        </a:defRPr>
      </a:lvl9pPr>
    </p:otherStyle>
  </p:txStyles>
</p:sldMaster>
</file>

<file path=ppt/slideMasters/slideMaster9.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2056" name="TextBox 4">
            <a:extLst>
              <a:ext uri="{FF2B5EF4-FFF2-40B4-BE49-F238E27FC236}">
                <a16:creationId xmlns:a16="http://schemas.microsoft.com/office/drawing/2014/main" id="{2D2D2BA7-3DC8-B2DD-685B-33BA65B7260B}"/>
              </a:ext>
            </a:extLst>
          </p:cNvPr>
          <p:cNvSpPr txBox="1">
            <a:spLocks noChangeArrowheads="1"/>
          </p:cNvSpPr>
          <p:nvPr/>
        </p:nvSpPr>
        <p:spPr bwMode="auto">
          <a:xfrm>
            <a:off x="252413" y="723900"/>
            <a:ext cx="7199312" cy="261938"/>
          </a:xfrm>
          <a:prstGeom prst="rect">
            <a:avLst/>
          </a:prstGeom>
          <a:noFill/>
          <a:ln>
            <a:noFill/>
          </a:ln>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defRPr/>
            </a:pPr>
            <a:r>
              <a:rPr lang="en-GB" altLang="en-US" sz="1100" b="1" dirty="0">
                <a:solidFill>
                  <a:schemeClr val="bg1"/>
                </a:solidFill>
              </a:rPr>
              <a:t>Unit 3: Professional Development in the Sports Industry</a:t>
            </a:r>
          </a:p>
        </p:txBody>
      </p:sp>
      <p:sp>
        <p:nvSpPr>
          <p:cNvPr id="14339" name="Title Placeholder 1">
            <a:extLst>
              <a:ext uri="{FF2B5EF4-FFF2-40B4-BE49-F238E27FC236}">
                <a16:creationId xmlns:a16="http://schemas.microsoft.com/office/drawing/2014/main" id="{B9C6BA7D-5854-D592-7A00-A0EC539E365A}"/>
              </a:ext>
            </a:extLst>
          </p:cNvPr>
          <p:cNvSpPr>
            <a:spLocks noGrp="1"/>
          </p:cNvSpPr>
          <p:nvPr>
            <p:ph type="title"/>
          </p:nvPr>
        </p:nvSpPr>
        <p:spPr bwMode="auto">
          <a:xfrm>
            <a:off x="457200" y="1196975"/>
            <a:ext cx="8229600" cy="863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en-US" altLang="en-US"/>
              <a:t>Click to edit Master title style</a:t>
            </a:r>
            <a:endParaRPr lang="en-GB" altLang="en-US"/>
          </a:p>
        </p:txBody>
      </p:sp>
      <p:sp>
        <p:nvSpPr>
          <p:cNvPr id="14340" name="Text Placeholder 2">
            <a:extLst>
              <a:ext uri="{FF2B5EF4-FFF2-40B4-BE49-F238E27FC236}">
                <a16:creationId xmlns:a16="http://schemas.microsoft.com/office/drawing/2014/main" id="{D6111AB5-22FF-2770-1011-D02820DE5537}"/>
              </a:ext>
            </a:extLst>
          </p:cNvPr>
          <p:cNvSpPr>
            <a:spLocks noGrp="1"/>
          </p:cNvSpPr>
          <p:nvPr>
            <p:ph type="body" idx="1"/>
          </p:nvPr>
        </p:nvSpPr>
        <p:spPr bwMode="auto">
          <a:xfrm>
            <a:off x="457200" y="2060575"/>
            <a:ext cx="8229600" cy="3616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GB" altLang="en-US"/>
              <a:t>Use simple bullet points and lines, with no more than two lines per bullet point if possible.</a:t>
            </a:r>
          </a:p>
          <a:p>
            <a:pPr lvl="0"/>
            <a:r>
              <a:rPr lang="en-GB" altLang="en-US"/>
              <a:t>Try to use a maximum of ten words per line. </a:t>
            </a:r>
          </a:p>
          <a:p>
            <a:pPr lvl="0"/>
            <a:r>
              <a:rPr lang="en-GB" altLang="en-US"/>
              <a:t>Set up generic formatting on this master. </a:t>
            </a:r>
          </a:p>
          <a:p>
            <a:pPr lvl="0"/>
            <a:r>
              <a:rPr lang="en-GB" altLang="en-US"/>
              <a:t>By applying this master to your slides, you’ll maintain consistent font and bullet style.</a:t>
            </a:r>
          </a:p>
          <a:p>
            <a:pPr lvl="0"/>
            <a:r>
              <a:rPr lang="en-GB" altLang="en-US"/>
              <a:t>To change the layout of individual slides, select ‘Slide layout’ and choose the desired layout from the right-hand menu.</a:t>
            </a:r>
          </a:p>
          <a:p>
            <a:pPr lvl="0"/>
            <a:r>
              <a:rPr lang="en-GB" altLang="en-US"/>
              <a:t>Read the PowerPoint guidelines before creating a slide show.</a:t>
            </a:r>
          </a:p>
        </p:txBody>
      </p:sp>
      <p:pic>
        <p:nvPicPr>
          <p:cNvPr id="14341" name="Picture 8">
            <a:extLst>
              <a:ext uri="{FF2B5EF4-FFF2-40B4-BE49-F238E27FC236}">
                <a16:creationId xmlns:a16="http://schemas.microsoft.com/office/drawing/2014/main" id="{FEDC9336-94D7-0F7A-9422-574A068E9570}"/>
              </a:ext>
            </a:extLst>
          </p:cNvPr>
          <p:cNvPicPr>
            <a:picLocks noChangeAspect="1" noChangeArrowheads="1"/>
          </p:cNvPicPr>
          <p:nvPr userDrawn="1"/>
        </p:nvPicPr>
        <p:blipFill>
          <a:blip r:embed="rId15" cstate="screen">
            <a:extLst>
              <a:ext uri="{28A0092B-C50C-407E-A947-70E740481C1C}">
                <a14:useLocalDpi xmlns:a14="http://schemas.microsoft.com/office/drawing/2010/main"/>
              </a:ext>
            </a:extLst>
          </a:blip>
          <a:srcRect/>
          <a:stretch/>
        </p:blipFill>
        <p:spPr bwMode="auto">
          <a:xfrm>
            <a:off x="0" y="190"/>
            <a:ext cx="9144000" cy="10759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 name="Footer Placeholder 4">
            <a:extLst>
              <a:ext uri="{FF2B5EF4-FFF2-40B4-BE49-F238E27FC236}">
                <a16:creationId xmlns:a16="http://schemas.microsoft.com/office/drawing/2014/main" id="{519F82B0-FA8C-C128-CC82-F2D587FD19DE}"/>
              </a:ext>
            </a:extLst>
          </p:cNvPr>
          <p:cNvSpPr>
            <a:spLocks noGrp="1" noChangeArrowheads="1"/>
          </p:cNvSpPr>
          <p:nvPr>
            <p:ph type="ftr" sz="quarter" idx="3"/>
          </p:nvPr>
        </p:nvSpPr>
        <p:spPr bwMode="auto">
          <a:xfrm>
            <a:off x="0" y="6459538"/>
            <a:ext cx="9144000" cy="287337"/>
          </a:xfrm>
          <a:prstGeom prst="rect">
            <a:avLst/>
          </a:prstGeom>
          <a:noFill/>
        </p:spPr>
        <p:txBody>
          <a:bodyPr vert="horz" wrap="square" lIns="91440" tIns="45720" rIns="91440" bIns="45720" numCol="1" anchor="t" anchorCtr="0" compatLnSpc="1">
            <a:prstTxWarp prst="textNoShape">
              <a:avLst/>
            </a:prstTxWarp>
          </a:bodyPr>
          <a:lstStyle>
            <a:lvl1pPr algn="ctr">
              <a:spcBef>
                <a:spcPct val="0"/>
              </a:spcBef>
              <a:buFontTx/>
              <a:buNone/>
              <a:defRPr sz="1800">
                <a:solidFill>
                  <a:schemeClr val="tx1"/>
                </a:solidFill>
                <a:latin typeface="Arial" panose="020B0604020202020204" pitchFamily="34" charset="0"/>
                <a:ea typeface="+mn-ea"/>
                <a:cs typeface="Arial" panose="020B0604020202020204" pitchFamily="34" charset="0"/>
              </a:defRPr>
            </a:lvl1pPr>
            <a:lvl2pPr marL="742950" indent="-285750">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2pPr>
            <a:lvl3pPr marL="1143000" indent="-228600">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3pPr>
            <a:lvl4pPr marL="1600200" indent="-228600">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4pPr>
            <a:lvl5pPr marL="2057400" indent="-228600">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5pPr>
            <a:lvl6pPr marL="2514600" indent="-228600"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6pPr>
            <a:lvl7pPr marL="2971800" indent="-228600"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7pPr>
            <a:lvl8pPr marL="3429000" indent="-228600"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8pPr>
            <a:lvl9pPr marL="3886200" indent="-228600"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9pPr>
          </a:lstStyle>
          <a:p>
            <a:pPr>
              <a:defRPr/>
            </a:pPr>
            <a:r>
              <a:rPr lang="en-GB" altLang="en-US" dirty="0"/>
              <a:t>© Pearson Education Ltd 2023. Copying permitted for purchasing institution only. </a:t>
            </a:r>
          </a:p>
        </p:txBody>
      </p:sp>
    </p:spTree>
    <p:extLst>
      <p:ext uri="{BB962C8B-B14F-4D97-AF65-F5344CB8AC3E}">
        <p14:creationId xmlns:p14="http://schemas.microsoft.com/office/powerpoint/2010/main" val="2310322001"/>
      </p:ext>
    </p:extLst>
  </p:cSld>
  <p:clrMap bg1="lt1" tx1="dk1" bg2="lt2" tx2="dk2" accent1="accent1" accent2="accent2" accent3="accent3" accent4="accent4" accent5="accent5" accent6="accent6" hlink="hlink" folHlink="folHlink"/>
  <p:sldLayoutIdLst>
    <p:sldLayoutId id="2147484904" r:id="rId1"/>
    <p:sldLayoutId id="2147484905" r:id="rId2"/>
    <p:sldLayoutId id="2147484906" r:id="rId3"/>
    <p:sldLayoutId id="2147484907" r:id="rId4"/>
    <p:sldLayoutId id="2147484908" r:id="rId5"/>
    <p:sldLayoutId id="2147484909" r:id="rId6"/>
    <p:sldLayoutId id="2147484910" r:id="rId7"/>
    <p:sldLayoutId id="2147484911" r:id="rId8"/>
    <p:sldLayoutId id="2147484912" r:id="rId9"/>
    <p:sldLayoutId id="2147484913" r:id="rId10"/>
    <p:sldLayoutId id="2147484914" r:id="rId11"/>
    <p:sldLayoutId id="2147484915" r:id="rId12"/>
  </p:sldLayoutIdLst>
  <p:transition>
    <p:sndAc>
      <p:stSnd>
        <p:snd r:embed="rId14" name="click.wav"/>
      </p:stSnd>
    </p:sndAc>
  </p:transition>
  <p:hf sldNum="0" hdr="0" dt="0"/>
  <p:txStyles>
    <p:titleStyle>
      <a:lvl1pPr algn="ctr" rtl="1" eaLnBrk="0" fontAlgn="base" hangingPunct="0">
        <a:spcBef>
          <a:spcPct val="0"/>
        </a:spcBef>
        <a:spcAft>
          <a:spcPct val="0"/>
        </a:spcAft>
        <a:defRPr sz="4400">
          <a:solidFill>
            <a:schemeClr val="tx2"/>
          </a:solidFill>
          <a:latin typeface="Arial" panose="020B0604020202020204" pitchFamily="34" charset="0"/>
          <a:ea typeface="Arial" charset="0"/>
          <a:cs typeface="Arial" panose="020B0604020202020204" pitchFamily="34" charset="0"/>
        </a:defRPr>
      </a:lvl1pPr>
      <a:lvl2pPr algn="ctr" rtl="1" eaLnBrk="0" fontAlgn="base" hangingPunct="0">
        <a:spcBef>
          <a:spcPct val="0"/>
        </a:spcBef>
        <a:spcAft>
          <a:spcPct val="0"/>
        </a:spcAft>
        <a:defRPr sz="4400">
          <a:solidFill>
            <a:schemeClr val="tx2"/>
          </a:solidFill>
          <a:latin typeface="Arial" panose="020B0604020202020204" pitchFamily="34" charset="0"/>
          <a:ea typeface="Arial" charset="0"/>
          <a:cs typeface="Arial" panose="020B0604020202020204" pitchFamily="34" charset="0"/>
        </a:defRPr>
      </a:lvl2pPr>
      <a:lvl3pPr algn="ctr" rtl="1" eaLnBrk="0" fontAlgn="base" hangingPunct="0">
        <a:spcBef>
          <a:spcPct val="0"/>
        </a:spcBef>
        <a:spcAft>
          <a:spcPct val="0"/>
        </a:spcAft>
        <a:defRPr sz="4400">
          <a:solidFill>
            <a:schemeClr val="tx2"/>
          </a:solidFill>
          <a:latin typeface="Arial" panose="020B0604020202020204" pitchFamily="34" charset="0"/>
          <a:ea typeface="Arial" charset="0"/>
          <a:cs typeface="Arial" panose="020B0604020202020204" pitchFamily="34" charset="0"/>
        </a:defRPr>
      </a:lvl3pPr>
      <a:lvl4pPr algn="ctr" rtl="1" eaLnBrk="0" fontAlgn="base" hangingPunct="0">
        <a:spcBef>
          <a:spcPct val="0"/>
        </a:spcBef>
        <a:spcAft>
          <a:spcPct val="0"/>
        </a:spcAft>
        <a:defRPr sz="4400">
          <a:solidFill>
            <a:schemeClr val="tx2"/>
          </a:solidFill>
          <a:latin typeface="Arial" panose="020B0604020202020204" pitchFamily="34" charset="0"/>
          <a:ea typeface="Arial" charset="0"/>
          <a:cs typeface="Arial" panose="020B0604020202020204" pitchFamily="34" charset="0"/>
        </a:defRPr>
      </a:lvl4pPr>
      <a:lvl5pPr algn="ctr" rtl="1" eaLnBrk="0" fontAlgn="base" hangingPunct="0">
        <a:spcBef>
          <a:spcPct val="0"/>
        </a:spcBef>
        <a:spcAft>
          <a:spcPct val="0"/>
        </a:spcAft>
        <a:defRPr sz="4400">
          <a:solidFill>
            <a:schemeClr val="tx2"/>
          </a:solidFill>
          <a:latin typeface="Arial" panose="020B0604020202020204" pitchFamily="34" charset="0"/>
          <a:ea typeface="Arial" charset="0"/>
          <a:cs typeface="Arial" panose="020B0604020202020204" pitchFamily="34" charset="0"/>
        </a:defRPr>
      </a:lvl5pPr>
      <a:lvl6pPr marL="457200" algn="ctr" rtl="1" fontAlgn="base">
        <a:spcBef>
          <a:spcPct val="0"/>
        </a:spcBef>
        <a:spcAft>
          <a:spcPct val="0"/>
        </a:spcAft>
        <a:defRPr sz="4400">
          <a:solidFill>
            <a:schemeClr val="tx2"/>
          </a:solidFill>
          <a:latin typeface="Verdana" pitchFamily="34" charset="0"/>
        </a:defRPr>
      </a:lvl6pPr>
      <a:lvl7pPr marL="914400" algn="ctr" rtl="1" fontAlgn="base">
        <a:spcBef>
          <a:spcPct val="0"/>
        </a:spcBef>
        <a:spcAft>
          <a:spcPct val="0"/>
        </a:spcAft>
        <a:defRPr sz="4400">
          <a:solidFill>
            <a:schemeClr val="tx2"/>
          </a:solidFill>
          <a:latin typeface="Verdana" pitchFamily="34" charset="0"/>
        </a:defRPr>
      </a:lvl7pPr>
      <a:lvl8pPr marL="1371600" algn="ctr" rtl="1" fontAlgn="base">
        <a:spcBef>
          <a:spcPct val="0"/>
        </a:spcBef>
        <a:spcAft>
          <a:spcPct val="0"/>
        </a:spcAft>
        <a:defRPr sz="4400">
          <a:solidFill>
            <a:schemeClr val="tx2"/>
          </a:solidFill>
          <a:latin typeface="Verdana" pitchFamily="34" charset="0"/>
        </a:defRPr>
      </a:lvl8pPr>
      <a:lvl9pPr marL="1828800" algn="ctr" rtl="1" fontAlgn="base">
        <a:spcBef>
          <a:spcPct val="0"/>
        </a:spcBef>
        <a:spcAft>
          <a:spcPct val="0"/>
        </a:spcAft>
        <a:defRPr sz="4400">
          <a:solidFill>
            <a:schemeClr val="tx2"/>
          </a:solidFill>
          <a:latin typeface="Verdana" pitchFamily="34" charset="0"/>
        </a:defRPr>
      </a:lvl9pPr>
    </p:titleStyle>
    <p:bodyStyle>
      <a:lvl1pPr marL="342900" indent="-342900" algn="r" rtl="1" eaLnBrk="0" fontAlgn="base" hangingPunct="0">
        <a:spcBef>
          <a:spcPct val="20000"/>
        </a:spcBef>
        <a:spcAft>
          <a:spcPct val="0"/>
        </a:spcAft>
        <a:buFont typeface="Wingdings" panose="05000000000000000000" pitchFamily="2" charset="2"/>
        <a:buChar char="§"/>
        <a:defRPr sz="2400">
          <a:solidFill>
            <a:schemeClr val="tx1"/>
          </a:solidFill>
          <a:latin typeface="Arial" panose="020B0604020202020204" pitchFamily="34" charset="0"/>
          <a:ea typeface="Arial" charset="0"/>
          <a:cs typeface="Arial" panose="020B0604020202020204" pitchFamily="34" charset="0"/>
        </a:defRPr>
      </a:lvl1pPr>
      <a:lvl2pPr marL="742950" indent="-28575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2pPr>
      <a:lvl3pPr marL="11430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3pPr>
      <a:lvl4pPr marL="16002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4pPr>
      <a:lvl5pPr marL="20574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5pPr>
      <a:lvl6pPr marL="2514600" indent="-228600" algn="r" rtl="1" fontAlgn="base">
        <a:spcBef>
          <a:spcPct val="20000"/>
        </a:spcBef>
        <a:spcAft>
          <a:spcPct val="0"/>
        </a:spcAft>
        <a:buFont typeface="Wingdings" pitchFamily="2" charset="2"/>
        <a:defRPr sz="2400">
          <a:solidFill>
            <a:schemeClr val="tx1"/>
          </a:solidFill>
          <a:latin typeface="+mn-lt"/>
        </a:defRPr>
      </a:lvl6pPr>
      <a:lvl7pPr marL="2971800" indent="-228600" algn="r" rtl="1" fontAlgn="base">
        <a:spcBef>
          <a:spcPct val="20000"/>
        </a:spcBef>
        <a:spcAft>
          <a:spcPct val="0"/>
        </a:spcAft>
        <a:buFont typeface="Wingdings" pitchFamily="2" charset="2"/>
        <a:defRPr sz="2400">
          <a:solidFill>
            <a:schemeClr val="tx1"/>
          </a:solidFill>
          <a:latin typeface="+mn-lt"/>
        </a:defRPr>
      </a:lvl7pPr>
      <a:lvl8pPr marL="3429000" indent="-228600" algn="r" rtl="1" fontAlgn="base">
        <a:spcBef>
          <a:spcPct val="20000"/>
        </a:spcBef>
        <a:spcAft>
          <a:spcPct val="0"/>
        </a:spcAft>
        <a:buFont typeface="Wingdings" pitchFamily="2" charset="2"/>
        <a:defRPr sz="2400">
          <a:solidFill>
            <a:schemeClr val="tx1"/>
          </a:solidFill>
          <a:latin typeface="+mn-lt"/>
        </a:defRPr>
      </a:lvl8pPr>
      <a:lvl9pPr marL="3886200" indent="-228600" algn="r" rtl="1" fontAlgn="base">
        <a:spcBef>
          <a:spcPct val="20000"/>
        </a:spcBef>
        <a:spcAft>
          <a:spcPct val="0"/>
        </a:spcAft>
        <a:buFont typeface="Wingdings" pitchFamily="2" charset="2"/>
        <a:defRPr sz="2400">
          <a:solidFill>
            <a:schemeClr val="tx1"/>
          </a:solidFill>
          <a:latin typeface="+mn-lt"/>
        </a:defRPr>
      </a:lvl9pPr>
    </p:bodyStyle>
    <p:otherStyle>
      <a:defPPr>
        <a:defRPr lang="en-US"/>
      </a:defPPr>
      <a:lvl1pPr marL="0" algn="r" defTabSz="914400" rtl="1" eaLnBrk="1" latinLnBrk="0" hangingPunct="1">
        <a:defRPr sz="1800" kern="1200">
          <a:solidFill>
            <a:schemeClr val="tx1"/>
          </a:solidFill>
          <a:latin typeface="+mn-lt"/>
          <a:ea typeface="+mn-ea"/>
          <a:cs typeface="+mn-cs"/>
        </a:defRPr>
      </a:lvl1pPr>
      <a:lvl2pPr marL="457200" algn="r" defTabSz="914400" rtl="1" eaLnBrk="1" latinLnBrk="0" hangingPunct="1">
        <a:defRPr sz="1800" kern="1200">
          <a:solidFill>
            <a:schemeClr val="tx1"/>
          </a:solidFill>
          <a:latin typeface="+mn-lt"/>
          <a:ea typeface="+mn-ea"/>
          <a:cs typeface="+mn-cs"/>
        </a:defRPr>
      </a:lvl2pPr>
      <a:lvl3pPr marL="914400" algn="r" defTabSz="914400" rtl="1" eaLnBrk="1" latinLnBrk="0" hangingPunct="1">
        <a:defRPr sz="1800" kern="1200">
          <a:solidFill>
            <a:schemeClr val="tx1"/>
          </a:solidFill>
          <a:latin typeface="+mn-lt"/>
          <a:ea typeface="+mn-ea"/>
          <a:cs typeface="+mn-cs"/>
        </a:defRPr>
      </a:lvl3pPr>
      <a:lvl4pPr marL="1371600" algn="r" defTabSz="914400" rtl="1" eaLnBrk="1" latinLnBrk="0" hangingPunct="1">
        <a:defRPr sz="1800" kern="1200">
          <a:solidFill>
            <a:schemeClr val="tx1"/>
          </a:solidFill>
          <a:latin typeface="+mn-lt"/>
          <a:ea typeface="+mn-ea"/>
          <a:cs typeface="+mn-cs"/>
        </a:defRPr>
      </a:lvl4pPr>
      <a:lvl5pPr marL="1828800" algn="r" defTabSz="914400" rtl="1" eaLnBrk="1" latinLnBrk="0" hangingPunct="1">
        <a:defRPr sz="1800" kern="1200">
          <a:solidFill>
            <a:schemeClr val="tx1"/>
          </a:solidFill>
          <a:latin typeface="+mn-lt"/>
          <a:ea typeface="+mn-ea"/>
          <a:cs typeface="+mn-cs"/>
        </a:defRPr>
      </a:lvl5pPr>
      <a:lvl6pPr marL="2286000" algn="r" defTabSz="914400" rtl="1" eaLnBrk="1" latinLnBrk="0" hangingPunct="1">
        <a:defRPr sz="1800" kern="1200">
          <a:solidFill>
            <a:schemeClr val="tx1"/>
          </a:solidFill>
          <a:latin typeface="+mn-lt"/>
          <a:ea typeface="+mn-ea"/>
          <a:cs typeface="+mn-cs"/>
        </a:defRPr>
      </a:lvl6pPr>
      <a:lvl7pPr marL="2743200" algn="r" defTabSz="914400" rtl="1" eaLnBrk="1" latinLnBrk="0" hangingPunct="1">
        <a:defRPr sz="1800" kern="1200">
          <a:solidFill>
            <a:schemeClr val="tx1"/>
          </a:solidFill>
          <a:latin typeface="+mn-lt"/>
          <a:ea typeface="+mn-ea"/>
          <a:cs typeface="+mn-cs"/>
        </a:defRPr>
      </a:lvl7pPr>
      <a:lvl8pPr marL="3200400" algn="r" defTabSz="914400" rtl="1" eaLnBrk="1" latinLnBrk="0" hangingPunct="1">
        <a:defRPr sz="1800" kern="1200">
          <a:solidFill>
            <a:schemeClr val="tx1"/>
          </a:solidFill>
          <a:latin typeface="+mn-lt"/>
          <a:ea typeface="+mn-ea"/>
          <a:cs typeface="+mn-cs"/>
        </a:defRPr>
      </a:lvl8pPr>
      <a:lvl9pPr marL="3657600" algn="r" defTabSz="914400" rtl="1" eaLnBrk="1" latinLnBrk="0" hangingPunct="1">
        <a:defRPr sz="1800" kern="1200">
          <a:solidFill>
            <a:schemeClr val="tx1"/>
          </a:solidFill>
          <a:latin typeface="+mn-lt"/>
          <a:ea typeface="+mn-ea"/>
          <a:cs typeface="+mn-cs"/>
        </a:defRPr>
      </a:lvl9pPr>
    </p:otherStyle>
  </p:txStyles>
</p:sldMaster>
</file>

<file path=ppt/slideMasters/slideMaster10.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2056" name="TextBox 4">
            <a:extLst>
              <a:ext uri="{FF2B5EF4-FFF2-40B4-BE49-F238E27FC236}">
                <a16:creationId xmlns:a16="http://schemas.microsoft.com/office/drawing/2014/main" id="{2D2D2BA7-3DC8-B2DD-685B-33BA65B7260B}"/>
              </a:ext>
            </a:extLst>
          </p:cNvPr>
          <p:cNvSpPr txBox="1">
            <a:spLocks noChangeArrowheads="1"/>
          </p:cNvSpPr>
          <p:nvPr/>
        </p:nvSpPr>
        <p:spPr bwMode="auto">
          <a:xfrm>
            <a:off x="252413" y="723900"/>
            <a:ext cx="7199312" cy="261938"/>
          </a:xfrm>
          <a:prstGeom prst="rect">
            <a:avLst/>
          </a:prstGeom>
          <a:noFill/>
          <a:ln>
            <a:noFill/>
          </a:ln>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defRPr/>
            </a:pPr>
            <a:r>
              <a:rPr lang="en-GB" altLang="en-US" sz="1100" b="1" dirty="0">
                <a:solidFill>
                  <a:schemeClr val="bg1"/>
                </a:solidFill>
              </a:rPr>
              <a:t>Unit 3: Professional Development in the Sports Industry</a:t>
            </a:r>
          </a:p>
        </p:txBody>
      </p:sp>
      <p:sp>
        <p:nvSpPr>
          <p:cNvPr id="14339" name="Title Placeholder 1">
            <a:extLst>
              <a:ext uri="{FF2B5EF4-FFF2-40B4-BE49-F238E27FC236}">
                <a16:creationId xmlns:a16="http://schemas.microsoft.com/office/drawing/2014/main" id="{B9C6BA7D-5854-D592-7A00-A0EC539E365A}"/>
              </a:ext>
            </a:extLst>
          </p:cNvPr>
          <p:cNvSpPr>
            <a:spLocks noGrp="1"/>
          </p:cNvSpPr>
          <p:nvPr>
            <p:ph type="title"/>
          </p:nvPr>
        </p:nvSpPr>
        <p:spPr bwMode="auto">
          <a:xfrm>
            <a:off x="457200" y="1196975"/>
            <a:ext cx="8229600" cy="863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en-US" altLang="en-US"/>
              <a:t>Click to edit Master title style</a:t>
            </a:r>
            <a:endParaRPr lang="en-GB" altLang="en-US"/>
          </a:p>
        </p:txBody>
      </p:sp>
      <p:sp>
        <p:nvSpPr>
          <p:cNvPr id="14340" name="Text Placeholder 2">
            <a:extLst>
              <a:ext uri="{FF2B5EF4-FFF2-40B4-BE49-F238E27FC236}">
                <a16:creationId xmlns:a16="http://schemas.microsoft.com/office/drawing/2014/main" id="{D6111AB5-22FF-2770-1011-D02820DE5537}"/>
              </a:ext>
            </a:extLst>
          </p:cNvPr>
          <p:cNvSpPr>
            <a:spLocks noGrp="1"/>
          </p:cNvSpPr>
          <p:nvPr>
            <p:ph type="body" idx="1"/>
          </p:nvPr>
        </p:nvSpPr>
        <p:spPr bwMode="auto">
          <a:xfrm>
            <a:off x="457200" y="2060575"/>
            <a:ext cx="8229600" cy="3616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GB" altLang="en-US"/>
              <a:t>Use simple bullet points and lines, with no more than two lines per bullet point if possible.</a:t>
            </a:r>
          </a:p>
          <a:p>
            <a:pPr lvl="0"/>
            <a:r>
              <a:rPr lang="en-GB" altLang="en-US"/>
              <a:t>Try to use a maximum of ten words per line. </a:t>
            </a:r>
          </a:p>
          <a:p>
            <a:pPr lvl="0"/>
            <a:r>
              <a:rPr lang="en-GB" altLang="en-US"/>
              <a:t>Set up generic formatting on this master. </a:t>
            </a:r>
          </a:p>
          <a:p>
            <a:pPr lvl="0"/>
            <a:r>
              <a:rPr lang="en-GB" altLang="en-US"/>
              <a:t>By applying this master to your slides, you’ll maintain consistent font and bullet style.</a:t>
            </a:r>
          </a:p>
          <a:p>
            <a:pPr lvl="0"/>
            <a:r>
              <a:rPr lang="en-GB" altLang="en-US"/>
              <a:t>To change the layout of individual slides, select ‘Slide layout’ and choose the desired layout from the right-hand menu.</a:t>
            </a:r>
          </a:p>
          <a:p>
            <a:pPr lvl="0"/>
            <a:r>
              <a:rPr lang="en-GB" altLang="en-US"/>
              <a:t>Read the PowerPoint guidelines before creating a slide show.</a:t>
            </a:r>
          </a:p>
        </p:txBody>
      </p:sp>
      <p:pic>
        <p:nvPicPr>
          <p:cNvPr id="14341" name="Picture 8">
            <a:extLst>
              <a:ext uri="{FF2B5EF4-FFF2-40B4-BE49-F238E27FC236}">
                <a16:creationId xmlns:a16="http://schemas.microsoft.com/office/drawing/2014/main" id="{FEDC9336-94D7-0F7A-9422-574A068E9570}"/>
              </a:ext>
            </a:extLst>
          </p:cNvPr>
          <p:cNvPicPr>
            <a:picLocks noChangeAspect="1" noChangeArrowheads="1"/>
          </p:cNvPicPr>
          <p:nvPr userDrawn="1"/>
        </p:nvPicPr>
        <p:blipFill>
          <a:blip r:embed="rId15" cstate="screen">
            <a:extLst>
              <a:ext uri="{28A0092B-C50C-407E-A947-70E740481C1C}">
                <a14:useLocalDpi xmlns:a14="http://schemas.microsoft.com/office/drawing/2010/main"/>
              </a:ext>
            </a:extLst>
          </a:blip>
          <a:srcRect/>
          <a:stretch/>
        </p:blipFill>
        <p:spPr bwMode="auto">
          <a:xfrm>
            <a:off x="0" y="190"/>
            <a:ext cx="9144000" cy="10759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 name="Footer Placeholder 4">
            <a:extLst>
              <a:ext uri="{FF2B5EF4-FFF2-40B4-BE49-F238E27FC236}">
                <a16:creationId xmlns:a16="http://schemas.microsoft.com/office/drawing/2014/main" id="{519F82B0-FA8C-C128-CC82-F2D587FD19DE}"/>
              </a:ext>
            </a:extLst>
          </p:cNvPr>
          <p:cNvSpPr>
            <a:spLocks noGrp="1" noChangeArrowheads="1"/>
          </p:cNvSpPr>
          <p:nvPr>
            <p:ph type="ftr" sz="quarter" idx="3"/>
          </p:nvPr>
        </p:nvSpPr>
        <p:spPr bwMode="auto">
          <a:xfrm>
            <a:off x="0" y="6459538"/>
            <a:ext cx="9144000" cy="287337"/>
          </a:xfrm>
          <a:prstGeom prst="rect">
            <a:avLst/>
          </a:prstGeom>
          <a:noFill/>
        </p:spPr>
        <p:txBody>
          <a:bodyPr vert="horz" wrap="square" lIns="91440" tIns="45720" rIns="91440" bIns="45720" numCol="1" anchor="t" anchorCtr="0" compatLnSpc="1">
            <a:prstTxWarp prst="textNoShape">
              <a:avLst/>
            </a:prstTxWarp>
          </a:bodyPr>
          <a:lstStyle>
            <a:lvl1pPr algn="ctr">
              <a:spcBef>
                <a:spcPct val="0"/>
              </a:spcBef>
              <a:buFontTx/>
              <a:buNone/>
              <a:defRPr sz="1800">
                <a:solidFill>
                  <a:schemeClr val="tx1"/>
                </a:solidFill>
                <a:latin typeface="Arial" panose="020B0604020202020204" pitchFamily="34" charset="0"/>
                <a:ea typeface="+mn-ea"/>
                <a:cs typeface="Arial" panose="020B0604020202020204" pitchFamily="34" charset="0"/>
              </a:defRPr>
            </a:lvl1pPr>
            <a:lvl2pPr marL="742950" indent="-285750">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2pPr>
            <a:lvl3pPr marL="1143000" indent="-228600">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3pPr>
            <a:lvl4pPr marL="1600200" indent="-228600">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4pPr>
            <a:lvl5pPr marL="2057400" indent="-228600">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5pPr>
            <a:lvl6pPr marL="2514600" indent="-228600"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6pPr>
            <a:lvl7pPr marL="2971800" indent="-228600"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7pPr>
            <a:lvl8pPr marL="3429000" indent="-228600"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8pPr>
            <a:lvl9pPr marL="3886200" indent="-228600"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9pPr>
          </a:lstStyle>
          <a:p>
            <a:pPr>
              <a:defRPr/>
            </a:pPr>
            <a:r>
              <a:rPr lang="en-GB" altLang="en-US" dirty="0"/>
              <a:t>© Pearson Education Ltd 2023. Copying permitted for purchasing institution only. </a:t>
            </a:r>
          </a:p>
        </p:txBody>
      </p:sp>
    </p:spTree>
    <p:extLst>
      <p:ext uri="{BB962C8B-B14F-4D97-AF65-F5344CB8AC3E}">
        <p14:creationId xmlns:p14="http://schemas.microsoft.com/office/powerpoint/2010/main" val="1512674478"/>
      </p:ext>
    </p:extLst>
  </p:cSld>
  <p:clrMap bg1="lt1" tx1="dk1" bg2="lt2" tx2="dk2" accent1="accent1" accent2="accent2" accent3="accent3" accent4="accent4" accent5="accent5" accent6="accent6" hlink="hlink" folHlink="folHlink"/>
  <p:sldLayoutIdLst>
    <p:sldLayoutId id="2147484917" r:id="rId1"/>
    <p:sldLayoutId id="2147484918" r:id="rId2"/>
    <p:sldLayoutId id="2147484919" r:id="rId3"/>
    <p:sldLayoutId id="2147484920" r:id="rId4"/>
    <p:sldLayoutId id="2147484921" r:id="rId5"/>
    <p:sldLayoutId id="2147484922" r:id="rId6"/>
    <p:sldLayoutId id="2147484923" r:id="rId7"/>
    <p:sldLayoutId id="2147484924" r:id="rId8"/>
    <p:sldLayoutId id="2147484925" r:id="rId9"/>
    <p:sldLayoutId id="2147484926" r:id="rId10"/>
    <p:sldLayoutId id="2147484927" r:id="rId11"/>
    <p:sldLayoutId id="2147484928" r:id="rId12"/>
  </p:sldLayoutIdLst>
  <p:transition>
    <p:sndAc>
      <p:stSnd>
        <p:snd r:embed="rId14" name="click.wav"/>
      </p:stSnd>
    </p:sndAc>
  </p:transition>
  <p:hf sldNum="0" hdr="0" dt="0"/>
  <p:txStyles>
    <p:titleStyle>
      <a:lvl1pPr algn="ctr" rtl="1" eaLnBrk="0" fontAlgn="base" hangingPunct="0">
        <a:spcBef>
          <a:spcPct val="0"/>
        </a:spcBef>
        <a:spcAft>
          <a:spcPct val="0"/>
        </a:spcAft>
        <a:defRPr sz="4400">
          <a:solidFill>
            <a:schemeClr val="tx2"/>
          </a:solidFill>
          <a:latin typeface="Arial" panose="020B0604020202020204" pitchFamily="34" charset="0"/>
          <a:ea typeface="Arial" charset="0"/>
          <a:cs typeface="Arial" panose="020B0604020202020204" pitchFamily="34" charset="0"/>
        </a:defRPr>
      </a:lvl1pPr>
      <a:lvl2pPr algn="ctr" rtl="1" eaLnBrk="0" fontAlgn="base" hangingPunct="0">
        <a:spcBef>
          <a:spcPct val="0"/>
        </a:spcBef>
        <a:spcAft>
          <a:spcPct val="0"/>
        </a:spcAft>
        <a:defRPr sz="4400">
          <a:solidFill>
            <a:schemeClr val="tx2"/>
          </a:solidFill>
          <a:latin typeface="Arial" panose="020B0604020202020204" pitchFamily="34" charset="0"/>
          <a:ea typeface="Arial" charset="0"/>
          <a:cs typeface="Arial" panose="020B0604020202020204" pitchFamily="34" charset="0"/>
        </a:defRPr>
      </a:lvl2pPr>
      <a:lvl3pPr algn="ctr" rtl="1" eaLnBrk="0" fontAlgn="base" hangingPunct="0">
        <a:spcBef>
          <a:spcPct val="0"/>
        </a:spcBef>
        <a:spcAft>
          <a:spcPct val="0"/>
        </a:spcAft>
        <a:defRPr sz="4400">
          <a:solidFill>
            <a:schemeClr val="tx2"/>
          </a:solidFill>
          <a:latin typeface="Arial" panose="020B0604020202020204" pitchFamily="34" charset="0"/>
          <a:ea typeface="Arial" charset="0"/>
          <a:cs typeface="Arial" panose="020B0604020202020204" pitchFamily="34" charset="0"/>
        </a:defRPr>
      </a:lvl3pPr>
      <a:lvl4pPr algn="ctr" rtl="1" eaLnBrk="0" fontAlgn="base" hangingPunct="0">
        <a:spcBef>
          <a:spcPct val="0"/>
        </a:spcBef>
        <a:spcAft>
          <a:spcPct val="0"/>
        </a:spcAft>
        <a:defRPr sz="4400">
          <a:solidFill>
            <a:schemeClr val="tx2"/>
          </a:solidFill>
          <a:latin typeface="Arial" panose="020B0604020202020204" pitchFamily="34" charset="0"/>
          <a:ea typeface="Arial" charset="0"/>
          <a:cs typeface="Arial" panose="020B0604020202020204" pitchFamily="34" charset="0"/>
        </a:defRPr>
      </a:lvl4pPr>
      <a:lvl5pPr algn="ctr" rtl="1" eaLnBrk="0" fontAlgn="base" hangingPunct="0">
        <a:spcBef>
          <a:spcPct val="0"/>
        </a:spcBef>
        <a:spcAft>
          <a:spcPct val="0"/>
        </a:spcAft>
        <a:defRPr sz="4400">
          <a:solidFill>
            <a:schemeClr val="tx2"/>
          </a:solidFill>
          <a:latin typeface="Arial" panose="020B0604020202020204" pitchFamily="34" charset="0"/>
          <a:ea typeface="Arial" charset="0"/>
          <a:cs typeface="Arial" panose="020B0604020202020204" pitchFamily="34" charset="0"/>
        </a:defRPr>
      </a:lvl5pPr>
      <a:lvl6pPr marL="457200" algn="ctr" rtl="1" fontAlgn="base">
        <a:spcBef>
          <a:spcPct val="0"/>
        </a:spcBef>
        <a:spcAft>
          <a:spcPct val="0"/>
        </a:spcAft>
        <a:defRPr sz="4400">
          <a:solidFill>
            <a:schemeClr val="tx2"/>
          </a:solidFill>
          <a:latin typeface="Verdana" pitchFamily="34" charset="0"/>
        </a:defRPr>
      </a:lvl6pPr>
      <a:lvl7pPr marL="914400" algn="ctr" rtl="1" fontAlgn="base">
        <a:spcBef>
          <a:spcPct val="0"/>
        </a:spcBef>
        <a:spcAft>
          <a:spcPct val="0"/>
        </a:spcAft>
        <a:defRPr sz="4400">
          <a:solidFill>
            <a:schemeClr val="tx2"/>
          </a:solidFill>
          <a:latin typeface="Verdana" pitchFamily="34" charset="0"/>
        </a:defRPr>
      </a:lvl7pPr>
      <a:lvl8pPr marL="1371600" algn="ctr" rtl="1" fontAlgn="base">
        <a:spcBef>
          <a:spcPct val="0"/>
        </a:spcBef>
        <a:spcAft>
          <a:spcPct val="0"/>
        </a:spcAft>
        <a:defRPr sz="4400">
          <a:solidFill>
            <a:schemeClr val="tx2"/>
          </a:solidFill>
          <a:latin typeface="Verdana" pitchFamily="34" charset="0"/>
        </a:defRPr>
      </a:lvl8pPr>
      <a:lvl9pPr marL="1828800" algn="ctr" rtl="1" fontAlgn="base">
        <a:spcBef>
          <a:spcPct val="0"/>
        </a:spcBef>
        <a:spcAft>
          <a:spcPct val="0"/>
        </a:spcAft>
        <a:defRPr sz="4400">
          <a:solidFill>
            <a:schemeClr val="tx2"/>
          </a:solidFill>
          <a:latin typeface="Verdana" pitchFamily="34" charset="0"/>
        </a:defRPr>
      </a:lvl9pPr>
    </p:titleStyle>
    <p:bodyStyle>
      <a:lvl1pPr marL="342900" indent="-342900" algn="r" rtl="1" eaLnBrk="0" fontAlgn="base" hangingPunct="0">
        <a:spcBef>
          <a:spcPct val="20000"/>
        </a:spcBef>
        <a:spcAft>
          <a:spcPct val="0"/>
        </a:spcAft>
        <a:buFont typeface="Wingdings" panose="05000000000000000000" pitchFamily="2" charset="2"/>
        <a:buChar char="§"/>
        <a:defRPr sz="2400">
          <a:solidFill>
            <a:schemeClr val="tx1"/>
          </a:solidFill>
          <a:latin typeface="Arial" panose="020B0604020202020204" pitchFamily="34" charset="0"/>
          <a:ea typeface="Arial" charset="0"/>
          <a:cs typeface="Arial" panose="020B0604020202020204" pitchFamily="34" charset="0"/>
        </a:defRPr>
      </a:lvl1pPr>
      <a:lvl2pPr marL="742950" indent="-28575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2pPr>
      <a:lvl3pPr marL="11430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3pPr>
      <a:lvl4pPr marL="16002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4pPr>
      <a:lvl5pPr marL="20574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5pPr>
      <a:lvl6pPr marL="2514600" indent="-228600" algn="r" rtl="1" fontAlgn="base">
        <a:spcBef>
          <a:spcPct val="20000"/>
        </a:spcBef>
        <a:spcAft>
          <a:spcPct val="0"/>
        </a:spcAft>
        <a:buFont typeface="Wingdings" pitchFamily="2" charset="2"/>
        <a:defRPr sz="2400">
          <a:solidFill>
            <a:schemeClr val="tx1"/>
          </a:solidFill>
          <a:latin typeface="+mn-lt"/>
        </a:defRPr>
      </a:lvl6pPr>
      <a:lvl7pPr marL="2971800" indent="-228600" algn="r" rtl="1" fontAlgn="base">
        <a:spcBef>
          <a:spcPct val="20000"/>
        </a:spcBef>
        <a:spcAft>
          <a:spcPct val="0"/>
        </a:spcAft>
        <a:buFont typeface="Wingdings" pitchFamily="2" charset="2"/>
        <a:defRPr sz="2400">
          <a:solidFill>
            <a:schemeClr val="tx1"/>
          </a:solidFill>
          <a:latin typeface="+mn-lt"/>
        </a:defRPr>
      </a:lvl7pPr>
      <a:lvl8pPr marL="3429000" indent="-228600" algn="r" rtl="1" fontAlgn="base">
        <a:spcBef>
          <a:spcPct val="20000"/>
        </a:spcBef>
        <a:spcAft>
          <a:spcPct val="0"/>
        </a:spcAft>
        <a:buFont typeface="Wingdings" pitchFamily="2" charset="2"/>
        <a:defRPr sz="2400">
          <a:solidFill>
            <a:schemeClr val="tx1"/>
          </a:solidFill>
          <a:latin typeface="+mn-lt"/>
        </a:defRPr>
      </a:lvl8pPr>
      <a:lvl9pPr marL="3886200" indent="-228600" algn="r" rtl="1" fontAlgn="base">
        <a:spcBef>
          <a:spcPct val="20000"/>
        </a:spcBef>
        <a:spcAft>
          <a:spcPct val="0"/>
        </a:spcAft>
        <a:buFont typeface="Wingdings" pitchFamily="2" charset="2"/>
        <a:defRPr sz="2400">
          <a:solidFill>
            <a:schemeClr val="tx1"/>
          </a:solidFill>
          <a:latin typeface="+mn-lt"/>
        </a:defRPr>
      </a:lvl9pPr>
    </p:bodyStyle>
    <p:otherStyle>
      <a:defPPr>
        <a:defRPr lang="en-US"/>
      </a:defPPr>
      <a:lvl1pPr marL="0" algn="r" defTabSz="914400" rtl="1" eaLnBrk="1" latinLnBrk="0" hangingPunct="1">
        <a:defRPr sz="1800" kern="1200">
          <a:solidFill>
            <a:schemeClr val="tx1"/>
          </a:solidFill>
          <a:latin typeface="+mn-lt"/>
          <a:ea typeface="+mn-ea"/>
          <a:cs typeface="+mn-cs"/>
        </a:defRPr>
      </a:lvl1pPr>
      <a:lvl2pPr marL="457200" algn="r" defTabSz="914400" rtl="1" eaLnBrk="1" latinLnBrk="0" hangingPunct="1">
        <a:defRPr sz="1800" kern="1200">
          <a:solidFill>
            <a:schemeClr val="tx1"/>
          </a:solidFill>
          <a:latin typeface="+mn-lt"/>
          <a:ea typeface="+mn-ea"/>
          <a:cs typeface="+mn-cs"/>
        </a:defRPr>
      </a:lvl2pPr>
      <a:lvl3pPr marL="914400" algn="r" defTabSz="914400" rtl="1" eaLnBrk="1" latinLnBrk="0" hangingPunct="1">
        <a:defRPr sz="1800" kern="1200">
          <a:solidFill>
            <a:schemeClr val="tx1"/>
          </a:solidFill>
          <a:latin typeface="+mn-lt"/>
          <a:ea typeface="+mn-ea"/>
          <a:cs typeface="+mn-cs"/>
        </a:defRPr>
      </a:lvl3pPr>
      <a:lvl4pPr marL="1371600" algn="r" defTabSz="914400" rtl="1" eaLnBrk="1" latinLnBrk="0" hangingPunct="1">
        <a:defRPr sz="1800" kern="1200">
          <a:solidFill>
            <a:schemeClr val="tx1"/>
          </a:solidFill>
          <a:latin typeface="+mn-lt"/>
          <a:ea typeface="+mn-ea"/>
          <a:cs typeface="+mn-cs"/>
        </a:defRPr>
      </a:lvl4pPr>
      <a:lvl5pPr marL="1828800" algn="r" defTabSz="914400" rtl="1" eaLnBrk="1" latinLnBrk="0" hangingPunct="1">
        <a:defRPr sz="1800" kern="1200">
          <a:solidFill>
            <a:schemeClr val="tx1"/>
          </a:solidFill>
          <a:latin typeface="+mn-lt"/>
          <a:ea typeface="+mn-ea"/>
          <a:cs typeface="+mn-cs"/>
        </a:defRPr>
      </a:lvl5pPr>
      <a:lvl6pPr marL="2286000" algn="r" defTabSz="914400" rtl="1" eaLnBrk="1" latinLnBrk="0" hangingPunct="1">
        <a:defRPr sz="1800" kern="1200">
          <a:solidFill>
            <a:schemeClr val="tx1"/>
          </a:solidFill>
          <a:latin typeface="+mn-lt"/>
          <a:ea typeface="+mn-ea"/>
          <a:cs typeface="+mn-cs"/>
        </a:defRPr>
      </a:lvl6pPr>
      <a:lvl7pPr marL="2743200" algn="r" defTabSz="914400" rtl="1" eaLnBrk="1" latinLnBrk="0" hangingPunct="1">
        <a:defRPr sz="1800" kern="1200">
          <a:solidFill>
            <a:schemeClr val="tx1"/>
          </a:solidFill>
          <a:latin typeface="+mn-lt"/>
          <a:ea typeface="+mn-ea"/>
          <a:cs typeface="+mn-cs"/>
        </a:defRPr>
      </a:lvl7pPr>
      <a:lvl8pPr marL="3200400" algn="r" defTabSz="914400" rtl="1" eaLnBrk="1" latinLnBrk="0" hangingPunct="1">
        <a:defRPr sz="1800" kern="1200">
          <a:solidFill>
            <a:schemeClr val="tx1"/>
          </a:solidFill>
          <a:latin typeface="+mn-lt"/>
          <a:ea typeface="+mn-ea"/>
          <a:cs typeface="+mn-cs"/>
        </a:defRPr>
      </a:lvl8pPr>
      <a:lvl9pPr marL="3657600" algn="r" defTabSz="914400" rtl="1"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audio" Target="../media/audio1.bin"/><Relationship Id="rId2" Type="http://schemas.openxmlformats.org/officeDocument/2006/relationships/notesSlide" Target="../notesSlides/notesSlide1.xml"/><Relationship Id="rId1" Type="http://schemas.openxmlformats.org/officeDocument/2006/relationships/slideLayout" Target="../slideLayouts/slideLayout65.xml"/></Relationships>
</file>

<file path=ppt/slides/_rels/slide2.xml.rels><?xml version="1.0" encoding="UTF-8" standalone="yes"?>
<Relationships xmlns="http://schemas.openxmlformats.org/package/2006/relationships"><Relationship Id="rId3" Type="http://schemas.openxmlformats.org/officeDocument/2006/relationships/audio" Target="../media/audio1.bin"/><Relationship Id="rId2" Type="http://schemas.openxmlformats.org/officeDocument/2006/relationships/notesSlide" Target="../notesSlides/notesSlide2.xml"/><Relationship Id="rId1" Type="http://schemas.openxmlformats.org/officeDocument/2006/relationships/slideLayout" Target="../slideLayouts/slideLayout77.xml"/></Relationships>
</file>

<file path=ppt/slides/_rels/slide3.xml.rels><?xml version="1.0" encoding="UTF-8" standalone="yes"?>
<Relationships xmlns="http://schemas.openxmlformats.org/package/2006/relationships"><Relationship Id="rId3" Type="http://schemas.openxmlformats.org/officeDocument/2006/relationships/audio" Target="../media/audio1.bin"/><Relationship Id="rId2" Type="http://schemas.openxmlformats.org/officeDocument/2006/relationships/notesSlide" Target="../notesSlides/notesSlide3.xml"/><Relationship Id="rId1" Type="http://schemas.openxmlformats.org/officeDocument/2006/relationships/slideLayout" Target="../slideLayouts/slideLayout77.xml"/></Relationships>
</file>

<file path=ppt/slides/_rels/slide4.xml.rels><?xml version="1.0" encoding="UTF-8" standalone="yes"?>
<Relationships xmlns="http://schemas.openxmlformats.org/package/2006/relationships"><Relationship Id="rId3" Type="http://schemas.openxmlformats.org/officeDocument/2006/relationships/audio" Target="../media/audio1.bin"/><Relationship Id="rId2" Type="http://schemas.openxmlformats.org/officeDocument/2006/relationships/notesSlide" Target="../notesSlides/notesSlide4.xml"/><Relationship Id="rId1" Type="http://schemas.openxmlformats.org/officeDocument/2006/relationships/slideLayout" Target="../slideLayouts/slideLayout77.xml"/></Relationships>
</file>

<file path=ppt/slides/_rels/slide5.xml.rels><?xml version="1.0" encoding="UTF-8" standalone="yes"?>
<Relationships xmlns="http://schemas.openxmlformats.org/package/2006/relationships"><Relationship Id="rId3" Type="http://schemas.openxmlformats.org/officeDocument/2006/relationships/audio" Target="../media/audio1.bin"/><Relationship Id="rId2" Type="http://schemas.openxmlformats.org/officeDocument/2006/relationships/notesSlide" Target="../notesSlides/notesSlide5.xml"/><Relationship Id="rId1" Type="http://schemas.openxmlformats.org/officeDocument/2006/relationships/slideLayout" Target="../slideLayouts/slideLayout77.xml"/></Relationships>
</file>

<file path=ppt/slides/_rels/slide6.xml.rels><?xml version="1.0" encoding="UTF-8" standalone="yes"?>
<Relationships xmlns="http://schemas.openxmlformats.org/package/2006/relationships"><Relationship Id="rId3" Type="http://schemas.openxmlformats.org/officeDocument/2006/relationships/audio" Target="../media/audio1.bin"/><Relationship Id="rId2" Type="http://schemas.openxmlformats.org/officeDocument/2006/relationships/notesSlide" Target="../notesSlides/notesSlide6.xml"/><Relationship Id="rId1" Type="http://schemas.openxmlformats.org/officeDocument/2006/relationships/slideLayout" Target="../slideLayouts/slideLayout77.xml"/></Relationships>
</file>

<file path=ppt/slides/_rels/slide7.xml.rels><?xml version="1.0" encoding="UTF-8" standalone="yes"?>
<Relationships xmlns="http://schemas.openxmlformats.org/package/2006/relationships"><Relationship Id="rId3" Type="http://schemas.openxmlformats.org/officeDocument/2006/relationships/audio" Target="../media/audio1.bin"/><Relationship Id="rId2" Type="http://schemas.openxmlformats.org/officeDocument/2006/relationships/notesSlide" Target="../notesSlides/notesSlide7.xml"/><Relationship Id="rId1" Type="http://schemas.openxmlformats.org/officeDocument/2006/relationships/slideLayout" Target="../slideLayouts/slideLayout77.xml"/></Relationships>
</file>

<file path=ppt/slides/_rels/slide8.xml.rels><?xml version="1.0" encoding="UTF-8" standalone="yes"?>
<Relationships xmlns="http://schemas.openxmlformats.org/package/2006/relationships"><Relationship Id="rId3" Type="http://schemas.openxmlformats.org/officeDocument/2006/relationships/audio" Target="../media/audio1.bin"/><Relationship Id="rId2" Type="http://schemas.openxmlformats.org/officeDocument/2006/relationships/notesSlide" Target="../notesSlides/notesSlide8.xml"/><Relationship Id="rId1" Type="http://schemas.openxmlformats.org/officeDocument/2006/relationships/slideLayout" Target="../slideLayouts/slideLayout77.xml"/></Relationships>
</file>

<file path=ppt/slides/_rels/slide9.xml.rels><?xml version="1.0" encoding="UTF-8" standalone="yes"?>
<Relationships xmlns="http://schemas.openxmlformats.org/package/2006/relationships"><Relationship Id="rId3" Type="http://schemas.openxmlformats.org/officeDocument/2006/relationships/audio" Target="../media/audio1.bin"/><Relationship Id="rId2" Type="http://schemas.openxmlformats.org/officeDocument/2006/relationships/notesSlide" Target="../notesSlides/notesSlide9.xml"/><Relationship Id="rId1" Type="http://schemas.openxmlformats.org/officeDocument/2006/relationships/slideLayout" Target="../slideLayouts/slideLayout77.xml"/></Relationships>
</file>

<file path=ppt/slides/_rels/slide10.xml.rels><?xml version="1.0" encoding="UTF-8" standalone="yes"?>
<Relationships xmlns="http://schemas.openxmlformats.org/package/2006/relationships"><Relationship Id="rId3" Type="http://schemas.openxmlformats.org/officeDocument/2006/relationships/audio" Target="../media/audio1.bin"/><Relationship Id="rId2" Type="http://schemas.openxmlformats.org/officeDocument/2006/relationships/notesSlide" Target="../notesSlides/notesSlide10.xml"/><Relationship Id="rId1" Type="http://schemas.openxmlformats.org/officeDocument/2006/relationships/slideLayout" Target="../slideLayouts/slideLayout77.xml"/><Relationship Id="rId4" Type="http://schemas.openxmlformats.org/officeDocument/2006/relationships/image" Target="../media/image12.jpeg"/></Relationships>
</file>

<file path=ppt/slides/_rels/slide11.xml.rels><?xml version="1.0" encoding="UTF-8" standalone="yes"?>
<Relationships xmlns="http://schemas.openxmlformats.org/package/2006/relationships"><Relationship Id="rId3" Type="http://schemas.openxmlformats.org/officeDocument/2006/relationships/audio" Target="../media/audio1.bin"/><Relationship Id="rId2" Type="http://schemas.openxmlformats.org/officeDocument/2006/relationships/notesSlide" Target="../notesSlides/notesSlide11.xml"/><Relationship Id="rId1" Type="http://schemas.openxmlformats.org/officeDocument/2006/relationships/slideLayout" Target="../slideLayouts/slideLayout77.xml"/><Relationship Id="rId4" Type="http://schemas.openxmlformats.org/officeDocument/2006/relationships/image" Target="../media/image13.png"/></Relationships>
</file>

<file path=ppt/slides/_rels/slide12.xml.rels><?xml version="1.0" encoding="UTF-8" standalone="yes"?>
<Relationships xmlns="http://schemas.openxmlformats.org/package/2006/relationships"><Relationship Id="rId3" Type="http://schemas.openxmlformats.org/officeDocument/2006/relationships/audio" Target="../media/audio1.bin"/><Relationship Id="rId2" Type="http://schemas.openxmlformats.org/officeDocument/2006/relationships/notesSlide" Target="../notesSlides/notesSlide12.xml"/><Relationship Id="rId1" Type="http://schemas.openxmlformats.org/officeDocument/2006/relationships/slideLayout" Target="../slideLayouts/slideLayout77.xml"/><Relationship Id="rId4" Type="http://schemas.openxmlformats.org/officeDocument/2006/relationships/image" Target="../media/image14.jpeg"/></Relationships>
</file>

<file path=ppt/slides/_rels/slide13.xml.rels><?xml version="1.0" encoding="UTF-8" standalone="yes"?>
<Relationships xmlns="http://schemas.openxmlformats.org/package/2006/relationships"><Relationship Id="rId3" Type="http://schemas.openxmlformats.org/officeDocument/2006/relationships/audio" Target="../media/audio1.bin"/><Relationship Id="rId2" Type="http://schemas.openxmlformats.org/officeDocument/2006/relationships/notesSlide" Target="../notesSlides/notesSlide13.xml"/><Relationship Id="rId1" Type="http://schemas.openxmlformats.org/officeDocument/2006/relationships/slideLayout" Target="../slideLayouts/slideLayout77.xml"/><Relationship Id="rId4" Type="http://schemas.openxmlformats.org/officeDocument/2006/relationships/image" Target="../media/image15.jpeg"/></Relationships>
</file>

<file path=ppt/slides/_rels/slide14.xml.rels><?xml version="1.0" encoding="UTF-8" standalone="yes"?>
<Relationships xmlns="http://schemas.openxmlformats.org/package/2006/relationships"><Relationship Id="rId3" Type="http://schemas.openxmlformats.org/officeDocument/2006/relationships/audio" Target="../media/audio1.bin"/><Relationship Id="rId2" Type="http://schemas.openxmlformats.org/officeDocument/2006/relationships/notesSlide" Target="../notesSlides/notesSlide14.xml"/><Relationship Id="rId1" Type="http://schemas.openxmlformats.org/officeDocument/2006/relationships/slideLayout" Target="../slideLayouts/slideLayout77.xml"/></Relationships>
</file>

<file path=ppt/slides/_rels/slide15.xml.rels><?xml version="1.0" encoding="UTF-8" standalone="yes"?>
<Relationships xmlns="http://schemas.openxmlformats.org/package/2006/relationships"><Relationship Id="rId3" Type="http://schemas.openxmlformats.org/officeDocument/2006/relationships/audio" Target="../media/audio1.bin"/><Relationship Id="rId2" Type="http://schemas.openxmlformats.org/officeDocument/2006/relationships/notesSlide" Target="../notesSlides/notesSlide15.xml"/><Relationship Id="rId1" Type="http://schemas.openxmlformats.org/officeDocument/2006/relationships/slideLayout" Target="../slideLayouts/slideLayout77.xml"/></Relationships>
</file>

<file path=ppt/slides/_rels/slide16.xml.rels><?xml version="1.0" encoding="UTF-8" standalone="yes"?>
<Relationships xmlns="http://schemas.openxmlformats.org/package/2006/relationships"><Relationship Id="rId3" Type="http://schemas.openxmlformats.org/officeDocument/2006/relationships/audio" Target="../media/audio1.bin"/><Relationship Id="rId2" Type="http://schemas.openxmlformats.org/officeDocument/2006/relationships/notesSlide" Target="../notesSlides/notesSlide16.xml"/><Relationship Id="rId1" Type="http://schemas.openxmlformats.org/officeDocument/2006/relationships/slideLayout" Target="../slideLayouts/slideLayout77.xml"/><Relationship Id="rId4" Type="http://schemas.openxmlformats.org/officeDocument/2006/relationships/image" Target="../media/image16.jpeg"/></Relationships>
</file>

<file path=ppt/slides/_rels/slide17.xml.rels><?xml version="1.0" encoding="UTF-8" standalone="yes"?>
<Relationships xmlns="http://schemas.openxmlformats.org/package/2006/relationships"><Relationship Id="rId3" Type="http://schemas.openxmlformats.org/officeDocument/2006/relationships/audio" Target="../media/audio1.bin"/><Relationship Id="rId2" Type="http://schemas.openxmlformats.org/officeDocument/2006/relationships/notesSlide" Target="../notesSlides/notesSlide17.xml"/><Relationship Id="rId1" Type="http://schemas.openxmlformats.org/officeDocument/2006/relationships/slideLayout" Target="../slideLayouts/slideLayout77.xml"/><Relationship Id="rId4" Type="http://schemas.openxmlformats.org/officeDocument/2006/relationships/image" Target="../media/image17.jpeg"/></Relationships>
</file>

<file path=ppt/slides/_rels/slide18.xml.rels><?xml version="1.0" encoding="UTF-8" standalone="yes"?>
<Relationships xmlns="http://schemas.openxmlformats.org/package/2006/relationships"><Relationship Id="rId3" Type="http://schemas.openxmlformats.org/officeDocument/2006/relationships/audio" Target="../media/audio1.bin"/><Relationship Id="rId2" Type="http://schemas.openxmlformats.org/officeDocument/2006/relationships/notesSlide" Target="../notesSlides/notesSlide18.xml"/><Relationship Id="rId1" Type="http://schemas.openxmlformats.org/officeDocument/2006/relationships/slideLayout" Target="../slideLayouts/slideLayout77.xml"/></Relationships>
</file>

<file path=ppt/slides/_rels/slide19.xml.rels><?xml version="1.0" encoding="UTF-8" standalone="yes"?>
<Relationships xmlns="http://schemas.openxmlformats.org/package/2006/relationships"><Relationship Id="rId3" Type="http://schemas.openxmlformats.org/officeDocument/2006/relationships/audio" Target="../media/audio1.bin"/><Relationship Id="rId2" Type="http://schemas.openxmlformats.org/officeDocument/2006/relationships/notesSlide" Target="../notesSlides/notesSlide19.xml"/><Relationship Id="rId1" Type="http://schemas.openxmlformats.org/officeDocument/2006/relationships/slideLayout" Target="../slideLayouts/slideLayout77.xml"/></Relationships>
</file>

<file path=ppt/slides/_rels/slide20.xml.rels><?xml version="1.0" encoding="UTF-8" standalone="yes"?>
<Relationships xmlns="http://schemas.openxmlformats.org/package/2006/relationships"><Relationship Id="rId3" Type="http://schemas.openxmlformats.org/officeDocument/2006/relationships/audio" Target="../media/audio1.bin"/><Relationship Id="rId2" Type="http://schemas.openxmlformats.org/officeDocument/2006/relationships/notesSlide" Target="../notesSlides/notesSlide20.xml"/><Relationship Id="rId1" Type="http://schemas.openxmlformats.org/officeDocument/2006/relationships/slideLayout" Target="../slideLayouts/slideLayout77.xml"/></Relationships>
</file>

<file path=ppt/slides/_rels/slide21.xml.rels><?xml version="1.0" encoding="UTF-8" standalone="yes"?>
<Relationships xmlns="http://schemas.openxmlformats.org/package/2006/relationships"><Relationship Id="rId3" Type="http://schemas.openxmlformats.org/officeDocument/2006/relationships/audio" Target="../media/audio1.bin"/><Relationship Id="rId2" Type="http://schemas.openxmlformats.org/officeDocument/2006/relationships/notesSlide" Target="../notesSlides/notesSlide21.xml"/><Relationship Id="rId1" Type="http://schemas.openxmlformats.org/officeDocument/2006/relationships/slideLayout" Target="../slideLayouts/slideLayout77.xml"/></Relationships>
</file>

<file path=ppt/slides/_rels/slide22.xml.rels><?xml version="1.0" encoding="UTF-8" standalone="yes"?>
<Relationships xmlns="http://schemas.openxmlformats.org/package/2006/relationships"><Relationship Id="rId3" Type="http://schemas.openxmlformats.org/officeDocument/2006/relationships/audio" Target="../media/audio1.bin"/><Relationship Id="rId2" Type="http://schemas.openxmlformats.org/officeDocument/2006/relationships/notesSlide" Target="../notesSlides/notesSlide22.xml"/><Relationship Id="rId1" Type="http://schemas.openxmlformats.org/officeDocument/2006/relationships/slideLayout" Target="../slideLayouts/slideLayout77.xml"/></Relationships>
</file>

<file path=ppt/slides/_rels/slide23.xml.rels><?xml version="1.0" encoding="UTF-8" standalone="yes"?>
<Relationships xmlns="http://schemas.openxmlformats.org/package/2006/relationships"><Relationship Id="rId3" Type="http://schemas.openxmlformats.org/officeDocument/2006/relationships/audio" Target="../media/audio1.bin"/><Relationship Id="rId2" Type="http://schemas.openxmlformats.org/officeDocument/2006/relationships/notesSlide" Target="../notesSlides/notesSlide23.xml"/><Relationship Id="rId1" Type="http://schemas.openxmlformats.org/officeDocument/2006/relationships/slideLayout" Target="../slideLayouts/slideLayout77.xml"/></Relationships>
</file>

<file path=ppt/slides/_rels/slide24.xml.rels><?xml version="1.0" encoding="UTF-8" standalone="yes"?>
<Relationships xmlns="http://schemas.openxmlformats.org/package/2006/relationships"><Relationship Id="rId3" Type="http://schemas.openxmlformats.org/officeDocument/2006/relationships/audio" Target="../media/audio1.bin"/><Relationship Id="rId2" Type="http://schemas.openxmlformats.org/officeDocument/2006/relationships/notesSlide" Target="../notesSlides/notesSlide24.xml"/><Relationship Id="rId1" Type="http://schemas.openxmlformats.org/officeDocument/2006/relationships/slideLayout" Target="../slideLayouts/slideLayout77.xml"/><Relationship Id="rId4" Type="http://schemas.openxmlformats.org/officeDocument/2006/relationships/image" Target="../media/image18.jpeg"/></Relationships>
</file>

<file path=ppt/slides/_rels/slide25.xml.rels><?xml version="1.0" encoding="UTF-8" standalone="yes"?>
<Relationships xmlns="http://schemas.openxmlformats.org/package/2006/relationships"><Relationship Id="rId3" Type="http://schemas.openxmlformats.org/officeDocument/2006/relationships/audio" Target="../media/audio1.bin"/><Relationship Id="rId2" Type="http://schemas.openxmlformats.org/officeDocument/2006/relationships/notesSlide" Target="../notesSlides/notesSlide25.xml"/><Relationship Id="rId1" Type="http://schemas.openxmlformats.org/officeDocument/2006/relationships/slideLayout" Target="../slideLayouts/slideLayout77.xml"/></Relationships>
</file>

<file path=ppt/slides/_rels/slide26.xml.rels><?xml version="1.0" encoding="UTF-8" standalone="yes"?>
<Relationships xmlns="http://schemas.openxmlformats.org/package/2006/relationships"><Relationship Id="rId3" Type="http://schemas.openxmlformats.org/officeDocument/2006/relationships/audio" Target="../media/audio1.bin"/><Relationship Id="rId2" Type="http://schemas.openxmlformats.org/officeDocument/2006/relationships/notesSlide" Target="../notesSlides/notesSlide26.xml"/><Relationship Id="rId1" Type="http://schemas.openxmlformats.org/officeDocument/2006/relationships/slideLayout" Target="../slideLayouts/slideLayout77.xml"/></Relationships>
</file>

<file path=ppt/slides/_rels/slide27.xml.rels><?xml version="1.0" encoding="UTF-8" standalone="yes"?>
<Relationships xmlns="http://schemas.openxmlformats.org/package/2006/relationships"><Relationship Id="rId3" Type="http://schemas.openxmlformats.org/officeDocument/2006/relationships/audio" Target="../media/audio1.bin"/><Relationship Id="rId2" Type="http://schemas.openxmlformats.org/officeDocument/2006/relationships/notesSlide" Target="../notesSlides/notesSlide27.xml"/><Relationship Id="rId1" Type="http://schemas.openxmlformats.org/officeDocument/2006/relationships/slideLayout" Target="../slideLayouts/slideLayout77.xml"/></Relationships>
</file>

<file path=ppt/slides/_rels/slide28.xml.rels><?xml version="1.0" encoding="UTF-8" standalone="yes"?>
<Relationships xmlns="http://schemas.openxmlformats.org/package/2006/relationships"><Relationship Id="rId3" Type="http://schemas.openxmlformats.org/officeDocument/2006/relationships/audio" Target="../media/audio1.bin"/><Relationship Id="rId2" Type="http://schemas.openxmlformats.org/officeDocument/2006/relationships/notesSlide" Target="../notesSlides/notesSlide28.xml"/><Relationship Id="rId1" Type="http://schemas.openxmlformats.org/officeDocument/2006/relationships/slideLayout" Target="../slideLayouts/slideLayout77.xml"/><Relationship Id="rId4" Type="http://schemas.openxmlformats.org/officeDocument/2006/relationships/image" Target="../media/image19.png"/></Relationships>
</file>

<file path=ppt/slides/_rels/slide29.xml.rels><?xml version="1.0" encoding="UTF-8" standalone="yes"?>
<Relationships xmlns="http://schemas.openxmlformats.org/package/2006/relationships"><Relationship Id="rId3" Type="http://schemas.openxmlformats.org/officeDocument/2006/relationships/audio" Target="../media/audio1.bin"/><Relationship Id="rId2" Type="http://schemas.openxmlformats.org/officeDocument/2006/relationships/notesSlide" Target="../notesSlides/notesSlide29.xml"/><Relationship Id="rId1" Type="http://schemas.openxmlformats.org/officeDocument/2006/relationships/slideLayout" Target="../slideLayouts/slideLayout77.xml"/><Relationship Id="rId4" Type="http://schemas.openxmlformats.org/officeDocument/2006/relationships/image" Target="../media/image20.png"/></Relationships>
</file>

<file path=ppt/slides/_rels/slide30.xml.rels><?xml version="1.0" encoding="UTF-8" standalone="yes"?>
<Relationships xmlns="http://schemas.openxmlformats.org/package/2006/relationships"><Relationship Id="rId3" Type="http://schemas.openxmlformats.org/officeDocument/2006/relationships/audio" Target="../media/audio1.bin"/><Relationship Id="rId2" Type="http://schemas.openxmlformats.org/officeDocument/2006/relationships/notesSlide" Target="../notesSlides/notesSlide30.xml"/><Relationship Id="rId1" Type="http://schemas.openxmlformats.org/officeDocument/2006/relationships/slideLayout" Target="../slideLayouts/slideLayout77.xml"/><Relationship Id="rId4" Type="http://schemas.openxmlformats.org/officeDocument/2006/relationships/image" Target="../media/image21.jpeg"/></Relationships>
</file>

<file path=ppt/slides/_rels/slide31.xml.rels><?xml version="1.0" encoding="UTF-8" standalone="yes"?>
<Relationships xmlns="http://schemas.openxmlformats.org/package/2006/relationships"><Relationship Id="rId3" Type="http://schemas.openxmlformats.org/officeDocument/2006/relationships/audio" Target="../media/audio1.bin"/><Relationship Id="rId2" Type="http://schemas.openxmlformats.org/officeDocument/2006/relationships/notesSlide" Target="../notesSlides/notesSlide31.xml"/><Relationship Id="rId1" Type="http://schemas.openxmlformats.org/officeDocument/2006/relationships/slideLayout" Target="../slideLayouts/slideLayout77.xml"/></Relationships>
</file>

<file path=ppt/slides/_rels/slide32.xml.rels><?xml version="1.0" encoding="UTF-8" standalone="yes"?>
<Relationships xmlns="http://schemas.openxmlformats.org/package/2006/relationships"><Relationship Id="rId3" Type="http://schemas.openxmlformats.org/officeDocument/2006/relationships/audio" Target="../media/audio1.bin"/><Relationship Id="rId2" Type="http://schemas.openxmlformats.org/officeDocument/2006/relationships/notesSlide" Target="../notesSlides/notesSlide32.xml"/><Relationship Id="rId1" Type="http://schemas.openxmlformats.org/officeDocument/2006/relationships/slideLayout" Target="../slideLayouts/slideLayout77.xml"/></Relationships>
</file>

<file path=ppt/slides/_rels/slide33.xml.rels><?xml version="1.0" encoding="UTF-8" standalone="yes"?>
<Relationships xmlns="http://schemas.openxmlformats.org/package/2006/relationships"><Relationship Id="rId3" Type="http://schemas.openxmlformats.org/officeDocument/2006/relationships/audio" Target="../media/audio1.bin"/><Relationship Id="rId2" Type="http://schemas.openxmlformats.org/officeDocument/2006/relationships/notesSlide" Target="../notesSlides/notesSlide33.xml"/><Relationship Id="rId1" Type="http://schemas.openxmlformats.org/officeDocument/2006/relationships/slideLayout" Target="../slideLayouts/slideLayout77.xml"/></Relationships>
</file>

<file path=ppt/slides/_rels/slide34.xml.rels><?xml version="1.0" encoding="UTF-8" standalone="yes"?>
<Relationships xmlns="http://schemas.openxmlformats.org/package/2006/relationships"><Relationship Id="rId3" Type="http://schemas.openxmlformats.org/officeDocument/2006/relationships/audio" Target="../media/audio1.bin"/><Relationship Id="rId2" Type="http://schemas.openxmlformats.org/officeDocument/2006/relationships/notesSlide" Target="../notesSlides/notesSlide34.xml"/><Relationship Id="rId1" Type="http://schemas.openxmlformats.org/officeDocument/2006/relationships/slideLayout" Target="../slideLayouts/slideLayout77.xml"/></Relationships>
</file>

<file path=ppt/slides/_rels/slide35.xml.rels><?xml version="1.0" encoding="UTF-8" standalone="yes"?>
<Relationships xmlns="http://schemas.openxmlformats.org/package/2006/relationships"><Relationship Id="rId3" Type="http://schemas.openxmlformats.org/officeDocument/2006/relationships/audio" Target="../media/audio1.bin"/><Relationship Id="rId2" Type="http://schemas.openxmlformats.org/officeDocument/2006/relationships/notesSlide" Target="../notesSlides/notesSlide35.xml"/><Relationship Id="rId1" Type="http://schemas.openxmlformats.org/officeDocument/2006/relationships/slideLayout" Target="../slideLayouts/slideLayout7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986D29E0-B089-110D-BF1E-B3C37F2C37F9}"/>
              </a:ext>
            </a:extLst>
          </p:cNvPr>
          <p:cNvSpPr>
            <a:spLocks noGrp="1" noChangeArrowheads="1"/>
          </p:cNvSpPr>
          <p:nvPr>
            <p:ph type="ctrTitle"/>
          </p:nvPr>
        </p:nvSpPr>
        <p:spPr bwMode="auto">
          <a:xfrm>
            <a:off x="685800" y="2130426"/>
            <a:ext cx="7772400" cy="147002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r>
              <a:rPr lang="ar-EG" b="1" dirty="0"/>
              <a:t>الوحدة 7</a:t>
            </a:r>
            <a:br>
              <a:rPr lang="ar-EG" b="1" dirty="0"/>
            </a:br>
            <a:br>
              <a:rPr lang="ar-EG" b="1" dirty="0"/>
            </a:br>
            <a:r>
              <a:rPr lang="ar-EG" b="1" dirty="0"/>
              <a:t>أنماط الحياة الصحية والأطعمة </a:t>
            </a:r>
            <a:br>
              <a:rPr lang="ar-EG" b="1" dirty="0"/>
            </a:br>
            <a:r>
              <a:rPr lang="ar-EG" b="1" dirty="0"/>
              <a:t>واختيارات القائمة</a:t>
            </a:r>
            <a:br>
              <a:rPr lang="ar-EG" dirty="0"/>
            </a:br>
            <a:br>
              <a:rPr lang="ar-EG" dirty="0"/>
            </a:br>
            <a:endParaRPr lang="ar-EG" dirty="0"/>
          </a:p>
        </p:txBody>
      </p:sp>
      <p:sp>
        <p:nvSpPr>
          <p:cNvPr id="28680" name="Footer Placeholder 2">
            <a:extLst>
              <a:ext uri="{FF2B5EF4-FFF2-40B4-BE49-F238E27FC236}">
                <a16:creationId xmlns:a16="http://schemas.microsoft.com/office/drawing/2014/main" id="{250B1923-7747-07CF-317E-05CAA217CFCA}"/>
              </a:ext>
            </a:extLst>
          </p:cNvPr>
          <p:cNvSpPr>
            <a:spLocks noGrp="1"/>
          </p:cNvSpPr>
          <p:nvPr>
            <p:ph type="ftr" sz="quarter" idx="10"/>
          </p:nvPr>
        </p:nvSpPr>
        <p:spPr>
          <a:xfrm>
            <a:off x="0" y="6459538"/>
            <a:ext cx="9144000" cy="287337"/>
          </a:xfrm>
        </p:spPr>
        <p:txBody>
          <a:bodyPr wrap="square" anchor="t">
            <a:normAutofit/>
          </a:bodyPr>
          <a:lstStyle/>
          <a:p>
            <a:pPr>
              <a:lnSpc>
                <a:spcPct val="90000"/>
              </a:lnSpc>
              <a:spcAft>
                <a:spcPts val="600"/>
              </a:spcAft>
              <a:defRPr/>
            </a:pPr>
            <a:r>
              <a:rPr lang="ar-EG" sz="1400"/>
              <a:t>شركة بيرسون للتعليم المحدودة 2023.</a:t>
            </a:r>
            <a:r>
              <a:rPr lang="en-US" sz="1400"/>
              <a:t> </a:t>
            </a:r>
            <a:r>
              <a:rPr lang="ar-EG" sz="1400"/>
              <a:t>يُسمح بالنسخ لمؤسسة الشراء فقط.</a:t>
            </a:r>
            <a:r>
              <a:rPr lang="en-US" sz="1400"/>
              <a:t> </a:t>
            </a:r>
          </a:p>
        </p:txBody>
      </p:sp>
      <p:sp>
        <p:nvSpPr>
          <p:cNvPr id="2" name="Footer Placeholder 2">
            <a:extLst>
              <a:ext uri="{FF2B5EF4-FFF2-40B4-BE49-F238E27FC236}">
                <a16:creationId xmlns:a16="http://schemas.microsoft.com/office/drawing/2014/main" id="{04FD922F-A298-68CA-8F15-CFA722C754F6}"/>
              </a:ext>
            </a:extLst>
          </p:cNvPr>
          <p:cNvSpPr txBox="1">
            <a:spLocks/>
          </p:cNvSpPr>
          <p:nvPr/>
        </p:nvSpPr>
        <p:spPr bwMode="auto">
          <a:xfrm>
            <a:off x="145740" y="6530156"/>
            <a:ext cx="1080120" cy="216719"/>
          </a:xfrm>
          <a:prstGeom prst="rect">
            <a:avLst/>
          </a:prstGeom>
          <a:noFill/>
        </p:spPr>
        <p:txBody>
          <a:bodyPr vert="horz" wrap="square" lIns="91440" tIns="45720" rIns="91440" bIns="45720" numCol="1" rtlCol="1" anchor="t" anchorCtr="0" compatLnSpc="1">
            <a:prstTxWarp prst="textNoShape">
              <a:avLst/>
            </a:prstTxWarp>
            <a:normAutofit lnSpcReduction="10000"/>
          </a:bodyPr>
          <a:lstStyle>
            <a:defPPr>
              <a:defRPr lang="en-GB"/>
            </a:defPPr>
            <a:lvl1pPr algn="r" rtl="1"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1pPr>
            <a:lvl2pPr marL="457200" algn="r" rtl="1"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2pPr>
            <a:lvl3pPr marL="914400" algn="r" rtl="1"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3pPr>
            <a:lvl4pPr marL="1371600" algn="r" rtl="1"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4pPr>
            <a:lvl5pPr marL="1828800" algn="r" rtl="1"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5pPr>
            <a:lvl6pPr marL="2286000" algn="r" defTabSz="914400" rtl="1" eaLnBrk="1" latinLnBrk="0" hangingPunct="1">
              <a:defRPr kern="1200">
                <a:solidFill>
                  <a:schemeClr val="tx1"/>
                </a:solidFill>
                <a:latin typeface="Arial" panose="020B0604020202020204" pitchFamily="34" charset="0"/>
                <a:ea typeface="+mn-ea"/>
                <a:cs typeface="Arial" panose="020B0604020202020204" pitchFamily="34" charset="0"/>
              </a:defRPr>
            </a:lvl6pPr>
            <a:lvl7pPr marL="2743200" algn="r" defTabSz="914400" rtl="1" eaLnBrk="1" latinLnBrk="0" hangingPunct="1">
              <a:defRPr kern="1200">
                <a:solidFill>
                  <a:schemeClr val="tx1"/>
                </a:solidFill>
                <a:latin typeface="Arial" panose="020B0604020202020204" pitchFamily="34" charset="0"/>
                <a:ea typeface="+mn-ea"/>
                <a:cs typeface="Arial" panose="020B0604020202020204" pitchFamily="34" charset="0"/>
              </a:defRPr>
            </a:lvl7pPr>
            <a:lvl8pPr marL="3200400" algn="r" defTabSz="914400" rtl="1" eaLnBrk="1" latinLnBrk="0" hangingPunct="1">
              <a:defRPr kern="1200">
                <a:solidFill>
                  <a:schemeClr val="tx1"/>
                </a:solidFill>
                <a:latin typeface="Arial" panose="020B0604020202020204" pitchFamily="34" charset="0"/>
                <a:ea typeface="+mn-ea"/>
                <a:cs typeface="Arial" panose="020B0604020202020204" pitchFamily="34" charset="0"/>
              </a:defRPr>
            </a:lvl8pPr>
            <a:lvl9pPr marL="3657600" algn="r" defTabSz="914400" rtl="1" eaLnBrk="1" latinLnBrk="0" hangingPunct="1">
              <a:defRPr kern="1200">
                <a:solidFill>
                  <a:schemeClr val="tx1"/>
                </a:solidFill>
                <a:latin typeface="Arial" panose="020B0604020202020204" pitchFamily="34" charset="0"/>
                <a:ea typeface="+mn-ea"/>
                <a:cs typeface="Arial" panose="020B0604020202020204" pitchFamily="34" charset="0"/>
              </a:defRPr>
            </a:lvl9pPr>
          </a:lstStyle>
          <a:p>
            <a:pPr algn="l">
              <a:lnSpc>
                <a:spcPct val="90000"/>
              </a:lnSpc>
              <a:spcAft>
                <a:spcPts val="600"/>
              </a:spcAft>
              <a:defRPr/>
            </a:pPr>
            <a:r>
              <a:rPr lang="en-GB" sz="1000" b="0" i="0" dirty="0">
                <a:solidFill>
                  <a:srgbClr val="444444"/>
                </a:solidFill>
                <a:effectLst/>
                <a:latin typeface="Calibri" panose="020F0502020204030204" pitchFamily="34" charset="0"/>
              </a:rPr>
              <a:t>A103000359725</a:t>
            </a:r>
            <a:endParaRPr lang="ar" sz="1000" dirty="0"/>
          </a:p>
        </p:txBody>
      </p:sp>
    </p:spTree>
  </p:cSld>
  <p:clrMapOvr>
    <a:masterClrMapping/>
  </p:clrMapOvr>
  <p:transition>
    <p:sndAc>
      <p:stSnd>
        <p:snd r:embed="rId3" name="click.wav"/>
      </p:stSnd>
    </p:sndAc>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Title 2">
            <a:extLst>
              <a:ext uri="{FF2B5EF4-FFF2-40B4-BE49-F238E27FC236}">
                <a16:creationId xmlns:a16="http://schemas.microsoft.com/office/drawing/2014/main" id="{FC4F7FC9-2CE9-41A9-0CEE-4C8BD93B5782}"/>
              </a:ext>
            </a:extLst>
          </p:cNvPr>
          <p:cNvSpPr>
            <a:spLocks noGrp="1" noChangeArrowheads="1"/>
          </p:cNvSpPr>
          <p:nvPr>
            <p:ph type="title"/>
          </p:nvPr>
        </p:nvSpPr>
        <p:spPr bwMode="auto">
          <a:xfrm>
            <a:off x="323528" y="1195388"/>
            <a:ext cx="8640960" cy="8636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r>
              <a:rPr lang="ar-EG" dirty="0"/>
              <a:t>أنماط الحياة الصحية والأطعمة </a:t>
            </a:r>
            <a:br>
              <a:rPr lang="ar-EG" dirty="0"/>
            </a:br>
            <a:r>
              <a:rPr lang="ar-EG" dirty="0"/>
              <a:t>وخيارات قائمة الطعام</a:t>
            </a:r>
          </a:p>
        </p:txBody>
      </p:sp>
      <p:sp>
        <p:nvSpPr>
          <p:cNvPr id="30723" name="Content Placeholder 3">
            <a:extLst>
              <a:ext uri="{FF2B5EF4-FFF2-40B4-BE49-F238E27FC236}">
                <a16:creationId xmlns:a16="http://schemas.microsoft.com/office/drawing/2014/main" id="{3C79F714-332C-AB63-03D9-E6D0CAE0623F}"/>
              </a:ext>
            </a:extLst>
          </p:cNvPr>
          <p:cNvSpPr>
            <a:spLocks noGrp="1" noChangeArrowheads="1"/>
          </p:cNvSpPr>
          <p:nvPr>
            <p:ph sz="half" idx="2"/>
          </p:nvPr>
        </p:nvSpPr>
        <p:spPr bwMode="auto">
          <a:xfrm>
            <a:off x="323529" y="2636912"/>
            <a:ext cx="8424935" cy="382587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a:buFont typeface="Arial" panose="020B0604020202020204" pitchFamily="34" charset="0"/>
              <a:buChar char="•"/>
            </a:pPr>
            <a:r>
              <a:rPr lang="ar-EG"/>
              <a:t>في هذه الوحدة، ستستكشف معنى نمط الحياة الصحي وكيف يمكن لقطاع الضيافة أن تدعم نمط حياة صحي، وكيف يمكن للوعي بأنماط الحياة الصحية في الأعمال التجارية أن يحسن المنتجات التي تقدمها للعملاء.</a:t>
            </a:r>
          </a:p>
          <a:p>
            <a:pPr>
              <a:buFont typeface="Arial" panose="020B0604020202020204" pitchFamily="34" charset="0"/>
              <a:buChar char="•"/>
            </a:pPr>
            <a:r>
              <a:rPr lang="ar-EG"/>
              <a:t>سوف تقوم بالتعرف على نمط الحياة الصحي والخيارات الغذائية واستكشاف العوامل السلبية والإيجابية فيما يخص ذلك.</a:t>
            </a:r>
            <a:r>
              <a:rPr lang="en-US"/>
              <a:t> </a:t>
            </a:r>
          </a:p>
          <a:p>
            <a:pPr>
              <a:buFont typeface="Arial" panose="020B0604020202020204" pitchFamily="34" charset="0"/>
              <a:buChar char="•"/>
            </a:pPr>
            <a:r>
              <a:rPr lang="ar-EG"/>
              <a:t>سوف تتعلم كيفية تحضير الوصفات بشكل معين لتوفير خيارات صحية للعملاء والتخطيط لوجبة مكونة من طبقين لمجموعة من العملاء.</a:t>
            </a:r>
          </a:p>
        </p:txBody>
      </p:sp>
      <p:sp>
        <p:nvSpPr>
          <p:cNvPr id="2" name="Footer Placeholder 2">
            <a:extLst>
              <a:ext uri="{FF2B5EF4-FFF2-40B4-BE49-F238E27FC236}">
                <a16:creationId xmlns:a16="http://schemas.microsoft.com/office/drawing/2014/main" id="{22DAE746-F619-01FE-13D2-C708E962D93B}"/>
              </a:ext>
            </a:extLst>
          </p:cNvPr>
          <p:cNvSpPr txBox="1">
            <a:spLocks/>
          </p:cNvSpPr>
          <p:nvPr/>
        </p:nvSpPr>
        <p:spPr bwMode="auto">
          <a:xfrm>
            <a:off x="145740" y="6530156"/>
            <a:ext cx="1080120" cy="216719"/>
          </a:xfrm>
          <a:prstGeom prst="rect">
            <a:avLst/>
          </a:prstGeom>
          <a:noFill/>
        </p:spPr>
        <p:txBody>
          <a:bodyPr vert="horz" wrap="square" lIns="91440" tIns="45720" rIns="91440" bIns="45720" numCol="1" rtlCol="1" anchor="t" anchorCtr="0" compatLnSpc="1">
            <a:prstTxWarp prst="textNoShape">
              <a:avLst/>
            </a:prstTxWarp>
            <a:normAutofit lnSpcReduction="10000"/>
          </a:bodyPr>
          <a:lstStyle>
            <a:defPPr>
              <a:defRPr lang="en-GB"/>
            </a:defPPr>
            <a:lvl1pPr algn="r" rtl="1"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1pPr>
            <a:lvl2pPr marL="457200" algn="r" rtl="1"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2pPr>
            <a:lvl3pPr marL="914400" algn="r" rtl="1"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3pPr>
            <a:lvl4pPr marL="1371600" algn="r" rtl="1"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4pPr>
            <a:lvl5pPr marL="1828800" algn="r" rtl="1"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5pPr>
            <a:lvl6pPr marL="2286000" algn="r" defTabSz="914400" rtl="1" eaLnBrk="1" latinLnBrk="0" hangingPunct="1">
              <a:defRPr kern="1200">
                <a:solidFill>
                  <a:schemeClr val="tx1"/>
                </a:solidFill>
                <a:latin typeface="Arial" panose="020B0604020202020204" pitchFamily="34" charset="0"/>
                <a:ea typeface="+mn-ea"/>
                <a:cs typeface="Arial" panose="020B0604020202020204" pitchFamily="34" charset="0"/>
              </a:defRPr>
            </a:lvl6pPr>
            <a:lvl7pPr marL="2743200" algn="r" defTabSz="914400" rtl="1" eaLnBrk="1" latinLnBrk="0" hangingPunct="1">
              <a:defRPr kern="1200">
                <a:solidFill>
                  <a:schemeClr val="tx1"/>
                </a:solidFill>
                <a:latin typeface="Arial" panose="020B0604020202020204" pitchFamily="34" charset="0"/>
                <a:ea typeface="+mn-ea"/>
                <a:cs typeface="Arial" panose="020B0604020202020204" pitchFamily="34" charset="0"/>
              </a:defRPr>
            </a:lvl7pPr>
            <a:lvl8pPr marL="3200400" algn="r" defTabSz="914400" rtl="1" eaLnBrk="1" latinLnBrk="0" hangingPunct="1">
              <a:defRPr kern="1200">
                <a:solidFill>
                  <a:schemeClr val="tx1"/>
                </a:solidFill>
                <a:latin typeface="Arial" panose="020B0604020202020204" pitchFamily="34" charset="0"/>
                <a:ea typeface="+mn-ea"/>
                <a:cs typeface="Arial" panose="020B0604020202020204" pitchFamily="34" charset="0"/>
              </a:defRPr>
            </a:lvl8pPr>
            <a:lvl9pPr marL="3657600" algn="r" defTabSz="914400" rtl="1" eaLnBrk="1" latinLnBrk="0" hangingPunct="1">
              <a:defRPr kern="1200">
                <a:solidFill>
                  <a:schemeClr val="tx1"/>
                </a:solidFill>
                <a:latin typeface="Arial" panose="020B0604020202020204" pitchFamily="34" charset="0"/>
                <a:ea typeface="+mn-ea"/>
                <a:cs typeface="Arial" panose="020B0604020202020204" pitchFamily="34" charset="0"/>
              </a:defRPr>
            </a:lvl9pPr>
          </a:lstStyle>
          <a:p>
            <a:pPr algn="l">
              <a:lnSpc>
                <a:spcPct val="90000"/>
              </a:lnSpc>
              <a:spcAft>
                <a:spcPts val="600"/>
              </a:spcAft>
              <a:defRPr/>
            </a:pPr>
            <a:r>
              <a:rPr lang="en-GB" sz="1000" b="0" i="0" dirty="0">
                <a:solidFill>
                  <a:srgbClr val="444444"/>
                </a:solidFill>
                <a:effectLst/>
                <a:latin typeface="Calibri" panose="020F0502020204030204" pitchFamily="34" charset="0"/>
              </a:rPr>
              <a:t>A103000359725</a:t>
            </a:r>
            <a:endParaRPr lang="ar" sz="1000" dirty="0"/>
          </a:p>
        </p:txBody>
      </p:sp>
    </p:spTree>
  </p:cSld>
  <p:clrMapOvr>
    <a:masterClrMapping/>
  </p:clrMapOvr>
  <p:transition>
    <p:sndAc>
      <p:stSnd>
        <p:snd r:embed="rId3" name="click.wav"/>
      </p:stSnd>
    </p:sndAc>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Title 2">
            <a:extLst>
              <a:ext uri="{FF2B5EF4-FFF2-40B4-BE49-F238E27FC236}">
                <a16:creationId xmlns:a16="http://schemas.microsoft.com/office/drawing/2014/main" id="{CD9316BF-B3CE-8341-5A0A-249747D6C6E1}"/>
              </a:ext>
            </a:extLst>
          </p:cNvPr>
          <p:cNvSpPr>
            <a:spLocks noGrp="1" noChangeArrowheads="1"/>
          </p:cNvSpPr>
          <p:nvPr>
            <p:ph type="title"/>
          </p:nvPr>
        </p:nvSpPr>
        <p:spPr bwMode="auto">
          <a:xfrm>
            <a:off x="457200" y="1195388"/>
            <a:ext cx="8229600" cy="8636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r>
              <a:rPr lang="ar-EG" dirty="0">
                <a:latin typeface="Arial"/>
                <a:cs typeface="Arial"/>
              </a:rPr>
              <a:t>أهداف التعلم</a:t>
            </a:r>
          </a:p>
        </p:txBody>
      </p:sp>
      <p:sp>
        <p:nvSpPr>
          <p:cNvPr id="32771" name="Content Placeholder 3">
            <a:extLst>
              <a:ext uri="{FF2B5EF4-FFF2-40B4-BE49-F238E27FC236}">
                <a16:creationId xmlns:a16="http://schemas.microsoft.com/office/drawing/2014/main" id="{44DFA49F-83B7-E61C-00EB-D6046D571A05}"/>
              </a:ext>
            </a:extLst>
          </p:cNvPr>
          <p:cNvSpPr>
            <a:spLocks noGrp="1" noChangeArrowheads="1"/>
          </p:cNvSpPr>
          <p:nvPr>
            <p:ph sz="half" idx="2"/>
          </p:nvPr>
        </p:nvSpPr>
        <p:spPr bwMode="auto">
          <a:xfrm>
            <a:off x="491061" y="2276872"/>
            <a:ext cx="7991475" cy="360997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marL="404813" indent="-387350" defTabSz="431800">
              <a:buNone/>
            </a:pPr>
            <a:r>
              <a:rPr lang="ar-EG" b="1" dirty="0"/>
              <a:t>أ</a:t>
            </a:r>
            <a:r>
              <a:rPr lang="ar-EG" sz="2000" b="1" dirty="0"/>
              <a:t>   </a:t>
            </a:r>
            <a:r>
              <a:rPr lang="ar-EG" dirty="0"/>
              <a:t>فهم التعريف والعوامل المؤثرة على نمط الحياة الصحي</a:t>
            </a:r>
          </a:p>
          <a:p>
            <a:pPr marL="404813" indent="-404813" defTabSz="431800">
              <a:spcBef>
                <a:spcPts val="1200"/>
              </a:spcBef>
              <a:buNone/>
            </a:pPr>
            <a:r>
              <a:rPr lang="ar-EG" b="1" dirty="0"/>
              <a:t>ب</a:t>
            </a:r>
            <a:r>
              <a:rPr lang="ar-EG" dirty="0"/>
              <a:t> التحقيق في المساهمة التي يقدمها قطاع الضيافة لأنماط الحياة الصحية</a:t>
            </a:r>
          </a:p>
          <a:p>
            <a:pPr marL="404813" indent="-404813" defTabSz="431800">
              <a:spcBef>
                <a:spcPts val="1200"/>
              </a:spcBef>
              <a:buNone/>
            </a:pPr>
            <a:r>
              <a:rPr lang="ar-EG" b="1" dirty="0"/>
              <a:t>ج</a:t>
            </a:r>
            <a:r>
              <a:rPr lang="ar-EG" dirty="0"/>
              <a:t> تخطيط وتصميم قوائم طعام صحية</a:t>
            </a:r>
          </a:p>
          <a:p>
            <a:pPr marL="0" indent="0" defTabSz="431800">
              <a:spcBef>
                <a:spcPts val="1200"/>
              </a:spcBef>
              <a:buFont typeface="Wingdings" panose="05000000000000000000" pitchFamily="2" charset="2"/>
              <a:buNone/>
            </a:pPr>
            <a:endParaRPr lang="en-GB" altLang="en-US" b="1" dirty="0">
              <a:highlight>
                <a:srgbClr val="FFFF00"/>
              </a:highlight>
            </a:endParaRPr>
          </a:p>
          <a:p>
            <a:pPr marL="0" indent="0" defTabSz="431800">
              <a:spcBef>
                <a:spcPts val="1200"/>
              </a:spcBef>
              <a:buFont typeface="Wingdings" panose="05000000000000000000" pitchFamily="2" charset="2"/>
              <a:buNone/>
            </a:pPr>
            <a:endParaRPr lang="en-GB" altLang="en-US" b="1" dirty="0">
              <a:highlight>
                <a:srgbClr val="FFFF00"/>
              </a:highlight>
            </a:endParaRPr>
          </a:p>
          <a:p>
            <a:pPr marL="0" indent="0" defTabSz="431800">
              <a:spcBef>
                <a:spcPts val="1200"/>
              </a:spcBef>
              <a:buFont typeface="Wingdings" panose="05000000000000000000" pitchFamily="2" charset="2"/>
              <a:buNone/>
            </a:pPr>
            <a:br>
              <a:rPr lang="ar-EG" dirty="0"/>
            </a:br>
            <a:r>
              <a:rPr lang="ar-EG" dirty="0"/>
              <a:t>	</a:t>
            </a:r>
          </a:p>
        </p:txBody>
      </p:sp>
      <p:sp>
        <p:nvSpPr>
          <p:cNvPr id="2" name="Footer Placeholder 2">
            <a:extLst>
              <a:ext uri="{FF2B5EF4-FFF2-40B4-BE49-F238E27FC236}">
                <a16:creationId xmlns:a16="http://schemas.microsoft.com/office/drawing/2014/main" id="{2B401C4B-6BB9-71F1-8EE5-6BA7A3CBA840}"/>
              </a:ext>
            </a:extLst>
          </p:cNvPr>
          <p:cNvSpPr txBox="1">
            <a:spLocks/>
          </p:cNvSpPr>
          <p:nvPr/>
        </p:nvSpPr>
        <p:spPr bwMode="auto">
          <a:xfrm>
            <a:off x="145740" y="6530156"/>
            <a:ext cx="1080120" cy="216719"/>
          </a:xfrm>
          <a:prstGeom prst="rect">
            <a:avLst/>
          </a:prstGeom>
          <a:noFill/>
        </p:spPr>
        <p:txBody>
          <a:bodyPr vert="horz" wrap="square" lIns="91440" tIns="45720" rIns="91440" bIns="45720" numCol="1" rtlCol="1" anchor="t" anchorCtr="0" compatLnSpc="1">
            <a:prstTxWarp prst="textNoShape">
              <a:avLst/>
            </a:prstTxWarp>
            <a:normAutofit lnSpcReduction="10000"/>
          </a:bodyPr>
          <a:lstStyle>
            <a:defPPr>
              <a:defRPr lang="en-GB"/>
            </a:defPPr>
            <a:lvl1pPr algn="r" rtl="1"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1pPr>
            <a:lvl2pPr marL="457200" algn="r" rtl="1"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2pPr>
            <a:lvl3pPr marL="914400" algn="r" rtl="1"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3pPr>
            <a:lvl4pPr marL="1371600" algn="r" rtl="1"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4pPr>
            <a:lvl5pPr marL="1828800" algn="r" rtl="1"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5pPr>
            <a:lvl6pPr marL="2286000" algn="r" defTabSz="914400" rtl="1" eaLnBrk="1" latinLnBrk="0" hangingPunct="1">
              <a:defRPr kern="1200">
                <a:solidFill>
                  <a:schemeClr val="tx1"/>
                </a:solidFill>
                <a:latin typeface="Arial" panose="020B0604020202020204" pitchFamily="34" charset="0"/>
                <a:ea typeface="+mn-ea"/>
                <a:cs typeface="Arial" panose="020B0604020202020204" pitchFamily="34" charset="0"/>
              </a:defRPr>
            </a:lvl6pPr>
            <a:lvl7pPr marL="2743200" algn="r" defTabSz="914400" rtl="1" eaLnBrk="1" latinLnBrk="0" hangingPunct="1">
              <a:defRPr kern="1200">
                <a:solidFill>
                  <a:schemeClr val="tx1"/>
                </a:solidFill>
                <a:latin typeface="Arial" panose="020B0604020202020204" pitchFamily="34" charset="0"/>
                <a:ea typeface="+mn-ea"/>
                <a:cs typeface="Arial" panose="020B0604020202020204" pitchFamily="34" charset="0"/>
              </a:defRPr>
            </a:lvl7pPr>
            <a:lvl8pPr marL="3200400" algn="r" defTabSz="914400" rtl="1" eaLnBrk="1" latinLnBrk="0" hangingPunct="1">
              <a:defRPr kern="1200">
                <a:solidFill>
                  <a:schemeClr val="tx1"/>
                </a:solidFill>
                <a:latin typeface="Arial" panose="020B0604020202020204" pitchFamily="34" charset="0"/>
                <a:ea typeface="+mn-ea"/>
                <a:cs typeface="Arial" panose="020B0604020202020204" pitchFamily="34" charset="0"/>
              </a:defRPr>
            </a:lvl8pPr>
            <a:lvl9pPr marL="3657600" algn="r" defTabSz="914400" rtl="1" eaLnBrk="1" latinLnBrk="0" hangingPunct="1">
              <a:defRPr kern="1200">
                <a:solidFill>
                  <a:schemeClr val="tx1"/>
                </a:solidFill>
                <a:latin typeface="Arial" panose="020B0604020202020204" pitchFamily="34" charset="0"/>
                <a:ea typeface="+mn-ea"/>
                <a:cs typeface="Arial" panose="020B0604020202020204" pitchFamily="34" charset="0"/>
              </a:defRPr>
            </a:lvl9pPr>
          </a:lstStyle>
          <a:p>
            <a:pPr algn="l">
              <a:lnSpc>
                <a:spcPct val="90000"/>
              </a:lnSpc>
              <a:spcAft>
                <a:spcPts val="600"/>
              </a:spcAft>
              <a:defRPr/>
            </a:pPr>
            <a:r>
              <a:rPr lang="en-GB" sz="1000" b="0" i="0" dirty="0">
                <a:solidFill>
                  <a:srgbClr val="444444"/>
                </a:solidFill>
                <a:effectLst/>
                <a:latin typeface="Calibri" panose="020F0502020204030204" pitchFamily="34" charset="0"/>
              </a:rPr>
              <a:t>A103000359725</a:t>
            </a:r>
            <a:endParaRPr lang="ar" sz="1000" dirty="0"/>
          </a:p>
        </p:txBody>
      </p:sp>
    </p:spTree>
  </p:cSld>
  <p:clrMapOvr>
    <a:masterClrMapping/>
  </p:clrMapOvr>
  <p:transition>
    <p:sndAc>
      <p:stSnd>
        <p:snd r:embed="rId3" name="click.wav"/>
      </p:stSnd>
    </p:sndAc>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Title 2">
            <a:extLst>
              <a:ext uri="{FF2B5EF4-FFF2-40B4-BE49-F238E27FC236}">
                <a16:creationId xmlns:a16="http://schemas.microsoft.com/office/drawing/2014/main" id="{DF8F9D08-DF4C-4351-F6A0-75D9B8290DA6}"/>
              </a:ext>
            </a:extLst>
          </p:cNvPr>
          <p:cNvSpPr>
            <a:spLocks noGrp="1" noChangeArrowheads="1"/>
          </p:cNvSpPr>
          <p:nvPr>
            <p:ph type="title"/>
          </p:nvPr>
        </p:nvSpPr>
        <p:spPr bwMode="auto">
          <a:xfrm>
            <a:off x="457200" y="1843088"/>
            <a:ext cx="8229600" cy="506412"/>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a:spcBef>
                <a:spcPts val="1200"/>
              </a:spcBef>
              <a:spcAft>
                <a:spcPts val="1500"/>
              </a:spcAft>
            </a:pPr>
            <a:r>
              <a:rPr lang="ar-EG" sz="2400" b="1" dirty="0"/>
              <a:t>هدف التعلم أ</a:t>
            </a:r>
            <a:br>
              <a:rPr lang="ar-EG" sz="2400" b="1" dirty="0"/>
            </a:br>
            <a:br>
              <a:rPr lang="ar-EG" sz="2400" b="1" dirty="0"/>
            </a:br>
            <a:endParaRPr lang="ar-EG" sz="2400" b="1" dirty="0"/>
          </a:p>
        </p:txBody>
      </p:sp>
      <p:sp>
        <p:nvSpPr>
          <p:cNvPr id="34819" name="Content Placeholder 3">
            <a:extLst>
              <a:ext uri="{FF2B5EF4-FFF2-40B4-BE49-F238E27FC236}">
                <a16:creationId xmlns:a16="http://schemas.microsoft.com/office/drawing/2014/main" id="{453C7683-8588-7ABC-32E0-8A4E68218620}"/>
              </a:ext>
            </a:extLst>
          </p:cNvPr>
          <p:cNvSpPr>
            <a:spLocks noGrp="1" noChangeArrowheads="1"/>
          </p:cNvSpPr>
          <p:nvPr>
            <p:ph sz="half" idx="2"/>
          </p:nvPr>
        </p:nvSpPr>
        <p:spPr bwMode="auto">
          <a:xfrm>
            <a:off x="1509763" y="4005064"/>
            <a:ext cx="7021462" cy="1871663"/>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marL="685800"/>
            <a:r>
              <a:rPr lang="ar-EG" dirty="0"/>
              <a:t>تحديد نمط الحياة الصحي</a:t>
            </a:r>
          </a:p>
          <a:p>
            <a:pPr marL="685800"/>
            <a:r>
              <a:rPr lang="ar-EG" dirty="0"/>
              <a:t>أهمية نمط الحياة الصحي</a:t>
            </a:r>
          </a:p>
          <a:p>
            <a:pPr marL="685800"/>
            <a:r>
              <a:rPr lang="ar-EG" dirty="0"/>
              <a:t>العوامل المؤثرة على نمط الحياة الصحي</a:t>
            </a:r>
          </a:p>
        </p:txBody>
      </p:sp>
      <p:sp>
        <p:nvSpPr>
          <p:cNvPr id="34820" name="Rectangle 1">
            <a:extLst>
              <a:ext uri="{FF2B5EF4-FFF2-40B4-BE49-F238E27FC236}">
                <a16:creationId xmlns:a16="http://schemas.microsoft.com/office/drawing/2014/main" id="{8DCD7CE1-603D-4D59-3DBB-C13C0B6505F0}"/>
              </a:ext>
            </a:extLst>
          </p:cNvPr>
          <p:cNvSpPr>
            <a:spLocks noChangeArrowheads="1"/>
          </p:cNvSpPr>
          <p:nvPr/>
        </p:nvSpPr>
        <p:spPr bwMode="auto">
          <a:xfrm>
            <a:off x="539750" y="2493963"/>
            <a:ext cx="7991475" cy="647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a:r>
              <a:rPr lang="ar-EG" sz="3600" b="1" dirty="0"/>
              <a:t>فهم التعريف والعوامل المؤثرة </a:t>
            </a:r>
            <a:br>
              <a:rPr lang="ar-EG" sz="3600" b="1" dirty="0"/>
            </a:br>
            <a:r>
              <a:rPr lang="ar-EG" sz="3600" b="1" dirty="0"/>
              <a:t>على نمط الحياة الصحي</a:t>
            </a:r>
          </a:p>
        </p:txBody>
      </p:sp>
      <p:sp>
        <p:nvSpPr>
          <p:cNvPr id="2" name="Footer Placeholder 2">
            <a:extLst>
              <a:ext uri="{FF2B5EF4-FFF2-40B4-BE49-F238E27FC236}">
                <a16:creationId xmlns:a16="http://schemas.microsoft.com/office/drawing/2014/main" id="{8116E4E1-A154-6B9A-B7B3-7C327802154A}"/>
              </a:ext>
            </a:extLst>
          </p:cNvPr>
          <p:cNvSpPr txBox="1">
            <a:spLocks/>
          </p:cNvSpPr>
          <p:nvPr/>
        </p:nvSpPr>
        <p:spPr bwMode="auto">
          <a:xfrm>
            <a:off x="145740" y="6530156"/>
            <a:ext cx="1080120" cy="216719"/>
          </a:xfrm>
          <a:prstGeom prst="rect">
            <a:avLst/>
          </a:prstGeom>
          <a:noFill/>
        </p:spPr>
        <p:txBody>
          <a:bodyPr vert="horz" wrap="square" lIns="91440" tIns="45720" rIns="91440" bIns="45720" numCol="1" rtlCol="1" anchor="t" anchorCtr="0" compatLnSpc="1">
            <a:prstTxWarp prst="textNoShape">
              <a:avLst/>
            </a:prstTxWarp>
            <a:normAutofit lnSpcReduction="10000"/>
          </a:bodyPr>
          <a:lstStyle>
            <a:defPPr>
              <a:defRPr lang="en-GB"/>
            </a:defPPr>
            <a:lvl1pPr algn="r" rtl="1"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1pPr>
            <a:lvl2pPr marL="457200" algn="r" rtl="1"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2pPr>
            <a:lvl3pPr marL="914400" algn="r" rtl="1"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3pPr>
            <a:lvl4pPr marL="1371600" algn="r" rtl="1"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4pPr>
            <a:lvl5pPr marL="1828800" algn="r" rtl="1"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5pPr>
            <a:lvl6pPr marL="2286000" algn="r" defTabSz="914400" rtl="1" eaLnBrk="1" latinLnBrk="0" hangingPunct="1">
              <a:defRPr kern="1200">
                <a:solidFill>
                  <a:schemeClr val="tx1"/>
                </a:solidFill>
                <a:latin typeface="Arial" panose="020B0604020202020204" pitchFamily="34" charset="0"/>
                <a:ea typeface="+mn-ea"/>
                <a:cs typeface="Arial" panose="020B0604020202020204" pitchFamily="34" charset="0"/>
              </a:defRPr>
            </a:lvl6pPr>
            <a:lvl7pPr marL="2743200" algn="r" defTabSz="914400" rtl="1" eaLnBrk="1" latinLnBrk="0" hangingPunct="1">
              <a:defRPr kern="1200">
                <a:solidFill>
                  <a:schemeClr val="tx1"/>
                </a:solidFill>
                <a:latin typeface="Arial" panose="020B0604020202020204" pitchFamily="34" charset="0"/>
                <a:ea typeface="+mn-ea"/>
                <a:cs typeface="Arial" panose="020B0604020202020204" pitchFamily="34" charset="0"/>
              </a:defRPr>
            </a:lvl7pPr>
            <a:lvl8pPr marL="3200400" algn="r" defTabSz="914400" rtl="1" eaLnBrk="1" latinLnBrk="0" hangingPunct="1">
              <a:defRPr kern="1200">
                <a:solidFill>
                  <a:schemeClr val="tx1"/>
                </a:solidFill>
                <a:latin typeface="Arial" panose="020B0604020202020204" pitchFamily="34" charset="0"/>
                <a:ea typeface="+mn-ea"/>
                <a:cs typeface="Arial" panose="020B0604020202020204" pitchFamily="34" charset="0"/>
              </a:defRPr>
            </a:lvl8pPr>
            <a:lvl9pPr marL="3657600" algn="r" defTabSz="914400" rtl="1" eaLnBrk="1" latinLnBrk="0" hangingPunct="1">
              <a:defRPr kern="1200">
                <a:solidFill>
                  <a:schemeClr val="tx1"/>
                </a:solidFill>
                <a:latin typeface="Arial" panose="020B0604020202020204" pitchFamily="34" charset="0"/>
                <a:ea typeface="+mn-ea"/>
                <a:cs typeface="Arial" panose="020B0604020202020204" pitchFamily="34" charset="0"/>
              </a:defRPr>
            </a:lvl9pPr>
          </a:lstStyle>
          <a:p>
            <a:pPr algn="l">
              <a:lnSpc>
                <a:spcPct val="90000"/>
              </a:lnSpc>
              <a:spcAft>
                <a:spcPts val="600"/>
              </a:spcAft>
              <a:defRPr/>
            </a:pPr>
            <a:r>
              <a:rPr lang="en-GB" sz="1000" b="0" i="0" dirty="0">
                <a:solidFill>
                  <a:srgbClr val="444444"/>
                </a:solidFill>
                <a:effectLst/>
                <a:latin typeface="Calibri" panose="020F0502020204030204" pitchFamily="34" charset="0"/>
              </a:rPr>
              <a:t>A103000359725</a:t>
            </a:r>
            <a:endParaRPr lang="ar" sz="1000" dirty="0"/>
          </a:p>
        </p:txBody>
      </p:sp>
    </p:spTree>
  </p:cSld>
  <p:clrMapOvr>
    <a:masterClrMapping/>
  </p:clrMapOvr>
  <p:transition>
    <p:sndAc>
      <p:stSnd>
        <p:snd r:embed="rId3" name="click.wav"/>
      </p:stSnd>
    </p:sndAc>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9" name="Content Placeholder 3">
            <a:extLst>
              <a:ext uri="{FF2B5EF4-FFF2-40B4-BE49-F238E27FC236}">
                <a16:creationId xmlns:a16="http://schemas.microsoft.com/office/drawing/2014/main" id="{453C7683-8588-7ABC-32E0-8A4E68218620}"/>
              </a:ext>
            </a:extLst>
          </p:cNvPr>
          <p:cNvSpPr>
            <a:spLocks noGrp="1" noChangeArrowheads="1"/>
          </p:cNvSpPr>
          <p:nvPr>
            <p:ph sz="half" idx="2"/>
          </p:nvPr>
        </p:nvSpPr>
        <p:spPr bwMode="auto">
          <a:xfrm>
            <a:off x="467644" y="2564904"/>
            <a:ext cx="8208712" cy="2664296"/>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indent="0">
              <a:buFont typeface="Wingdings" panose="05000000000000000000" pitchFamily="2" charset="2"/>
              <a:buNone/>
            </a:pPr>
            <a:r>
              <a:rPr lang="ar-EG" b="1"/>
              <a:t>هل يمكنك تحديد "ما هو نمط الحياة الصحي"؟</a:t>
            </a:r>
            <a:r>
              <a:rPr lang="en-US" b="1"/>
              <a:t> </a:t>
            </a:r>
          </a:p>
          <a:p>
            <a:pPr indent="0">
              <a:buFont typeface="Wingdings" panose="05000000000000000000" pitchFamily="2" charset="2"/>
              <a:buNone/>
            </a:pPr>
            <a:endParaRPr lang="en-GB" altLang="en-US" b="1" dirty="0"/>
          </a:p>
          <a:p>
            <a:pPr indent="0">
              <a:buFont typeface="Wingdings" panose="05000000000000000000" pitchFamily="2" charset="2"/>
              <a:buNone/>
            </a:pPr>
            <a:r>
              <a:rPr lang="ar-EG"/>
              <a:t>ضع المبادرات التالية في الاعتبار:</a:t>
            </a:r>
          </a:p>
          <a:p>
            <a:pPr marL="685800"/>
            <a:r>
              <a:rPr lang="ar-EG"/>
              <a:t>اتباع نظام غذائي صحي</a:t>
            </a:r>
          </a:p>
          <a:p>
            <a:pPr marL="685800"/>
            <a:r>
              <a:rPr lang="ar-EG"/>
              <a:t>ممارسة التمارين الرياضية بانتظام والحفاظ على اللياقة البدنية</a:t>
            </a:r>
          </a:p>
          <a:p>
            <a:pPr marL="685800"/>
            <a:r>
              <a:rPr lang="ar-EG"/>
              <a:t>الراحة والاسترخاء بشكل كافي.</a:t>
            </a:r>
          </a:p>
          <a:p>
            <a:pPr indent="0">
              <a:buNone/>
            </a:pPr>
            <a:endParaRPr lang="en-GB" altLang="en-US" dirty="0"/>
          </a:p>
        </p:txBody>
      </p:sp>
      <p:sp>
        <p:nvSpPr>
          <p:cNvPr id="34820" name="Rectangle 1">
            <a:extLst>
              <a:ext uri="{FF2B5EF4-FFF2-40B4-BE49-F238E27FC236}">
                <a16:creationId xmlns:a16="http://schemas.microsoft.com/office/drawing/2014/main" id="{8DCD7CE1-603D-4D59-3DBB-C13C0B6505F0}"/>
              </a:ext>
            </a:extLst>
          </p:cNvPr>
          <p:cNvSpPr>
            <a:spLocks noChangeArrowheads="1"/>
          </p:cNvSpPr>
          <p:nvPr/>
        </p:nvSpPr>
        <p:spPr bwMode="auto">
          <a:xfrm>
            <a:off x="323529" y="1196752"/>
            <a:ext cx="8568951" cy="647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440" tIns="45720" rIns="91440" bIns="45720" anchor="t"/>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a:r>
              <a:rPr lang="ar-EG" sz="3600" b="1">
                <a:latin typeface="Arial"/>
                <a:cs typeface="Arial"/>
              </a:rPr>
              <a:t>تعريف نمط الحياة الصحي (1)</a:t>
            </a:r>
          </a:p>
        </p:txBody>
      </p:sp>
      <p:sp>
        <p:nvSpPr>
          <p:cNvPr id="2" name="Footer Placeholder 2">
            <a:extLst>
              <a:ext uri="{FF2B5EF4-FFF2-40B4-BE49-F238E27FC236}">
                <a16:creationId xmlns:a16="http://schemas.microsoft.com/office/drawing/2014/main" id="{EB1E2BA3-60A1-59F7-019C-69E8FC47D3D2}"/>
              </a:ext>
            </a:extLst>
          </p:cNvPr>
          <p:cNvSpPr txBox="1">
            <a:spLocks/>
          </p:cNvSpPr>
          <p:nvPr/>
        </p:nvSpPr>
        <p:spPr bwMode="auto">
          <a:xfrm>
            <a:off x="145740" y="6530156"/>
            <a:ext cx="1080120" cy="216719"/>
          </a:xfrm>
          <a:prstGeom prst="rect">
            <a:avLst/>
          </a:prstGeom>
          <a:noFill/>
        </p:spPr>
        <p:txBody>
          <a:bodyPr vert="horz" wrap="square" lIns="91440" tIns="45720" rIns="91440" bIns="45720" numCol="1" rtlCol="1" anchor="t" anchorCtr="0" compatLnSpc="1">
            <a:prstTxWarp prst="textNoShape">
              <a:avLst/>
            </a:prstTxWarp>
            <a:normAutofit lnSpcReduction="10000"/>
          </a:bodyPr>
          <a:lstStyle>
            <a:defPPr>
              <a:defRPr lang="en-GB"/>
            </a:defPPr>
            <a:lvl1pPr algn="r" rtl="1"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1pPr>
            <a:lvl2pPr marL="457200" algn="r" rtl="1"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2pPr>
            <a:lvl3pPr marL="914400" algn="r" rtl="1"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3pPr>
            <a:lvl4pPr marL="1371600" algn="r" rtl="1"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4pPr>
            <a:lvl5pPr marL="1828800" algn="r" rtl="1"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5pPr>
            <a:lvl6pPr marL="2286000" algn="r" defTabSz="914400" rtl="1" eaLnBrk="1" latinLnBrk="0" hangingPunct="1">
              <a:defRPr kern="1200">
                <a:solidFill>
                  <a:schemeClr val="tx1"/>
                </a:solidFill>
                <a:latin typeface="Arial" panose="020B0604020202020204" pitchFamily="34" charset="0"/>
                <a:ea typeface="+mn-ea"/>
                <a:cs typeface="Arial" panose="020B0604020202020204" pitchFamily="34" charset="0"/>
              </a:defRPr>
            </a:lvl6pPr>
            <a:lvl7pPr marL="2743200" algn="r" defTabSz="914400" rtl="1" eaLnBrk="1" latinLnBrk="0" hangingPunct="1">
              <a:defRPr kern="1200">
                <a:solidFill>
                  <a:schemeClr val="tx1"/>
                </a:solidFill>
                <a:latin typeface="Arial" panose="020B0604020202020204" pitchFamily="34" charset="0"/>
                <a:ea typeface="+mn-ea"/>
                <a:cs typeface="Arial" panose="020B0604020202020204" pitchFamily="34" charset="0"/>
              </a:defRPr>
            </a:lvl7pPr>
            <a:lvl8pPr marL="3200400" algn="r" defTabSz="914400" rtl="1" eaLnBrk="1" latinLnBrk="0" hangingPunct="1">
              <a:defRPr kern="1200">
                <a:solidFill>
                  <a:schemeClr val="tx1"/>
                </a:solidFill>
                <a:latin typeface="Arial" panose="020B0604020202020204" pitchFamily="34" charset="0"/>
                <a:ea typeface="+mn-ea"/>
                <a:cs typeface="Arial" panose="020B0604020202020204" pitchFamily="34" charset="0"/>
              </a:defRPr>
            </a:lvl8pPr>
            <a:lvl9pPr marL="3657600" algn="r" defTabSz="914400" rtl="1" eaLnBrk="1" latinLnBrk="0" hangingPunct="1">
              <a:defRPr kern="1200">
                <a:solidFill>
                  <a:schemeClr val="tx1"/>
                </a:solidFill>
                <a:latin typeface="Arial" panose="020B0604020202020204" pitchFamily="34" charset="0"/>
                <a:ea typeface="+mn-ea"/>
                <a:cs typeface="Arial" panose="020B0604020202020204" pitchFamily="34" charset="0"/>
              </a:defRPr>
            </a:lvl9pPr>
          </a:lstStyle>
          <a:p>
            <a:pPr algn="l">
              <a:lnSpc>
                <a:spcPct val="90000"/>
              </a:lnSpc>
              <a:spcAft>
                <a:spcPts val="600"/>
              </a:spcAft>
              <a:defRPr/>
            </a:pPr>
            <a:r>
              <a:rPr lang="en-GB" sz="1000" b="0" i="0" dirty="0">
                <a:solidFill>
                  <a:srgbClr val="444444"/>
                </a:solidFill>
                <a:effectLst/>
                <a:latin typeface="Calibri" panose="020F0502020204030204" pitchFamily="34" charset="0"/>
              </a:rPr>
              <a:t>A103000359725</a:t>
            </a:r>
            <a:endParaRPr lang="ar" sz="1000" dirty="0"/>
          </a:p>
        </p:txBody>
      </p:sp>
    </p:spTree>
    <p:extLst>
      <p:ext uri="{BB962C8B-B14F-4D97-AF65-F5344CB8AC3E}">
        <p14:creationId xmlns:p14="http://schemas.microsoft.com/office/powerpoint/2010/main" val="1329177216"/>
      </p:ext>
    </p:extLst>
  </p:cSld>
  <p:clrMapOvr>
    <a:masterClrMapping/>
  </p:clrMapOvr>
  <p:transition>
    <p:sndAc>
      <p:stSnd>
        <p:snd r:embed="rId3" name="click.wav"/>
      </p:stSnd>
    </p:sndAc>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9" name="Content Placeholder 3">
            <a:extLst>
              <a:ext uri="{FF2B5EF4-FFF2-40B4-BE49-F238E27FC236}">
                <a16:creationId xmlns:a16="http://schemas.microsoft.com/office/drawing/2014/main" id="{453C7683-8588-7ABC-32E0-8A4E68218620}"/>
              </a:ext>
            </a:extLst>
          </p:cNvPr>
          <p:cNvSpPr>
            <a:spLocks noGrp="1" noChangeArrowheads="1"/>
          </p:cNvSpPr>
          <p:nvPr>
            <p:ph sz="half" idx="2"/>
          </p:nvPr>
        </p:nvSpPr>
        <p:spPr bwMode="auto">
          <a:xfrm>
            <a:off x="683768" y="1988840"/>
            <a:ext cx="8208712" cy="2664296"/>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indent="0">
              <a:buFont typeface="Wingdings" panose="05000000000000000000" pitchFamily="2" charset="2"/>
              <a:buNone/>
            </a:pPr>
            <a:r>
              <a:rPr lang="ar-EG" b="1"/>
              <a:t>اتباع نظام غذائي صحي؟</a:t>
            </a:r>
          </a:p>
          <a:p>
            <a:pPr indent="0">
              <a:buFont typeface="Wingdings" panose="05000000000000000000" pitchFamily="2" charset="2"/>
              <a:buNone/>
            </a:pPr>
            <a:endParaRPr lang="en-GB" altLang="en-US" b="1" dirty="0"/>
          </a:p>
          <a:p>
            <a:pPr marL="685800"/>
            <a:r>
              <a:rPr lang="ar-EG"/>
              <a:t>تناول مجموعة متنوعة من الأطعمة</a:t>
            </a:r>
          </a:p>
          <a:p>
            <a:pPr marL="685800"/>
            <a:r>
              <a:rPr lang="ar-EG"/>
              <a:t>تناول الكمية المناسبة للحصول على وزن صحي</a:t>
            </a:r>
          </a:p>
          <a:p>
            <a:pPr marL="685800"/>
            <a:r>
              <a:rPr lang="ar-EG"/>
              <a:t>تناول وجبات منتظمة</a:t>
            </a:r>
          </a:p>
          <a:p>
            <a:pPr marL="685800"/>
            <a:r>
              <a:rPr lang="ar-EG"/>
              <a:t>تناول مجموعة متنوعة من الفواكه والخضروات</a:t>
            </a:r>
          </a:p>
          <a:p>
            <a:pPr marL="685800"/>
            <a:r>
              <a:rPr lang="ar-EG"/>
              <a:t>تناول كميات معتدلة من الأطعمة الدهنية</a:t>
            </a:r>
          </a:p>
          <a:p>
            <a:pPr marL="685800"/>
            <a:r>
              <a:rPr lang="ar-EG"/>
              <a:t>تناول كميات معتدلة من الأطعمة والمشروبات السكرية</a:t>
            </a:r>
          </a:p>
          <a:p>
            <a:pPr marL="685800"/>
            <a:endParaRPr lang="en-GB" altLang="en-US" dirty="0"/>
          </a:p>
          <a:p>
            <a:pPr indent="0">
              <a:buNone/>
            </a:pPr>
            <a:r>
              <a:rPr lang="ar-EG" b="1"/>
              <a:t>سؤال</a:t>
            </a:r>
            <a:r>
              <a:rPr lang="ar-EG"/>
              <a:t>: ما هي النقاط الأكثر أهمية مما سبق؟</a:t>
            </a:r>
          </a:p>
        </p:txBody>
      </p:sp>
      <p:sp>
        <p:nvSpPr>
          <p:cNvPr id="34820" name="Rectangle 1">
            <a:extLst>
              <a:ext uri="{FF2B5EF4-FFF2-40B4-BE49-F238E27FC236}">
                <a16:creationId xmlns:a16="http://schemas.microsoft.com/office/drawing/2014/main" id="{8DCD7CE1-603D-4D59-3DBB-C13C0B6505F0}"/>
              </a:ext>
            </a:extLst>
          </p:cNvPr>
          <p:cNvSpPr>
            <a:spLocks noChangeArrowheads="1"/>
          </p:cNvSpPr>
          <p:nvPr/>
        </p:nvSpPr>
        <p:spPr bwMode="auto">
          <a:xfrm>
            <a:off x="323529" y="1196752"/>
            <a:ext cx="8568951" cy="647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440" tIns="45720" rIns="91440" bIns="45720" anchor="t"/>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a:r>
              <a:rPr lang="ar-EG" sz="3600" b="1">
                <a:latin typeface="Arial"/>
                <a:cs typeface="Arial"/>
              </a:rPr>
              <a:t>تعريف نمط الحياة الصحي (2)</a:t>
            </a:r>
          </a:p>
        </p:txBody>
      </p:sp>
      <p:sp>
        <p:nvSpPr>
          <p:cNvPr id="2" name="Footer Placeholder 2">
            <a:extLst>
              <a:ext uri="{FF2B5EF4-FFF2-40B4-BE49-F238E27FC236}">
                <a16:creationId xmlns:a16="http://schemas.microsoft.com/office/drawing/2014/main" id="{F6983D6A-F7AA-D28D-980A-3E7A43265D4C}"/>
              </a:ext>
            </a:extLst>
          </p:cNvPr>
          <p:cNvSpPr txBox="1">
            <a:spLocks/>
          </p:cNvSpPr>
          <p:nvPr/>
        </p:nvSpPr>
        <p:spPr bwMode="auto">
          <a:xfrm>
            <a:off x="145740" y="6530156"/>
            <a:ext cx="1080120" cy="216719"/>
          </a:xfrm>
          <a:prstGeom prst="rect">
            <a:avLst/>
          </a:prstGeom>
          <a:noFill/>
        </p:spPr>
        <p:txBody>
          <a:bodyPr vert="horz" wrap="square" lIns="91440" tIns="45720" rIns="91440" bIns="45720" numCol="1" rtlCol="1" anchor="t" anchorCtr="0" compatLnSpc="1">
            <a:prstTxWarp prst="textNoShape">
              <a:avLst/>
            </a:prstTxWarp>
            <a:normAutofit lnSpcReduction="10000"/>
          </a:bodyPr>
          <a:lstStyle>
            <a:defPPr>
              <a:defRPr lang="en-GB"/>
            </a:defPPr>
            <a:lvl1pPr algn="r" rtl="1"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1pPr>
            <a:lvl2pPr marL="457200" algn="r" rtl="1"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2pPr>
            <a:lvl3pPr marL="914400" algn="r" rtl="1"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3pPr>
            <a:lvl4pPr marL="1371600" algn="r" rtl="1"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4pPr>
            <a:lvl5pPr marL="1828800" algn="r" rtl="1"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5pPr>
            <a:lvl6pPr marL="2286000" algn="r" defTabSz="914400" rtl="1" eaLnBrk="1" latinLnBrk="0" hangingPunct="1">
              <a:defRPr kern="1200">
                <a:solidFill>
                  <a:schemeClr val="tx1"/>
                </a:solidFill>
                <a:latin typeface="Arial" panose="020B0604020202020204" pitchFamily="34" charset="0"/>
                <a:ea typeface="+mn-ea"/>
                <a:cs typeface="Arial" panose="020B0604020202020204" pitchFamily="34" charset="0"/>
              </a:defRPr>
            </a:lvl6pPr>
            <a:lvl7pPr marL="2743200" algn="r" defTabSz="914400" rtl="1" eaLnBrk="1" latinLnBrk="0" hangingPunct="1">
              <a:defRPr kern="1200">
                <a:solidFill>
                  <a:schemeClr val="tx1"/>
                </a:solidFill>
                <a:latin typeface="Arial" panose="020B0604020202020204" pitchFamily="34" charset="0"/>
                <a:ea typeface="+mn-ea"/>
                <a:cs typeface="Arial" panose="020B0604020202020204" pitchFamily="34" charset="0"/>
              </a:defRPr>
            </a:lvl7pPr>
            <a:lvl8pPr marL="3200400" algn="r" defTabSz="914400" rtl="1" eaLnBrk="1" latinLnBrk="0" hangingPunct="1">
              <a:defRPr kern="1200">
                <a:solidFill>
                  <a:schemeClr val="tx1"/>
                </a:solidFill>
                <a:latin typeface="Arial" panose="020B0604020202020204" pitchFamily="34" charset="0"/>
                <a:ea typeface="+mn-ea"/>
                <a:cs typeface="Arial" panose="020B0604020202020204" pitchFamily="34" charset="0"/>
              </a:defRPr>
            </a:lvl8pPr>
            <a:lvl9pPr marL="3657600" algn="r" defTabSz="914400" rtl="1" eaLnBrk="1" latinLnBrk="0" hangingPunct="1">
              <a:defRPr kern="1200">
                <a:solidFill>
                  <a:schemeClr val="tx1"/>
                </a:solidFill>
                <a:latin typeface="Arial" panose="020B0604020202020204" pitchFamily="34" charset="0"/>
                <a:ea typeface="+mn-ea"/>
                <a:cs typeface="Arial" panose="020B0604020202020204" pitchFamily="34" charset="0"/>
              </a:defRPr>
            </a:lvl9pPr>
          </a:lstStyle>
          <a:p>
            <a:pPr algn="l">
              <a:lnSpc>
                <a:spcPct val="90000"/>
              </a:lnSpc>
              <a:spcAft>
                <a:spcPts val="600"/>
              </a:spcAft>
              <a:defRPr/>
            </a:pPr>
            <a:r>
              <a:rPr lang="en-GB" sz="1000" b="0" i="0" dirty="0">
                <a:solidFill>
                  <a:srgbClr val="444444"/>
                </a:solidFill>
                <a:effectLst/>
                <a:latin typeface="Calibri" panose="020F0502020204030204" pitchFamily="34" charset="0"/>
              </a:rPr>
              <a:t>A103000359725</a:t>
            </a:r>
            <a:endParaRPr lang="ar" sz="1000" dirty="0"/>
          </a:p>
        </p:txBody>
      </p:sp>
    </p:spTree>
    <p:extLst>
      <p:ext uri="{BB962C8B-B14F-4D97-AF65-F5344CB8AC3E}">
        <p14:creationId xmlns:p14="http://schemas.microsoft.com/office/powerpoint/2010/main" val="2898997806"/>
      </p:ext>
    </p:extLst>
  </p:cSld>
  <p:clrMapOvr>
    <a:masterClrMapping/>
  </p:clrMapOvr>
  <p:transition>
    <p:sndAc>
      <p:stSnd>
        <p:snd r:embed="rId3" name="click.wav"/>
      </p:stSnd>
    </p:sndAc>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9" name="Content Placeholder 3">
            <a:extLst>
              <a:ext uri="{FF2B5EF4-FFF2-40B4-BE49-F238E27FC236}">
                <a16:creationId xmlns:a16="http://schemas.microsoft.com/office/drawing/2014/main" id="{453C7683-8588-7ABC-32E0-8A4E68218620}"/>
              </a:ext>
            </a:extLst>
          </p:cNvPr>
          <p:cNvSpPr>
            <a:spLocks noGrp="1" noChangeArrowheads="1"/>
          </p:cNvSpPr>
          <p:nvPr>
            <p:ph sz="half" idx="2"/>
          </p:nvPr>
        </p:nvSpPr>
        <p:spPr bwMode="auto">
          <a:xfrm>
            <a:off x="-256947" y="2110782"/>
            <a:ext cx="9144000" cy="342038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indent="0">
              <a:buFont typeface="Wingdings" panose="05000000000000000000" pitchFamily="2" charset="2"/>
              <a:buNone/>
            </a:pPr>
            <a:r>
              <a:rPr lang="ar-EG" b="1" dirty="0"/>
              <a:t>ممارسة التمارين الرياضة والحفاظ على اللياقة البدنية؟</a:t>
            </a:r>
          </a:p>
          <a:p>
            <a:pPr marL="685800"/>
            <a:r>
              <a:rPr lang="ar-EG" dirty="0">
                <a:latin typeface="Arial"/>
                <a:cs typeface="Arial"/>
              </a:rPr>
              <a:t>النشاط البدني المنتظم، على سبيل المثال، المشي والسباحة</a:t>
            </a:r>
          </a:p>
          <a:p>
            <a:pPr indent="0">
              <a:buFont typeface="Wingdings" panose="05000000000000000000" pitchFamily="2" charset="2"/>
              <a:buNone/>
            </a:pPr>
            <a:endParaRPr lang="en-GB" altLang="en-US" b="1" dirty="0"/>
          </a:p>
          <a:p>
            <a:pPr indent="0">
              <a:buFont typeface="Wingdings" panose="05000000000000000000" pitchFamily="2" charset="2"/>
              <a:buNone/>
            </a:pPr>
            <a:r>
              <a:rPr lang="ar-EG" b="1" dirty="0"/>
              <a:t>خيارات نمط الحياة الصحي:</a:t>
            </a:r>
          </a:p>
          <a:p>
            <a:pPr marL="685800">
              <a:lnSpc>
                <a:spcPct val="150000"/>
              </a:lnSpc>
            </a:pPr>
            <a:r>
              <a:rPr lang="ar-EG" dirty="0">
                <a:latin typeface="Arial"/>
                <a:cs typeface="Arial"/>
              </a:rPr>
              <a:t>عدم التدخين</a:t>
            </a:r>
          </a:p>
          <a:p>
            <a:pPr marL="685800">
              <a:lnSpc>
                <a:spcPct val="150000"/>
              </a:lnSpc>
            </a:pPr>
            <a:r>
              <a:rPr lang="ar-EG" dirty="0">
                <a:latin typeface="Arial"/>
                <a:cs typeface="Arial"/>
              </a:rPr>
              <a:t>الراحة والاسترخاء الكافي، مثل مواعيد النوم المنتظمة، </a:t>
            </a:r>
            <a:br>
              <a:rPr lang="ar-EG" dirty="0">
                <a:latin typeface="Arial"/>
                <a:cs typeface="Arial"/>
              </a:rPr>
            </a:br>
            <a:r>
              <a:rPr lang="ar-EG" dirty="0">
                <a:latin typeface="Arial"/>
                <a:cs typeface="Arial"/>
              </a:rPr>
              <a:t>والحصول على ساعات نوم كافية</a:t>
            </a:r>
          </a:p>
          <a:p>
            <a:pPr indent="0">
              <a:buNone/>
            </a:pPr>
            <a:endParaRPr lang="en-GB" altLang="en-US" b="1" dirty="0"/>
          </a:p>
          <a:p>
            <a:pPr indent="0">
              <a:buNone/>
            </a:pPr>
            <a:r>
              <a:rPr lang="ar-EG" b="1" dirty="0"/>
              <a:t>سؤال</a:t>
            </a:r>
            <a:r>
              <a:rPr lang="ar-EG" dirty="0"/>
              <a:t>: كم من هذه المبادرات تتبعون؟</a:t>
            </a:r>
          </a:p>
          <a:p>
            <a:pPr marL="685800"/>
            <a:endParaRPr lang="en-GB" altLang="en-US" dirty="0"/>
          </a:p>
        </p:txBody>
      </p:sp>
      <p:sp>
        <p:nvSpPr>
          <p:cNvPr id="34820" name="Rectangle 1">
            <a:extLst>
              <a:ext uri="{FF2B5EF4-FFF2-40B4-BE49-F238E27FC236}">
                <a16:creationId xmlns:a16="http://schemas.microsoft.com/office/drawing/2014/main" id="{8DCD7CE1-603D-4D59-3DBB-C13C0B6505F0}"/>
              </a:ext>
            </a:extLst>
          </p:cNvPr>
          <p:cNvSpPr>
            <a:spLocks noChangeArrowheads="1"/>
          </p:cNvSpPr>
          <p:nvPr/>
        </p:nvSpPr>
        <p:spPr bwMode="auto">
          <a:xfrm>
            <a:off x="323529" y="1196752"/>
            <a:ext cx="8568951" cy="647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440" tIns="45720" rIns="91440" bIns="45720" anchor="t"/>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a:r>
              <a:rPr lang="ar-EG" sz="3600" b="1">
                <a:latin typeface="Arial"/>
                <a:cs typeface="Arial"/>
              </a:rPr>
              <a:t>تعريف نمط الحياة الصحي (3)</a:t>
            </a:r>
          </a:p>
        </p:txBody>
      </p:sp>
      <p:sp>
        <p:nvSpPr>
          <p:cNvPr id="2" name="Footer Placeholder 2">
            <a:extLst>
              <a:ext uri="{FF2B5EF4-FFF2-40B4-BE49-F238E27FC236}">
                <a16:creationId xmlns:a16="http://schemas.microsoft.com/office/drawing/2014/main" id="{B3833747-F2E7-5502-8F78-C12A90098B69}"/>
              </a:ext>
            </a:extLst>
          </p:cNvPr>
          <p:cNvSpPr txBox="1">
            <a:spLocks/>
          </p:cNvSpPr>
          <p:nvPr/>
        </p:nvSpPr>
        <p:spPr bwMode="auto">
          <a:xfrm>
            <a:off x="145740" y="6530156"/>
            <a:ext cx="1080120" cy="216719"/>
          </a:xfrm>
          <a:prstGeom prst="rect">
            <a:avLst/>
          </a:prstGeom>
          <a:noFill/>
        </p:spPr>
        <p:txBody>
          <a:bodyPr vert="horz" wrap="square" lIns="91440" tIns="45720" rIns="91440" bIns="45720" numCol="1" rtlCol="1" anchor="t" anchorCtr="0" compatLnSpc="1">
            <a:prstTxWarp prst="textNoShape">
              <a:avLst/>
            </a:prstTxWarp>
            <a:normAutofit lnSpcReduction="10000"/>
          </a:bodyPr>
          <a:lstStyle>
            <a:defPPr>
              <a:defRPr lang="en-GB"/>
            </a:defPPr>
            <a:lvl1pPr algn="r" rtl="1"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1pPr>
            <a:lvl2pPr marL="457200" algn="r" rtl="1"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2pPr>
            <a:lvl3pPr marL="914400" algn="r" rtl="1"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3pPr>
            <a:lvl4pPr marL="1371600" algn="r" rtl="1"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4pPr>
            <a:lvl5pPr marL="1828800" algn="r" rtl="1"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5pPr>
            <a:lvl6pPr marL="2286000" algn="r" defTabSz="914400" rtl="1" eaLnBrk="1" latinLnBrk="0" hangingPunct="1">
              <a:defRPr kern="1200">
                <a:solidFill>
                  <a:schemeClr val="tx1"/>
                </a:solidFill>
                <a:latin typeface="Arial" panose="020B0604020202020204" pitchFamily="34" charset="0"/>
                <a:ea typeface="+mn-ea"/>
                <a:cs typeface="Arial" panose="020B0604020202020204" pitchFamily="34" charset="0"/>
              </a:defRPr>
            </a:lvl6pPr>
            <a:lvl7pPr marL="2743200" algn="r" defTabSz="914400" rtl="1" eaLnBrk="1" latinLnBrk="0" hangingPunct="1">
              <a:defRPr kern="1200">
                <a:solidFill>
                  <a:schemeClr val="tx1"/>
                </a:solidFill>
                <a:latin typeface="Arial" panose="020B0604020202020204" pitchFamily="34" charset="0"/>
                <a:ea typeface="+mn-ea"/>
                <a:cs typeface="Arial" panose="020B0604020202020204" pitchFamily="34" charset="0"/>
              </a:defRPr>
            </a:lvl7pPr>
            <a:lvl8pPr marL="3200400" algn="r" defTabSz="914400" rtl="1" eaLnBrk="1" latinLnBrk="0" hangingPunct="1">
              <a:defRPr kern="1200">
                <a:solidFill>
                  <a:schemeClr val="tx1"/>
                </a:solidFill>
                <a:latin typeface="Arial" panose="020B0604020202020204" pitchFamily="34" charset="0"/>
                <a:ea typeface="+mn-ea"/>
                <a:cs typeface="Arial" panose="020B0604020202020204" pitchFamily="34" charset="0"/>
              </a:defRPr>
            </a:lvl8pPr>
            <a:lvl9pPr marL="3657600" algn="r" defTabSz="914400" rtl="1" eaLnBrk="1" latinLnBrk="0" hangingPunct="1">
              <a:defRPr kern="1200">
                <a:solidFill>
                  <a:schemeClr val="tx1"/>
                </a:solidFill>
                <a:latin typeface="Arial" panose="020B0604020202020204" pitchFamily="34" charset="0"/>
                <a:ea typeface="+mn-ea"/>
                <a:cs typeface="Arial" panose="020B0604020202020204" pitchFamily="34" charset="0"/>
              </a:defRPr>
            </a:lvl9pPr>
          </a:lstStyle>
          <a:p>
            <a:pPr algn="l">
              <a:lnSpc>
                <a:spcPct val="90000"/>
              </a:lnSpc>
              <a:spcAft>
                <a:spcPts val="600"/>
              </a:spcAft>
              <a:defRPr/>
            </a:pPr>
            <a:r>
              <a:rPr lang="en-GB" sz="1000" b="0" i="0" dirty="0">
                <a:solidFill>
                  <a:srgbClr val="444444"/>
                </a:solidFill>
                <a:effectLst/>
                <a:latin typeface="Calibri" panose="020F0502020204030204" pitchFamily="34" charset="0"/>
              </a:rPr>
              <a:t>A103000359725</a:t>
            </a:r>
            <a:endParaRPr lang="ar" sz="1000" dirty="0"/>
          </a:p>
        </p:txBody>
      </p:sp>
    </p:spTree>
    <p:extLst>
      <p:ext uri="{BB962C8B-B14F-4D97-AF65-F5344CB8AC3E}">
        <p14:creationId xmlns:p14="http://schemas.microsoft.com/office/powerpoint/2010/main" val="4097701120"/>
      </p:ext>
    </p:extLst>
  </p:cSld>
  <p:clrMapOvr>
    <a:masterClrMapping/>
  </p:clrMapOvr>
  <p:transition>
    <p:sndAc>
      <p:stSnd>
        <p:snd r:embed="rId3" name="click.wav"/>
      </p:stSnd>
    </p:sndAc>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9" name="Content Placeholder 3">
            <a:extLst>
              <a:ext uri="{FF2B5EF4-FFF2-40B4-BE49-F238E27FC236}">
                <a16:creationId xmlns:a16="http://schemas.microsoft.com/office/drawing/2014/main" id="{453C7683-8588-7ABC-32E0-8A4E68218620}"/>
              </a:ext>
            </a:extLst>
          </p:cNvPr>
          <p:cNvSpPr>
            <a:spLocks noGrp="1" noChangeArrowheads="1"/>
          </p:cNvSpPr>
          <p:nvPr>
            <p:ph sz="half" idx="2"/>
          </p:nvPr>
        </p:nvSpPr>
        <p:spPr bwMode="auto">
          <a:xfrm>
            <a:off x="0" y="2096852"/>
            <a:ext cx="9144000" cy="2664296"/>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indent="0">
              <a:buFont typeface="Wingdings" panose="05000000000000000000" pitchFamily="2" charset="2"/>
              <a:buNone/>
            </a:pPr>
            <a:r>
              <a:rPr lang="ar-EG" b="1" dirty="0"/>
              <a:t>لماذا من المهم اتباع نظام غذائي صحي وأسلوب حياة صحي؟</a:t>
            </a:r>
          </a:p>
          <a:p>
            <a:pPr indent="0">
              <a:buFont typeface="Wingdings" panose="05000000000000000000" pitchFamily="2" charset="2"/>
              <a:buNone/>
            </a:pPr>
            <a:endParaRPr lang="en-GB" altLang="en-US" b="1" dirty="0"/>
          </a:p>
          <a:p>
            <a:pPr marL="685800"/>
            <a:r>
              <a:rPr lang="ar-EG" dirty="0"/>
              <a:t>صحتك وسعادتك ورفاهيتك العاطفية</a:t>
            </a:r>
          </a:p>
          <a:p>
            <a:pPr marL="685800"/>
            <a:r>
              <a:rPr lang="ar-EG" dirty="0"/>
              <a:t>جودة حياتك</a:t>
            </a:r>
          </a:p>
          <a:p>
            <a:pPr marL="685800"/>
            <a:r>
              <a:rPr lang="ar-EG" dirty="0"/>
              <a:t>الحياة والمدة التي تعيشها دون مرض أو علة</a:t>
            </a:r>
          </a:p>
          <a:p>
            <a:pPr indent="0">
              <a:buNone/>
            </a:pPr>
            <a:endParaRPr lang="en-GB" altLang="en-US" dirty="0"/>
          </a:p>
          <a:p>
            <a:pPr indent="0">
              <a:buNone/>
            </a:pPr>
            <a:r>
              <a:rPr lang="ar-EG" b="1" dirty="0"/>
              <a:t>السؤال</a:t>
            </a:r>
            <a:r>
              <a:rPr lang="ar-EG" dirty="0"/>
              <a:t>: هل أي من هذه النقاط أهم من الأخرى؟</a:t>
            </a:r>
            <a:r>
              <a:rPr lang="en-US" dirty="0"/>
              <a:t> </a:t>
            </a:r>
            <a:r>
              <a:rPr lang="ar-EG" dirty="0"/>
              <a:t>هل يمكنك التفكير </a:t>
            </a:r>
            <a:br>
              <a:rPr lang="ar-EG" dirty="0"/>
            </a:br>
            <a:r>
              <a:rPr lang="ar-EG" dirty="0"/>
              <a:t>في أي أسباب أخرى؟</a:t>
            </a:r>
          </a:p>
        </p:txBody>
      </p:sp>
      <p:sp>
        <p:nvSpPr>
          <p:cNvPr id="34820" name="Rectangle 1">
            <a:extLst>
              <a:ext uri="{FF2B5EF4-FFF2-40B4-BE49-F238E27FC236}">
                <a16:creationId xmlns:a16="http://schemas.microsoft.com/office/drawing/2014/main" id="{8DCD7CE1-603D-4D59-3DBB-C13C0B6505F0}"/>
              </a:ext>
            </a:extLst>
          </p:cNvPr>
          <p:cNvSpPr>
            <a:spLocks noChangeArrowheads="1"/>
          </p:cNvSpPr>
          <p:nvPr/>
        </p:nvSpPr>
        <p:spPr bwMode="auto">
          <a:xfrm>
            <a:off x="323529" y="1196752"/>
            <a:ext cx="8568951" cy="647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440" tIns="45720" rIns="91440" bIns="45720" anchor="t"/>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a:r>
              <a:rPr lang="ar-EG" sz="3600" b="1">
                <a:latin typeface="Arial"/>
                <a:cs typeface="Arial"/>
              </a:rPr>
              <a:t>أهمية نمط الحياة الصحي (1)</a:t>
            </a:r>
          </a:p>
        </p:txBody>
      </p:sp>
      <p:sp>
        <p:nvSpPr>
          <p:cNvPr id="2" name="Footer Placeholder 2">
            <a:extLst>
              <a:ext uri="{FF2B5EF4-FFF2-40B4-BE49-F238E27FC236}">
                <a16:creationId xmlns:a16="http://schemas.microsoft.com/office/drawing/2014/main" id="{6276B8A9-9DC8-7D22-B8E4-58A40F598127}"/>
              </a:ext>
            </a:extLst>
          </p:cNvPr>
          <p:cNvSpPr txBox="1">
            <a:spLocks/>
          </p:cNvSpPr>
          <p:nvPr/>
        </p:nvSpPr>
        <p:spPr bwMode="auto">
          <a:xfrm>
            <a:off x="145740" y="6530156"/>
            <a:ext cx="1080120" cy="216719"/>
          </a:xfrm>
          <a:prstGeom prst="rect">
            <a:avLst/>
          </a:prstGeom>
          <a:noFill/>
        </p:spPr>
        <p:txBody>
          <a:bodyPr vert="horz" wrap="square" lIns="91440" tIns="45720" rIns="91440" bIns="45720" numCol="1" rtlCol="1" anchor="t" anchorCtr="0" compatLnSpc="1">
            <a:prstTxWarp prst="textNoShape">
              <a:avLst/>
            </a:prstTxWarp>
            <a:normAutofit lnSpcReduction="10000"/>
          </a:bodyPr>
          <a:lstStyle>
            <a:defPPr>
              <a:defRPr lang="en-GB"/>
            </a:defPPr>
            <a:lvl1pPr algn="r" rtl="1"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1pPr>
            <a:lvl2pPr marL="457200" algn="r" rtl="1"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2pPr>
            <a:lvl3pPr marL="914400" algn="r" rtl="1"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3pPr>
            <a:lvl4pPr marL="1371600" algn="r" rtl="1"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4pPr>
            <a:lvl5pPr marL="1828800" algn="r" rtl="1"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5pPr>
            <a:lvl6pPr marL="2286000" algn="r" defTabSz="914400" rtl="1" eaLnBrk="1" latinLnBrk="0" hangingPunct="1">
              <a:defRPr kern="1200">
                <a:solidFill>
                  <a:schemeClr val="tx1"/>
                </a:solidFill>
                <a:latin typeface="Arial" panose="020B0604020202020204" pitchFamily="34" charset="0"/>
                <a:ea typeface="+mn-ea"/>
                <a:cs typeface="Arial" panose="020B0604020202020204" pitchFamily="34" charset="0"/>
              </a:defRPr>
            </a:lvl6pPr>
            <a:lvl7pPr marL="2743200" algn="r" defTabSz="914400" rtl="1" eaLnBrk="1" latinLnBrk="0" hangingPunct="1">
              <a:defRPr kern="1200">
                <a:solidFill>
                  <a:schemeClr val="tx1"/>
                </a:solidFill>
                <a:latin typeface="Arial" panose="020B0604020202020204" pitchFamily="34" charset="0"/>
                <a:ea typeface="+mn-ea"/>
                <a:cs typeface="Arial" panose="020B0604020202020204" pitchFamily="34" charset="0"/>
              </a:defRPr>
            </a:lvl7pPr>
            <a:lvl8pPr marL="3200400" algn="r" defTabSz="914400" rtl="1" eaLnBrk="1" latinLnBrk="0" hangingPunct="1">
              <a:defRPr kern="1200">
                <a:solidFill>
                  <a:schemeClr val="tx1"/>
                </a:solidFill>
                <a:latin typeface="Arial" panose="020B0604020202020204" pitchFamily="34" charset="0"/>
                <a:ea typeface="+mn-ea"/>
                <a:cs typeface="Arial" panose="020B0604020202020204" pitchFamily="34" charset="0"/>
              </a:defRPr>
            </a:lvl8pPr>
            <a:lvl9pPr marL="3657600" algn="r" defTabSz="914400" rtl="1" eaLnBrk="1" latinLnBrk="0" hangingPunct="1">
              <a:defRPr kern="1200">
                <a:solidFill>
                  <a:schemeClr val="tx1"/>
                </a:solidFill>
                <a:latin typeface="Arial" panose="020B0604020202020204" pitchFamily="34" charset="0"/>
                <a:ea typeface="+mn-ea"/>
                <a:cs typeface="Arial" panose="020B0604020202020204" pitchFamily="34" charset="0"/>
              </a:defRPr>
            </a:lvl9pPr>
          </a:lstStyle>
          <a:p>
            <a:pPr algn="l">
              <a:lnSpc>
                <a:spcPct val="90000"/>
              </a:lnSpc>
              <a:spcAft>
                <a:spcPts val="600"/>
              </a:spcAft>
              <a:defRPr/>
            </a:pPr>
            <a:r>
              <a:rPr lang="en-GB" sz="1000" b="0" i="0" dirty="0">
                <a:solidFill>
                  <a:srgbClr val="444444"/>
                </a:solidFill>
                <a:effectLst/>
                <a:latin typeface="Calibri" panose="020F0502020204030204" pitchFamily="34" charset="0"/>
              </a:rPr>
              <a:t>A103000359725</a:t>
            </a:r>
            <a:endParaRPr lang="ar" sz="1000" dirty="0"/>
          </a:p>
        </p:txBody>
      </p:sp>
    </p:spTree>
    <p:extLst>
      <p:ext uri="{BB962C8B-B14F-4D97-AF65-F5344CB8AC3E}">
        <p14:creationId xmlns:p14="http://schemas.microsoft.com/office/powerpoint/2010/main" val="2909109663"/>
      </p:ext>
    </p:extLst>
  </p:cSld>
  <p:clrMapOvr>
    <a:masterClrMapping/>
  </p:clrMapOvr>
  <p:transition>
    <p:sndAc>
      <p:stSnd>
        <p:snd r:embed="rId3" name="click.wav"/>
      </p:stSnd>
    </p:sndAc>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9" name="Content Placeholder 3">
            <a:extLst>
              <a:ext uri="{FF2B5EF4-FFF2-40B4-BE49-F238E27FC236}">
                <a16:creationId xmlns:a16="http://schemas.microsoft.com/office/drawing/2014/main" id="{453C7683-8588-7ABC-32E0-8A4E68218620}"/>
              </a:ext>
            </a:extLst>
          </p:cNvPr>
          <p:cNvSpPr>
            <a:spLocks noGrp="1" noChangeArrowheads="1"/>
          </p:cNvSpPr>
          <p:nvPr>
            <p:ph sz="half" idx="2"/>
          </p:nvPr>
        </p:nvSpPr>
        <p:spPr bwMode="auto">
          <a:xfrm>
            <a:off x="18458" y="1850334"/>
            <a:ext cx="9252520" cy="1044116"/>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indent="0">
              <a:buFont typeface="Wingdings" panose="05000000000000000000" pitchFamily="2" charset="2"/>
              <a:buNone/>
            </a:pPr>
            <a:r>
              <a:rPr lang="ar-EG" b="1"/>
              <a:t>ما هي المخاطر الصحية الناتجة عن عدم اتباع نظام غذائي صحي وأسلوب حياة صحي؟</a:t>
            </a:r>
          </a:p>
          <a:p>
            <a:pPr indent="0">
              <a:buFont typeface="Wingdings" panose="05000000000000000000" pitchFamily="2" charset="2"/>
              <a:buNone/>
            </a:pPr>
            <a:endParaRPr lang="en-GB" altLang="en-US" dirty="0"/>
          </a:p>
          <a:p>
            <a:pPr indent="0">
              <a:buFont typeface="Wingdings" panose="05000000000000000000" pitchFamily="2" charset="2"/>
              <a:buNone/>
            </a:pPr>
            <a:endParaRPr lang="en-GB" altLang="en-US" dirty="0"/>
          </a:p>
          <a:p>
            <a:pPr indent="0" algn="ctr">
              <a:buNone/>
            </a:pPr>
            <a:endParaRPr lang="en-GB" altLang="en-US" dirty="0"/>
          </a:p>
          <a:p>
            <a:pPr marL="685800"/>
            <a:endParaRPr lang="en-GB" altLang="en-US" dirty="0"/>
          </a:p>
        </p:txBody>
      </p:sp>
      <p:sp>
        <p:nvSpPr>
          <p:cNvPr id="34820" name="Rectangle 1">
            <a:extLst>
              <a:ext uri="{FF2B5EF4-FFF2-40B4-BE49-F238E27FC236}">
                <a16:creationId xmlns:a16="http://schemas.microsoft.com/office/drawing/2014/main" id="{8DCD7CE1-603D-4D59-3DBB-C13C0B6505F0}"/>
              </a:ext>
            </a:extLst>
          </p:cNvPr>
          <p:cNvSpPr>
            <a:spLocks noChangeArrowheads="1"/>
          </p:cNvSpPr>
          <p:nvPr/>
        </p:nvSpPr>
        <p:spPr bwMode="auto">
          <a:xfrm>
            <a:off x="323529" y="1196752"/>
            <a:ext cx="8568951" cy="647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440" tIns="45720" rIns="91440" bIns="45720" anchor="t"/>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a:r>
              <a:rPr lang="ar-EG" sz="3600" b="1">
                <a:latin typeface="Arial"/>
                <a:cs typeface="Arial"/>
              </a:rPr>
              <a:t>أهمية نمط الحياة الصحي (2)</a:t>
            </a:r>
          </a:p>
        </p:txBody>
      </p:sp>
      <p:graphicFrame>
        <p:nvGraphicFramePr>
          <p:cNvPr id="3" name="Table 3">
            <a:extLst>
              <a:ext uri="{FF2B5EF4-FFF2-40B4-BE49-F238E27FC236}">
                <a16:creationId xmlns:a16="http://schemas.microsoft.com/office/drawing/2014/main" id="{4C457210-B24C-E692-8CAE-FBF4875457A3}"/>
              </a:ext>
            </a:extLst>
          </p:cNvPr>
          <p:cNvGraphicFramePr>
            <a:graphicFrameLocks noGrp="1"/>
          </p:cNvGraphicFramePr>
          <p:nvPr>
            <p:extLst>
              <p:ext uri="{D42A27DB-BD31-4B8C-83A1-F6EECF244321}">
                <p14:modId xmlns:p14="http://schemas.microsoft.com/office/powerpoint/2010/main" val="3733823428"/>
              </p:ext>
            </p:extLst>
          </p:nvPr>
        </p:nvGraphicFramePr>
        <p:xfrm>
          <a:off x="792290" y="2894450"/>
          <a:ext cx="7704856" cy="2286000"/>
        </p:xfrm>
        <a:graphic>
          <a:graphicData uri="http://schemas.openxmlformats.org/drawingml/2006/table">
            <a:tbl>
              <a:tblPr rtl="1" firstRow="1" bandRow="1">
                <a:tableStyleId>{5C22544A-7EE6-4342-B048-85BDC9FD1C3A}</a:tableStyleId>
              </a:tblPr>
              <a:tblGrid>
                <a:gridCol w="1926214">
                  <a:extLst>
                    <a:ext uri="{9D8B030D-6E8A-4147-A177-3AD203B41FA5}">
                      <a16:colId xmlns:a16="http://schemas.microsoft.com/office/drawing/2014/main" val="1481353437"/>
                    </a:ext>
                  </a:extLst>
                </a:gridCol>
                <a:gridCol w="1926214">
                  <a:extLst>
                    <a:ext uri="{9D8B030D-6E8A-4147-A177-3AD203B41FA5}">
                      <a16:colId xmlns:a16="http://schemas.microsoft.com/office/drawing/2014/main" val="3812670951"/>
                    </a:ext>
                  </a:extLst>
                </a:gridCol>
                <a:gridCol w="1926214">
                  <a:extLst>
                    <a:ext uri="{9D8B030D-6E8A-4147-A177-3AD203B41FA5}">
                      <a16:colId xmlns:a16="http://schemas.microsoft.com/office/drawing/2014/main" val="3642485195"/>
                    </a:ext>
                  </a:extLst>
                </a:gridCol>
                <a:gridCol w="1926214">
                  <a:extLst>
                    <a:ext uri="{9D8B030D-6E8A-4147-A177-3AD203B41FA5}">
                      <a16:colId xmlns:a16="http://schemas.microsoft.com/office/drawing/2014/main" val="1658974722"/>
                    </a:ext>
                  </a:extLst>
                </a:gridCol>
              </a:tblGrid>
              <a:tr h="370840">
                <a:tc>
                  <a:txBody>
                    <a:bodyPr/>
                    <a:lstStyle/>
                    <a:p>
                      <a:pPr algn="ctr"/>
                      <a:r>
                        <a:rPr lang="ar-EG" sz="2200" b="0" dirty="0">
                          <a:solidFill>
                            <a:schemeClr val="tx1"/>
                          </a:solidFill>
                          <a:latin typeface="Arial" panose="020B0604020202020204" pitchFamily="34" charset="0"/>
                          <a:cs typeface="Arial" panose="020B0604020202020204" pitchFamily="34" charset="0"/>
                        </a:rPr>
                        <a:t>زيادة الوزن</a:t>
                      </a:r>
                    </a:p>
                  </a:txBody>
                  <a:tcPr>
                    <a:noFill/>
                  </a:tcPr>
                </a:tc>
                <a:tc>
                  <a:txBody>
                    <a:bodyPr/>
                    <a:lstStyle/>
                    <a:p>
                      <a:pPr algn="ctr"/>
                      <a:r>
                        <a:rPr lang="ar-EG" sz="2200" b="0" dirty="0">
                          <a:solidFill>
                            <a:schemeClr val="tx1"/>
                          </a:solidFill>
                          <a:latin typeface="Arial" panose="020B0604020202020204" pitchFamily="34" charset="0"/>
                          <a:cs typeface="Arial" panose="020B0604020202020204" pitchFamily="34" charset="0"/>
                        </a:rPr>
                        <a:t>السمنة</a:t>
                      </a:r>
                    </a:p>
                  </a:txBody>
                  <a:tcPr>
                    <a:noFill/>
                  </a:tcPr>
                </a:tc>
                <a:tc>
                  <a:txBody>
                    <a:bodyPr/>
                    <a:lstStyle/>
                    <a:p>
                      <a:pPr algn="ctr"/>
                      <a:r>
                        <a:rPr lang="ar-EG" sz="2200" b="0">
                          <a:solidFill>
                            <a:schemeClr val="tx1"/>
                          </a:solidFill>
                          <a:latin typeface="Arial" panose="020B0604020202020204" pitchFamily="34" charset="0"/>
                          <a:cs typeface="Arial" panose="020B0604020202020204" pitchFamily="34" charset="0"/>
                        </a:rPr>
                        <a:t>مرض القلب التاجي</a:t>
                      </a:r>
                    </a:p>
                    <a:p>
                      <a:pPr algn="r" rtl="1"/>
                      <a:endParaRPr lang="en-GB" sz="2200" b="0" dirty="0">
                        <a:solidFill>
                          <a:schemeClr val="tx1"/>
                        </a:solidFill>
                        <a:latin typeface="Arial" panose="020B0604020202020204" pitchFamily="34" charset="0"/>
                        <a:cs typeface="Arial" panose="020B0604020202020204" pitchFamily="34" charset="0"/>
                      </a:endParaRPr>
                    </a:p>
                  </a:txBody>
                  <a:tcPr>
                    <a:noFill/>
                  </a:tcPr>
                </a:tc>
                <a:tc>
                  <a:txBody>
                    <a:bodyPr/>
                    <a:lstStyle/>
                    <a:p>
                      <a:pPr algn="ctr"/>
                      <a:r>
                        <a:rPr lang="ar-EG" sz="2200" b="0">
                          <a:solidFill>
                            <a:schemeClr val="tx1"/>
                          </a:solidFill>
                          <a:latin typeface="Arial" panose="020B0604020202020204" pitchFamily="34" charset="0"/>
                          <a:cs typeface="Arial" panose="020B0604020202020204" pitchFamily="34" charset="0"/>
                        </a:rPr>
                        <a:t>ارتفاع الكوليسترول</a:t>
                      </a:r>
                    </a:p>
                  </a:txBody>
                  <a:tcPr>
                    <a:noFill/>
                  </a:tcPr>
                </a:tc>
                <a:extLst>
                  <a:ext uri="{0D108BD9-81ED-4DB2-BD59-A6C34878D82A}">
                    <a16:rowId xmlns:a16="http://schemas.microsoft.com/office/drawing/2014/main" val="998925669"/>
                  </a:ext>
                </a:extLst>
              </a:tr>
              <a:tr h="370840">
                <a:tc>
                  <a:txBody>
                    <a:bodyPr/>
                    <a:lstStyle/>
                    <a:p>
                      <a:pPr algn="ctr"/>
                      <a:r>
                        <a:rPr lang="ar-EG" sz="2200" b="0" dirty="0">
                          <a:solidFill>
                            <a:schemeClr val="tx1"/>
                          </a:solidFill>
                          <a:latin typeface="Arial" panose="020B0604020202020204" pitchFamily="34" charset="0"/>
                          <a:cs typeface="Arial" panose="020B0604020202020204" pitchFamily="34" charset="0"/>
                        </a:rPr>
                        <a:t>أمراض الامعاء</a:t>
                      </a:r>
                    </a:p>
                  </a:txBody>
                  <a:tcPr>
                    <a:noFill/>
                  </a:tcPr>
                </a:tc>
                <a:tc>
                  <a:txBody>
                    <a:bodyPr/>
                    <a:lstStyle/>
                    <a:p>
                      <a:pPr algn="ctr"/>
                      <a:r>
                        <a:rPr lang="ar-EG" sz="2200" b="0">
                          <a:solidFill>
                            <a:schemeClr val="tx1"/>
                          </a:solidFill>
                          <a:latin typeface="Arial" panose="020B0604020202020204" pitchFamily="34" charset="0"/>
                          <a:cs typeface="Arial" panose="020B0604020202020204" pitchFamily="34" charset="0"/>
                        </a:rPr>
                        <a:t>السرطان</a:t>
                      </a:r>
                    </a:p>
                  </a:txBody>
                  <a:tcPr>
                    <a:noFill/>
                  </a:tcPr>
                </a:tc>
                <a:tc>
                  <a:txBody>
                    <a:bodyPr/>
                    <a:lstStyle/>
                    <a:p>
                      <a:pPr algn="ctr"/>
                      <a:r>
                        <a:rPr lang="ar-EG" sz="2200" b="0">
                          <a:solidFill>
                            <a:schemeClr val="tx1"/>
                          </a:solidFill>
                          <a:latin typeface="Arial" panose="020B0604020202020204" pitchFamily="34" charset="0"/>
                          <a:cs typeface="Arial" panose="020B0604020202020204" pitchFamily="34" charset="0"/>
                        </a:rPr>
                        <a:t>ارتفاع ضغط الدم</a:t>
                      </a:r>
                    </a:p>
                    <a:p>
                      <a:pPr algn="r" rtl="1"/>
                      <a:endParaRPr lang="en-GB" sz="2200" b="0" dirty="0">
                        <a:solidFill>
                          <a:schemeClr val="tx1"/>
                        </a:solidFill>
                        <a:latin typeface="Arial" panose="020B0604020202020204" pitchFamily="34" charset="0"/>
                        <a:cs typeface="Arial" panose="020B0604020202020204" pitchFamily="34" charset="0"/>
                      </a:endParaRPr>
                    </a:p>
                  </a:txBody>
                  <a:tcPr>
                    <a:noFill/>
                  </a:tcPr>
                </a:tc>
                <a:tc>
                  <a:txBody>
                    <a:bodyPr/>
                    <a:lstStyle/>
                    <a:p>
                      <a:pPr algn="ctr"/>
                      <a:r>
                        <a:rPr lang="ar-EG" sz="2200" b="0">
                          <a:solidFill>
                            <a:schemeClr val="tx1"/>
                          </a:solidFill>
                          <a:latin typeface="Arial" panose="020B0604020202020204" pitchFamily="34" charset="0"/>
                          <a:cs typeface="Arial" panose="020B0604020202020204" pitchFamily="34" charset="0"/>
                        </a:rPr>
                        <a:t>السكري</a:t>
                      </a:r>
                    </a:p>
                  </a:txBody>
                  <a:tcPr>
                    <a:noFill/>
                  </a:tcPr>
                </a:tc>
                <a:extLst>
                  <a:ext uri="{0D108BD9-81ED-4DB2-BD59-A6C34878D82A}">
                    <a16:rowId xmlns:a16="http://schemas.microsoft.com/office/drawing/2014/main" val="1682454839"/>
                  </a:ext>
                </a:extLst>
              </a:tr>
              <a:tr h="521672">
                <a:tc>
                  <a:txBody>
                    <a:bodyPr/>
                    <a:lstStyle/>
                    <a:p>
                      <a:pPr algn="ctr"/>
                      <a:r>
                        <a:rPr lang="ar-EG" sz="2200" b="0" dirty="0">
                          <a:solidFill>
                            <a:schemeClr val="tx1"/>
                          </a:solidFill>
                          <a:latin typeface="Arial" panose="020B0604020202020204" pitchFamily="34" charset="0"/>
                          <a:cs typeface="Arial" panose="020B0604020202020204" pitchFamily="34" charset="0"/>
                        </a:rPr>
                        <a:t>الفشل الكلوي</a:t>
                      </a:r>
                    </a:p>
                  </a:txBody>
                  <a:tcPr>
                    <a:noFill/>
                  </a:tcPr>
                </a:tc>
                <a:tc>
                  <a:txBody>
                    <a:bodyPr/>
                    <a:lstStyle/>
                    <a:p>
                      <a:pPr algn="ctr"/>
                      <a:r>
                        <a:rPr lang="ar-EG" sz="2200" b="0">
                          <a:solidFill>
                            <a:schemeClr val="tx1"/>
                          </a:solidFill>
                          <a:latin typeface="Arial" panose="020B0604020202020204" pitchFamily="34" charset="0"/>
                          <a:cs typeface="Arial" panose="020B0604020202020204" pitchFamily="34" charset="0"/>
                        </a:rPr>
                        <a:t>الأمراض الناتجة عن سوء التغذية</a:t>
                      </a:r>
                    </a:p>
                  </a:txBody>
                  <a:tcPr>
                    <a:noFill/>
                  </a:tcPr>
                </a:tc>
                <a:tc>
                  <a:txBody>
                    <a:bodyPr/>
                    <a:lstStyle/>
                    <a:p>
                      <a:pPr algn="ctr"/>
                      <a:r>
                        <a:rPr lang="ar-EG" sz="2200" b="0">
                          <a:solidFill>
                            <a:schemeClr val="tx1"/>
                          </a:solidFill>
                          <a:latin typeface="Arial" panose="020B0604020202020204" pitchFamily="34" charset="0"/>
                          <a:cs typeface="Arial" panose="020B0604020202020204" pitchFamily="34" charset="0"/>
                        </a:rPr>
                        <a:t>الحساسية</a:t>
                      </a:r>
                    </a:p>
                  </a:txBody>
                  <a:tcPr>
                    <a:noFill/>
                  </a:tcPr>
                </a:tc>
                <a:tc>
                  <a:txBody>
                    <a:bodyPr/>
                    <a:lstStyle/>
                    <a:p>
                      <a:pPr algn="ctr"/>
                      <a:r>
                        <a:rPr lang="ar-EG" sz="2200" b="0" dirty="0">
                          <a:solidFill>
                            <a:schemeClr val="tx1"/>
                          </a:solidFill>
                          <a:latin typeface="Arial" panose="020B0604020202020204" pitchFamily="34" charset="0"/>
                          <a:cs typeface="Arial" panose="020B0604020202020204" pitchFamily="34" charset="0"/>
                        </a:rPr>
                        <a:t>عدم النشاط</a:t>
                      </a:r>
                    </a:p>
                  </a:txBody>
                  <a:tcPr>
                    <a:noFill/>
                  </a:tcPr>
                </a:tc>
                <a:extLst>
                  <a:ext uri="{0D108BD9-81ED-4DB2-BD59-A6C34878D82A}">
                    <a16:rowId xmlns:a16="http://schemas.microsoft.com/office/drawing/2014/main" val="1614751317"/>
                  </a:ext>
                </a:extLst>
              </a:tr>
            </a:tbl>
          </a:graphicData>
        </a:graphic>
      </p:graphicFrame>
      <p:sp>
        <p:nvSpPr>
          <p:cNvPr id="4" name="TextBox 3">
            <a:extLst>
              <a:ext uri="{FF2B5EF4-FFF2-40B4-BE49-F238E27FC236}">
                <a16:creationId xmlns:a16="http://schemas.microsoft.com/office/drawing/2014/main" id="{688359C3-CE3C-0EED-82E6-AC62CAA1B145}"/>
              </a:ext>
            </a:extLst>
          </p:cNvPr>
          <p:cNvSpPr txBox="1"/>
          <p:nvPr/>
        </p:nvSpPr>
        <p:spPr>
          <a:xfrm>
            <a:off x="3134681" y="6186290"/>
            <a:ext cx="5469767" cy="461665"/>
          </a:xfrm>
          <a:prstGeom prst="rect">
            <a:avLst/>
          </a:prstGeom>
          <a:noFill/>
        </p:spPr>
        <p:txBody>
          <a:bodyPr wrap="none" rtlCol="0">
            <a:spAutoFit/>
          </a:bodyPr>
          <a:lstStyle/>
          <a:p>
            <a:r>
              <a:rPr lang="ar-EG" sz="2400" b="1"/>
              <a:t>سؤال</a:t>
            </a:r>
            <a:r>
              <a:rPr lang="ar-EG" sz="2400"/>
              <a:t>: هل يمكنك التفكير في المزيد من الأمراض؟</a:t>
            </a:r>
          </a:p>
        </p:txBody>
      </p:sp>
      <p:sp>
        <p:nvSpPr>
          <p:cNvPr id="2" name="Footer Placeholder 2">
            <a:extLst>
              <a:ext uri="{FF2B5EF4-FFF2-40B4-BE49-F238E27FC236}">
                <a16:creationId xmlns:a16="http://schemas.microsoft.com/office/drawing/2014/main" id="{03A7E217-8F83-C770-BB5A-A5E5758F19BC}"/>
              </a:ext>
            </a:extLst>
          </p:cNvPr>
          <p:cNvSpPr txBox="1">
            <a:spLocks/>
          </p:cNvSpPr>
          <p:nvPr/>
        </p:nvSpPr>
        <p:spPr bwMode="auto">
          <a:xfrm>
            <a:off x="145740" y="6530156"/>
            <a:ext cx="1080120" cy="216719"/>
          </a:xfrm>
          <a:prstGeom prst="rect">
            <a:avLst/>
          </a:prstGeom>
          <a:noFill/>
        </p:spPr>
        <p:txBody>
          <a:bodyPr vert="horz" wrap="square" lIns="91440" tIns="45720" rIns="91440" bIns="45720" numCol="1" rtlCol="1" anchor="t" anchorCtr="0" compatLnSpc="1">
            <a:prstTxWarp prst="textNoShape">
              <a:avLst/>
            </a:prstTxWarp>
            <a:normAutofit lnSpcReduction="10000"/>
          </a:bodyPr>
          <a:lstStyle>
            <a:defPPr>
              <a:defRPr lang="en-GB"/>
            </a:defPPr>
            <a:lvl1pPr algn="r" rtl="1"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1pPr>
            <a:lvl2pPr marL="457200" algn="r" rtl="1"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2pPr>
            <a:lvl3pPr marL="914400" algn="r" rtl="1"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3pPr>
            <a:lvl4pPr marL="1371600" algn="r" rtl="1"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4pPr>
            <a:lvl5pPr marL="1828800" algn="r" rtl="1"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5pPr>
            <a:lvl6pPr marL="2286000" algn="r" defTabSz="914400" rtl="1" eaLnBrk="1" latinLnBrk="0" hangingPunct="1">
              <a:defRPr kern="1200">
                <a:solidFill>
                  <a:schemeClr val="tx1"/>
                </a:solidFill>
                <a:latin typeface="Arial" panose="020B0604020202020204" pitchFamily="34" charset="0"/>
                <a:ea typeface="+mn-ea"/>
                <a:cs typeface="Arial" panose="020B0604020202020204" pitchFamily="34" charset="0"/>
              </a:defRPr>
            </a:lvl6pPr>
            <a:lvl7pPr marL="2743200" algn="r" defTabSz="914400" rtl="1" eaLnBrk="1" latinLnBrk="0" hangingPunct="1">
              <a:defRPr kern="1200">
                <a:solidFill>
                  <a:schemeClr val="tx1"/>
                </a:solidFill>
                <a:latin typeface="Arial" panose="020B0604020202020204" pitchFamily="34" charset="0"/>
                <a:ea typeface="+mn-ea"/>
                <a:cs typeface="Arial" panose="020B0604020202020204" pitchFamily="34" charset="0"/>
              </a:defRPr>
            </a:lvl7pPr>
            <a:lvl8pPr marL="3200400" algn="r" defTabSz="914400" rtl="1" eaLnBrk="1" latinLnBrk="0" hangingPunct="1">
              <a:defRPr kern="1200">
                <a:solidFill>
                  <a:schemeClr val="tx1"/>
                </a:solidFill>
                <a:latin typeface="Arial" panose="020B0604020202020204" pitchFamily="34" charset="0"/>
                <a:ea typeface="+mn-ea"/>
                <a:cs typeface="Arial" panose="020B0604020202020204" pitchFamily="34" charset="0"/>
              </a:defRPr>
            </a:lvl8pPr>
            <a:lvl9pPr marL="3657600" algn="r" defTabSz="914400" rtl="1" eaLnBrk="1" latinLnBrk="0" hangingPunct="1">
              <a:defRPr kern="1200">
                <a:solidFill>
                  <a:schemeClr val="tx1"/>
                </a:solidFill>
                <a:latin typeface="Arial" panose="020B0604020202020204" pitchFamily="34" charset="0"/>
                <a:ea typeface="+mn-ea"/>
                <a:cs typeface="Arial" panose="020B0604020202020204" pitchFamily="34" charset="0"/>
              </a:defRPr>
            </a:lvl9pPr>
          </a:lstStyle>
          <a:p>
            <a:pPr algn="l">
              <a:lnSpc>
                <a:spcPct val="90000"/>
              </a:lnSpc>
              <a:spcAft>
                <a:spcPts val="600"/>
              </a:spcAft>
              <a:defRPr/>
            </a:pPr>
            <a:r>
              <a:rPr lang="en-GB" sz="1000" b="0" i="0" dirty="0">
                <a:solidFill>
                  <a:srgbClr val="444444"/>
                </a:solidFill>
                <a:effectLst/>
                <a:latin typeface="Calibri" panose="020F0502020204030204" pitchFamily="34" charset="0"/>
              </a:rPr>
              <a:t>A103000359725</a:t>
            </a:r>
            <a:endParaRPr lang="ar" sz="1000" dirty="0"/>
          </a:p>
        </p:txBody>
      </p:sp>
    </p:spTree>
    <p:extLst>
      <p:ext uri="{BB962C8B-B14F-4D97-AF65-F5344CB8AC3E}">
        <p14:creationId xmlns:p14="http://schemas.microsoft.com/office/powerpoint/2010/main" val="911142065"/>
      </p:ext>
    </p:extLst>
  </p:cSld>
  <p:clrMapOvr>
    <a:masterClrMapping/>
  </p:clrMapOvr>
  <p:transition>
    <p:sndAc>
      <p:stSnd>
        <p:snd r:embed="rId3" name="click.wav"/>
      </p:stSnd>
    </p:sndAc>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9" name="Content Placeholder 3">
            <a:extLst>
              <a:ext uri="{FF2B5EF4-FFF2-40B4-BE49-F238E27FC236}">
                <a16:creationId xmlns:a16="http://schemas.microsoft.com/office/drawing/2014/main" id="{453C7683-8588-7ABC-32E0-8A4E68218620}"/>
              </a:ext>
            </a:extLst>
          </p:cNvPr>
          <p:cNvSpPr>
            <a:spLocks noGrp="1" noChangeArrowheads="1"/>
          </p:cNvSpPr>
          <p:nvPr>
            <p:ph sz="half" idx="2"/>
          </p:nvPr>
        </p:nvSpPr>
        <p:spPr bwMode="auto">
          <a:xfrm>
            <a:off x="36005" y="2285503"/>
            <a:ext cx="9144000" cy="2664296"/>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indent="0">
              <a:buFont typeface="Wingdings" panose="05000000000000000000" pitchFamily="2" charset="2"/>
              <a:buNone/>
            </a:pPr>
            <a:r>
              <a:rPr lang="ar-EG" b="1"/>
              <a:t>ما هي العوامل التي تؤثر على نمط الحياة الصحي؟</a:t>
            </a:r>
          </a:p>
          <a:p>
            <a:pPr indent="0">
              <a:lnSpc>
                <a:spcPts val="2000"/>
              </a:lnSpc>
              <a:spcBef>
                <a:spcPts val="0"/>
              </a:spcBef>
              <a:buFont typeface="Wingdings" panose="05000000000000000000" pitchFamily="2" charset="2"/>
              <a:buNone/>
            </a:pPr>
            <a:endParaRPr lang="en-GB" altLang="en-US" b="1" dirty="0"/>
          </a:p>
          <a:p>
            <a:pPr indent="0">
              <a:buFont typeface="Wingdings" panose="05000000000000000000" pitchFamily="2" charset="2"/>
              <a:buNone/>
            </a:pPr>
            <a:r>
              <a:rPr lang="ar-EG" b="1"/>
              <a:t>العوامل الإيجابية:</a:t>
            </a:r>
          </a:p>
        </p:txBody>
      </p:sp>
      <p:sp>
        <p:nvSpPr>
          <p:cNvPr id="34820" name="Rectangle 1">
            <a:extLst>
              <a:ext uri="{FF2B5EF4-FFF2-40B4-BE49-F238E27FC236}">
                <a16:creationId xmlns:a16="http://schemas.microsoft.com/office/drawing/2014/main" id="{8DCD7CE1-603D-4D59-3DBB-C13C0B6505F0}"/>
              </a:ext>
            </a:extLst>
          </p:cNvPr>
          <p:cNvSpPr>
            <a:spLocks noChangeArrowheads="1"/>
          </p:cNvSpPr>
          <p:nvPr/>
        </p:nvSpPr>
        <p:spPr bwMode="auto">
          <a:xfrm>
            <a:off x="323529" y="1196752"/>
            <a:ext cx="8568951" cy="647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440" tIns="45720" rIns="91440" bIns="45720" anchor="t"/>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a:r>
              <a:rPr lang="ar-EG" sz="3200" b="1">
                <a:latin typeface="Arial"/>
                <a:cs typeface="Arial"/>
              </a:rPr>
              <a:t>العوامل المؤثرة على نمط الحياة الصحي (1)</a:t>
            </a:r>
          </a:p>
        </p:txBody>
      </p:sp>
      <p:sp>
        <p:nvSpPr>
          <p:cNvPr id="3" name="TextBox 2">
            <a:extLst>
              <a:ext uri="{FF2B5EF4-FFF2-40B4-BE49-F238E27FC236}">
                <a16:creationId xmlns:a16="http://schemas.microsoft.com/office/drawing/2014/main" id="{AF5E943A-6DEE-336D-DFCB-887200C9F2ED}"/>
              </a:ext>
            </a:extLst>
          </p:cNvPr>
          <p:cNvSpPr txBox="1"/>
          <p:nvPr/>
        </p:nvSpPr>
        <p:spPr>
          <a:xfrm>
            <a:off x="4433410" y="3368335"/>
            <a:ext cx="4361251" cy="4401205"/>
          </a:xfrm>
          <a:prstGeom prst="rect">
            <a:avLst/>
          </a:prstGeom>
          <a:noFill/>
        </p:spPr>
        <p:txBody>
          <a:bodyPr wrap="square" numCol="1">
            <a:spAutoFit/>
          </a:bodyPr>
          <a:lstStyle/>
          <a:p>
            <a:pPr marL="342900" indent="-342900">
              <a:buFont typeface="Wingdings" pitchFamily="2" charset="2"/>
              <a:buChar char="§"/>
            </a:pPr>
            <a:r>
              <a:rPr lang="ar-EG" sz="2400"/>
              <a:t>قبول أنماط الحياة الصحية</a:t>
            </a:r>
          </a:p>
          <a:p>
            <a:pPr marL="342900" indent="-342900">
              <a:buFont typeface="Wingdings" pitchFamily="2" charset="2"/>
              <a:buChar char="§"/>
            </a:pPr>
            <a:r>
              <a:rPr lang="ar-EG" sz="2400"/>
              <a:t>توافر دروس اللياقة البدنية</a:t>
            </a:r>
          </a:p>
          <a:p>
            <a:pPr marL="342900" indent="-342900">
              <a:buFont typeface="Wingdings" pitchFamily="2" charset="2"/>
              <a:buChar char="§"/>
            </a:pPr>
            <a:r>
              <a:rPr lang="ar-EG" sz="2400"/>
              <a:t>نظام غذائي متوازن</a:t>
            </a:r>
          </a:p>
          <a:p>
            <a:pPr marL="342900" indent="-342900">
              <a:buFont typeface="Wingdings" pitchFamily="2" charset="2"/>
              <a:buChar char="§"/>
            </a:pPr>
            <a:r>
              <a:rPr lang="ar-EG" sz="2400"/>
              <a:t>شكل الجسم</a:t>
            </a:r>
          </a:p>
          <a:p>
            <a:pPr marL="342900" indent="-342900">
              <a:buFont typeface="Wingdings" pitchFamily="2" charset="2"/>
              <a:buChar char="§"/>
            </a:pPr>
            <a:r>
              <a:rPr lang="ar-EG" sz="2400"/>
              <a:t>المبادرات الحكومية</a:t>
            </a:r>
          </a:p>
          <a:p>
            <a:pPr marL="342900" indent="-342900">
              <a:buFont typeface="Wingdings" pitchFamily="2" charset="2"/>
              <a:buChar char="§"/>
            </a:pPr>
            <a:r>
              <a:rPr lang="ar-EG" sz="2400"/>
              <a:t>الإعلان الإعلامي</a:t>
            </a:r>
          </a:p>
          <a:p>
            <a:pPr marL="342900" indent="-342900">
              <a:buFont typeface="Wingdings" pitchFamily="2" charset="2"/>
              <a:buChar char="§"/>
            </a:pPr>
            <a:r>
              <a:rPr lang="ar-EG" sz="2400"/>
              <a:t>اللياقة العقلية والبدنية.</a:t>
            </a:r>
          </a:p>
          <a:p>
            <a:pPr marL="342900" indent="-342900">
              <a:buFont typeface="Wingdings" pitchFamily="2" charset="2"/>
              <a:buChar char="§"/>
            </a:pPr>
            <a:endParaRPr lang="en-GB" altLang="en-US" sz="2200" dirty="0"/>
          </a:p>
          <a:p>
            <a:pPr marL="342900" indent="-342900">
              <a:buFont typeface="Wingdings" pitchFamily="2" charset="2"/>
              <a:buChar char="§"/>
            </a:pPr>
            <a:endParaRPr lang="en-GB" altLang="en-US" sz="2200" dirty="0"/>
          </a:p>
          <a:p>
            <a:pPr algn="ctr"/>
            <a:r>
              <a:rPr lang="en-US" sz="2200"/>
              <a:t> </a:t>
            </a:r>
          </a:p>
          <a:p>
            <a:pPr marL="342900" indent="-342900" algn="ctr">
              <a:buFont typeface="Wingdings" pitchFamily="2" charset="2"/>
              <a:buChar char="§"/>
            </a:pPr>
            <a:endParaRPr lang="en-GB" altLang="en-US" sz="2200" dirty="0"/>
          </a:p>
        </p:txBody>
      </p:sp>
      <p:pic>
        <p:nvPicPr>
          <p:cNvPr id="5" name="Picture 4">
            <a:extLst>
              <a:ext uri="{FF2B5EF4-FFF2-40B4-BE49-F238E27FC236}">
                <a16:creationId xmlns:a16="http://schemas.microsoft.com/office/drawing/2014/main" id="{7B7DB0B6-3BC9-6212-DD4A-5B1522012699}"/>
              </a:ext>
            </a:extLst>
          </p:cNvPr>
          <p:cNvPicPr>
            <a:picLocks noChangeAspect="1"/>
          </p:cNvPicPr>
          <p:nvPr/>
        </p:nvPicPr>
        <p:blipFill>
          <a:blip r:embed="rId4" cstate="screen">
            <a:extLst>
              <a:ext uri="{28A0092B-C50C-407E-A947-70E740481C1C}">
                <a14:useLocalDpi xmlns:a14="http://schemas.microsoft.com/office/drawing/2010/main"/>
              </a:ext>
            </a:extLst>
          </a:blip>
          <a:stretch>
            <a:fillRect/>
          </a:stretch>
        </p:blipFill>
        <p:spPr>
          <a:xfrm>
            <a:off x="776008" y="3212976"/>
            <a:ext cx="3824233" cy="2549489"/>
          </a:xfrm>
          <a:prstGeom prst="rect">
            <a:avLst/>
          </a:prstGeom>
        </p:spPr>
      </p:pic>
      <p:sp>
        <p:nvSpPr>
          <p:cNvPr id="2" name="Footer Placeholder 2">
            <a:extLst>
              <a:ext uri="{FF2B5EF4-FFF2-40B4-BE49-F238E27FC236}">
                <a16:creationId xmlns:a16="http://schemas.microsoft.com/office/drawing/2014/main" id="{3243DEEF-F415-3495-4FF2-0FF1FF6B85BF}"/>
              </a:ext>
            </a:extLst>
          </p:cNvPr>
          <p:cNvSpPr txBox="1">
            <a:spLocks/>
          </p:cNvSpPr>
          <p:nvPr/>
        </p:nvSpPr>
        <p:spPr bwMode="auto">
          <a:xfrm>
            <a:off x="145740" y="6530156"/>
            <a:ext cx="1080120" cy="216719"/>
          </a:xfrm>
          <a:prstGeom prst="rect">
            <a:avLst/>
          </a:prstGeom>
          <a:noFill/>
        </p:spPr>
        <p:txBody>
          <a:bodyPr vert="horz" wrap="square" lIns="91440" tIns="45720" rIns="91440" bIns="45720" numCol="1" rtlCol="1" anchor="t" anchorCtr="0" compatLnSpc="1">
            <a:prstTxWarp prst="textNoShape">
              <a:avLst/>
            </a:prstTxWarp>
            <a:normAutofit lnSpcReduction="10000"/>
          </a:bodyPr>
          <a:lstStyle>
            <a:defPPr>
              <a:defRPr lang="en-GB"/>
            </a:defPPr>
            <a:lvl1pPr algn="r" rtl="1"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1pPr>
            <a:lvl2pPr marL="457200" algn="r" rtl="1"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2pPr>
            <a:lvl3pPr marL="914400" algn="r" rtl="1"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3pPr>
            <a:lvl4pPr marL="1371600" algn="r" rtl="1"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4pPr>
            <a:lvl5pPr marL="1828800" algn="r" rtl="1"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5pPr>
            <a:lvl6pPr marL="2286000" algn="r" defTabSz="914400" rtl="1" eaLnBrk="1" latinLnBrk="0" hangingPunct="1">
              <a:defRPr kern="1200">
                <a:solidFill>
                  <a:schemeClr val="tx1"/>
                </a:solidFill>
                <a:latin typeface="Arial" panose="020B0604020202020204" pitchFamily="34" charset="0"/>
                <a:ea typeface="+mn-ea"/>
                <a:cs typeface="Arial" panose="020B0604020202020204" pitchFamily="34" charset="0"/>
              </a:defRPr>
            </a:lvl6pPr>
            <a:lvl7pPr marL="2743200" algn="r" defTabSz="914400" rtl="1" eaLnBrk="1" latinLnBrk="0" hangingPunct="1">
              <a:defRPr kern="1200">
                <a:solidFill>
                  <a:schemeClr val="tx1"/>
                </a:solidFill>
                <a:latin typeface="Arial" panose="020B0604020202020204" pitchFamily="34" charset="0"/>
                <a:ea typeface="+mn-ea"/>
                <a:cs typeface="Arial" panose="020B0604020202020204" pitchFamily="34" charset="0"/>
              </a:defRPr>
            </a:lvl7pPr>
            <a:lvl8pPr marL="3200400" algn="r" defTabSz="914400" rtl="1" eaLnBrk="1" latinLnBrk="0" hangingPunct="1">
              <a:defRPr kern="1200">
                <a:solidFill>
                  <a:schemeClr val="tx1"/>
                </a:solidFill>
                <a:latin typeface="Arial" panose="020B0604020202020204" pitchFamily="34" charset="0"/>
                <a:ea typeface="+mn-ea"/>
                <a:cs typeface="Arial" panose="020B0604020202020204" pitchFamily="34" charset="0"/>
              </a:defRPr>
            </a:lvl8pPr>
            <a:lvl9pPr marL="3657600" algn="r" defTabSz="914400" rtl="1" eaLnBrk="1" latinLnBrk="0" hangingPunct="1">
              <a:defRPr kern="1200">
                <a:solidFill>
                  <a:schemeClr val="tx1"/>
                </a:solidFill>
                <a:latin typeface="Arial" panose="020B0604020202020204" pitchFamily="34" charset="0"/>
                <a:ea typeface="+mn-ea"/>
                <a:cs typeface="Arial" panose="020B0604020202020204" pitchFamily="34" charset="0"/>
              </a:defRPr>
            </a:lvl9pPr>
          </a:lstStyle>
          <a:p>
            <a:pPr algn="l">
              <a:lnSpc>
                <a:spcPct val="90000"/>
              </a:lnSpc>
              <a:spcAft>
                <a:spcPts val="600"/>
              </a:spcAft>
              <a:defRPr/>
            </a:pPr>
            <a:r>
              <a:rPr lang="en-GB" sz="1000" b="0" i="0" dirty="0">
                <a:solidFill>
                  <a:srgbClr val="444444"/>
                </a:solidFill>
                <a:effectLst/>
                <a:latin typeface="Calibri" panose="020F0502020204030204" pitchFamily="34" charset="0"/>
              </a:rPr>
              <a:t>A103000359725</a:t>
            </a:r>
            <a:endParaRPr lang="ar" sz="1000" dirty="0"/>
          </a:p>
        </p:txBody>
      </p:sp>
    </p:spTree>
    <p:extLst>
      <p:ext uri="{BB962C8B-B14F-4D97-AF65-F5344CB8AC3E}">
        <p14:creationId xmlns:p14="http://schemas.microsoft.com/office/powerpoint/2010/main" val="3680029944"/>
      </p:ext>
    </p:extLst>
  </p:cSld>
  <p:clrMapOvr>
    <a:masterClrMapping/>
  </p:clrMapOvr>
  <p:transition>
    <p:sndAc>
      <p:stSnd>
        <p:snd r:embed="rId3" name="click.wav"/>
      </p:stSnd>
    </p:sndAc>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9" name="Content Placeholder 3">
            <a:extLst>
              <a:ext uri="{FF2B5EF4-FFF2-40B4-BE49-F238E27FC236}">
                <a16:creationId xmlns:a16="http://schemas.microsoft.com/office/drawing/2014/main" id="{453C7683-8588-7ABC-32E0-8A4E68218620}"/>
              </a:ext>
            </a:extLst>
          </p:cNvPr>
          <p:cNvSpPr>
            <a:spLocks noGrp="1" noChangeArrowheads="1"/>
          </p:cNvSpPr>
          <p:nvPr>
            <p:ph sz="half" idx="2"/>
          </p:nvPr>
        </p:nvSpPr>
        <p:spPr bwMode="auto">
          <a:xfrm>
            <a:off x="36005" y="2285503"/>
            <a:ext cx="9144000" cy="2664296"/>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indent="0">
              <a:buFont typeface="Wingdings" panose="05000000000000000000" pitchFamily="2" charset="2"/>
              <a:buNone/>
            </a:pPr>
            <a:r>
              <a:rPr lang="ar-EG" b="1"/>
              <a:t>ما هي العوامل التي تؤثر على نمط الحياة الصحي؟</a:t>
            </a:r>
          </a:p>
          <a:p>
            <a:pPr indent="0">
              <a:buFont typeface="Wingdings" panose="05000000000000000000" pitchFamily="2" charset="2"/>
              <a:buNone/>
            </a:pPr>
            <a:endParaRPr lang="en-GB" altLang="en-US" b="1" dirty="0"/>
          </a:p>
          <a:p>
            <a:pPr indent="0">
              <a:buFont typeface="Wingdings" panose="05000000000000000000" pitchFamily="2" charset="2"/>
              <a:buNone/>
            </a:pPr>
            <a:r>
              <a:rPr lang="ar-EG" b="1"/>
              <a:t>العوامل الإيجابية:</a:t>
            </a:r>
            <a:r>
              <a:rPr lang="en-US" b="1"/>
              <a:t> </a:t>
            </a:r>
          </a:p>
          <a:p>
            <a:pPr indent="0">
              <a:buFont typeface="Wingdings" panose="05000000000000000000" pitchFamily="2" charset="2"/>
              <a:buNone/>
            </a:pPr>
            <a:endParaRPr lang="en-GB" altLang="en-US" b="1" dirty="0"/>
          </a:p>
          <a:p>
            <a:pPr marL="685800"/>
            <a:endParaRPr lang="en-GB" altLang="en-US" dirty="0"/>
          </a:p>
        </p:txBody>
      </p:sp>
      <p:sp>
        <p:nvSpPr>
          <p:cNvPr id="34820" name="Rectangle 1">
            <a:extLst>
              <a:ext uri="{FF2B5EF4-FFF2-40B4-BE49-F238E27FC236}">
                <a16:creationId xmlns:a16="http://schemas.microsoft.com/office/drawing/2014/main" id="{8DCD7CE1-603D-4D59-3DBB-C13C0B6505F0}"/>
              </a:ext>
            </a:extLst>
          </p:cNvPr>
          <p:cNvSpPr>
            <a:spLocks noChangeArrowheads="1"/>
          </p:cNvSpPr>
          <p:nvPr/>
        </p:nvSpPr>
        <p:spPr bwMode="auto">
          <a:xfrm>
            <a:off x="323529" y="1196752"/>
            <a:ext cx="8568951" cy="647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440" tIns="45720" rIns="91440" bIns="45720" anchor="t"/>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a:r>
              <a:rPr lang="ar-EG" sz="3200" b="1">
                <a:latin typeface="Arial"/>
                <a:cs typeface="Arial"/>
              </a:rPr>
              <a:t>العوامل المؤثرة على نمط الحياة الصحي (2</a:t>
            </a:r>
            <a:r>
              <a:rPr lang="ar-EG" sz="3600" b="1">
                <a:latin typeface="Arial"/>
                <a:cs typeface="Arial"/>
              </a:rPr>
              <a:t>)</a:t>
            </a:r>
          </a:p>
        </p:txBody>
      </p:sp>
      <p:sp>
        <p:nvSpPr>
          <p:cNvPr id="3" name="TextBox 2">
            <a:extLst>
              <a:ext uri="{FF2B5EF4-FFF2-40B4-BE49-F238E27FC236}">
                <a16:creationId xmlns:a16="http://schemas.microsoft.com/office/drawing/2014/main" id="{AF5E943A-6DEE-336D-DFCB-887200C9F2ED}"/>
              </a:ext>
            </a:extLst>
          </p:cNvPr>
          <p:cNvSpPr txBox="1"/>
          <p:nvPr/>
        </p:nvSpPr>
        <p:spPr>
          <a:xfrm>
            <a:off x="5066110" y="3097987"/>
            <a:ext cx="3767509" cy="3847207"/>
          </a:xfrm>
          <a:prstGeom prst="rect">
            <a:avLst/>
          </a:prstGeom>
          <a:noFill/>
        </p:spPr>
        <p:txBody>
          <a:bodyPr wrap="square" numCol="1">
            <a:spAutoFit/>
          </a:bodyPr>
          <a:lstStyle/>
          <a:p>
            <a:pPr algn="ctr"/>
            <a:endParaRPr lang="ar-EG" altLang="en-US" sz="2200" dirty="0"/>
          </a:p>
          <a:p>
            <a:pPr algn="ctr"/>
            <a:endParaRPr lang="en-GB" altLang="en-US" sz="1000" dirty="0"/>
          </a:p>
          <a:p>
            <a:pPr marL="342900" indent="-342900">
              <a:buFont typeface="Wingdings" pitchFamily="2" charset="2"/>
              <a:buChar char="§"/>
            </a:pPr>
            <a:r>
              <a:rPr lang="ar-EG" sz="2400" dirty="0"/>
              <a:t>ضغوط الأقران</a:t>
            </a:r>
          </a:p>
          <a:p>
            <a:pPr marL="342900" indent="-342900">
              <a:buFont typeface="Wingdings" pitchFamily="2" charset="2"/>
              <a:buChar char="§"/>
            </a:pPr>
            <a:r>
              <a:rPr lang="ar-EG" sz="2400" dirty="0"/>
              <a:t>النظافة الشخصية</a:t>
            </a:r>
          </a:p>
          <a:p>
            <a:pPr marL="342900" indent="-342900">
              <a:buFont typeface="Wingdings" pitchFamily="2" charset="2"/>
              <a:buChar char="§"/>
            </a:pPr>
            <a:r>
              <a:rPr lang="ar-EG" sz="2400" dirty="0"/>
              <a:t>تقدير الذات</a:t>
            </a:r>
          </a:p>
          <a:p>
            <a:pPr marL="342900" indent="-342900">
              <a:buFont typeface="Wingdings" pitchFamily="2" charset="2"/>
              <a:buChar char="§"/>
            </a:pPr>
            <a:r>
              <a:rPr lang="ar-EG" sz="2400" dirty="0"/>
              <a:t>الوعي الاجتماعي</a:t>
            </a:r>
          </a:p>
          <a:p>
            <a:pPr marL="342900" indent="-342900">
              <a:buFont typeface="Wingdings" pitchFamily="2" charset="2"/>
              <a:buChar char="§"/>
            </a:pPr>
            <a:r>
              <a:rPr lang="ar-EG" sz="2400" dirty="0"/>
              <a:t>الاندماج الاجتماعي</a:t>
            </a:r>
          </a:p>
          <a:p>
            <a:pPr marL="342900" indent="-342900">
              <a:buFont typeface="Wingdings" pitchFamily="2" charset="2"/>
              <a:buChar char="§"/>
            </a:pPr>
            <a:r>
              <a:rPr lang="ar-EG" sz="2400" dirty="0"/>
              <a:t>ممارسة الرياضة</a:t>
            </a:r>
          </a:p>
          <a:p>
            <a:pPr marL="342900" indent="-342900">
              <a:buFont typeface="Wingdings" pitchFamily="2" charset="2"/>
              <a:buChar char="§"/>
            </a:pPr>
            <a:r>
              <a:rPr lang="ar-EG" sz="2400" dirty="0"/>
              <a:t>نوادي مراقبة الوزن.</a:t>
            </a:r>
          </a:p>
          <a:p>
            <a:pPr marL="342900" indent="-342900">
              <a:buFont typeface="Wingdings" pitchFamily="2" charset="2"/>
              <a:buChar char="§"/>
            </a:pPr>
            <a:endParaRPr lang="en-GB" altLang="en-US" sz="2200" dirty="0"/>
          </a:p>
          <a:p>
            <a:pPr marL="342900" indent="-342900" algn="ctr">
              <a:buFont typeface="Wingdings" pitchFamily="2" charset="2"/>
              <a:buChar char="§"/>
            </a:pPr>
            <a:endParaRPr lang="en-GB" altLang="en-US" sz="2200" dirty="0"/>
          </a:p>
        </p:txBody>
      </p:sp>
      <p:sp>
        <p:nvSpPr>
          <p:cNvPr id="4" name="TextBox 3">
            <a:extLst>
              <a:ext uri="{FF2B5EF4-FFF2-40B4-BE49-F238E27FC236}">
                <a16:creationId xmlns:a16="http://schemas.microsoft.com/office/drawing/2014/main" id="{35F39DB0-7C52-D4F6-CCC4-6624994406E2}"/>
              </a:ext>
            </a:extLst>
          </p:cNvPr>
          <p:cNvSpPr txBox="1"/>
          <p:nvPr/>
        </p:nvSpPr>
        <p:spPr>
          <a:xfrm>
            <a:off x="1154719" y="6229767"/>
            <a:ext cx="7593745" cy="461665"/>
          </a:xfrm>
          <a:prstGeom prst="rect">
            <a:avLst/>
          </a:prstGeom>
          <a:noFill/>
        </p:spPr>
        <p:txBody>
          <a:bodyPr wrap="none" rtlCol="0">
            <a:spAutoFit/>
          </a:bodyPr>
          <a:lstStyle/>
          <a:p>
            <a:r>
              <a:rPr lang="ar-EG" sz="2400" b="1"/>
              <a:t>سؤال</a:t>
            </a:r>
            <a:r>
              <a:rPr lang="ar-EG" sz="2400"/>
              <a:t>: كم من هذه العوامل تؤثر على اختياراتك؟</a:t>
            </a:r>
          </a:p>
        </p:txBody>
      </p:sp>
      <p:pic>
        <p:nvPicPr>
          <p:cNvPr id="5" name="Picture 4">
            <a:extLst>
              <a:ext uri="{FF2B5EF4-FFF2-40B4-BE49-F238E27FC236}">
                <a16:creationId xmlns:a16="http://schemas.microsoft.com/office/drawing/2014/main" id="{D1CCBFA0-51EB-0E93-A0B9-ACF44BE1857A}"/>
              </a:ext>
            </a:extLst>
          </p:cNvPr>
          <p:cNvPicPr>
            <a:picLocks noChangeAspect="1"/>
          </p:cNvPicPr>
          <p:nvPr/>
        </p:nvPicPr>
        <p:blipFill>
          <a:blip r:embed="rId4" cstate="screen">
            <a:extLst>
              <a:ext uri="{28A0092B-C50C-407E-A947-70E740481C1C}">
                <a14:useLocalDpi xmlns:a14="http://schemas.microsoft.com/office/drawing/2010/main"/>
              </a:ext>
            </a:extLst>
          </a:blip>
          <a:stretch>
            <a:fillRect/>
          </a:stretch>
        </p:blipFill>
        <p:spPr>
          <a:xfrm>
            <a:off x="971600" y="2948990"/>
            <a:ext cx="3028024" cy="3027015"/>
          </a:xfrm>
          <a:prstGeom prst="rect">
            <a:avLst/>
          </a:prstGeom>
        </p:spPr>
      </p:pic>
      <p:sp>
        <p:nvSpPr>
          <p:cNvPr id="2" name="Footer Placeholder 2">
            <a:extLst>
              <a:ext uri="{FF2B5EF4-FFF2-40B4-BE49-F238E27FC236}">
                <a16:creationId xmlns:a16="http://schemas.microsoft.com/office/drawing/2014/main" id="{66B603DB-C609-C960-B17C-32EB83B81EF7}"/>
              </a:ext>
            </a:extLst>
          </p:cNvPr>
          <p:cNvSpPr txBox="1">
            <a:spLocks/>
          </p:cNvSpPr>
          <p:nvPr/>
        </p:nvSpPr>
        <p:spPr bwMode="auto">
          <a:xfrm>
            <a:off x="145740" y="6530156"/>
            <a:ext cx="1080120" cy="216719"/>
          </a:xfrm>
          <a:prstGeom prst="rect">
            <a:avLst/>
          </a:prstGeom>
          <a:noFill/>
        </p:spPr>
        <p:txBody>
          <a:bodyPr vert="horz" wrap="square" lIns="91440" tIns="45720" rIns="91440" bIns="45720" numCol="1" rtlCol="1" anchor="t" anchorCtr="0" compatLnSpc="1">
            <a:prstTxWarp prst="textNoShape">
              <a:avLst/>
            </a:prstTxWarp>
            <a:normAutofit lnSpcReduction="10000"/>
          </a:bodyPr>
          <a:lstStyle>
            <a:defPPr>
              <a:defRPr lang="en-GB"/>
            </a:defPPr>
            <a:lvl1pPr algn="r" rtl="1"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1pPr>
            <a:lvl2pPr marL="457200" algn="r" rtl="1"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2pPr>
            <a:lvl3pPr marL="914400" algn="r" rtl="1"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3pPr>
            <a:lvl4pPr marL="1371600" algn="r" rtl="1"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4pPr>
            <a:lvl5pPr marL="1828800" algn="r" rtl="1"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5pPr>
            <a:lvl6pPr marL="2286000" algn="r" defTabSz="914400" rtl="1" eaLnBrk="1" latinLnBrk="0" hangingPunct="1">
              <a:defRPr kern="1200">
                <a:solidFill>
                  <a:schemeClr val="tx1"/>
                </a:solidFill>
                <a:latin typeface="Arial" panose="020B0604020202020204" pitchFamily="34" charset="0"/>
                <a:ea typeface="+mn-ea"/>
                <a:cs typeface="Arial" panose="020B0604020202020204" pitchFamily="34" charset="0"/>
              </a:defRPr>
            </a:lvl6pPr>
            <a:lvl7pPr marL="2743200" algn="r" defTabSz="914400" rtl="1" eaLnBrk="1" latinLnBrk="0" hangingPunct="1">
              <a:defRPr kern="1200">
                <a:solidFill>
                  <a:schemeClr val="tx1"/>
                </a:solidFill>
                <a:latin typeface="Arial" panose="020B0604020202020204" pitchFamily="34" charset="0"/>
                <a:ea typeface="+mn-ea"/>
                <a:cs typeface="Arial" panose="020B0604020202020204" pitchFamily="34" charset="0"/>
              </a:defRPr>
            </a:lvl7pPr>
            <a:lvl8pPr marL="3200400" algn="r" defTabSz="914400" rtl="1" eaLnBrk="1" latinLnBrk="0" hangingPunct="1">
              <a:defRPr kern="1200">
                <a:solidFill>
                  <a:schemeClr val="tx1"/>
                </a:solidFill>
                <a:latin typeface="Arial" panose="020B0604020202020204" pitchFamily="34" charset="0"/>
                <a:ea typeface="+mn-ea"/>
                <a:cs typeface="Arial" panose="020B0604020202020204" pitchFamily="34" charset="0"/>
              </a:defRPr>
            </a:lvl8pPr>
            <a:lvl9pPr marL="3657600" algn="r" defTabSz="914400" rtl="1" eaLnBrk="1" latinLnBrk="0" hangingPunct="1">
              <a:defRPr kern="1200">
                <a:solidFill>
                  <a:schemeClr val="tx1"/>
                </a:solidFill>
                <a:latin typeface="Arial" panose="020B0604020202020204" pitchFamily="34" charset="0"/>
                <a:ea typeface="+mn-ea"/>
                <a:cs typeface="Arial" panose="020B0604020202020204" pitchFamily="34" charset="0"/>
              </a:defRPr>
            </a:lvl9pPr>
          </a:lstStyle>
          <a:p>
            <a:pPr algn="l">
              <a:lnSpc>
                <a:spcPct val="90000"/>
              </a:lnSpc>
              <a:spcAft>
                <a:spcPts val="600"/>
              </a:spcAft>
              <a:defRPr/>
            </a:pPr>
            <a:r>
              <a:rPr lang="en-GB" sz="1000" b="0" i="0" dirty="0">
                <a:solidFill>
                  <a:srgbClr val="444444"/>
                </a:solidFill>
                <a:effectLst/>
                <a:latin typeface="Calibri" panose="020F0502020204030204" pitchFamily="34" charset="0"/>
              </a:rPr>
              <a:t>A103000359725</a:t>
            </a:r>
            <a:endParaRPr lang="ar" sz="1000" dirty="0"/>
          </a:p>
        </p:txBody>
      </p:sp>
    </p:spTree>
    <p:extLst>
      <p:ext uri="{BB962C8B-B14F-4D97-AF65-F5344CB8AC3E}">
        <p14:creationId xmlns:p14="http://schemas.microsoft.com/office/powerpoint/2010/main" val="167147889"/>
      </p:ext>
    </p:extLst>
  </p:cSld>
  <p:clrMapOvr>
    <a:masterClrMapping/>
  </p:clrMapOvr>
  <p:transition>
    <p:sndAc>
      <p:stSnd>
        <p:snd r:embed="rId3" name="click.wav"/>
      </p:stSnd>
    </p:sndAc>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9" name="Content Placeholder 3">
            <a:extLst>
              <a:ext uri="{FF2B5EF4-FFF2-40B4-BE49-F238E27FC236}">
                <a16:creationId xmlns:a16="http://schemas.microsoft.com/office/drawing/2014/main" id="{453C7683-8588-7ABC-32E0-8A4E68218620}"/>
              </a:ext>
            </a:extLst>
          </p:cNvPr>
          <p:cNvSpPr>
            <a:spLocks noGrp="1" noChangeArrowheads="1"/>
          </p:cNvSpPr>
          <p:nvPr>
            <p:ph sz="half" idx="2"/>
          </p:nvPr>
        </p:nvSpPr>
        <p:spPr bwMode="auto">
          <a:xfrm>
            <a:off x="-324136" y="1988962"/>
            <a:ext cx="9072600" cy="468052"/>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marL="0" indent="0">
              <a:buFont typeface="Wingdings" panose="05000000000000000000" pitchFamily="2" charset="2"/>
              <a:buNone/>
            </a:pPr>
            <a:r>
              <a:rPr lang="ar-EG" b="1"/>
              <a:t>العوامل السلبية:</a:t>
            </a:r>
          </a:p>
        </p:txBody>
      </p:sp>
      <p:sp>
        <p:nvSpPr>
          <p:cNvPr id="34820" name="Rectangle 1">
            <a:extLst>
              <a:ext uri="{FF2B5EF4-FFF2-40B4-BE49-F238E27FC236}">
                <a16:creationId xmlns:a16="http://schemas.microsoft.com/office/drawing/2014/main" id="{8DCD7CE1-603D-4D59-3DBB-C13C0B6505F0}"/>
              </a:ext>
            </a:extLst>
          </p:cNvPr>
          <p:cNvSpPr>
            <a:spLocks noChangeArrowheads="1"/>
          </p:cNvSpPr>
          <p:nvPr/>
        </p:nvSpPr>
        <p:spPr bwMode="auto">
          <a:xfrm>
            <a:off x="323529" y="1196752"/>
            <a:ext cx="8568951" cy="647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440" tIns="45720" rIns="91440" bIns="45720" anchor="t"/>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a:r>
              <a:rPr lang="ar-EG" sz="3200" b="1">
                <a:latin typeface="Arial"/>
                <a:cs typeface="Arial"/>
              </a:rPr>
              <a:t>العوامل المؤثرة على نمط الحياة الصحي (3)</a:t>
            </a:r>
          </a:p>
        </p:txBody>
      </p:sp>
      <p:sp>
        <p:nvSpPr>
          <p:cNvPr id="2" name="TextBox 1">
            <a:extLst>
              <a:ext uri="{FF2B5EF4-FFF2-40B4-BE49-F238E27FC236}">
                <a16:creationId xmlns:a16="http://schemas.microsoft.com/office/drawing/2014/main" id="{5FCB44EB-AABE-330F-8A47-30D3C85D2BBE}"/>
              </a:ext>
            </a:extLst>
          </p:cNvPr>
          <p:cNvSpPr txBox="1"/>
          <p:nvPr/>
        </p:nvSpPr>
        <p:spPr>
          <a:xfrm flipH="1">
            <a:off x="4140968" y="2372190"/>
            <a:ext cx="9144000" cy="3416320"/>
          </a:xfrm>
          <a:prstGeom prst="rect">
            <a:avLst/>
          </a:prstGeom>
          <a:noFill/>
        </p:spPr>
        <p:txBody>
          <a:bodyPr wrap="square" numCol="2" rtlCol="0">
            <a:spAutoFit/>
          </a:bodyPr>
          <a:lstStyle/>
          <a:p>
            <a:pPr marL="342900" indent="-342900">
              <a:buFont typeface="Wingdings" pitchFamily="2" charset="2"/>
              <a:buChar char="§"/>
            </a:pPr>
            <a:r>
              <a:rPr lang="ar-EG" sz="2400" dirty="0"/>
              <a:t>تناول الأطعمة الخاطئة</a:t>
            </a:r>
          </a:p>
          <a:p>
            <a:pPr marL="342900" indent="-342900">
              <a:buFont typeface="Wingdings" pitchFamily="2" charset="2"/>
              <a:buChar char="§"/>
            </a:pPr>
            <a:r>
              <a:rPr lang="ar-EG" sz="2400" dirty="0"/>
              <a:t>الأنظمة الغذائية الرائجة</a:t>
            </a:r>
          </a:p>
          <a:p>
            <a:pPr marL="342900" indent="-342900">
              <a:buFont typeface="Wingdings" pitchFamily="2" charset="2"/>
              <a:buChar char="§"/>
            </a:pPr>
            <a:r>
              <a:rPr lang="ar-EG" sz="2400" dirty="0"/>
              <a:t>تناول الأطعمة التي تحتوي </a:t>
            </a:r>
            <a:br>
              <a:rPr lang="ar-EG" sz="2400" dirty="0"/>
            </a:br>
            <a:r>
              <a:rPr lang="ar-EG" sz="2400" dirty="0"/>
              <a:t>على نسبة عالية من الدهون</a:t>
            </a:r>
          </a:p>
          <a:p>
            <a:pPr marL="342900" indent="-342900">
              <a:buFont typeface="Wingdings" pitchFamily="2" charset="2"/>
              <a:buChar char="§"/>
            </a:pPr>
            <a:r>
              <a:rPr lang="ar-EG" sz="2400" dirty="0"/>
              <a:t>الدخل</a:t>
            </a:r>
          </a:p>
          <a:p>
            <a:pPr marL="342900" indent="-342900">
              <a:buFont typeface="Wingdings" pitchFamily="2" charset="2"/>
              <a:buChar char="§"/>
            </a:pPr>
            <a:r>
              <a:rPr lang="ar-EG" sz="2400" dirty="0"/>
              <a:t>العزل</a:t>
            </a:r>
          </a:p>
          <a:p>
            <a:pPr marL="342900" indent="-342900">
              <a:buFont typeface="Wingdings" pitchFamily="2" charset="2"/>
              <a:buChar char="§"/>
            </a:pPr>
            <a:r>
              <a:rPr lang="ar-EG" sz="2400" dirty="0"/>
              <a:t>تدني تقدير الذات</a:t>
            </a:r>
          </a:p>
          <a:p>
            <a:pPr marL="342900" indent="-342900">
              <a:buFont typeface="Wingdings" pitchFamily="2" charset="2"/>
              <a:buChar char="§"/>
            </a:pPr>
            <a:r>
              <a:rPr lang="ar-EG" sz="2400" dirty="0"/>
              <a:t>المشاكل الطبية</a:t>
            </a:r>
          </a:p>
          <a:p>
            <a:pPr marL="342900" indent="-342900">
              <a:buFont typeface="Wingdings" pitchFamily="2" charset="2"/>
              <a:buChar char="§"/>
            </a:pPr>
            <a:r>
              <a:rPr lang="ar-EG" sz="2400" dirty="0"/>
              <a:t>التأثير السلبي للإعلان الإعلامي.</a:t>
            </a:r>
          </a:p>
        </p:txBody>
      </p:sp>
      <p:sp>
        <p:nvSpPr>
          <p:cNvPr id="3" name="TextBox 2">
            <a:extLst>
              <a:ext uri="{FF2B5EF4-FFF2-40B4-BE49-F238E27FC236}">
                <a16:creationId xmlns:a16="http://schemas.microsoft.com/office/drawing/2014/main" id="{4D33FC08-1237-3AAA-04D7-0D8C68898AA9}"/>
              </a:ext>
            </a:extLst>
          </p:cNvPr>
          <p:cNvSpPr txBox="1"/>
          <p:nvPr/>
        </p:nvSpPr>
        <p:spPr>
          <a:xfrm>
            <a:off x="1226727" y="5877272"/>
            <a:ext cx="7593745" cy="461665"/>
          </a:xfrm>
          <a:prstGeom prst="rect">
            <a:avLst/>
          </a:prstGeom>
          <a:noFill/>
        </p:spPr>
        <p:txBody>
          <a:bodyPr wrap="none" rtlCol="0">
            <a:spAutoFit/>
          </a:bodyPr>
          <a:lstStyle/>
          <a:p>
            <a:r>
              <a:rPr lang="ar-EG" sz="2400" b="1"/>
              <a:t>سؤال</a:t>
            </a:r>
            <a:r>
              <a:rPr lang="ar-EG" sz="2400"/>
              <a:t>: كم من هذه العوامل تؤثر على اختياراتك؟</a:t>
            </a:r>
          </a:p>
        </p:txBody>
      </p:sp>
      <p:pic>
        <p:nvPicPr>
          <p:cNvPr id="6" name="Picture 5">
            <a:extLst>
              <a:ext uri="{FF2B5EF4-FFF2-40B4-BE49-F238E27FC236}">
                <a16:creationId xmlns:a16="http://schemas.microsoft.com/office/drawing/2014/main" id="{503777BF-A982-6662-4E9B-A27A0B032035}"/>
              </a:ext>
            </a:extLst>
          </p:cNvPr>
          <p:cNvPicPr>
            <a:picLocks noChangeAspect="1"/>
          </p:cNvPicPr>
          <p:nvPr/>
        </p:nvPicPr>
        <p:blipFill>
          <a:blip r:embed="rId4" cstate="screen">
            <a:extLst>
              <a:ext uri="{28A0092B-C50C-407E-A947-70E740481C1C}">
                <a14:useLocalDpi xmlns:a14="http://schemas.microsoft.com/office/drawing/2010/main"/>
              </a:ext>
            </a:extLst>
          </a:blip>
          <a:stretch>
            <a:fillRect/>
          </a:stretch>
        </p:blipFill>
        <p:spPr>
          <a:xfrm>
            <a:off x="755575" y="2737460"/>
            <a:ext cx="3737609" cy="2491739"/>
          </a:xfrm>
          <a:prstGeom prst="rect">
            <a:avLst/>
          </a:prstGeom>
        </p:spPr>
      </p:pic>
      <p:sp>
        <p:nvSpPr>
          <p:cNvPr id="4" name="Footer Placeholder 2">
            <a:extLst>
              <a:ext uri="{FF2B5EF4-FFF2-40B4-BE49-F238E27FC236}">
                <a16:creationId xmlns:a16="http://schemas.microsoft.com/office/drawing/2014/main" id="{DC52E2D8-4980-1D65-499A-CA960DAA4B5A}"/>
              </a:ext>
            </a:extLst>
          </p:cNvPr>
          <p:cNvSpPr txBox="1">
            <a:spLocks/>
          </p:cNvSpPr>
          <p:nvPr/>
        </p:nvSpPr>
        <p:spPr bwMode="auto">
          <a:xfrm>
            <a:off x="145740" y="6530156"/>
            <a:ext cx="1080120" cy="216719"/>
          </a:xfrm>
          <a:prstGeom prst="rect">
            <a:avLst/>
          </a:prstGeom>
          <a:noFill/>
        </p:spPr>
        <p:txBody>
          <a:bodyPr vert="horz" wrap="square" lIns="91440" tIns="45720" rIns="91440" bIns="45720" numCol="1" rtlCol="1" anchor="t" anchorCtr="0" compatLnSpc="1">
            <a:prstTxWarp prst="textNoShape">
              <a:avLst/>
            </a:prstTxWarp>
            <a:normAutofit lnSpcReduction="10000"/>
          </a:bodyPr>
          <a:lstStyle>
            <a:defPPr>
              <a:defRPr lang="en-GB"/>
            </a:defPPr>
            <a:lvl1pPr algn="r" rtl="1"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1pPr>
            <a:lvl2pPr marL="457200" algn="r" rtl="1"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2pPr>
            <a:lvl3pPr marL="914400" algn="r" rtl="1"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3pPr>
            <a:lvl4pPr marL="1371600" algn="r" rtl="1"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4pPr>
            <a:lvl5pPr marL="1828800" algn="r" rtl="1"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5pPr>
            <a:lvl6pPr marL="2286000" algn="r" defTabSz="914400" rtl="1" eaLnBrk="1" latinLnBrk="0" hangingPunct="1">
              <a:defRPr kern="1200">
                <a:solidFill>
                  <a:schemeClr val="tx1"/>
                </a:solidFill>
                <a:latin typeface="Arial" panose="020B0604020202020204" pitchFamily="34" charset="0"/>
                <a:ea typeface="+mn-ea"/>
                <a:cs typeface="Arial" panose="020B0604020202020204" pitchFamily="34" charset="0"/>
              </a:defRPr>
            </a:lvl6pPr>
            <a:lvl7pPr marL="2743200" algn="r" defTabSz="914400" rtl="1" eaLnBrk="1" latinLnBrk="0" hangingPunct="1">
              <a:defRPr kern="1200">
                <a:solidFill>
                  <a:schemeClr val="tx1"/>
                </a:solidFill>
                <a:latin typeface="Arial" panose="020B0604020202020204" pitchFamily="34" charset="0"/>
                <a:ea typeface="+mn-ea"/>
                <a:cs typeface="Arial" panose="020B0604020202020204" pitchFamily="34" charset="0"/>
              </a:defRPr>
            </a:lvl7pPr>
            <a:lvl8pPr marL="3200400" algn="r" defTabSz="914400" rtl="1" eaLnBrk="1" latinLnBrk="0" hangingPunct="1">
              <a:defRPr kern="1200">
                <a:solidFill>
                  <a:schemeClr val="tx1"/>
                </a:solidFill>
                <a:latin typeface="Arial" panose="020B0604020202020204" pitchFamily="34" charset="0"/>
                <a:ea typeface="+mn-ea"/>
                <a:cs typeface="Arial" panose="020B0604020202020204" pitchFamily="34" charset="0"/>
              </a:defRPr>
            </a:lvl8pPr>
            <a:lvl9pPr marL="3657600" algn="r" defTabSz="914400" rtl="1" eaLnBrk="1" latinLnBrk="0" hangingPunct="1">
              <a:defRPr kern="1200">
                <a:solidFill>
                  <a:schemeClr val="tx1"/>
                </a:solidFill>
                <a:latin typeface="Arial" panose="020B0604020202020204" pitchFamily="34" charset="0"/>
                <a:ea typeface="+mn-ea"/>
                <a:cs typeface="Arial" panose="020B0604020202020204" pitchFamily="34" charset="0"/>
              </a:defRPr>
            </a:lvl9pPr>
          </a:lstStyle>
          <a:p>
            <a:pPr algn="l">
              <a:lnSpc>
                <a:spcPct val="90000"/>
              </a:lnSpc>
              <a:spcAft>
                <a:spcPts val="600"/>
              </a:spcAft>
              <a:defRPr/>
            </a:pPr>
            <a:r>
              <a:rPr lang="en-GB" sz="1000" b="0" i="0" dirty="0">
                <a:solidFill>
                  <a:srgbClr val="444444"/>
                </a:solidFill>
                <a:effectLst/>
                <a:latin typeface="Calibri" panose="020F0502020204030204" pitchFamily="34" charset="0"/>
              </a:rPr>
              <a:t>A103000359725</a:t>
            </a:r>
            <a:endParaRPr lang="ar" sz="1000" dirty="0"/>
          </a:p>
        </p:txBody>
      </p:sp>
    </p:spTree>
    <p:extLst>
      <p:ext uri="{BB962C8B-B14F-4D97-AF65-F5344CB8AC3E}">
        <p14:creationId xmlns:p14="http://schemas.microsoft.com/office/powerpoint/2010/main" val="718849574"/>
      </p:ext>
    </p:extLst>
  </p:cSld>
  <p:clrMapOvr>
    <a:masterClrMapping/>
  </p:clrMapOvr>
  <p:transition>
    <p:sndAc>
      <p:stSnd>
        <p:snd r:embed="rId3" name="click.wav"/>
      </p:stSnd>
    </p:sndAc>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9" name="Content Placeholder 3">
            <a:extLst>
              <a:ext uri="{FF2B5EF4-FFF2-40B4-BE49-F238E27FC236}">
                <a16:creationId xmlns:a16="http://schemas.microsoft.com/office/drawing/2014/main" id="{453C7683-8588-7ABC-32E0-8A4E68218620}"/>
              </a:ext>
            </a:extLst>
          </p:cNvPr>
          <p:cNvSpPr>
            <a:spLocks noGrp="1" noChangeArrowheads="1"/>
          </p:cNvSpPr>
          <p:nvPr>
            <p:ph sz="half" idx="2"/>
          </p:nvPr>
        </p:nvSpPr>
        <p:spPr bwMode="auto">
          <a:xfrm>
            <a:off x="-396145" y="1922011"/>
            <a:ext cx="9072600" cy="468052"/>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indent="0">
              <a:buFont typeface="Wingdings" panose="05000000000000000000" pitchFamily="2" charset="2"/>
              <a:buNone/>
            </a:pPr>
            <a:endParaRPr lang="en-GB" altLang="en-US" sz="2200" b="1" dirty="0"/>
          </a:p>
          <a:p>
            <a:pPr marL="342900" indent="-342900">
              <a:buFont typeface="Wingdings" pitchFamily="2" charset="2"/>
              <a:buChar char="§"/>
            </a:pPr>
            <a:r>
              <a:rPr lang="ar-EG" sz="2200" dirty="0"/>
              <a:t>عدم الحصول على قسط جيد من الراحة والاسترخاء</a:t>
            </a:r>
          </a:p>
          <a:p>
            <a:pPr marL="342900" indent="-342900">
              <a:buFont typeface="Wingdings" pitchFamily="2" charset="2"/>
              <a:buChar char="§"/>
            </a:pPr>
            <a:r>
              <a:rPr lang="ar-EG" sz="2200" dirty="0"/>
              <a:t>الاعتماد على أطعمة معينة ملائمة </a:t>
            </a:r>
            <a:br>
              <a:rPr lang="ar-EG" sz="2200" dirty="0"/>
            </a:br>
            <a:r>
              <a:rPr lang="ar-EG" sz="2200" dirty="0"/>
              <a:t>لكن غير صحية</a:t>
            </a:r>
            <a:r>
              <a:rPr lang="en-US" sz="2200" dirty="0"/>
              <a:t> </a:t>
            </a:r>
            <a:r>
              <a:rPr lang="ar-EG" sz="2200" dirty="0"/>
              <a:t>والأطعمة المُصنعة</a:t>
            </a:r>
          </a:p>
          <a:p>
            <a:pPr marL="342900" indent="-342900">
              <a:buFont typeface="Wingdings" pitchFamily="2" charset="2"/>
              <a:buChar char="§"/>
            </a:pPr>
            <a:r>
              <a:rPr lang="ar-EG" sz="2200" dirty="0"/>
              <a:t>ضغط الأقران</a:t>
            </a:r>
          </a:p>
          <a:p>
            <a:pPr marL="342900" indent="-342900">
              <a:buFont typeface="Wingdings" pitchFamily="2" charset="2"/>
              <a:buChar char="§"/>
            </a:pPr>
            <a:r>
              <a:rPr lang="ar-EG" sz="2200" dirty="0"/>
              <a:t>نمط حياة غير نشط</a:t>
            </a:r>
          </a:p>
          <a:p>
            <a:pPr marL="342900" indent="-342900">
              <a:buFont typeface="Wingdings" pitchFamily="2" charset="2"/>
              <a:buChar char="§"/>
            </a:pPr>
            <a:r>
              <a:rPr lang="ar-EG" sz="2200" dirty="0"/>
              <a:t>أقراص التخسيس</a:t>
            </a:r>
          </a:p>
          <a:p>
            <a:pPr marL="342900" indent="-342900">
              <a:buFont typeface="Wingdings" pitchFamily="2" charset="2"/>
              <a:buChar char="§"/>
            </a:pPr>
            <a:r>
              <a:rPr lang="ar-EG" sz="2200" dirty="0"/>
              <a:t>التدخين</a:t>
            </a:r>
            <a:r>
              <a:rPr lang="en-US" sz="2200" dirty="0"/>
              <a:t> </a:t>
            </a:r>
          </a:p>
          <a:p>
            <a:pPr marL="342900" indent="-342900">
              <a:buFont typeface="Wingdings" pitchFamily="2" charset="2"/>
              <a:buChar char="§"/>
            </a:pPr>
            <a:r>
              <a:rPr lang="ar-EG" sz="2200" dirty="0"/>
              <a:t>وسائل التواصل الاجتماعي</a:t>
            </a:r>
          </a:p>
          <a:p>
            <a:pPr marL="342900" indent="-342900">
              <a:buFont typeface="Wingdings" pitchFamily="2" charset="2"/>
              <a:buChar char="§"/>
            </a:pPr>
            <a:r>
              <a:rPr lang="ar-EG" sz="2200" dirty="0"/>
              <a:t>ضغوط الوقت</a:t>
            </a:r>
          </a:p>
          <a:p>
            <a:pPr indent="0">
              <a:buFont typeface="Wingdings" panose="05000000000000000000" pitchFamily="2" charset="2"/>
              <a:buNone/>
            </a:pPr>
            <a:endParaRPr lang="en-GB" altLang="en-US" dirty="0"/>
          </a:p>
        </p:txBody>
      </p:sp>
      <p:sp>
        <p:nvSpPr>
          <p:cNvPr id="34820" name="Rectangle 1">
            <a:extLst>
              <a:ext uri="{FF2B5EF4-FFF2-40B4-BE49-F238E27FC236}">
                <a16:creationId xmlns:a16="http://schemas.microsoft.com/office/drawing/2014/main" id="{8DCD7CE1-603D-4D59-3DBB-C13C0B6505F0}"/>
              </a:ext>
            </a:extLst>
          </p:cNvPr>
          <p:cNvSpPr>
            <a:spLocks noChangeArrowheads="1"/>
          </p:cNvSpPr>
          <p:nvPr/>
        </p:nvSpPr>
        <p:spPr bwMode="auto">
          <a:xfrm>
            <a:off x="323529" y="1196752"/>
            <a:ext cx="8568951" cy="647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440" tIns="45720" rIns="91440" bIns="45720" anchor="t"/>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a:r>
              <a:rPr lang="ar-EG" sz="3200" b="1">
                <a:latin typeface="Arial"/>
                <a:cs typeface="Arial"/>
              </a:rPr>
              <a:t>العوامل المؤثرة على نمط الحياة الصحي (4)</a:t>
            </a:r>
          </a:p>
        </p:txBody>
      </p:sp>
      <p:sp>
        <p:nvSpPr>
          <p:cNvPr id="3" name="TextBox 2">
            <a:extLst>
              <a:ext uri="{FF2B5EF4-FFF2-40B4-BE49-F238E27FC236}">
                <a16:creationId xmlns:a16="http://schemas.microsoft.com/office/drawing/2014/main" id="{4D33FC08-1237-3AAA-04D7-0D8C68898AA9}"/>
              </a:ext>
            </a:extLst>
          </p:cNvPr>
          <p:cNvSpPr txBox="1"/>
          <p:nvPr/>
        </p:nvSpPr>
        <p:spPr>
          <a:xfrm>
            <a:off x="1645364" y="6169368"/>
            <a:ext cx="7031092" cy="430887"/>
          </a:xfrm>
          <a:prstGeom prst="rect">
            <a:avLst/>
          </a:prstGeom>
          <a:noFill/>
        </p:spPr>
        <p:txBody>
          <a:bodyPr wrap="none" rtlCol="0">
            <a:spAutoFit/>
          </a:bodyPr>
          <a:lstStyle/>
          <a:p>
            <a:r>
              <a:rPr lang="ar-EG" sz="2200" b="1"/>
              <a:t>سؤال</a:t>
            </a:r>
            <a:r>
              <a:rPr lang="ar-EG" sz="2200"/>
              <a:t>: كم من هذه العوامل تؤثر على اختياراتك؟</a:t>
            </a:r>
          </a:p>
        </p:txBody>
      </p:sp>
      <p:sp>
        <p:nvSpPr>
          <p:cNvPr id="6" name="TextBox 5">
            <a:extLst>
              <a:ext uri="{FF2B5EF4-FFF2-40B4-BE49-F238E27FC236}">
                <a16:creationId xmlns:a16="http://schemas.microsoft.com/office/drawing/2014/main" id="{0EFFC0AE-8DA2-0512-C256-F04A1474711D}"/>
              </a:ext>
            </a:extLst>
          </p:cNvPr>
          <p:cNvSpPr txBox="1"/>
          <p:nvPr/>
        </p:nvSpPr>
        <p:spPr>
          <a:xfrm>
            <a:off x="4083730" y="1997476"/>
            <a:ext cx="4694067" cy="46166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ar-EG" sz="2400" b="1">
                <a:latin typeface="Arial"/>
                <a:cs typeface="Arial"/>
              </a:rPr>
              <a:t>العوامل السلبية:</a:t>
            </a:r>
          </a:p>
        </p:txBody>
      </p:sp>
      <p:pic>
        <p:nvPicPr>
          <p:cNvPr id="4" name="Picture 3">
            <a:extLst>
              <a:ext uri="{FF2B5EF4-FFF2-40B4-BE49-F238E27FC236}">
                <a16:creationId xmlns:a16="http://schemas.microsoft.com/office/drawing/2014/main" id="{799FC8B8-0E37-3D1F-66C4-D421F68DA18E}"/>
              </a:ext>
            </a:extLst>
          </p:cNvPr>
          <p:cNvPicPr>
            <a:picLocks noChangeAspect="1"/>
          </p:cNvPicPr>
          <p:nvPr/>
        </p:nvPicPr>
        <p:blipFill>
          <a:blip r:embed="rId4" cstate="screen">
            <a:extLst>
              <a:ext uri="{28A0092B-C50C-407E-A947-70E740481C1C}">
                <a14:useLocalDpi xmlns:a14="http://schemas.microsoft.com/office/drawing/2010/main"/>
              </a:ext>
            </a:extLst>
          </a:blip>
          <a:stretch>
            <a:fillRect/>
          </a:stretch>
        </p:blipFill>
        <p:spPr>
          <a:xfrm>
            <a:off x="611560" y="3198797"/>
            <a:ext cx="3384376" cy="2538282"/>
          </a:xfrm>
          <a:prstGeom prst="rect">
            <a:avLst/>
          </a:prstGeom>
        </p:spPr>
      </p:pic>
      <p:sp>
        <p:nvSpPr>
          <p:cNvPr id="2" name="Footer Placeholder 2">
            <a:extLst>
              <a:ext uri="{FF2B5EF4-FFF2-40B4-BE49-F238E27FC236}">
                <a16:creationId xmlns:a16="http://schemas.microsoft.com/office/drawing/2014/main" id="{6D6E433B-7A88-D281-FC4A-24B882D34E9E}"/>
              </a:ext>
            </a:extLst>
          </p:cNvPr>
          <p:cNvSpPr txBox="1">
            <a:spLocks/>
          </p:cNvSpPr>
          <p:nvPr/>
        </p:nvSpPr>
        <p:spPr bwMode="auto">
          <a:xfrm>
            <a:off x="145740" y="6530156"/>
            <a:ext cx="1080120" cy="216719"/>
          </a:xfrm>
          <a:prstGeom prst="rect">
            <a:avLst/>
          </a:prstGeom>
          <a:noFill/>
        </p:spPr>
        <p:txBody>
          <a:bodyPr vert="horz" wrap="square" lIns="91440" tIns="45720" rIns="91440" bIns="45720" numCol="1" rtlCol="1" anchor="t" anchorCtr="0" compatLnSpc="1">
            <a:prstTxWarp prst="textNoShape">
              <a:avLst/>
            </a:prstTxWarp>
            <a:normAutofit lnSpcReduction="10000"/>
          </a:bodyPr>
          <a:lstStyle>
            <a:defPPr>
              <a:defRPr lang="en-GB"/>
            </a:defPPr>
            <a:lvl1pPr algn="r" rtl="1"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1pPr>
            <a:lvl2pPr marL="457200" algn="r" rtl="1"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2pPr>
            <a:lvl3pPr marL="914400" algn="r" rtl="1"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3pPr>
            <a:lvl4pPr marL="1371600" algn="r" rtl="1"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4pPr>
            <a:lvl5pPr marL="1828800" algn="r" rtl="1"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5pPr>
            <a:lvl6pPr marL="2286000" algn="r" defTabSz="914400" rtl="1" eaLnBrk="1" latinLnBrk="0" hangingPunct="1">
              <a:defRPr kern="1200">
                <a:solidFill>
                  <a:schemeClr val="tx1"/>
                </a:solidFill>
                <a:latin typeface="Arial" panose="020B0604020202020204" pitchFamily="34" charset="0"/>
                <a:ea typeface="+mn-ea"/>
                <a:cs typeface="Arial" panose="020B0604020202020204" pitchFamily="34" charset="0"/>
              </a:defRPr>
            </a:lvl6pPr>
            <a:lvl7pPr marL="2743200" algn="r" defTabSz="914400" rtl="1" eaLnBrk="1" latinLnBrk="0" hangingPunct="1">
              <a:defRPr kern="1200">
                <a:solidFill>
                  <a:schemeClr val="tx1"/>
                </a:solidFill>
                <a:latin typeface="Arial" panose="020B0604020202020204" pitchFamily="34" charset="0"/>
                <a:ea typeface="+mn-ea"/>
                <a:cs typeface="Arial" panose="020B0604020202020204" pitchFamily="34" charset="0"/>
              </a:defRPr>
            </a:lvl7pPr>
            <a:lvl8pPr marL="3200400" algn="r" defTabSz="914400" rtl="1" eaLnBrk="1" latinLnBrk="0" hangingPunct="1">
              <a:defRPr kern="1200">
                <a:solidFill>
                  <a:schemeClr val="tx1"/>
                </a:solidFill>
                <a:latin typeface="Arial" panose="020B0604020202020204" pitchFamily="34" charset="0"/>
                <a:ea typeface="+mn-ea"/>
                <a:cs typeface="Arial" panose="020B0604020202020204" pitchFamily="34" charset="0"/>
              </a:defRPr>
            </a:lvl8pPr>
            <a:lvl9pPr marL="3657600" algn="r" defTabSz="914400" rtl="1" eaLnBrk="1" latinLnBrk="0" hangingPunct="1">
              <a:defRPr kern="1200">
                <a:solidFill>
                  <a:schemeClr val="tx1"/>
                </a:solidFill>
                <a:latin typeface="Arial" panose="020B0604020202020204" pitchFamily="34" charset="0"/>
                <a:ea typeface="+mn-ea"/>
                <a:cs typeface="Arial" panose="020B0604020202020204" pitchFamily="34" charset="0"/>
              </a:defRPr>
            </a:lvl9pPr>
          </a:lstStyle>
          <a:p>
            <a:pPr algn="l">
              <a:lnSpc>
                <a:spcPct val="90000"/>
              </a:lnSpc>
              <a:spcAft>
                <a:spcPts val="600"/>
              </a:spcAft>
              <a:defRPr/>
            </a:pPr>
            <a:r>
              <a:rPr lang="en-GB" sz="1000" b="0" i="0" dirty="0">
                <a:solidFill>
                  <a:srgbClr val="444444"/>
                </a:solidFill>
                <a:effectLst/>
                <a:latin typeface="Calibri" panose="020F0502020204030204" pitchFamily="34" charset="0"/>
              </a:rPr>
              <a:t>A103000359725</a:t>
            </a:r>
            <a:endParaRPr lang="ar" sz="1000" dirty="0"/>
          </a:p>
        </p:txBody>
      </p:sp>
    </p:spTree>
    <p:extLst>
      <p:ext uri="{BB962C8B-B14F-4D97-AF65-F5344CB8AC3E}">
        <p14:creationId xmlns:p14="http://schemas.microsoft.com/office/powerpoint/2010/main" val="2355612352"/>
      </p:ext>
    </p:extLst>
  </p:cSld>
  <p:clrMapOvr>
    <a:masterClrMapping/>
  </p:clrMapOvr>
  <p:transition>
    <p:sndAc>
      <p:stSnd>
        <p:snd r:embed="rId3" name="click.wav"/>
      </p:stSnd>
    </p:sndAc>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Title 2">
            <a:extLst>
              <a:ext uri="{FF2B5EF4-FFF2-40B4-BE49-F238E27FC236}">
                <a16:creationId xmlns:a16="http://schemas.microsoft.com/office/drawing/2014/main" id="{DF8F9D08-DF4C-4351-F6A0-75D9B8290DA6}"/>
              </a:ext>
            </a:extLst>
          </p:cNvPr>
          <p:cNvSpPr>
            <a:spLocks noGrp="1" noChangeArrowheads="1"/>
          </p:cNvSpPr>
          <p:nvPr>
            <p:ph type="title"/>
          </p:nvPr>
        </p:nvSpPr>
        <p:spPr bwMode="auto">
          <a:xfrm>
            <a:off x="457200" y="1843088"/>
            <a:ext cx="8229600" cy="506412"/>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a:spcBef>
                <a:spcPts val="1200"/>
              </a:spcBef>
              <a:spcAft>
                <a:spcPts val="1500"/>
              </a:spcAft>
            </a:pPr>
            <a:r>
              <a:rPr lang="ar-EG" sz="2400" b="1" dirty="0">
                <a:solidFill>
                  <a:schemeClr val="tx1"/>
                </a:solidFill>
              </a:rPr>
              <a:t>هدف التعلم ب</a:t>
            </a:r>
            <a:br>
              <a:rPr lang="ar-EG" sz="2400" b="1" dirty="0">
                <a:solidFill>
                  <a:schemeClr val="tx1"/>
                </a:solidFill>
              </a:rPr>
            </a:br>
            <a:br>
              <a:rPr lang="ar-EG" sz="2400" b="1" dirty="0">
                <a:solidFill>
                  <a:schemeClr val="tx1"/>
                </a:solidFill>
              </a:rPr>
            </a:br>
            <a:endParaRPr lang="ar-EG" sz="2400" b="1" dirty="0">
              <a:solidFill>
                <a:schemeClr val="tx1"/>
              </a:solidFill>
            </a:endParaRPr>
          </a:p>
        </p:txBody>
      </p:sp>
      <p:sp>
        <p:nvSpPr>
          <p:cNvPr id="34819" name="Content Placeholder 3">
            <a:extLst>
              <a:ext uri="{FF2B5EF4-FFF2-40B4-BE49-F238E27FC236}">
                <a16:creationId xmlns:a16="http://schemas.microsoft.com/office/drawing/2014/main" id="{453C7683-8588-7ABC-32E0-8A4E68218620}"/>
              </a:ext>
            </a:extLst>
          </p:cNvPr>
          <p:cNvSpPr>
            <a:spLocks noGrp="1" noChangeArrowheads="1"/>
          </p:cNvSpPr>
          <p:nvPr>
            <p:ph sz="half" idx="2"/>
          </p:nvPr>
        </p:nvSpPr>
        <p:spPr bwMode="auto">
          <a:xfrm>
            <a:off x="626641" y="4653136"/>
            <a:ext cx="7931224" cy="1871663"/>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marL="358775"/>
            <a:r>
              <a:rPr lang="ar-EG"/>
              <a:t>تأثير قطاع الضيافة على أنماط الحياة الصحية</a:t>
            </a:r>
          </a:p>
          <a:p>
            <a:pPr marL="358775"/>
            <a:r>
              <a:rPr lang="ar-EG"/>
              <a:t>تأثير تعزيز أنماط الحياة الصحية</a:t>
            </a:r>
          </a:p>
        </p:txBody>
      </p:sp>
      <p:sp>
        <p:nvSpPr>
          <p:cNvPr id="34820" name="Rectangle 1">
            <a:extLst>
              <a:ext uri="{FF2B5EF4-FFF2-40B4-BE49-F238E27FC236}">
                <a16:creationId xmlns:a16="http://schemas.microsoft.com/office/drawing/2014/main" id="{8DCD7CE1-603D-4D59-3DBB-C13C0B6505F0}"/>
              </a:ext>
            </a:extLst>
          </p:cNvPr>
          <p:cNvSpPr>
            <a:spLocks noChangeArrowheads="1"/>
          </p:cNvSpPr>
          <p:nvPr/>
        </p:nvSpPr>
        <p:spPr bwMode="auto">
          <a:xfrm>
            <a:off x="539750" y="2493963"/>
            <a:ext cx="7991475" cy="647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a:r>
              <a:rPr lang="ar-EG" sz="3600" b="1"/>
              <a:t>التحقيق في المساهمة التي يقدمها</a:t>
            </a:r>
          </a:p>
          <a:p>
            <a:pPr algn="ctr"/>
            <a:r>
              <a:rPr lang="ar-EG" sz="3600" b="1"/>
              <a:t>قطاع الضيافة إلى أنماط الحياة الصحية</a:t>
            </a:r>
          </a:p>
        </p:txBody>
      </p:sp>
      <p:sp>
        <p:nvSpPr>
          <p:cNvPr id="2" name="Footer Placeholder 2">
            <a:extLst>
              <a:ext uri="{FF2B5EF4-FFF2-40B4-BE49-F238E27FC236}">
                <a16:creationId xmlns:a16="http://schemas.microsoft.com/office/drawing/2014/main" id="{54C3D6DF-21BF-B7CC-8503-2F29838B218A}"/>
              </a:ext>
            </a:extLst>
          </p:cNvPr>
          <p:cNvSpPr txBox="1">
            <a:spLocks/>
          </p:cNvSpPr>
          <p:nvPr/>
        </p:nvSpPr>
        <p:spPr bwMode="auto">
          <a:xfrm>
            <a:off x="145740" y="6530156"/>
            <a:ext cx="1080120" cy="216719"/>
          </a:xfrm>
          <a:prstGeom prst="rect">
            <a:avLst/>
          </a:prstGeom>
          <a:noFill/>
        </p:spPr>
        <p:txBody>
          <a:bodyPr vert="horz" wrap="square" lIns="91440" tIns="45720" rIns="91440" bIns="45720" numCol="1" rtlCol="1" anchor="t" anchorCtr="0" compatLnSpc="1">
            <a:prstTxWarp prst="textNoShape">
              <a:avLst/>
            </a:prstTxWarp>
            <a:normAutofit lnSpcReduction="10000"/>
          </a:bodyPr>
          <a:lstStyle>
            <a:defPPr>
              <a:defRPr lang="en-GB"/>
            </a:defPPr>
            <a:lvl1pPr algn="r" rtl="1"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1pPr>
            <a:lvl2pPr marL="457200" algn="r" rtl="1"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2pPr>
            <a:lvl3pPr marL="914400" algn="r" rtl="1"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3pPr>
            <a:lvl4pPr marL="1371600" algn="r" rtl="1"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4pPr>
            <a:lvl5pPr marL="1828800" algn="r" rtl="1"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5pPr>
            <a:lvl6pPr marL="2286000" algn="r" defTabSz="914400" rtl="1" eaLnBrk="1" latinLnBrk="0" hangingPunct="1">
              <a:defRPr kern="1200">
                <a:solidFill>
                  <a:schemeClr val="tx1"/>
                </a:solidFill>
                <a:latin typeface="Arial" panose="020B0604020202020204" pitchFamily="34" charset="0"/>
                <a:ea typeface="+mn-ea"/>
                <a:cs typeface="Arial" panose="020B0604020202020204" pitchFamily="34" charset="0"/>
              </a:defRPr>
            </a:lvl6pPr>
            <a:lvl7pPr marL="2743200" algn="r" defTabSz="914400" rtl="1" eaLnBrk="1" latinLnBrk="0" hangingPunct="1">
              <a:defRPr kern="1200">
                <a:solidFill>
                  <a:schemeClr val="tx1"/>
                </a:solidFill>
                <a:latin typeface="Arial" panose="020B0604020202020204" pitchFamily="34" charset="0"/>
                <a:ea typeface="+mn-ea"/>
                <a:cs typeface="Arial" panose="020B0604020202020204" pitchFamily="34" charset="0"/>
              </a:defRPr>
            </a:lvl7pPr>
            <a:lvl8pPr marL="3200400" algn="r" defTabSz="914400" rtl="1" eaLnBrk="1" latinLnBrk="0" hangingPunct="1">
              <a:defRPr kern="1200">
                <a:solidFill>
                  <a:schemeClr val="tx1"/>
                </a:solidFill>
                <a:latin typeface="Arial" panose="020B0604020202020204" pitchFamily="34" charset="0"/>
                <a:ea typeface="+mn-ea"/>
                <a:cs typeface="Arial" panose="020B0604020202020204" pitchFamily="34" charset="0"/>
              </a:defRPr>
            </a:lvl8pPr>
            <a:lvl9pPr marL="3657600" algn="r" defTabSz="914400" rtl="1" eaLnBrk="1" latinLnBrk="0" hangingPunct="1">
              <a:defRPr kern="1200">
                <a:solidFill>
                  <a:schemeClr val="tx1"/>
                </a:solidFill>
                <a:latin typeface="Arial" panose="020B0604020202020204" pitchFamily="34" charset="0"/>
                <a:ea typeface="+mn-ea"/>
                <a:cs typeface="Arial" panose="020B0604020202020204" pitchFamily="34" charset="0"/>
              </a:defRPr>
            </a:lvl9pPr>
          </a:lstStyle>
          <a:p>
            <a:pPr algn="l">
              <a:lnSpc>
                <a:spcPct val="90000"/>
              </a:lnSpc>
              <a:spcAft>
                <a:spcPts val="600"/>
              </a:spcAft>
              <a:defRPr/>
            </a:pPr>
            <a:r>
              <a:rPr lang="en-GB" sz="1000" b="0" i="0" dirty="0">
                <a:solidFill>
                  <a:srgbClr val="444444"/>
                </a:solidFill>
                <a:effectLst/>
                <a:latin typeface="Calibri" panose="020F0502020204030204" pitchFamily="34" charset="0"/>
              </a:rPr>
              <a:t>A103000359725</a:t>
            </a:r>
            <a:endParaRPr lang="ar" sz="1000" dirty="0"/>
          </a:p>
        </p:txBody>
      </p:sp>
    </p:spTree>
    <p:extLst>
      <p:ext uri="{BB962C8B-B14F-4D97-AF65-F5344CB8AC3E}">
        <p14:creationId xmlns:p14="http://schemas.microsoft.com/office/powerpoint/2010/main" val="588007661"/>
      </p:ext>
    </p:extLst>
  </p:cSld>
  <p:clrMapOvr>
    <a:masterClrMapping/>
  </p:clrMapOvr>
  <p:transition>
    <p:sndAc>
      <p:stSnd>
        <p:snd r:embed="rId3" name="click.wav"/>
      </p:stSnd>
    </p:sndAc>
  </p:transition>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9" name="Content Placeholder 3">
            <a:extLst>
              <a:ext uri="{FF2B5EF4-FFF2-40B4-BE49-F238E27FC236}">
                <a16:creationId xmlns:a16="http://schemas.microsoft.com/office/drawing/2014/main" id="{453C7683-8588-7ABC-32E0-8A4E68218620}"/>
              </a:ext>
            </a:extLst>
          </p:cNvPr>
          <p:cNvSpPr>
            <a:spLocks noGrp="1" noChangeArrowheads="1"/>
          </p:cNvSpPr>
          <p:nvPr>
            <p:ph sz="half" idx="2"/>
          </p:nvPr>
        </p:nvSpPr>
        <p:spPr bwMode="auto">
          <a:xfrm>
            <a:off x="0" y="2780928"/>
            <a:ext cx="9144000" cy="3096344"/>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indent="0">
              <a:buFont typeface="Wingdings" panose="05000000000000000000" pitchFamily="2" charset="2"/>
              <a:buNone/>
            </a:pPr>
            <a:r>
              <a:rPr lang="ar-EG" dirty="0"/>
              <a:t>يمكن أن يكون لقطاع الضيافة تأثير على قدرة الأفراد على اتباع نمط حياة صحي.</a:t>
            </a:r>
          </a:p>
          <a:p>
            <a:pPr indent="0">
              <a:buFont typeface="Wingdings" panose="05000000000000000000" pitchFamily="2" charset="2"/>
              <a:buNone/>
            </a:pPr>
            <a:endParaRPr lang="en-GB" altLang="en-US" dirty="0"/>
          </a:p>
          <a:p>
            <a:pPr indent="0">
              <a:buFont typeface="Wingdings" panose="05000000000000000000" pitchFamily="2" charset="2"/>
              <a:buNone/>
            </a:pPr>
            <a:r>
              <a:rPr lang="ar-EG" dirty="0"/>
              <a:t>حتى لو كنت تأكل فقط في المطاعم أو تقيم في الفنادق من حين لآخر، فإن الضيافة </a:t>
            </a:r>
            <a:br>
              <a:rPr lang="ar-EG" dirty="0"/>
            </a:br>
            <a:r>
              <a:rPr lang="ar-EG" dirty="0"/>
              <a:t>قد يكون له تأثيرات إيجابية وسلبية على نمط حياتك.</a:t>
            </a:r>
          </a:p>
          <a:p>
            <a:pPr indent="0">
              <a:buFont typeface="Wingdings" panose="05000000000000000000" pitchFamily="2" charset="2"/>
              <a:buNone/>
            </a:pPr>
            <a:endParaRPr lang="en-GB" altLang="en-US" dirty="0"/>
          </a:p>
          <a:p>
            <a:pPr indent="0">
              <a:buFont typeface="Wingdings" panose="05000000000000000000" pitchFamily="2" charset="2"/>
              <a:buNone/>
            </a:pPr>
            <a:r>
              <a:rPr lang="ar-EG" dirty="0"/>
              <a:t>دعونا نتحقق من هذه الآثار.</a:t>
            </a:r>
          </a:p>
          <a:p>
            <a:pPr indent="0">
              <a:buFont typeface="Wingdings" panose="05000000000000000000" pitchFamily="2" charset="2"/>
              <a:buNone/>
            </a:pPr>
            <a:endParaRPr lang="en-GB" altLang="en-US" dirty="0"/>
          </a:p>
        </p:txBody>
      </p:sp>
      <p:sp>
        <p:nvSpPr>
          <p:cNvPr id="34820" name="Rectangle 1">
            <a:extLst>
              <a:ext uri="{FF2B5EF4-FFF2-40B4-BE49-F238E27FC236}">
                <a16:creationId xmlns:a16="http://schemas.microsoft.com/office/drawing/2014/main" id="{8DCD7CE1-603D-4D59-3DBB-C13C0B6505F0}"/>
              </a:ext>
            </a:extLst>
          </p:cNvPr>
          <p:cNvSpPr>
            <a:spLocks noChangeArrowheads="1"/>
          </p:cNvSpPr>
          <p:nvPr/>
        </p:nvSpPr>
        <p:spPr bwMode="auto">
          <a:xfrm>
            <a:off x="0" y="1196752"/>
            <a:ext cx="9144000" cy="647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440" tIns="45720" rIns="91440" bIns="45720" anchor="t"/>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a:r>
              <a:rPr lang="ar-EG" sz="3600" b="1" dirty="0">
                <a:latin typeface="Arial"/>
                <a:cs typeface="Arial"/>
              </a:rPr>
              <a:t>تأثير قطاع الضيافة على أنماط الحياة الصحية (1)</a:t>
            </a:r>
          </a:p>
        </p:txBody>
      </p:sp>
      <p:sp>
        <p:nvSpPr>
          <p:cNvPr id="2" name="Footer Placeholder 2">
            <a:extLst>
              <a:ext uri="{FF2B5EF4-FFF2-40B4-BE49-F238E27FC236}">
                <a16:creationId xmlns:a16="http://schemas.microsoft.com/office/drawing/2014/main" id="{37136591-4A13-F676-030B-B285E3C36D85}"/>
              </a:ext>
            </a:extLst>
          </p:cNvPr>
          <p:cNvSpPr txBox="1">
            <a:spLocks/>
          </p:cNvSpPr>
          <p:nvPr/>
        </p:nvSpPr>
        <p:spPr bwMode="auto">
          <a:xfrm>
            <a:off x="145740" y="6530156"/>
            <a:ext cx="1080120" cy="216719"/>
          </a:xfrm>
          <a:prstGeom prst="rect">
            <a:avLst/>
          </a:prstGeom>
          <a:noFill/>
        </p:spPr>
        <p:txBody>
          <a:bodyPr vert="horz" wrap="square" lIns="91440" tIns="45720" rIns="91440" bIns="45720" numCol="1" rtlCol="1" anchor="t" anchorCtr="0" compatLnSpc="1">
            <a:prstTxWarp prst="textNoShape">
              <a:avLst/>
            </a:prstTxWarp>
            <a:normAutofit lnSpcReduction="10000"/>
          </a:bodyPr>
          <a:lstStyle>
            <a:defPPr>
              <a:defRPr lang="en-GB"/>
            </a:defPPr>
            <a:lvl1pPr algn="r" rtl="1"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1pPr>
            <a:lvl2pPr marL="457200" algn="r" rtl="1"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2pPr>
            <a:lvl3pPr marL="914400" algn="r" rtl="1"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3pPr>
            <a:lvl4pPr marL="1371600" algn="r" rtl="1"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4pPr>
            <a:lvl5pPr marL="1828800" algn="r" rtl="1"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5pPr>
            <a:lvl6pPr marL="2286000" algn="r" defTabSz="914400" rtl="1" eaLnBrk="1" latinLnBrk="0" hangingPunct="1">
              <a:defRPr kern="1200">
                <a:solidFill>
                  <a:schemeClr val="tx1"/>
                </a:solidFill>
                <a:latin typeface="Arial" panose="020B0604020202020204" pitchFamily="34" charset="0"/>
                <a:ea typeface="+mn-ea"/>
                <a:cs typeface="Arial" panose="020B0604020202020204" pitchFamily="34" charset="0"/>
              </a:defRPr>
            </a:lvl6pPr>
            <a:lvl7pPr marL="2743200" algn="r" defTabSz="914400" rtl="1" eaLnBrk="1" latinLnBrk="0" hangingPunct="1">
              <a:defRPr kern="1200">
                <a:solidFill>
                  <a:schemeClr val="tx1"/>
                </a:solidFill>
                <a:latin typeface="Arial" panose="020B0604020202020204" pitchFamily="34" charset="0"/>
                <a:ea typeface="+mn-ea"/>
                <a:cs typeface="Arial" panose="020B0604020202020204" pitchFamily="34" charset="0"/>
              </a:defRPr>
            </a:lvl7pPr>
            <a:lvl8pPr marL="3200400" algn="r" defTabSz="914400" rtl="1" eaLnBrk="1" latinLnBrk="0" hangingPunct="1">
              <a:defRPr kern="1200">
                <a:solidFill>
                  <a:schemeClr val="tx1"/>
                </a:solidFill>
                <a:latin typeface="Arial" panose="020B0604020202020204" pitchFamily="34" charset="0"/>
                <a:ea typeface="+mn-ea"/>
                <a:cs typeface="Arial" panose="020B0604020202020204" pitchFamily="34" charset="0"/>
              </a:defRPr>
            </a:lvl8pPr>
            <a:lvl9pPr marL="3657600" algn="r" defTabSz="914400" rtl="1" eaLnBrk="1" latinLnBrk="0" hangingPunct="1">
              <a:defRPr kern="1200">
                <a:solidFill>
                  <a:schemeClr val="tx1"/>
                </a:solidFill>
                <a:latin typeface="Arial" panose="020B0604020202020204" pitchFamily="34" charset="0"/>
                <a:ea typeface="+mn-ea"/>
                <a:cs typeface="Arial" panose="020B0604020202020204" pitchFamily="34" charset="0"/>
              </a:defRPr>
            </a:lvl9pPr>
          </a:lstStyle>
          <a:p>
            <a:pPr algn="l">
              <a:lnSpc>
                <a:spcPct val="90000"/>
              </a:lnSpc>
              <a:spcAft>
                <a:spcPts val="600"/>
              </a:spcAft>
              <a:defRPr/>
            </a:pPr>
            <a:r>
              <a:rPr lang="en-GB" sz="1000" b="0" i="0" dirty="0">
                <a:solidFill>
                  <a:srgbClr val="444444"/>
                </a:solidFill>
                <a:effectLst/>
                <a:latin typeface="Calibri" panose="020F0502020204030204" pitchFamily="34" charset="0"/>
              </a:rPr>
              <a:t>A103000359725</a:t>
            </a:r>
            <a:endParaRPr lang="ar" sz="1000" dirty="0"/>
          </a:p>
        </p:txBody>
      </p:sp>
    </p:spTree>
    <p:extLst>
      <p:ext uri="{BB962C8B-B14F-4D97-AF65-F5344CB8AC3E}">
        <p14:creationId xmlns:p14="http://schemas.microsoft.com/office/powerpoint/2010/main" val="3621417310"/>
      </p:ext>
    </p:extLst>
  </p:cSld>
  <p:clrMapOvr>
    <a:masterClrMapping/>
  </p:clrMapOvr>
  <p:transition>
    <p:sndAc>
      <p:stSnd>
        <p:snd r:embed="rId3" name="click.wav"/>
      </p:stSnd>
    </p:sndAc>
  </p:transition>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9" name="Content Placeholder 3">
            <a:extLst>
              <a:ext uri="{FF2B5EF4-FFF2-40B4-BE49-F238E27FC236}">
                <a16:creationId xmlns:a16="http://schemas.microsoft.com/office/drawing/2014/main" id="{453C7683-8588-7ABC-32E0-8A4E68218620}"/>
              </a:ext>
            </a:extLst>
          </p:cNvPr>
          <p:cNvSpPr>
            <a:spLocks noGrp="1" noChangeArrowheads="1"/>
          </p:cNvSpPr>
          <p:nvPr>
            <p:ph sz="half" idx="2"/>
          </p:nvPr>
        </p:nvSpPr>
        <p:spPr bwMode="auto">
          <a:xfrm>
            <a:off x="102849" y="1999811"/>
            <a:ext cx="9144000" cy="6477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indent="0">
              <a:buFont typeface="Wingdings" panose="05000000000000000000" pitchFamily="2" charset="2"/>
              <a:buNone/>
            </a:pPr>
            <a:r>
              <a:rPr lang="ar-EG" b="1"/>
              <a:t>المساهمات الإيجابية: تصميم قائمة الطعام </a:t>
            </a:r>
          </a:p>
          <a:p>
            <a:pPr indent="0">
              <a:buFont typeface="Wingdings" panose="05000000000000000000" pitchFamily="2" charset="2"/>
              <a:buNone/>
            </a:pPr>
            <a:endParaRPr lang="en-GB" altLang="en-US" dirty="0"/>
          </a:p>
          <a:p>
            <a:pPr marL="685800"/>
            <a:endParaRPr lang="en-GB" altLang="en-US" dirty="0"/>
          </a:p>
        </p:txBody>
      </p:sp>
      <p:sp>
        <p:nvSpPr>
          <p:cNvPr id="34820" name="Rectangle 1">
            <a:extLst>
              <a:ext uri="{FF2B5EF4-FFF2-40B4-BE49-F238E27FC236}">
                <a16:creationId xmlns:a16="http://schemas.microsoft.com/office/drawing/2014/main" id="{8DCD7CE1-603D-4D59-3DBB-C13C0B6505F0}"/>
              </a:ext>
            </a:extLst>
          </p:cNvPr>
          <p:cNvSpPr>
            <a:spLocks noChangeArrowheads="1"/>
          </p:cNvSpPr>
          <p:nvPr/>
        </p:nvSpPr>
        <p:spPr bwMode="auto">
          <a:xfrm>
            <a:off x="0" y="1196751"/>
            <a:ext cx="9144000" cy="80305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440" tIns="45720" rIns="91440" bIns="45720" anchor="t"/>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a:r>
              <a:rPr lang="ar-EG" sz="2800" b="1">
                <a:latin typeface="Arial"/>
                <a:cs typeface="Arial"/>
              </a:rPr>
              <a:t>تأثير قطاع الضيافة على أنماط الحياة الصحية (2)</a:t>
            </a:r>
          </a:p>
        </p:txBody>
      </p:sp>
      <p:sp>
        <p:nvSpPr>
          <p:cNvPr id="2" name="TextBox 1">
            <a:extLst>
              <a:ext uri="{FF2B5EF4-FFF2-40B4-BE49-F238E27FC236}">
                <a16:creationId xmlns:a16="http://schemas.microsoft.com/office/drawing/2014/main" id="{4C7A743B-D3B9-D7EB-E21A-52C156CB95E0}"/>
              </a:ext>
            </a:extLst>
          </p:cNvPr>
          <p:cNvSpPr txBox="1"/>
          <p:nvPr/>
        </p:nvSpPr>
        <p:spPr>
          <a:xfrm>
            <a:off x="3632837" y="2332357"/>
            <a:ext cx="5268204" cy="3416320"/>
          </a:xfrm>
          <a:prstGeom prst="rect">
            <a:avLst/>
          </a:prstGeom>
          <a:noFill/>
        </p:spPr>
        <p:txBody>
          <a:bodyPr wrap="square" numCol="1" rtlCol="0">
            <a:spAutoFit/>
          </a:bodyPr>
          <a:lstStyle/>
          <a:p>
            <a:r>
              <a:rPr lang="ar-EG" sz="2400" dirty="0"/>
              <a:t>ثمة مجموعة من الطرق التي يمكن من خلالها تصميم قائمة الطعام لدعم نمط حياة صحي، مع مراعاة ومناقشة ما يلي:</a:t>
            </a:r>
          </a:p>
          <a:p>
            <a:pPr marL="342900" indent="-342900">
              <a:buFont typeface="Wingdings" pitchFamily="2" charset="2"/>
              <a:buChar char="§"/>
            </a:pPr>
            <a:r>
              <a:rPr lang="ar-EG" sz="2400" dirty="0"/>
              <a:t>تكييف الوصفات وتقديم بدائل صحية</a:t>
            </a:r>
          </a:p>
          <a:p>
            <a:pPr marL="342900" indent="-342900">
              <a:buFont typeface="Wingdings" pitchFamily="2" charset="2"/>
              <a:buChar char="§"/>
            </a:pPr>
            <a:r>
              <a:rPr lang="ar-EG" sz="2400" dirty="0"/>
              <a:t>طرق الطهي</a:t>
            </a:r>
          </a:p>
          <a:p>
            <a:pPr marL="342900" indent="-342900">
              <a:buFont typeface="Wingdings" pitchFamily="2" charset="2"/>
              <a:buChar char="§"/>
            </a:pPr>
            <a:r>
              <a:rPr lang="ar-EG" sz="2400" dirty="0"/>
              <a:t>الامتثال لإرشادات الأكل الصحي</a:t>
            </a:r>
          </a:p>
          <a:p>
            <a:pPr marL="342900" indent="-342900">
              <a:buFont typeface="Wingdings" pitchFamily="2" charset="2"/>
              <a:buChar char="§"/>
            </a:pPr>
            <a:r>
              <a:rPr lang="ar-EG" sz="2400" dirty="0"/>
              <a:t>توفير الأنظمة الغذائية الصحية تحت </a:t>
            </a:r>
            <a:br>
              <a:rPr lang="ar-EG" sz="2400" dirty="0"/>
            </a:br>
            <a:r>
              <a:rPr lang="ar-EG" sz="2400" dirty="0"/>
              <a:t>إشراف متخصصين</a:t>
            </a:r>
          </a:p>
          <a:p>
            <a:pPr marL="342900" indent="-342900">
              <a:buFont typeface="Wingdings" pitchFamily="2" charset="2"/>
              <a:buChar char="§"/>
            </a:pPr>
            <a:r>
              <a:rPr lang="ar-EG" sz="2400" dirty="0"/>
              <a:t>المسؤولية عن التسعير والعروض الترويجية.</a:t>
            </a:r>
          </a:p>
        </p:txBody>
      </p:sp>
      <p:pic>
        <p:nvPicPr>
          <p:cNvPr id="5" name="Picture 4">
            <a:extLst>
              <a:ext uri="{FF2B5EF4-FFF2-40B4-BE49-F238E27FC236}">
                <a16:creationId xmlns:a16="http://schemas.microsoft.com/office/drawing/2014/main" id="{FC552012-A121-B612-3DD5-577949ECD249}"/>
              </a:ext>
            </a:extLst>
          </p:cNvPr>
          <p:cNvPicPr>
            <a:picLocks noChangeAspect="1"/>
          </p:cNvPicPr>
          <p:nvPr/>
        </p:nvPicPr>
        <p:blipFill>
          <a:blip r:embed="rId4" cstate="screen">
            <a:extLst>
              <a:ext uri="{28A0092B-C50C-407E-A947-70E740481C1C}">
                <a14:useLocalDpi xmlns:a14="http://schemas.microsoft.com/office/drawing/2010/main"/>
              </a:ext>
            </a:extLst>
          </a:blip>
          <a:stretch>
            <a:fillRect/>
          </a:stretch>
        </p:blipFill>
        <p:spPr>
          <a:xfrm>
            <a:off x="467544" y="2830973"/>
            <a:ext cx="3023320" cy="3023320"/>
          </a:xfrm>
          <a:prstGeom prst="rect">
            <a:avLst/>
          </a:prstGeom>
        </p:spPr>
      </p:pic>
      <p:sp>
        <p:nvSpPr>
          <p:cNvPr id="3" name="Footer Placeholder 2">
            <a:extLst>
              <a:ext uri="{FF2B5EF4-FFF2-40B4-BE49-F238E27FC236}">
                <a16:creationId xmlns:a16="http://schemas.microsoft.com/office/drawing/2014/main" id="{6CF054A0-E2CD-CCF8-457F-6E8B0BD19A44}"/>
              </a:ext>
            </a:extLst>
          </p:cNvPr>
          <p:cNvSpPr txBox="1">
            <a:spLocks/>
          </p:cNvSpPr>
          <p:nvPr/>
        </p:nvSpPr>
        <p:spPr bwMode="auto">
          <a:xfrm>
            <a:off x="145740" y="6530156"/>
            <a:ext cx="1080120" cy="216719"/>
          </a:xfrm>
          <a:prstGeom prst="rect">
            <a:avLst/>
          </a:prstGeom>
          <a:noFill/>
        </p:spPr>
        <p:txBody>
          <a:bodyPr vert="horz" wrap="square" lIns="91440" tIns="45720" rIns="91440" bIns="45720" numCol="1" rtlCol="1" anchor="t" anchorCtr="0" compatLnSpc="1">
            <a:prstTxWarp prst="textNoShape">
              <a:avLst/>
            </a:prstTxWarp>
            <a:normAutofit lnSpcReduction="10000"/>
          </a:bodyPr>
          <a:lstStyle>
            <a:defPPr>
              <a:defRPr lang="en-GB"/>
            </a:defPPr>
            <a:lvl1pPr algn="r" rtl="1"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1pPr>
            <a:lvl2pPr marL="457200" algn="r" rtl="1"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2pPr>
            <a:lvl3pPr marL="914400" algn="r" rtl="1"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3pPr>
            <a:lvl4pPr marL="1371600" algn="r" rtl="1"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4pPr>
            <a:lvl5pPr marL="1828800" algn="r" rtl="1"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5pPr>
            <a:lvl6pPr marL="2286000" algn="r" defTabSz="914400" rtl="1" eaLnBrk="1" latinLnBrk="0" hangingPunct="1">
              <a:defRPr kern="1200">
                <a:solidFill>
                  <a:schemeClr val="tx1"/>
                </a:solidFill>
                <a:latin typeface="Arial" panose="020B0604020202020204" pitchFamily="34" charset="0"/>
                <a:ea typeface="+mn-ea"/>
                <a:cs typeface="Arial" panose="020B0604020202020204" pitchFamily="34" charset="0"/>
              </a:defRPr>
            </a:lvl6pPr>
            <a:lvl7pPr marL="2743200" algn="r" defTabSz="914400" rtl="1" eaLnBrk="1" latinLnBrk="0" hangingPunct="1">
              <a:defRPr kern="1200">
                <a:solidFill>
                  <a:schemeClr val="tx1"/>
                </a:solidFill>
                <a:latin typeface="Arial" panose="020B0604020202020204" pitchFamily="34" charset="0"/>
                <a:ea typeface="+mn-ea"/>
                <a:cs typeface="Arial" panose="020B0604020202020204" pitchFamily="34" charset="0"/>
              </a:defRPr>
            </a:lvl7pPr>
            <a:lvl8pPr marL="3200400" algn="r" defTabSz="914400" rtl="1" eaLnBrk="1" latinLnBrk="0" hangingPunct="1">
              <a:defRPr kern="1200">
                <a:solidFill>
                  <a:schemeClr val="tx1"/>
                </a:solidFill>
                <a:latin typeface="Arial" panose="020B0604020202020204" pitchFamily="34" charset="0"/>
                <a:ea typeface="+mn-ea"/>
                <a:cs typeface="Arial" panose="020B0604020202020204" pitchFamily="34" charset="0"/>
              </a:defRPr>
            </a:lvl8pPr>
            <a:lvl9pPr marL="3657600" algn="r" defTabSz="914400" rtl="1" eaLnBrk="1" latinLnBrk="0" hangingPunct="1">
              <a:defRPr kern="1200">
                <a:solidFill>
                  <a:schemeClr val="tx1"/>
                </a:solidFill>
                <a:latin typeface="Arial" panose="020B0604020202020204" pitchFamily="34" charset="0"/>
                <a:ea typeface="+mn-ea"/>
                <a:cs typeface="Arial" panose="020B0604020202020204" pitchFamily="34" charset="0"/>
              </a:defRPr>
            </a:lvl9pPr>
          </a:lstStyle>
          <a:p>
            <a:pPr algn="l">
              <a:lnSpc>
                <a:spcPct val="90000"/>
              </a:lnSpc>
              <a:spcAft>
                <a:spcPts val="600"/>
              </a:spcAft>
              <a:defRPr/>
            </a:pPr>
            <a:r>
              <a:rPr lang="en-GB" sz="1000" b="0" i="0" dirty="0">
                <a:solidFill>
                  <a:srgbClr val="444444"/>
                </a:solidFill>
                <a:effectLst/>
                <a:latin typeface="Calibri" panose="020F0502020204030204" pitchFamily="34" charset="0"/>
              </a:rPr>
              <a:t>A103000359725</a:t>
            </a:r>
            <a:endParaRPr lang="ar" sz="1000" dirty="0"/>
          </a:p>
        </p:txBody>
      </p:sp>
    </p:spTree>
    <p:extLst>
      <p:ext uri="{BB962C8B-B14F-4D97-AF65-F5344CB8AC3E}">
        <p14:creationId xmlns:p14="http://schemas.microsoft.com/office/powerpoint/2010/main" val="3607508480"/>
      </p:ext>
    </p:extLst>
  </p:cSld>
  <p:clrMapOvr>
    <a:masterClrMapping/>
  </p:clrMapOvr>
  <p:transition>
    <p:sndAc>
      <p:stSnd>
        <p:snd r:embed="rId3" name="click.wav"/>
      </p:stSnd>
    </p:sndAc>
  </p:transition>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9" name="Content Placeholder 3">
            <a:extLst>
              <a:ext uri="{FF2B5EF4-FFF2-40B4-BE49-F238E27FC236}">
                <a16:creationId xmlns:a16="http://schemas.microsoft.com/office/drawing/2014/main" id="{453C7683-8588-7ABC-32E0-8A4E68218620}"/>
              </a:ext>
            </a:extLst>
          </p:cNvPr>
          <p:cNvSpPr>
            <a:spLocks noGrp="1" noChangeArrowheads="1"/>
          </p:cNvSpPr>
          <p:nvPr>
            <p:ph sz="half" idx="2"/>
          </p:nvPr>
        </p:nvSpPr>
        <p:spPr bwMode="auto">
          <a:xfrm>
            <a:off x="180528" y="2492896"/>
            <a:ext cx="9144000" cy="6477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indent="0">
              <a:buFont typeface="Wingdings" panose="05000000000000000000" pitchFamily="2" charset="2"/>
              <a:buNone/>
            </a:pPr>
            <a:r>
              <a:rPr lang="ar-EG" b="1"/>
              <a:t>المساهمات الإيجابية: تصميم قائمة الطعام</a:t>
            </a:r>
          </a:p>
          <a:p>
            <a:pPr indent="0">
              <a:buFont typeface="Wingdings" panose="05000000000000000000" pitchFamily="2" charset="2"/>
              <a:buNone/>
            </a:pPr>
            <a:endParaRPr lang="en-GB" altLang="en-US" dirty="0"/>
          </a:p>
          <a:p>
            <a:pPr marL="685800"/>
            <a:endParaRPr lang="en-GB" altLang="en-US" dirty="0"/>
          </a:p>
        </p:txBody>
      </p:sp>
      <p:sp>
        <p:nvSpPr>
          <p:cNvPr id="34820" name="Rectangle 1">
            <a:extLst>
              <a:ext uri="{FF2B5EF4-FFF2-40B4-BE49-F238E27FC236}">
                <a16:creationId xmlns:a16="http://schemas.microsoft.com/office/drawing/2014/main" id="{8DCD7CE1-603D-4D59-3DBB-C13C0B6505F0}"/>
              </a:ext>
            </a:extLst>
          </p:cNvPr>
          <p:cNvSpPr>
            <a:spLocks noChangeArrowheads="1"/>
          </p:cNvSpPr>
          <p:nvPr/>
        </p:nvSpPr>
        <p:spPr bwMode="auto">
          <a:xfrm>
            <a:off x="0" y="1196752"/>
            <a:ext cx="9144000" cy="647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440" tIns="45720" rIns="91440" bIns="45720" anchor="t"/>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a:r>
              <a:rPr lang="ar-EG" sz="3600" b="1">
                <a:latin typeface="Arial"/>
                <a:cs typeface="Arial"/>
              </a:rPr>
              <a:t>تأثير قطاع الضيافة على الصحة</a:t>
            </a:r>
          </a:p>
          <a:p>
            <a:pPr algn="ctr"/>
            <a:r>
              <a:rPr lang="ar-EG" sz="3600" b="1">
                <a:latin typeface="Arial"/>
                <a:cs typeface="Arial"/>
              </a:rPr>
              <a:t>أنماط الحياة (3)</a:t>
            </a:r>
          </a:p>
        </p:txBody>
      </p:sp>
      <p:sp>
        <p:nvSpPr>
          <p:cNvPr id="2" name="TextBox 1">
            <a:extLst>
              <a:ext uri="{FF2B5EF4-FFF2-40B4-BE49-F238E27FC236}">
                <a16:creationId xmlns:a16="http://schemas.microsoft.com/office/drawing/2014/main" id="{4C7A743B-D3B9-D7EB-E21A-52C156CB95E0}"/>
              </a:ext>
            </a:extLst>
          </p:cNvPr>
          <p:cNvSpPr txBox="1"/>
          <p:nvPr/>
        </p:nvSpPr>
        <p:spPr>
          <a:xfrm>
            <a:off x="4067944" y="2816746"/>
            <a:ext cx="4903305" cy="2677656"/>
          </a:xfrm>
          <a:prstGeom prst="rect">
            <a:avLst/>
          </a:prstGeom>
          <a:noFill/>
        </p:spPr>
        <p:txBody>
          <a:bodyPr wrap="square" numCol="1" rtlCol="0">
            <a:spAutoFit/>
          </a:bodyPr>
          <a:lstStyle/>
          <a:p>
            <a:pPr marL="342900" indent="-342900">
              <a:lnSpc>
                <a:spcPct val="150000"/>
              </a:lnSpc>
              <a:buFont typeface="Wingdings" pitchFamily="2" charset="2"/>
              <a:buChar char="§"/>
            </a:pPr>
            <a:r>
              <a:rPr lang="ar-EG" sz="2400" dirty="0"/>
              <a:t>تقييد استخدام المواد المضافة</a:t>
            </a:r>
          </a:p>
          <a:p>
            <a:pPr marL="342900" indent="-342900">
              <a:buFont typeface="Wingdings" pitchFamily="2" charset="2"/>
              <a:buChar char="§"/>
            </a:pPr>
            <a:r>
              <a:rPr lang="ar-EG" sz="2400" dirty="0"/>
              <a:t>عرض القيم الغذائية ووضع الملصقات وتوضيح مصطلحات قائمة الطعام </a:t>
            </a:r>
            <a:br>
              <a:rPr lang="ar-EG" sz="2400" dirty="0"/>
            </a:br>
            <a:r>
              <a:rPr lang="ar-EG" sz="2400" dirty="0"/>
              <a:t>وتدريب الموظفين</a:t>
            </a:r>
          </a:p>
          <a:p>
            <a:pPr marL="342900" indent="-342900">
              <a:lnSpc>
                <a:spcPct val="150000"/>
              </a:lnSpc>
              <a:buFont typeface="Wingdings" pitchFamily="2" charset="2"/>
              <a:buChar char="§"/>
            </a:pPr>
            <a:r>
              <a:rPr lang="ar-EG" sz="2400" dirty="0"/>
              <a:t>كميات أصغر من الطعام</a:t>
            </a:r>
          </a:p>
          <a:p>
            <a:pPr marL="342900" indent="-342900">
              <a:buFont typeface="Wingdings" pitchFamily="2" charset="2"/>
              <a:buChar char="§"/>
            </a:pPr>
            <a:r>
              <a:rPr lang="ar-EG" sz="2400" dirty="0"/>
              <a:t>استخدام الأغذية العضوية والمنتجة محليًا</a:t>
            </a:r>
          </a:p>
        </p:txBody>
      </p:sp>
      <p:sp>
        <p:nvSpPr>
          <p:cNvPr id="3" name="TextBox 2">
            <a:extLst>
              <a:ext uri="{FF2B5EF4-FFF2-40B4-BE49-F238E27FC236}">
                <a16:creationId xmlns:a16="http://schemas.microsoft.com/office/drawing/2014/main" id="{4CC7470E-1A04-3283-C322-7726B9FD88AF}"/>
              </a:ext>
            </a:extLst>
          </p:cNvPr>
          <p:cNvSpPr txBox="1"/>
          <p:nvPr/>
        </p:nvSpPr>
        <p:spPr>
          <a:xfrm>
            <a:off x="625050" y="5863734"/>
            <a:ext cx="8254956" cy="830997"/>
          </a:xfrm>
          <a:prstGeom prst="rect">
            <a:avLst/>
          </a:prstGeom>
          <a:noFill/>
        </p:spPr>
        <p:txBody>
          <a:bodyPr wrap="square" rtlCol="0">
            <a:spAutoFit/>
          </a:bodyPr>
          <a:lstStyle/>
          <a:p>
            <a:r>
              <a:rPr lang="ar-EG" sz="2400" b="1"/>
              <a:t>سؤال</a:t>
            </a:r>
            <a:r>
              <a:rPr lang="ar-EG" sz="2400"/>
              <a:t>: هل يمكنك التفكير في أي طرق أخرى يمكن من خلالها تصميم قوائم الطعام لتعزيز أنماط الحياة الصحية؟</a:t>
            </a:r>
          </a:p>
        </p:txBody>
      </p:sp>
      <p:pic>
        <p:nvPicPr>
          <p:cNvPr id="6" name="Picture 5">
            <a:extLst>
              <a:ext uri="{FF2B5EF4-FFF2-40B4-BE49-F238E27FC236}">
                <a16:creationId xmlns:a16="http://schemas.microsoft.com/office/drawing/2014/main" id="{94C896A5-E6B2-3166-91A2-493446AC507B}"/>
              </a:ext>
            </a:extLst>
          </p:cNvPr>
          <p:cNvPicPr>
            <a:picLocks noChangeAspect="1"/>
          </p:cNvPicPr>
          <p:nvPr/>
        </p:nvPicPr>
        <p:blipFill>
          <a:blip r:embed="rId4" cstate="screen">
            <a:extLst>
              <a:ext uri="{28A0092B-C50C-407E-A947-70E740481C1C}">
                <a14:useLocalDpi xmlns:a14="http://schemas.microsoft.com/office/drawing/2010/main"/>
              </a:ext>
            </a:extLst>
          </a:blip>
          <a:stretch>
            <a:fillRect/>
          </a:stretch>
        </p:blipFill>
        <p:spPr>
          <a:xfrm>
            <a:off x="539551" y="3153550"/>
            <a:ext cx="3511275" cy="2340851"/>
          </a:xfrm>
          <a:prstGeom prst="rect">
            <a:avLst/>
          </a:prstGeom>
        </p:spPr>
      </p:pic>
      <p:sp>
        <p:nvSpPr>
          <p:cNvPr id="4" name="Footer Placeholder 2">
            <a:extLst>
              <a:ext uri="{FF2B5EF4-FFF2-40B4-BE49-F238E27FC236}">
                <a16:creationId xmlns:a16="http://schemas.microsoft.com/office/drawing/2014/main" id="{86E5C884-D01A-0C64-C45E-554B27786FC4}"/>
              </a:ext>
            </a:extLst>
          </p:cNvPr>
          <p:cNvSpPr txBox="1">
            <a:spLocks/>
          </p:cNvSpPr>
          <p:nvPr/>
        </p:nvSpPr>
        <p:spPr bwMode="auto">
          <a:xfrm>
            <a:off x="145740" y="6530156"/>
            <a:ext cx="1080120" cy="216719"/>
          </a:xfrm>
          <a:prstGeom prst="rect">
            <a:avLst/>
          </a:prstGeom>
          <a:noFill/>
        </p:spPr>
        <p:txBody>
          <a:bodyPr vert="horz" wrap="square" lIns="91440" tIns="45720" rIns="91440" bIns="45720" numCol="1" rtlCol="1" anchor="t" anchorCtr="0" compatLnSpc="1">
            <a:prstTxWarp prst="textNoShape">
              <a:avLst/>
            </a:prstTxWarp>
            <a:normAutofit lnSpcReduction="10000"/>
          </a:bodyPr>
          <a:lstStyle>
            <a:defPPr>
              <a:defRPr lang="en-GB"/>
            </a:defPPr>
            <a:lvl1pPr algn="r" rtl="1"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1pPr>
            <a:lvl2pPr marL="457200" algn="r" rtl="1"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2pPr>
            <a:lvl3pPr marL="914400" algn="r" rtl="1"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3pPr>
            <a:lvl4pPr marL="1371600" algn="r" rtl="1"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4pPr>
            <a:lvl5pPr marL="1828800" algn="r" rtl="1"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5pPr>
            <a:lvl6pPr marL="2286000" algn="r" defTabSz="914400" rtl="1" eaLnBrk="1" latinLnBrk="0" hangingPunct="1">
              <a:defRPr kern="1200">
                <a:solidFill>
                  <a:schemeClr val="tx1"/>
                </a:solidFill>
                <a:latin typeface="Arial" panose="020B0604020202020204" pitchFamily="34" charset="0"/>
                <a:ea typeface="+mn-ea"/>
                <a:cs typeface="Arial" panose="020B0604020202020204" pitchFamily="34" charset="0"/>
              </a:defRPr>
            </a:lvl6pPr>
            <a:lvl7pPr marL="2743200" algn="r" defTabSz="914400" rtl="1" eaLnBrk="1" latinLnBrk="0" hangingPunct="1">
              <a:defRPr kern="1200">
                <a:solidFill>
                  <a:schemeClr val="tx1"/>
                </a:solidFill>
                <a:latin typeface="Arial" panose="020B0604020202020204" pitchFamily="34" charset="0"/>
                <a:ea typeface="+mn-ea"/>
                <a:cs typeface="Arial" panose="020B0604020202020204" pitchFamily="34" charset="0"/>
              </a:defRPr>
            </a:lvl7pPr>
            <a:lvl8pPr marL="3200400" algn="r" defTabSz="914400" rtl="1" eaLnBrk="1" latinLnBrk="0" hangingPunct="1">
              <a:defRPr kern="1200">
                <a:solidFill>
                  <a:schemeClr val="tx1"/>
                </a:solidFill>
                <a:latin typeface="Arial" panose="020B0604020202020204" pitchFamily="34" charset="0"/>
                <a:ea typeface="+mn-ea"/>
                <a:cs typeface="Arial" panose="020B0604020202020204" pitchFamily="34" charset="0"/>
              </a:defRPr>
            </a:lvl8pPr>
            <a:lvl9pPr marL="3657600" algn="r" defTabSz="914400" rtl="1" eaLnBrk="1" latinLnBrk="0" hangingPunct="1">
              <a:defRPr kern="1200">
                <a:solidFill>
                  <a:schemeClr val="tx1"/>
                </a:solidFill>
                <a:latin typeface="Arial" panose="020B0604020202020204" pitchFamily="34" charset="0"/>
                <a:ea typeface="+mn-ea"/>
                <a:cs typeface="Arial" panose="020B0604020202020204" pitchFamily="34" charset="0"/>
              </a:defRPr>
            </a:lvl9pPr>
          </a:lstStyle>
          <a:p>
            <a:pPr algn="l">
              <a:lnSpc>
                <a:spcPct val="90000"/>
              </a:lnSpc>
              <a:spcAft>
                <a:spcPts val="600"/>
              </a:spcAft>
              <a:defRPr/>
            </a:pPr>
            <a:r>
              <a:rPr lang="en-GB" sz="1000" b="0" i="0" dirty="0">
                <a:solidFill>
                  <a:srgbClr val="444444"/>
                </a:solidFill>
                <a:effectLst/>
                <a:latin typeface="Calibri" panose="020F0502020204030204" pitchFamily="34" charset="0"/>
              </a:rPr>
              <a:t>A103000359725</a:t>
            </a:r>
            <a:endParaRPr lang="ar" sz="1000" dirty="0"/>
          </a:p>
        </p:txBody>
      </p:sp>
    </p:spTree>
    <p:extLst>
      <p:ext uri="{BB962C8B-B14F-4D97-AF65-F5344CB8AC3E}">
        <p14:creationId xmlns:p14="http://schemas.microsoft.com/office/powerpoint/2010/main" val="71543213"/>
      </p:ext>
    </p:extLst>
  </p:cSld>
  <p:clrMapOvr>
    <a:masterClrMapping/>
  </p:clrMapOvr>
  <p:transition>
    <p:sndAc>
      <p:stSnd>
        <p:snd r:embed="rId3" name="click.wav"/>
      </p:stSnd>
    </p:sndAc>
  </p:transition>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9" name="Content Placeholder 3">
            <a:extLst>
              <a:ext uri="{FF2B5EF4-FFF2-40B4-BE49-F238E27FC236}">
                <a16:creationId xmlns:a16="http://schemas.microsoft.com/office/drawing/2014/main" id="{453C7683-8588-7ABC-32E0-8A4E68218620}"/>
              </a:ext>
            </a:extLst>
          </p:cNvPr>
          <p:cNvSpPr>
            <a:spLocks noGrp="1" noChangeArrowheads="1"/>
          </p:cNvSpPr>
          <p:nvPr>
            <p:ph sz="half" idx="2"/>
          </p:nvPr>
        </p:nvSpPr>
        <p:spPr bwMode="auto">
          <a:xfrm>
            <a:off x="251520" y="2545604"/>
            <a:ext cx="8892480" cy="6477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indent="0">
              <a:buFont typeface="Wingdings" panose="05000000000000000000" pitchFamily="2" charset="2"/>
              <a:buNone/>
            </a:pPr>
            <a:r>
              <a:rPr lang="ar-EG" b="1"/>
              <a:t>المساهمات الإيجابية: إيجاد مقدمي خدمات جدد</a:t>
            </a:r>
            <a:r>
              <a:rPr lang="en-US" b="1"/>
              <a:t> </a:t>
            </a:r>
          </a:p>
          <a:p>
            <a:pPr indent="0">
              <a:buFont typeface="Wingdings" panose="05000000000000000000" pitchFamily="2" charset="2"/>
              <a:buNone/>
            </a:pPr>
            <a:endParaRPr lang="en-GB" altLang="en-US" dirty="0"/>
          </a:p>
          <a:p>
            <a:pPr marL="685800"/>
            <a:endParaRPr lang="en-GB" altLang="en-US" dirty="0"/>
          </a:p>
        </p:txBody>
      </p:sp>
      <p:sp>
        <p:nvSpPr>
          <p:cNvPr id="34820" name="Rectangle 1">
            <a:extLst>
              <a:ext uri="{FF2B5EF4-FFF2-40B4-BE49-F238E27FC236}">
                <a16:creationId xmlns:a16="http://schemas.microsoft.com/office/drawing/2014/main" id="{8DCD7CE1-603D-4D59-3DBB-C13C0B6505F0}"/>
              </a:ext>
            </a:extLst>
          </p:cNvPr>
          <p:cNvSpPr>
            <a:spLocks noChangeArrowheads="1"/>
          </p:cNvSpPr>
          <p:nvPr/>
        </p:nvSpPr>
        <p:spPr bwMode="auto">
          <a:xfrm>
            <a:off x="0" y="1196752"/>
            <a:ext cx="9144000" cy="647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440" tIns="45720" rIns="91440" bIns="45720" anchor="t"/>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a:r>
              <a:rPr lang="ar-EG" sz="3600" b="1">
                <a:latin typeface="Arial"/>
                <a:cs typeface="Arial"/>
              </a:rPr>
              <a:t>تأثير قطاع الضيافة على الصحة</a:t>
            </a:r>
          </a:p>
          <a:p>
            <a:pPr algn="ctr"/>
            <a:r>
              <a:rPr lang="ar-EG" sz="3600" b="1">
                <a:latin typeface="Arial"/>
                <a:cs typeface="Arial"/>
              </a:rPr>
              <a:t>أنماط الحياة (4)</a:t>
            </a:r>
          </a:p>
        </p:txBody>
      </p:sp>
      <p:sp>
        <p:nvSpPr>
          <p:cNvPr id="2" name="TextBox 1">
            <a:extLst>
              <a:ext uri="{FF2B5EF4-FFF2-40B4-BE49-F238E27FC236}">
                <a16:creationId xmlns:a16="http://schemas.microsoft.com/office/drawing/2014/main" id="{4C7A743B-D3B9-D7EB-E21A-52C156CB95E0}"/>
              </a:ext>
            </a:extLst>
          </p:cNvPr>
          <p:cNvSpPr txBox="1"/>
          <p:nvPr/>
        </p:nvSpPr>
        <p:spPr>
          <a:xfrm>
            <a:off x="5012" y="3129379"/>
            <a:ext cx="8681528" cy="1685846"/>
          </a:xfrm>
          <a:prstGeom prst="rect">
            <a:avLst/>
          </a:prstGeom>
          <a:noFill/>
        </p:spPr>
        <p:txBody>
          <a:bodyPr wrap="square" rtlCol="0">
            <a:spAutoFit/>
          </a:bodyPr>
          <a:lstStyle/>
          <a:p>
            <a:pPr marL="342900" indent="-342900">
              <a:lnSpc>
                <a:spcPct val="150000"/>
              </a:lnSpc>
              <a:buFont typeface="Wingdings" pitchFamily="2" charset="2"/>
              <a:buChar char="§"/>
            </a:pPr>
            <a:r>
              <a:rPr lang="ar-EG" sz="2400"/>
              <a:t>مطاعم نباتية</a:t>
            </a:r>
          </a:p>
          <a:p>
            <a:pPr marL="342900" indent="-342900">
              <a:lnSpc>
                <a:spcPct val="150000"/>
              </a:lnSpc>
              <a:buFont typeface="Wingdings" pitchFamily="2" charset="2"/>
              <a:buChar char="§"/>
            </a:pPr>
            <a:r>
              <a:rPr lang="ar-EG" sz="2400"/>
              <a:t>مطاعم نباتية بحتة</a:t>
            </a:r>
          </a:p>
          <a:p>
            <a:pPr marL="342900" indent="-342900">
              <a:lnSpc>
                <a:spcPct val="150000"/>
              </a:lnSpc>
              <a:buFont typeface="Wingdings" pitchFamily="2" charset="2"/>
              <a:buChar char="§"/>
            </a:pPr>
            <a:r>
              <a:rPr lang="ar-EG" sz="2400"/>
              <a:t>مطاعم تقدم المأكولات الصحية</a:t>
            </a:r>
          </a:p>
        </p:txBody>
      </p:sp>
      <p:sp>
        <p:nvSpPr>
          <p:cNvPr id="4" name="TextBox 3">
            <a:extLst>
              <a:ext uri="{FF2B5EF4-FFF2-40B4-BE49-F238E27FC236}">
                <a16:creationId xmlns:a16="http://schemas.microsoft.com/office/drawing/2014/main" id="{F0BC7EE2-99AE-1F51-8BE7-ED7D66A37941}"/>
              </a:ext>
            </a:extLst>
          </p:cNvPr>
          <p:cNvSpPr txBox="1"/>
          <p:nvPr/>
        </p:nvSpPr>
        <p:spPr>
          <a:xfrm>
            <a:off x="138943" y="5445804"/>
            <a:ext cx="8681528" cy="830997"/>
          </a:xfrm>
          <a:prstGeom prst="rect">
            <a:avLst/>
          </a:prstGeom>
          <a:noFill/>
        </p:spPr>
        <p:txBody>
          <a:bodyPr wrap="square" rtlCol="0">
            <a:spAutoFit/>
          </a:bodyPr>
          <a:lstStyle/>
          <a:p>
            <a:r>
              <a:rPr lang="ar-EG" sz="2400" b="1"/>
              <a:t>سؤال</a:t>
            </a:r>
            <a:r>
              <a:rPr lang="ar-EG" sz="2400"/>
              <a:t>: هل يمكنك التفكير في أي أنواع أخرى من المطاعم تعتبر صحية؟</a:t>
            </a:r>
          </a:p>
        </p:txBody>
      </p:sp>
      <p:sp>
        <p:nvSpPr>
          <p:cNvPr id="3" name="Footer Placeholder 2">
            <a:extLst>
              <a:ext uri="{FF2B5EF4-FFF2-40B4-BE49-F238E27FC236}">
                <a16:creationId xmlns:a16="http://schemas.microsoft.com/office/drawing/2014/main" id="{26A0AC10-1BC8-2D16-0642-B66E5FD4F7BC}"/>
              </a:ext>
            </a:extLst>
          </p:cNvPr>
          <p:cNvSpPr txBox="1">
            <a:spLocks/>
          </p:cNvSpPr>
          <p:nvPr/>
        </p:nvSpPr>
        <p:spPr bwMode="auto">
          <a:xfrm>
            <a:off x="145740" y="6530156"/>
            <a:ext cx="1080120" cy="216719"/>
          </a:xfrm>
          <a:prstGeom prst="rect">
            <a:avLst/>
          </a:prstGeom>
          <a:noFill/>
        </p:spPr>
        <p:txBody>
          <a:bodyPr vert="horz" wrap="square" lIns="91440" tIns="45720" rIns="91440" bIns="45720" numCol="1" rtlCol="1" anchor="t" anchorCtr="0" compatLnSpc="1">
            <a:prstTxWarp prst="textNoShape">
              <a:avLst/>
            </a:prstTxWarp>
            <a:normAutofit lnSpcReduction="10000"/>
          </a:bodyPr>
          <a:lstStyle>
            <a:defPPr>
              <a:defRPr lang="en-GB"/>
            </a:defPPr>
            <a:lvl1pPr algn="r" rtl="1"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1pPr>
            <a:lvl2pPr marL="457200" algn="r" rtl="1"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2pPr>
            <a:lvl3pPr marL="914400" algn="r" rtl="1"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3pPr>
            <a:lvl4pPr marL="1371600" algn="r" rtl="1"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4pPr>
            <a:lvl5pPr marL="1828800" algn="r" rtl="1"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5pPr>
            <a:lvl6pPr marL="2286000" algn="r" defTabSz="914400" rtl="1" eaLnBrk="1" latinLnBrk="0" hangingPunct="1">
              <a:defRPr kern="1200">
                <a:solidFill>
                  <a:schemeClr val="tx1"/>
                </a:solidFill>
                <a:latin typeface="Arial" panose="020B0604020202020204" pitchFamily="34" charset="0"/>
                <a:ea typeface="+mn-ea"/>
                <a:cs typeface="Arial" panose="020B0604020202020204" pitchFamily="34" charset="0"/>
              </a:defRPr>
            </a:lvl6pPr>
            <a:lvl7pPr marL="2743200" algn="r" defTabSz="914400" rtl="1" eaLnBrk="1" latinLnBrk="0" hangingPunct="1">
              <a:defRPr kern="1200">
                <a:solidFill>
                  <a:schemeClr val="tx1"/>
                </a:solidFill>
                <a:latin typeface="Arial" panose="020B0604020202020204" pitchFamily="34" charset="0"/>
                <a:ea typeface="+mn-ea"/>
                <a:cs typeface="Arial" panose="020B0604020202020204" pitchFamily="34" charset="0"/>
              </a:defRPr>
            </a:lvl7pPr>
            <a:lvl8pPr marL="3200400" algn="r" defTabSz="914400" rtl="1" eaLnBrk="1" latinLnBrk="0" hangingPunct="1">
              <a:defRPr kern="1200">
                <a:solidFill>
                  <a:schemeClr val="tx1"/>
                </a:solidFill>
                <a:latin typeface="Arial" panose="020B0604020202020204" pitchFamily="34" charset="0"/>
                <a:ea typeface="+mn-ea"/>
                <a:cs typeface="Arial" panose="020B0604020202020204" pitchFamily="34" charset="0"/>
              </a:defRPr>
            </a:lvl8pPr>
            <a:lvl9pPr marL="3657600" algn="r" defTabSz="914400" rtl="1" eaLnBrk="1" latinLnBrk="0" hangingPunct="1">
              <a:defRPr kern="1200">
                <a:solidFill>
                  <a:schemeClr val="tx1"/>
                </a:solidFill>
                <a:latin typeface="Arial" panose="020B0604020202020204" pitchFamily="34" charset="0"/>
                <a:ea typeface="+mn-ea"/>
                <a:cs typeface="Arial" panose="020B0604020202020204" pitchFamily="34" charset="0"/>
              </a:defRPr>
            </a:lvl9pPr>
          </a:lstStyle>
          <a:p>
            <a:pPr algn="l">
              <a:lnSpc>
                <a:spcPct val="90000"/>
              </a:lnSpc>
              <a:spcAft>
                <a:spcPts val="600"/>
              </a:spcAft>
              <a:defRPr/>
            </a:pPr>
            <a:r>
              <a:rPr lang="en-GB" sz="1000" b="0" i="0" dirty="0">
                <a:solidFill>
                  <a:srgbClr val="444444"/>
                </a:solidFill>
                <a:effectLst/>
                <a:latin typeface="Calibri" panose="020F0502020204030204" pitchFamily="34" charset="0"/>
              </a:rPr>
              <a:t>A103000359725</a:t>
            </a:r>
            <a:endParaRPr lang="ar" sz="1000" dirty="0"/>
          </a:p>
        </p:txBody>
      </p:sp>
    </p:spTree>
    <p:extLst>
      <p:ext uri="{BB962C8B-B14F-4D97-AF65-F5344CB8AC3E}">
        <p14:creationId xmlns:p14="http://schemas.microsoft.com/office/powerpoint/2010/main" val="3638458918"/>
      </p:ext>
    </p:extLst>
  </p:cSld>
  <p:clrMapOvr>
    <a:masterClrMapping/>
  </p:clrMapOvr>
  <p:transition>
    <p:sndAc>
      <p:stSnd>
        <p:snd r:embed="rId3" name="click.wav"/>
      </p:stSnd>
    </p:sndAc>
  </p:transition>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9" name="Content Placeholder 3">
            <a:extLst>
              <a:ext uri="{FF2B5EF4-FFF2-40B4-BE49-F238E27FC236}">
                <a16:creationId xmlns:a16="http://schemas.microsoft.com/office/drawing/2014/main" id="{453C7683-8588-7ABC-32E0-8A4E68218620}"/>
              </a:ext>
            </a:extLst>
          </p:cNvPr>
          <p:cNvSpPr>
            <a:spLocks noGrp="1" noChangeArrowheads="1"/>
          </p:cNvSpPr>
          <p:nvPr>
            <p:ph sz="half" idx="2"/>
          </p:nvPr>
        </p:nvSpPr>
        <p:spPr bwMode="auto">
          <a:xfrm>
            <a:off x="935288" y="2457078"/>
            <a:ext cx="8208712" cy="6477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indent="0">
              <a:buFont typeface="Wingdings" panose="05000000000000000000" pitchFamily="2" charset="2"/>
              <a:buNone/>
            </a:pPr>
            <a:r>
              <a:rPr lang="ar-EG" b="1"/>
              <a:t>المساهمات السلبية:</a:t>
            </a:r>
          </a:p>
          <a:p>
            <a:pPr marL="685800"/>
            <a:endParaRPr lang="en-GB" altLang="en-US" dirty="0"/>
          </a:p>
        </p:txBody>
      </p:sp>
      <p:sp>
        <p:nvSpPr>
          <p:cNvPr id="34820" name="Rectangle 1">
            <a:extLst>
              <a:ext uri="{FF2B5EF4-FFF2-40B4-BE49-F238E27FC236}">
                <a16:creationId xmlns:a16="http://schemas.microsoft.com/office/drawing/2014/main" id="{8DCD7CE1-603D-4D59-3DBB-C13C0B6505F0}"/>
              </a:ext>
            </a:extLst>
          </p:cNvPr>
          <p:cNvSpPr>
            <a:spLocks noChangeArrowheads="1"/>
          </p:cNvSpPr>
          <p:nvPr/>
        </p:nvSpPr>
        <p:spPr bwMode="auto">
          <a:xfrm>
            <a:off x="0" y="1196752"/>
            <a:ext cx="9144000" cy="647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440" tIns="45720" rIns="91440" bIns="45720" anchor="t"/>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a:r>
              <a:rPr lang="ar-EG" sz="3600" b="1">
                <a:latin typeface="Arial"/>
                <a:cs typeface="Arial"/>
              </a:rPr>
              <a:t>تأثير قطاع الضيافة على الصحة</a:t>
            </a:r>
          </a:p>
          <a:p>
            <a:pPr algn="ctr"/>
            <a:r>
              <a:rPr lang="ar-EG" sz="3600" b="1">
                <a:latin typeface="Arial"/>
                <a:cs typeface="Arial"/>
              </a:rPr>
              <a:t>أنماط الحياة (5)</a:t>
            </a:r>
          </a:p>
        </p:txBody>
      </p:sp>
      <p:sp>
        <p:nvSpPr>
          <p:cNvPr id="2" name="TextBox 1">
            <a:extLst>
              <a:ext uri="{FF2B5EF4-FFF2-40B4-BE49-F238E27FC236}">
                <a16:creationId xmlns:a16="http://schemas.microsoft.com/office/drawing/2014/main" id="{A2AA82CE-5819-B742-AD09-74798904EEFD}"/>
              </a:ext>
            </a:extLst>
          </p:cNvPr>
          <p:cNvSpPr txBox="1"/>
          <p:nvPr/>
        </p:nvSpPr>
        <p:spPr>
          <a:xfrm>
            <a:off x="-359532" y="2641461"/>
            <a:ext cx="9144000" cy="4216539"/>
          </a:xfrm>
          <a:prstGeom prst="rect">
            <a:avLst/>
          </a:prstGeom>
          <a:noFill/>
        </p:spPr>
        <p:txBody>
          <a:bodyPr wrap="square" numCol="2" rtlCol="0">
            <a:spAutoFit/>
          </a:bodyPr>
          <a:lstStyle/>
          <a:p>
            <a:r>
              <a:rPr lang="en-US" sz="2200" b="1"/>
              <a:t> </a:t>
            </a:r>
          </a:p>
          <a:p>
            <a:r>
              <a:rPr lang="ar-EG" sz="2200" b="1"/>
              <a:t>للعملاء</a:t>
            </a:r>
          </a:p>
          <a:p>
            <a:pPr marL="342900" indent="-255588">
              <a:buFont typeface="Wingdings" pitchFamily="2" charset="2"/>
              <a:buChar char="§"/>
            </a:pPr>
            <a:r>
              <a:rPr lang="ar-EG" sz="2400"/>
              <a:t>عروض كل ما يمكنك تناوله</a:t>
            </a:r>
          </a:p>
          <a:p>
            <a:pPr marL="342900" indent="-255588">
              <a:buFont typeface="Wingdings" pitchFamily="2" charset="2"/>
              <a:buChar char="§"/>
            </a:pPr>
            <a:r>
              <a:rPr lang="ar-EG" sz="2400"/>
              <a:t>عروض الوجبات</a:t>
            </a:r>
            <a:r>
              <a:rPr lang="en-US" sz="2400"/>
              <a:t> </a:t>
            </a:r>
          </a:p>
          <a:p>
            <a:pPr marL="342900" indent="-342900" algn="ctr">
              <a:buFont typeface="Wingdings" pitchFamily="2" charset="2"/>
              <a:buChar char="§"/>
            </a:pPr>
            <a:endParaRPr lang="en-GB" altLang="en-US" sz="2200" dirty="0"/>
          </a:p>
          <a:p>
            <a:endParaRPr lang="en-GB" altLang="en-US" sz="2200" b="1" dirty="0"/>
          </a:p>
          <a:p>
            <a:endParaRPr lang="en-GB" altLang="en-US" sz="2200" b="1" dirty="0"/>
          </a:p>
          <a:p>
            <a:endParaRPr lang="en-GB" altLang="en-US" sz="2200" b="1" dirty="0"/>
          </a:p>
          <a:p>
            <a:endParaRPr lang="en-GB" altLang="en-US" sz="2200" b="1" dirty="0"/>
          </a:p>
          <a:p>
            <a:endParaRPr lang="en-GB" altLang="en-US" sz="2200" b="1" dirty="0"/>
          </a:p>
          <a:p>
            <a:endParaRPr lang="en-GB" altLang="en-US" sz="2200" b="1" dirty="0"/>
          </a:p>
          <a:p>
            <a:endParaRPr lang="en-GB" altLang="en-US" sz="2200" b="1" dirty="0"/>
          </a:p>
          <a:p>
            <a:endParaRPr lang="en-GB" altLang="en-US" sz="2200" b="1" dirty="0"/>
          </a:p>
          <a:p>
            <a:r>
              <a:rPr lang="ar-EG" sz="2200" b="1"/>
              <a:t>للموظفين</a:t>
            </a:r>
          </a:p>
          <a:p>
            <a:pPr marL="342900" indent="-342900">
              <a:buFont typeface="Wingdings" pitchFamily="2" charset="2"/>
              <a:buChar char="§"/>
            </a:pPr>
            <a:r>
              <a:rPr lang="ar-EG" sz="2400"/>
              <a:t>ظروف العمل السيئة</a:t>
            </a:r>
          </a:p>
          <a:p>
            <a:pPr marL="342900" indent="-342900">
              <a:buFont typeface="Wingdings" pitchFamily="2" charset="2"/>
              <a:buChar char="§"/>
            </a:pPr>
            <a:r>
              <a:rPr lang="ar-EG" sz="2400"/>
              <a:t>غياب التدريب</a:t>
            </a:r>
          </a:p>
          <a:p>
            <a:pPr marL="342900" indent="-342900">
              <a:buFont typeface="Wingdings" pitchFamily="2" charset="2"/>
              <a:buChar char="§"/>
            </a:pPr>
            <a:r>
              <a:rPr lang="ar-EG" sz="2400"/>
              <a:t>نقص عدد الموظفين</a:t>
            </a:r>
          </a:p>
          <a:p>
            <a:pPr marL="342900" indent="-342900">
              <a:buFont typeface="Wingdings" pitchFamily="2" charset="2"/>
              <a:buChar char="§"/>
            </a:pPr>
            <a:r>
              <a:rPr lang="ar-EG" sz="2400"/>
              <a:t>مناوبات عمل غير عادلة</a:t>
            </a:r>
          </a:p>
          <a:p>
            <a:pPr marL="342900" indent="-342900">
              <a:buFont typeface="Wingdings" pitchFamily="2" charset="2"/>
              <a:buChar char="§"/>
            </a:pPr>
            <a:r>
              <a:rPr lang="ar-EG" sz="2400"/>
              <a:t>فترات راحة غير كافية بين مناوبات العمل</a:t>
            </a:r>
          </a:p>
          <a:p>
            <a:pPr marL="342900" indent="-342900">
              <a:buFont typeface="Wingdings" pitchFamily="2" charset="2"/>
              <a:buChar char="§"/>
            </a:pPr>
            <a:r>
              <a:rPr lang="ar-EG" sz="2400"/>
              <a:t>طعام غير صحي للموظفين</a:t>
            </a:r>
          </a:p>
        </p:txBody>
      </p:sp>
      <p:sp>
        <p:nvSpPr>
          <p:cNvPr id="4" name="TextBox 3">
            <a:extLst>
              <a:ext uri="{FF2B5EF4-FFF2-40B4-BE49-F238E27FC236}">
                <a16:creationId xmlns:a16="http://schemas.microsoft.com/office/drawing/2014/main" id="{89F859FA-B0C8-9540-16D4-8CBF0E9F9A15}"/>
              </a:ext>
            </a:extLst>
          </p:cNvPr>
          <p:cNvSpPr txBox="1"/>
          <p:nvPr/>
        </p:nvSpPr>
        <p:spPr>
          <a:xfrm>
            <a:off x="359532" y="5949280"/>
            <a:ext cx="8424936" cy="1107996"/>
          </a:xfrm>
          <a:prstGeom prst="rect">
            <a:avLst/>
          </a:prstGeom>
          <a:noFill/>
        </p:spPr>
        <p:txBody>
          <a:bodyPr wrap="square" rtlCol="0">
            <a:spAutoFit/>
          </a:bodyPr>
          <a:lstStyle/>
          <a:p>
            <a:r>
              <a:rPr lang="ar-EG" sz="2400" b="1"/>
              <a:t>سؤال</a:t>
            </a:r>
            <a:r>
              <a:rPr lang="ar-EG" sz="2400"/>
              <a:t>: هل يمكنك التفكير في المزيد من المساهمات السلبية للعملاء؟</a:t>
            </a:r>
          </a:p>
          <a:p>
            <a:endParaRPr lang="en-GB" dirty="0"/>
          </a:p>
        </p:txBody>
      </p:sp>
      <p:sp>
        <p:nvSpPr>
          <p:cNvPr id="3" name="Footer Placeholder 2">
            <a:extLst>
              <a:ext uri="{FF2B5EF4-FFF2-40B4-BE49-F238E27FC236}">
                <a16:creationId xmlns:a16="http://schemas.microsoft.com/office/drawing/2014/main" id="{6AF21068-C7CD-7522-F4E8-C91B75C8F6DF}"/>
              </a:ext>
            </a:extLst>
          </p:cNvPr>
          <p:cNvSpPr txBox="1">
            <a:spLocks/>
          </p:cNvSpPr>
          <p:nvPr/>
        </p:nvSpPr>
        <p:spPr bwMode="auto">
          <a:xfrm>
            <a:off x="145740" y="6530156"/>
            <a:ext cx="1080120" cy="216719"/>
          </a:xfrm>
          <a:prstGeom prst="rect">
            <a:avLst/>
          </a:prstGeom>
          <a:noFill/>
        </p:spPr>
        <p:txBody>
          <a:bodyPr vert="horz" wrap="square" lIns="91440" tIns="45720" rIns="91440" bIns="45720" numCol="1" rtlCol="1" anchor="t" anchorCtr="0" compatLnSpc="1">
            <a:prstTxWarp prst="textNoShape">
              <a:avLst/>
            </a:prstTxWarp>
            <a:normAutofit lnSpcReduction="10000"/>
          </a:bodyPr>
          <a:lstStyle>
            <a:defPPr>
              <a:defRPr lang="en-GB"/>
            </a:defPPr>
            <a:lvl1pPr algn="r" rtl="1"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1pPr>
            <a:lvl2pPr marL="457200" algn="r" rtl="1"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2pPr>
            <a:lvl3pPr marL="914400" algn="r" rtl="1"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3pPr>
            <a:lvl4pPr marL="1371600" algn="r" rtl="1"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4pPr>
            <a:lvl5pPr marL="1828800" algn="r" rtl="1"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5pPr>
            <a:lvl6pPr marL="2286000" algn="r" defTabSz="914400" rtl="1" eaLnBrk="1" latinLnBrk="0" hangingPunct="1">
              <a:defRPr kern="1200">
                <a:solidFill>
                  <a:schemeClr val="tx1"/>
                </a:solidFill>
                <a:latin typeface="Arial" panose="020B0604020202020204" pitchFamily="34" charset="0"/>
                <a:ea typeface="+mn-ea"/>
                <a:cs typeface="Arial" panose="020B0604020202020204" pitchFamily="34" charset="0"/>
              </a:defRPr>
            </a:lvl6pPr>
            <a:lvl7pPr marL="2743200" algn="r" defTabSz="914400" rtl="1" eaLnBrk="1" latinLnBrk="0" hangingPunct="1">
              <a:defRPr kern="1200">
                <a:solidFill>
                  <a:schemeClr val="tx1"/>
                </a:solidFill>
                <a:latin typeface="Arial" panose="020B0604020202020204" pitchFamily="34" charset="0"/>
                <a:ea typeface="+mn-ea"/>
                <a:cs typeface="Arial" panose="020B0604020202020204" pitchFamily="34" charset="0"/>
              </a:defRPr>
            </a:lvl7pPr>
            <a:lvl8pPr marL="3200400" algn="r" defTabSz="914400" rtl="1" eaLnBrk="1" latinLnBrk="0" hangingPunct="1">
              <a:defRPr kern="1200">
                <a:solidFill>
                  <a:schemeClr val="tx1"/>
                </a:solidFill>
                <a:latin typeface="Arial" panose="020B0604020202020204" pitchFamily="34" charset="0"/>
                <a:ea typeface="+mn-ea"/>
                <a:cs typeface="Arial" panose="020B0604020202020204" pitchFamily="34" charset="0"/>
              </a:defRPr>
            </a:lvl8pPr>
            <a:lvl9pPr marL="3657600" algn="r" defTabSz="914400" rtl="1" eaLnBrk="1" latinLnBrk="0" hangingPunct="1">
              <a:defRPr kern="1200">
                <a:solidFill>
                  <a:schemeClr val="tx1"/>
                </a:solidFill>
                <a:latin typeface="Arial" panose="020B0604020202020204" pitchFamily="34" charset="0"/>
                <a:ea typeface="+mn-ea"/>
                <a:cs typeface="Arial" panose="020B0604020202020204" pitchFamily="34" charset="0"/>
              </a:defRPr>
            </a:lvl9pPr>
          </a:lstStyle>
          <a:p>
            <a:pPr algn="l">
              <a:lnSpc>
                <a:spcPct val="90000"/>
              </a:lnSpc>
              <a:spcAft>
                <a:spcPts val="600"/>
              </a:spcAft>
              <a:defRPr/>
            </a:pPr>
            <a:r>
              <a:rPr lang="en-GB" sz="1000" b="0" i="0" dirty="0">
                <a:solidFill>
                  <a:srgbClr val="444444"/>
                </a:solidFill>
                <a:effectLst/>
                <a:latin typeface="Calibri" panose="020F0502020204030204" pitchFamily="34" charset="0"/>
              </a:rPr>
              <a:t>A103000359725</a:t>
            </a:r>
            <a:endParaRPr lang="ar" sz="1000" dirty="0"/>
          </a:p>
        </p:txBody>
      </p:sp>
    </p:spTree>
    <p:extLst>
      <p:ext uri="{BB962C8B-B14F-4D97-AF65-F5344CB8AC3E}">
        <p14:creationId xmlns:p14="http://schemas.microsoft.com/office/powerpoint/2010/main" val="1944138756"/>
      </p:ext>
    </p:extLst>
  </p:cSld>
  <p:clrMapOvr>
    <a:masterClrMapping/>
  </p:clrMapOvr>
  <p:transition>
    <p:sndAc>
      <p:stSnd>
        <p:snd r:embed="rId3" name="click.wav"/>
      </p:stSnd>
    </p:sndAc>
  </p:transition>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9" name="Content Placeholder 3">
            <a:extLst>
              <a:ext uri="{FF2B5EF4-FFF2-40B4-BE49-F238E27FC236}">
                <a16:creationId xmlns:a16="http://schemas.microsoft.com/office/drawing/2014/main" id="{453C7683-8588-7ABC-32E0-8A4E68218620}"/>
              </a:ext>
            </a:extLst>
          </p:cNvPr>
          <p:cNvSpPr>
            <a:spLocks noGrp="1" noChangeArrowheads="1"/>
          </p:cNvSpPr>
          <p:nvPr>
            <p:ph sz="half" idx="2"/>
          </p:nvPr>
        </p:nvSpPr>
        <p:spPr bwMode="auto">
          <a:xfrm>
            <a:off x="-1782" y="1835561"/>
            <a:ext cx="9036595" cy="2664296"/>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indent="0">
              <a:buFont typeface="Wingdings" panose="05000000000000000000" pitchFamily="2" charset="2"/>
              <a:buNone/>
            </a:pPr>
            <a:r>
              <a:rPr lang="ar-EG" dirty="0">
                <a:latin typeface="Arial"/>
                <a:cs typeface="Arial"/>
              </a:rPr>
              <a:t>تستفيد شركات الضيافة من الترويج لأنماط الحياة الصحية.</a:t>
            </a:r>
          </a:p>
          <a:p>
            <a:pPr indent="0">
              <a:buFont typeface="Wingdings" panose="05000000000000000000" pitchFamily="2" charset="2"/>
              <a:buNone/>
            </a:pPr>
            <a:r>
              <a:rPr lang="ar-EG" b="1" dirty="0">
                <a:latin typeface="Arial"/>
                <a:cs typeface="Arial"/>
              </a:rPr>
              <a:t>الفوائد</a:t>
            </a:r>
          </a:p>
          <a:p>
            <a:pPr marL="685800"/>
            <a:r>
              <a:rPr lang="ar-EG" b="1" dirty="0">
                <a:latin typeface="Arial"/>
                <a:cs typeface="Arial"/>
              </a:rPr>
              <a:t>زيادة قاعدة العملاء:</a:t>
            </a:r>
            <a:r>
              <a:rPr lang="ar-EG" dirty="0">
                <a:latin typeface="Arial"/>
                <a:cs typeface="Arial"/>
              </a:rPr>
              <a:t> قد تكتسب أعمال الضيافة عملاء جدد وقد توسع قاعدة </a:t>
            </a:r>
            <a:br>
              <a:rPr lang="ar-EG" dirty="0">
                <a:latin typeface="Arial"/>
                <a:cs typeface="Arial"/>
              </a:rPr>
            </a:br>
            <a:r>
              <a:rPr lang="ar-EG" dirty="0">
                <a:latin typeface="Arial"/>
                <a:cs typeface="Arial"/>
              </a:rPr>
              <a:t>عملائها الحاليين مما يؤدي إلى زيادة المبيعات.</a:t>
            </a:r>
          </a:p>
          <a:p>
            <a:pPr marL="685800"/>
            <a:r>
              <a:rPr lang="ar-EG" b="1" dirty="0">
                <a:latin typeface="Arial"/>
                <a:cs typeface="Arial"/>
              </a:rPr>
              <a:t>التقدير مثل منح</a:t>
            </a:r>
            <a:r>
              <a:rPr lang="en-US" dirty="0">
                <a:latin typeface="Arial"/>
                <a:cs typeface="Arial"/>
              </a:rPr>
              <a:t> </a:t>
            </a:r>
            <a:r>
              <a:rPr lang="ar-EG" b="1" dirty="0">
                <a:latin typeface="Arial"/>
                <a:cs typeface="Arial"/>
              </a:rPr>
              <a:t>الجوائز</a:t>
            </a:r>
            <a:r>
              <a:rPr lang="ar-EG" dirty="0">
                <a:latin typeface="Arial"/>
                <a:cs typeface="Arial"/>
              </a:rPr>
              <a:t>: توجد عدد من برامج التقدير والجوائز التي يمكن </a:t>
            </a:r>
            <a:br>
              <a:rPr lang="ar-EG" dirty="0">
                <a:latin typeface="Arial"/>
                <a:cs typeface="Arial"/>
              </a:rPr>
            </a:br>
            <a:r>
              <a:rPr lang="ar-EG" dirty="0">
                <a:latin typeface="Arial"/>
                <a:cs typeface="Arial"/>
              </a:rPr>
              <a:t>لشركات الضيافة التسجيل بها أو المشاركة فيها أو الترشيح لها.</a:t>
            </a:r>
            <a:r>
              <a:rPr lang="en-US" dirty="0">
                <a:latin typeface="Arial"/>
                <a:cs typeface="Arial"/>
              </a:rPr>
              <a:t> </a:t>
            </a:r>
            <a:r>
              <a:rPr lang="ar-EG" dirty="0">
                <a:latin typeface="Arial"/>
                <a:cs typeface="Arial"/>
              </a:rPr>
              <a:t>بعض هذه </a:t>
            </a:r>
            <a:br>
              <a:rPr lang="ar-EG" dirty="0">
                <a:latin typeface="Arial"/>
                <a:cs typeface="Arial"/>
              </a:rPr>
            </a:br>
            <a:r>
              <a:rPr lang="ar-EG" dirty="0">
                <a:latin typeface="Arial"/>
                <a:cs typeface="Arial"/>
              </a:rPr>
              <a:t>البرامج تديرها السلطات المحلية في البلدان والمدن التي تقع بها شركة الضيافة، </a:t>
            </a:r>
            <a:br>
              <a:rPr lang="ar-EG" dirty="0">
                <a:latin typeface="Arial"/>
                <a:cs typeface="Arial"/>
              </a:rPr>
            </a:br>
            <a:r>
              <a:rPr lang="ar-EG" dirty="0">
                <a:latin typeface="Arial"/>
                <a:cs typeface="Arial"/>
              </a:rPr>
              <a:t>والبعض الآخر على المستوى العالمي.</a:t>
            </a:r>
          </a:p>
          <a:p>
            <a:pPr marL="685800"/>
            <a:endParaRPr lang="en-GB" altLang="en-US" sz="2200" dirty="0"/>
          </a:p>
          <a:p>
            <a:pPr marL="685800"/>
            <a:endParaRPr lang="en-GB" altLang="en-US" dirty="0"/>
          </a:p>
        </p:txBody>
      </p:sp>
      <p:sp>
        <p:nvSpPr>
          <p:cNvPr id="34820" name="Rectangle 1">
            <a:extLst>
              <a:ext uri="{FF2B5EF4-FFF2-40B4-BE49-F238E27FC236}">
                <a16:creationId xmlns:a16="http://schemas.microsoft.com/office/drawing/2014/main" id="{8DCD7CE1-603D-4D59-3DBB-C13C0B6505F0}"/>
              </a:ext>
            </a:extLst>
          </p:cNvPr>
          <p:cNvSpPr>
            <a:spLocks noChangeArrowheads="1"/>
          </p:cNvSpPr>
          <p:nvPr/>
        </p:nvSpPr>
        <p:spPr bwMode="auto">
          <a:xfrm>
            <a:off x="323529" y="1196752"/>
            <a:ext cx="8568951" cy="647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440" tIns="45720" rIns="91440" bIns="45720" anchor="t"/>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a:r>
              <a:rPr lang="ar-EG" sz="3200" b="1">
                <a:latin typeface="Arial"/>
                <a:cs typeface="Arial"/>
              </a:rPr>
              <a:t>تأثير الترويج لأنماط الحياة الصحية (1)</a:t>
            </a:r>
          </a:p>
        </p:txBody>
      </p:sp>
      <p:sp>
        <p:nvSpPr>
          <p:cNvPr id="2" name="Footer Placeholder 2">
            <a:extLst>
              <a:ext uri="{FF2B5EF4-FFF2-40B4-BE49-F238E27FC236}">
                <a16:creationId xmlns:a16="http://schemas.microsoft.com/office/drawing/2014/main" id="{84A19152-DD6D-3D2B-D555-D0400251D548}"/>
              </a:ext>
            </a:extLst>
          </p:cNvPr>
          <p:cNvSpPr txBox="1">
            <a:spLocks/>
          </p:cNvSpPr>
          <p:nvPr/>
        </p:nvSpPr>
        <p:spPr bwMode="auto">
          <a:xfrm>
            <a:off x="145740" y="6530156"/>
            <a:ext cx="1080120" cy="216719"/>
          </a:xfrm>
          <a:prstGeom prst="rect">
            <a:avLst/>
          </a:prstGeom>
          <a:noFill/>
        </p:spPr>
        <p:txBody>
          <a:bodyPr vert="horz" wrap="square" lIns="91440" tIns="45720" rIns="91440" bIns="45720" numCol="1" rtlCol="1" anchor="t" anchorCtr="0" compatLnSpc="1">
            <a:prstTxWarp prst="textNoShape">
              <a:avLst/>
            </a:prstTxWarp>
            <a:normAutofit lnSpcReduction="10000"/>
          </a:bodyPr>
          <a:lstStyle>
            <a:defPPr>
              <a:defRPr lang="en-GB"/>
            </a:defPPr>
            <a:lvl1pPr algn="r" rtl="1"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1pPr>
            <a:lvl2pPr marL="457200" algn="r" rtl="1"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2pPr>
            <a:lvl3pPr marL="914400" algn="r" rtl="1"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3pPr>
            <a:lvl4pPr marL="1371600" algn="r" rtl="1"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4pPr>
            <a:lvl5pPr marL="1828800" algn="r" rtl="1"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5pPr>
            <a:lvl6pPr marL="2286000" algn="r" defTabSz="914400" rtl="1" eaLnBrk="1" latinLnBrk="0" hangingPunct="1">
              <a:defRPr kern="1200">
                <a:solidFill>
                  <a:schemeClr val="tx1"/>
                </a:solidFill>
                <a:latin typeface="Arial" panose="020B0604020202020204" pitchFamily="34" charset="0"/>
                <a:ea typeface="+mn-ea"/>
                <a:cs typeface="Arial" panose="020B0604020202020204" pitchFamily="34" charset="0"/>
              </a:defRPr>
            </a:lvl6pPr>
            <a:lvl7pPr marL="2743200" algn="r" defTabSz="914400" rtl="1" eaLnBrk="1" latinLnBrk="0" hangingPunct="1">
              <a:defRPr kern="1200">
                <a:solidFill>
                  <a:schemeClr val="tx1"/>
                </a:solidFill>
                <a:latin typeface="Arial" panose="020B0604020202020204" pitchFamily="34" charset="0"/>
                <a:ea typeface="+mn-ea"/>
                <a:cs typeface="Arial" panose="020B0604020202020204" pitchFamily="34" charset="0"/>
              </a:defRPr>
            </a:lvl7pPr>
            <a:lvl8pPr marL="3200400" algn="r" defTabSz="914400" rtl="1" eaLnBrk="1" latinLnBrk="0" hangingPunct="1">
              <a:defRPr kern="1200">
                <a:solidFill>
                  <a:schemeClr val="tx1"/>
                </a:solidFill>
                <a:latin typeface="Arial" panose="020B0604020202020204" pitchFamily="34" charset="0"/>
                <a:ea typeface="+mn-ea"/>
                <a:cs typeface="Arial" panose="020B0604020202020204" pitchFamily="34" charset="0"/>
              </a:defRPr>
            </a:lvl8pPr>
            <a:lvl9pPr marL="3657600" algn="r" defTabSz="914400" rtl="1" eaLnBrk="1" latinLnBrk="0" hangingPunct="1">
              <a:defRPr kern="1200">
                <a:solidFill>
                  <a:schemeClr val="tx1"/>
                </a:solidFill>
                <a:latin typeface="Arial" panose="020B0604020202020204" pitchFamily="34" charset="0"/>
                <a:ea typeface="+mn-ea"/>
                <a:cs typeface="Arial" panose="020B0604020202020204" pitchFamily="34" charset="0"/>
              </a:defRPr>
            </a:lvl9pPr>
          </a:lstStyle>
          <a:p>
            <a:pPr algn="l">
              <a:lnSpc>
                <a:spcPct val="90000"/>
              </a:lnSpc>
              <a:spcAft>
                <a:spcPts val="600"/>
              </a:spcAft>
              <a:defRPr/>
            </a:pPr>
            <a:r>
              <a:rPr lang="en-GB" sz="1000" b="0" i="0" dirty="0">
                <a:solidFill>
                  <a:srgbClr val="444444"/>
                </a:solidFill>
                <a:effectLst/>
                <a:latin typeface="Calibri" panose="020F0502020204030204" pitchFamily="34" charset="0"/>
              </a:rPr>
              <a:t>A103000359725</a:t>
            </a:r>
            <a:endParaRPr lang="ar" sz="1000" dirty="0"/>
          </a:p>
        </p:txBody>
      </p:sp>
    </p:spTree>
    <p:extLst>
      <p:ext uri="{BB962C8B-B14F-4D97-AF65-F5344CB8AC3E}">
        <p14:creationId xmlns:p14="http://schemas.microsoft.com/office/powerpoint/2010/main" val="3182844824"/>
      </p:ext>
    </p:extLst>
  </p:cSld>
  <p:clrMapOvr>
    <a:masterClrMapping/>
  </p:clrMapOvr>
  <p:transition>
    <p:sndAc>
      <p:stSnd>
        <p:snd r:embed="rId3" name="click.wav"/>
      </p:stSnd>
    </p:sndAc>
  </p:transition>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9" name="Content Placeholder 3">
            <a:extLst>
              <a:ext uri="{FF2B5EF4-FFF2-40B4-BE49-F238E27FC236}">
                <a16:creationId xmlns:a16="http://schemas.microsoft.com/office/drawing/2014/main" id="{453C7683-8588-7ABC-32E0-8A4E68218620}"/>
              </a:ext>
            </a:extLst>
          </p:cNvPr>
          <p:cNvSpPr>
            <a:spLocks noGrp="1" noChangeArrowheads="1"/>
          </p:cNvSpPr>
          <p:nvPr>
            <p:ph sz="half" idx="2"/>
          </p:nvPr>
        </p:nvSpPr>
        <p:spPr bwMode="auto">
          <a:xfrm>
            <a:off x="53703" y="1879949"/>
            <a:ext cx="9036595" cy="2664296"/>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indent="0">
              <a:buFont typeface="Wingdings" panose="05000000000000000000" pitchFamily="2" charset="2"/>
              <a:buNone/>
            </a:pPr>
            <a:r>
              <a:rPr lang="ar-EG" sz="2200" b="1" dirty="0"/>
              <a:t>الفوائد</a:t>
            </a:r>
          </a:p>
          <a:p>
            <a:pPr marL="685800"/>
            <a:r>
              <a:rPr lang="ar-EG" b="1" dirty="0"/>
              <a:t>مهارات جديدة وتحفيز الموظفين: </a:t>
            </a:r>
            <a:r>
              <a:rPr lang="ar-EG" dirty="0"/>
              <a:t>قد يعني استخدام منتجات وأساليب إعداد </a:t>
            </a:r>
            <a:br>
              <a:rPr lang="ar-EG" dirty="0"/>
            </a:br>
            <a:r>
              <a:rPr lang="ar-EG" dirty="0"/>
              <a:t>وطهي مختلفة أن الموظفين بحاجة إلى التدريب على طرق جديدة لإنجاز العمل.</a:t>
            </a:r>
            <a:r>
              <a:rPr lang="en-US" dirty="0"/>
              <a:t> </a:t>
            </a:r>
            <a:br>
              <a:rPr lang="ar-EG" dirty="0"/>
            </a:br>
            <a:r>
              <a:rPr lang="ar-EG" dirty="0"/>
              <a:t>وهذا يمكن أن يكون عاملًا محفزًا للموظفين.</a:t>
            </a:r>
          </a:p>
          <a:p>
            <a:pPr marL="685800"/>
            <a:r>
              <a:rPr lang="ar-EG" b="1" dirty="0"/>
              <a:t>كفاءة الموظفين وفعاليتهم:</a:t>
            </a:r>
            <a:r>
              <a:rPr lang="ar-EG" dirty="0"/>
              <a:t> يميل الموظفون المتحمسون إلى أن يكونوا أكثر </a:t>
            </a:r>
            <a:br>
              <a:rPr lang="ar-EG" dirty="0"/>
            </a:br>
            <a:r>
              <a:rPr lang="ar-EG" dirty="0"/>
              <a:t>كفاءة وفعالية؛ وهذا يمكن أن يؤدي إلى انخفاض معدل دوران الموظفين.</a:t>
            </a:r>
          </a:p>
          <a:p>
            <a:pPr marL="685800"/>
            <a:r>
              <a:rPr lang="ar-EG" b="1" dirty="0"/>
              <a:t>تقليل حدوث المرض</a:t>
            </a:r>
            <a:r>
              <a:rPr lang="ar-EG" dirty="0"/>
              <a:t>: يريد الموظفون المتحمسون أن يكونوا في العمل، </a:t>
            </a:r>
            <a:br>
              <a:rPr lang="ar-EG" dirty="0"/>
            </a:br>
            <a:r>
              <a:rPr lang="ar-EG" dirty="0"/>
              <a:t>لذلك يمكن أن يؤدي ذلك إلى تقليل إصابتهم بالمرض.</a:t>
            </a:r>
          </a:p>
          <a:p>
            <a:pPr marL="685800"/>
            <a:r>
              <a:rPr lang="ar-EG" b="1" dirty="0"/>
              <a:t>خفض التكلفة</a:t>
            </a:r>
            <a:r>
              <a:rPr lang="ar-EG" dirty="0"/>
              <a:t>: كل ما سبق يمكن أن يؤدي إلى خفض التكاليف، مما يمكن </a:t>
            </a:r>
            <a:br>
              <a:rPr lang="ar-EG" dirty="0"/>
            </a:br>
            <a:r>
              <a:rPr lang="ar-EG" dirty="0"/>
              <a:t>أن يساعد في موازنة أي تكاليف إضافية.</a:t>
            </a:r>
          </a:p>
          <a:p>
            <a:pPr marL="685800"/>
            <a:endParaRPr lang="en-GB" altLang="en-US" b="1" dirty="0"/>
          </a:p>
          <a:p>
            <a:pPr marL="685800"/>
            <a:endParaRPr lang="en-GB" altLang="en-US" dirty="0"/>
          </a:p>
        </p:txBody>
      </p:sp>
      <p:sp>
        <p:nvSpPr>
          <p:cNvPr id="34820" name="Rectangle 1">
            <a:extLst>
              <a:ext uri="{FF2B5EF4-FFF2-40B4-BE49-F238E27FC236}">
                <a16:creationId xmlns:a16="http://schemas.microsoft.com/office/drawing/2014/main" id="{8DCD7CE1-603D-4D59-3DBB-C13C0B6505F0}"/>
              </a:ext>
            </a:extLst>
          </p:cNvPr>
          <p:cNvSpPr>
            <a:spLocks noChangeArrowheads="1"/>
          </p:cNvSpPr>
          <p:nvPr/>
        </p:nvSpPr>
        <p:spPr bwMode="auto">
          <a:xfrm>
            <a:off x="323529" y="1196752"/>
            <a:ext cx="8568951" cy="647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440" tIns="45720" rIns="91440" bIns="45720" anchor="t"/>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a:r>
              <a:rPr lang="ar-EG" sz="3200" b="1">
                <a:latin typeface="Arial"/>
                <a:cs typeface="Arial"/>
              </a:rPr>
              <a:t>تأثير تعزيز أنماط الحياة الصحية (2)</a:t>
            </a:r>
          </a:p>
        </p:txBody>
      </p:sp>
      <p:sp>
        <p:nvSpPr>
          <p:cNvPr id="2" name="Footer Placeholder 2">
            <a:extLst>
              <a:ext uri="{FF2B5EF4-FFF2-40B4-BE49-F238E27FC236}">
                <a16:creationId xmlns:a16="http://schemas.microsoft.com/office/drawing/2014/main" id="{E0BCDB73-737C-FD90-2124-96CEE346F6EA}"/>
              </a:ext>
            </a:extLst>
          </p:cNvPr>
          <p:cNvSpPr txBox="1">
            <a:spLocks/>
          </p:cNvSpPr>
          <p:nvPr/>
        </p:nvSpPr>
        <p:spPr bwMode="auto">
          <a:xfrm>
            <a:off x="145740" y="6530156"/>
            <a:ext cx="1080120" cy="216719"/>
          </a:xfrm>
          <a:prstGeom prst="rect">
            <a:avLst/>
          </a:prstGeom>
          <a:noFill/>
        </p:spPr>
        <p:txBody>
          <a:bodyPr vert="horz" wrap="square" lIns="91440" tIns="45720" rIns="91440" bIns="45720" numCol="1" rtlCol="1" anchor="t" anchorCtr="0" compatLnSpc="1">
            <a:prstTxWarp prst="textNoShape">
              <a:avLst/>
            </a:prstTxWarp>
            <a:normAutofit lnSpcReduction="10000"/>
          </a:bodyPr>
          <a:lstStyle>
            <a:defPPr>
              <a:defRPr lang="en-GB"/>
            </a:defPPr>
            <a:lvl1pPr algn="r" rtl="1"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1pPr>
            <a:lvl2pPr marL="457200" algn="r" rtl="1"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2pPr>
            <a:lvl3pPr marL="914400" algn="r" rtl="1"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3pPr>
            <a:lvl4pPr marL="1371600" algn="r" rtl="1"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4pPr>
            <a:lvl5pPr marL="1828800" algn="r" rtl="1"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5pPr>
            <a:lvl6pPr marL="2286000" algn="r" defTabSz="914400" rtl="1" eaLnBrk="1" latinLnBrk="0" hangingPunct="1">
              <a:defRPr kern="1200">
                <a:solidFill>
                  <a:schemeClr val="tx1"/>
                </a:solidFill>
                <a:latin typeface="Arial" panose="020B0604020202020204" pitchFamily="34" charset="0"/>
                <a:ea typeface="+mn-ea"/>
                <a:cs typeface="Arial" panose="020B0604020202020204" pitchFamily="34" charset="0"/>
              </a:defRPr>
            </a:lvl6pPr>
            <a:lvl7pPr marL="2743200" algn="r" defTabSz="914400" rtl="1" eaLnBrk="1" latinLnBrk="0" hangingPunct="1">
              <a:defRPr kern="1200">
                <a:solidFill>
                  <a:schemeClr val="tx1"/>
                </a:solidFill>
                <a:latin typeface="Arial" panose="020B0604020202020204" pitchFamily="34" charset="0"/>
                <a:ea typeface="+mn-ea"/>
                <a:cs typeface="Arial" panose="020B0604020202020204" pitchFamily="34" charset="0"/>
              </a:defRPr>
            </a:lvl7pPr>
            <a:lvl8pPr marL="3200400" algn="r" defTabSz="914400" rtl="1" eaLnBrk="1" latinLnBrk="0" hangingPunct="1">
              <a:defRPr kern="1200">
                <a:solidFill>
                  <a:schemeClr val="tx1"/>
                </a:solidFill>
                <a:latin typeface="Arial" panose="020B0604020202020204" pitchFamily="34" charset="0"/>
                <a:ea typeface="+mn-ea"/>
                <a:cs typeface="Arial" panose="020B0604020202020204" pitchFamily="34" charset="0"/>
              </a:defRPr>
            </a:lvl8pPr>
            <a:lvl9pPr marL="3657600" algn="r" defTabSz="914400" rtl="1" eaLnBrk="1" latinLnBrk="0" hangingPunct="1">
              <a:defRPr kern="1200">
                <a:solidFill>
                  <a:schemeClr val="tx1"/>
                </a:solidFill>
                <a:latin typeface="Arial" panose="020B0604020202020204" pitchFamily="34" charset="0"/>
                <a:ea typeface="+mn-ea"/>
                <a:cs typeface="Arial" panose="020B0604020202020204" pitchFamily="34" charset="0"/>
              </a:defRPr>
            </a:lvl9pPr>
          </a:lstStyle>
          <a:p>
            <a:pPr algn="l">
              <a:lnSpc>
                <a:spcPct val="90000"/>
              </a:lnSpc>
              <a:spcAft>
                <a:spcPts val="600"/>
              </a:spcAft>
              <a:defRPr/>
            </a:pPr>
            <a:r>
              <a:rPr lang="en-GB" sz="1000" b="0" i="0" dirty="0">
                <a:solidFill>
                  <a:srgbClr val="444444"/>
                </a:solidFill>
                <a:effectLst/>
                <a:latin typeface="Calibri" panose="020F0502020204030204" pitchFamily="34" charset="0"/>
              </a:rPr>
              <a:t>A103000359725</a:t>
            </a:r>
            <a:endParaRPr lang="ar" sz="1000" dirty="0"/>
          </a:p>
        </p:txBody>
      </p:sp>
    </p:spTree>
    <p:extLst>
      <p:ext uri="{BB962C8B-B14F-4D97-AF65-F5344CB8AC3E}">
        <p14:creationId xmlns:p14="http://schemas.microsoft.com/office/powerpoint/2010/main" val="2127982320"/>
      </p:ext>
    </p:extLst>
  </p:cSld>
  <p:clrMapOvr>
    <a:masterClrMapping/>
  </p:clrMapOvr>
  <p:transition>
    <p:sndAc>
      <p:stSnd>
        <p:snd r:embed="rId3" name="click.wav"/>
      </p:stSnd>
    </p:sndAc>
  </p:transition>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9" name="Content Placeholder 3">
            <a:extLst>
              <a:ext uri="{FF2B5EF4-FFF2-40B4-BE49-F238E27FC236}">
                <a16:creationId xmlns:a16="http://schemas.microsoft.com/office/drawing/2014/main" id="{453C7683-8588-7ABC-32E0-8A4E68218620}"/>
              </a:ext>
            </a:extLst>
          </p:cNvPr>
          <p:cNvSpPr>
            <a:spLocks noGrp="1" noChangeArrowheads="1"/>
          </p:cNvSpPr>
          <p:nvPr>
            <p:ph sz="half" idx="2"/>
          </p:nvPr>
        </p:nvSpPr>
        <p:spPr bwMode="auto">
          <a:xfrm>
            <a:off x="467444" y="1847696"/>
            <a:ext cx="8676556" cy="4533631"/>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indent="0">
              <a:buFont typeface="Wingdings" panose="05000000000000000000" pitchFamily="2" charset="2"/>
              <a:buNone/>
            </a:pPr>
            <a:r>
              <a:rPr lang="ar-EG" b="1" dirty="0"/>
              <a:t>القيود</a:t>
            </a:r>
          </a:p>
          <a:p>
            <a:pPr marL="685800"/>
            <a:r>
              <a:rPr lang="ar-EG" sz="2200" b="1" dirty="0"/>
              <a:t>التكاليف المالية وتأثير الميزانية: </a:t>
            </a:r>
            <a:r>
              <a:rPr lang="ar-EG" sz="2200" dirty="0"/>
              <a:t>يجب مراعاة التكلفة الإضافية للمكونات وتدريب الموظفين وتطوير قائمة الطعام.</a:t>
            </a:r>
          </a:p>
          <a:p>
            <a:pPr marL="685800"/>
            <a:r>
              <a:rPr lang="ar-EG" sz="2200" b="1" dirty="0"/>
              <a:t>اتجاهات العملاء الرائجة</a:t>
            </a:r>
            <a:r>
              <a:rPr lang="ar-EG" sz="2200" dirty="0"/>
              <a:t>: تتغير هذه الاتجاهات بشكل متكرر، فما هو رائج اليوم </a:t>
            </a:r>
            <a:br>
              <a:rPr lang="ar-EG" sz="2200" dirty="0"/>
            </a:br>
            <a:r>
              <a:rPr lang="ar-EG" sz="2200" dirty="0"/>
              <a:t>قد لا يكون كذلك غدًا.</a:t>
            </a:r>
          </a:p>
          <a:p>
            <a:pPr marL="685800">
              <a:lnSpc>
                <a:spcPct val="150000"/>
              </a:lnSpc>
            </a:pPr>
            <a:r>
              <a:rPr lang="ar-EG" sz="2200" b="1" dirty="0"/>
              <a:t>نمط حياة العملاء: </a:t>
            </a:r>
            <a:r>
              <a:rPr lang="ar-EG" sz="2200" dirty="0"/>
              <a:t>عرضة للتغيير المتكرر.</a:t>
            </a:r>
          </a:p>
          <a:p>
            <a:pPr marL="685800"/>
            <a:r>
              <a:rPr lang="ar-EG" sz="2200" b="1" dirty="0"/>
              <a:t>قيود التوظيف: </a:t>
            </a:r>
            <a:r>
              <a:rPr lang="ar-EG" sz="2200" dirty="0"/>
              <a:t>قد لا يتمتع الموظفون بالمهارات اللازمة للاستجابة للتغييرات </a:t>
            </a:r>
            <a:br>
              <a:rPr lang="ar-EG" sz="2200" dirty="0"/>
            </a:br>
            <a:r>
              <a:rPr lang="ar-EG" sz="2200" dirty="0"/>
              <a:t>في قوائم الطعام وطرق إعداد الطعام وطهيه.</a:t>
            </a:r>
          </a:p>
          <a:p>
            <a:pPr indent="0" algn="ctr">
              <a:buNone/>
            </a:pPr>
            <a:endParaRPr lang="en-GB" altLang="en-US" sz="2200" dirty="0"/>
          </a:p>
          <a:p>
            <a:pPr indent="0">
              <a:buNone/>
            </a:pPr>
            <a:r>
              <a:rPr lang="ar-EG" sz="2200" b="1" dirty="0"/>
              <a:t>سؤال</a:t>
            </a:r>
            <a:r>
              <a:rPr lang="ar-EG" sz="2200" dirty="0"/>
              <a:t>: مع الموازنة بين الفوائد والقيود، هل تنصح شركات الضيافة بتعزيز أنماط </a:t>
            </a:r>
            <a:br>
              <a:rPr lang="ar-EG" sz="2200" dirty="0"/>
            </a:br>
            <a:r>
              <a:rPr lang="ar-EG" sz="2200" dirty="0"/>
              <a:t>الحياة الصحية؟</a:t>
            </a:r>
          </a:p>
        </p:txBody>
      </p:sp>
      <p:sp>
        <p:nvSpPr>
          <p:cNvPr id="34820" name="Rectangle 1">
            <a:extLst>
              <a:ext uri="{FF2B5EF4-FFF2-40B4-BE49-F238E27FC236}">
                <a16:creationId xmlns:a16="http://schemas.microsoft.com/office/drawing/2014/main" id="{8DCD7CE1-603D-4D59-3DBB-C13C0B6505F0}"/>
              </a:ext>
            </a:extLst>
          </p:cNvPr>
          <p:cNvSpPr>
            <a:spLocks noChangeArrowheads="1"/>
          </p:cNvSpPr>
          <p:nvPr/>
        </p:nvSpPr>
        <p:spPr bwMode="auto">
          <a:xfrm>
            <a:off x="323529" y="1196752"/>
            <a:ext cx="8568951" cy="647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440" tIns="45720" rIns="91440" bIns="45720" anchor="t"/>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a:r>
              <a:rPr lang="ar-EG" sz="3200" b="1">
                <a:latin typeface="Arial"/>
                <a:cs typeface="Arial"/>
              </a:rPr>
              <a:t>تأثير تعزيز أنماط الحياة الصحية (3</a:t>
            </a:r>
            <a:r>
              <a:rPr lang="ar-EG" sz="3600" b="1">
                <a:latin typeface="Arial"/>
                <a:cs typeface="Arial"/>
              </a:rPr>
              <a:t>)</a:t>
            </a:r>
          </a:p>
        </p:txBody>
      </p:sp>
      <p:sp>
        <p:nvSpPr>
          <p:cNvPr id="2" name="Footer Placeholder 2">
            <a:extLst>
              <a:ext uri="{FF2B5EF4-FFF2-40B4-BE49-F238E27FC236}">
                <a16:creationId xmlns:a16="http://schemas.microsoft.com/office/drawing/2014/main" id="{9335FFB5-173E-76D1-7EFE-E771B6CFD650}"/>
              </a:ext>
            </a:extLst>
          </p:cNvPr>
          <p:cNvSpPr txBox="1">
            <a:spLocks/>
          </p:cNvSpPr>
          <p:nvPr/>
        </p:nvSpPr>
        <p:spPr bwMode="auto">
          <a:xfrm>
            <a:off x="145740" y="6530156"/>
            <a:ext cx="1080120" cy="216719"/>
          </a:xfrm>
          <a:prstGeom prst="rect">
            <a:avLst/>
          </a:prstGeom>
          <a:noFill/>
        </p:spPr>
        <p:txBody>
          <a:bodyPr vert="horz" wrap="square" lIns="91440" tIns="45720" rIns="91440" bIns="45720" numCol="1" rtlCol="1" anchor="t" anchorCtr="0" compatLnSpc="1">
            <a:prstTxWarp prst="textNoShape">
              <a:avLst/>
            </a:prstTxWarp>
            <a:normAutofit lnSpcReduction="10000"/>
          </a:bodyPr>
          <a:lstStyle>
            <a:defPPr>
              <a:defRPr lang="en-GB"/>
            </a:defPPr>
            <a:lvl1pPr algn="r" rtl="1"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1pPr>
            <a:lvl2pPr marL="457200" algn="r" rtl="1"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2pPr>
            <a:lvl3pPr marL="914400" algn="r" rtl="1"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3pPr>
            <a:lvl4pPr marL="1371600" algn="r" rtl="1"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4pPr>
            <a:lvl5pPr marL="1828800" algn="r" rtl="1"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5pPr>
            <a:lvl6pPr marL="2286000" algn="r" defTabSz="914400" rtl="1" eaLnBrk="1" latinLnBrk="0" hangingPunct="1">
              <a:defRPr kern="1200">
                <a:solidFill>
                  <a:schemeClr val="tx1"/>
                </a:solidFill>
                <a:latin typeface="Arial" panose="020B0604020202020204" pitchFamily="34" charset="0"/>
                <a:ea typeface="+mn-ea"/>
                <a:cs typeface="Arial" panose="020B0604020202020204" pitchFamily="34" charset="0"/>
              </a:defRPr>
            </a:lvl6pPr>
            <a:lvl7pPr marL="2743200" algn="r" defTabSz="914400" rtl="1" eaLnBrk="1" latinLnBrk="0" hangingPunct="1">
              <a:defRPr kern="1200">
                <a:solidFill>
                  <a:schemeClr val="tx1"/>
                </a:solidFill>
                <a:latin typeface="Arial" panose="020B0604020202020204" pitchFamily="34" charset="0"/>
                <a:ea typeface="+mn-ea"/>
                <a:cs typeface="Arial" panose="020B0604020202020204" pitchFamily="34" charset="0"/>
              </a:defRPr>
            </a:lvl7pPr>
            <a:lvl8pPr marL="3200400" algn="r" defTabSz="914400" rtl="1" eaLnBrk="1" latinLnBrk="0" hangingPunct="1">
              <a:defRPr kern="1200">
                <a:solidFill>
                  <a:schemeClr val="tx1"/>
                </a:solidFill>
                <a:latin typeface="Arial" panose="020B0604020202020204" pitchFamily="34" charset="0"/>
                <a:ea typeface="+mn-ea"/>
                <a:cs typeface="Arial" panose="020B0604020202020204" pitchFamily="34" charset="0"/>
              </a:defRPr>
            </a:lvl8pPr>
            <a:lvl9pPr marL="3657600" algn="r" defTabSz="914400" rtl="1" eaLnBrk="1" latinLnBrk="0" hangingPunct="1">
              <a:defRPr kern="1200">
                <a:solidFill>
                  <a:schemeClr val="tx1"/>
                </a:solidFill>
                <a:latin typeface="Arial" panose="020B0604020202020204" pitchFamily="34" charset="0"/>
                <a:ea typeface="+mn-ea"/>
                <a:cs typeface="Arial" panose="020B0604020202020204" pitchFamily="34" charset="0"/>
              </a:defRPr>
            </a:lvl9pPr>
          </a:lstStyle>
          <a:p>
            <a:pPr algn="l">
              <a:lnSpc>
                <a:spcPct val="90000"/>
              </a:lnSpc>
              <a:spcAft>
                <a:spcPts val="600"/>
              </a:spcAft>
              <a:defRPr/>
            </a:pPr>
            <a:r>
              <a:rPr lang="en-GB" sz="1000" b="0" i="0" dirty="0">
                <a:solidFill>
                  <a:srgbClr val="444444"/>
                </a:solidFill>
                <a:effectLst/>
                <a:latin typeface="Calibri" panose="020F0502020204030204" pitchFamily="34" charset="0"/>
              </a:rPr>
              <a:t>A103000359725</a:t>
            </a:r>
            <a:endParaRPr lang="ar" sz="1000" dirty="0"/>
          </a:p>
        </p:txBody>
      </p:sp>
    </p:spTree>
    <p:extLst>
      <p:ext uri="{BB962C8B-B14F-4D97-AF65-F5344CB8AC3E}">
        <p14:creationId xmlns:p14="http://schemas.microsoft.com/office/powerpoint/2010/main" val="165651596"/>
      </p:ext>
    </p:extLst>
  </p:cSld>
  <p:clrMapOvr>
    <a:masterClrMapping/>
  </p:clrMapOvr>
  <p:transition>
    <p:sndAc>
      <p:stSnd>
        <p:snd r:embed="rId3" name="click.wav"/>
      </p:stSnd>
    </p:sndAc>
  </p:transition>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Title 2">
            <a:extLst>
              <a:ext uri="{FF2B5EF4-FFF2-40B4-BE49-F238E27FC236}">
                <a16:creationId xmlns:a16="http://schemas.microsoft.com/office/drawing/2014/main" id="{DF8F9D08-DF4C-4351-F6A0-75D9B8290DA6}"/>
              </a:ext>
            </a:extLst>
          </p:cNvPr>
          <p:cNvSpPr>
            <a:spLocks noGrp="1" noChangeArrowheads="1"/>
          </p:cNvSpPr>
          <p:nvPr>
            <p:ph type="title"/>
          </p:nvPr>
        </p:nvSpPr>
        <p:spPr bwMode="auto">
          <a:xfrm>
            <a:off x="457200" y="1843088"/>
            <a:ext cx="8229600" cy="506412"/>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a:spcBef>
                <a:spcPts val="1200"/>
              </a:spcBef>
              <a:spcAft>
                <a:spcPts val="1500"/>
              </a:spcAft>
            </a:pPr>
            <a:r>
              <a:rPr lang="ar-EG" sz="2400" dirty="0"/>
              <a:t>هدف التعلم ج</a:t>
            </a:r>
            <a:br>
              <a:rPr lang="ar-EG" sz="2400" dirty="0"/>
            </a:br>
            <a:br>
              <a:rPr lang="ar-EG" sz="2400" dirty="0"/>
            </a:br>
            <a:endParaRPr lang="ar-EG" sz="2400" dirty="0"/>
          </a:p>
        </p:txBody>
      </p:sp>
      <p:sp>
        <p:nvSpPr>
          <p:cNvPr id="34819" name="Content Placeholder 3">
            <a:extLst>
              <a:ext uri="{FF2B5EF4-FFF2-40B4-BE49-F238E27FC236}">
                <a16:creationId xmlns:a16="http://schemas.microsoft.com/office/drawing/2014/main" id="{453C7683-8588-7ABC-32E0-8A4E68218620}"/>
              </a:ext>
            </a:extLst>
          </p:cNvPr>
          <p:cNvSpPr>
            <a:spLocks noGrp="1" noChangeArrowheads="1"/>
          </p:cNvSpPr>
          <p:nvPr>
            <p:ph sz="half" idx="2"/>
          </p:nvPr>
        </p:nvSpPr>
        <p:spPr bwMode="auto">
          <a:xfrm>
            <a:off x="1547316" y="3861048"/>
            <a:ext cx="6769100" cy="1871663"/>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marL="358775" indent="-358775"/>
            <a:r>
              <a:rPr lang="ar-EG"/>
              <a:t>العناصر الغذائية ومصادرها</a:t>
            </a:r>
          </a:p>
          <a:p>
            <a:pPr marL="358775" indent="-358775"/>
            <a:r>
              <a:rPr lang="ar-EG"/>
              <a:t>توصيات لتناول طعام الصحي</a:t>
            </a:r>
          </a:p>
          <a:p>
            <a:pPr marL="358775" indent="-358775"/>
            <a:r>
              <a:rPr lang="ar-EG"/>
              <a:t>التخطيط لقائمة طعام صحية</a:t>
            </a:r>
          </a:p>
        </p:txBody>
      </p:sp>
      <p:sp>
        <p:nvSpPr>
          <p:cNvPr id="34820" name="Rectangle 1">
            <a:extLst>
              <a:ext uri="{FF2B5EF4-FFF2-40B4-BE49-F238E27FC236}">
                <a16:creationId xmlns:a16="http://schemas.microsoft.com/office/drawing/2014/main" id="{8DCD7CE1-603D-4D59-3DBB-C13C0B6505F0}"/>
              </a:ext>
            </a:extLst>
          </p:cNvPr>
          <p:cNvSpPr>
            <a:spLocks noChangeArrowheads="1"/>
          </p:cNvSpPr>
          <p:nvPr/>
        </p:nvSpPr>
        <p:spPr bwMode="auto">
          <a:xfrm>
            <a:off x="539750" y="2493963"/>
            <a:ext cx="7991475" cy="647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a:r>
              <a:rPr lang="ar-EG" sz="3600" b="1"/>
              <a:t>تخطيط وتصميم قوائم طعام صحية</a:t>
            </a:r>
          </a:p>
        </p:txBody>
      </p:sp>
      <p:sp>
        <p:nvSpPr>
          <p:cNvPr id="2" name="Footer Placeholder 2">
            <a:extLst>
              <a:ext uri="{FF2B5EF4-FFF2-40B4-BE49-F238E27FC236}">
                <a16:creationId xmlns:a16="http://schemas.microsoft.com/office/drawing/2014/main" id="{D5AADB7E-31D3-9483-4EA2-EB8BF04C4968}"/>
              </a:ext>
            </a:extLst>
          </p:cNvPr>
          <p:cNvSpPr txBox="1">
            <a:spLocks/>
          </p:cNvSpPr>
          <p:nvPr/>
        </p:nvSpPr>
        <p:spPr bwMode="auto">
          <a:xfrm>
            <a:off x="145740" y="6530156"/>
            <a:ext cx="1080120" cy="216719"/>
          </a:xfrm>
          <a:prstGeom prst="rect">
            <a:avLst/>
          </a:prstGeom>
          <a:noFill/>
        </p:spPr>
        <p:txBody>
          <a:bodyPr vert="horz" wrap="square" lIns="91440" tIns="45720" rIns="91440" bIns="45720" numCol="1" rtlCol="1" anchor="t" anchorCtr="0" compatLnSpc="1">
            <a:prstTxWarp prst="textNoShape">
              <a:avLst/>
            </a:prstTxWarp>
            <a:normAutofit lnSpcReduction="10000"/>
          </a:bodyPr>
          <a:lstStyle>
            <a:defPPr>
              <a:defRPr lang="en-GB"/>
            </a:defPPr>
            <a:lvl1pPr algn="r" rtl="1"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1pPr>
            <a:lvl2pPr marL="457200" algn="r" rtl="1"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2pPr>
            <a:lvl3pPr marL="914400" algn="r" rtl="1"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3pPr>
            <a:lvl4pPr marL="1371600" algn="r" rtl="1"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4pPr>
            <a:lvl5pPr marL="1828800" algn="r" rtl="1"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5pPr>
            <a:lvl6pPr marL="2286000" algn="r" defTabSz="914400" rtl="1" eaLnBrk="1" latinLnBrk="0" hangingPunct="1">
              <a:defRPr kern="1200">
                <a:solidFill>
                  <a:schemeClr val="tx1"/>
                </a:solidFill>
                <a:latin typeface="Arial" panose="020B0604020202020204" pitchFamily="34" charset="0"/>
                <a:ea typeface="+mn-ea"/>
                <a:cs typeface="Arial" panose="020B0604020202020204" pitchFamily="34" charset="0"/>
              </a:defRPr>
            </a:lvl6pPr>
            <a:lvl7pPr marL="2743200" algn="r" defTabSz="914400" rtl="1" eaLnBrk="1" latinLnBrk="0" hangingPunct="1">
              <a:defRPr kern="1200">
                <a:solidFill>
                  <a:schemeClr val="tx1"/>
                </a:solidFill>
                <a:latin typeface="Arial" panose="020B0604020202020204" pitchFamily="34" charset="0"/>
                <a:ea typeface="+mn-ea"/>
                <a:cs typeface="Arial" panose="020B0604020202020204" pitchFamily="34" charset="0"/>
              </a:defRPr>
            </a:lvl7pPr>
            <a:lvl8pPr marL="3200400" algn="r" defTabSz="914400" rtl="1" eaLnBrk="1" latinLnBrk="0" hangingPunct="1">
              <a:defRPr kern="1200">
                <a:solidFill>
                  <a:schemeClr val="tx1"/>
                </a:solidFill>
                <a:latin typeface="Arial" panose="020B0604020202020204" pitchFamily="34" charset="0"/>
                <a:ea typeface="+mn-ea"/>
                <a:cs typeface="Arial" panose="020B0604020202020204" pitchFamily="34" charset="0"/>
              </a:defRPr>
            </a:lvl8pPr>
            <a:lvl9pPr marL="3657600" algn="r" defTabSz="914400" rtl="1" eaLnBrk="1" latinLnBrk="0" hangingPunct="1">
              <a:defRPr kern="1200">
                <a:solidFill>
                  <a:schemeClr val="tx1"/>
                </a:solidFill>
                <a:latin typeface="Arial" panose="020B0604020202020204" pitchFamily="34" charset="0"/>
                <a:ea typeface="+mn-ea"/>
                <a:cs typeface="Arial" panose="020B0604020202020204" pitchFamily="34" charset="0"/>
              </a:defRPr>
            </a:lvl9pPr>
          </a:lstStyle>
          <a:p>
            <a:pPr algn="l">
              <a:lnSpc>
                <a:spcPct val="90000"/>
              </a:lnSpc>
              <a:spcAft>
                <a:spcPts val="600"/>
              </a:spcAft>
              <a:defRPr/>
            </a:pPr>
            <a:r>
              <a:rPr lang="en-GB" sz="1000" b="0" i="0" dirty="0">
                <a:solidFill>
                  <a:srgbClr val="444444"/>
                </a:solidFill>
                <a:effectLst/>
                <a:latin typeface="Calibri" panose="020F0502020204030204" pitchFamily="34" charset="0"/>
              </a:rPr>
              <a:t>A103000359725</a:t>
            </a:r>
            <a:endParaRPr lang="ar" sz="1000" dirty="0"/>
          </a:p>
        </p:txBody>
      </p:sp>
    </p:spTree>
    <p:extLst>
      <p:ext uri="{BB962C8B-B14F-4D97-AF65-F5344CB8AC3E}">
        <p14:creationId xmlns:p14="http://schemas.microsoft.com/office/powerpoint/2010/main" val="2005355495"/>
      </p:ext>
    </p:extLst>
  </p:cSld>
  <p:clrMapOvr>
    <a:masterClrMapping/>
  </p:clrMapOvr>
  <p:transition>
    <p:sndAc>
      <p:stSnd>
        <p:snd r:embed="rId3" name="click.wav"/>
      </p:stSnd>
    </p:sndAc>
  </p:transition>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9" name="Content Placeholder 3">
            <a:extLst>
              <a:ext uri="{FF2B5EF4-FFF2-40B4-BE49-F238E27FC236}">
                <a16:creationId xmlns:a16="http://schemas.microsoft.com/office/drawing/2014/main" id="{453C7683-8588-7ABC-32E0-8A4E68218620}"/>
              </a:ext>
            </a:extLst>
          </p:cNvPr>
          <p:cNvSpPr>
            <a:spLocks noGrp="1" noChangeArrowheads="1"/>
          </p:cNvSpPr>
          <p:nvPr>
            <p:ph sz="half" idx="2"/>
          </p:nvPr>
        </p:nvSpPr>
        <p:spPr bwMode="auto">
          <a:xfrm>
            <a:off x="36005" y="1849455"/>
            <a:ext cx="9144000" cy="1723561"/>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indent="0">
              <a:buFont typeface="Wingdings" panose="05000000000000000000" pitchFamily="2" charset="2"/>
              <a:buNone/>
            </a:pPr>
            <a:r>
              <a:rPr lang="ar-EG" b="1" dirty="0"/>
              <a:t>العناصر الغذائية الكبرى</a:t>
            </a:r>
          </a:p>
          <a:p>
            <a:pPr indent="0">
              <a:buNone/>
            </a:pPr>
            <a:r>
              <a:rPr lang="ar-EG" dirty="0"/>
              <a:t>هذه هي العناصر الغذائية التي يحتاجها الجسم بكميات كبيرة.</a:t>
            </a:r>
            <a:r>
              <a:rPr lang="en-US" dirty="0"/>
              <a:t> </a:t>
            </a:r>
            <a:r>
              <a:rPr lang="ar-EG" dirty="0"/>
              <a:t>توجد ثلاث عناصر </a:t>
            </a:r>
            <a:br>
              <a:rPr lang="ar-EG" dirty="0"/>
            </a:br>
            <a:r>
              <a:rPr lang="ar-EG" dirty="0"/>
              <a:t>غذائية كبرى:</a:t>
            </a:r>
          </a:p>
          <a:p>
            <a:pPr marL="685800"/>
            <a:endParaRPr lang="en-GB" altLang="en-US" dirty="0"/>
          </a:p>
        </p:txBody>
      </p:sp>
      <p:sp>
        <p:nvSpPr>
          <p:cNvPr id="34820" name="Rectangle 1">
            <a:extLst>
              <a:ext uri="{FF2B5EF4-FFF2-40B4-BE49-F238E27FC236}">
                <a16:creationId xmlns:a16="http://schemas.microsoft.com/office/drawing/2014/main" id="{8DCD7CE1-603D-4D59-3DBB-C13C0B6505F0}"/>
              </a:ext>
            </a:extLst>
          </p:cNvPr>
          <p:cNvSpPr>
            <a:spLocks noChangeArrowheads="1"/>
          </p:cNvSpPr>
          <p:nvPr/>
        </p:nvSpPr>
        <p:spPr bwMode="auto">
          <a:xfrm>
            <a:off x="323529" y="1196752"/>
            <a:ext cx="8568951" cy="647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440" tIns="45720" rIns="91440" bIns="45720" anchor="t"/>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a:r>
              <a:rPr lang="ar-EG" sz="3600" b="1">
                <a:latin typeface="Arial"/>
                <a:cs typeface="Arial"/>
              </a:rPr>
              <a:t>العناصر الغذائية ومصادرها (1)</a:t>
            </a:r>
          </a:p>
        </p:txBody>
      </p:sp>
      <p:sp>
        <p:nvSpPr>
          <p:cNvPr id="2" name="TextBox 1">
            <a:extLst>
              <a:ext uri="{FF2B5EF4-FFF2-40B4-BE49-F238E27FC236}">
                <a16:creationId xmlns:a16="http://schemas.microsoft.com/office/drawing/2014/main" id="{17688DB5-1FBE-50EC-401D-81FFBBBF3878}"/>
              </a:ext>
            </a:extLst>
          </p:cNvPr>
          <p:cNvSpPr txBox="1"/>
          <p:nvPr/>
        </p:nvSpPr>
        <p:spPr>
          <a:xfrm>
            <a:off x="350102" y="3077928"/>
            <a:ext cx="8424935" cy="4062651"/>
          </a:xfrm>
          <a:prstGeom prst="rect">
            <a:avLst/>
          </a:prstGeom>
          <a:noFill/>
        </p:spPr>
        <p:txBody>
          <a:bodyPr wrap="square" numCol="1" rtlCol="0">
            <a:spAutoFit/>
          </a:bodyPr>
          <a:lstStyle/>
          <a:p>
            <a:pPr marL="342900" indent="-342900">
              <a:buFont typeface="Wingdings" pitchFamily="2" charset="2"/>
              <a:buChar char="§"/>
            </a:pPr>
            <a:r>
              <a:rPr lang="ar-EG" sz="2400"/>
              <a:t>البروتين</a:t>
            </a:r>
          </a:p>
          <a:p>
            <a:pPr marL="342900" indent="-342900">
              <a:buFont typeface="Wingdings" pitchFamily="2" charset="2"/>
              <a:buChar char="§"/>
            </a:pPr>
            <a:r>
              <a:rPr lang="ar-EG" sz="2400"/>
              <a:t>الدهون</a:t>
            </a:r>
          </a:p>
          <a:p>
            <a:pPr marL="342900" indent="-342900">
              <a:buFont typeface="Wingdings" pitchFamily="2" charset="2"/>
              <a:buChar char="§"/>
            </a:pPr>
            <a:r>
              <a:rPr lang="ar-EG" sz="2400"/>
              <a:t>الكربوهيدرات.</a:t>
            </a:r>
          </a:p>
          <a:p>
            <a:pPr indent="0">
              <a:buFont typeface="Wingdings" panose="05000000000000000000" pitchFamily="2" charset="2"/>
              <a:buNone/>
            </a:pPr>
            <a:endParaRPr lang="en-GB" altLang="en-US" sz="2400" dirty="0"/>
          </a:p>
          <a:p>
            <a:pPr indent="0">
              <a:buFont typeface="Wingdings" panose="05000000000000000000" pitchFamily="2" charset="2"/>
              <a:buNone/>
            </a:pPr>
            <a:endParaRPr lang="en-GB" altLang="en-US" sz="2400" dirty="0"/>
          </a:p>
          <a:p>
            <a:pPr indent="0">
              <a:buFont typeface="Wingdings" panose="05000000000000000000" pitchFamily="2" charset="2"/>
              <a:buNone/>
            </a:pPr>
            <a:endParaRPr lang="en-GB" altLang="en-US" sz="2400" dirty="0"/>
          </a:p>
          <a:p>
            <a:pPr indent="0">
              <a:buFont typeface="Wingdings" panose="05000000000000000000" pitchFamily="2" charset="2"/>
              <a:buNone/>
            </a:pPr>
            <a:endParaRPr lang="en-GB" altLang="en-US" sz="2400" dirty="0"/>
          </a:p>
          <a:p>
            <a:pPr indent="0">
              <a:buFont typeface="Wingdings" panose="05000000000000000000" pitchFamily="2" charset="2"/>
              <a:buNone/>
            </a:pPr>
            <a:r>
              <a:rPr lang="ar-EG" sz="2200"/>
              <a:t>ملاحظة حول الماء: يعد الماء أيضًا من المغذيات الكبيرة، بمعنى أن الجسم يحتاج إليه بكميات كبيرة، ولكن على عكس المغذيات الكبيرة الأخرى، فهو لا يوفر الطاقة</a:t>
            </a:r>
            <a:r>
              <a:rPr lang="ar-EG" sz="2400"/>
              <a:t>.</a:t>
            </a:r>
          </a:p>
          <a:p>
            <a:pPr indent="0">
              <a:buFont typeface="Wingdings" panose="05000000000000000000" pitchFamily="2" charset="2"/>
              <a:buNone/>
            </a:pPr>
            <a:endParaRPr lang="en-GB" altLang="en-US" sz="2200" dirty="0"/>
          </a:p>
        </p:txBody>
      </p:sp>
      <p:pic>
        <p:nvPicPr>
          <p:cNvPr id="5" name="Picture 4">
            <a:extLst>
              <a:ext uri="{FF2B5EF4-FFF2-40B4-BE49-F238E27FC236}">
                <a16:creationId xmlns:a16="http://schemas.microsoft.com/office/drawing/2014/main" id="{B3157C7C-071E-27FA-21B0-94ED24CA1A6A}"/>
              </a:ext>
            </a:extLst>
          </p:cNvPr>
          <p:cNvPicPr>
            <a:picLocks noChangeAspect="1"/>
          </p:cNvPicPr>
          <p:nvPr/>
        </p:nvPicPr>
        <p:blipFill>
          <a:blip r:embed="rId4" cstate="screen">
            <a:extLst>
              <a:ext uri="{28A0092B-C50C-407E-A947-70E740481C1C}">
                <a14:useLocalDpi xmlns:a14="http://schemas.microsoft.com/office/drawing/2010/main"/>
              </a:ext>
            </a:extLst>
          </a:blip>
          <a:stretch>
            <a:fillRect/>
          </a:stretch>
        </p:blipFill>
        <p:spPr>
          <a:xfrm>
            <a:off x="899592" y="3108699"/>
            <a:ext cx="3888432" cy="2248098"/>
          </a:xfrm>
          <a:prstGeom prst="rect">
            <a:avLst/>
          </a:prstGeom>
        </p:spPr>
      </p:pic>
      <p:sp>
        <p:nvSpPr>
          <p:cNvPr id="3" name="Footer Placeholder 2">
            <a:extLst>
              <a:ext uri="{FF2B5EF4-FFF2-40B4-BE49-F238E27FC236}">
                <a16:creationId xmlns:a16="http://schemas.microsoft.com/office/drawing/2014/main" id="{A6EABD99-4955-96A4-7B00-DA18C4BE0367}"/>
              </a:ext>
            </a:extLst>
          </p:cNvPr>
          <p:cNvSpPr txBox="1">
            <a:spLocks/>
          </p:cNvSpPr>
          <p:nvPr/>
        </p:nvSpPr>
        <p:spPr bwMode="auto">
          <a:xfrm>
            <a:off x="145740" y="6530156"/>
            <a:ext cx="1080120" cy="216719"/>
          </a:xfrm>
          <a:prstGeom prst="rect">
            <a:avLst/>
          </a:prstGeom>
          <a:noFill/>
        </p:spPr>
        <p:txBody>
          <a:bodyPr vert="horz" wrap="square" lIns="91440" tIns="45720" rIns="91440" bIns="45720" numCol="1" rtlCol="1" anchor="t" anchorCtr="0" compatLnSpc="1">
            <a:prstTxWarp prst="textNoShape">
              <a:avLst/>
            </a:prstTxWarp>
            <a:normAutofit lnSpcReduction="10000"/>
          </a:bodyPr>
          <a:lstStyle>
            <a:defPPr>
              <a:defRPr lang="en-GB"/>
            </a:defPPr>
            <a:lvl1pPr algn="r" rtl="1"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1pPr>
            <a:lvl2pPr marL="457200" algn="r" rtl="1"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2pPr>
            <a:lvl3pPr marL="914400" algn="r" rtl="1"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3pPr>
            <a:lvl4pPr marL="1371600" algn="r" rtl="1"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4pPr>
            <a:lvl5pPr marL="1828800" algn="r" rtl="1"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5pPr>
            <a:lvl6pPr marL="2286000" algn="r" defTabSz="914400" rtl="1" eaLnBrk="1" latinLnBrk="0" hangingPunct="1">
              <a:defRPr kern="1200">
                <a:solidFill>
                  <a:schemeClr val="tx1"/>
                </a:solidFill>
                <a:latin typeface="Arial" panose="020B0604020202020204" pitchFamily="34" charset="0"/>
                <a:ea typeface="+mn-ea"/>
                <a:cs typeface="Arial" panose="020B0604020202020204" pitchFamily="34" charset="0"/>
              </a:defRPr>
            </a:lvl6pPr>
            <a:lvl7pPr marL="2743200" algn="r" defTabSz="914400" rtl="1" eaLnBrk="1" latinLnBrk="0" hangingPunct="1">
              <a:defRPr kern="1200">
                <a:solidFill>
                  <a:schemeClr val="tx1"/>
                </a:solidFill>
                <a:latin typeface="Arial" panose="020B0604020202020204" pitchFamily="34" charset="0"/>
                <a:ea typeface="+mn-ea"/>
                <a:cs typeface="Arial" panose="020B0604020202020204" pitchFamily="34" charset="0"/>
              </a:defRPr>
            </a:lvl7pPr>
            <a:lvl8pPr marL="3200400" algn="r" defTabSz="914400" rtl="1" eaLnBrk="1" latinLnBrk="0" hangingPunct="1">
              <a:defRPr kern="1200">
                <a:solidFill>
                  <a:schemeClr val="tx1"/>
                </a:solidFill>
                <a:latin typeface="Arial" panose="020B0604020202020204" pitchFamily="34" charset="0"/>
                <a:ea typeface="+mn-ea"/>
                <a:cs typeface="Arial" panose="020B0604020202020204" pitchFamily="34" charset="0"/>
              </a:defRPr>
            </a:lvl8pPr>
            <a:lvl9pPr marL="3657600" algn="r" defTabSz="914400" rtl="1" eaLnBrk="1" latinLnBrk="0" hangingPunct="1">
              <a:defRPr kern="1200">
                <a:solidFill>
                  <a:schemeClr val="tx1"/>
                </a:solidFill>
                <a:latin typeface="Arial" panose="020B0604020202020204" pitchFamily="34" charset="0"/>
                <a:ea typeface="+mn-ea"/>
                <a:cs typeface="Arial" panose="020B0604020202020204" pitchFamily="34" charset="0"/>
              </a:defRPr>
            </a:lvl9pPr>
          </a:lstStyle>
          <a:p>
            <a:pPr algn="l">
              <a:lnSpc>
                <a:spcPct val="90000"/>
              </a:lnSpc>
              <a:spcAft>
                <a:spcPts val="600"/>
              </a:spcAft>
              <a:defRPr/>
            </a:pPr>
            <a:r>
              <a:rPr lang="en-GB" sz="1000" b="0" i="0" dirty="0">
                <a:solidFill>
                  <a:srgbClr val="444444"/>
                </a:solidFill>
                <a:effectLst/>
                <a:latin typeface="Calibri" panose="020F0502020204030204" pitchFamily="34" charset="0"/>
              </a:rPr>
              <a:t>A103000359725</a:t>
            </a:r>
            <a:endParaRPr lang="ar" sz="1000" dirty="0"/>
          </a:p>
        </p:txBody>
      </p:sp>
    </p:spTree>
    <p:extLst>
      <p:ext uri="{BB962C8B-B14F-4D97-AF65-F5344CB8AC3E}">
        <p14:creationId xmlns:p14="http://schemas.microsoft.com/office/powerpoint/2010/main" val="47175209"/>
      </p:ext>
    </p:extLst>
  </p:cSld>
  <p:clrMapOvr>
    <a:masterClrMapping/>
  </p:clrMapOvr>
  <p:transition>
    <p:sndAc>
      <p:stSnd>
        <p:snd r:embed="rId3" name="click.wav"/>
      </p:stSnd>
    </p:sndAc>
  </p:transition>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20" name="Rectangle 1">
            <a:extLst>
              <a:ext uri="{FF2B5EF4-FFF2-40B4-BE49-F238E27FC236}">
                <a16:creationId xmlns:a16="http://schemas.microsoft.com/office/drawing/2014/main" id="{8DCD7CE1-603D-4D59-3DBB-C13C0B6505F0}"/>
              </a:ext>
            </a:extLst>
          </p:cNvPr>
          <p:cNvSpPr>
            <a:spLocks noChangeArrowheads="1"/>
          </p:cNvSpPr>
          <p:nvPr/>
        </p:nvSpPr>
        <p:spPr bwMode="auto">
          <a:xfrm>
            <a:off x="323529" y="1196752"/>
            <a:ext cx="8568951" cy="647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440" tIns="45720" rIns="91440" bIns="45720" anchor="t"/>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a:r>
              <a:rPr lang="ar-EG" sz="3600" b="1">
                <a:latin typeface="Arial"/>
                <a:cs typeface="Arial"/>
              </a:rPr>
              <a:t>العناصر الغذائية ومصادرها (2)</a:t>
            </a:r>
          </a:p>
        </p:txBody>
      </p:sp>
      <p:graphicFrame>
        <p:nvGraphicFramePr>
          <p:cNvPr id="3" name="Table 3">
            <a:extLst>
              <a:ext uri="{FF2B5EF4-FFF2-40B4-BE49-F238E27FC236}">
                <a16:creationId xmlns:a16="http://schemas.microsoft.com/office/drawing/2014/main" id="{54AB589D-C366-327E-2253-12F697CD2E93}"/>
              </a:ext>
            </a:extLst>
          </p:cNvPr>
          <p:cNvGraphicFramePr>
            <a:graphicFrameLocks noGrp="1"/>
          </p:cNvGraphicFramePr>
          <p:nvPr>
            <p:extLst>
              <p:ext uri="{D42A27DB-BD31-4B8C-83A1-F6EECF244321}">
                <p14:modId xmlns:p14="http://schemas.microsoft.com/office/powerpoint/2010/main" val="1077651964"/>
              </p:ext>
            </p:extLst>
          </p:nvPr>
        </p:nvGraphicFramePr>
        <p:xfrm>
          <a:off x="251520" y="2060848"/>
          <a:ext cx="8640960" cy="3596640"/>
        </p:xfrm>
        <a:graphic>
          <a:graphicData uri="http://schemas.openxmlformats.org/drawingml/2006/table">
            <a:tbl>
              <a:tblPr rtl="1" firstRow="1" bandRow="1">
                <a:tableStyleId>{5C22544A-7EE6-4342-B048-85BDC9FD1C3A}</a:tableStyleId>
              </a:tblPr>
              <a:tblGrid>
                <a:gridCol w="2016224">
                  <a:extLst>
                    <a:ext uri="{9D8B030D-6E8A-4147-A177-3AD203B41FA5}">
                      <a16:colId xmlns:a16="http://schemas.microsoft.com/office/drawing/2014/main" val="2449942460"/>
                    </a:ext>
                  </a:extLst>
                </a:gridCol>
                <a:gridCol w="216024">
                  <a:extLst>
                    <a:ext uri="{9D8B030D-6E8A-4147-A177-3AD203B41FA5}">
                      <a16:colId xmlns:a16="http://schemas.microsoft.com/office/drawing/2014/main" val="3296268864"/>
                    </a:ext>
                  </a:extLst>
                </a:gridCol>
                <a:gridCol w="6408712">
                  <a:extLst>
                    <a:ext uri="{9D8B030D-6E8A-4147-A177-3AD203B41FA5}">
                      <a16:colId xmlns:a16="http://schemas.microsoft.com/office/drawing/2014/main" val="1542605956"/>
                    </a:ext>
                  </a:extLst>
                </a:gridCol>
              </a:tblGrid>
              <a:tr h="370840">
                <a:tc>
                  <a:txBody>
                    <a:bodyPr/>
                    <a:lstStyle/>
                    <a:p>
                      <a:r>
                        <a:rPr lang="ar-EG" sz="2000" b="1">
                          <a:solidFill>
                            <a:schemeClr val="tx1"/>
                          </a:solidFill>
                          <a:latin typeface="Arial" panose="020B0604020202020204" pitchFamily="34" charset="0"/>
                          <a:cs typeface="Arial" panose="020B0604020202020204" pitchFamily="34" charset="0"/>
                        </a:rPr>
                        <a:t>العناصر الغذائية</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GB" sz="2000" b="1" dirty="0">
                        <a:solidFill>
                          <a:schemeClr val="tx1"/>
                        </a:solidFill>
                        <a:latin typeface="Arial" panose="020B0604020202020204" pitchFamily="34" charset="0"/>
                        <a:cs typeface="Arial" panose="020B0604020202020204" pitchFamily="34" charset="0"/>
                      </a:endParaRPr>
                    </a:p>
                  </a:txBody>
                  <a:tcP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ar-EG" sz="2000" b="1">
                          <a:solidFill>
                            <a:schemeClr val="tx1"/>
                          </a:solidFill>
                          <a:latin typeface="Arial" panose="020B0604020202020204" pitchFamily="34" charset="0"/>
                          <a:cs typeface="Arial" panose="020B0604020202020204" pitchFamily="34" charset="0"/>
                        </a:rPr>
                        <a:t>المصدر</a:t>
                      </a:r>
                    </a:p>
                  </a:txBody>
                  <a:tcP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536465464"/>
                  </a:ext>
                </a:extLst>
              </a:tr>
              <a:tr h="370840">
                <a:tc>
                  <a:txBody>
                    <a:bodyPr/>
                    <a:lstStyle/>
                    <a:p>
                      <a:r>
                        <a:rPr lang="ar-EG" sz="2000" b="0">
                          <a:solidFill>
                            <a:schemeClr val="tx1"/>
                          </a:solidFill>
                          <a:latin typeface="Arial" panose="020B0604020202020204" pitchFamily="34" charset="0"/>
                          <a:cs typeface="Arial" panose="020B0604020202020204" pitchFamily="34" charset="0"/>
                        </a:rPr>
                        <a:t>البروتين</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GB" sz="2000" b="0" dirty="0">
                        <a:solidFill>
                          <a:schemeClr val="tx1"/>
                        </a:solidFill>
                        <a:latin typeface="Arial" panose="020B0604020202020204" pitchFamily="34" charset="0"/>
                        <a:cs typeface="Arial" panose="020B0604020202020204" pitchFamily="34" charset="0"/>
                      </a:endParaRPr>
                    </a:p>
                  </a:txBody>
                  <a:tcP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ar-EG" sz="2000" b="0" i="1">
                          <a:solidFill>
                            <a:schemeClr val="tx1"/>
                          </a:solidFill>
                          <a:latin typeface="Arial" panose="020B0604020202020204" pitchFamily="34" charset="0"/>
                          <a:cs typeface="Arial" panose="020B0604020202020204" pitchFamily="34" charset="0"/>
                        </a:rPr>
                        <a:t>الحيوانات</a:t>
                      </a:r>
                      <a:r>
                        <a:rPr lang="ar-EG" sz="2000" b="0">
                          <a:solidFill>
                            <a:schemeClr val="tx1"/>
                          </a:solidFill>
                          <a:latin typeface="Arial" panose="020B0604020202020204" pitchFamily="34" charset="0"/>
                          <a:cs typeface="Arial" panose="020B0604020202020204" pitchFamily="34" charset="0"/>
                        </a:rPr>
                        <a:t>: منتجات الألبان والبيض والأسماك والحليب والدواجن</a:t>
                      </a:r>
                      <a:r>
                        <a:rPr lang="en-US" sz="2000" b="0">
                          <a:solidFill>
                            <a:schemeClr val="tx1"/>
                          </a:solidFill>
                          <a:latin typeface="Arial" panose="020B0604020202020204" pitchFamily="34" charset="0"/>
                          <a:cs typeface="Arial" panose="020B0604020202020204" pitchFamily="34" charset="0"/>
                        </a:rPr>
                        <a:t> </a:t>
                      </a:r>
                    </a:p>
                    <a:p>
                      <a:r>
                        <a:rPr lang="ar-EG" sz="2000" b="0" i="1">
                          <a:solidFill>
                            <a:schemeClr val="tx1"/>
                          </a:solidFill>
                          <a:latin typeface="Arial" panose="020B0604020202020204" pitchFamily="34" charset="0"/>
                          <a:cs typeface="Arial" panose="020B0604020202020204" pitchFamily="34" charset="0"/>
                        </a:rPr>
                        <a:t>النباتات</a:t>
                      </a:r>
                      <a:r>
                        <a:rPr lang="ar-EG" sz="2000" b="0">
                          <a:solidFill>
                            <a:schemeClr val="tx1"/>
                          </a:solidFill>
                          <a:latin typeface="Arial" panose="020B0604020202020204" pitchFamily="34" charset="0"/>
                          <a:cs typeface="Arial" panose="020B0604020202020204" pitchFamily="34" charset="0"/>
                        </a:rPr>
                        <a:t>: الحبوب والعدس والمكسرات والبقول (مثل الفاصوليا والبازلاء)</a:t>
                      </a:r>
                    </a:p>
                  </a:txBody>
                  <a:tcP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305322522"/>
                  </a:ext>
                </a:extLst>
              </a:tr>
              <a:tr h="370840">
                <a:tc>
                  <a:txBody>
                    <a:bodyPr/>
                    <a:lstStyle/>
                    <a:p>
                      <a:endParaRPr lang="en-GB" sz="2000" b="0" dirty="0">
                        <a:solidFill>
                          <a:schemeClr val="tx1"/>
                        </a:solidFill>
                        <a:latin typeface="Arial" panose="020B0604020202020204" pitchFamily="34" charset="0"/>
                        <a:cs typeface="Arial" panose="020B0604020202020204" pitchFamily="34" charset="0"/>
                      </a:endParaRPr>
                    </a:p>
                    <a:p>
                      <a:r>
                        <a:rPr lang="ar-EG" sz="2000" b="0">
                          <a:solidFill>
                            <a:schemeClr val="tx1"/>
                          </a:solidFill>
                          <a:latin typeface="Arial" panose="020B0604020202020204" pitchFamily="34" charset="0"/>
                          <a:cs typeface="Arial" panose="020B0604020202020204" pitchFamily="34" charset="0"/>
                        </a:rPr>
                        <a:t>الكربوهيدرات</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GB" sz="2000" b="0" dirty="0">
                        <a:solidFill>
                          <a:schemeClr val="tx1"/>
                        </a:solidFill>
                        <a:latin typeface="Arial" panose="020B0604020202020204" pitchFamily="34" charset="0"/>
                        <a:cs typeface="Arial" panose="020B0604020202020204" pitchFamily="34" charset="0"/>
                      </a:endParaRPr>
                    </a:p>
                  </a:txBody>
                  <a:tcP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GB" sz="2000" b="0" dirty="0">
                        <a:solidFill>
                          <a:schemeClr val="tx1"/>
                        </a:solidFill>
                        <a:latin typeface="Arial" panose="020B0604020202020204" pitchFamily="34" charset="0"/>
                        <a:cs typeface="Arial" panose="020B0604020202020204" pitchFamily="34" charset="0"/>
                      </a:endParaRPr>
                    </a:p>
                    <a:p>
                      <a:r>
                        <a:rPr lang="ar-EG" sz="2000" b="0">
                          <a:solidFill>
                            <a:schemeClr val="tx1"/>
                          </a:solidFill>
                          <a:latin typeface="Arial" panose="020B0604020202020204" pitchFamily="34" charset="0"/>
                          <a:cs typeface="Arial" panose="020B0604020202020204" pitchFamily="34" charset="0"/>
                        </a:rPr>
                        <a:t>الخبز والحبوب والمعكرونة والبطاطس والأرز</a:t>
                      </a:r>
                    </a:p>
                    <a:p>
                      <a:endParaRPr lang="en-GB" sz="2000" b="0" dirty="0">
                        <a:solidFill>
                          <a:schemeClr val="tx1"/>
                        </a:solidFill>
                        <a:latin typeface="Arial" panose="020B0604020202020204" pitchFamily="34" charset="0"/>
                        <a:cs typeface="Arial" panose="020B0604020202020204" pitchFamily="34" charset="0"/>
                      </a:endParaRPr>
                    </a:p>
                  </a:txBody>
                  <a:tcP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790796003"/>
                  </a:ext>
                </a:extLst>
              </a:tr>
              <a:tr h="370840">
                <a:tc>
                  <a:txBody>
                    <a:bodyPr/>
                    <a:lstStyle/>
                    <a:p>
                      <a:r>
                        <a:rPr lang="ar-EG" sz="2000" b="0">
                          <a:solidFill>
                            <a:schemeClr val="tx1"/>
                          </a:solidFill>
                          <a:latin typeface="Arial" panose="020B0604020202020204" pitchFamily="34" charset="0"/>
                          <a:cs typeface="Arial" panose="020B0604020202020204" pitchFamily="34" charset="0"/>
                        </a:rPr>
                        <a:t>الدهون</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GB" sz="2000" b="0" dirty="0">
                        <a:solidFill>
                          <a:schemeClr val="tx1"/>
                        </a:solidFill>
                        <a:latin typeface="Arial" panose="020B0604020202020204" pitchFamily="34" charset="0"/>
                        <a:cs typeface="Arial" panose="020B0604020202020204" pitchFamily="34" charset="0"/>
                      </a:endParaRPr>
                    </a:p>
                  </a:txBody>
                  <a:tcP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ar-EG" sz="2000" b="0" i="1">
                          <a:solidFill>
                            <a:schemeClr val="tx1"/>
                          </a:solidFill>
                          <a:latin typeface="Arial" panose="020B0604020202020204" pitchFamily="34" charset="0"/>
                          <a:cs typeface="Arial" panose="020B0604020202020204" pitchFamily="34" charset="0"/>
                        </a:rPr>
                        <a:t>المشبعة:</a:t>
                      </a:r>
                      <a:r>
                        <a:rPr lang="ar-EG" sz="2000" b="0">
                          <a:solidFill>
                            <a:schemeClr val="tx1"/>
                          </a:solidFill>
                          <a:latin typeface="Arial" panose="020B0604020202020204" pitchFamily="34" charset="0"/>
                          <a:cs typeface="Arial" panose="020B0604020202020204" pitchFamily="34" charset="0"/>
                        </a:rPr>
                        <a:t> منتجات الألبان واللحوم الحمراء</a:t>
                      </a:r>
                    </a:p>
                  </a:txBody>
                  <a:tcP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198188135"/>
                  </a:ext>
                </a:extLst>
              </a:tr>
              <a:tr h="370840">
                <a:tc>
                  <a:txBody>
                    <a:bodyPr/>
                    <a:lstStyle/>
                    <a:p>
                      <a:endParaRPr lang="en-GB" sz="2000" b="0" dirty="0">
                        <a:solidFill>
                          <a:schemeClr val="tx1"/>
                        </a:solidFill>
                        <a:latin typeface="Arial" panose="020B0604020202020204" pitchFamily="34" charset="0"/>
                        <a:cs typeface="Arial" panose="020B0604020202020204" pitchFamily="34"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GB" sz="2000" b="0" dirty="0">
                        <a:solidFill>
                          <a:schemeClr val="tx1"/>
                        </a:solidFill>
                        <a:latin typeface="Arial" panose="020B0604020202020204" pitchFamily="34" charset="0"/>
                        <a:cs typeface="Arial" panose="020B0604020202020204" pitchFamily="34" charset="0"/>
                      </a:endParaRPr>
                    </a:p>
                  </a:txBody>
                  <a:tcP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ar-EG" sz="2000" b="0" i="1">
                          <a:solidFill>
                            <a:schemeClr val="tx1"/>
                          </a:solidFill>
                          <a:latin typeface="Arial" panose="020B0604020202020204" pitchFamily="34" charset="0"/>
                          <a:cs typeface="Arial" panose="020B0604020202020204" pitchFamily="34" charset="0"/>
                        </a:rPr>
                        <a:t>غير المشبعة:</a:t>
                      </a:r>
                      <a:r>
                        <a:rPr lang="ar-EG" sz="2000" b="0">
                          <a:solidFill>
                            <a:schemeClr val="tx1"/>
                          </a:solidFill>
                          <a:latin typeface="Arial" panose="020B0604020202020204" pitchFamily="34" charset="0"/>
                          <a:cs typeface="Arial" panose="020B0604020202020204" pitchFamily="34" charset="0"/>
                        </a:rPr>
                        <a:t> السمن والأسماك الزيتية والزيوت النباتية</a:t>
                      </a:r>
                    </a:p>
                  </a:txBody>
                  <a:tcP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753312735"/>
                  </a:ext>
                </a:extLst>
              </a:tr>
              <a:tr h="370840">
                <a:tc>
                  <a:txBody>
                    <a:bodyPr/>
                    <a:lstStyle/>
                    <a:p>
                      <a:endParaRPr lang="en-GB" sz="2000" b="0" dirty="0">
                        <a:solidFill>
                          <a:schemeClr val="tx1"/>
                        </a:solidFill>
                        <a:latin typeface="Arial" panose="020B0604020202020204" pitchFamily="34" charset="0"/>
                        <a:cs typeface="Arial" panose="020B0604020202020204" pitchFamily="34"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GB" sz="2000" b="0" dirty="0">
                        <a:solidFill>
                          <a:schemeClr val="tx1"/>
                        </a:solidFill>
                        <a:latin typeface="Arial" panose="020B0604020202020204" pitchFamily="34" charset="0"/>
                        <a:cs typeface="Arial" panose="020B0604020202020204" pitchFamily="34" charset="0"/>
                      </a:endParaRPr>
                    </a:p>
                  </a:txBody>
                  <a:tcP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r" defTabSz="914400" rtl="1" eaLnBrk="1" fontAlgn="auto" latinLnBrk="0" hangingPunct="1">
                        <a:lnSpc>
                          <a:spcPct val="100000"/>
                        </a:lnSpc>
                        <a:spcBef>
                          <a:spcPts val="0"/>
                        </a:spcBef>
                        <a:spcAft>
                          <a:spcPts val="0"/>
                        </a:spcAft>
                        <a:buClrTx/>
                        <a:buSzTx/>
                        <a:buFontTx/>
                        <a:buNone/>
                        <a:tabLst/>
                        <a:defRPr/>
                      </a:pPr>
                      <a:r>
                        <a:rPr lang="ar-EG" sz="2000" b="0" i="1" dirty="0">
                          <a:solidFill>
                            <a:schemeClr val="tx1"/>
                          </a:solidFill>
                          <a:latin typeface="Arial" panose="020B0604020202020204" pitchFamily="34" charset="0"/>
                          <a:cs typeface="Arial" panose="020B0604020202020204" pitchFamily="34" charset="0"/>
                        </a:rPr>
                        <a:t>الأحادية غير المشبعة:</a:t>
                      </a:r>
                      <a:r>
                        <a:rPr lang="ar-EG" sz="2000" b="0" dirty="0">
                          <a:solidFill>
                            <a:schemeClr val="tx1"/>
                          </a:solidFill>
                          <a:latin typeface="Arial" panose="020B0604020202020204" pitchFamily="34" charset="0"/>
                          <a:cs typeface="Arial" panose="020B0604020202020204" pitchFamily="34" charset="0"/>
                        </a:rPr>
                        <a:t> الأفوكادو والمكسرات وزيت الجوز والزيتون </a:t>
                      </a:r>
                      <a:br>
                        <a:rPr lang="ar-EG" sz="2000" b="0" dirty="0">
                          <a:solidFill>
                            <a:schemeClr val="tx1"/>
                          </a:solidFill>
                          <a:latin typeface="Arial" panose="020B0604020202020204" pitchFamily="34" charset="0"/>
                          <a:cs typeface="Arial" panose="020B0604020202020204" pitchFamily="34" charset="0"/>
                        </a:rPr>
                      </a:br>
                      <a:r>
                        <a:rPr lang="ar-EG" sz="2000" b="0" dirty="0">
                          <a:solidFill>
                            <a:schemeClr val="tx1"/>
                          </a:solidFill>
                          <a:latin typeface="Arial" panose="020B0604020202020204" pitchFamily="34" charset="0"/>
                          <a:cs typeface="Arial" panose="020B0604020202020204" pitchFamily="34" charset="0"/>
                        </a:rPr>
                        <a:t>وزيت الزيتون</a:t>
                      </a:r>
                    </a:p>
                  </a:txBody>
                  <a:tcP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589578396"/>
                  </a:ext>
                </a:extLst>
              </a:tr>
            </a:tbl>
          </a:graphicData>
        </a:graphic>
      </p:graphicFrame>
      <p:sp>
        <p:nvSpPr>
          <p:cNvPr id="2" name="Footer Placeholder 2">
            <a:extLst>
              <a:ext uri="{FF2B5EF4-FFF2-40B4-BE49-F238E27FC236}">
                <a16:creationId xmlns:a16="http://schemas.microsoft.com/office/drawing/2014/main" id="{6F32DFD3-0DF1-9A1E-42E9-92BC0D56730D}"/>
              </a:ext>
            </a:extLst>
          </p:cNvPr>
          <p:cNvSpPr txBox="1">
            <a:spLocks/>
          </p:cNvSpPr>
          <p:nvPr/>
        </p:nvSpPr>
        <p:spPr bwMode="auto">
          <a:xfrm>
            <a:off x="145740" y="6530156"/>
            <a:ext cx="1080120" cy="216719"/>
          </a:xfrm>
          <a:prstGeom prst="rect">
            <a:avLst/>
          </a:prstGeom>
          <a:noFill/>
        </p:spPr>
        <p:txBody>
          <a:bodyPr vert="horz" wrap="square" lIns="91440" tIns="45720" rIns="91440" bIns="45720" numCol="1" rtlCol="1" anchor="t" anchorCtr="0" compatLnSpc="1">
            <a:prstTxWarp prst="textNoShape">
              <a:avLst/>
            </a:prstTxWarp>
            <a:normAutofit lnSpcReduction="10000"/>
          </a:bodyPr>
          <a:lstStyle>
            <a:defPPr>
              <a:defRPr lang="en-GB"/>
            </a:defPPr>
            <a:lvl1pPr algn="r" rtl="1"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1pPr>
            <a:lvl2pPr marL="457200" algn="r" rtl="1"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2pPr>
            <a:lvl3pPr marL="914400" algn="r" rtl="1"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3pPr>
            <a:lvl4pPr marL="1371600" algn="r" rtl="1"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4pPr>
            <a:lvl5pPr marL="1828800" algn="r" rtl="1"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5pPr>
            <a:lvl6pPr marL="2286000" algn="r" defTabSz="914400" rtl="1" eaLnBrk="1" latinLnBrk="0" hangingPunct="1">
              <a:defRPr kern="1200">
                <a:solidFill>
                  <a:schemeClr val="tx1"/>
                </a:solidFill>
                <a:latin typeface="Arial" panose="020B0604020202020204" pitchFamily="34" charset="0"/>
                <a:ea typeface="+mn-ea"/>
                <a:cs typeface="Arial" panose="020B0604020202020204" pitchFamily="34" charset="0"/>
              </a:defRPr>
            </a:lvl6pPr>
            <a:lvl7pPr marL="2743200" algn="r" defTabSz="914400" rtl="1" eaLnBrk="1" latinLnBrk="0" hangingPunct="1">
              <a:defRPr kern="1200">
                <a:solidFill>
                  <a:schemeClr val="tx1"/>
                </a:solidFill>
                <a:latin typeface="Arial" panose="020B0604020202020204" pitchFamily="34" charset="0"/>
                <a:ea typeface="+mn-ea"/>
                <a:cs typeface="Arial" panose="020B0604020202020204" pitchFamily="34" charset="0"/>
              </a:defRPr>
            </a:lvl7pPr>
            <a:lvl8pPr marL="3200400" algn="r" defTabSz="914400" rtl="1" eaLnBrk="1" latinLnBrk="0" hangingPunct="1">
              <a:defRPr kern="1200">
                <a:solidFill>
                  <a:schemeClr val="tx1"/>
                </a:solidFill>
                <a:latin typeface="Arial" panose="020B0604020202020204" pitchFamily="34" charset="0"/>
                <a:ea typeface="+mn-ea"/>
                <a:cs typeface="Arial" panose="020B0604020202020204" pitchFamily="34" charset="0"/>
              </a:defRPr>
            </a:lvl8pPr>
            <a:lvl9pPr marL="3657600" algn="r" defTabSz="914400" rtl="1" eaLnBrk="1" latinLnBrk="0" hangingPunct="1">
              <a:defRPr kern="1200">
                <a:solidFill>
                  <a:schemeClr val="tx1"/>
                </a:solidFill>
                <a:latin typeface="Arial" panose="020B0604020202020204" pitchFamily="34" charset="0"/>
                <a:ea typeface="+mn-ea"/>
                <a:cs typeface="Arial" panose="020B0604020202020204" pitchFamily="34" charset="0"/>
              </a:defRPr>
            </a:lvl9pPr>
          </a:lstStyle>
          <a:p>
            <a:pPr algn="l">
              <a:lnSpc>
                <a:spcPct val="90000"/>
              </a:lnSpc>
              <a:spcAft>
                <a:spcPts val="600"/>
              </a:spcAft>
              <a:defRPr/>
            </a:pPr>
            <a:r>
              <a:rPr lang="en-GB" sz="1000" b="0" i="0" dirty="0">
                <a:solidFill>
                  <a:srgbClr val="444444"/>
                </a:solidFill>
                <a:effectLst/>
                <a:latin typeface="Calibri" panose="020F0502020204030204" pitchFamily="34" charset="0"/>
              </a:rPr>
              <a:t>A103000359725</a:t>
            </a:r>
            <a:endParaRPr lang="ar" sz="1000" dirty="0"/>
          </a:p>
        </p:txBody>
      </p:sp>
    </p:spTree>
    <p:extLst>
      <p:ext uri="{BB962C8B-B14F-4D97-AF65-F5344CB8AC3E}">
        <p14:creationId xmlns:p14="http://schemas.microsoft.com/office/powerpoint/2010/main" val="2217532197"/>
      </p:ext>
    </p:extLst>
  </p:cSld>
  <p:clrMapOvr>
    <a:masterClrMapping/>
  </p:clrMapOvr>
  <p:transition>
    <p:sndAc>
      <p:stSnd>
        <p:snd r:embed="rId3" name="click.wav"/>
      </p:stSnd>
    </p:sndAc>
  </p:transition>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9" name="Content Placeholder 3">
            <a:extLst>
              <a:ext uri="{FF2B5EF4-FFF2-40B4-BE49-F238E27FC236}">
                <a16:creationId xmlns:a16="http://schemas.microsoft.com/office/drawing/2014/main" id="{453C7683-8588-7ABC-32E0-8A4E68218620}"/>
              </a:ext>
            </a:extLst>
          </p:cNvPr>
          <p:cNvSpPr>
            <a:spLocks noGrp="1" noChangeArrowheads="1"/>
          </p:cNvSpPr>
          <p:nvPr>
            <p:ph sz="half" idx="2"/>
          </p:nvPr>
        </p:nvSpPr>
        <p:spPr bwMode="auto">
          <a:xfrm>
            <a:off x="0" y="2096852"/>
            <a:ext cx="9144000" cy="162018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indent="0">
              <a:buFont typeface="Wingdings" panose="05000000000000000000" pitchFamily="2" charset="2"/>
              <a:buNone/>
            </a:pPr>
            <a:r>
              <a:rPr lang="ar-EG" b="1"/>
              <a:t>العناصر الغذائية الدقيقة</a:t>
            </a:r>
          </a:p>
          <a:p>
            <a:pPr indent="0">
              <a:buFont typeface="Wingdings" panose="05000000000000000000" pitchFamily="2" charset="2"/>
              <a:buNone/>
            </a:pPr>
            <a:r>
              <a:rPr lang="ar-EG" sz="2200"/>
              <a:t>وهي الفيتامينات والمعادن التي يحتاجها الجسم بكميات صغيرة.</a:t>
            </a:r>
          </a:p>
          <a:p>
            <a:pPr indent="0">
              <a:buFont typeface="Wingdings" panose="05000000000000000000" pitchFamily="2" charset="2"/>
              <a:buNone/>
            </a:pPr>
            <a:endParaRPr lang="en-GB" altLang="en-US" sz="2200" dirty="0"/>
          </a:p>
          <a:p>
            <a:pPr indent="0">
              <a:buFont typeface="Wingdings" panose="05000000000000000000" pitchFamily="2" charset="2"/>
              <a:buNone/>
            </a:pPr>
            <a:r>
              <a:rPr lang="ar-EG" sz="2200"/>
              <a:t>تشمل المغذيات الدقيقة ما يلي:</a:t>
            </a:r>
          </a:p>
          <a:p>
            <a:pPr indent="0">
              <a:buFont typeface="Wingdings" panose="05000000000000000000" pitchFamily="2" charset="2"/>
              <a:buNone/>
            </a:pPr>
            <a:endParaRPr lang="en-GB" altLang="en-US" dirty="0"/>
          </a:p>
        </p:txBody>
      </p:sp>
      <p:sp>
        <p:nvSpPr>
          <p:cNvPr id="34820" name="Rectangle 1">
            <a:extLst>
              <a:ext uri="{FF2B5EF4-FFF2-40B4-BE49-F238E27FC236}">
                <a16:creationId xmlns:a16="http://schemas.microsoft.com/office/drawing/2014/main" id="{8DCD7CE1-603D-4D59-3DBB-C13C0B6505F0}"/>
              </a:ext>
            </a:extLst>
          </p:cNvPr>
          <p:cNvSpPr>
            <a:spLocks noChangeArrowheads="1"/>
          </p:cNvSpPr>
          <p:nvPr/>
        </p:nvSpPr>
        <p:spPr bwMode="auto">
          <a:xfrm>
            <a:off x="323529" y="1196752"/>
            <a:ext cx="8568951" cy="647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440" tIns="45720" rIns="91440" bIns="45720" anchor="t"/>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a:r>
              <a:rPr lang="ar-EG" sz="3600" b="1">
                <a:latin typeface="Arial"/>
                <a:cs typeface="Arial"/>
              </a:rPr>
              <a:t>العناصر الغذائية ومصادرها (3)</a:t>
            </a:r>
          </a:p>
        </p:txBody>
      </p:sp>
      <p:graphicFrame>
        <p:nvGraphicFramePr>
          <p:cNvPr id="2" name="Table 2">
            <a:extLst>
              <a:ext uri="{FF2B5EF4-FFF2-40B4-BE49-F238E27FC236}">
                <a16:creationId xmlns:a16="http://schemas.microsoft.com/office/drawing/2014/main" id="{A7E433D0-77D6-9274-C70F-8CB39DC96505}"/>
              </a:ext>
            </a:extLst>
          </p:cNvPr>
          <p:cNvGraphicFramePr>
            <a:graphicFrameLocks noGrp="1"/>
          </p:cNvGraphicFramePr>
          <p:nvPr>
            <p:extLst>
              <p:ext uri="{D42A27DB-BD31-4B8C-83A1-F6EECF244321}">
                <p14:modId xmlns:p14="http://schemas.microsoft.com/office/powerpoint/2010/main" val="563647135"/>
              </p:ext>
            </p:extLst>
          </p:nvPr>
        </p:nvGraphicFramePr>
        <p:xfrm>
          <a:off x="359532" y="4000331"/>
          <a:ext cx="8424936" cy="1706880"/>
        </p:xfrm>
        <a:graphic>
          <a:graphicData uri="http://schemas.openxmlformats.org/drawingml/2006/table">
            <a:tbl>
              <a:tblPr rtl="1">
                <a:tableStyleId>{5C22544A-7EE6-4342-B048-85BDC9FD1C3A}</a:tableStyleId>
              </a:tblPr>
              <a:tblGrid>
                <a:gridCol w="4212468">
                  <a:extLst>
                    <a:ext uri="{9D8B030D-6E8A-4147-A177-3AD203B41FA5}">
                      <a16:colId xmlns:a16="http://schemas.microsoft.com/office/drawing/2014/main" val="83617325"/>
                    </a:ext>
                  </a:extLst>
                </a:gridCol>
                <a:gridCol w="4212468">
                  <a:extLst>
                    <a:ext uri="{9D8B030D-6E8A-4147-A177-3AD203B41FA5}">
                      <a16:colId xmlns:a16="http://schemas.microsoft.com/office/drawing/2014/main" val="4148246489"/>
                    </a:ext>
                  </a:extLst>
                </a:gridCol>
              </a:tblGrid>
              <a:tr h="370840">
                <a:tc gridSpan="2">
                  <a:txBody>
                    <a:bodyPr/>
                    <a:lstStyle/>
                    <a:p>
                      <a:pPr marL="342900" indent="-342900">
                        <a:buFont typeface="Wingdings" pitchFamily="2" charset="2"/>
                        <a:buChar char="§"/>
                      </a:pPr>
                      <a:r>
                        <a:rPr lang="ar-EG" sz="2200" b="0">
                          <a:solidFill>
                            <a:schemeClr val="tx1"/>
                          </a:solidFill>
                          <a:latin typeface="Arial" panose="020B0604020202020204" pitchFamily="34" charset="0"/>
                          <a:cs typeface="Arial" panose="020B0604020202020204" pitchFamily="34" charset="0"/>
                        </a:rPr>
                        <a:t>المعادن</a:t>
                      </a:r>
                    </a:p>
                  </a:txBody>
                  <a:tcPr>
                    <a:noFill/>
                  </a:tcPr>
                </a:tc>
                <a:tc hMerge="1">
                  <a:txBody>
                    <a:bodyPr/>
                    <a:lstStyle/>
                    <a:p>
                      <a:endParaRPr lang="en-GB"/>
                    </a:p>
                  </a:txBody>
                  <a:tcPr/>
                </a:tc>
                <a:extLst>
                  <a:ext uri="{0D108BD9-81ED-4DB2-BD59-A6C34878D82A}">
                    <a16:rowId xmlns:a16="http://schemas.microsoft.com/office/drawing/2014/main" val="1621960338"/>
                  </a:ext>
                </a:extLst>
              </a:tr>
              <a:tr h="370840">
                <a:tc>
                  <a:txBody>
                    <a:bodyPr/>
                    <a:lstStyle/>
                    <a:p>
                      <a:pPr marL="342900" indent="-342900">
                        <a:buFont typeface="Wingdings" pitchFamily="2" charset="2"/>
                        <a:buChar char="§"/>
                      </a:pPr>
                      <a:r>
                        <a:rPr lang="ar-EG" sz="2200">
                          <a:latin typeface="Arial" panose="020B0604020202020204" pitchFamily="34" charset="0"/>
                          <a:cs typeface="Arial" panose="020B0604020202020204" pitchFamily="34" charset="0"/>
                        </a:rPr>
                        <a:t>الفيتامينات القابلة للذوبان في الدهون</a:t>
                      </a:r>
                    </a:p>
                  </a:txBody>
                  <a:tcPr>
                    <a:noFill/>
                  </a:tcPr>
                </a:tc>
                <a:tc>
                  <a:txBody>
                    <a:bodyPr/>
                    <a:lstStyle/>
                    <a:p>
                      <a:r>
                        <a:rPr lang="ar-EG" sz="2200">
                          <a:latin typeface="Arial" panose="020B0604020202020204" pitchFamily="34" charset="0"/>
                          <a:cs typeface="Arial" panose="020B0604020202020204" pitchFamily="34" charset="0"/>
                        </a:rPr>
                        <a:t>أ، د، ه، وك</a:t>
                      </a:r>
                    </a:p>
                  </a:txBody>
                  <a:tcPr>
                    <a:noFill/>
                  </a:tcPr>
                </a:tc>
                <a:extLst>
                  <a:ext uri="{0D108BD9-81ED-4DB2-BD59-A6C34878D82A}">
                    <a16:rowId xmlns:a16="http://schemas.microsoft.com/office/drawing/2014/main" val="1020889163"/>
                  </a:ext>
                </a:extLst>
              </a:tr>
              <a:tr h="370840">
                <a:tc>
                  <a:txBody>
                    <a:bodyPr/>
                    <a:lstStyle/>
                    <a:p>
                      <a:pPr marL="342900" marR="0" lvl="0" indent="-342900" algn="r" defTabSz="914400" rtl="1" eaLnBrk="1" fontAlgn="auto" latinLnBrk="0" hangingPunct="1">
                        <a:lnSpc>
                          <a:spcPct val="100000"/>
                        </a:lnSpc>
                        <a:spcBef>
                          <a:spcPts val="0"/>
                        </a:spcBef>
                        <a:spcAft>
                          <a:spcPts val="0"/>
                        </a:spcAft>
                        <a:buClrTx/>
                        <a:buSzTx/>
                        <a:buFont typeface="Wingdings" pitchFamily="2" charset="2"/>
                        <a:buChar char="§"/>
                        <a:tabLst/>
                        <a:defRPr/>
                      </a:pPr>
                      <a:r>
                        <a:rPr lang="ar-EG" sz="2200">
                          <a:solidFill>
                            <a:schemeClr val="dk1"/>
                          </a:solidFill>
                          <a:latin typeface="Arial" panose="020B0604020202020204" pitchFamily="34" charset="0"/>
                          <a:ea typeface="+mn-ea"/>
                          <a:cs typeface="Arial" panose="020B0604020202020204" pitchFamily="34" charset="0"/>
                        </a:rPr>
                        <a:t>الفيتامينات القابلة للذوبان في الماء</a:t>
                      </a:r>
                    </a:p>
                  </a:txBody>
                  <a:tcPr>
                    <a:noFill/>
                  </a:tcPr>
                </a:tc>
                <a:tc>
                  <a:txBody>
                    <a:bodyPr/>
                    <a:lstStyle/>
                    <a:p>
                      <a:r>
                        <a:rPr lang="ar-EG" sz="2200">
                          <a:latin typeface="Arial" panose="020B0604020202020204" pitchFamily="34" charset="0"/>
                          <a:cs typeface="Arial" panose="020B0604020202020204" pitchFamily="34" charset="0"/>
                        </a:rPr>
                        <a:t>ب وج</a:t>
                      </a:r>
                    </a:p>
                  </a:txBody>
                  <a:tcPr>
                    <a:noFill/>
                  </a:tcPr>
                </a:tc>
                <a:extLst>
                  <a:ext uri="{0D108BD9-81ED-4DB2-BD59-A6C34878D82A}">
                    <a16:rowId xmlns:a16="http://schemas.microsoft.com/office/drawing/2014/main" val="1385758290"/>
                  </a:ext>
                </a:extLst>
              </a:tr>
              <a:tr h="370840">
                <a:tc gridSpan="2">
                  <a:txBody>
                    <a:bodyPr/>
                    <a:lstStyle/>
                    <a:p>
                      <a:pPr marL="342900" indent="-342900">
                        <a:buFont typeface="Wingdings" pitchFamily="2" charset="2"/>
                        <a:buChar char="§"/>
                      </a:pPr>
                      <a:r>
                        <a:rPr lang="ar-EG" sz="2200">
                          <a:latin typeface="Arial" panose="020B0604020202020204" pitchFamily="34" charset="0"/>
                          <a:cs typeface="Arial" panose="020B0604020202020204" pitchFamily="34" charset="0"/>
                        </a:rPr>
                        <a:t>الألياف</a:t>
                      </a:r>
                    </a:p>
                  </a:txBody>
                  <a:tcPr>
                    <a:noFill/>
                  </a:tcPr>
                </a:tc>
                <a:tc hMerge="1">
                  <a:txBody>
                    <a:bodyPr/>
                    <a:lstStyle/>
                    <a:p>
                      <a:endParaRPr lang="en-GB" dirty="0"/>
                    </a:p>
                  </a:txBody>
                  <a:tcPr/>
                </a:tc>
                <a:extLst>
                  <a:ext uri="{0D108BD9-81ED-4DB2-BD59-A6C34878D82A}">
                    <a16:rowId xmlns:a16="http://schemas.microsoft.com/office/drawing/2014/main" val="3845017518"/>
                  </a:ext>
                </a:extLst>
              </a:tr>
            </a:tbl>
          </a:graphicData>
        </a:graphic>
      </p:graphicFrame>
      <p:sp>
        <p:nvSpPr>
          <p:cNvPr id="3" name="Footer Placeholder 2">
            <a:extLst>
              <a:ext uri="{FF2B5EF4-FFF2-40B4-BE49-F238E27FC236}">
                <a16:creationId xmlns:a16="http://schemas.microsoft.com/office/drawing/2014/main" id="{BE54CB23-A144-0E8A-C998-5AFD0954862D}"/>
              </a:ext>
            </a:extLst>
          </p:cNvPr>
          <p:cNvSpPr txBox="1">
            <a:spLocks/>
          </p:cNvSpPr>
          <p:nvPr/>
        </p:nvSpPr>
        <p:spPr bwMode="auto">
          <a:xfrm>
            <a:off x="145740" y="6530156"/>
            <a:ext cx="1080120" cy="216719"/>
          </a:xfrm>
          <a:prstGeom prst="rect">
            <a:avLst/>
          </a:prstGeom>
          <a:noFill/>
        </p:spPr>
        <p:txBody>
          <a:bodyPr vert="horz" wrap="square" lIns="91440" tIns="45720" rIns="91440" bIns="45720" numCol="1" rtlCol="1" anchor="t" anchorCtr="0" compatLnSpc="1">
            <a:prstTxWarp prst="textNoShape">
              <a:avLst/>
            </a:prstTxWarp>
            <a:normAutofit lnSpcReduction="10000"/>
          </a:bodyPr>
          <a:lstStyle>
            <a:defPPr>
              <a:defRPr lang="en-GB"/>
            </a:defPPr>
            <a:lvl1pPr algn="r" rtl="1"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1pPr>
            <a:lvl2pPr marL="457200" algn="r" rtl="1"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2pPr>
            <a:lvl3pPr marL="914400" algn="r" rtl="1"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3pPr>
            <a:lvl4pPr marL="1371600" algn="r" rtl="1"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4pPr>
            <a:lvl5pPr marL="1828800" algn="r" rtl="1"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5pPr>
            <a:lvl6pPr marL="2286000" algn="r" defTabSz="914400" rtl="1" eaLnBrk="1" latinLnBrk="0" hangingPunct="1">
              <a:defRPr kern="1200">
                <a:solidFill>
                  <a:schemeClr val="tx1"/>
                </a:solidFill>
                <a:latin typeface="Arial" panose="020B0604020202020204" pitchFamily="34" charset="0"/>
                <a:ea typeface="+mn-ea"/>
                <a:cs typeface="Arial" panose="020B0604020202020204" pitchFamily="34" charset="0"/>
              </a:defRPr>
            </a:lvl6pPr>
            <a:lvl7pPr marL="2743200" algn="r" defTabSz="914400" rtl="1" eaLnBrk="1" latinLnBrk="0" hangingPunct="1">
              <a:defRPr kern="1200">
                <a:solidFill>
                  <a:schemeClr val="tx1"/>
                </a:solidFill>
                <a:latin typeface="Arial" panose="020B0604020202020204" pitchFamily="34" charset="0"/>
                <a:ea typeface="+mn-ea"/>
                <a:cs typeface="Arial" panose="020B0604020202020204" pitchFamily="34" charset="0"/>
              </a:defRPr>
            </a:lvl7pPr>
            <a:lvl8pPr marL="3200400" algn="r" defTabSz="914400" rtl="1" eaLnBrk="1" latinLnBrk="0" hangingPunct="1">
              <a:defRPr kern="1200">
                <a:solidFill>
                  <a:schemeClr val="tx1"/>
                </a:solidFill>
                <a:latin typeface="Arial" panose="020B0604020202020204" pitchFamily="34" charset="0"/>
                <a:ea typeface="+mn-ea"/>
                <a:cs typeface="Arial" panose="020B0604020202020204" pitchFamily="34" charset="0"/>
              </a:defRPr>
            </a:lvl8pPr>
            <a:lvl9pPr marL="3657600" algn="r" defTabSz="914400" rtl="1" eaLnBrk="1" latinLnBrk="0" hangingPunct="1">
              <a:defRPr kern="1200">
                <a:solidFill>
                  <a:schemeClr val="tx1"/>
                </a:solidFill>
                <a:latin typeface="Arial" panose="020B0604020202020204" pitchFamily="34" charset="0"/>
                <a:ea typeface="+mn-ea"/>
                <a:cs typeface="Arial" panose="020B0604020202020204" pitchFamily="34" charset="0"/>
              </a:defRPr>
            </a:lvl9pPr>
          </a:lstStyle>
          <a:p>
            <a:pPr algn="l">
              <a:lnSpc>
                <a:spcPct val="90000"/>
              </a:lnSpc>
              <a:spcAft>
                <a:spcPts val="600"/>
              </a:spcAft>
              <a:defRPr/>
            </a:pPr>
            <a:r>
              <a:rPr lang="en-GB" sz="1000" b="0" i="0" dirty="0">
                <a:solidFill>
                  <a:srgbClr val="444444"/>
                </a:solidFill>
                <a:effectLst/>
                <a:latin typeface="Calibri" panose="020F0502020204030204" pitchFamily="34" charset="0"/>
              </a:rPr>
              <a:t>A103000359725</a:t>
            </a:r>
            <a:endParaRPr lang="ar" sz="1000" dirty="0"/>
          </a:p>
        </p:txBody>
      </p:sp>
    </p:spTree>
    <p:extLst>
      <p:ext uri="{BB962C8B-B14F-4D97-AF65-F5344CB8AC3E}">
        <p14:creationId xmlns:p14="http://schemas.microsoft.com/office/powerpoint/2010/main" val="3460192856"/>
      </p:ext>
    </p:extLst>
  </p:cSld>
  <p:clrMapOvr>
    <a:masterClrMapping/>
  </p:clrMapOvr>
  <p:transition>
    <p:sndAc>
      <p:stSnd>
        <p:snd r:embed="rId3" name="click.wav"/>
      </p:stSnd>
    </p:sndAc>
  </p:transition>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20" name="Rectangle 1">
            <a:extLst>
              <a:ext uri="{FF2B5EF4-FFF2-40B4-BE49-F238E27FC236}">
                <a16:creationId xmlns:a16="http://schemas.microsoft.com/office/drawing/2014/main" id="{8DCD7CE1-603D-4D59-3DBB-C13C0B6505F0}"/>
              </a:ext>
            </a:extLst>
          </p:cNvPr>
          <p:cNvSpPr>
            <a:spLocks noChangeArrowheads="1"/>
          </p:cNvSpPr>
          <p:nvPr/>
        </p:nvSpPr>
        <p:spPr bwMode="auto">
          <a:xfrm>
            <a:off x="323529" y="1196752"/>
            <a:ext cx="8568951" cy="647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440" tIns="45720" rIns="91440" bIns="45720" anchor="t"/>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a:r>
              <a:rPr lang="ar-EG" sz="3600" b="1">
                <a:latin typeface="Arial"/>
                <a:cs typeface="Arial"/>
              </a:rPr>
              <a:t>العناصر الغذائية ومصادرها (4)</a:t>
            </a:r>
          </a:p>
        </p:txBody>
      </p:sp>
      <p:graphicFrame>
        <p:nvGraphicFramePr>
          <p:cNvPr id="2" name="Table 2">
            <a:extLst>
              <a:ext uri="{FF2B5EF4-FFF2-40B4-BE49-F238E27FC236}">
                <a16:creationId xmlns:a16="http://schemas.microsoft.com/office/drawing/2014/main" id="{A7E433D0-77D6-9274-C70F-8CB39DC96505}"/>
              </a:ext>
            </a:extLst>
          </p:cNvPr>
          <p:cNvGraphicFramePr>
            <a:graphicFrameLocks noGrp="1"/>
          </p:cNvGraphicFramePr>
          <p:nvPr>
            <p:extLst>
              <p:ext uri="{D42A27DB-BD31-4B8C-83A1-F6EECF244321}">
                <p14:modId xmlns:p14="http://schemas.microsoft.com/office/powerpoint/2010/main" val="3768479574"/>
              </p:ext>
            </p:extLst>
          </p:nvPr>
        </p:nvGraphicFramePr>
        <p:xfrm>
          <a:off x="248139" y="1916833"/>
          <a:ext cx="8568951" cy="4620134"/>
        </p:xfrm>
        <a:graphic>
          <a:graphicData uri="http://schemas.openxmlformats.org/drawingml/2006/table">
            <a:tbl>
              <a:tblPr rtl="1">
                <a:tableStyleId>{5C22544A-7EE6-4342-B048-85BDC9FD1C3A}</a:tableStyleId>
              </a:tblPr>
              <a:tblGrid>
                <a:gridCol w="2808314">
                  <a:extLst>
                    <a:ext uri="{9D8B030D-6E8A-4147-A177-3AD203B41FA5}">
                      <a16:colId xmlns:a16="http://schemas.microsoft.com/office/drawing/2014/main" val="83617325"/>
                    </a:ext>
                  </a:extLst>
                </a:gridCol>
                <a:gridCol w="5760637">
                  <a:extLst>
                    <a:ext uri="{9D8B030D-6E8A-4147-A177-3AD203B41FA5}">
                      <a16:colId xmlns:a16="http://schemas.microsoft.com/office/drawing/2014/main" val="4148246489"/>
                    </a:ext>
                  </a:extLst>
                </a:gridCol>
              </a:tblGrid>
              <a:tr h="633270">
                <a:tc>
                  <a:txBody>
                    <a:bodyPr/>
                    <a:lstStyle/>
                    <a:p>
                      <a:pPr marL="342900" indent="-342900">
                        <a:buFont typeface="Wingdings" pitchFamily="2" charset="2"/>
                        <a:buChar char="§"/>
                      </a:pPr>
                      <a:r>
                        <a:rPr lang="ar-EG" sz="1800" b="0">
                          <a:solidFill>
                            <a:schemeClr val="tx1"/>
                          </a:solidFill>
                          <a:latin typeface="Arial" panose="020B0604020202020204" pitchFamily="34" charset="0"/>
                          <a:cs typeface="Arial" panose="020B0604020202020204" pitchFamily="34" charset="0"/>
                        </a:rPr>
                        <a:t>المعادن</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342900" indent="-342900">
                        <a:buFont typeface="Wingdings" pitchFamily="2" charset="2"/>
                        <a:buChar char="§"/>
                      </a:pPr>
                      <a:r>
                        <a:rPr lang="ar-EG" sz="1800" b="0">
                          <a:solidFill>
                            <a:schemeClr val="tx1"/>
                          </a:solidFill>
                          <a:latin typeface="Arial" panose="020B0604020202020204" pitchFamily="34" charset="0"/>
                          <a:cs typeface="Arial" panose="020B0604020202020204" pitchFamily="34" charset="0"/>
                        </a:rPr>
                        <a:t>الخبز والحبوب ومنتجات الألبان والأسماك والفواكه واللحوم والحليب والمكسرات والخضروات</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621960338"/>
                  </a:ext>
                </a:extLst>
              </a:tr>
              <a:tr h="1741465">
                <a:tc>
                  <a:txBody>
                    <a:bodyPr/>
                    <a:lstStyle/>
                    <a:p>
                      <a:pPr marL="0" indent="0">
                        <a:buFontTx/>
                        <a:buNone/>
                      </a:pPr>
                      <a:r>
                        <a:rPr lang="ar-EG" sz="1800">
                          <a:latin typeface="Arial" panose="020B0604020202020204" pitchFamily="34" charset="0"/>
                          <a:cs typeface="Arial" panose="020B0604020202020204" pitchFamily="34" charset="0"/>
                        </a:rPr>
                        <a:t>الفيتامينات القابلة للذوبان في الدهون</a:t>
                      </a:r>
                    </a:p>
                    <a:p>
                      <a:pPr marL="342900" indent="-342900">
                        <a:buFont typeface="Wingdings" pitchFamily="2" charset="2"/>
                        <a:buChar char="§"/>
                      </a:pPr>
                      <a:r>
                        <a:rPr lang="ar-EG" sz="1800">
                          <a:latin typeface="Arial" panose="020B0604020202020204" pitchFamily="34" charset="0"/>
                          <a:cs typeface="Arial" panose="020B0604020202020204" pitchFamily="34" charset="0"/>
                        </a:rPr>
                        <a:t>أ</a:t>
                      </a:r>
                    </a:p>
                    <a:p>
                      <a:pPr marL="342900" indent="-342900">
                        <a:buFont typeface="Wingdings" pitchFamily="2" charset="2"/>
                        <a:buChar char="§"/>
                      </a:pPr>
                      <a:r>
                        <a:rPr lang="ar-EG" sz="1800">
                          <a:latin typeface="Arial" panose="020B0604020202020204" pitchFamily="34" charset="0"/>
                          <a:cs typeface="Arial" panose="020B0604020202020204" pitchFamily="34" charset="0"/>
                        </a:rPr>
                        <a:t>د</a:t>
                      </a:r>
                    </a:p>
                    <a:p>
                      <a:pPr marL="342900" indent="-342900">
                        <a:buFont typeface="Wingdings" pitchFamily="2" charset="2"/>
                        <a:buChar char="§"/>
                      </a:pPr>
                      <a:r>
                        <a:rPr lang="ar-EG" sz="1800">
                          <a:latin typeface="Arial" panose="020B0604020202020204" pitchFamily="34" charset="0"/>
                          <a:cs typeface="Arial" panose="020B0604020202020204" pitchFamily="34" charset="0"/>
                        </a:rPr>
                        <a:t>ه</a:t>
                      </a:r>
                    </a:p>
                    <a:p>
                      <a:pPr marL="342900" indent="-342900" algn="r" rtl="1">
                        <a:buFont typeface="Wingdings" pitchFamily="2" charset="2"/>
                        <a:buChar char="§"/>
                      </a:pPr>
                      <a:endParaRPr lang="en-GB" sz="1800" dirty="0">
                        <a:latin typeface="Arial" panose="020B0604020202020204" pitchFamily="34" charset="0"/>
                        <a:cs typeface="Arial" panose="020B0604020202020204" pitchFamily="34" charset="0"/>
                      </a:endParaRPr>
                    </a:p>
                    <a:p>
                      <a:pPr marL="342900" indent="-342900">
                        <a:buFont typeface="Wingdings" pitchFamily="2" charset="2"/>
                        <a:buChar char="§"/>
                      </a:pPr>
                      <a:r>
                        <a:rPr lang="ar-EG" sz="1800">
                          <a:latin typeface="Arial" panose="020B0604020202020204" pitchFamily="34" charset="0"/>
                          <a:cs typeface="Arial" panose="020B0604020202020204" pitchFamily="34" charset="0"/>
                        </a:rPr>
                        <a:t>ك</a:t>
                      </a:r>
                      <a:r>
                        <a:rPr lang="en-US" sz="1800">
                          <a:latin typeface="Arial" panose="020B0604020202020204" pitchFamily="34" charset="0"/>
                          <a:cs typeface="Arial" panose="020B0604020202020204" pitchFamily="34" charset="0"/>
                        </a:rPr>
                        <a:t> </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GB" sz="1800" dirty="0">
                        <a:latin typeface="Arial" panose="020B0604020202020204" pitchFamily="34" charset="0"/>
                        <a:cs typeface="Arial" panose="020B0604020202020204" pitchFamily="34" charset="0"/>
                      </a:endParaRPr>
                    </a:p>
                    <a:p>
                      <a:pPr marL="342900" indent="-342900">
                        <a:buFont typeface="Wingdings" pitchFamily="2" charset="2"/>
                        <a:buChar char="§"/>
                      </a:pPr>
                      <a:r>
                        <a:rPr lang="ar-EG" sz="1800" dirty="0">
                          <a:latin typeface="Arial" panose="020B0604020202020204" pitchFamily="34" charset="0"/>
                          <a:cs typeface="Arial" panose="020B0604020202020204" pitchFamily="34" charset="0"/>
                        </a:rPr>
                        <a:t>منتجات الألبان والبيض والأسماك والكبد</a:t>
                      </a:r>
                    </a:p>
                    <a:p>
                      <a:pPr marL="342900" indent="-342900">
                        <a:buFont typeface="Wingdings" pitchFamily="2" charset="2"/>
                        <a:buChar char="§"/>
                      </a:pPr>
                      <a:r>
                        <a:rPr lang="ar-EG" sz="1800" dirty="0">
                          <a:latin typeface="Arial" panose="020B0604020202020204" pitchFamily="34" charset="0"/>
                          <a:cs typeface="Arial" panose="020B0604020202020204" pitchFamily="34" charset="0"/>
                        </a:rPr>
                        <a:t>الحليب المعزز ومنتجات الألبان الأخرى</a:t>
                      </a:r>
                    </a:p>
                    <a:p>
                      <a:pPr marL="342900" indent="-342900">
                        <a:buFont typeface="Wingdings" pitchFamily="2" charset="2"/>
                        <a:buChar char="§"/>
                      </a:pPr>
                      <a:r>
                        <a:rPr lang="ar-EG" sz="1800" dirty="0">
                          <a:latin typeface="Arial" panose="020B0604020202020204" pitchFamily="34" charset="0"/>
                          <a:cs typeface="Arial" panose="020B0604020202020204" pitchFamily="34" charset="0"/>
                        </a:rPr>
                        <a:t>الحبوب المعززة والخضروات الورقية الخضراء والمكسرات والبذور</a:t>
                      </a:r>
                    </a:p>
                    <a:p>
                      <a:pPr marL="342900" indent="-342900">
                        <a:buFont typeface="Wingdings" pitchFamily="2" charset="2"/>
                        <a:buChar char="§"/>
                      </a:pPr>
                      <a:r>
                        <a:rPr lang="ar-EG" sz="1800" dirty="0">
                          <a:latin typeface="Arial" panose="020B0604020202020204" pitchFamily="34" charset="0"/>
                          <a:cs typeface="Arial" panose="020B0604020202020204" pitchFamily="34" charset="0"/>
                        </a:rPr>
                        <a:t>الخضروات الورقية ذات اللون الأخضر الداكن</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20889163"/>
                  </a:ext>
                </a:extLst>
              </a:tr>
              <a:tr h="1465041">
                <a:tc>
                  <a:txBody>
                    <a:bodyPr/>
                    <a:lstStyle/>
                    <a:p>
                      <a:pPr marL="0" marR="0" lvl="0" indent="0" algn="r" defTabSz="914400" rtl="1" eaLnBrk="1" fontAlgn="auto" latinLnBrk="0" hangingPunct="1">
                        <a:lnSpc>
                          <a:spcPct val="100000"/>
                        </a:lnSpc>
                        <a:spcBef>
                          <a:spcPts val="0"/>
                        </a:spcBef>
                        <a:spcAft>
                          <a:spcPts val="0"/>
                        </a:spcAft>
                        <a:buClrTx/>
                        <a:buSzTx/>
                        <a:buFont typeface="Wingdings" pitchFamily="2" charset="2"/>
                        <a:buNone/>
                        <a:tabLst/>
                        <a:defRPr/>
                      </a:pPr>
                      <a:r>
                        <a:rPr lang="ar-EG" sz="1800">
                          <a:solidFill>
                            <a:schemeClr val="dk1"/>
                          </a:solidFill>
                          <a:latin typeface="Arial" panose="020B0604020202020204" pitchFamily="34" charset="0"/>
                          <a:ea typeface="+mn-ea"/>
                          <a:cs typeface="Arial" panose="020B0604020202020204" pitchFamily="34" charset="0"/>
                        </a:rPr>
                        <a:t>الفيتامينات القابلة للذوبان في الماء</a:t>
                      </a:r>
                    </a:p>
                    <a:p>
                      <a:pPr marL="342900" marR="0" lvl="0" indent="-342900" algn="r" defTabSz="914400" rtl="1" eaLnBrk="1" fontAlgn="auto" latinLnBrk="0" hangingPunct="1">
                        <a:lnSpc>
                          <a:spcPct val="100000"/>
                        </a:lnSpc>
                        <a:spcBef>
                          <a:spcPts val="0"/>
                        </a:spcBef>
                        <a:spcAft>
                          <a:spcPts val="0"/>
                        </a:spcAft>
                        <a:buClrTx/>
                        <a:buSzTx/>
                        <a:buFont typeface="Wingdings" pitchFamily="2" charset="2"/>
                        <a:buChar char="§"/>
                        <a:tabLst/>
                        <a:defRPr/>
                      </a:pPr>
                      <a:r>
                        <a:rPr lang="ar-EG" sz="1800">
                          <a:solidFill>
                            <a:schemeClr val="dk1"/>
                          </a:solidFill>
                          <a:latin typeface="Arial" panose="020B0604020202020204" pitchFamily="34" charset="0"/>
                          <a:ea typeface="+mn-ea"/>
                          <a:cs typeface="Arial" panose="020B0604020202020204" pitchFamily="34" charset="0"/>
                        </a:rPr>
                        <a:t>ب</a:t>
                      </a:r>
                    </a:p>
                    <a:p>
                      <a:pPr marL="342900" marR="0" lvl="0" indent="-342900" algn="r" defTabSz="914400" rtl="1" eaLnBrk="1" fontAlgn="auto" latinLnBrk="0" hangingPunct="1">
                        <a:lnSpc>
                          <a:spcPct val="100000"/>
                        </a:lnSpc>
                        <a:spcBef>
                          <a:spcPts val="0"/>
                        </a:spcBef>
                        <a:spcAft>
                          <a:spcPts val="0"/>
                        </a:spcAft>
                        <a:buClrTx/>
                        <a:buSzTx/>
                        <a:buFont typeface="Wingdings" pitchFamily="2" charset="2"/>
                        <a:buChar char="§"/>
                        <a:tabLst/>
                        <a:defRPr/>
                      </a:pPr>
                      <a:endParaRPr lang="en-GB" sz="1800" kern="1200" dirty="0">
                        <a:solidFill>
                          <a:schemeClr val="dk1"/>
                        </a:solidFill>
                        <a:effectLst/>
                        <a:latin typeface="Arial" panose="020B0604020202020204" pitchFamily="34" charset="0"/>
                        <a:ea typeface="+mn-ea"/>
                        <a:cs typeface="Arial" panose="020B0604020202020204" pitchFamily="34" charset="0"/>
                      </a:endParaRPr>
                    </a:p>
                    <a:p>
                      <a:pPr marL="342900" marR="0" lvl="0" indent="-342900" algn="r" defTabSz="914400" rtl="1" eaLnBrk="1" fontAlgn="auto" latinLnBrk="0" hangingPunct="1">
                        <a:lnSpc>
                          <a:spcPct val="100000"/>
                        </a:lnSpc>
                        <a:spcBef>
                          <a:spcPts val="0"/>
                        </a:spcBef>
                        <a:spcAft>
                          <a:spcPts val="0"/>
                        </a:spcAft>
                        <a:buClrTx/>
                        <a:buSzTx/>
                        <a:buFont typeface="Wingdings" pitchFamily="2" charset="2"/>
                        <a:buChar char="§"/>
                        <a:tabLst/>
                        <a:defRPr/>
                      </a:pPr>
                      <a:endParaRPr lang="en-GB" sz="1800" kern="1200" dirty="0">
                        <a:solidFill>
                          <a:schemeClr val="dk1"/>
                        </a:solidFill>
                        <a:effectLst/>
                        <a:latin typeface="Arial" panose="020B0604020202020204" pitchFamily="34" charset="0"/>
                        <a:ea typeface="+mn-ea"/>
                        <a:cs typeface="Arial" panose="020B0604020202020204" pitchFamily="34" charset="0"/>
                      </a:endParaRPr>
                    </a:p>
                    <a:p>
                      <a:pPr marL="342900" marR="0" lvl="0" indent="-342900" algn="r" defTabSz="914400" rtl="1" eaLnBrk="1" fontAlgn="auto" latinLnBrk="0" hangingPunct="1">
                        <a:lnSpc>
                          <a:spcPct val="100000"/>
                        </a:lnSpc>
                        <a:spcBef>
                          <a:spcPts val="0"/>
                        </a:spcBef>
                        <a:spcAft>
                          <a:spcPts val="0"/>
                        </a:spcAft>
                        <a:buClrTx/>
                        <a:buSzTx/>
                        <a:buFont typeface="Wingdings" pitchFamily="2" charset="2"/>
                        <a:buChar char="§"/>
                        <a:tabLst/>
                        <a:defRPr/>
                      </a:pPr>
                      <a:r>
                        <a:rPr lang="ar-EG" sz="1800">
                          <a:solidFill>
                            <a:schemeClr val="dk1"/>
                          </a:solidFill>
                          <a:latin typeface="Arial" panose="020B0604020202020204" pitchFamily="34" charset="0"/>
                          <a:ea typeface="+mn-ea"/>
                          <a:cs typeface="Arial" panose="020B0604020202020204" pitchFamily="34" charset="0"/>
                        </a:rPr>
                        <a:t>ج</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GB" sz="1800" dirty="0">
                        <a:latin typeface="Arial" panose="020B0604020202020204" pitchFamily="34" charset="0"/>
                        <a:cs typeface="Arial" panose="020B0604020202020204" pitchFamily="34" charset="0"/>
                      </a:endParaRPr>
                    </a:p>
                    <a:p>
                      <a:pPr marL="342900" indent="-342900">
                        <a:buFont typeface="Wingdings" pitchFamily="2" charset="2"/>
                        <a:buChar char="§"/>
                      </a:pPr>
                      <a:r>
                        <a:rPr lang="ar-EG" sz="1800" dirty="0">
                          <a:latin typeface="Arial" panose="020B0604020202020204" pitchFamily="34" charset="0"/>
                          <a:cs typeface="Arial" panose="020B0604020202020204" pitchFamily="34" charset="0"/>
                        </a:rPr>
                        <a:t>منتجات الألبان والبيض والأطعمة المعززة، مثل حبوب الإفطار والخميرة الغذائية والخضروات الورقية والبقوليات واللحوم والدواجن والبذور</a:t>
                      </a:r>
                    </a:p>
                    <a:p>
                      <a:pPr marL="342900" indent="-342900">
                        <a:buFont typeface="Wingdings" pitchFamily="2" charset="2"/>
                        <a:buChar char="§"/>
                      </a:pPr>
                      <a:r>
                        <a:rPr lang="ar-EG" sz="1800" dirty="0">
                          <a:latin typeface="Arial" panose="020B0604020202020204" pitchFamily="34" charset="0"/>
                          <a:cs typeface="Arial" panose="020B0604020202020204" pitchFamily="34" charset="0"/>
                        </a:rPr>
                        <a:t>الحمضيات والبطاطس والطماطم</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385758290"/>
                  </a:ext>
                </a:extLst>
              </a:tr>
              <a:tr h="773548">
                <a:tc>
                  <a:txBody>
                    <a:bodyPr/>
                    <a:lstStyle/>
                    <a:p>
                      <a:pPr marL="342900" indent="-342900">
                        <a:buFont typeface="Wingdings" pitchFamily="2" charset="2"/>
                        <a:buChar char="§"/>
                      </a:pPr>
                      <a:r>
                        <a:rPr lang="ar-EG" sz="1800">
                          <a:latin typeface="Arial" panose="020B0604020202020204" pitchFamily="34" charset="0"/>
                          <a:cs typeface="Arial" panose="020B0604020202020204" pitchFamily="34" charset="0"/>
                        </a:rPr>
                        <a:t>الألياف</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342900" indent="-342900">
                        <a:buFont typeface="Wingdings" pitchFamily="2" charset="2"/>
                        <a:buChar char="§"/>
                      </a:pPr>
                      <a:r>
                        <a:rPr lang="ar-EG" sz="1800" dirty="0">
                          <a:latin typeface="Arial" panose="020B0604020202020204" pitchFamily="34" charset="0"/>
                          <a:cs typeface="Arial" panose="020B0604020202020204" pitchFamily="34" charset="0"/>
                        </a:rPr>
                        <a:t>الفول والمكسرات والخضروات ونخالة القمح ودقيق القمح الكامل</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845017518"/>
                  </a:ext>
                </a:extLst>
              </a:tr>
            </a:tbl>
          </a:graphicData>
        </a:graphic>
      </p:graphicFrame>
      <p:sp>
        <p:nvSpPr>
          <p:cNvPr id="3" name="Footer Placeholder 2">
            <a:extLst>
              <a:ext uri="{FF2B5EF4-FFF2-40B4-BE49-F238E27FC236}">
                <a16:creationId xmlns:a16="http://schemas.microsoft.com/office/drawing/2014/main" id="{E9C4FD0D-F6A9-DC3B-2952-17E7E002AB6F}"/>
              </a:ext>
            </a:extLst>
          </p:cNvPr>
          <p:cNvSpPr txBox="1">
            <a:spLocks/>
          </p:cNvSpPr>
          <p:nvPr/>
        </p:nvSpPr>
        <p:spPr bwMode="auto">
          <a:xfrm>
            <a:off x="145740" y="6530156"/>
            <a:ext cx="1080120" cy="216719"/>
          </a:xfrm>
          <a:prstGeom prst="rect">
            <a:avLst/>
          </a:prstGeom>
          <a:noFill/>
        </p:spPr>
        <p:txBody>
          <a:bodyPr vert="horz" wrap="square" lIns="91440" tIns="45720" rIns="91440" bIns="45720" numCol="1" rtlCol="1" anchor="t" anchorCtr="0" compatLnSpc="1">
            <a:prstTxWarp prst="textNoShape">
              <a:avLst/>
            </a:prstTxWarp>
            <a:normAutofit lnSpcReduction="10000"/>
          </a:bodyPr>
          <a:lstStyle>
            <a:defPPr>
              <a:defRPr lang="en-GB"/>
            </a:defPPr>
            <a:lvl1pPr algn="r" rtl="1"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1pPr>
            <a:lvl2pPr marL="457200" algn="r" rtl="1"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2pPr>
            <a:lvl3pPr marL="914400" algn="r" rtl="1"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3pPr>
            <a:lvl4pPr marL="1371600" algn="r" rtl="1"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4pPr>
            <a:lvl5pPr marL="1828800" algn="r" rtl="1"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5pPr>
            <a:lvl6pPr marL="2286000" algn="r" defTabSz="914400" rtl="1" eaLnBrk="1" latinLnBrk="0" hangingPunct="1">
              <a:defRPr kern="1200">
                <a:solidFill>
                  <a:schemeClr val="tx1"/>
                </a:solidFill>
                <a:latin typeface="Arial" panose="020B0604020202020204" pitchFamily="34" charset="0"/>
                <a:ea typeface="+mn-ea"/>
                <a:cs typeface="Arial" panose="020B0604020202020204" pitchFamily="34" charset="0"/>
              </a:defRPr>
            </a:lvl6pPr>
            <a:lvl7pPr marL="2743200" algn="r" defTabSz="914400" rtl="1" eaLnBrk="1" latinLnBrk="0" hangingPunct="1">
              <a:defRPr kern="1200">
                <a:solidFill>
                  <a:schemeClr val="tx1"/>
                </a:solidFill>
                <a:latin typeface="Arial" panose="020B0604020202020204" pitchFamily="34" charset="0"/>
                <a:ea typeface="+mn-ea"/>
                <a:cs typeface="Arial" panose="020B0604020202020204" pitchFamily="34" charset="0"/>
              </a:defRPr>
            </a:lvl7pPr>
            <a:lvl8pPr marL="3200400" algn="r" defTabSz="914400" rtl="1" eaLnBrk="1" latinLnBrk="0" hangingPunct="1">
              <a:defRPr kern="1200">
                <a:solidFill>
                  <a:schemeClr val="tx1"/>
                </a:solidFill>
                <a:latin typeface="Arial" panose="020B0604020202020204" pitchFamily="34" charset="0"/>
                <a:ea typeface="+mn-ea"/>
                <a:cs typeface="Arial" panose="020B0604020202020204" pitchFamily="34" charset="0"/>
              </a:defRPr>
            </a:lvl8pPr>
            <a:lvl9pPr marL="3657600" algn="r" defTabSz="914400" rtl="1" eaLnBrk="1" latinLnBrk="0" hangingPunct="1">
              <a:defRPr kern="1200">
                <a:solidFill>
                  <a:schemeClr val="tx1"/>
                </a:solidFill>
                <a:latin typeface="Arial" panose="020B0604020202020204" pitchFamily="34" charset="0"/>
                <a:ea typeface="+mn-ea"/>
                <a:cs typeface="Arial" panose="020B0604020202020204" pitchFamily="34" charset="0"/>
              </a:defRPr>
            </a:lvl9pPr>
          </a:lstStyle>
          <a:p>
            <a:pPr algn="l">
              <a:lnSpc>
                <a:spcPct val="90000"/>
              </a:lnSpc>
              <a:spcAft>
                <a:spcPts val="600"/>
              </a:spcAft>
              <a:defRPr/>
            </a:pPr>
            <a:r>
              <a:rPr lang="en-GB" sz="1000" b="0" i="0" dirty="0">
                <a:solidFill>
                  <a:srgbClr val="444444"/>
                </a:solidFill>
                <a:effectLst/>
                <a:latin typeface="Calibri" panose="020F0502020204030204" pitchFamily="34" charset="0"/>
              </a:rPr>
              <a:t>A103000359725</a:t>
            </a:r>
            <a:endParaRPr lang="ar" sz="1000" dirty="0"/>
          </a:p>
        </p:txBody>
      </p:sp>
    </p:spTree>
    <p:extLst>
      <p:ext uri="{BB962C8B-B14F-4D97-AF65-F5344CB8AC3E}">
        <p14:creationId xmlns:p14="http://schemas.microsoft.com/office/powerpoint/2010/main" val="1520338777"/>
      </p:ext>
    </p:extLst>
  </p:cSld>
  <p:clrMapOvr>
    <a:masterClrMapping/>
  </p:clrMapOvr>
  <p:transition>
    <p:sndAc>
      <p:stSnd>
        <p:snd r:embed="rId3" name="click.wav"/>
      </p:stSnd>
    </p:sndAc>
  </p:transition>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9" name="Content Placeholder 3">
            <a:extLst>
              <a:ext uri="{FF2B5EF4-FFF2-40B4-BE49-F238E27FC236}">
                <a16:creationId xmlns:a16="http://schemas.microsoft.com/office/drawing/2014/main" id="{453C7683-8588-7ABC-32E0-8A4E68218620}"/>
              </a:ext>
            </a:extLst>
          </p:cNvPr>
          <p:cNvSpPr>
            <a:spLocks noGrp="1" noChangeArrowheads="1"/>
          </p:cNvSpPr>
          <p:nvPr>
            <p:ph sz="half" idx="2"/>
          </p:nvPr>
        </p:nvSpPr>
        <p:spPr bwMode="auto">
          <a:xfrm>
            <a:off x="4716016" y="1855676"/>
            <a:ext cx="4427984" cy="1933364"/>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indent="0">
              <a:buFont typeface="Wingdings" panose="05000000000000000000" pitchFamily="2" charset="2"/>
              <a:buNone/>
            </a:pPr>
            <a:endParaRPr lang="en-GB" altLang="en-US" b="1" dirty="0"/>
          </a:p>
          <a:p>
            <a:pPr indent="0">
              <a:buFont typeface="Wingdings" panose="05000000000000000000" pitchFamily="2" charset="2"/>
              <a:buNone/>
            </a:pPr>
            <a:r>
              <a:rPr lang="ar-EG" b="1" dirty="0"/>
              <a:t>إرشادات للأكل الصحي</a:t>
            </a:r>
            <a:r>
              <a:rPr lang="en-US" b="1" dirty="0"/>
              <a:t> </a:t>
            </a:r>
          </a:p>
          <a:p>
            <a:pPr indent="0">
              <a:buFont typeface="Wingdings" panose="05000000000000000000" pitchFamily="2" charset="2"/>
              <a:buNone/>
            </a:pPr>
            <a:endParaRPr lang="en-GB" altLang="en-US" dirty="0"/>
          </a:p>
          <a:p>
            <a:pPr indent="0">
              <a:buFont typeface="Wingdings" panose="05000000000000000000" pitchFamily="2" charset="2"/>
              <a:buNone/>
            </a:pPr>
            <a:r>
              <a:rPr lang="ar-EG" dirty="0"/>
              <a:t>خمسة في اليوم: خمس حصص </a:t>
            </a:r>
            <a:br>
              <a:rPr lang="ar-EG" dirty="0"/>
            </a:br>
            <a:r>
              <a:rPr lang="ar-EG" dirty="0"/>
              <a:t>من الفاكهة والخضروات يوميًا</a:t>
            </a:r>
          </a:p>
          <a:p>
            <a:pPr indent="0">
              <a:buFont typeface="Wingdings" panose="05000000000000000000" pitchFamily="2" charset="2"/>
              <a:buNone/>
            </a:pPr>
            <a:r>
              <a:rPr lang="ar-EG" dirty="0"/>
              <a:t>ما هي الخمسة مكونات؟</a:t>
            </a:r>
          </a:p>
          <a:p>
            <a:pPr indent="0">
              <a:buFont typeface="Wingdings" panose="05000000000000000000" pitchFamily="2" charset="2"/>
              <a:buNone/>
            </a:pPr>
            <a:endParaRPr lang="en-GB" altLang="en-US" dirty="0"/>
          </a:p>
          <a:p>
            <a:pPr indent="0">
              <a:buFont typeface="Wingdings" panose="05000000000000000000" pitchFamily="2" charset="2"/>
              <a:buNone/>
            </a:pPr>
            <a:endParaRPr lang="en-GB" altLang="en-US" dirty="0"/>
          </a:p>
        </p:txBody>
      </p:sp>
      <p:sp>
        <p:nvSpPr>
          <p:cNvPr id="34820" name="Rectangle 1">
            <a:extLst>
              <a:ext uri="{FF2B5EF4-FFF2-40B4-BE49-F238E27FC236}">
                <a16:creationId xmlns:a16="http://schemas.microsoft.com/office/drawing/2014/main" id="{8DCD7CE1-603D-4D59-3DBB-C13C0B6505F0}"/>
              </a:ext>
            </a:extLst>
          </p:cNvPr>
          <p:cNvSpPr>
            <a:spLocks noChangeArrowheads="1"/>
          </p:cNvSpPr>
          <p:nvPr/>
        </p:nvSpPr>
        <p:spPr bwMode="auto">
          <a:xfrm>
            <a:off x="323529" y="1196752"/>
            <a:ext cx="8568951" cy="647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440" tIns="45720" rIns="91440" bIns="45720" anchor="t"/>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a:r>
              <a:rPr lang="ar-EG" sz="3200" b="1">
                <a:latin typeface="Arial"/>
                <a:cs typeface="Arial"/>
              </a:rPr>
              <a:t>توصيات لتناول أكل الصحي (1)</a:t>
            </a:r>
          </a:p>
        </p:txBody>
      </p:sp>
      <p:graphicFrame>
        <p:nvGraphicFramePr>
          <p:cNvPr id="2" name="Table 2">
            <a:extLst>
              <a:ext uri="{FF2B5EF4-FFF2-40B4-BE49-F238E27FC236}">
                <a16:creationId xmlns:a16="http://schemas.microsoft.com/office/drawing/2014/main" id="{64153A94-32B9-47D2-83D1-28CC283ED3F8}"/>
              </a:ext>
            </a:extLst>
          </p:cNvPr>
          <p:cNvGraphicFramePr>
            <a:graphicFrameLocks noGrp="1"/>
          </p:cNvGraphicFramePr>
          <p:nvPr>
            <p:extLst>
              <p:ext uri="{D42A27DB-BD31-4B8C-83A1-F6EECF244321}">
                <p14:modId xmlns:p14="http://schemas.microsoft.com/office/powerpoint/2010/main" val="4127254836"/>
              </p:ext>
            </p:extLst>
          </p:nvPr>
        </p:nvGraphicFramePr>
        <p:xfrm>
          <a:off x="107505" y="4745406"/>
          <a:ext cx="8928990" cy="1561728"/>
        </p:xfrm>
        <a:graphic>
          <a:graphicData uri="http://schemas.openxmlformats.org/drawingml/2006/table">
            <a:tbl>
              <a:tblPr rtl="1" firstRow="1" bandRow="1">
                <a:tableStyleId>{5C22544A-7EE6-4342-B048-85BDC9FD1C3A}</a:tableStyleId>
              </a:tblPr>
              <a:tblGrid>
                <a:gridCol w="1785798">
                  <a:extLst>
                    <a:ext uri="{9D8B030D-6E8A-4147-A177-3AD203B41FA5}">
                      <a16:colId xmlns:a16="http://schemas.microsoft.com/office/drawing/2014/main" val="1619513652"/>
                    </a:ext>
                  </a:extLst>
                </a:gridCol>
                <a:gridCol w="1785798">
                  <a:extLst>
                    <a:ext uri="{9D8B030D-6E8A-4147-A177-3AD203B41FA5}">
                      <a16:colId xmlns:a16="http://schemas.microsoft.com/office/drawing/2014/main" val="784550302"/>
                    </a:ext>
                  </a:extLst>
                </a:gridCol>
                <a:gridCol w="1785798">
                  <a:extLst>
                    <a:ext uri="{9D8B030D-6E8A-4147-A177-3AD203B41FA5}">
                      <a16:colId xmlns:a16="http://schemas.microsoft.com/office/drawing/2014/main" val="3540027239"/>
                    </a:ext>
                  </a:extLst>
                </a:gridCol>
                <a:gridCol w="1785798">
                  <a:extLst>
                    <a:ext uri="{9D8B030D-6E8A-4147-A177-3AD203B41FA5}">
                      <a16:colId xmlns:a16="http://schemas.microsoft.com/office/drawing/2014/main" val="2001895574"/>
                    </a:ext>
                  </a:extLst>
                </a:gridCol>
                <a:gridCol w="1785798">
                  <a:extLst>
                    <a:ext uri="{9D8B030D-6E8A-4147-A177-3AD203B41FA5}">
                      <a16:colId xmlns:a16="http://schemas.microsoft.com/office/drawing/2014/main" val="574346392"/>
                    </a:ext>
                  </a:extLst>
                </a:gridCol>
              </a:tblGrid>
              <a:tr h="780864">
                <a:tc>
                  <a:txBody>
                    <a:bodyPr/>
                    <a:lstStyle/>
                    <a:p>
                      <a:pPr algn="ctr"/>
                      <a:r>
                        <a:rPr lang="ar-EG">
                          <a:solidFill>
                            <a:schemeClr val="tx1"/>
                          </a:solidFill>
                          <a:latin typeface="Arial" panose="020B0604020202020204" pitchFamily="34" charset="0"/>
                          <a:cs typeface="Arial" panose="020B0604020202020204" pitchFamily="34" charset="0"/>
                        </a:rPr>
                        <a:t>1</a:t>
                      </a:r>
                      <a:r>
                        <a:rPr lang="en-US">
                          <a:solidFill>
                            <a:schemeClr val="tx1"/>
                          </a:solidFill>
                          <a:latin typeface="Arial" panose="020B0604020202020204" pitchFamily="34" charset="0"/>
                          <a:cs typeface="Arial" panose="020B0604020202020204" pitchFamily="34" charset="0"/>
                        </a:rPr>
                        <a:t> </a:t>
                      </a:r>
                    </a:p>
                    <a:p>
                      <a:pPr algn="ctr"/>
                      <a:r>
                        <a:rPr lang="ar-EG">
                          <a:solidFill>
                            <a:schemeClr val="tx1"/>
                          </a:solidFill>
                          <a:latin typeface="Arial" panose="020B0604020202020204" pitchFamily="34" charset="0"/>
                          <a:cs typeface="Arial" panose="020B0604020202020204" pitchFamily="34" charset="0"/>
                        </a:rPr>
                        <a:t>تفاحة</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ar-EG">
                          <a:solidFill>
                            <a:schemeClr val="tx1"/>
                          </a:solidFill>
                          <a:latin typeface="Arial" panose="020B0604020202020204" pitchFamily="34" charset="0"/>
                          <a:cs typeface="Arial" panose="020B0604020202020204" pitchFamily="34" charset="0"/>
                        </a:rPr>
                        <a:t>2</a:t>
                      </a:r>
                      <a:r>
                        <a:rPr lang="en-US">
                          <a:solidFill>
                            <a:schemeClr val="tx1"/>
                          </a:solidFill>
                          <a:latin typeface="Arial" panose="020B0604020202020204" pitchFamily="34" charset="0"/>
                          <a:cs typeface="Arial" panose="020B0604020202020204" pitchFamily="34" charset="0"/>
                        </a:rPr>
                        <a:t> </a:t>
                      </a:r>
                    </a:p>
                    <a:p>
                      <a:pPr algn="ctr"/>
                      <a:r>
                        <a:rPr lang="ar-EG">
                          <a:solidFill>
                            <a:schemeClr val="tx1"/>
                          </a:solidFill>
                          <a:latin typeface="Arial" panose="020B0604020202020204" pitchFamily="34" charset="0"/>
                          <a:cs typeface="Arial" panose="020B0604020202020204" pitchFamily="34" charset="0"/>
                        </a:rPr>
                        <a:t>برتقال ساتسوما</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ar-EG">
                          <a:solidFill>
                            <a:schemeClr val="tx1"/>
                          </a:solidFill>
                          <a:latin typeface="Arial" panose="020B0604020202020204" pitchFamily="34" charset="0"/>
                          <a:cs typeface="Arial" panose="020B0604020202020204" pitchFamily="34" charset="0"/>
                        </a:rPr>
                        <a:t>3</a:t>
                      </a:r>
                    </a:p>
                    <a:p>
                      <a:pPr algn="ctr"/>
                      <a:r>
                        <a:rPr lang="ar-EG">
                          <a:solidFill>
                            <a:schemeClr val="tx1"/>
                          </a:solidFill>
                          <a:latin typeface="Arial" panose="020B0604020202020204" pitchFamily="34" charset="0"/>
                          <a:cs typeface="Arial" panose="020B0604020202020204" pitchFamily="34" charset="0"/>
                        </a:rPr>
                        <a:t>المشمش</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ar-EG">
                          <a:solidFill>
                            <a:schemeClr val="tx1"/>
                          </a:solidFill>
                          <a:latin typeface="Arial" panose="020B0604020202020204" pitchFamily="34" charset="0"/>
                          <a:cs typeface="Arial" panose="020B0604020202020204" pitchFamily="34" charset="0"/>
                        </a:rPr>
                        <a:t>7</a:t>
                      </a:r>
                    </a:p>
                    <a:p>
                      <a:pPr algn="ctr"/>
                      <a:r>
                        <a:rPr lang="ar-EG">
                          <a:solidFill>
                            <a:schemeClr val="tx1"/>
                          </a:solidFill>
                          <a:latin typeface="Arial" panose="020B0604020202020204" pitchFamily="34" charset="0"/>
                          <a:cs typeface="Arial" panose="020B0604020202020204" pitchFamily="34" charset="0"/>
                        </a:rPr>
                        <a:t>الفراولة</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ar-EG" dirty="0">
                          <a:solidFill>
                            <a:schemeClr val="tx1"/>
                          </a:solidFill>
                          <a:latin typeface="Arial" panose="020B0604020202020204" pitchFamily="34" charset="0"/>
                          <a:cs typeface="Arial" panose="020B0604020202020204" pitchFamily="34" charset="0"/>
                        </a:rPr>
                        <a:t>12</a:t>
                      </a:r>
                    </a:p>
                    <a:p>
                      <a:pPr algn="ctr"/>
                      <a:r>
                        <a:rPr lang="ar-EG" dirty="0">
                          <a:solidFill>
                            <a:schemeClr val="tx1"/>
                          </a:solidFill>
                          <a:latin typeface="Arial" panose="020B0604020202020204" pitchFamily="34" charset="0"/>
                          <a:cs typeface="Arial" panose="020B0604020202020204" pitchFamily="34" charset="0"/>
                        </a:rPr>
                        <a:t>العنب</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68978067"/>
                  </a:ext>
                </a:extLst>
              </a:tr>
              <a:tr h="780864">
                <a:tc>
                  <a:txBody>
                    <a:bodyPr/>
                    <a:lstStyle/>
                    <a:p>
                      <a:pPr algn="ctr"/>
                      <a:r>
                        <a:rPr lang="ar-EG" b="1" dirty="0">
                          <a:solidFill>
                            <a:schemeClr val="tx1"/>
                          </a:solidFill>
                          <a:latin typeface="Arial" panose="020B0604020202020204" pitchFamily="34" charset="0"/>
                          <a:cs typeface="Arial" panose="020B0604020202020204" pitchFamily="34" charset="0"/>
                        </a:rPr>
                        <a:t>1 ملعقة طعام</a:t>
                      </a:r>
                    </a:p>
                    <a:p>
                      <a:pPr algn="ctr"/>
                      <a:r>
                        <a:rPr lang="ar-EG" b="1" dirty="0">
                          <a:solidFill>
                            <a:schemeClr val="tx1"/>
                          </a:solidFill>
                          <a:latin typeface="Arial" panose="020B0604020202020204" pitchFamily="34" charset="0"/>
                          <a:cs typeface="Arial" panose="020B0604020202020204" pitchFamily="34" charset="0"/>
                        </a:rPr>
                        <a:t>زبيب</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ar-EG" b="1">
                          <a:solidFill>
                            <a:schemeClr val="tx1"/>
                          </a:solidFill>
                          <a:latin typeface="Arial" panose="020B0604020202020204" pitchFamily="34" charset="0"/>
                          <a:cs typeface="Arial" panose="020B0604020202020204" pitchFamily="34" charset="0"/>
                        </a:rPr>
                        <a:t>حفنتين (2)</a:t>
                      </a:r>
                    </a:p>
                    <a:p>
                      <a:pPr algn="ctr"/>
                      <a:r>
                        <a:rPr lang="ar-EG" b="1">
                          <a:solidFill>
                            <a:schemeClr val="tx1"/>
                          </a:solidFill>
                          <a:latin typeface="Arial" panose="020B0604020202020204" pitchFamily="34" charset="0"/>
                          <a:cs typeface="Arial" panose="020B0604020202020204" pitchFamily="34" charset="0"/>
                        </a:rPr>
                        <a:t>التوت</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ar-EG" b="1">
                          <a:solidFill>
                            <a:schemeClr val="tx1"/>
                          </a:solidFill>
                          <a:latin typeface="Arial" panose="020B0604020202020204" pitchFamily="34" charset="0"/>
                          <a:cs typeface="Arial" panose="020B0604020202020204" pitchFamily="34" charset="0"/>
                        </a:rPr>
                        <a:t>نصفين (2) من الخوخ المعلب</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ar-EG" b="1">
                          <a:solidFill>
                            <a:schemeClr val="tx1"/>
                          </a:solidFill>
                          <a:latin typeface="Arial" panose="020B0604020202020204" pitchFamily="34" charset="0"/>
                          <a:cs typeface="Arial" panose="020B0604020202020204" pitchFamily="34" charset="0"/>
                        </a:rPr>
                        <a:t>3 ملاعق كبيرة من الحمص</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ar-EG" b="1" dirty="0">
                          <a:solidFill>
                            <a:schemeClr val="tx1"/>
                          </a:solidFill>
                          <a:latin typeface="Arial" panose="020B0604020202020204" pitchFamily="34" charset="0"/>
                          <a:cs typeface="Arial" panose="020B0604020202020204" pitchFamily="34" charset="0"/>
                        </a:rPr>
                        <a:t>3 ملاعق كبيرة </a:t>
                      </a:r>
                      <a:br>
                        <a:rPr lang="ar-EG" b="1" dirty="0">
                          <a:solidFill>
                            <a:schemeClr val="tx1"/>
                          </a:solidFill>
                          <a:latin typeface="Arial" panose="020B0604020202020204" pitchFamily="34" charset="0"/>
                          <a:cs typeface="Arial" panose="020B0604020202020204" pitchFamily="34" charset="0"/>
                        </a:rPr>
                      </a:br>
                      <a:r>
                        <a:rPr lang="ar-EG" b="1" dirty="0">
                          <a:solidFill>
                            <a:schemeClr val="tx1"/>
                          </a:solidFill>
                          <a:latin typeface="Arial" panose="020B0604020202020204" pitchFamily="34" charset="0"/>
                          <a:cs typeface="Arial" panose="020B0604020202020204" pitchFamily="34" charset="0"/>
                        </a:rPr>
                        <a:t>من البازلاء المجمدة</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4179284718"/>
                  </a:ext>
                </a:extLst>
              </a:tr>
            </a:tbl>
          </a:graphicData>
        </a:graphic>
      </p:graphicFrame>
      <p:pic>
        <p:nvPicPr>
          <p:cNvPr id="5" name="Picture 4">
            <a:extLst>
              <a:ext uri="{FF2B5EF4-FFF2-40B4-BE49-F238E27FC236}">
                <a16:creationId xmlns:a16="http://schemas.microsoft.com/office/drawing/2014/main" id="{61B25B8A-2C34-2E38-B49D-CF19460B252D}"/>
              </a:ext>
            </a:extLst>
          </p:cNvPr>
          <p:cNvPicPr>
            <a:picLocks noChangeAspect="1"/>
          </p:cNvPicPr>
          <p:nvPr/>
        </p:nvPicPr>
        <p:blipFill>
          <a:blip r:embed="rId4" cstate="screen">
            <a:extLst>
              <a:ext uri="{28A0092B-C50C-407E-A947-70E740481C1C}">
                <a14:useLocalDpi xmlns:a14="http://schemas.microsoft.com/office/drawing/2010/main"/>
              </a:ext>
            </a:extLst>
          </a:blip>
          <a:stretch>
            <a:fillRect/>
          </a:stretch>
        </p:blipFill>
        <p:spPr>
          <a:xfrm>
            <a:off x="899592" y="1916832"/>
            <a:ext cx="2452498" cy="2452498"/>
          </a:xfrm>
          <a:prstGeom prst="rect">
            <a:avLst/>
          </a:prstGeom>
        </p:spPr>
      </p:pic>
      <p:sp>
        <p:nvSpPr>
          <p:cNvPr id="3" name="Footer Placeholder 2">
            <a:extLst>
              <a:ext uri="{FF2B5EF4-FFF2-40B4-BE49-F238E27FC236}">
                <a16:creationId xmlns:a16="http://schemas.microsoft.com/office/drawing/2014/main" id="{0D318CE5-E884-87F1-3AC8-7753F446A4C7}"/>
              </a:ext>
            </a:extLst>
          </p:cNvPr>
          <p:cNvSpPr txBox="1">
            <a:spLocks/>
          </p:cNvSpPr>
          <p:nvPr/>
        </p:nvSpPr>
        <p:spPr bwMode="auto">
          <a:xfrm>
            <a:off x="145740" y="6530156"/>
            <a:ext cx="1080120" cy="216719"/>
          </a:xfrm>
          <a:prstGeom prst="rect">
            <a:avLst/>
          </a:prstGeom>
          <a:noFill/>
        </p:spPr>
        <p:txBody>
          <a:bodyPr vert="horz" wrap="square" lIns="91440" tIns="45720" rIns="91440" bIns="45720" numCol="1" rtlCol="1" anchor="t" anchorCtr="0" compatLnSpc="1">
            <a:prstTxWarp prst="textNoShape">
              <a:avLst/>
            </a:prstTxWarp>
            <a:normAutofit lnSpcReduction="10000"/>
          </a:bodyPr>
          <a:lstStyle>
            <a:defPPr>
              <a:defRPr lang="en-GB"/>
            </a:defPPr>
            <a:lvl1pPr algn="r" rtl="1"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1pPr>
            <a:lvl2pPr marL="457200" algn="r" rtl="1"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2pPr>
            <a:lvl3pPr marL="914400" algn="r" rtl="1"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3pPr>
            <a:lvl4pPr marL="1371600" algn="r" rtl="1"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4pPr>
            <a:lvl5pPr marL="1828800" algn="r" rtl="1"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5pPr>
            <a:lvl6pPr marL="2286000" algn="r" defTabSz="914400" rtl="1" eaLnBrk="1" latinLnBrk="0" hangingPunct="1">
              <a:defRPr kern="1200">
                <a:solidFill>
                  <a:schemeClr val="tx1"/>
                </a:solidFill>
                <a:latin typeface="Arial" panose="020B0604020202020204" pitchFamily="34" charset="0"/>
                <a:ea typeface="+mn-ea"/>
                <a:cs typeface="Arial" panose="020B0604020202020204" pitchFamily="34" charset="0"/>
              </a:defRPr>
            </a:lvl6pPr>
            <a:lvl7pPr marL="2743200" algn="r" defTabSz="914400" rtl="1" eaLnBrk="1" latinLnBrk="0" hangingPunct="1">
              <a:defRPr kern="1200">
                <a:solidFill>
                  <a:schemeClr val="tx1"/>
                </a:solidFill>
                <a:latin typeface="Arial" panose="020B0604020202020204" pitchFamily="34" charset="0"/>
                <a:ea typeface="+mn-ea"/>
                <a:cs typeface="Arial" panose="020B0604020202020204" pitchFamily="34" charset="0"/>
              </a:defRPr>
            </a:lvl7pPr>
            <a:lvl8pPr marL="3200400" algn="r" defTabSz="914400" rtl="1" eaLnBrk="1" latinLnBrk="0" hangingPunct="1">
              <a:defRPr kern="1200">
                <a:solidFill>
                  <a:schemeClr val="tx1"/>
                </a:solidFill>
                <a:latin typeface="Arial" panose="020B0604020202020204" pitchFamily="34" charset="0"/>
                <a:ea typeface="+mn-ea"/>
                <a:cs typeface="Arial" panose="020B0604020202020204" pitchFamily="34" charset="0"/>
              </a:defRPr>
            </a:lvl8pPr>
            <a:lvl9pPr marL="3657600" algn="r" defTabSz="914400" rtl="1" eaLnBrk="1" latinLnBrk="0" hangingPunct="1">
              <a:defRPr kern="1200">
                <a:solidFill>
                  <a:schemeClr val="tx1"/>
                </a:solidFill>
                <a:latin typeface="Arial" panose="020B0604020202020204" pitchFamily="34" charset="0"/>
                <a:ea typeface="+mn-ea"/>
                <a:cs typeface="Arial" panose="020B0604020202020204" pitchFamily="34" charset="0"/>
              </a:defRPr>
            </a:lvl9pPr>
          </a:lstStyle>
          <a:p>
            <a:pPr algn="l">
              <a:lnSpc>
                <a:spcPct val="90000"/>
              </a:lnSpc>
              <a:spcAft>
                <a:spcPts val="600"/>
              </a:spcAft>
              <a:defRPr/>
            </a:pPr>
            <a:r>
              <a:rPr lang="en-GB" sz="1000" b="0" i="0" dirty="0">
                <a:solidFill>
                  <a:srgbClr val="444444"/>
                </a:solidFill>
                <a:effectLst/>
                <a:latin typeface="Calibri" panose="020F0502020204030204" pitchFamily="34" charset="0"/>
              </a:rPr>
              <a:t>A103000359725</a:t>
            </a:r>
            <a:endParaRPr lang="ar" sz="1000" dirty="0"/>
          </a:p>
        </p:txBody>
      </p:sp>
    </p:spTree>
    <p:extLst>
      <p:ext uri="{BB962C8B-B14F-4D97-AF65-F5344CB8AC3E}">
        <p14:creationId xmlns:p14="http://schemas.microsoft.com/office/powerpoint/2010/main" val="391248043"/>
      </p:ext>
    </p:extLst>
  </p:cSld>
  <p:clrMapOvr>
    <a:masterClrMapping/>
  </p:clrMapOvr>
  <p:transition>
    <p:sndAc>
      <p:stSnd>
        <p:snd r:embed="rId3" name="click.wav"/>
      </p:stSnd>
    </p:sndAc>
  </p:transition>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9" name="Content Placeholder 3">
            <a:extLst>
              <a:ext uri="{FF2B5EF4-FFF2-40B4-BE49-F238E27FC236}">
                <a16:creationId xmlns:a16="http://schemas.microsoft.com/office/drawing/2014/main" id="{453C7683-8588-7ABC-32E0-8A4E68218620}"/>
              </a:ext>
            </a:extLst>
          </p:cNvPr>
          <p:cNvSpPr>
            <a:spLocks noGrp="1" noChangeArrowheads="1"/>
          </p:cNvSpPr>
          <p:nvPr>
            <p:ph sz="half" idx="2"/>
          </p:nvPr>
        </p:nvSpPr>
        <p:spPr bwMode="auto">
          <a:xfrm>
            <a:off x="23326" y="1844452"/>
            <a:ext cx="9025540" cy="1764196"/>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marL="0" indent="0">
              <a:buNone/>
            </a:pPr>
            <a:r>
              <a:rPr lang="ar-EG" sz="2000" dirty="0"/>
              <a:t>اجمع بين الأطعمة من مجموعات غذائية مختلفة للحصول على العناصر الغذائية التي تحتاجها </a:t>
            </a:r>
            <a:br>
              <a:rPr lang="ar-EG" sz="2000" dirty="0"/>
            </a:br>
            <a:r>
              <a:rPr lang="ar-EG" sz="2000" dirty="0"/>
              <a:t>لنظام غذائي صحي.</a:t>
            </a:r>
          </a:p>
          <a:p>
            <a:endParaRPr lang="en-GB" dirty="0">
              <a:effectLst/>
              <a:latin typeface="Helvetica" pitchFamily="2" charset="0"/>
            </a:endParaRPr>
          </a:p>
          <a:p>
            <a:pPr marL="0" indent="0" algn="r">
              <a:buNone/>
            </a:pPr>
            <a:r>
              <a:rPr lang="ar-EG" sz="2200" dirty="0">
                <a:latin typeface="Arial"/>
                <a:cs typeface="Arial"/>
              </a:rPr>
              <a:t> </a:t>
            </a:r>
          </a:p>
        </p:txBody>
      </p:sp>
      <p:sp>
        <p:nvSpPr>
          <p:cNvPr id="34820" name="Rectangle 1">
            <a:extLst>
              <a:ext uri="{FF2B5EF4-FFF2-40B4-BE49-F238E27FC236}">
                <a16:creationId xmlns:a16="http://schemas.microsoft.com/office/drawing/2014/main" id="{8DCD7CE1-603D-4D59-3DBB-C13C0B6505F0}"/>
              </a:ext>
            </a:extLst>
          </p:cNvPr>
          <p:cNvSpPr>
            <a:spLocks noChangeArrowheads="1"/>
          </p:cNvSpPr>
          <p:nvPr/>
        </p:nvSpPr>
        <p:spPr bwMode="auto">
          <a:xfrm>
            <a:off x="323529" y="1196752"/>
            <a:ext cx="8568951" cy="647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440" tIns="45720" rIns="91440" bIns="45720" anchor="t"/>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a:r>
              <a:rPr lang="ar-EG" sz="3200" b="1">
                <a:latin typeface="Arial"/>
                <a:cs typeface="Arial"/>
              </a:rPr>
              <a:t>توصيات لتناول أكل الصحي (2)</a:t>
            </a:r>
          </a:p>
        </p:txBody>
      </p:sp>
      <p:sp>
        <p:nvSpPr>
          <p:cNvPr id="3" name="TextBox 2">
            <a:extLst>
              <a:ext uri="{FF2B5EF4-FFF2-40B4-BE49-F238E27FC236}">
                <a16:creationId xmlns:a16="http://schemas.microsoft.com/office/drawing/2014/main" id="{D8FF2664-A31B-C4D1-F504-C28069F80B2B}"/>
              </a:ext>
            </a:extLst>
          </p:cNvPr>
          <p:cNvSpPr txBox="1"/>
          <p:nvPr/>
        </p:nvSpPr>
        <p:spPr>
          <a:xfrm>
            <a:off x="248575" y="2311480"/>
            <a:ext cx="4629403" cy="3200876"/>
          </a:xfrm>
          <a:prstGeom prst="rect">
            <a:avLst/>
          </a:prstGeom>
          <a:noFill/>
        </p:spPr>
        <p:txBody>
          <a:bodyPr wrap="square" lIns="91440" tIns="45720" rIns="91440" bIns="45720" rtlCol="0" anchor="t">
            <a:spAutoFit/>
          </a:bodyPr>
          <a:lstStyle/>
          <a:p>
            <a:pPr marL="0" indent="0">
              <a:buNone/>
            </a:pPr>
            <a:r>
              <a:rPr lang="ar-EG" sz="2000" dirty="0"/>
              <a:t>الهرم الغذائي هو تمثيل مرئي لكيفية مساهمة الأطعمة والمشروبات المختلفة في اتباع نظام غذائي </a:t>
            </a:r>
            <a:br>
              <a:rPr lang="ar-EG" sz="2000" dirty="0"/>
            </a:br>
            <a:r>
              <a:rPr lang="ar-EG" sz="2000" dirty="0"/>
              <a:t>صحي ومتوازن.</a:t>
            </a:r>
          </a:p>
          <a:p>
            <a:pPr marL="0" indent="0">
              <a:buNone/>
            </a:pPr>
            <a:endParaRPr lang="en-GB" altLang="en-US" sz="2000" dirty="0"/>
          </a:p>
          <a:p>
            <a:pPr marL="0" indent="0">
              <a:buNone/>
            </a:pPr>
            <a:r>
              <a:rPr lang="ar-EG" sz="2000" dirty="0"/>
              <a:t>تشكل</a:t>
            </a:r>
            <a:r>
              <a:rPr lang="ar-EG" sz="2000" b="1" dirty="0"/>
              <a:t> الفواكه والخضروات</a:t>
            </a:r>
            <a:r>
              <a:rPr lang="ar-EG" sz="2000" dirty="0"/>
              <a:t> قاعدة الهرم الغذائي </a:t>
            </a:r>
            <a:br>
              <a:rPr lang="ar-EG" sz="2000" dirty="0"/>
            </a:br>
            <a:r>
              <a:rPr lang="ar-EG" sz="2000" dirty="0"/>
              <a:t>كمصدر رئيسي للفيتامينات والمعادن.</a:t>
            </a:r>
            <a:r>
              <a:rPr lang="en-US" sz="2000" dirty="0"/>
              <a:t> </a:t>
            </a:r>
          </a:p>
          <a:p>
            <a:pPr marL="0" indent="0">
              <a:buNone/>
            </a:pPr>
            <a:endParaRPr lang="en-GB" altLang="en-US" sz="2000" dirty="0"/>
          </a:p>
          <a:p>
            <a:pPr marL="0" indent="0">
              <a:buNone/>
            </a:pPr>
            <a:r>
              <a:rPr lang="ar-EG" sz="2000" dirty="0"/>
              <a:t>بعد ذلك، </a:t>
            </a:r>
            <a:r>
              <a:rPr lang="ar-EG" sz="2000" b="1" dirty="0"/>
              <a:t>الكربوهيدرات</a:t>
            </a:r>
            <a:r>
              <a:rPr lang="ar-EG" sz="2000" dirty="0"/>
              <a:t> ثم </a:t>
            </a:r>
            <a:r>
              <a:rPr lang="ar-EG" sz="2000" b="1" dirty="0"/>
              <a:t>البروتين</a:t>
            </a:r>
            <a:r>
              <a:rPr lang="ar-EG" sz="2000" dirty="0"/>
              <a:t>،</a:t>
            </a:r>
            <a:r>
              <a:rPr lang="en-US" sz="2000" dirty="0"/>
              <a:t> </a:t>
            </a:r>
          </a:p>
          <a:p>
            <a:pPr marL="0" indent="0">
              <a:buNone/>
            </a:pPr>
            <a:r>
              <a:rPr lang="ar-EG" sz="2000" dirty="0"/>
              <a:t>ثم </a:t>
            </a:r>
            <a:r>
              <a:rPr lang="ar-EG" sz="2000" b="1" dirty="0"/>
              <a:t>منتجات</a:t>
            </a:r>
            <a:r>
              <a:rPr lang="en-US" sz="2000" dirty="0"/>
              <a:t> </a:t>
            </a:r>
            <a:r>
              <a:rPr lang="ar-EG" sz="2000" b="1" dirty="0"/>
              <a:t>الألبان</a:t>
            </a:r>
            <a:r>
              <a:rPr lang="ar-EG" sz="2000" dirty="0"/>
              <a:t>، وتقع الدهون في قمة الهرم، </a:t>
            </a:r>
            <a:br>
              <a:rPr lang="ar-EG" sz="2000" dirty="0"/>
            </a:br>
            <a:r>
              <a:rPr lang="ar-EG" sz="2000" dirty="0"/>
              <a:t>حيث تمثل أصغر جزء من نظامنا الغذائي</a:t>
            </a:r>
            <a:r>
              <a:rPr lang="ar-EG" sz="2200" dirty="0"/>
              <a:t>.</a:t>
            </a:r>
          </a:p>
        </p:txBody>
      </p:sp>
      <p:pic>
        <p:nvPicPr>
          <p:cNvPr id="2" name="Picture 1" descr="A food pyramid with different foods&#10;&#10;Description automatically generated">
            <a:extLst>
              <a:ext uri="{FF2B5EF4-FFF2-40B4-BE49-F238E27FC236}">
                <a16:creationId xmlns:a16="http://schemas.microsoft.com/office/drawing/2014/main" id="{37976F23-C054-0FA6-561B-1CBF256621F9}"/>
              </a:ext>
            </a:extLst>
          </p:cNvPr>
          <p:cNvPicPr>
            <a:picLocks noChangeAspect="1"/>
          </p:cNvPicPr>
          <p:nvPr/>
        </p:nvPicPr>
        <p:blipFill>
          <a:blip r:embed="rId4" cstate="screen">
            <a:extLst>
              <a:ext uri="{28A0092B-C50C-407E-A947-70E740481C1C}">
                <a14:useLocalDpi xmlns:a14="http://schemas.microsoft.com/office/drawing/2010/main"/>
              </a:ext>
            </a:extLst>
          </a:blip>
          <a:stretch>
            <a:fillRect/>
          </a:stretch>
        </p:blipFill>
        <p:spPr>
          <a:xfrm>
            <a:off x="5364088" y="2780928"/>
            <a:ext cx="3304627" cy="3009447"/>
          </a:xfrm>
          <a:prstGeom prst="rect">
            <a:avLst/>
          </a:prstGeom>
        </p:spPr>
      </p:pic>
      <p:sp>
        <p:nvSpPr>
          <p:cNvPr id="4" name="Footer Placeholder 2">
            <a:extLst>
              <a:ext uri="{FF2B5EF4-FFF2-40B4-BE49-F238E27FC236}">
                <a16:creationId xmlns:a16="http://schemas.microsoft.com/office/drawing/2014/main" id="{37143B90-7F98-469E-C455-2092460EAAF9}"/>
              </a:ext>
            </a:extLst>
          </p:cNvPr>
          <p:cNvSpPr txBox="1">
            <a:spLocks/>
          </p:cNvSpPr>
          <p:nvPr/>
        </p:nvSpPr>
        <p:spPr bwMode="auto">
          <a:xfrm>
            <a:off x="145740" y="6530156"/>
            <a:ext cx="1080120" cy="216719"/>
          </a:xfrm>
          <a:prstGeom prst="rect">
            <a:avLst/>
          </a:prstGeom>
          <a:noFill/>
        </p:spPr>
        <p:txBody>
          <a:bodyPr vert="horz" wrap="square" lIns="91440" tIns="45720" rIns="91440" bIns="45720" numCol="1" rtlCol="1" anchor="t" anchorCtr="0" compatLnSpc="1">
            <a:prstTxWarp prst="textNoShape">
              <a:avLst/>
            </a:prstTxWarp>
            <a:normAutofit lnSpcReduction="10000"/>
          </a:bodyPr>
          <a:lstStyle>
            <a:defPPr>
              <a:defRPr lang="en-GB"/>
            </a:defPPr>
            <a:lvl1pPr algn="r" rtl="1"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1pPr>
            <a:lvl2pPr marL="457200" algn="r" rtl="1"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2pPr>
            <a:lvl3pPr marL="914400" algn="r" rtl="1"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3pPr>
            <a:lvl4pPr marL="1371600" algn="r" rtl="1"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4pPr>
            <a:lvl5pPr marL="1828800" algn="r" rtl="1"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5pPr>
            <a:lvl6pPr marL="2286000" algn="r" defTabSz="914400" rtl="1" eaLnBrk="1" latinLnBrk="0" hangingPunct="1">
              <a:defRPr kern="1200">
                <a:solidFill>
                  <a:schemeClr val="tx1"/>
                </a:solidFill>
                <a:latin typeface="Arial" panose="020B0604020202020204" pitchFamily="34" charset="0"/>
                <a:ea typeface="+mn-ea"/>
                <a:cs typeface="Arial" panose="020B0604020202020204" pitchFamily="34" charset="0"/>
              </a:defRPr>
            </a:lvl6pPr>
            <a:lvl7pPr marL="2743200" algn="r" defTabSz="914400" rtl="1" eaLnBrk="1" latinLnBrk="0" hangingPunct="1">
              <a:defRPr kern="1200">
                <a:solidFill>
                  <a:schemeClr val="tx1"/>
                </a:solidFill>
                <a:latin typeface="Arial" panose="020B0604020202020204" pitchFamily="34" charset="0"/>
                <a:ea typeface="+mn-ea"/>
                <a:cs typeface="Arial" panose="020B0604020202020204" pitchFamily="34" charset="0"/>
              </a:defRPr>
            </a:lvl7pPr>
            <a:lvl8pPr marL="3200400" algn="r" defTabSz="914400" rtl="1" eaLnBrk="1" latinLnBrk="0" hangingPunct="1">
              <a:defRPr kern="1200">
                <a:solidFill>
                  <a:schemeClr val="tx1"/>
                </a:solidFill>
                <a:latin typeface="Arial" panose="020B0604020202020204" pitchFamily="34" charset="0"/>
                <a:ea typeface="+mn-ea"/>
                <a:cs typeface="Arial" panose="020B0604020202020204" pitchFamily="34" charset="0"/>
              </a:defRPr>
            </a:lvl8pPr>
            <a:lvl9pPr marL="3657600" algn="r" defTabSz="914400" rtl="1" eaLnBrk="1" latinLnBrk="0" hangingPunct="1">
              <a:defRPr kern="1200">
                <a:solidFill>
                  <a:schemeClr val="tx1"/>
                </a:solidFill>
                <a:latin typeface="Arial" panose="020B0604020202020204" pitchFamily="34" charset="0"/>
                <a:ea typeface="+mn-ea"/>
                <a:cs typeface="Arial" panose="020B0604020202020204" pitchFamily="34" charset="0"/>
              </a:defRPr>
            </a:lvl9pPr>
          </a:lstStyle>
          <a:p>
            <a:pPr algn="l">
              <a:lnSpc>
                <a:spcPct val="90000"/>
              </a:lnSpc>
              <a:spcAft>
                <a:spcPts val="600"/>
              </a:spcAft>
              <a:defRPr/>
            </a:pPr>
            <a:r>
              <a:rPr lang="en-GB" sz="1000" b="0" i="0" dirty="0">
                <a:solidFill>
                  <a:srgbClr val="444444"/>
                </a:solidFill>
                <a:effectLst/>
                <a:latin typeface="Calibri" panose="020F0502020204030204" pitchFamily="34" charset="0"/>
              </a:rPr>
              <a:t>A103000359725</a:t>
            </a:r>
            <a:endParaRPr lang="ar" sz="1000" dirty="0"/>
          </a:p>
        </p:txBody>
      </p:sp>
    </p:spTree>
    <p:extLst>
      <p:ext uri="{BB962C8B-B14F-4D97-AF65-F5344CB8AC3E}">
        <p14:creationId xmlns:p14="http://schemas.microsoft.com/office/powerpoint/2010/main" val="3133826397"/>
      </p:ext>
    </p:extLst>
  </p:cSld>
  <p:clrMapOvr>
    <a:masterClrMapping/>
  </p:clrMapOvr>
  <p:transition>
    <p:sndAc>
      <p:stSnd>
        <p:snd r:embed="rId3" name="click.wav"/>
      </p:stSnd>
    </p:sndAc>
  </p:transition>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9" name="Content Placeholder 3">
            <a:extLst>
              <a:ext uri="{FF2B5EF4-FFF2-40B4-BE49-F238E27FC236}">
                <a16:creationId xmlns:a16="http://schemas.microsoft.com/office/drawing/2014/main" id="{453C7683-8588-7ABC-32E0-8A4E68218620}"/>
              </a:ext>
            </a:extLst>
          </p:cNvPr>
          <p:cNvSpPr>
            <a:spLocks noGrp="1" noChangeArrowheads="1"/>
          </p:cNvSpPr>
          <p:nvPr>
            <p:ph sz="half" idx="2"/>
          </p:nvPr>
        </p:nvSpPr>
        <p:spPr bwMode="auto">
          <a:xfrm>
            <a:off x="323529" y="2611765"/>
            <a:ext cx="8928991" cy="2376264"/>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indent="0">
              <a:buFont typeface="Wingdings" panose="05000000000000000000" pitchFamily="2" charset="2"/>
              <a:buNone/>
            </a:pPr>
            <a:r>
              <a:rPr lang="ar-EG" sz="2200" b="1"/>
              <a:t>الملصق التوضيحي</a:t>
            </a:r>
          </a:p>
          <a:p>
            <a:pPr indent="0">
              <a:buFont typeface="Wingdings" panose="05000000000000000000" pitchFamily="2" charset="2"/>
              <a:buNone/>
            </a:pPr>
            <a:r>
              <a:rPr lang="ar-EG" sz="2200"/>
              <a:t>يسمح للعملاء باتخاذ خيارات</a:t>
            </a:r>
          </a:p>
          <a:p>
            <a:pPr indent="0">
              <a:buFont typeface="Wingdings" panose="05000000000000000000" pitchFamily="2" charset="2"/>
              <a:buNone/>
            </a:pPr>
            <a:r>
              <a:rPr lang="ar-EG" sz="2200"/>
              <a:t>مستنيرة ويتضمن:</a:t>
            </a:r>
          </a:p>
          <a:p>
            <a:pPr marL="685800"/>
            <a:r>
              <a:rPr lang="ar-EG" sz="2200"/>
              <a:t>المكونات</a:t>
            </a:r>
          </a:p>
          <a:p>
            <a:pPr marL="685800"/>
            <a:r>
              <a:rPr lang="ar-EG" sz="2200"/>
              <a:t>قيمة السعرات الحرارية</a:t>
            </a:r>
          </a:p>
          <a:p>
            <a:pPr marL="685800"/>
            <a:r>
              <a:rPr lang="ar-EG" sz="2200"/>
              <a:t>مسببات الحساسية.</a:t>
            </a:r>
          </a:p>
          <a:p>
            <a:pPr indent="0">
              <a:buFont typeface="Wingdings" panose="05000000000000000000" pitchFamily="2" charset="2"/>
              <a:buNone/>
            </a:pPr>
            <a:r>
              <a:rPr lang="ar-EG" sz="2200" b="1"/>
              <a:t>الكمية الغذائية المرجعية</a:t>
            </a:r>
          </a:p>
          <a:p>
            <a:pPr marL="685800"/>
            <a:r>
              <a:rPr lang="ar-EG" sz="2200"/>
              <a:t>يُستخدم لتخطيط وتقييم استهلاك الأشخاص الأصحاء للعناصر الغذائية، ويتضمن السعرات الحرارية الموصى بها.</a:t>
            </a:r>
          </a:p>
          <a:p>
            <a:pPr indent="0">
              <a:buFont typeface="Wingdings" panose="05000000000000000000" pitchFamily="2" charset="2"/>
              <a:buNone/>
            </a:pPr>
            <a:endParaRPr lang="en-GB" altLang="en-US" dirty="0"/>
          </a:p>
          <a:p>
            <a:pPr indent="0">
              <a:buFont typeface="Wingdings" panose="05000000000000000000" pitchFamily="2" charset="2"/>
              <a:buNone/>
            </a:pPr>
            <a:endParaRPr lang="en-GB" altLang="en-US" dirty="0"/>
          </a:p>
          <a:p>
            <a:pPr indent="0" algn="r">
              <a:buFont typeface="Wingdings" panose="05000000000000000000" pitchFamily="2" charset="2"/>
              <a:buNone/>
            </a:pPr>
            <a:endParaRPr lang="en-GB" altLang="en-US" dirty="0"/>
          </a:p>
          <a:p>
            <a:pPr indent="0">
              <a:buFont typeface="Wingdings" panose="05000000000000000000" pitchFamily="2" charset="2"/>
              <a:buNone/>
            </a:pPr>
            <a:endParaRPr lang="en-GB" altLang="en-US" dirty="0"/>
          </a:p>
          <a:p>
            <a:pPr marL="685800"/>
            <a:endParaRPr lang="en-GB" altLang="en-US" dirty="0"/>
          </a:p>
        </p:txBody>
      </p:sp>
      <p:sp>
        <p:nvSpPr>
          <p:cNvPr id="34820" name="Rectangle 1">
            <a:extLst>
              <a:ext uri="{FF2B5EF4-FFF2-40B4-BE49-F238E27FC236}">
                <a16:creationId xmlns:a16="http://schemas.microsoft.com/office/drawing/2014/main" id="{8DCD7CE1-603D-4D59-3DBB-C13C0B6505F0}"/>
              </a:ext>
            </a:extLst>
          </p:cNvPr>
          <p:cNvSpPr>
            <a:spLocks noChangeArrowheads="1"/>
          </p:cNvSpPr>
          <p:nvPr/>
        </p:nvSpPr>
        <p:spPr bwMode="auto">
          <a:xfrm>
            <a:off x="323529" y="1196752"/>
            <a:ext cx="8568951" cy="647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440" tIns="45720" rIns="91440" bIns="45720" anchor="t"/>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a:r>
              <a:rPr lang="ar-EG" sz="3200" b="1">
                <a:latin typeface="Arial"/>
                <a:cs typeface="Arial"/>
              </a:rPr>
              <a:t>توصيات لتناول طعام الصحي (3</a:t>
            </a:r>
            <a:r>
              <a:rPr lang="ar-EG" sz="3600" b="1">
                <a:latin typeface="Arial"/>
                <a:cs typeface="Arial"/>
              </a:rPr>
              <a:t>)</a:t>
            </a:r>
          </a:p>
        </p:txBody>
      </p:sp>
      <p:pic>
        <p:nvPicPr>
          <p:cNvPr id="3" name="Picture 2">
            <a:extLst>
              <a:ext uri="{FF2B5EF4-FFF2-40B4-BE49-F238E27FC236}">
                <a16:creationId xmlns:a16="http://schemas.microsoft.com/office/drawing/2014/main" id="{5E6C021A-1D5C-DE9B-AC55-5506B70270FD}"/>
              </a:ext>
            </a:extLst>
          </p:cNvPr>
          <p:cNvPicPr>
            <a:picLocks noChangeAspect="1"/>
          </p:cNvPicPr>
          <p:nvPr/>
        </p:nvPicPr>
        <p:blipFill>
          <a:blip r:embed="rId4" cstate="screen">
            <a:extLst>
              <a:ext uri="{28A0092B-C50C-407E-A947-70E740481C1C}">
                <a14:useLocalDpi xmlns:a14="http://schemas.microsoft.com/office/drawing/2010/main"/>
              </a:ext>
            </a:extLst>
          </a:blip>
          <a:stretch>
            <a:fillRect/>
          </a:stretch>
        </p:blipFill>
        <p:spPr>
          <a:xfrm>
            <a:off x="755576" y="2427891"/>
            <a:ext cx="3923928" cy="2615952"/>
          </a:xfrm>
          <a:prstGeom prst="rect">
            <a:avLst/>
          </a:prstGeom>
        </p:spPr>
      </p:pic>
      <p:sp>
        <p:nvSpPr>
          <p:cNvPr id="2" name="Footer Placeholder 2">
            <a:extLst>
              <a:ext uri="{FF2B5EF4-FFF2-40B4-BE49-F238E27FC236}">
                <a16:creationId xmlns:a16="http://schemas.microsoft.com/office/drawing/2014/main" id="{DA1DB8CE-56AF-072C-B970-9847017749DE}"/>
              </a:ext>
            </a:extLst>
          </p:cNvPr>
          <p:cNvSpPr txBox="1">
            <a:spLocks/>
          </p:cNvSpPr>
          <p:nvPr/>
        </p:nvSpPr>
        <p:spPr bwMode="auto">
          <a:xfrm>
            <a:off x="145740" y="6530156"/>
            <a:ext cx="1080120" cy="216719"/>
          </a:xfrm>
          <a:prstGeom prst="rect">
            <a:avLst/>
          </a:prstGeom>
          <a:noFill/>
        </p:spPr>
        <p:txBody>
          <a:bodyPr vert="horz" wrap="square" lIns="91440" tIns="45720" rIns="91440" bIns="45720" numCol="1" rtlCol="1" anchor="t" anchorCtr="0" compatLnSpc="1">
            <a:prstTxWarp prst="textNoShape">
              <a:avLst/>
            </a:prstTxWarp>
            <a:normAutofit lnSpcReduction="10000"/>
          </a:bodyPr>
          <a:lstStyle>
            <a:defPPr>
              <a:defRPr lang="en-GB"/>
            </a:defPPr>
            <a:lvl1pPr algn="r" rtl="1"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1pPr>
            <a:lvl2pPr marL="457200" algn="r" rtl="1"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2pPr>
            <a:lvl3pPr marL="914400" algn="r" rtl="1"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3pPr>
            <a:lvl4pPr marL="1371600" algn="r" rtl="1"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4pPr>
            <a:lvl5pPr marL="1828800" algn="r" rtl="1"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5pPr>
            <a:lvl6pPr marL="2286000" algn="r" defTabSz="914400" rtl="1" eaLnBrk="1" latinLnBrk="0" hangingPunct="1">
              <a:defRPr kern="1200">
                <a:solidFill>
                  <a:schemeClr val="tx1"/>
                </a:solidFill>
                <a:latin typeface="Arial" panose="020B0604020202020204" pitchFamily="34" charset="0"/>
                <a:ea typeface="+mn-ea"/>
                <a:cs typeface="Arial" panose="020B0604020202020204" pitchFamily="34" charset="0"/>
              </a:defRPr>
            </a:lvl6pPr>
            <a:lvl7pPr marL="2743200" algn="r" defTabSz="914400" rtl="1" eaLnBrk="1" latinLnBrk="0" hangingPunct="1">
              <a:defRPr kern="1200">
                <a:solidFill>
                  <a:schemeClr val="tx1"/>
                </a:solidFill>
                <a:latin typeface="Arial" panose="020B0604020202020204" pitchFamily="34" charset="0"/>
                <a:ea typeface="+mn-ea"/>
                <a:cs typeface="Arial" panose="020B0604020202020204" pitchFamily="34" charset="0"/>
              </a:defRPr>
            </a:lvl7pPr>
            <a:lvl8pPr marL="3200400" algn="r" defTabSz="914400" rtl="1" eaLnBrk="1" latinLnBrk="0" hangingPunct="1">
              <a:defRPr kern="1200">
                <a:solidFill>
                  <a:schemeClr val="tx1"/>
                </a:solidFill>
                <a:latin typeface="Arial" panose="020B0604020202020204" pitchFamily="34" charset="0"/>
                <a:ea typeface="+mn-ea"/>
                <a:cs typeface="Arial" panose="020B0604020202020204" pitchFamily="34" charset="0"/>
              </a:defRPr>
            </a:lvl8pPr>
            <a:lvl9pPr marL="3657600" algn="r" defTabSz="914400" rtl="1" eaLnBrk="1" latinLnBrk="0" hangingPunct="1">
              <a:defRPr kern="1200">
                <a:solidFill>
                  <a:schemeClr val="tx1"/>
                </a:solidFill>
                <a:latin typeface="Arial" panose="020B0604020202020204" pitchFamily="34" charset="0"/>
                <a:ea typeface="+mn-ea"/>
                <a:cs typeface="Arial" panose="020B0604020202020204" pitchFamily="34" charset="0"/>
              </a:defRPr>
            </a:lvl9pPr>
          </a:lstStyle>
          <a:p>
            <a:pPr algn="l">
              <a:lnSpc>
                <a:spcPct val="90000"/>
              </a:lnSpc>
              <a:spcAft>
                <a:spcPts val="600"/>
              </a:spcAft>
              <a:defRPr/>
            </a:pPr>
            <a:r>
              <a:rPr lang="en-GB" sz="1000" b="0" i="0" dirty="0">
                <a:solidFill>
                  <a:srgbClr val="444444"/>
                </a:solidFill>
                <a:effectLst/>
                <a:latin typeface="Calibri" panose="020F0502020204030204" pitchFamily="34" charset="0"/>
              </a:rPr>
              <a:t>A103000359725</a:t>
            </a:r>
            <a:endParaRPr lang="ar" sz="1000" dirty="0"/>
          </a:p>
        </p:txBody>
      </p:sp>
    </p:spTree>
    <p:extLst>
      <p:ext uri="{BB962C8B-B14F-4D97-AF65-F5344CB8AC3E}">
        <p14:creationId xmlns:p14="http://schemas.microsoft.com/office/powerpoint/2010/main" val="2502350973"/>
      </p:ext>
    </p:extLst>
  </p:cSld>
  <p:clrMapOvr>
    <a:masterClrMapping/>
  </p:clrMapOvr>
  <p:transition>
    <p:sndAc>
      <p:stSnd>
        <p:snd r:embed="rId3" name="click.wav"/>
      </p:stSnd>
    </p:sndAc>
  </p:transition>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9" name="Content Placeholder 3">
            <a:extLst>
              <a:ext uri="{FF2B5EF4-FFF2-40B4-BE49-F238E27FC236}">
                <a16:creationId xmlns:a16="http://schemas.microsoft.com/office/drawing/2014/main" id="{453C7683-8588-7ABC-32E0-8A4E68218620}"/>
              </a:ext>
            </a:extLst>
          </p:cNvPr>
          <p:cNvSpPr>
            <a:spLocks noGrp="1" noChangeArrowheads="1"/>
          </p:cNvSpPr>
          <p:nvPr>
            <p:ph sz="half" idx="2"/>
          </p:nvPr>
        </p:nvSpPr>
        <p:spPr bwMode="auto">
          <a:xfrm>
            <a:off x="395536" y="1988840"/>
            <a:ext cx="8496944" cy="4608512"/>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marL="0" indent="0">
              <a:buFont typeface="Wingdings" panose="05000000000000000000" pitchFamily="2" charset="2"/>
              <a:buNone/>
            </a:pPr>
            <a:r>
              <a:rPr lang="ar-EG" sz="2200" dirty="0"/>
              <a:t>في تقييمك النهائي لهذه الوحدة، يتعين عليك التخطيط لقائمة طعام صحية لمجموعة محددة </a:t>
            </a:r>
            <a:br>
              <a:rPr lang="ar-EG" sz="2200" dirty="0"/>
            </a:br>
            <a:r>
              <a:rPr lang="ar-EG" sz="2200" dirty="0"/>
              <a:t>من العملاء.  ما الذي يجب مراعاته عند التخطيط لقائمة طعام صحية؟</a:t>
            </a:r>
            <a:r>
              <a:rPr lang="en-US" sz="2200" dirty="0"/>
              <a:t> </a:t>
            </a:r>
          </a:p>
          <a:p>
            <a:pPr marL="0" indent="0">
              <a:buFont typeface="Wingdings" panose="05000000000000000000" pitchFamily="2" charset="2"/>
              <a:buNone/>
            </a:pPr>
            <a:r>
              <a:rPr lang="ar-EG" sz="2200" b="1" dirty="0"/>
              <a:t>مميزات قوائم الطعام الصحية</a:t>
            </a:r>
          </a:p>
          <a:p>
            <a:pPr marL="358775" indent="-358775"/>
            <a:r>
              <a:rPr lang="ar-EG" sz="2200" b="1" dirty="0"/>
              <a:t>استهلاك الدهون:</a:t>
            </a:r>
            <a:r>
              <a:rPr lang="ar-EG" sz="2200" dirty="0"/>
              <a:t> الكمية الغذائية اليومية </a:t>
            </a:r>
            <a:r>
              <a:rPr lang="ar-EG" sz="2200" dirty="0" err="1"/>
              <a:t>الموصى</a:t>
            </a:r>
            <a:r>
              <a:rPr lang="ar-EG" sz="2200" dirty="0"/>
              <a:t> بها من الدهون للرجال أقل من </a:t>
            </a:r>
            <a:br>
              <a:rPr lang="ar-EG" sz="2200" dirty="0"/>
            </a:br>
            <a:r>
              <a:rPr lang="ar-EG" sz="2200" dirty="0"/>
              <a:t>30 جرامًا من الدهون المشبعة يوميًا، وللنساء أقل من 20 جرامًا من الدهون المشبعة يوميًا.</a:t>
            </a:r>
          </a:p>
          <a:p>
            <a:pPr marL="358775" indent="-358775"/>
            <a:r>
              <a:rPr lang="ar-EG" sz="2200" b="1" dirty="0"/>
              <a:t>الأطعمة الطازجة</a:t>
            </a:r>
            <a:r>
              <a:rPr lang="ar-EG" sz="2200" dirty="0"/>
              <a:t>: تناول الأطعمة الطازجة بدلاً من الأطعمة المصنعة التي تحتوي </a:t>
            </a:r>
            <a:br>
              <a:rPr lang="ar-EG" sz="2200" dirty="0"/>
            </a:br>
            <a:r>
              <a:rPr lang="ar-EG" sz="2200" dirty="0"/>
              <a:t>على مستويات عالية من الملح والسكر والدهون غير الصحية.</a:t>
            </a:r>
          </a:p>
          <a:p>
            <a:pPr marL="358775" indent="-358775"/>
            <a:r>
              <a:rPr lang="ar-EG" sz="2200" b="1" dirty="0"/>
              <a:t>المبادئ التوجيهية الحكومية:</a:t>
            </a:r>
            <a:r>
              <a:rPr lang="ar-EG" sz="2200" dirty="0"/>
              <a:t> تقدم العديد من الحكومات توصيات فيما يتعلق بتناول السعرات الحرارية والدهون والملح، تحقق من التوصيات الخاصة ببلدك.</a:t>
            </a:r>
          </a:p>
          <a:p>
            <a:pPr indent="0">
              <a:buFont typeface="Wingdings" panose="05000000000000000000" pitchFamily="2" charset="2"/>
              <a:buNone/>
            </a:pPr>
            <a:endParaRPr lang="en-GB" altLang="en-US" sz="2200" dirty="0"/>
          </a:p>
          <a:p>
            <a:pPr indent="0">
              <a:buFont typeface="Wingdings" panose="05000000000000000000" pitchFamily="2" charset="2"/>
              <a:buNone/>
            </a:pPr>
            <a:endParaRPr lang="en-GB" altLang="en-US" dirty="0"/>
          </a:p>
          <a:p>
            <a:pPr indent="0" algn="ctr">
              <a:buNone/>
            </a:pPr>
            <a:endParaRPr lang="en-GB" altLang="en-US" dirty="0"/>
          </a:p>
          <a:p>
            <a:pPr marL="685800"/>
            <a:endParaRPr lang="en-GB" altLang="en-US" dirty="0"/>
          </a:p>
        </p:txBody>
      </p:sp>
      <p:sp>
        <p:nvSpPr>
          <p:cNvPr id="34820" name="Rectangle 1">
            <a:extLst>
              <a:ext uri="{FF2B5EF4-FFF2-40B4-BE49-F238E27FC236}">
                <a16:creationId xmlns:a16="http://schemas.microsoft.com/office/drawing/2014/main" id="{8DCD7CE1-603D-4D59-3DBB-C13C0B6505F0}"/>
              </a:ext>
            </a:extLst>
          </p:cNvPr>
          <p:cNvSpPr>
            <a:spLocks noChangeArrowheads="1"/>
          </p:cNvSpPr>
          <p:nvPr/>
        </p:nvSpPr>
        <p:spPr bwMode="auto">
          <a:xfrm>
            <a:off x="323529" y="1196752"/>
            <a:ext cx="8568951" cy="647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440" tIns="45720" rIns="91440" bIns="45720" anchor="t"/>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a:r>
              <a:rPr lang="ar-EG" sz="3600" b="1">
                <a:latin typeface="Arial"/>
                <a:cs typeface="Arial"/>
              </a:rPr>
              <a:t>التخطيط لقائمة طعام صحية (1)</a:t>
            </a:r>
          </a:p>
        </p:txBody>
      </p:sp>
      <p:sp>
        <p:nvSpPr>
          <p:cNvPr id="2" name="Footer Placeholder 2">
            <a:extLst>
              <a:ext uri="{FF2B5EF4-FFF2-40B4-BE49-F238E27FC236}">
                <a16:creationId xmlns:a16="http://schemas.microsoft.com/office/drawing/2014/main" id="{B53C8563-E0FF-C2DF-F18C-A691534C5870}"/>
              </a:ext>
            </a:extLst>
          </p:cNvPr>
          <p:cNvSpPr txBox="1">
            <a:spLocks/>
          </p:cNvSpPr>
          <p:nvPr/>
        </p:nvSpPr>
        <p:spPr bwMode="auto">
          <a:xfrm>
            <a:off x="145740" y="6530156"/>
            <a:ext cx="1080120" cy="216719"/>
          </a:xfrm>
          <a:prstGeom prst="rect">
            <a:avLst/>
          </a:prstGeom>
          <a:noFill/>
        </p:spPr>
        <p:txBody>
          <a:bodyPr vert="horz" wrap="square" lIns="91440" tIns="45720" rIns="91440" bIns="45720" numCol="1" rtlCol="1" anchor="t" anchorCtr="0" compatLnSpc="1">
            <a:prstTxWarp prst="textNoShape">
              <a:avLst/>
            </a:prstTxWarp>
            <a:normAutofit lnSpcReduction="10000"/>
          </a:bodyPr>
          <a:lstStyle>
            <a:defPPr>
              <a:defRPr lang="en-GB"/>
            </a:defPPr>
            <a:lvl1pPr algn="r" rtl="1"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1pPr>
            <a:lvl2pPr marL="457200" algn="r" rtl="1"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2pPr>
            <a:lvl3pPr marL="914400" algn="r" rtl="1"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3pPr>
            <a:lvl4pPr marL="1371600" algn="r" rtl="1"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4pPr>
            <a:lvl5pPr marL="1828800" algn="r" rtl="1"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5pPr>
            <a:lvl6pPr marL="2286000" algn="r" defTabSz="914400" rtl="1" eaLnBrk="1" latinLnBrk="0" hangingPunct="1">
              <a:defRPr kern="1200">
                <a:solidFill>
                  <a:schemeClr val="tx1"/>
                </a:solidFill>
                <a:latin typeface="Arial" panose="020B0604020202020204" pitchFamily="34" charset="0"/>
                <a:ea typeface="+mn-ea"/>
                <a:cs typeface="Arial" panose="020B0604020202020204" pitchFamily="34" charset="0"/>
              </a:defRPr>
            </a:lvl6pPr>
            <a:lvl7pPr marL="2743200" algn="r" defTabSz="914400" rtl="1" eaLnBrk="1" latinLnBrk="0" hangingPunct="1">
              <a:defRPr kern="1200">
                <a:solidFill>
                  <a:schemeClr val="tx1"/>
                </a:solidFill>
                <a:latin typeface="Arial" panose="020B0604020202020204" pitchFamily="34" charset="0"/>
                <a:ea typeface="+mn-ea"/>
                <a:cs typeface="Arial" panose="020B0604020202020204" pitchFamily="34" charset="0"/>
              </a:defRPr>
            </a:lvl7pPr>
            <a:lvl8pPr marL="3200400" algn="r" defTabSz="914400" rtl="1" eaLnBrk="1" latinLnBrk="0" hangingPunct="1">
              <a:defRPr kern="1200">
                <a:solidFill>
                  <a:schemeClr val="tx1"/>
                </a:solidFill>
                <a:latin typeface="Arial" panose="020B0604020202020204" pitchFamily="34" charset="0"/>
                <a:ea typeface="+mn-ea"/>
                <a:cs typeface="Arial" panose="020B0604020202020204" pitchFamily="34" charset="0"/>
              </a:defRPr>
            </a:lvl8pPr>
            <a:lvl9pPr marL="3657600" algn="r" defTabSz="914400" rtl="1" eaLnBrk="1" latinLnBrk="0" hangingPunct="1">
              <a:defRPr kern="1200">
                <a:solidFill>
                  <a:schemeClr val="tx1"/>
                </a:solidFill>
                <a:latin typeface="Arial" panose="020B0604020202020204" pitchFamily="34" charset="0"/>
                <a:ea typeface="+mn-ea"/>
                <a:cs typeface="Arial" panose="020B0604020202020204" pitchFamily="34" charset="0"/>
              </a:defRPr>
            </a:lvl9pPr>
          </a:lstStyle>
          <a:p>
            <a:pPr algn="l">
              <a:lnSpc>
                <a:spcPct val="90000"/>
              </a:lnSpc>
              <a:spcAft>
                <a:spcPts val="600"/>
              </a:spcAft>
              <a:defRPr/>
            </a:pPr>
            <a:r>
              <a:rPr lang="en-GB" sz="1000" b="0" i="0" dirty="0">
                <a:solidFill>
                  <a:srgbClr val="444444"/>
                </a:solidFill>
                <a:effectLst/>
                <a:latin typeface="Calibri" panose="020F0502020204030204" pitchFamily="34" charset="0"/>
              </a:rPr>
              <a:t>A103000359725</a:t>
            </a:r>
            <a:endParaRPr lang="ar" sz="1000" dirty="0"/>
          </a:p>
        </p:txBody>
      </p:sp>
    </p:spTree>
    <p:extLst>
      <p:ext uri="{BB962C8B-B14F-4D97-AF65-F5344CB8AC3E}">
        <p14:creationId xmlns:p14="http://schemas.microsoft.com/office/powerpoint/2010/main" val="3377911809"/>
      </p:ext>
    </p:extLst>
  </p:cSld>
  <p:clrMapOvr>
    <a:masterClrMapping/>
  </p:clrMapOvr>
  <p:transition>
    <p:sndAc>
      <p:stSnd>
        <p:snd r:embed="rId3" name="click.wav"/>
      </p:stSnd>
    </p:sndAc>
  </p:transition>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9" name="Content Placeholder 3">
            <a:extLst>
              <a:ext uri="{FF2B5EF4-FFF2-40B4-BE49-F238E27FC236}">
                <a16:creationId xmlns:a16="http://schemas.microsoft.com/office/drawing/2014/main" id="{453C7683-8588-7ABC-32E0-8A4E68218620}"/>
              </a:ext>
            </a:extLst>
          </p:cNvPr>
          <p:cNvSpPr>
            <a:spLocks noGrp="1" noChangeArrowheads="1"/>
          </p:cNvSpPr>
          <p:nvPr>
            <p:ph sz="half" idx="2"/>
          </p:nvPr>
        </p:nvSpPr>
        <p:spPr bwMode="auto">
          <a:xfrm>
            <a:off x="935288" y="1844452"/>
            <a:ext cx="8208712" cy="4608512"/>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indent="0">
              <a:buFont typeface="Wingdings" panose="05000000000000000000" pitchFamily="2" charset="2"/>
              <a:buNone/>
            </a:pPr>
            <a:r>
              <a:rPr lang="ar-EG" sz="2200" b="1" dirty="0"/>
              <a:t>مميزات قوائم الطعام الصحية:</a:t>
            </a:r>
            <a:r>
              <a:rPr lang="en-US" sz="2200" b="1" dirty="0"/>
              <a:t> </a:t>
            </a:r>
          </a:p>
          <a:p>
            <a:pPr marL="685800"/>
            <a:r>
              <a:rPr lang="ar-EG" sz="2200" b="1" dirty="0"/>
              <a:t>طرق الطهي الصحية: </a:t>
            </a:r>
            <a:r>
              <a:rPr lang="ar-EG" sz="2200" dirty="0"/>
              <a:t>بعض طرق الطهي تكون صحية أكثر من غيرها.</a:t>
            </a:r>
            <a:br>
              <a:rPr lang="en-US" sz="2200" dirty="0"/>
            </a:br>
            <a:r>
              <a:rPr lang="en-US" sz="2200" dirty="0"/>
              <a:t> </a:t>
            </a:r>
            <a:r>
              <a:rPr lang="ar-EG" sz="2200" dirty="0"/>
              <a:t>ويرجع ذلك عادةً إلى عدم استخدام أي دهون إضافية أو القليل منها في الطهي</a:t>
            </a:r>
          </a:p>
          <a:p>
            <a:pPr marL="685800"/>
            <a:r>
              <a:rPr lang="ar-EG" sz="2200" b="1" dirty="0"/>
              <a:t>الحفاظ على القيمة الغذائية:</a:t>
            </a:r>
            <a:r>
              <a:rPr lang="ar-EG" sz="2200" dirty="0"/>
              <a:t> يعتبر السلق من طرق الطبخ الصحية، إلا أن السلق يقلل من محتوى الفيتامينات في الخضار</a:t>
            </a:r>
          </a:p>
          <a:p>
            <a:pPr marL="685800"/>
            <a:r>
              <a:rPr lang="ar-EG" sz="2200" b="1" dirty="0"/>
              <a:t>تناول الملح: </a:t>
            </a:r>
            <a:r>
              <a:rPr lang="ar-EG" sz="2200" dirty="0"/>
              <a:t>تحتوي معظم الأطعمة على الملح، والأطعمة المجهزة مسبقًا والجاهزة تحتوي على مستويات أعلى من الملح</a:t>
            </a:r>
          </a:p>
          <a:p>
            <a:pPr marL="685800"/>
            <a:r>
              <a:rPr lang="ar-EG" sz="2200" b="1" dirty="0"/>
              <a:t>شُرب الماء</a:t>
            </a:r>
            <a:r>
              <a:rPr lang="ar-EG" sz="2200" dirty="0"/>
              <a:t>: يُنصح البالغون بشُرب 6 – 8 أكواب من الماء يوميًا</a:t>
            </a:r>
          </a:p>
          <a:p>
            <a:pPr marL="685800"/>
            <a:r>
              <a:rPr lang="ar-EG" sz="2200" b="1" dirty="0"/>
              <a:t>المأكولات الطبيعية: </a:t>
            </a:r>
            <a:r>
              <a:rPr lang="ar-EG" sz="2200" dirty="0"/>
              <a:t>هي الأطعمة التي لم تتم معالجتها، وننصح بتناول أكبر </a:t>
            </a:r>
            <a:br>
              <a:rPr lang="ar-EG" sz="2200" dirty="0"/>
            </a:br>
            <a:r>
              <a:rPr lang="ar-EG" sz="2200" dirty="0"/>
              <a:t>عدد ممكن منها.</a:t>
            </a:r>
          </a:p>
          <a:p>
            <a:pPr indent="0">
              <a:buFont typeface="Wingdings" panose="05000000000000000000" pitchFamily="2" charset="2"/>
              <a:buNone/>
            </a:pPr>
            <a:endParaRPr lang="en-GB" altLang="en-US" sz="2200" dirty="0"/>
          </a:p>
          <a:p>
            <a:pPr indent="0">
              <a:buFont typeface="Wingdings" panose="05000000000000000000" pitchFamily="2" charset="2"/>
              <a:buNone/>
            </a:pPr>
            <a:endParaRPr lang="en-GB" altLang="en-US" dirty="0"/>
          </a:p>
          <a:p>
            <a:pPr indent="0" algn="ctr">
              <a:buNone/>
            </a:pPr>
            <a:endParaRPr lang="en-GB" altLang="en-US" dirty="0"/>
          </a:p>
          <a:p>
            <a:pPr marL="685800"/>
            <a:endParaRPr lang="en-GB" altLang="en-US" dirty="0"/>
          </a:p>
        </p:txBody>
      </p:sp>
      <p:sp>
        <p:nvSpPr>
          <p:cNvPr id="34820" name="Rectangle 1">
            <a:extLst>
              <a:ext uri="{FF2B5EF4-FFF2-40B4-BE49-F238E27FC236}">
                <a16:creationId xmlns:a16="http://schemas.microsoft.com/office/drawing/2014/main" id="{8DCD7CE1-603D-4D59-3DBB-C13C0B6505F0}"/>
              </a:ext>
            </a:extLst>
          </p:cNvPr>
          <p:cNvSpPr>
            <a:spLocks noChangeArrowheads="1"/>
          </p:cNvSpPr>
          <p:nvPr/>
        </p:nvSpPr>
        <p:spPr bwMode="auto">
          <a:xfrm>
            <a:off x="323529" y="1196752"/>
            <a:ext cx="8568951" cy="647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440" tIns="45720" rIns="91440" bIns="45720" anchor="t"/>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a:r>
              <a:rPr lang="ar-EG" sz="3600" b="1">
                <a:latin typeface="Arial"/>
                <a:cs typeface="Arial"/>
              </a:rPr>
              <a:t>التخطيط لقائمة طعام صحية (2)</a:t>
            </a:r>
          </a:p>
        </p:txBody>
      </p:sp>
      <p:sp>
        <p:nvSpPr>
          <p:cNvPr id="2" name="Footer Placeholder 2">
            <a:extLst>
              <a:ext uri="{FF2B5EF4-FFF2-40B4-BE49-F238E27FC236}">
                <a16:creationId xmlns:a16="http://schemas.microsoft.com/office/drawing/2014/main" id="{95182292-A7C2-8501-FA3B-F7BAEB995631}"/>
              </a:ext>
            </a:extLst>
          </p:cNvPr>
          <p:cNvSpPr txBox="1">
            <a:spLocks/>
          </p:cNvSpPr>
          <p:nvPr/>
        </p:nvSpPr>
        <p:spPr bwMode="auto">
          <a:xfrm>
            <a:off x="145740" y="6530156"/>
            <a:ext cx="1080120" cy="216719"/>
          </a:xfrm>
          <a:prstGeom prst="rect">
            <a:avLst/>
          </a:prstGeom>
          <a:noFill/>
        </p:spPr>
        <p:txBody>
          <a:bodyPr vert="horz" wrap="square" lIns="91440" tIns="45720" rIns="91440" bIns="45720" numCol="1" rtlCol="1" anchor="t" anchorCtr="0" compatLnSpc="1">
            <a:prstTxWarp prst="textNoShape">
              <a:avLst/>
            </a:prstTxWarp>
            <a:normAutofit lnSpcReduction="10000"/>
          </a:bodyPr>
          <a:lstStyle>
            <a:defPPr>
              <a:defRPr lang="en-GB"/>
            </a:defPPr>
            <a:lvl1pPr algn="r" rtl="1"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1pPr>
            <a:lvl2pPr marL="457200" algn="r" rtl="1"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2pPr>
            <a:lvl3pPr marL="914400" algn="r" rtl="1"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3pPr>
            <a:lvl4pPr marL="1371600" algn="r" rtl="1"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4pPr>
            <a:lvl5pPr marL="1828800" algn="r" rtl="1"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5pPr>
            <a:lvl6pPr marL="2286000" algn="r" defTabSz="914400" rtl="1" eaLnBrk="1" latinLnBrk="0" hangingPunct="1">
              <a:defRPr kern="1200">
                <a:solidFill>
                  <a:schemeClr val="tx1"/>
                </a:solidFill>
                <a:latin typeface="Arial" panose="020B0604020202020204" pitchFamily="34" charset="0"/>
                <a:ea typeface="+mn-ea"/>
                <a:cs typeface="Arial" panose="020B0604020202020204" pitchFamily="34" charset="0"/>
              </a:defRPr>
            </a:lvl6pPr>
            <a:lvl7pPr marL="2743200" algn="r" defTabSz="914400" rtl="1" eaLnBrk="1" latinLnBrk="0" hangingPunct="1">
              <a:defRPr kern="1200">
                <a:solidFill>
                  <a:schemeClr val="tx1"/>
                </a:solidFill>
                <a:latin typeface="Arial" panose="020B0604020202020204" pitchFamily="34" charset="0"/>
                <a:ea typeface="+mn-ea"/>
                <a:cs typeface="Arial" panose="020B0604020202020204" pitchFamily="34" charset="0"/>
              </a:defRPr>
            </a:lvl7pPr>
            <a:lvl8pPr marL="3200400" algn="r" defTabSz="914400" rtl="1" eaLnBrk="1" latinLnBrk="0" hangingPunct="1">
              <a:defRPr kern="1200">
                <a:solidFill>
                  <a:schemeClr val="tx1"/>
                </a:solidFill>
                <a:latin typeface="Arial" panose="020B0604020202020204" pitchFamily="34" charset="0"/>
                <a:ea typeface="+mn-ea"/>
                <a:cs typeface="Arial" panose="020B0604020202020204" pitchFamily="34" charset="0"/>
              </a:defRPr>
            </a:lvl8pPr>
            <a:lvl9pPr marL="3657600" algn="r" defTabSz="914400" rtl="1" eaLnBrk="1" latinLnBrk="0" hangingPunct="1">
              <a:defRPr kern="1200">
                <a:solidFill>
                  <a:schemeClr val="tx1"/>
                </a:solidFill>
                <a:latin typeface="Arial" panose="020B0604020202020204" pitchFamily="34" charset="0"/>
                <a:ea typeface="+mn-ea"/>
                <a:cs typeface="Arial" panose="020B0604020202020204" pitchFamily="34" charset="0"/>
              </a:defRPr>
            </a:lvl9pPr>
          </a:lstStyle>
          <a:p>
            <a:pPr algn="l">
              <a:lnSpc>
                <a:spcPct val="90000"/>
              </a:lnSpc>
              <a:spcAft>
                <a:spcPts val="600"/>
              </a:spcAft>
              <a:defRPr/>
            </a:pPr>
            <a:r>
              <a:rPr lang="en-GB" sz="1000" b="0" i="0" dirty="0">
                <a:solidFill>
                  <a:srgbClr val="444444"/>
                </a:solidFill>
                <a:effectLst/>
                <a:latin typeface="Calibri" panose="020F0502020204030204" pitchFamily="34" charset="0"/>
              </a:rPr>
              <a:t>A103000359725</a:t>
            </a:r>
            <a:endParaRPr lang="ar" sz="1000" dirty="0"/>
          </a:p>
        </p:txBody>
      </p:sp>
    </p:spTree>
    <p:extLst>
      <p:ext uri="{BB962C8B-B14F-4D97-AF65-F5344CB8AC3E}">
        <p14:creationId xmlns:p14="http://schemas.microsoft.com/office/powerpoint/2010/main" val="3892366564"/>
      </p:ext>
    </p:extLst>
  </p:cSld>
  <p:clrMapOvr>
    <a:masterClrMapping/>
  </p:clrMapOvr>
  <p:transition>
    <p:sndAc>
      <p:stSnd>
        <p:snd r:embed="rId3" name="click.wav"/>
      </p:stSnd>
    </p:sndAc>
  </p:transition>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9" name="Content Placeholder 3">
            <a:extLst>
              <a:ext uri="{FF2B5EF4-FFF2-40B4-BE49-F238E27FC236}">
                <a16:creationId xmlns:a16="http://schemas.microsoft.com/office/drawing/2014/main" id="{453C7683-8588-7ABC-32E0-8A4E68218620}"/>
              </a:ext>
            </a:extLst>
          </p:cNvPr>
          <p:cNvSpPr>
            <a:spLocks noGrp="1" noChangeArrowheads="1"/>
          </p:cNvSpPr>
          <p:nvPr>
            <p:ph sz="half" idx="2"/>
          </p:nvPr>
        </p:nvSpPr>
        <p:spPr bwMode="auto">
          <a:xfrm>
            <a:off x="62678" y="1988840"/>
            <a:ext cx="9072600" cy="486916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indent="0">
              <a:buFont typeface="Wingdings" panose="05000000000000000000" pitchFamily="2" charset="2"/>
              <a:buNone/>
            </a:pPr>
            <a:r>
              <a:rPr lang="ar-EG" b="1" dirty="0"/>
              <a:t>عوامل يجب مراعاتها:</a:t>
            </a:r>
            <a:r>
              <a:rPr lang="en-US" b="1" dirty="0"/>
              <a:t> </a:t>
            </a:r>
            <a:r>
              <a:rPr lang="ar-EG" b="1" dirty="0"/>
              <a:t>الفئات العمرية للعملاء</a:t>
            </a:r>
          </a:p>
          <a:p>
            <a:pPr indent="0">
              <a:buFont typeface="Wingdings" panose="05000000000000000000" pitchFamily="2" charset="2"/>
              <a:buNone/>
            </a:pPr>
            <a:r>
              <a:rPr lang="ar-EG" dirty="0"/>
              <a:t>تختلف احتياجات الأفراد الغذائية حسب مراحلهم العمرية المختلفة.</a:t>
            </a:r>
            <a:r>
              <a:rPr lang="en-US" dirty="0"/>
              <a:t> </a:t>
            </a:r>
          </a:p>
          <a:p>
            <a:pPr marL="685800"/>
            <a:r>
              <a:rPr lang="ar-EG" b="1" dirty="0"/>
              <a:t>الأطفال</a:t>
            </a:r>
            <a:r>
              <a:rPr lang="ar-EG" dirty="0"/>
              <a:t>: يحتاج الأطفال إلى أطعمة من جميع المجموعات الغذائية التي تحتوي على نسبة عالية من الكالسيوم وفيتامين د، ويحتاجون إلى ما بين 1200– 1800 سعرة حرارية في اليوم.</a:t>
            </a:r>
          </a:p>
          <a:p>
            <a:pPr marL="685800"/>
            <a:r>
              <a:rPr lang="ar-EG" b="1" dirty="0"/>
              <a:t>المراهقون</a:t>
            </a:r>
            <a:r>
              <a:rPr lang="ar-EG" dirty="0"/>
              <a:t>: يحتاج المراهقون إلى الكثير من الطاقة وما يصل إلى 3000 سعر حراري يوميًا من الكربوهيدرات والفواكه والخضروات والبروتين.</a:t>
            </a:r>
          </a:p>
          <a:p>
            <a:pPr marL="685800"/>
            <a:r>
              <a:rPr lang="ar-EG" b="1" dirty="0"/>
              <a:t>البالغون</a:t>
            </a:r>
            <a:r>
              <a:rPr lang="ar-EG" dirty="0"/>
              <a:t>: يحتاج البالغون إلى مجموعة متنوعة من الأطعمة لنظام غذائي متوازن </a:t>
            </a:r>
            <a:br>
              <a:rPr lang="ar-EG" dirty="0"/>
            </a:br>
            <a:r>
              <a:rPr lang="ar-EG" dirty="0"/>
              <a:t>وما يصل إلى 3000 سعر حراري في اليوم.</a:t>
            </a:r>
          </a:p>
          <a:p>
            <a:pPr marL="685800"/>
            <a:r>
              <a:rPr lang="ar-EG" b="1" dirty="0"/>
              <a:t>كبار السن:</a:t>
            </a:r>
            <a:r>
              <a:rPr lang="ar-EG" dirty="0"/>
              <a:t> يحتاج كبار السن إلى سعرات حرارية أقل وحصص أصغر من الطعام.</a:t>
            </a:r>
          </a:p>
          <a:p>
            <a:pPr indent="0" algn="ctr">
              <a:buNone/>
            </a:pPr>
            <a:endParaRPr lang="en-GB" altLang="en-US" dirty="0"/>
          </a:p>
          <a:p>
            <a:pPr marL="685800"/>
            <a:endParaRPr lang="en-GB" altLang="en-US" dirty="0"/>
          </a:p>
        </p:txBody>
      </p:sp>
      <p:sp>
        <p:nvSpPr>
          <p:cNvPr id="34820" name="Rectangle 1">
            <a:extLst>
              <a:ext uri="{FF2B5EF4-FFF2-40B4-BE49-F238E27FC236}">
                <a16:creationId xmlns:a16="http://schemas.microsoft.com/office/drawing/2014/main" id="{8DCD7CE1-603D-4D59-3DBB-C13C0B6505F0}"/>
              </a:ext>
            </a:extLst>
          </p:cNvPr>
          <p:cNvSpPr>
            <a:spLocks noChangeArrowheads="1"/>
          </p:cNvSpPr>
          <p:nvPr/>
        </p:nvSpPr>
        <p:spPr bwMode="auto">
          <a:xfrm>
            <a:off x="323529" y="1196752"/>
            <a:ext cx="8568951" cy="647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440" tIns="45720" rIns="91440" bIns="45720" anchor="t"/>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a:r>
              <a:rPr lang="ar-EG" sz="3600" b="1">
                <a:latin typeface="Arial"/>
                <a:cs typeface="Arial"/>
              </a:rPr>
              <a:t>التخطيط لقائمة طعام صحية (3)</a:t>
            </a:r>
          </a:p>
        </p:txBody>
      </p:sp>
      <p:sp>
        <p:nvSpPr>
          <p:cNvPr id="2" name="Footer Placeholder 2">
            <a:extLst>
              <a:ext uri="{FF2B5EF4-FFF2-40B4-BE49-F238E27FC236}">
                <a16:creationId xmlns:a16="http://schemas.microsoft.com/office/drawing/2014/main" id="{99D6EAE4-9D3C-7BB9-D68B-74D4F31542C7}"/>
              </a:ext>
            </a:extLst>
          </p:cNvPr>
          <p:cNvSpPr txBox="1">
            <a:spLocks/>
          </p:cNvSpPr>
          <p:nvPr/>
        </p:nvSpPr>
        <p:spPr bwMode="auto">
          <a:xfrm>
            <a:off x="145740" y="6530156"/>
            <a:ext cx="1080120" cy="216719"/>
          </a:xfrm>
          <a:prstGeom prst="rect">
            <a:avLst/>
          </a:prstGeom>
          <a:noFill/>
        </p:spPr>
        <p:txBody>
          <a:bodyPr vert="horz" wrap="square" lIns="91440" tIns="45720" rIns="91440" bIns="45720" numCol="1" rtlCol="1" anchor="t" anchorCtr="0" compatLnSpc="1">
            <a:prstTxWarp prst="textNoShape">
              <a:avLst/>
            </a:prstTxWarp>
            <a:normAutofit lnSpcReduction="10000"/>
          </a:bodyPr>
          <a:lstStyle>
            <a:defPPr>
              <a:defRPr lang="en-GB"/>
            </a:defPPr>
            <a:lvl1pPr algn="r" rtl="1"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1pPr>
            <a:lvl2pPr marL="457200" algn="r" rtl="1"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2pPr>
            <a:lvl3pPr marL="914400" algn="r" rtl="1"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3pPr>
            <a:lvl4pPr marL="1371600" algn="r" rtl="1"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4pPr>
            <a:lvl5pPr marL="1828800" algn="r" rtl="1"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5pPr>
            <a:lvl6pPr marL="2286000" algn="r" defTabSz="914400" rtl="1" eaLnBrk="1" latinLnBrk="0" hangingPunct="1">
              <a:defRPr kern="1200">
                <a:solidFill>
                  <a:schemeClr val="tx1"/>
                </a:solidFill>
                <a:latin typeface="Arial" panose="020B0604020202020204" pitchFamily="34" charset="0"/>
                <a:ea typeface="+mn-ea"/>
                <a:cs typeface="Arial" panose="020B0604020202020204" pitchFamily="34" charset="0"/>
              </a:defRPr>
            </a:lvl6pPr>
            <a:lvl7pPr marL="2743200" algn="r" defTabSz="914400" rtl="1" eaLnBrk="1" latinLnBrk="0" hangingPunct="1">
              <a:defRPr kern="1200">
                <a:solidFill>
                  <a:schemeClr val="tx1"/>
                </a:solidFill>
                <a:latin typeface="Arial" panose="020B0604020202020204" pitchFamily="34" charset="0"/>
                <a:ea typeface="+mn-ea"/>
                <a:cs typeface="Arial" panose="020B0604020202020204" pitchFamily="34" charset="0"/>
              </a:defRPr>
            </a:lvl7pPr>
            <a:lvl8pPr marL="3200400" algn="r" defTabSz="914400" rtl="1" eaLnBrk="1" latinLnBrk="0" hangingPunct="1">
              <a:defRPr kern="1200">
                <a:solidFill>
                  <a:schemeClr val="tx1"/>
                </a:solidFill>
                <a:latin typeface="Arial" panose="020B0604020202020204" pitchFamily="34" charset="0"/>
                <a:ea typeface="+mn-ea"/>
                <a:cs typeface="Arial" panose="020B0604020202020204" pitchFamily="34" charset="0"/>
              </a:defRPr>
            </a:lvl8pPr>
            <a:lvl9pPr marL="3657600" algn="r" defTabSz="914400" rtl="1" eaLnBrk="1" latinLnBrk="0" hangingPunct="1">
              <a:defRPr kern="1200">
                <a:solidFill>
                  <a:schemeClr val="tx1"/>
                </a:solidFill>
                <a:latin typeface="Arial" panose="020B0604020202020204" pitchFamily="34" charset="0"/>
                <a:ea typeface="+mn-ea"/>
                <a:cs typeface="Arial" panose="020B0604020202020204" pitchFamily="34" charset="0"/>
              </a:defRPr>
            </a:lvl9pPr>
          </a:lstStyle>
          <a:p>
            <a:pPr algn="l">
              <a:lnSpc>
                <a:spcPct val="90000"/>
              </a:lnSpc>
              <a:spcAft>
                <a:spcPts val="600"/>
              </a:spcAft>
              <a:defRPr/>
            </a:pPr>
            <a:r>
              <a:rPr lang="en-GB" sz="1000" b="0" i="0" dirty="0">
                <a:solidFill>
                  <a:srgbClr val="444444"/>
                </a:solidFill>
                <a:effectLst/>
                <a:latin typeface="Calibri" panose="020F0502020204030204" pitchFamily="34" charset="0"/>
              </a:rPr>
              <a:t>A103000359725</a:t>
            </a:r>
            <a:endParaRPr lang="ar" sz="1000" dirty="0"/>
          </a:p>
        </p:txBody>
      </p:sp>
    </p:spTree>
    <p:extLst>
      <p:ext uri="{BB962C8B-B14F-4D97-AF65-F5344CB8AC3E}">
        <p14:creationId xmlns:p14="http://schemas.microsoft.com/office/powerpoint/2010/main" val="1624616548"/>
      </p:ext>
    </p:extLst>
  </p:cSld>
  <p:clrMapOvr>
    <a:masterClrMapping/>
  </p:clrMapOvr>
  <p:transition>
    <p:sndAc>
      <p:stSnd>
        <p:snd r:embed="rId3" name="click.wav"/>
      </p:stSnd>
    </p:sndAc>
  </p:transition>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9" name="Content Placeholder 3">
            <a:extLst>
              <a:ext uri="{FF2B5EF4-FFF2-40B4-BE49-F238E27FC236}">
                <a16:creationId xmlns:a16="http://schemas.microsoft.com/office/drawing/2014/main" id="{453C7683-8588-7ABC-32E0-8A4E68218620}"/>
              </a:ext>
            </a:extLst>
          </p:cNvPr>
          <p:cNvSpPr>
            <a:spLocks noGrp="1" noChangeArrowheads="1"/>
          </p:cNvSpPr>
          <p:nvPr>
            <p:ph sz="half" idx="2"/>
          </p:nvPr>
        </p:nvSpPr>
        <p:spPr bwMode="auto">
          <a:xfrm>
            <a:off x="0" y="2320720"/>
            <a:ext cx="9072600" cy="434864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indent="0">
              <a:buFont typeface="Wingdings" panose="05000000000000000000" pitchFamily="2" charset="2"/>
              <a:buNone/>
            </a:pPr>
            <a:r>
              <a:rPr lang="ar-EG" b="1" dirty="0"/>
              <a:t>عوامل يجب مراعاتها</a:t>
            </a:r>
            <a:r>
              <a:rPr lang="en-US" b="1" dirty="0"/>
              <a:t> </a:t>
            </a:r>
          </a:p>
          <a:p>
            <a:pPr marL="685800"/>
            <a:r>
              <a:rPr lang="ar-EG" b="1" dirty="0"/>
              <a:t>الاحتياجات الغذائية الخاصة والأنظمة الغذائية الخاصة:</a:t>
            </a:r>
            <a:r>
              <a:rPr lang="ar-EG" dirty="0"/>
              <a:t> الأنظمة الغذائية القائمة </a:t>
            </a:r>
            <a:br>
              <a:rPr lang="ar-EG" dirty="0"/>
            </a:br>
            <a:r>
              <a:rPr lang="ar-EG" dirty="0"/>
              <a:t>على الثقافة، الخالية من الألبان، الأنظمة المناسبة لمرضى السكري، الأنظمة منخفضة الكربوهيدرات، والأنظمة قليلة الدهون، قليلة الملح، الأنظمة الغذائية النباتية، </a:t>
            </a:r>
            <a:br>
              <a:rPr lang="ar-EG" dirty="0"/>
            </a:br>
            <a:r>
              <a:rPr lang="ar-EG" dirty="0"/>
              <a:t>والنباتية بحتة.</a:t>
            </a:r>
          </a:p>
          <a:p>
            <a:pPr marL="685800"/>
            <a:r>
              <a:rPr lang="ar-EG" b="1" dirty="0"/>
              <a:t>الحساسية الغذائية:</a:t>
            </a:r>
            <a:r>
              <a:rPr lang="ar-EG" dirty="0"/>
              <a:t> البيض، السمك، الغلوتين، الحليب</a:t>
            </a:r>
          </a:p>
          <a:p>
            <a:pPr marL="685800"/>
            <a:r>
              <a:rPr lang="ar-EG" b="1" dirty="0"/>
              <a:t>طرق الطهي المستخدمة:</a:t>
            </a:r>
            <a:r>
              <a:rPr lang="ar-EG" dirty="0"/>
              <a:t> الخبز، السلق، القلي، الشوي، السلق الساخن، التبخير، </a:t>
            </a:r>
            <a:br>
              <a:rPr lang="ar-EG" dirty="0"/>
            </a:br>
            <a:r>
              <a:rPr lang="ar-EG" dirty="0"/>
              <a:t>القلي السريع.</a:t>
            </a:r>
          </a:p>
          <a:p>
            <a:pPr marL="685800"/>
            <a:r>
              <a:rPr lang="ar-EG" b="1" dirty="0"/>
              <a:t>توافر المكونات</a:t>
            </a:r>
            <a:r>
              <a:rPr lang="ar-EG" dirty="0"/>
              <a:t>: الأطعمة الموسمية، وخاصة إذا كنت تستخدم المكونات الطازجة.</a:t>
            </a:r>
          </a:p>
          <a:p>
            <a:pPr indent="0">
              <a:buFont typeface="Wingdings" panose="05000000000000000000" pitchFamily="2" charset="2"/>
              <a:buNone/>
            </a:pPr>
            <a:endParaRPr lang="en-GB" altLang="en-US" dirty="0"/>
          </a:p>
          <a:p>
            <a:pPr indent="0" algn="ctr">
              <a:buNone/>
            </a:pPr>
            <a:endParaRPr lang="en-GB" altLang="en-US" dirty="0"/>
          </a:p>
          <a:p>
            <a:pPr marL="685800"/>
            <a:endParaRPr lang="en-GB" altLang="en-US" dirty="0"/>
          </a:p>
        </p:txBody>
      </p:sp>
      <p:sp>
        <p:nvSpPr>
          <p:cNvPr id="34820" name="Rectangle 1">
            <a:extLst>
              <a:ext uri="{FF2B5EF4-FFF2-40B4-BE49-F238E27FC236}">
                <a16:creationId xmlns:a16="http://schemas.microsoft.com/office/drawing/2014/main" id="{8DCD7CE1-603D-4D59-3DBB-C13C0B6505F0}"/>
              </a:ext>
            </a:extLst>
          </p:cNvPr>
          <p:cNvSpPr>
            <a:spLocks noChangeArrowheads="1"/>
          </p:cNvSpPr>
          <p:nvPr/>
        </p:nvSpPr>
        <p:spPr bwMode="auto">
          <a:xfrm>
            <a:off x="323529" y="1196752"/>
            <a:ext cx="8568951" cy="647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440" tIns="45720" rIns="91440" bIns="45720" anchor="t"/>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a:r>
              <a:rPr lang="ar-EG" sz="3600" b="1">
                <a:latin typeface="Arial"/>
                <a:cs typeface="Arial"/>
              </a:rPr>
              <a:t>التخطيط لقائمة طعام صحية (4)</a:t>
            </a:r>
          </a:p>
        </p:txBody>
      </p:sp>
      <p:sp>
        <p:nvSpPr>
          <p:cNvPr id="2" name="Footer Placeholder 2">
            <a:extLst>
              <a:ext uri="{FF2B5EF4-FFF2-40B4-BE49-F238E27FC236}">
                <a16:creationId xmlns:a16="http://schemas.microsoft.com/office/drawing/2014/main" id="{712E8866-7D59-114B-3561-A3B90B90E5DC}"/>
              </a:ext>
            </a:extLst>
          </p:cNvPr>
          <p:cNvSpPr txBox="1">
            <a:spLocks/>
          </p:cNvSpPr>
          <p:nvPr/>
        </p:nvSpPr>
        <p:spPr bwMode="auto">
          <a:xfrm>
            <a:off x="145740" y="6530156"/>
            <a:ext cx="1080120" cy="216719"/>
          </a:xfrm>
          <a:prstGeom prst="rect">
            <a:avLst/>
          </a:prstGeom>
          <a:noFill/>
        </p:spPr>
        <p:txBody>
          <a:bodyPr vert="horz" wrap="square" lIns="91440" tIns="45720" rIns="91440" bIns="45720" numCol="1" rtlCol="1" anchor="t" anchorCtr="0" compatLnSpc="1">
            <a:prstTxWarp prst="textNoShape">
              <a:avLst/>
            </a:prstTxWarp>
            <a:normAutofit lnSpcReduction="10000"/>
          </a:bodyPr>
          <a:lstStyle>
            <a:defPPr>
              <a:defRPr lang="en-GB"/>
            </a:defPPr>
            <a:lvl1pPr algn="r" rtl="1"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1pPr>
            <a:lvl2pPr marL="457200" algn="r" rtl="1"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2pPr>
            <a:lvl3pPr marL="914400" algn="r" rtl="1"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3pPr>
            <a:lvl4pPr marL="1371600" algn="r" rtl="1"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4pPr>
            <a:lvl5pPr marL="1828800" algn="r" rtl="1"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5pPr>
            <a:lvl6pPr marL="2286000" algn="r" defTabSz="914400" rtl="1" eaLnBrk="1" latinLnBrk="0" hangingPunct="1">
              <a:defRPr kern="1200">
                <a:solidFill>
                  <a:schemeClr val="tx1"/>
                </a:solidFill>
                <a:latin typeface="Arial" panose="020B0604020202020204" pitchFamily="34" charset="0"/>
                <a:ea typeface="+mn-ea"/>
                <a:cs typeface="Arial" panose="020B0604020202020204" pitchFamily="34" charset="0"/>
              </a:defRPr>
            </a:lvl6pPr>
            <a:lvl7pPr marL="2743200" algn="r" defTabSz="914400" rtl="1" eaLnBrk="1" latinLnBrk="0" hangingPunct="1">
              <a:defRPr kern="1200">
                <a:solidFill>
                  <a:schemeClr val="tx1"/>
                </a:solidFill>
                <a:latin typeface="Arial" panose="020B0604020202020204" pitchFamily="34" charset="0"/>
                <a:ea typeface="+mn-ea"/>
                <a:cs typeface="Arial" panose="020B0604020202020204" pitchFamily="34" charset="0"/>
              </a:defRPr>
            </a:lvl7pPr>
            <a:lvl8pPr marL="3200400" algn="r" defTabSz="914400" rtl="1" eaLnBrk="1" latinLnBrk="0" hangingPunct="1">
              <a:defRPr kern="1200">
                <a:solidFill>
                  <a:schemeClr val="tx1"/>
                </a:solidFill>
                <a:latin typeface="Arial" panose="020B0604020202020204" pitchFamily="34" charset="0"/>
                <a:ea typeface="+mn-ea"/>
                <a:cs typeface="Arial" panose="020B0604020202020204" pitchFamily="34" charset="0"/>
              </a:defRPr>
            </a:lvl8pPr>
            <a:lvl9pPr marL="3657600" algn="r" defTabSz="914400" rtl="1" eaLnBrk="1" latinLnBrk="0" hangingPunct="1">
              <a:defRPr kern="1200">
                <a:solidFill>
                  <a:schemeClr val="tx1"/>
                </a:solidFill>
                <a:latin typeface="Arial" panose="020B0604020202020204" pitchFamily="34" charset="0"/>
                <a:ea typeface="+mn-ea"/>
                <a:cs typeface="Arial" panose="020B0604020202020204" pitchFamily="34" charset="0"/>
              </a:defRPr>
            </a:lvl9pPr>
          </a:lstStyle>
          <a:p>
            <a:pPr algn="l">
              <a:lnSpc>
                <a:spcPct val="90000"/>
              </a:lnSpc>
              <a:spcAft>
                <a:spcPts val="600"/>
              </a:spcAft>
              <a:defRPr/>
            </a:pPr>
            <a:r>
              <a:rPr lang="en-GB" sz="1000" b="0" i="0" dirty="0">
                <a:solidFill>
                  <a:srgbClr val="444444"/>
                </a:solidFill>
                <a:effectLst/>
                <a:latin typeface="Calibri" panose="020F0502020204030204" pitchFamily="34" charset="0"/>
              </a:rPr>
              <a:t>A103000359725</a:t>
            </a:r>
            <a:endParaRPr lang="ar" sz="1000" dirty="0"/>
          </a:p>
        </p:txBody>
      </p:sp>
    </p:spTree>
    <p:extLst>
      <p:ext uri="{BB962C8B-B14F-4D97-AF65-F5344CB8AC3E}">
        <p14:creationId xmlns:p14="http://schemas.microsoft.com/office/powerpoint/2010/main" val="1056407725"/>
      </p:ext>
    </p:extLst>
  </p:cSld>
  <p:clrMapOvr>
    <a:masterClrMapping/>
  </p:clrMapOvr>
  <p:transition>
    <p:sndAc>
      <p:stSnd>
        <p:snd r:embed="rId3" name="click.wav"/>
      </p:stSnd>
    </p:sndAc>
  </p:transition>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9" name="Content Placeholder 3">
            <a:extLst>
              <a:ext uri="{FF2B5EF4-FFF2-40B4-BE49-F238E27FC236}">
                <a16:creationId xmlns:a16="http://schemas.microsoft.com/office/drawing/2014/main" id="{453C7683-8588-7ABC-32E0-8A4E68218620}"/>
              </a:ext>
            </a:extLst>
          </p:cNvPr>
          <p:cNvSpPr>
            <a:spLocks noGrp="1" noChangeArrowheads="1"/>
          </p:cNvSpPr>
          <p:nvPr>
            <p:ph sz="half" idx="2"/>
          </p:nvPr>
        </p:nvSpPr>
        <p:spPr bwMode="auto">
          <a:xfrm>
            <a:off x="0" y="2320720"/>
            <a:ext cx="9072600" cy="434864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indent="0">
              <a:buFont typeface="Wingdings" panose="05000000000000000000" pitchFamily="2" charset="2"/>
              <a:buNone/>
            </a:pPr>
            <a:r>
              <a:rPr lang="ar-EG" b="1" dirty="0"/>
              <a:t>عوامل يجب مراعاتها</a:t>
            </a:r>
            <a:r>
              <a:rPr lang="en-US" b="1" dirty="0"/>
              <a:t> </a:t>
            </a:r>
          </a:p>
          <a:p>
            <a:pPr marL="685800"/>
            <a:r>
              <a:rPr lang="ar-EG" b="1" dirty="0"/>
              <a:t>الاختيار والتنوع:</a:t>
            </a:r>
            <a:r>
              <a:rPr lang="ar-EG" dirty="0"/>
              <a:t> الأطعمة من جميع المجموعات الغذائية، والأطباق الصحية </a:t>
            </a:r>
            <a:br>
              <a:rPr lang="ar-EG" dirty="0"/>
            </a:br>
            <a:r>
              <a:rPr lang="ar-EG" dirty="0"/>
              <a:t>وغير الصحية.</a:t>
            </a:r>
          </a:p>
          <a:p>
            <a:pPr marL="685800"/>
            <a:r>
              <a:rPr lang="ar-EG" b="1" dirty="0"/>
              <a:t>المهارات المتاحة</a:t>
            </a:r>
            <a:r>
              <a:rPr lang="ar-EG" dirty="0"/>
              <a:t>: مهارات فريق المطبخ لإعداد وطهي الأصناف على قائمة الطعام.</a:t>
            </a:r>
          </a:p>
          <a:p>
            <a:pPr marL="685800"/>
            <a:r>
              <a:rPr lang="ar-EG" b="1" dirty="0"/>
              <a:t>الوقت المتاح: </a:t>
            </a:r>
            <a:r>
              <a:rPr lang="ar-EG" dirty="0"/>
              <a:t>الوقت المتاح لإعداد وطهي المكونات، وقت الوجبة، على سبيل المثال الإفطار والغداء والعشاء</a:t>
            </a:r>
          </a:p>
          <a:p>
            <a:pPr marL="685800"/>
            <a:r>
              <a:rPr lang="ar-EG" b="1" dirty="0"/>
              <a:t>التكاليف</a:t>
            </a:r>
            <a:r>
              <a:rPr lang="ar-EG" dirty="0"/>
              <a:t>: الميزانية المتاحة، نوع العمل، على سبيل المثال، تجاري أو اجتماعي، </a:t>
            </a:r>
            <a:br>
              <a:rPr lang="ar-EG" dirty="0"/>
            </a:br>
            <a:r>
              <a:rPr lang="ar-EG" dirty="0"/>
              <a:t>نوع العميل.</a:t>
            </a:r>
          </a:p>
          <a:p>
            <a:pPr indent="0">
              <a:buFont typeface="Wingdings" panose="05000000000000000000" pitchFamily="2" charset="2"/>
              <a:buNone/>
            </a:pPr>
            <a:endParaRPr lang="en-GB" altLang="en-US" dirty="0"/>
          </a:p>
          <a:p>
            <a:pPr indent="0" algn="ctr">
              <a:buNone/>
            </a:pPr>
            <a:endParaRPr lang="en-GB" altLang="en-US" dirty="0"/>
          </a:p>
          <a:p>
            <a:pPr marL="685800"/>
            <a:endParaRPr lang="en-GB" altLang="en-US" dirty="0"/>
          </a:p>
        </p:txBody>
      </p:sp>
      <p:sp>
        <p:nvSpPr>
          <p:cNvPr id="34820" name="Rectangle 1">
            <a:extLst>
              <a:ext uri="{FF2B5EF4-FFF2-40B4-BE49-F238E27FC236}">
                <a16:creationId xmlns:a16="http://schemas.microsoft.com/office/drawing/2014/main" id="{8DCD7CE1-603D-4D59-3DBB-C13C0B6505F0}"/>
              </a:ext>
            </a:extLst>
          </p:cNvPr>
          <p:cNvSpPr>
            <a:spLocks noChangeArrowheads="1"/>
          </p:cNvSpPr>
          <p:nvPr/>
        </p:nvSpPr>
        <p:spPr bwMode="auto">
          <a:xfrm>
            <a:off x="323529" y="1196752"/>
            <a:ext cx="8568951" cy="647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440" tIns="45720" rIns="91440" bIns="45720" anchor="t"/>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a:r>
              <a:rPr lang="ar-EG" sz="3600" b="1">
                <a:latin typeface="Arial"/>
                <a:cs typeface="Arial"/>
              </a:rPr>
              <a:t>التخطيط لقائمة طعام صحية (5)</a:t>
            </a:r>
          </a:p>
        </p:txBody>
      </p:sp>
      <p:sp>
        <p:nvSpPr>
          <p:cNvPr id="2" name="Footer Placeholder 2">
            <a:extLst>
              <a:ext uri="{FF2B5EF4-FFF2-40B4-BE49-F238E27FC236}">
                <a16:creationId xmlns:a16="http://schemas.microsoft.com/office/drawing/2014/main" id="{0EFE174D-84CB-47B5-F668-37E45CF7EDF9}"/>
              </a:ext>
            </a:extLst>
          </p:cNvPr>
          <p:cNvSpPr txBox="1">
            <a:spLocks/>
          </p:cNvSpPr>
          <p:nvPr/>
        </p:nvSpPr>
        <p:spPr bwMode="auto">
          <a:xfrm>
            <a:off x="145740" y="6530156"/>
            <a:ext cx="1080120" cy="216719"/>
          </a:xfrm>
          <a:prstGeom prst="rect">
            <a:avLst/>
          </a:prstGeom>
          <a:noFill/>
        </p:spPr>
        <p:txBody>
          <a:bodyPr vert="horz" wrap="square" lIns="91440" tIns="45720" rIns="91440" bIns="45720" numCol="1" rtlCol="1" anchor="t" anchorCtr="0" compatLnSpc="1">
            <a:prstTxWarp prst="textNoShape">
              <a:avLst/>
            </a:prstTxWarp>
            <a:normAutofit lnSpcReduction="10000"/>
          </a:bodyPr>
          <a:lstStyle>
            <a:defPPr>
              <a:defRPr lang="en-GB"/>
            </a:defPPr>
            <a:lvl1pPr algn="r" rtl="1"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1pPr>
            <a:lvl2pPr marL="457200" algn="r" rtl="1"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2pPr>
            <a:lvl3pPr marL="914400" algn="r" rtl="1"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3pPr>
            <a:lvl4pPr marL="1371600" algn="r" rtl="1"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4pPr>
            <a:lvl5pPr marL="1828800" algn="r" rtl="1"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5pPr>
            <a:lvl6pPr marL="2286000" algn="r" defTabSz="914400" rtl="1" eaLnBrk="1" latinLnBrk="0" hangingPunct="1">
              <a:defRPr kern="1200">
                <a:solidFill>
                  <a:schemeClr val="tx1"/>
                </a:solidFill>
                <a:latin typeface="Arial" panose="020B0604020202020204" pitchFamily="34" charset="0"/>
                <a:ea typeface="+mn-ea"/>
                <a:cs typeface="Arial" panose="020B0604020202020204" pitchFamily="34" charset="0"/>
              </a:defRPr>
            </a:lvl6pPr>
            <a:lvl7pPr marL="2743200" algn="r" defTabSz="914400" rtl="1" eaLnBrk="1" latinLnBrk="0" hangingPunct="1">
              <a:defRPr kern="1200">
                <a:solidFill>
                  <a:schemeClr val="tx1"/>
                </a:solidFill>
                <a:latin typeface="Arial" panose="020B0604020202020204" pitchFamily="34" charset="0"/>
                <a:ea typeface="+mn-ea"/>
                <a:cs typeface="Arial" panose="020B0604020202020204" pitchFamily="34" charset="0"/>
              </a:defRPr>
            </a:lvl7pPr>
            <a:lvl8pPr marL="3200400" algn="r" defTabSz="914400" rtl="1" eaLnBrk="1" latinLnBrk="0" hangingPunct="1">
              <a:defRPr kern="1200">
                <a:solidFill>
                  <a:schemeClr val="tx1"/>
                </a:solidFill>
                <a:latin typeface="Arial" panose="020B0604020202020204" pitchFamily="34" charset="0"/>
                <a:ea typeface="+mn-ea"/>
                <a:cs typeface="Arial" panose="020B0604020202020204" pitchFamily="34" charset="0"/>
              </a:defRPr>
            </a:lvl8pPr>
            <a:lvl9pPr marL="3657600" algn="r" defTabSz="914400" rtl="1" eaLnBrk="1" latinLnBrk="0" hangingPunct="1">
              <a:defRPr kern="1200">
                <a:solidFill>
                  <a:schemeClr val="tx1"/>
                </a:solidFill>
                <a:latin typeface="Arial" panose="020B0604020202020204" pitchFamily="34" charset="0"/>
                <a:ea typeface="+mn-ea"/>
                <a:cs typeface="Arial" panose="020B0604020202020204" pitchFamily="34" charset="0"/>
              </a:defRPr>
            </a:lvl9pPr>
          </a:lstStyle>
          <a:p>
            <a:pPr algn="l">
              <a:lnSpc>
                <a:spcPct val="90000"/>
              </a:lnSpc>
              <a:spcAft>
                <a:spcPts val="600"/>
              </a:spcAft>
              <a:defRPr/>
            </a:pPr>
            <a:r>
              <a:rPr lang="en-GB" sz="1000" b="0" i="0" dirty="0">
                <a:solidFill>
                  <a:srgbClr val="444444"/>
                </a:solidFill>
                <a:effectLst/>
                <a:latin typeface="Calibri" panose="020F0502020204030204" pitchFamily="34" charset="0"/>
              </a:rPr>
              <a:t>A103000359725</a:t>
            </a:r>
            <a:endParaRPr lang="ar" sz="1000" dirty="0"/>
          </a:p>
        </p:txBody>
      </p:sp>
    </p:spTree>
    <p:extLst>
      <p:ext uri="{BB962C8B-B14F-4D97-AF65-F5344CB8AC3E}">
        <p14:creationId xmlns:p14="http://schemas.microsoft.com/office/powerpoint/2010/main" val="1236851173"/>
      </p:ext>
    </p:extLst>
  </p:cSld>
  <p:clrMapOvr>
    <a:masterClrMapping/>
  </p:clrMapOvr>
  <p:transition>
    <p:sndAc>
      <p:stSnd>
        <p:snd r:embed="rId3" name="click.wav"/>
      </p:stSnd>
    </p:sndAc>
  </p:transition>
</p:sld>
</file>

<file path=ppt/theme/theme1.xml><?xml version="1.0" encoding="utf-8"?>
<a:theme xmlns:a="http://schemas.openxmlformats.org/drawingml/2006/main" name="1_Information Technology">
  <a:themeElements>
    <a:clrScheme name="2_Default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2_Default Design">
      <a:majorFont>
        <a:latin typeface="Verdana"/>
        <a:ea typeface=""/>
        <a:cs typeface=""/>
      </a:majorFont>
      <a:minorFont>
        <a:latin typeface="Verdana"/>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2_Default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2_Default Design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2_Default Design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2_Default Design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2_Default Design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2_Default Design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2_Default Design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2_Default Design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2_Default Design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2_Default Design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2_Default Design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2_Default Design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2_Construction">
  <a:themeElements>
    <a:clrScheme name="2_Default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2_Default Design">
      <a:majorFont>
        <a:latin typeface="Verdana"/>
        <a:ea typeface=""/>
        <a:cs typeface=""/>
      </a:majorFont>
      <a:minorFont>
        <a:latin typeface="Verdana"/>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2_Default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2_Default Design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2_Default Design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2_Default Design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2_Default Design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2_Default Design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2_Default Design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2_Default Design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2_Default Design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2_Default Design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2_Default Design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2_Default Design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theme>
</file>

<file path=ppt/theme/theme3.xml><?xml version="1.0" encoding="utf-8"?>
<a:theme xmlns:a="http://schemas.openxmlformats.org/drawingml/2006/main" name="3_Business">
  <a:themeElements>
    <a:clrScheme name="2_Default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2_Default Design">
      <a:majorFont>
        <a:latin typeface="Verdana"/>
        <a:ea typeface=""/>
        <a:cs typeface=""/>
      </a:majorFont>
      <a:minorFont>
        <a:latin typeface="Verdana"/>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2_Default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2_Default Design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2_Default Design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2_Default Design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2_Default Design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2_Default Design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2_Default Design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2_Default Design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2_Default Design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2_Default Design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2_Default Design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2_Default Design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theme>
</file>

<file path=ppt/theme/theme4.xml><?xml version="1.0" encoding="utf-8"?>
<a:theme xmlns:a="http://schemas.openxmlformats.org/drawingml/2006/main" name="4_Engineering">
  <a:themeElements>
    <a:clrScheme name="2_Default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2_Default Design">
      <a:majorFont>
        <a:latin typeface="Verdana"/>
        <a:ea typeface=""/>
        <a:cs typeface=""/>
      </a:majorFont>
      <a:minorFont>
        <a:latin typeface="Verdana"/>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2_Default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2_Default Design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2_Default Design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2_Default Design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2_Default Design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2_Default Design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2_Default Design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2_Default Design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2_Default Design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2_Default Design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2_Default Design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2_Default Design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theme>
</file>

<file path=ppt/theme/theme5.xml><?xml version="1.0" encoding="utf-8"?>
<a:theme xmlns:a="http://schemas.openxmlformats.org/drawingml/2006/main" name="5_Art and Design">
  <a:themeElements>
    <a:clrScheme name="2_Default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2_Default Design">
      <a:majorFont>
        <a:latin typeface="Verdana"/>
        <a:ea typeface=""/>
        <a:cs typeface=""/>
      </a:majorFont>
      <a:minorFont>
        <a:latin typeface="Verdana"/>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2_Default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2_Default Design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2_Default Design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2_Default Design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2_Default Design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2_Default Design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2_Default Design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2_Default Design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2_Default Design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2_Default Design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2_Default Design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2_Default Design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theme>
</file>

<file path=ppt/theme/theme6.xml><?xml version="1.0" encoding="utf-8"?>
<a:theme xmlns:a="http://schemas.openxmlformats.org/drawingml/2006/main" name="6_Hospitality">
  <a:themeElements>
    <a:clrScheme name="2_Default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2_Default Design">
      <a:majorFont>
        <a:latin typeface="Verdana"/>
        <a:ea typeface=""/>
        <a:cs typeface=""/>
      </a:majorFont>
      <a:minorFont>
        <a:latin typeface="Verdana"/>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2_Default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2_Default Design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2_Default Design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2_Default Design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2_Default Design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2_Default Design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2_Default Design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2_Default Design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2_Default Design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2_Default Design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2_Default Design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2_Default Design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theme>
</file>

<file path=ppt/theme/theme7.xml><?xml version="1.0" encoding="utf-8"?>
<a:theme xmlns:a="http://schemas.openxmlformats.org/drawingml/2006/main" name="7_Agriculture">
  <a:themeElements>
    <a:clrScheme name="2_Default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2_Default Design">
      <a:majorFont>
        <a:latin typeface="Verdana"/>
        <a:ea typeface=""/>
        <a:cs typeface=""/>
      </a:majorFont>
      <a:minorFont>
        <a:latin typeface="Verdana"/>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2_Default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2_Default Design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2_Default Design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2_Default Design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2_Default Design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2_Default Design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2_Default Design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2_Default Design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2_Default Design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2_Default Design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2_Default Design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2_Default Design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theme>
</file>

<file path=ppt/theme/theme8.xml><?xml version="1.0" encoding="utf-8"?>
<a:theme xmlns:a="http://schemas.openxmlformats.org/drawingml/2006/main" name="8_Travel and Tourism">
  <a:themeElements>
    <a:clrScheme name="2_Default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2_Default Design">
      <a:majorFont>
        <a:latin typeface="Verdana"/>
        <a:ea typeface=""/>
        <a:cs typeface=""/>
      </a:majorFont>
      <a:minorFont>
        <a:latin typeface="Verdana"/>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2_Default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2_Default Design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2_Default Design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2_Default Design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2_Default Design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2_Default Design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2_Default Design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2_Default Design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2_Default Design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2_Default Design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2_Default Design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2_Default Design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theme>
</file>

<file path=ppt/theme/theme9.xml><?xml version="1.0" encoding="utf-8"?>
<a:theme xmlns:a="http://schemas.openxmlformats.org/drawingml/2006/main" name="9_Creative Media">
  <a:themeElements>
    <a:clrScheme name="2_Default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2_Default Design">
      <a:majorFont>
        <a:latin typeface="Verdana"/>
        <a:ea typeface=""/>
        <a:cs typeface=""/>
      </a:majorFont>
      <a:minorFont>
        <a:latin typeface="Verdana"/>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2_Default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2_Default Design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2_Default Design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2_Default Design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2_Default Design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2_Default Design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2_Default Design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2_Default Design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2_Default Design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2_Default Design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2_Default Design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2_Default Design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theme>
</file>

<file path=ppt/theme/theme10.xml><?xml version="1.0" encoding="utf-8"?>
<a:theme xmlns:a="http://schemas.openxmlformats.org/drawingml/2006/main" name="10_Beauty Therapy">
  <a:themeElements>
    <a:clrScheme name="2_Default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2_Default Design">
      <a:majorFont>
        <a:latin typeface="Verdana"/>
        <a:ea typeface=""/>
        <a:cs typeface=""/>
      </a:majorFont>
      <a:minorFont>
        <a:latin typeface="Verdana"/>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2_Default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2_Default Design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2_Default Design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2_Default Design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2_Default Design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2_Default Design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2_Default Design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2_Default Design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2_Default Design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2_Default Design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2_Default Design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2_Default Design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theme>
</file>

<file path=ppt/theme/theme11.xml><?xml version="1.0" encoding="utf-8"?>
<a:theme xmlns:a="http://schemas.openxmlformats.org/drawingml/2006/main" name="Office Them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1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p:properties xmlns:p="http://schemas.microsoft.com/office/2006/metadata/properties" xmlns:xsi="http://www.w3.org/2001/XMLSchema-instance" xmlns:pc="http://schemas.microsoft.com/office/infopath/2007/PartnerControls">
  <documentManagement>
    <TaxCatchAll xmlns="7012c9df-7563-46f6-96ee-cebd66fd5577" xsi:nil="true"/>
    <lcf76f155ced4ddcb4097134ff3c332f xmlns="f63d1639-2e8e-4dfe-b2d4-ff2deac92409">
      <Terms xmlns="http://schemas.microsoft.com/office/infopath/2007/PartnerControls"/>
    </lcf76f155ced4ddcb4097134ff3c332f>
    <SharedWithUsers xmlns="7012c9df-7563-46f6-96ee-cebd66fd5577">
      <UserInfo>
        <DisplayName/>
        <AccountId xsi:nil="true"/>
        <AccountType/>
      </UserInfo>
    </SharedWithUsers>
    <MediaLengthInSeconds xmlns="f63d1639-2e8e-4dfe-b2d4-ff2deac92409" xsi:nil="true"/>
    <_Flow_SignoffStatus xmlns="f63d1639-2e8e-4dfe-b2d4-ff2deac92409" xsi:nil="true"/>
  </documentManagement>
</p:properties>
</file>

<file path=customXml/item3.xml><?xml version="1.0" encoding="utf-8"?>
<ct:contentTypeSchema xmlns:ct="http://schemas.microsoft.com/office/2006/metadata/contentType" xmlns:ma="http://schemas.microsoft.com/office/2006/metadata/properties/metaAttributes" ct:_="" ma:_="" ma:contentTypeName="Document" ma:contentTypeID="0x01010011F2AC0EC27FF3458662E003F8FEC281" ma:contentTypeVersion="19" ma:contentTypeDescription="Create a new document." ma:contentTypeScope="" ma:versionID="c3fee6712a48a11fd6be67b8f79c7245">
  <xsd:schema xmlns:xsd="http://www.w3.org/2001/XMLSchema" xmlns:xs="http://www.w3.org/2001/XMLSchema" xmlns:p="http://schemas.microsoft.com/office/2006/metadata/properties" xmlns:ns2="f63d1639-2e8e-4dfe-b2d4-ff2deac92409" xmlns:ns3="7012c9df-7563-46f6-96ee-cebd66fd5577" targetNamespace="http://schemas.microsoft.com/office/2006/metadata/properties" ma:root="true" ma:fieldsID="a4549148fe956aca9da82eed9feb7880" ns2:_="" ns3:_="">
    <xsd:import namespace="f63d1639-2e8e-4dfe-b2d4-ff2deac92409"/>
    <xsd:import namespace="7012c9df-7563-46f6-96ee-cebd66fd5577"/>
    <xsd:element name="properties">
      <xsd:complexType>
        <xsd:sequence>
          <xsd:element name="documentManagement">
            <xsd:complexType>
              <xsd:all>
                <xsd:element ref="ns2:MediaServiceMetadata" minOccurs="0"/>
                <xsd:element ref="ns2:MediaServiceFastMetadata" minOccurs="0"/>
                <xsd:element ref="ns2:MediaServiceAutoKeyPoints" minOccurs="0"/>
                <xsd:element ref="ns2:MediaServiceKeyPoints" minOccurs="0"/>
                <xsd:element ref="ns3:SharedWithUsers" minOccurs="0"/>
                <xsd:element ref="ns3:SharedWithDetails" minOccurs="0"/>
                <xsd:element ref="ns2:MediaServiceDateTaken" minOccurs="0"/>
                <xsd:element ref="ns2:MediaServiceAutoTags" minOccurs="0"/>
                <xsd:element ref="ns2:MediaServiceOCR" minOccurs="0"/>
                <xsd:element ref="ns2:MediaServiceGenerationTime" minOccurs="0"/>
                <xsd:element ref="ns2:MediaServiceEventHashCode" minOccurs="0"/>
                <xsd:element ref="ns2:MediaLengthInSeconds" minOccurs="0"/>
                <xsd:element ref="ns2:lcf76f155ced4ddcb4097134ff3c332f" minOccurs="0"/>
                <xsd:element ref="ns3:TaxCatchAll" minOccurs="0"/>
                <xsd:element ref="ns2:MediaServiceLocation" minOccurs="0"/>
                <xsd:element ref="ns2:MediaServiceObjectDetectorVersions" minOccurs="0"/>
                <xsd:element ref="ns2:_Flow_SignoffStatus" minOccurs="0"/>
                <xsd:element ref="ns2:MediaServiceSearchPropertie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f63d1639-2e8e-4dfe-b2d4-ff2deac92409"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KeyPoints" ma:index="10" nillable="true" ma:displayName="MediaServiceAutoKeyPoints" ma:hidden="true" ma:internalName="MediaServiceAutoKeyPoints" ma:readOnly="true">
      <xsd:simpleType>
        <xsd:restriction base="dms:Note"/>
      </xsd:simpleType>
    </xsd:element>
    <xsd:element name="MediaServiceKeyPoints" ma:index="11" nillable="true" ma:displayName="KeyPoints" ma:internalName="MediaServiceKeyPoints" ma:readOnly="true">
      <xsd:simpleType>
        <xsd:restriction base="dms:Note">
          <xsd:maxLength value="255"/>
        </xsd:restriction>
      </xsd:simpleType>
    </xsd:element>
    <xsd:element name="MediaServiceDateTaken" ma:index="14" nillable="true" ma:displayName="MediaServiceDateTaken" ma:hidden="true" ma:internalName="MediaServiceDateTaken" ma:readOnly="true">
      <xsd:simpleType>
        <xsd:restriction base="dms:Text"/>
      </xsd:simpleType>
    </xsd:element>
    <xsd:element name="MediaServiceAutoTags" ma:index="15" nillable="true" ma:displayName="Tags" ma:internalName="MediaServiceAutoTags" ma:readOnly="true">
      <xsd:simpleType>
        <xsd:restriction base="dms:Text"/>
      </xsd:simpleType>
    </xsd:element>
    <xsd:element name="MediaServiceOCR" ma:index="16" nillable="true" ma:displayName="Extracted Text" ma:internalName="MediaServiceOCR" ma:readOnly="true">
      <xsd:simpleType>
        <xsd:restriction base="dms:Note">
          <xsd:maxLength value="255"/>
        </xsd:restriction>
      </xsd:simpleType>
    </xsd:element>
    <xsd:element name="MediaServiceGenerationTime" ma:index="17" nillable="true" ma:displayName="MediaServiceGenerationTime" ma:hidden="true" ma:internalName="MediaServiceGenerationTime" ma:readOnly="true">
      <xsd:simpleType>
        <xsd:restriction base="dms:Text"/>
      </xsd:simpleType>
    </xsd:element>
    <xsd:element name="MediaServiceEventHashCode" ma:index="18" nillable="true" ma:displayName="MediaServiceEventHashCode" ma:hidden="true" ma:internalName="MediaServiceEventHashCode" ma:readOnly="true">
      <xsd:simpleType>
        <xsd:restriction base="dms:Text"/>
      </xsd:simpleType>
    </xsd:element>
    <xsd:element name="MediaLengthInSeconds" ma:index="19" nillable="true" ma:displayName="MediaLengthInSeconds" ma:hidden="true" ma:internalName="MediaLengthInSeconds" ma:readOnly="true">
      <xsd:simpleType>
        <xsd:restriction base="dms:Unknown"/>
      </xsd:simpleType>
    </xsd:element>
    <xsd:element name="lcf76f155ced4ddcb4097134ff3c332f" ma:index="21" nillable="true" ma:taxonomy="true" ma:internalName="lcf76f155ced4ddcb4097134ff3c332f" ma:taxonomyFieldName="MediaServiceImageTags" ma:displayName="Image Tags" ma:readOnly="false" ma:fieldId="{5cf76f15-5ced-4ddc-b409-7134ff3c332f}" ma:taxonomyMulti="true" ma:sspId="46342d94-4a90-4c9b-8c88-cb4c8647e98f" ma:termSetId="09814cd3-568e-fe90-9814-8d621ff8fb84" ma:anchorId="fba54fb3-c3e1-fe81-a776-ca4b69148c4d" ma:open="true" ma:isKeyword="false">
      <xsd:complexType>
        <xsd:sequence>
          <xsd:element ref="pc:Terms" minOccurs="0" maxOccurs="1"/>
        </xsd:sequence>
      </xsd:complexType>
    </xsd:element>
    <xsd:element name="MediaServiceLocation" ma:index="23" nillable="true" ma:displayName="Location" ma:internalName="MediaServiceLocation" ma:readOnly="true">
      <xsd:simpleType>
        <xsd:restriction base="dms:Text"/>
      </xsd:simpleType>
    </xsd:element>
    <xsd:element name="MediaServiceObjectDetectorVersions" ma:index="24" nillable="true" ma:displayName="MediaServiceObjectDetectorVersions" ma:description="" ma:hidden="true" ma:indexed="true" ma:internalName="MediaServiceObjectDetectorVersions" ma:readOnly="true">
      <xsd:simpleType>
        <xsd:restriction base="dms:Text"/>
      </xsd:simpleType>
    </xsd:element>
    <xsd:element name="_Flow_SignoffStatus" ma:index="25" nillable="true" ma:displayName="Sign-off status" ma:internalName="Sign_x002d_off_x0020_status">
      <xsd:simpleType>
        <xsd:restriction base="dms:Text"/>
      </xsd:simpleType>
    </xsd:element>
    <xsd:element name="MediaServiceSearchProperties" ma:index="26" nillable="true" ma:displayName="MediaServiceSearchProperties" ma:hidden="true" ma:internalName="MediaServiceSearchPropertie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7012c9df-7563-46f6-96ee-cebd66fd5577" elementFormDefault="qualified">
    <xsd:import namespace="http://schemas.microsoft.com/office/2006/documentManagement/types"/>
    <xsd:import namespace="http://schemas.microsoft.com/office/infopath/2007/PartnerControls"/>
    <xsd:element name="SharedWithUsers" ma:index="12"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3" nillable="true" ma:displayName="Shared With Details" ma:internalName="SharedWithDetails" ma:readOnly="true">
      <xsd:simpleType>
        <xsd:restriction base="dms:Note">
          <xsd:maxLength value="255"/>
        </xsd:restriction>
      </xsd:simpleType>
    </xsd:element>
    <xsd:element name="TaxCatchAll" ma:index="22" nillable="true" ma:displayName="Taxonomy Catch All Column" ma:hidden="true" ma:list="{68bf6128-19fb-458b-8dd6-b174ec593e06}" ma:internalName="TaxCatchAll" ma:showField="CatchAllData" ma:web="7012c9df-7563-46f6-96ee-cebd66fd5577">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0AA2910D-4917-49C0-8FBC-BFF7ABD28CFE}">
  <ds:schemaRefs>
    <ds:schemaRef ds:uri="http://schemas.microsoft.com/sharepoint/v3/contenttype/forms"/>
  </ds:schemaRefs>
</ds:datastoreItem>
</file>

<file path=customXml/itemProps2.xml><?xml version="1.0" encoding="utf-8"?>
<ds:datastoreItem xmlns:ds="http://schemas.openxmlformats.org/officeDocument/2006/customXml" ds:itemID="{67E9D454-7315-400C-82C3-C591BC45CB39}">
  <ds:schemaRefs>
    <ds:schemaRef ds:uri="http://schemas.microsoft.com/office/2006/metadata/properties"/>
    <ds:schemaRef ds:uri="http://schemas.microsoft.com/office/infopath/2007/PartnerControls"/>
    <ds:schemaRef ds:uri="a26a0597-d0d1-4250-940c-88e9bf9d5597"/>
    <ds:schemaRef ds:uri="6881431a-e3b2-481e-ba90-fae26e2fa83c"/>
    <ds:schemaRef ds:uri="7c1bd8dc-4e40-424f-a15f-9ffcd522197f"/>
    <ds:schemaRef ds:uri="6125ffc9-2c56-435e-8267-1393444907b2"/>
  </ds:schemaRefs>
</ds:datastoreItem>
</file>

<file path=customXml/itemProps3.xml><?xml version="1.0" encoding="utf-8"?>
<ds:datastoreItem xmlns:ds="http://schemas.openxmlformats.org/officeDocument/2006/customXml" ds:itemID="{153877E8-0634-4E87-AFF9-33A2A6DF0411}"/>
</file>

<file path=docProps/app.xml><?xml version="1.0" encoding="utf-8"?>
<Properties xmlns="http://schemas.openxmlformats.org/officeDocument/2006/extended-properties" xmlns:vt="http://schemas.openxmlformats.org/officeDocument/2006/docPropsVTypes">
  <TotalTime>21</TotalTime>
  <Words>2269</Words>
  <Application>Microsoft Office PowerPoint</Application>
  <PresentationFormat>On-screen Show (4:3)</PresentationFormat>
  <Paragraphs>425</Paragraphs>
  <Slides>35</Slides>
  <Notes>35</Notes>
  <HiddenSlides>0</HiddenSlides>
  <MMClips>0</MMClips>
  <ScaleCrop>false</ScaleCrop>
  <HeadingPairs>
    <vt:vector size="6" baseType="variant">
      <vt:variant>
        <vt:lpstr>Fonts Used</vt:lpstr>
      </vt:variant>
      <vt:variant>
        <vt:i4>5</vt:i4>
      </vt:variant>
      <vt:variant>
        <vt:lpstr>Theme</vt:lpstr>
      </vt:variant>
      <vt:variant>
        <vt:i4>10</vt:i4>
      </vt:variant>
      <vt:variant>
        <vt:lpstr>Slide Titles</vt:lpstr>
      </vt:variant>
      <vt:variant>
        <vt:i4>35</vt:i4>
      </vt:variant>
    </vt:vector>
  </HeadingPairs>
  <TitlesOfParts>
    <vt:vector size="50" baseType="lpstr">
      <vt:lpstr>Arial</vt:lpstr>
      <vt:lpstr>Calibri</vt:lpstr>
      <vt:lpstr>Helvetica</vt:lpstr>
      <vt:lpstr>Verdana</vt:lpstr>
      <vt:lpstr>Wingdings</vt:lpstr>
      <vt:lpstr>1_Information Technology</vt:lpstr>
      <vt:lpstr>2_Construction</vt:lpstr>
      <vt:lpstr>3_Business</vt:lpstr>
      <vt:lpstr>4_Engineering</vt:lpstr>
      <vt:lpstr>5_Art and Design</vt:lpstr>
      <vt:lpstr>6_Hospitality</vt:lpstr>
      <vt:lpstr>7_Agriculture</vt:lpstr>
      <vt:lpstr>8_Travel and Tourism</vt:lpstr>
      <vt:lpstr>9_Creative Media</vt:lpstr>
      <vt:lpstr>10_Beauty Therapy</vt:lpstr>
      <vt:lpstr>الوحدة 7  أنماط الحياة الصحية والأطعمة  واختيارات القائمة  </vt:lpstr>
      <vt:lpstr>أنماط الحياة الصحية والأطعمة  وخيارات قائمة الطعام</vt:lpstr>
      <vt:lpstr>أهداف التعلم</vt:lpstr>
      <vt:lpstr>هدف التعلم أ  </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هدف التعلم ب  </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هدف التعلم ج  </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Unit 3  Construction Science</dc:title>
  <dc:creator>Microsoft Office User</dc:creator>
  <cp:lastModifiedBy>Paul Winser</cp:lastModifiedBy>
  <cp:revision>199</cp:revision>
  <dcterms:created xsi:type="dcterms:W3CDTF">2020-07-15T07:14:47Z</dcterms:created>
  <dcterms:modified xsi:type="dcterms:W3CDTF">2023-11-21T12:52:44Z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Language">
    <vt:lpwstr>English</vt:lpwstr>
  </property>
  <property fmtid="{D5CDD505-2E9C-101B-9397-08002B2CF9AE}" pid="3" name="ContentTypeId">
    <vt:lpwstr>0x01010011F2AC0EC27FF3458662E003F8FEC281</vt:lpwstr>
  </property>
  <property fmtid="{D5CDD505-2E9C-101B-9397-08002B2CF9AE}" pid="4" name="Order">
    <vt:r8>13900600</vt:r8>
  </property>
  <property fmtid="{D5CDD505-2E9C-101B-9397-08002B2CF9AE}" pid="5" name="xd_Signature">
    <vt:bool>false</vt:bool>
  </property>
  <property fmtid="{D5CDD505-2E9C-101B-9397-08002B2CF9AE}" pid="6" name="xd_ProgID">
    <vt:lpwstr/>
  </property>
  <property fmtid="{D5CDD505-2E9C-101B-9397-08002B2CF9AE}" pid="7" name="ComplianceAssetId">
    <vt:lpwstr/>
  </property>
  <property fmtid="{D5CDD505-2E9C-101B-9397-08002B2CF9AE}" pid="8" name="TemplateUrl">
    <vt:lpwstr/>
  </property>
  <property fmtid="{D5CDD505-2E9C-101B-9397-08002B2CF9AE}" pid="9" name="_ExtendedDescription">
    <vt:lpwstr/>
  </property>
  <property fmtid="{D5CDD505-2E9C-101B-9397-08002B2CF9AE}" pid="10" name="TriggerFlowInfo">
    <vt:lpwstr/>
  </property>
  <property fmtid="{D5CDD505-2E9C-101B-9397-08002B2CF9AE}" pid="11" name="MediaServiceImageTags">
    <vt:lpwstr/>
  </property>
</Properties>
</file>