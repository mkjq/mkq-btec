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7.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8.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9.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8"/>
  </p:notesMasterIdLst>
  <p:sldIdLst>
    <p:sldId id="256" r:id="rId14"/>
    <p:sldId id="257" r:id="rId15"/>
    <p:sldId id="258" r:id="rId16"/>
    <p:sldId id="272" r:id="rId17"/>
    <p:sldId id="305" r:id="rId18"/>
    <p:sldId id="311" r:id="rId19"/>
    <p:sldId id="312" r:id="rId20"/>
    <p:sldId id="342" r:id="rId21"/>
    <p:sldId id="313" r:id="rId22"/>
    <p:sldId id="314" r:id="rId23"/>
    <p:sldId id="310" r:id="rId24"/>
    <p:sldId id="315" r:id="rId25"/>
    <p:sldId id="316" r:id="rId26"/>
    <p:sldId id="341" r:id="rId27"/>
    <p:sldId id="306" r:id="rId28"/>
    <p:sldId id="343" r:id="rId29"/>
    <p:sldId id="319" r:id="rId30"/>
    <p:sldId id="318" r:id="rId31"/>
    <p:sldId id="317" r:id="rId32"/>
    <p:sldId id="320" r:id="rId33"/>
    <p:sldId id="321" r:id="rId34"/>
    <p:sldId id="340" r:id="rId35"/>
    <p:sldId id="324" r:id="rId36"/>
    <p:sldId id="334" r:id="rId37"/>
    <p:sldId id="339" r:id="rId38"/>
    <p:sldId id="325" r:id="rId39"/>
    <p:sldId id="337" r:id="rId40"/>
    <p:sldId id="327" r:id="rId41"/>
    <p:sldId id="328" r:id="rId42"/>
    <p:sldId id="329" r:id="rId43"/>
    <p:sldId id="331" r:id="rId44"/>
    <p:sldId id="336" r:id="rId45"/>
    <p:sldId id="332" r:id="rId46"/>
    <p:sldId id="344" r:id="rId47"/>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1F32EF-B7AB-FD12-ECD3-DD5955CD0FA8}" name="Andrew Bodmer" initials="AB" userId="e78b4f3cb0d7499b"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11097A-D678-4C15-A582-C609DB358848}" v="34" dt="2024-11-26T15:48:06.236"/>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945" autoAdjust="0"/>
    <p:restoredTop sz="85786" autoAdjust="0"/>
  </p:normalViewPr>
  <p:slideViewPr>
    <p:cSldViewPr snapToGrid="0">
      <p:cViewPr varScale="1">
        <p:scale>
          <a:sx n="135" d="100"/>
          <a:sy n="135" d="100"/>
        </p:scale>
        <p:origin x="2364" y="114"/>
      </p:cViewPr>
      <p:guideLst>
        <p:guide orient="horz" pos="1933"/>
        <p:guide pos="2880"/>
        <p:guide pos="1791"/>
        <p:guide orient="horz" pos="3657"/>
        <p:guide pos="106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notesMaster" Target="notesMasters/notesMaster1.xml"/><Relationship Id="rId56"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Langley" userId="239c5547-87b3-47be-8ff1-783a9a4cc887" providerId="ADAL" clId="{183621FD-FBF6-4E12-8D31-2FAE2E2AF5CA}"/>
    <pc:docChg chg="custSel modSld">
      <pc:chgData name="Sarah Langley" userId="239c5547-87b3-47be-8ff1-783a9a4cc887" providerId="ADAL" clId="{183621FD-FBF6-4E12-8D31-2FAE2E2AF5CA}" dt="2024-10-29T07:46:45.322" v="103" actId="1076"/>
      <pc:docMkLst>
        <pc:docMk/>
      </pc:docMkLst>
      <pc:sldChg chg="addSp delSp modSp mod">
        <pc:chgData name="Sarah Langley" userId="239c5547-87b3-47be-8ff1-783a9a4cc887" providerId="ADAL" clId="{183621FD-FBF6-4E12-8D31-2FAE2E2AF5CA}" dt="2024-10-29T07:40:21.067" v="20" actId="1076"/>
        <pc:sldMkLst>
          <pc:docMk/>
          <pc:sldMk cId="4251217704" sldId="313"/>
        </pc:sldMkLst>
        <pc:picChg chg="add mod modCrop">
          <ac:chgData name="Sarah Langley" userId="239c5547-87b3-47be-8ff1-783a9a4cc887" providerId="ADAL" clId="{183621FD-FBF6-4E12-8D31-2FAE2E2AF5CA}" dt="2024-10-29T07:40:21.067" v="20" actId="1076"/>
          <ac:picMkLst>
            <pc:docMk/>
            <pc:sldMk cId="4251217704" sldId="313"/>
            <ac:picMk id="3" creationId="{0727AEBA-F0D1-7A62-4342-1619617E287E}"/>
          </ac:picMkLst>
        </pc:picChg>
        <pc:picChg chg="del">
          <ac:chgData name="Sarah Langley" userId="239c5547-87b3-47be-8ff1-783a9a4cc887" providerId="ADAL" clId="{183621FD-FBF6-4E12-8D31-2FAE2E2AF5CA}" dt="2024-10-29T07:40:11.612" v="16" actId="478"/>
          <ac:picMkLst>
            <pc:docMk/>
            <pc:sldMk cId="4251217704" sldId="313"/>
            <ac:picMk id="6" creationId="{7053C1DC-6E68-E5B9-5159-95087FB6B7B4}"/>
          </ac:picMkLst>
        </pc:picChg>
      </pc:sldChg>
      <pc:sldChg chg="addSp delSp modSp mod">
        <pc:chgData name="Sarah Langley" userId="239c5547-87b3-47be-8ff1-783a9a4cc887" providerId="ADAL" clId="{183621FD-FBF6-4E12-8D31-2FAE2E2AF5CA}" dt="2024-10-29T07:45:57.533" v="90" actId="1076"/>
        <pc:sldMkLst>
          <pc:docMk/>
          <pc:sldMk cId="494039379" sldId="325"/>
        </pc:sldMkLst>
        <pc:spChg chg="mod">
          <ac:chgData name="Sarah Langley" userId="239c5547-87b3-47be-8ff1-783a9a4cc887" providerId="ADAL" clId="{183621FD-FBF6-4E12-8D31-2FAE2E2AF5CA}" dt="2024-10-29T07:45:57.533" v="90" actId="1076"/>
          <ac:spMkLst>
            <pc:docMk/>
            <pc:sldMk cId="494039379" sldId="325"/>
            <ac:spMk id="4" creationId="{54D76E1C-B588-2836-538D-A1B7064E60A1}"/>
          </ac:spMkLst>
        </pc:spChg>
        <pc:picChg chg="add mod modCrop">
          <ac:chgData name="Sarah Langley" userId="239c5547-87b3-47be-8ff1-783a9a4cc887" providerId="ADAL" clId="{183621FD-FBF6-4E12-8D31-2FAE2E2AF5CA}" dt="2024-10-29T07:45:54.495" v="89" actId="1076"/>
          <ac:picMkLst>
            <pc:docMk/>
            <pc:sldMk cId="494039379" sldId="325"/>
            <ac:picMk id="3" creationId="{F1BAF31C-1AD9-3084-AACB-0AD2CCCED15A}"/>
          </ac:picMkLst>
        </pc:picChg>
        <pc:picChg chg="del">
          <ac:chgData name="Sarah Langley" userId="239c5547-87b3-47be-8ff1-783a9a4cc887" providerId="ADAL" clId="{183621FD-FBF6-4E12-8D31-2FAE2E2AF5CA}" dt="2024-10-29T07:45:16.683" v="79" actId="478"/>
          <ac:picMkLst>
            <pc:docMk/>
            <pc:sldMk cId="494039379" sldId="325"/>
            <ac:picMk id="5" creationId="{11FBE4CA-BB68-BF1B-2099-BEF39A02A576}"/>
          </ac:picMkLst>
        </pc:picChg>
      </pc:sldChg>
      <pc:sldChg chg="addSp delSp modSp mod">
        <pc:chgData name="Sarah Langley" userId="239c5547-87b3-47be-8ff1-783a9a4cc887" providerId="ADAL" clId="{183621FD-FBF6-4E12-8D31-2FAE2E2AF5CA}" dt="2024-10-29T07:46:45.322" v="103" actId="1076"/>
        <pc:sldMkLst>
          <pc:docMk/>
          <pc:sldMk cId="2981822002" sldId="337"/>
        </pc:sldMkLst>
        <pc:spChg chg="mod">
          <ac:chgData name="Sarah Langley" userId="239c5547-87b3-47be-8ff1-783a9a4cc887" providerId="ADAL" clId="{183621FD-FBF6-4E12-8D31-2FAE2E2AF5CA}" dt="2024-10-29T07:46:45.322" v="103" actId="1076"/>
          <ac:spMkLst>
            <pc:docMk/>
            <pc:sldMk cId="2981822002" sldId="337"/>
            <ac:spMk id="5" creationId="{48857C3A-3F5F-9138-B70D-8A89AFF29E20}"/>
          </ac:spMkLst>
        </pc:spChg>
        <pc:picChg chg="del">
          <ac:chgData name="Sarah Langley" userId="239c5547-87b3-47be-8ff1-783a9a4cc887" providerId="ADAL" clId="{183621FD-FBF6-4E12-8D31-2FAE2E2AF5CA}" dt="2024-10-29T07:46:34.900" v="100" actId="478"/>
          <ac:picMkLst>
            <pc:docMk/>
            <pc:sldMk cId="2981822002" sldId="337"/>
            <ac:picMk id="4" creationId="{10671C54-3553-882B-AF43-0CFF51DBD7EA}"/>
          </ac:picMkLst>
        </pc:picChg>
        <pc:picChg chg="add mod modCrop">
          <ac:chgData name="Sarah Langley" userId="239c5547-87b3-47be-8ff1-783a9a4cc887" providerId="ADAL" clId="{183621FD-FBF6-4E12-8D31-2FAE2E2AF5CA}" dt="2024-10-29T07:46:39.338" v="101" actId="1076"/>
          <ac:picMkLst>
            <pc:docMk/>
            <pc:sldMk cId="2981822002" sldId="337"/>
            <ac:picMk id="6" creationId="{D7291333-11BF-FB96-724D-B39F7D05339A}"/>
          </ac:picMkLst>
        </pc:picChg>
      </pc:sldChg>
      <pc:sldChg chg="addSp delSp modSp mod">
        <pc:chgData name="Sarah Langley" userId="239c5547-87b3-47be-8ff1-783a9a4cc887" providerId="ADAL" clId="{183621FD-FBF6-4E12-8D31-2FAE2E2AF5CA}" dt="2024-10-29T07:44:37.817" v="71" actId="1076"/>
        <pc:sldMkLst>
          <pc:docMk/>
          <pc:sldMk cId="3877861197" sldId="339"/>
        </pc:sldMkLst>
        <pc:spChg chg="mod">
          <ac:chgData name="Sarah Langley" userId="239c5547-87b3-47be-8ff1-783a9a4cc887" providerId="ADAL" clId="{183621FD-FBF6-4E12-8D31-2FAE2E2AF5CA}" dt="2024-10-29T07:44:32.346" v="69" actId="1076"/>
          <ac:spMkLst>
            <pc:docMk/>
            <pc:sldMk cId="3877861197" sldId="339"/>
            <ac:spMk id="3" creationId="{3F92F8DB-6D0D-434F-76B7-9B343F1ED3A1}"/>
          </ac:spMkLst>
        </pc:spChg>
        <pc:spChg chg="add mod">
          <ac:chgData name="Sarah Langley" userId="239c5547-87b3-47be-8ff1-783a9a4cc887" providerId="ADAL" clId="{183621FD-FBF6-4E12-8D31-2FAE2E2AF5CA}" dt="2024-10-29T07:44:16.429" v="64" actId="1076"/>
          <ac:spMkLst>
            <pc:docMk/>
            <pc:sldMk cId="3877861197" sldId="339"/>
            <ac:spMk id="7" creationId="{1B60A893-8770-2457-6AE8-07507635968C}"/>
          </ac:spMkLst>
        </pc:spChg>
        <pc:spChg chg="mod">
          <ac:chgData name="Sarah Langley" userId="239c5547-87b3-47be-8ff1-783a9a4cc887" providerId="ADAL" clId="{183621FD-FBF6-4E12-8D31-2FAE2E2AF5CA}" dt="2024-10-29T07:41:22.039" v="33" actId="1076"/>
          <ac:spMkLst>
            <pc:docMk/>
            <pc:sldMk cId="3877861197" sldId="339"/>
            <ac:spMk id="34819" creationId="{453C7683-8588-7ABC-32E0-8A4E68218620}"/>
          </ac:spMkLst>
        </pc:spChg>
        <pc:picChg chg="del">
          <ac:chgData name="Sarah Langley" userId="239c5547-87b3-47be-8ff1-783a9a4cc887" providerId="ADAL" clId="{183621FD-FBF6-4E12-8D31-2FAE2E2AF5CA}" dt="2024-10-29T07:41:00.360" v="29" actId="478"/>
          <ac:picMkLst>
            <pc:docMk/>
            <pc:sldMk cId="3877861197" sldId="339"/>
            <ac:picMk id="4" creationId="{957B1680-452D-5479-AB85-5782350B9EE6}"/>
          </ac:picMkLst>
        </pc:picChg>
        <pc:picChg chg="add mod modCrop">
          <ac:chgData name="Sarah Langley" userId="239c5547-87b3-47be-8ff1-783a9a4cc887" providerId="ADAL" clId="{183621FD-FBF6-4E12-8D31-2FAE2E2AF5CA}" dt="2024-10-29T07:44:37.817" v="71" actId="1076"/>
          <ac:picMkLst>
            <pc:docMk/>
            <pc:sldMk cId="3877861197" sldId="339"/>
            <ac:picMk id="6" creationId="{CA5B55C3-C3A4-527C-E737-DBD184665548}"/>
          </ac:picMkLst>
        </pc:picChg>
      </pc:sldChg>
      <pc:sldChg chg="delSp modSp mod">
        <pc:chgData name="Sarah Langley" userId="239c5547-87b3-47be-8ff1-783a9a4cc887" providerId="ADAL" clId="{183621FD-FBF6-4E12-8D31-2FAE2E2AF5CA}" dt="2024-10-29T07:39:18.634" v="7" actId="113"/>
        <pc:sldMkLst>
          <pc:docMk/>
          <pc:sldMk cId="0" sldId="344"/>
        </pc:sldMkLst>
        <pc:spChg chg="mod">
          <ac:chgData name="Sarah Langley" userId="239c5547-87b3-47be-8ff1-783a9a4cc887" providerId="ADAL" clId="{183621FD-FBF6-4E12-8D31-2FAE2E2AF5CA}" dt="2024-10-29T07:39:18.634" v="7" actId="113"/>
          <ac:spMkLst>
            <pc:docMk/>
            <pc:sldMk cId="0" sldId="344"/>
            <ac:spMk id="2" creationId="{571ED6DB-1193-D7D6-14BD-76307D6EBFD2}"/>
          </ac:spMkLst>
        </pc:spChg>
        <pc:spChg chg="del">
          <ac:chgData name="Sarah Langley" userId="239c5547-87b3-47be-8ff1-783a9a4cc887" providerId="ADAL" clId="{183621FD-FBF6-4E12-8D31-2FAE2E2AF5CA}" dt="2024-10-29T07:39:08.504" v="3" actId="478"/>
          <ac:spMkLst>
            <pc:docMk/>
            <pc:sldMk cId="0" sldId="344"/>
            <ac:spMk id="3" creationId="{7491D1AA-3CE3-1D27-6DD9-E2D4CEDA7D8F}"/>
          </ac:spMkLst>
        </pc:spChg>
      </pc:sldChg>
    </pc:docChg>
  </pc:docChgLst>
  <pc:docChgLst>
    <pc:chgData name="Paul Winser" userId="c3146a91-e6bd-4264-bd86-e164e04bc32d" providerId="ADAL" clId="{3D11097A-D678-4C15-A582-C609DB358848}"/>
    <pc:docChg chg="modSld">
      <pc:chgData name="Paul Winser" userId="c3146a91-e6bd-4264-bd86-e164e04bc32d" providerId="ADAL" clId="{3D11097A-D678-4C15-A582-C609DB358848}" dt="2024-11-26T15:48:06.236" v="46"/>
      <pc:docMkLst>
        <pc:docMk/>
      </pc:docMkLst>
      <pc:sldChg chg="addSp modSp mod">
        <pc:chgData name="Paul Winser" userId="c3146a91-e6bd-4264-bd86-e164e04bc32d" providerId="ADAL" clId="{3D11097A-D678-4C15-A582-C609DB358848}" dt="2024-11-26T15:47:00.884" v="13" actId="20577"/>
        <pc:sldMkLst>
          <pc:docMk/>
          <pc:sldMk cId="0" sldId="256"/>
        </pc:sldMkLst>
        <pc:spChg chg="add mod">
          <ac:chgData name="Paul Winser" userId="c3146a91-e6bd-4264-bd86-e164e04bc32d" providerId="ADAL" clId="{3D11097A-D678-4C15-A582-C609DB358848}" dt="2024-11-26T15:47:00.884" v="13" actId="20577"/>
          <ac:spMkLst>
            <pc:docMk/>
            <pc:sldMk cId="0" sldId="256"/>
            <ac:spMk id="2" creationId="{6262AF2B-914B-74C4-BA01-0BDE98954294}"/>
          </ac:spMkLst>
        </pc:spChg>
      </pc:sldChg>
      <pc:sldChg chg="addSp modSp">
        <pc:chgData name="Paul Winser" userId="c3146a91-e6bd-4264-bd86-e164e04bc32d" providerId="ADAL" clId="{3D11097A-D678-4C15-A582-C609DB358848}" dt="2024-11-26T15:47:06.177" v="14"/>
        <pc:sldMkLst>
          <pc:docMk/>
          <pc:sldMk cId="0" sldId="257"/>
        </pc:sldMkLst>
        <pc:spChg chg="add mod">
          <ac:chgData name="Paul Winser" userId="c3146a91-e6bd-4264-bd86-e164e04bc32d" providerId="ADAL" clId="{3D11097A-D678-4C15-A582-C609DB358848}" dt="2024-11-26T15:47:06.177" v="14"/>
          <ac:spMkLst>
            <pc:docMk/>
            <pc:sldMk cId="0" sldId="257"/>
            <ac:spMk id="2" creationId="{194ED202-067A-E788-CC6F-D89E026E399B}"/>
          </ac:spMkLst>
        </pc:spChg>
      </pc:sldChg>
      <pc:sldChg chg="addSp modSp">
        <pc:chgData name="Paul Winser" userId="c3146a91-e6bd-4264-bd86-e164e04bc32d" providerId="ADAL" clId="{3D11097A-D678-4C15-A582-C609DB358848}" dt="2024-11-26T15:47:07.752" v="15"/>
        <pc:sldMkLst>
          <pc:docMk/>
          <pc:sldMk cId="0" sldId="258"/>
        </pc:sldMkLst>
        <pc:spChg chg="add mod">
          <ac:chgData name="Paul Winser" userId="c3146a91-e6bd-4264-bd86-e164e04bc32d" providerId="ADAL" clId="{3D11097A-D678-4C15-A582-C609DB358848}" dt="2024-11-26T15:47:07.752" v="15"/>
          <ac:spMkLst>
            <pc:docMk/>
            <pc:sldMk cId="0" sldId="258"/>
            <ac:spMk id="2" creationId="{59B481C4-3189-E5A9-A9FB-0095B046E4A2}"/>
          </ac:spMkLst>
        </pc:spChg>
      </pc:sldChg>
      <pc:sldChg chg="addSp modSp">
        <pc:chgData name="Paul Winser" userId="c3146a91-e6bd-4264-bd86-e164e04bc32d" providerId="ADAL" clId="{3D11097A-D678-4C15-A582-C609DB358848}" dt="2024-11-26T15:47:09.193" v="16"/>
        <pc:sldMkLst>
          <pc:docMk/>
          <pc:sldMk cId="0" sldId="272"/>
        </pc:sldMkLst>
        <pc:spChg chg="add mod">
          <ac:chgData name="Paul Winser" userId="c3146a91-e6bd-4264-bd86-e164e04bc32d" providerId="ADAL" clId="{3D11097A-D678-4C15-A582-C609DB358848}" dt="2024-11-26T15:47:09.193" v="16"/>
          <ac:spMkLst>
            <pc:docMk/>
            <pc:sldMk cId="0" sldId="272"/>
            <ac:spMk id="2" creationId="{7B9080A7-8269-05F8-5F1A-92DEA82B741B}"/>
          </ac:spMkLst>
        </pc:spChg>
      </pc:sldChg>
      <pc:sldChg chg="addSp modSp">
        <pc:chgData name="Paul Winser" userId="c3146a91-e6bd-4264-bd86-e164e04bc32d" providerId="ADAL" clId="{3D11097A-D678-4C15-A582-C609DB358848}" dt="2024-11-26T15:47:12.080" v="17"/>
        <pc:sldMkLst>
          <pc:docMk/>
          <pc:sldMk cId="884549766" sldId="305"/>
        </pc:sldMkLst>
        <pc:spChg chg="add mod">
          <ac:chgData name="Paul Winser" userId="c3146a91-e6bd-4264-bd86-e164e04bc32d" providerId="ADAL" clId="{3D11097A-D678-4C15-A582-C609DB358848}" dt="2024-11-26T15:47:12.080" v="17"/>
          <ac:spMkLst>
            <pc:docMk/>
            <pc:sldMk cId="884549766" sldId="305"/>
            <ac:spMk id="3" creationId="{787F2A34-CB2B-639F-DABD-3CD280A57B7E}"/>
          </ac:spMkLst>
        </pc:spChg>
      </pc:sldChg>
      <pc:sldChg chg="addSp modSp">
        <pc:chgData name="Paul Winser" userId="c3146a91-e6bd-4264-bd86-e164e04bc32d" providerId="ADAL" clId="{3D11097A-D678-4C15-A582-C609DB358848}" dt="2024-11-26T15:47:41.645" v="27"/>
        <pc:sldMkLst>
          <pc:docMk/>
          <pc:sldMk cId="588007661" sldId="306"/>
        </pc:sldMkLst>
        <pc:spChg chg="add mod">
          <ac:chgData name="Paul Winser" userId="c3146a91-e6bd-4264-bd86-e164e04bc32d" providerId="ADAL" clId="{3D11097A-D678-4C15-A582-C609DB358848}" dt="2024-11-26T15:47:41.645" v="27"/>
          <ac:spMkLst>
            <pc:docMk/>
            <pc:sldMk cId="588007661" sldId="306"/>
            <ac:spMk id="2" creationId="{B2CA7CB4-3C92-F9BB-E904-C4ED81517A7A}"/>
          </ac:spMkLst>
        </pc:spChg>
      </pc:sldChg>
      <pc:sldChg chg="addSp modSp">
        <pc:chgData name="Paul Winser" userId="c3146a91-e6bd-4264-bd86-e164e04bc32d" providerId="ADAL" clId="{3D11097A-D678-4C15-A582-C609DB358848}" dt="2024-11-26T15:47:28.589" v="23"/>
        <pc:sldMkLst>
          <pc:docMk/>
          <pc:sldMk cId="1041235149" sldId="310"/>
        </pc:sldMkLst>
        <pc:spChg chg="add mod">
          <ac:chgData name="Paul Winser" userId="c3146a91-e6bd-4264-bd86-e164e04bc32d" providerId="ADAL" clId="{3D11097A-D678-4C15-A582-C609DB358848}" dt="2024-11-26T15:47:28.589" v="23"/>
          <ac:spMkLst>
            <pc:docMk/>
            <pc:sldMk cId="1041235149" sldId="310"/>
            <ac:spMk id="2" creationId="{D20EA390-8C6F-89E1-7A7B-1F803B1EE126}"/>
          </ac:spMkLst>
        </pc:spChg>
      </pc:sldChg>
      <pc:sldChg chg="addSp modSp">
        <pc:chgData name="Paul Winser" userId="c3146a91-e6bd-4264-bd86-e164e04bc32d" providerId="ADAL" clId="{3D11097A-D678-4C15-A582-C609DB358848}" dt="2024-11-26T15:47:13.393" v="18"/>
        <pc:sldMkLst>
          <pc:docMk/>
          <pc:sldMk cId="2478667994" sldId="311"/>
        </pc:sldMkLst>
        <pc:spChg chg="add mod">
          <ac:chgData name="Paul Winser" userId="c3146a91-e6bd-4264-bd86-e164e04bc32d" providerId="ADAL" clId="{3D11097A-D678-4C15-A582-C609DB358848}" dt="2024-11-26T15:47:13.393" v="18"/>
          <ac:spMkLst>
            <pc:docMk/>
            <pc:sldMk cId="2478667994" sldId="311"/>
            <ac:spMk id="2" creationId="{2CEBFCA5-A1E1-B067-E1D5-7B52AC59ED2F}"/>
          </ac:spMkLst>
        </pc:spChg>
      </pc:sldChg>
      <pc:sldChg chg="addSp modSp">
        <pc:chgData name="Paul Winser" userId="c3146a91-e6bd-4264-bd86-e164e04bc32d" providerId="ADAL" clId="{3D11097A-D678-4C15-A582-C609DB358848}" dt="2024-11-26T15:47:14.641" v="19"/>
        <pc:sldMkLst>
          <pc:docMk/>
          <pc:sldMk cId="203579866" sldId="312"/>
        </pc:sldMkLst>
        <pc:spChg chg="add mod">
          <ac:chgData name="Paul Winser" userId="c3146a91-e6bd-4264-bd86-e164e04bc32d" providerId="ADAL" clId="{3D11097A-D678-4C15-A582-C609DB358848}" dt="2024-11-26T15:47:14.641" v="19"/>
          <ac:spMkLst>
            <pc:docMk/>
            <pc:sldMk cId="203579866" sldId="312"/>
            <ac:spMk id="2" creationId="{DAE7C57C-AB2E-DF70-8B78-185EF6E70224}"/>
          </ac:spMkLst>
        </pc:spChg>
      </pc:sldChg>
      <pc:sldChg chg="addSp modSp">
        <pc:chgData name="Paul Winser" userId="c3146a91-e6bd-4264-bd86-e164e04bc32d" providerId="ADAL" clId="{3D11097A-D678-4C15-A582-C609DB358848}" dt="2024-11-26T15:47:24.733" v="21"/>
        <pc:sldMkLst>
          <pc:docMk/>
          <pc:sldMk cId="4251217704" sldId="313"/>
        </pc:sldMkLst>
        <pc:spChg chg="add mod">
          <ac:chgData name="Paul Winser" userId="c3146a91-e6bd-4264-bd86-e164e04bc32d" providerId="ADAL" clId="{3D11097A-D678-4C15-A582-C609DB358848}" dt="2024-11-26T15:47:24.733" v="21"/>
          <ac:spMkLst>
            <pc:docMk/>
            <pc:sldMk cId="4251217704" sldId="313"/>
            <ac:spMk id="2" creationId="{D7EEDB15-333B-5A65-AE48-62D5B711B466}"/>
          </ac:spMkLst>
        </pc:spChg>
      </pc:sldChg>
      <pc:sldChg chg="addSp modSp">
        <pc:chgData name="Paul Winser" userId="c3146a91-e6bd-4264-bd86-e164e04bc32d" providerId="ADAL" clId="{3D11097A-D678-4C15-A582-C609DB358848}" dt="2024-11-26T15:47:27.502" v="22"/>
        <pc:sldMkLst>
          <pc:docMk/>
          <pc:sldMk cId="3296037585" sldId="314"/>
        </pc:sldMkLst>
        <pc:spChg chg="add mod">
          <ac:chgData name="Paul Winser" userId="c3146a91-e6bd-4264-bd86-e164e04bc32d" providerId="ADAL" clId="{3D11097A-D678-4C15-A582-C609DB358848}" dt="2024-11-26T15:47:27.502" v="22"/>
          <ac:spMkLst>
            <pc:docMk/>
            <pc:sldMk cId="3296037585" sldId="314"/>
            <ac:spMk id="2" creationId="{14C326C6-408D-0CDC-A992-A7F8FA3E379F}"/>
          </ac:spMkLst>
        </pc:spChg>
      </pc:sldChg>
      <pc:sldChg chg="addSp modSp">
        <pc:chgData name="Paul Winser" userId="c3146a91-e6bd-4264-bd86-e164e04bc32d" providerId="ADAL" clId="{3D11097A-D678-4C15-A582-C609DB358848}" dt="2024-11-26T15:47:37.961" v="24"/>
        <pc:sldMkLst>
          <pc:docMk/>
          <pc:sldMk cId="248919603" sldId="315"/>
        </pc:sldMkLst>
        <pc:spChg chg="add mod">
          <ac:chgData name="Paul Winser" userId="c3146a91-e6bd-4264-bd86-e164e04bc32d" providerId="ADAL" clId="{3D11097A-D678-4C15-A582-C609DB358848}" dt="2024-11-26T15:47:37.961" v="24"/>
          <ac:spMkLst>
            <pc:docMk/>
            <pc:sldMk cId="248919603" sldId="315"/>
            <ac:spMk id="3" creationId="{CCE4DB2B-E627-E24D-AF0C-667EAE77C99F}"/>
          </ac:spMkLst>
        </pc:spChg>
      </pc:sldChg>
      <pc:sldChg chg="addSp modSp">
        <pc:chgData name="Paul Winser" userId="c3146a91-e6bd-4264-bd86-e164e04bc32d" providerId="ADAL" clId="{3D11097A-D678-4C15-A582-C609DB358848}" dt="2024-11-26T15:47:39.580" v="25"/>
        <pc:sldMkLst>
          <pc:docMk/>
          <pc:sldMk cId="4194509847" sldId="316"/>
        </pc:sldMkLst>
        <pc:spChg chg="add mod">
          <ac:chgData name="Paul Winser" userId="c3146a91-e6bd-4264-bd86-e164e04bc32d" providerId="ADAL" clId="{3D11097A-D678-4C15-A582-C609DB358848}" dt="2024-11-26T15:47:39.580" v="25"/>
          <ac:spMkLst>
            <pc:docMk/>
            <pc:sldMk cId="4194509847" sldId="316"/>
            <ac:spMk id="3" creationId="{D4155FC9-47A5-26BB-8DB8-8FB95E14A983}"/>
          </ac:spMkLst>
        </pc:spChg>
      </pc:sldChg>
      <pc:sldChg chg="addSp modSp">
        <pc:chgData name="Paul Winser" userId="c3146a91-e6bd-4264-bd86-e164e04bc32d" providerId="ADAL" clId="{3D11097A-D678-4C15-A582-C609DB358848}" dt="2024-11-26T15:47:46.446" v="31"/>
        <pc:sldMkLst>
          <pc:docMk/>
          <pc:sldMk cId="4153181296" sldId="317"/>
        </pc:sldMkLst>
        <pc:spChg chg="add mod">
          <ac:chgData name="Paul Winser" userId="c3146a91-e6bd-4264-bd86-e164e04bc32d" providerId="ADAL" clId="{3D11097A-D678-4C15-A582-C609DB358848}" dt="2024-11-26T15:47:46.446" v="31"/>
          <ac:spMkLst>
            <pc:docMk/>
            <pc:sldMk cId="4153181296" sldId="317"/>
            <ac:spMk id="2" creationId="{46ECF6CA-BEF9-3983-0C1F-2C764D62CF51}"/>
          </ac:spMkLst>
        </pc:spChg>
      </pc:sldChg>
      <pc:sldChg chg="addSp modSp">
        <pc:chgData name="Paul Winser" userId="c3146a91-e6bd-4264-bd86-e164e04bc32d" providerId="ADAL" clId="{3D11097A-D678-4C15-A582-C609DB358848}" dt="2024-11-26T15:47:45.289" v="30"/>
        <pc:sldMkLst>
          <pc:docMk/>
          <pc:sldMk cId="4272879716" sldId="318"/>
        </pc:sldMkLst>
        <pc:spChg chg="add mod">
          <ac:chgData name="Paul Winser" userId="c3146a91-e6bd-4264-bd86-e164e04bc32d" providerId="ADAL" clId="{3D11097A-D678-4C15-A582-C609DB358848}" dt="2024-11-26T15:47:45.289" v="30"/>
          <ac:spMkLst>
            <pc:docMk/>
            <pc:sldMk cId="4272879716" sldId="318"/>
            <ac:spMk id="3" creationId="{D9B976BA-1148-6AEA-F853-04D4F64AAC1E}"/>
          </ac:spMkLst>
        </pc:spChg>
      </pc:sldChg>
      <pc:sldChg chg="addSp modSp">
        <pc:chgData name="Paul Winser" userId="c3146a91-e6bd-4264-bd86-e164e04bc32d" providerId="ADAL" clId="{3D11097A-D678-4C15-A582-C609DB358848}" dt="2024-11-26T15:47:44.329" v="29"/>
        <pc:sldMkLst>
          <pc:docMk/>
          <pc:sldMk cId="853155730" sldId="319"/>
        </pc:sldMkLst>
        <pc:spChg chg="add mod">
          <ac:chgData name="Paul Winser" userId="c3146a91-e6bd-4264-bd86-e164e04bc32d" providerId="ADAL" clId="{3D11097A-D678-4C15-A582-C609DB358848}" dt="2024-11-26T15:47:44.329" v="29"/>
          <ac:spMkLst>
            <pc:docMk/>
            <pc:sldMk cId="853155730" sldId="319"/>
            <ac:spMk id="2" creationId="{40447F4A-6E92-FDE3-28F4-E4E4135C9BD6}"/>
          </ac:spMkLst>
        </pc:spChg>
      </pc:sldChg>
      <pc:sldChg chg="addSp modSp">
        <pc:chgData name="Paul Winser" userId="c3146a91-e6bd-4264-bd86-e164e04bc32d" providerId="ADAL" clId="{3D11097A-D678-4C15-A582-C609DB358848}" dt="2024-11-26T15:47:47.342" v="32"/>
        <pc:sldMkLst>
          <pc:docMk/>
          <pc:sldMk cId="1044059699" sldId="320"/>
        </pc:sldMkLst>
        <pc:spChg chg="add mod">
          <ac:chgData name="Paul Winser" userId="c3146a91-e6bd-4264-bd86-e164e04bc32d" providerId="ADAL" clId="{3D11097A-D678-4C15-A582-C609DB358848}" dt="2024-11-26T15:47:47.342" v="32"/>
          <ac:spMkLst>
            <pc:docMk/>
            <pc:sldMk cId="1044059699" sldId="320"/>
            <ac:spMk id="2" creationId="{4FF073CD-E2B1-6055-8C74-89A6A055C758}"/>
          </ac:spMkLst>
        </pc:spChg>
      </pc:sldChg>
      <pc:sldChg chg="addSp modSp">
        <pc:chgData name="Paul Winser" userId="c3146a91-e6bd-4264-bd86-e164e04bc32d" providerId="ADAL" clId="{3D11097A-D678-4C15-A582-C609DB358848}" dt="2024-11-26T15:47:48.877" v="33"/>
        <pc:sldMkLst>
          <pc:docMk/>
          <pc:sldMk cId="627221210" sldId="321"/>
        </pc:sldMkLst>
        <pc:spChg chg="add mod">
          <ac:chgData name="Paul Winser" userId="c3146a91-e6bd-4264-bd86-e164e04bc32d" providerId="ADAL" clId="{3D11097A-D678-4C15-A582-C609DB358848}" dt="2024-11-26T15:47:48.877" v="33"/>
          <ac:spMkLst>
            <pc:docMk/>
            <pc:sldMk cId="627221210" sldId="321"/>
            <ac:spMk id="2" creationId="{8BA4F1E0-9600-40E9-6E4D-0CDB03D86881}"/>
          </ac:spMkLst>
        </pc:spChg>
      </pc:sldChg>
      <pc:sldChg chg="addSp modSp">
        <pc:chgData name="Paul Winser" userId="c3146a91-e6bd-4264-bd86-e164e04bc32d" providerId="ADAL" clId="{3D11097A-D678-4C15-A582-C609DB358848}" dt="2024-11-26T15:47:51.146" v="35"/>
        <pc:sldMkLst>
          <pc:docMk/>
          <pc:sldMk cId="1217266321" sldId="324"/>
        </pc:sldMkLst>
        <pc:spChg chg="add mod">
          <ac:chgData name="Paul Winser" userId="c3146a91-e6bd-4264-bd86-e164e04bc32d" providerId="ADAL" clId="{3D11097A-D678-4C15-A582-C609DB358848}" dt="2024-11-26T15:47:51.146" v="35"/>
          <ac:spMkLst>
            <pc:docMk/>
            <pc:sldMk cId="1217266321" sldId="324"/>
            <ac:spMk id="2" creationId="{C6146BBB-85C0-6309-2BC5-E817462DACED}"/>
          </ac:spMkLst>
        </pc:spChg>
      </pc:sldChg>
      <pc:sldChg chg="addSp modSp">
        <pc:chgData name="Paul Winser" userId="c3146a91-e6bd-4264-bd86-e164e04bc32d" providerId="ADAL" clId="{3D11097A-D678-4C15-A582-C609DB358848}" dt="2024-11-26T15:47:54.733" v="38"/>
        <pc:sldMkLst>
          <pc:docMk/>
          <pc:sldMk cId="494039379" sldId="325"/>
        </pc:sldMkLst>
        <pc:spChg chg="add mod">
          <ac:chgData name="Paul Winser" userId="c3146a91-e6bd-4264-bd86-e164e04bc32d" providerId="ADAL" clId="{3D11097A-D678-4C15-A582-C609DB358848}" dt="2024-11-26T15:47:54.733" v="38"/>
          <ac:spMkLst>
            <pc:docMk/>
            <pc:sldMk cId="494039379" sldId="325"/>
            <ac:spMk id="2" creationId="{3F948461-0DEE-335C-1DDA-A4FAB23596DC}"/>
          </ac:spMkLst>
        </pc:spChg>
      </pc:sldChg>
      <pc:sldChg chg="addSp modSp">
        <pc:chgData name="Paul Winser" userId="c3146a91-e6bd-4264-bd86-e164e04bc32d" providerId="ADAL" clId="{3D11097A-D678-4C15-A582-C609DB358848}" dt="2024-11-26T15:47:58.312" v="40"/>
        <pc:sldMkLst>
          <pc:docMk/>
          <pc:sldMk cId="2626328841" sldId="327"/>
        </pc:sldMkLst>
        <pc:spChg chg="add mod">
          <ac:chgData name="Paul Winser" userId="c3146a91-e6bd-4264-bd86-e164e04bc32d" providerId="ADAL" clId="{3D11097A-D678-4C15-A582-C609DB358848}" dt="2024-11-26T15:47:58.312" v="40"/>
          <ac:spMkLst>
            <pc:docMk/>
            <pc:sldMk cId="2626328841" sldId="327"/>
            <ac:spMk id="2" creationId="{60320422-2E71-91B4-E5E6-F1B6330A98CC}"/>
          </ac:spMkLst>
        </pc:spChg>
      </pc:sldChg>
      <pc:sldChg chg="addSp modSp">
        <pc:chgData name="Paul Winser" userId="c3146a91-e6bd-4264-bd86-e164e04bc32d" providerId="ADAL" clId="{3D11097A-D678-4C15-A582-C609DB358848}" dt="2024-11-26T15:48:00.037" v="41"/>
        <pc:sldMkLst>
          <pc:docMk/>
          <pc:sldMk cId="2550830967" sldId="328"/>
        </pc:sldMkLst>
        <pc:spChg chg="add mod">
          <ac:chgData name="Paul Winser" userId="c3146a91-e6bd-4264-bd86-e164e04bc32d" providerId="ADAL" clId="{3D11097A-D678-4C15-A582-C609DB358848}" dt="2024-11-26T15:48:00.037" v="41"/>
          <ac:spMkLst>
            <pc:docMk/>
            <pc:sldMk cId="2550830967" sldId="328"/>
            <ac:spMk id="2" creationId="{4860A646-7EA9-948A-8559-49FE4373D72C}"/>
          </ac:spMkLst>
        </pc:spChg>
      </pc:sldChg>
      <pc:sldChg chg="addSp modSp">
        <pc:chgData name="Paul Winser" userId="c3146a91-e6bd-4264-bd86-e164e04bc32d" providerId="ADAL" clId="{3D11097A-D678-4C15-A582-C609DB358848}" dt="2024-11-26T15:48:01.472" v="42"/>
        <pc:sldMkLst>
          <pc:docMk/>
          <pc:sldMk cId="500697499" sldId="329"/>
        </pc:sldMkLst>
        <pc:spChg chg="add mod">
          <ac:chgData name="Paul Winser" userId="c3146a91-e6bd-4264-bd86-e164e04bc32d" providerId="ADAL" clId="{3D11097A-D678-4C15-A582-C609DB358848}" dt="2024-11-26T15:48:01.472" v="42"/>
          <ac:spMkLst>
            <pc:docMk/>
            <pc:sldMk cId="500697499" sldId="329"/>
            <ac:spMk id="2" creationId="{B22740DF-4B97-F8F2-FFC6-8FA5BA5B7390}"/>
          </ac:spMkLst>
        </pc:spChg>
      </pc:sldChg>
      <pc:sldChg chg="addSp modSp">
        <pc:chgData name="Paul Winser" userId="c3146a91-e6bd-4264-bd86-e164e04bc32d" providerId="ADAL" clId="{3D11097A-D678-4C15-A582-C609DB358848}" dt="2024-11-26T15:48:02.623" v="43"/>
        <pc:sldMkLst>
          <pc:docMk/>
          <pc:sldMk cId="4003193084" sldId="331"/>
        </pc:sldMkLst>
        <pc:spChg chg="add mod">
          <ac:chgData name="Paul Winser" userId="c3146a91-e6bd-4264-bd86-e164e04bc32d" providerId="ADAL" clId="{3D11097A-D678-4C15-A582-C609DB358848}" dt="2024-11-26T15:48:02.623" v="43"/>
          <ac:spMkLst>
            <pc:docMk/>
            <pc:sldMk cId="4003193084" sldId="331"/>
            <ac:spMk id="2" creationId="{61DD9572-1401-BA67-8C75-F4DB45E756DA}"/>
          </ac:spMkLst>
        </pc:spChg>
      </pc:sldChg>
      <pc:sldChg chg="addSp modSp">
        <pc:chgData name="Paul Winser" userId="c3146a91-e6bd-4264-bd86-e164e04bc32d" providerId="ADAL" clId="{3D11097A-D678-4C15-A582-C609DB358848}" dt="2024-11-26T15:48:04.827" v="45"/>
        <pc:sldMkLst>
          <pc:docMk/>
          <pc:sldMk cId="1249119910" sldId="332"/>
        </pc:sldMkLst>
        <pc:spChg chg="add mod">
          <ac:chgData name="Paul Winser" userId="c3146a91-e6bd-4264-bd86-e164e04bc32d" providerId="ADAL" clId="{3D11097A-D678-4C15-A582-C609DB358848}" dt="2024-11-26T15:48:04.827" v="45"/>
          <ac:spMkLst>
            <pc:docMk/>
            <pc:sldMk cId="1249119910" sldId="332"/>
            <ac:spMk id="4" creationId="{367CF2E6-B638-B9B5-DB38-C3D8B84751E8}"/>
          </ac:spMkLst>
        </pc:spChg>
      </pc:sldChg>
      <pc:sldChg chg="addSp modSp">
        <pc:chgData name="Paul Winser" userId="c3146a91-e6bd-4264-bd86-e164e04bc32d" providerId="ADAL" clId="{3D11097A-D678-4C15-A582-C609DB358848}" dt="2024-11-26T15:47:52.361" v="36"/>
        <pc:sldMkLst>
          <pc:docMk/>
          <pc:sldMk cId="2220291597" sldId="334"/>
        </pc:sldMkLst>
        <pc:spChg chg="add mod">
          <ac:chgData name="Paul Winser" userId="c3146a91-e6bd-4264-bd86-e164e04bc32d" providerId="ADAL" clId="{3D11097A-D678-4C15-A582-C609DB358848}" dt="2024-11-26T15:47:52.361" v="36"/>
          <ac:spMkLst>
            <pc:docMk/>
            <pc:sldMk cId="2220291597" sldId="334"/>
            <ac:spMk id="2" creationId="{CED33C0E-3F68-B4C4-F498-148BD752EB4F}"/>
          </ac:spMkLst>
        </pc:spChg>
      </pc:sldChg>
      <pc:sldChg chg="addSp modSp">
        <pc:chgData name="Paul Winser" userId="c3146a91-e6bd-4264-bd86-e164e04bc32d" providerId="ADAL" clId="{3D11097A-D678-4C15-A582-C609DB358848}" dt="2024-11-26T15:48:03.336" v="44"/>
        <pc:sldMkLst>
          <pc:docMk/>
          <pc:sldMk cId="3385665446" sldId="336"/>
        </pc:sldMkLst>
        <pc:spChg chg="add mod">
          <ac:chgData name="Paul Winser" userId="c3146a91-e6bd-4264-bd86-e164e04bc32d" providerId="ADAL" clId="{3D11097A-D678-4C15-A582-C609DB358848}" dt="2024-11-26T15:48:03.336" v="44"/>
          <ac:spMkLst>
            <pc:docMk/>
            <pc:sldMk cId="3385665446" sldId="336"/>
            <ac:spMk id="2" creationId="{12DEEFCC-430B-3D28-F95C-07A0796C8FA2}"/>
          </ac:spMkLst>
        </pc:spChg>
      </pc:sldChg>
      <pc:sldChg chg="addSp modSp">
        <pc:chgData name="Paul Winser" userId="c3146a91-e6bd-4264-bd86-e164e04bc32d" providerId="ADAL" clId="{3D11097A-D678-4C15-A582-C609DB358848}" dt="2024-11-26T15:47:56.831" v="39"/>
        <pc:sldMkLst>
          <pc:docMk/>
          <pc:sldMk cId="2981822002" sldId="337"/>
        </pc:sldMkLst>
        <pc:spChg chg="add mod">
          <ac:chgData name="Paul Winser" userId="c3146a91-e6bd-4264-bd86-e164e04bc32d" providerId="ADAL" clId="{3D11097A-D678-4C15-A582-C609DB358848}" dt="2024-11-26T15:47:56.831" v="39"/>
          <ac:spMkLst>
            <pc:docMk/>
            <pc:sldMk cId="2981822002" sldId="337"/>
            <ac:spMk id="3" creationId="{F8D2149C-1316-F553-6BD3-AE42F5DA10F3}"/>
          </ac:spMkLst>
        </pc:spChg>
      </pc:sldChg>
      <pc:sldChg chg="addSp modSp">
        <pc:chgData name="Paul Winser" userId="c3146a91-e6bd-4264-bd86-e164e04bc32d" providerId="ADAL" clId="{3D11097A-D678-4C15-A582-C609DB358848}" dt="2024-11-26T15:47:53.482" v="37"/>
        <pc:sldMkLst>
          <pc:docMk/>
          <pc:sldMk cId="3877861197" sldId="339"/>
        </pc:sldMkLst>
        <pc:spChg chg="add mod">
          <ac:chgData name="Paul Winser" userId="c3146a91-e6bd-4264-bd86-e164e04bc32d" providerId="ADAL" clId="{3D11097A-D678-4C15-A582-C609DB358848}" dt="2024-11-26T15:47:53.482" v="37"/>
          <ac:spMkLst>
            <pc:docMk/>
            <pc:sldMk cId="3877861197" sldId="339"/>
            <ac:spMk id="4" creationId="{DC570DE3-14AD-8E64-3FF6-9F02688C3042}"/>
          </ac:spMkLst>
        </pc:spChg>
      </pc:sldChg>
      <pc:sldChg chg="addSp modSp">
        <pc:chgData name="Paul Winser" userId="c3146a91-e6bd-4264-bd86-e164e04bc32d" providerId="ADAL" clId="{3D11097A-D678-4C15-A582-C609DB358848}" dt="2024-11-26T15:47:49.674" v="34"/>
        <pc:sldMkLst>
          <pc:docMk/>
          <pc:sldMk cId="618367690" sldId="340"/>
        </pc:sldMkLst>
        <pc:spChg chg="add mod">
          <ac:chgData name="Paul Winser" userId="c3146a91-e6bd-4264-bd86-e164e04bc32d" providerId="ADAL" clId="{3D11097A-D678-4C15-A582-C609DB358848}" dt="2024-11-26T15:47:49.674" v="34"/>
          <ac:spMkLst>
            <pc:docMk/>
            <pc:sldMk cId="618367690" sldId="340"/>
            <ac:spMk id="3" creationId="{885999AF-31A9-A8E1-D961-4DA41923FCC1}"/>
          </ac:spMkLst>
        </pc:spChg>
      </pc:sldChg>
      <pc:sldChg chg="addSp modSp">
        <pc:chgData name="Paul Winser" userId="c3146a91-e6bd-4264-bd86-e164e04bc32d" providerId="ADAL" clId="{3D11097A-D678-4C15-A582-C609DB358848}" dt="2024-11-26T15:47:40.475" v="26"/>
        <pc:sldMkLst>
          <pc:docMk/>
          <pc:sldMk cId="3764735675" sldId="341"/>
        </pc:sldMkLst>
        <pc:spChg chg="add mod">
          <ac:chgData name="Paul Winser" userId="c3146a91-e6bd-4264-bd86-e164e04bc32d" providerId="ADAL" clId="{3D11097A-D678-4C15-A582-C609DB358848}" dt="2024-11-26T15:47:40.475" v="26"/>
          <ac:spMkLst>
            <pc:docMk/>
            <pc:sldMk cId="3764735675" sldId="341"/>
            <ac:spMk id="3" creationId="{DB9BEE49-9247-973A-1C35-DC934DF3C42F}"/>
          </ac:spMkLst>
        </pc:spChg>
      </pc:sldChg>
      <pc:sldChg chg="addSp modSp">
        <pc:chgData name="Paul Winser" userId="c3146a91-e6bd-4264-bd86-e164e04bc32d" providerId="ADAL" clId="{3D11097A-D678-4C15-A582-C609DB358848}" dt="2024-11-26T15:47:22.279" v="20"/>
        <pc:sldMkLst>
          <pc:docMk/>
          <pc:sldMk cId="4025451694" sldId="342"/>
        </pc:sldMkLst>
        <pc:spChg chg="add mod">
          <ac:chgData name="Paul Winser" userId="c3146a91-e6bd-4264-bd86-e164e04bc32d" providerId="ADAL" clId="{3D11097A-D678-4C15-A582-C609DB358848}" dt="2024-11-26T15:47:22.279" v="20"/>
          <ac:spMkLst>
            <pc:docMk/>
            <pc:sldMk cId="4025451694" sldId="342"/>
            <ac:spMk id="2" creationId="{78AEF98A-566B-0001-4836-8772CD92F726}"/>
          </ac:spMkLst>
        </pc:spChg>
      </pc:sldChg>
      <pc:sldChg chg="addSp modSp">
        <pc:chgData name="Paul Winser" userId="c3146a91-e6bd-4264-bd86-e164e04bc32d" providerId="ADAL" clId="{3D11097A-D678-4C15-A582-C609DB358848}" dt="2024-11-26T15:47:42.822" v="28"/>
        <pc:sldMkLst>
          <pc:docMk/>
          <pc:sldMk cId="3588841390" sldId="343"/>
        </pc:sldMkLst>
        <pc:spChg chg="add mod">
          <ac:chgData name="Paul Winser" userId="c3146a91-e6bd-4264-bd86-e164e04bc32d" providerId="ADAL" clId="{3D11097A-D678-4C15-A582-C609DB358848}" dt="2024-11-26T15:47:42.822" v="28"/>
          <ac:spMkLst>
            <pc:docMk/>
            <pc:sldMk cId="3588841390" sldId="343"/>
            <ac:spMk id="11" creationId="{F22B9EF8-D62F-A126-802B-59FCA86D0121}"/>
          </ac:spMkLst>
        </pc:spChg>
      </pc:sldChg>
      <pc:sldChg chg="addSp modSp">
        <pc:chgData name="Paul Winser" userId="c3146a91-e6bd-4264-bd86-e164e04bc32d" providerId="ADAL" clId="{3D11097A-D678-4C15-A582-C609DB358848}" dt="2024-11-26T15:48:06.236" v="46"/>
        <pc:sldMkLst>
          <pc:docMk/>
          <pc:sldMk cId="0" sldId="344"/>
        </pc:sldMkLst>
        <pc:spChg chg="add mod">
          <ac:chgData name="Paul Winser" userId="c3146a91-e6bd-4264-bd86-e164e04bc32d" providerId="ADAL" clId="{3D11097A-D678-4C15-A582-C609DB358848}" dt="2024-11-26T15:48:06.236" v="46"/>
          <ac:spMkLst>
            <pc:docMk/>
            <pc:sldMk cId="0" sldId="344"/>
            <ac:spMk id="3" creationId="{2D33B474-2BC6-5EA5-D282-CBAEB331B658}"/>
          </ac:spMkLst>
        </pc:spChg>
      </pc:sldChg>
    </pc:docChg>
  </pc:docChgLst>
  <pc:docChgLst>
    <pc:chgData name="Joyce Harvey" userId="1e04374d961c3b67" providerId="LiveId" clId="{F691B751-3E6C-403F-A353-2FB923A3B0A9}"/>
    <pc:docChg chg="undo custSel modSld">
      <pc:chgData name="Joyce Harvey" userId="1e04374d961c3b67" providerId="LiveId" clId="{F691B751-3E6C-403F-A353-2FB923A3B0A9}" dt="2024-10-09T13:30:50.324" v="337" actId="20577"/>
      <pc:docMkLst>
        <pc:docMk/>
      </pc:docMkLst>
      <pc:sldChg chg="modSp mod modCm">
        <pc:chgData name="Joyce Harvey" userId="1e04374d961c3b67" providerId="LiveId" clId="{F691B751-3E6C-403F-A353-2FB923A3B0A9}" dt="2024-10-09T13:30:14.023" v="333" actId="20577"/>
        <pc:sldMkLst>
          <pc:docMk/>
          <pc:sldMk cId="0" sldId="272"/>
        </pc:sldMkLst>
        <pc:spChg chg="mod">
          <ac:chgData name="Joyce Harvey" userId="1e04374d961c3b67" providerId="LiveId" clId="{F691B751-3E6C-403F-A353-2FB923A3B0A9}" dt="2024-10-09T13:30:14.023" v="333" actId="20577"/>
          <ac:spMkLst>
            <pc:docMk/>
            <pc:sldMk cId="0" sldId="272"/>
            <ac:spMk id="34819" creationId="{453C7683-8588-7ABC-32E0-8A4E68218620}"/>
          </ac:spMkLst>
        </pc:spChg>
        <pc:extLst>
          <p:ext xmlns:p="http://schemas.openxmlformats.org/presentationml/2006/main" uri="{D6D511B9-2390-475A-947B-AFAB55BFBCF1}">
            <pc226:cmChg xmlns:pc226="http://schemas.microsoft.com/office/powerpoint/2022/06/main/command" chg="mod">
              <pc226:chgData name="Joyce Harvey" userId="1e04374d961c3b67" providerId="LiveId" clId="{F691B751-3E6C-403F-A353-2FB923A3B0A9}" dt="2024-10-09T13:09:16.645" v="1" actId="20577"/>
              <pc2:cmMkLst xmlns:pc2="http://schemas.microsoft.com/office/powerpoint/2019/9/main/command">
                <pc:docMk/>
                <pc:sldMk cId="0" sldId="272"/>
                <pc2:cmMk id="{62B51102-A286-B54B-8DCB-487D3FD5D607}"/>
              </pc2:cmMkLst>
            </pc226:cmChg>
          </p:ext>
        </pc:extLst>
      </pc:sldChg>
      <pc:sldChg chg="modSp mod modCm">
        <pc:chgData name="Joyce Harvey" userId="1e04374d961c3b67" providerId="LiveId" clId="{F691B751-3E6C-403F-A353-2FB923A3B0A9}" dt="2024-10-09T13:30:50.324" v="337" actId="20577"/>
        <pc:sldMkLst>
          <pc:docMk/>
          <pc:sldMk cId="588007661" sldId="306"/>
        </pc:sldMkLst>
        <pc:spChg chg="mod">
          <ac:chgData name="Joyce Harvey" userId="1e04374d961c3b67" providerId="LiveId" clId="{F691B751-3E6C-403F-A353-2FB923A3B0A9}" dt="2024-10-09T13:30:50.324" v="337" actId="20577"/>
          <ac:spMkLst>
            <pc:docMk/>
            <pc:sldMk cId="588007661" sldId="306"/>
            <ac:spMk id="34819" creationId="{453C7683-8588-7ABC-32E0-8A4E68218620}"/>
          </ac:spMkLst>
        </pc:spChg>
        <pc:extLst>
          <p:ext xmlns:p="http://schemas.openxmlformats.org/presentationml/2006/main" uri="{D6D511B9-2390-475A-947B-AFAB55BFBCF1}">
            <pc226:cmChg xmlns:pc226="http://schemas.microsoft.com/office/powerpoint/2022/06/main/command" chg="mod">
              <pc226:chgData name="Joyce Harvey" userId="1e04374d961c3b67" providerId="LiveId" clId="{F691B751-3E6C-403F-A353-2FB923A3B0A9}" dt="2024-10-09T13:30:50.324" v="337" actId="20577"/>
              <pc2:cmMkLst xmlns:pc2="http://schemas.microsoft.com/office/powerpoint/2019/9/main/command">
                <pc:docMk/>
                <pc:sldMk cId="588007661" sldId="306"/>
                <pc2:cmMk id="{C2D4637E-D88A-854C-925E-44C554843972}"/>
              </pc2:cmMkLst>
            </pc226:cmChg>
          </p:ext>
        </pc:extLst>
      </pc:sldChg>
      <pc:sldChg chg="modSp mod modCm">
        <pc:chgData name="Joyce Harvey" userId="1e04374d961c3b67" providerId="LiveId" clId="{F691B751-3E6C-403F-A353-2FB923A3B0A9}" dt="2024-10-09T13:10:44.030" v="171" actId="20577"/>
        <pc:sldMkLst>
          <pc:docMk/>
          <pc:sldMk cId="2478667994" sldId="311"/>
        </pc:sldMkLst>
        <pc:spChg chg="mod">
          <ac:chgData name="Joyce Harvey" userId="1e04374d961c3b67" providerId="LiveId" clId="{F691B751-3E6C-403F-A353-2FB923A3B0A9}" dt="2024-10-09T13:10:44.030" v="171" actId="20577"/>
          <ac:spMkLst>
            <pc:docMk/>
            <pc:sldMk cId="2478667994" sldId="311"/>
            <ac:spMk id="34819" creationId="{453C7683-8588-7ABC-32E0-8A4E68218620}"/>
          </ac:spMkLst>
        </pc:spChg>
        <pc:extLst>
          <p:ext xmlns:p="http://schemas.openxmlformats.org/presentationml/2006/main" uri="{D6D511B9-2390-475A-947B-AFAB55BFBCF1}">
            <pc226:cmChg xmlns:pc226="http://schemas.microsoft.com/office/powerpoint/2022/06/main/command" chg="mod">
              <pc226:chgData name="Joyce Harvey" userId="1e04374d961c3b67" providerId="LiveId" clId="{F691B751-3E6C-403F-A353-2FB923A3B0A9}" dt="2024-10-09T13:10:44.030" v="171" actId="20577"/>
              <pc2:cmMkLst xmlns:pc2="http://schemas.microsoft.com/office/powerpoint/2019/9/main/command">
                <pc:docMk/>
                <pc:sldMk cId="2478667994" sldId="311"/>
                <pc2:cmMk id="{764C07AC-2FC7-6E44-83AD-0575929E937C}"/>
              </pc2:cmMkLst>
            </pc226:cmChg>
          </p:ext>
        </pc:extLst>
      </pc:sldChg>
      <pc:sldChg chg="addSp delSp modSp mod modCm">
        <pc:chgData name="Joyce Harvey" userId="1e04374d961c3b67" providerId="LiveId" clId="{F691B751-3E6C-403F-A353-2FB923A3B0A9}" dt="2024-10-09T13:15:45.926" v="327" actId="21"/>
        <pc:sldMkLst>
          <pc:docMk/>
          <pc:sldMk cId="1249119910" sldId="332"/>
        </pc:sldMkLst>
        <pc:spChg chg="add del mod">
          <ac:chgData name="Joyce Harvey" userId="1e04374d961c3b67" providerId="LiveId" clId="{F691B751-3E6C-403F-A353-2FB923A3B0A9}" dt="2024-10-09T13:15:45.926" v="327" actId="21"/>
          <ac:spMkLst>
            <pc:docMk/>
            <pc:sldMk cId="1249119910" sldId="332"/>
            <ac:spMk id="2" creationId="{21BE4A8E-2915-E514-39A3-81164A408531}"/>
          </ac:spMkLst>
        </pc:spChg>
        <pc:extLst>
          <p:ext xmlns:p="http://schemas.openxmlformats.org/presentationml/2006/main" uri="{D6D511B9-2390-475A-947B-AFAB55BFBCF1}">
            <pc226:cmChg xmlns:pc226="http://schemas.microsoft.com/office/powerpoint/2022/06/main/command" chg="mod">
              <pc226:chgData name="Joyce Harvey" userId="1e04374d961c3b67" providerId="LiveId" clId="{F691B751-3E6C-403F-A353-2FB923A3B0A9}" dt="2024-10-09T13:15:45.926" v="327" actId="21"/>
              <pc2:cmMkLst xmlns:pc2="http://schemas.microsoft.com/office/powerpoint/2019/9/main/command">
                <pc:docMk/>
                <pc:sldMk cId="1249119910" sldId="332"/>
                <pc2:cmMk id="{A94BF956-C6FA-9248-88B7-D9BB2FEEC39C}"/>
              </pc2:cmMkLst>
            </pc226:cmChg>
          </p:ext>
        </pc:extLst>
      </pc:sldChg>
      <pc:sldChg chg="delSp modSp mod">
        <pc:chgData name="Joyce Harvey" userId="1e04374d961c3b67" providerId="LiveId" clId="{F691B751-3E6C-403F-A353-2FB923A3B0A9}" dt="2024-10-09T13:16:15.513" v="329" actId="14100"/>
        <pc:sldMkLst>
          <pc:docMk/>
          <pc:sldMk cId="3311269201" sldId="333"/>
        </pc:sldMkLst>
        <pc:spChg chg="mod">
          <ac:chgData name="Joyce Harvey" userId="1e04374d961c3b67" providerId="LiveId" clId="{F691B751-3E6C-403F-A353-2FB923A3B0A9}" dt="2024-10-09T13:16:15.513" v="329" actId="14100"/>
          <ac:spMkLst>
            <pc:docMk/>
            <pc:sldMk cId="3311269201" sldId="333"/>
            <ac:spMk id="34819" creationId="{453C7683-8588-7ABC-32E0-8A4E68218620}"/>
          </ac:spMkLst>
        </pc:spChg>
        <pc:picChg chg="del">
          <ac:chgData name="Joyce Harvey" userId="1e04374d961c3b67" providerId="LiveId" clId="{F691B751-3E6C-403F-A353-2FB923A3B0A9}" dt="2024-10-09T13:16:07.986" v="328" actId="478"/>
          <ac:picMkLst>
            <pc:docMk/>
            <pc:sldMk cId="3311269201" sldId="333"/>
            <ac:picMk id="1026" creationId="{32DBBAC6-6D97-55C9-7C84-C2F326299241}"/>
          </ac:picMkLst>
        </pc:picChg>
      </pc:sldChg>
      <pc:sldChg chg="modSp mod modCm">
        <pc:chgData name="Joyce Harvey" userId="1e04374d961c3b67" providerId="LiveId" clId="{F691B751-3E6C-403F-A353-2FB923A3B0A9}" dt="2024-10-09T13:12:47.759" v="300" actId="6549"/>
        <pc:sldMkLst>
          <pc:docMk/>
          <pc:sldMk cId="4025451694" sldId="342"/>
        </pc:sldMkLst>
        <pc:spChg chg="mod">
          <ac:chgData name="Joyce Harvey" userId="1e04374d961c3b67" providerId="LiveId" clId="{F691B751-3E6C-403F-A353-2FB923A3B0A9}" dt="2024-10-09T13:12:47.759" v="300" actId="6549"/>
          <ac:spMkLst>
            <pc:docMk/>
            <pc:sldMk cId="4025451694" sldId="342"/>
            <ac:spMk id="4" creationId="{C994855E-D426-DFF9-7023-485C4DBDDEDD}"/>
          </ac:spMkLst>
        </pc:spChg>
        <pc:extLst>
          <p:ext xmlns:p="http://schemas.openxmlformats.org/presentationml/2006/main" uri="{D6D511B9-2390-475A-947B-AFAB55BFBCF1}">
            <pc226:cmChg xmlns:pc226="http://schemas.microsoft.com/office/powerpoint/2022/06/main/command" chg="mod">
              <pc226:chgData name="Joyce Harvey" userId="1e04374d961c3b67" providerId="LiveId" clId="{F691B751-3E6C-403F-A353-2FB923A3B0A9}" dt="2024-10-09T13:12:47.759" v="300" actId="6549"/>
              <pc2:cmMkLst xmlns:pc2="http://schemas.microsoft.com/office/powerpoint/2019/9/main/command">
                <pc:docMk/>
                <pc:sldMk cId="4025451694" sldId="342"/>
                <pc2:cmMk id="{253D2C60-F8D0-744C-BB62-78B15A2A8DD7}"/>
              </pc2:cmMkLst>
            </pc226:cmChg>
          </p:ext>
        </pc:extLst>
      </pc:sldChg>
      <pc:sldChg chg="addSp modSp mod modCm">
        <pc:chgData name="Joyce Harvey" userId="1e04374d961c3b67" providerId="LiveId" clId="{F691B751-3E6C-403F-A353-2FB923A3B0A9}" dt="2024-10-09T13:15:12.189" v="320" actId="1076"/>
        <pc:sldMkLst>
          <pc:docMk/>
          <pc:sldMk cId="3588841390" sldId="343"/>
        </pc:sldMkLst>
        <pc:spChg chg="mod">
          <ac:chgData name="Joyce Harvey" userId="1e04374d961c3b67" providerId="LiveId" clId="{F691B751-3E6C-403F-A353-2FB923A3B0A9}" dt="2024-10-09T13:13:26.734" v="302" actId="1076"/>
          <ac:spMkLst>
            <pc:docMk/>
            <pc:sldMk cId="3588841390" sldId="343"/>
            <ac:spMk id="12" creationId="{55108AA0-78A4-886B-FE15-A0EB1597D329}"/>
          </ac:spMkLst>
        </pc:spChg>
        <pc:spChg chg="add mod">
          <ac:chgData name="Joyce Harvey" userId="1e04374d961c3b67" providerId="LiveId" clId="{F691B751-3E6C-403F-A353-2FB923A3B0A9}" dt="2024-10-09T13:15:06.025" v="319" actId="1076"/>
          <ac:spMkLst>
            <pc:docMk/>
            <pc:sldMk cId="3588841390" sldId="343"/>
            <ac:spMk id="13" creationId="{56DF7001-9C03-CC4B-2B61-72B33CBF7223}"/>
          </ac:spMkLst>
        </pc:spChg>
        <pc:spChg chg="mod">
          <ac:chgData name="Joyce Harvey" userId="1e04374d961c3b67" providerId="LiveId" clId="{F691B751-3E6C-403F-A353-2FB923A3B0A9}" dt="2024-10-09T13:14:07.163" v="309" actId="1076"/>
          <ac:spMkLst>
            <pc:docMk/>
            <pc:sldMk cId="3588841390" sldId="343"/>
            <ac:spMk id="14" creationId="{A25ABD5D-AF18-7790-7ED7-60E45144B97E}"/>
          </ac:spMkLst>
        </pc:spChg>
        <pc:spChg chg="mod">
          <ac:chgData name="Joyce Harvey" userId="1e04374d961c3b67" providerId="LiveId" clId="{F691B751-3E6C-403F-A353-2FB923A3B0A9}" dt="2024-10-09T13:15:12.189" v="320" actId="1076"/>
          <ac:spMkLst>
            <pc:docMk/>
            <pc:sldMk cId="3588841390" sldId="343"/>
            <ac:spMk id="16" creationId="{0230FFB2-1E8F-5F92-1BF3-D08D58FB4DE7}"/>
          </ac:spMkLst>
        </pc:spChg>
        <pc:spChg chg="mod">
          <ac:chgData name="Joyce Harvey" userId="1e04374d961c3b67" providerId="LiveId" clId="{F691B751-3E6C-403F-A353-2FB923A3B0A9}" dt="2024-10-09T13:14:34.947" v="313" actId="6549"/>
          <ac:spMkLst>
            <pc:docMk/>
            <pc:sldMk cId="3588841390" sldId="343"/>
            <ac:spMk id="34820" creationId="{8DCD7CE1-603D-4D59-3DBB-C13C0B6505F0}"/>
          </ac:spMkLst>
        </pc:spChg>
        <pc:grpChg chg="mod">
          <ac:chgData name="Joyce Harvey" userId="1e04374d961c3b67" providerId="LiveId" clId="{F691B751-3E6C-403F-A353-2FB923A3B0A9}" dt="2024-10-09T13:14:25.725" v="312" actId="1076"/>
          <ac:grpSpMkLst>
            <pc:docMk/>
            <pc:sldMk cId="3588841390" sldId="343"/>
            <ac:grpSpMk id="2" creationId="{81D6A3F4-3F1A-C15B-A373-DBBD8A16C07B}"/>
          </ac:grpSpMkLst>
        </pc:grpChg>
        <pc:grpChg chg="mod">
          <ac:chgData name="Joyce Harvey" userId="1e04374d961c3b67" providerId="LiveId" clId="{F691B751-3E6C-403F-A353-2FB923A3B0A9}" dt="2024-10-09T13:13:33.256" v="304" actId="1076"/>
          <ac:grpSpMkLst>
            <pc:docMk/>
            <pc:sldMk cId="3588841390" sldId="343"/>
            <ac:grpSpMk id="5" creationId="{BB81EA9D-BBCF-BF8E-D998-4BCF169B77A6}"/>
          </ac:grpSpMkLst>
        </pc:grpChg>
        <pc:grpChg chg="mod">
          <ac:chgData name="Joyce Harvey" userId="1e04374d961c3b67" providerId="LiveId" clId="{F691B751-3E6C-403F-A353-2FB923A3B0A9}" dt="2024-10-09T13:13:23.895" v="301" actId="1076"/>
          <ac:grpSpMkLst>
            <pc:docMk/>
            <pc:sldMk cId="3588841390" sldId="343"/>
            <ac:grpSpMk id="8" creationId="{DF7A4C9E-337A-0BC3-6671-EB953C433556}"/>
          </ac:grpSpMkLst>
        </pc:grpChg>
        <pc:extLst>
          <p:ext xmlns:p="http://schemas.openxmlformats.org/presentationml/2006/main" uri="{D6D511B9-2390-475A-947B-AFAB55BFBCF1}">
            <pc226:cmChg xmlns:pc226="http://schemas.microsoft.com/office/powerpoint/2022/06/main/command" chg="mod">
              <pc226:chgData name="Joyce Harvey" userId="1e04374d961c3b67" providerId="LiveId" clId="{F691B751-3E6C-403F-A353-2FB923A3B0A9}" dt="2024-10-09T13:14:34.947" v="313" actId="6549"/>
              <pc2:cmMkLst xmlns:pc2="http://schemas.microsoft.com/office/powerpoint/2019/9/main/command">
                <pc:docMk/>
                <pc:sldMk cId="3588841390" sldId="343"/>
                <pc2:cmMk id="{451D7C50-9903-9D47-8CD1-9087E759F006}"/>
              </pc2:cmMkLst>
            </pc226:cmChg>
          </p:ext>
        </pc:extLst>
      </pc:sldChg>
    </pc:docChg>
  </pc:docChgLst>
  <pc:docChgLst>
    <pc:chgData name="Paul Winser" userId="c3146a91-e6bd-4264-bd86-e164e04bc32d" providerId="ADAL" clId="{DEEBE21A-07FB-4FC4-A24D-3F827A935C66}"/>
    <pc:docChg chg="custSel modSld">
      <pc:chgData name="Paul Winser" userId="c3146a91-e6bd-4264-bd86-e164e04bc32d" providerId="ADAL" clId="{DEEBE21A-07FB-4FC4-A24D-3F827A935C66}" dt="2024-11-13T13:56:28.395" v="41" actId="20577"/>
      <pc:docMkLst>
        <pc:docMk/>
      </pc:docMkLst>
      <pc:sldChg chg="modSp">
        <pc:chgData name="Paul Winser" userId="c3146a91-e6bd-4264-bd86-e164e04bc32d" providerId="ADAL" clId="{DEEBE21A-07FB-4FC4-A24D-3F827A935C66}" dt="2024-11-13T13:53:56.443" v="0" actId="14100"/>
        <pc:sldMkLst>
          <pc:docMk/>
          <pc:sldMk cId="0" sldId="257"/>
        </pc:sldMkLst>
        <pc:spChg chg="mod">
          <ac:chgData name="Paul Winser" userId="c3146a91-e6bd-4264-bd86-e164e04bc32d" providerId="ADAL" clId="{DEEBE21A-07FB-4FC4-A24D-3F827A935C66}" dt="2024-11-13T13:53:56.443" v="0" actId="14100"/>
          <ac:spMkLst>
            <pc:docMk/>
            <pc:sldMk cId="0" sldId="257"/>
            <ac:spMk id="30723" creationId="{3C79F714-332C-AB63-03D9-E6D0CAE0623F}"/>
          </ac:spMkLst>
        </pc:spChg>
      </pc:sldChg>
      <pc:sldChg chg="modSp">
        <pc:chgData name="Paul Winser" userId="c3146a91-e6bd-4264-bd86-e164e04bc32d" providerId="ADAL" clId="{DEEBE21A-07FB-4FC4-A24D-3F827A935C66}" dt="2024-11-13T13:54:24.604" v="5" actId="1076"/>
        <pc:sldMkLst>
          <pc:docMk/>
          <pc:sldMk cId="1041235149" sldId="310"/>
        </pc:sldMkLst>
        <pc:spChg chg="mod">
          <ac:chgData name="Paul Winser" userId="c3146a91-e6bd-4264-bd86-e164e04bc32d" providerId="ADAL" clId="{DEEBE21A-07FB-4FC4-A24D-3F827A935C66}" dt="2024-11-13T13:54:24.604" v="5" actId="1076"/>
          <ac:spMkLst>
            <pc:docMk/>
            <pc:sldMk cId="1041235149" sldId="310"/>
            <ac:spMk id="34820" creationId="{8DCD7CE1-603D-4D59-3DBB-C13C0B6505F0}"/>
          </ac:spMkLst>
        </pc:spChg>
      </pc:sldChg>
      <pc:sldChg chg="modSp mod">
        <pc:chgData name="Paul Winser" userId="c3146a91-e6bd-4264-bd86-e164e04bc32d" providerId="ADAL" clId="{DEEBE21A-07FB-4FC4-A24D-3F827A935C66}" dt="2024-11-13T13:54:12.460" v="2" actId="20577"/>
        <pc:sldMkLst>
          <pc:docMk/>
          <pc:sldMk cId="4251217704" sldId="313"/>
        </pc:sldMkLst>
        <pc:spChg chg="mod">
          <ac:chgData name="Paul Winser" userId="c3146a91-e6bd-4264-bd86-e164e04bc32d" providerId="ADAL" clId="{DEEBE21A-07FB-4FC4-A24D-3F827A935C66}" dt="2024-11-13T13:54:12.460" v="2" actId="20577"/>
          <ac:spMkLst>
            <pc:docMk/>
            <pc:sldMk cId="4251217704" sldId="313"/>
            <ac:spMk id="34819" creationId="{453C7683-8588-7ABC-32E0-8A4E68218620}"/>
          </ac:spMkLst>
        </pc:spChg>
      </pc:sldChg>
      <pc:sldChg chg="modSp">
        <pc:chgData name="Paul Winser" userId="c3146a91-e6bd-4264-bd86-e164e04bc32d" providerId="ADAL" clId="{DEEBE21A-07FB-4FC4-A24D-3F827A935C66}" dt="2024-11-13T13:54:19.783" v="4" actId="14100"/>
        <pc:sldMkLst>
          <pc:docMk/>
          <pc:sldMk cId="3296037585" sldId="314"/>
        </pc:sldMkLst>
        <pc:spChg chg="mod">
          <ac:chgData name="Paul Winser" userId="c3146a91-e6bd-4264-bd86-e164e04bc32d" providerId="ADAL" clId="{DEEBE21A-07FB-4FC4-A24D-3F827A935C66}" dt="2024-11-13T13:54:19.783" v="4" actId="14100"/>
          <ac:spMkLst>
            <pc:docMk/>
            <pc:sldMk cId="3296037585" sldId="314"/>
            <ac:spMk id="34819" creationId="{453C7683-8588-7ABC-32E0-8A4E68218620}"/>
          </ac:spMkLst>
        </pc:spChg>
      </pc:sldChg>
      <pc:sldChg chg="modSp mod">
        <pc:chgData name="Paul Winser" userId="c3146a91-e6bd-4264-bd86-e164e04bc32d" providerId="ADAL" clId="{DEEBE21A-07FB-4FC4-A24D-3F827A935C66}" dt="2024-11-13T13:54:32.346" v="7" actId="6549"/>
        <pc:sldMkLst>
          <pc:docMk/>
          <pc:sldMk cId="248919603" sldId="315"/>
        </pc:sldMkLst>
        <pc:spChg chg="mod">
          <ac:chgData name="Paul Winser" userId="c3146a91-e6bd-4264-bd86-e164e04bc32d" providerId="ADAL" clId="{DEEBE21A-07FB-4FC4-A24D-3F827A935C66}" dt="2024-11-13T13:54:28.830" v="6" actId="113"/>
          <ac:spMkLst>
            <pc:docMk/>
            <pc:sldMk cId="248919603" sldId="315"/>
            <ac:spMk id="2" creationId="{8B4CDBCD-EB2C-46CF-C16C-40F8F7533217}"/>
          </ac:spMkLst>
        </pc:spChg>
        <pc:spChg chg="mod">
          <ac:chgData name="Paul Winser" userId="c3146a91-e6bd-4264-bd86-e164e04bc32d" providerId="ADAL" clId="{DEEBE21A-07FB-4FC4-A24D-3F827A935C66}" dt="2024-11-13T13:54:32.346" v="7" actId="6549"/>
          <ac:spMkLst>
            <pc:docMk/>
            <pc:sldMk cId="248919603" sldId="315"/>
            <ac:spMk id="34820" creationId="{8DCD7CE1-603D-4D59-3DBB-C13C0B6505F0}"/>
          </ac:spMkLst>
        </pc:spChg>
      </pc:sldChg>
      <pc:sldChg chg="modSp mod">
        <pc:chgData name="Paul Winser" userId="c3146a91-e6bd-4264-bd86-e164e04bc32d" providerId="ADAL" clId="{DEEBE21A-07FB-4FC4-A24D-3F827A935C66}" dt="2024-11-13T13:54:35.034" v="8" actId="6549"/>
        <pc:sldMkLst>
          <pc:docMk/>
          <pc:sldMk cId="4194509847" sldId="316"/>
        </pc:sldMkLst>
        <pc:spChg chg="mod">
          <ac:chgData name="Paul Winser" userId="c3146a91-e6bd-4264-bd86-e164e04bc32d" providerId="ADAL" clId="{DEEBE21A-07FB-4FC4-A24D-3F827A935C66}" dt="2024-11-13T13:54:35.034" v="8" actId="6549"/>
          <ac:spMkLst>
            <pc:docMk/>
            <pc:sldMk cId="4194509847" sldId="316"/>
            <ac:spMk id="34820" creationId="{8DCD7CE1-603D-4D59-3DBB-C13C0B6505F0}"/>
          </ac:spMkLst>
        </pc:spChg>
      </pc:sldChg>
      <pc:sldChg chg="modSp mod">
        <pc:chgData name="Paul Winser" userId="c3146a91-e6bd-4264-bd86-e164e04bc32d" providerId="ADAL" clId="{DEEBE21A-07FB-4FC4-A24D-3F827A935C66}" dt="2024-11-13T13:55:43.149" v="17" actId="113"/>
        <pc:sldMkLst>
          <pc:docMk/>
          <pc:sldMk cId="2550830967" sldId="328"/>
        </pc:sldMkLst>
        <pc:spChg chg="mod">
          <ac:chgData name="Paul Winser" userId="c3146a91-e6bd-4264-bd86-e164e04bc32d" providerId="ADAL" clId="{DEEBE21A-07FB-4FC4-A24D-3F827A935C66}" dt="2024-11-13T13:55:43.149" v="17" actId="113"/>
          <ac:spMkLst>
            <pc:docMk/>
            <pc:sldMk cId="2550830967" sldId="328"/>
            <ac:spMk id="34819" creationId="{453C7683-8588-7ABC-32E0-8A4E68218620}"/>
          </ac:spMkLst>
        </pc:spChg>
      </pc:sldChg>
      <pc:sldChg chg="modSp">
        <pc:chgData name="Paul Winser" userId="c3146a91-e6bd-4264-bd86-e164e04bc32d" providerId="ADAL" clId="{DEEBE21A-07FB-4FC4-A24D-3F827A935C66}" dt="2024-11-13T13:55:48.317" v="18" actId="1076"/>
        <pc:sldMkLst>
          <pc:docMk/>
          <pc:sldMk cId="500697499" sldId="329"/>
        </pc:sldMkLst>
        <pc:spChg chg="mod">
          <ac:chgData name="Paul Winser" userId="c3146a91-e6bd-4264-bd86-e164e04bc32d" providerId="ADAL" clId="{DEEBE21A-07FB-4FC4-A24D-3F827A935C66}" dt="2024-11-13T13:55:48.317" v="18" actId="1076"/>
          <ac:spMkLst>
            <pc:docMk/>
            <pc:sldMk cId="500697499" sldId="329"/>
            <ac:spMk id="34820" creationId="{8DCD7CE1-603D-4D59-3DBB-C13C0B6505F0}"/>
          </ac:spMkLst>
        </pc:spChg>
      </pc:sldChg>
      <pc:sldChg chg="modSp mod">
        <pc:chgData name="Paul Winser" userId="c3146a91-e6bd-4264-bd86-e164e04bc32d" providerId="ADAL" clId="{DEEBE21A-07FB-4FC4-A24D-3F827A935C66}" dt="2024-11-13T13:55:59.031" v="21" actId="1076"/>
        <pc:sldMkLst>
          <pc:docMk/>
          <pc:sldMk cId="4003193084" sldId="331"/>
        </pc:sldMkLst>
        <pc:spChg chg="mod">
          <ac:chgData name="Paul Winser" userId="c3146a91-e6bd-4264-bd86-e164e04bc32d" providerId="ADAL" clId="{DEEBE21A-07FB-4FC4-A24D-3F827A935C66}" dt="2024-11-13T13:55:59.031" v="21" actId="1076"/>
          <ac:spMkLst>
            <pc:docMk/>
            <pc:sldMk cId="4003193084" sldId="331"/>
            <ac:spMk id="34820" creationId="{8DCD7CE1-603D-4D59-3DBB-C13C0B6505F0}"/>
          </ac:spMkLst>
        </pc:spChg>
      </pc:sldChg>
      <pc:sldChg chg="modSp mod">
        <pc:chgData name="Paul Winser" userId="c3146a91-e6bd-4264-bd86-e164e04bc32d" providerId="ADAL" clId="{DEEBE21A-07FB-4FC4-A24D-3F827A935C66}" dt="2024-11-13T13:56:28.395" v="41" actId="20577"/>
        <pc:sldMkLst>
          <pc:docMk/>
          <pc:sldMk cId="1249119910" sldId="332"/>
        </pc:sldMkLst>
        <pc:spChg chg="mod">
          <ac:chgData name="Paul Winser" userId="c3146a91-e6bd-4264-bd86-e164e04bc32d" providerId="ADAL" clId="{DEEBE21A-07FB-4FC4-A24D-3F827A935C66}" dt="2024-11-13T13:56:28.395" v="41" actId="20577"/>
          <ac:spMkLst>
            <pc:docMk/>
            <pc:sldMk cId="1249119910" sldId="332"/>
            <ac:spMk id="3" creationId="{2BDBE36E-0247-B813-B4A4-5EF70A745A57}"/>
          </ac:spMkLst>
        </pc:spChg>
        <pc:spChg chg="mod">
          <ac:chgData name="Paul Winser" userId="c3146a91-e6bd-4264-bd86-e164e04bc32d" providerId="ADAL" clId="{DEEBE21A-07FB-4FC4-A24D-3F827A935C66}" dt="2024-11-13T13:56:21.416" v="33" actId="20577"/>
          <ac:spMkLst>
            <pc:docMk/>
            <pc:sldMk cId="1249119910" sldId="332"/>
            <ac:spMk id="34819" creationId="{453C7683-8588-7ABC-32E0-8A4E68218620}"/>
          </ac:spMkLst>
        </pc:spChg>
      </pc:sldChg>
      <pc:sldChg chg="modSp mod">
        <pc:chgData name="Paul Winser" userId="c3146a91-e6bd-4264-bd86-e164e04bc32d" providerId="ADAL" clId="{DEEBE21A-07FB-4FC4-A24D-3F827A935C66}" dt="2024-11-13T13:56:07.462" v="24" actId="1076"/>
        <pc:sldMkLst>
          <pc:docMk/>
          <pc:sldMk cId="3385665446" sldId="336"/>
        </pc:sldMkLst>
        <pc:spChg chg="mod">
          <ac:chgData name="Paul Winser" userId="c3146a91-e6bd-4264-bd86-e164e04bc32d" providerId="ADAL" clId="{DEEBE21A-07FB-4FC4-A24D-3F827A935C66}" dt="2024-11-13T13:56:07.462" v="24" actId="1076"/>
          <ac:spMkLst>
            <pc:docMk/>
            <pc:sldMk cId="3385665446" sldId="336"/>
            <ac:spMk id="34820" creationId="{8DCD7CE1-603D-4D59-3DBB-C13C0B6505F0}"/>
          </ac:spMkLst>
        </pc:spChg>
      </pc:sldChg>
      <pc:sldChg chg="delSp mod">
        <pc:chgData name="Paul Winser" userId="c3146a91-e6bd-4264-bd86-e164e04bc32d" providerId="ADAL" clId="{DEEBE21A-07FB-4FC4-A24D-3F827A935C66}" dt="2024-11-13T13:55:14.433" v="13" actId="478"/>
        <pc:sldMkLst>
          <pc:docMk/>
          <pc:sldMk cId="618367690" sldId="340"/>
        </pc:sldMkLst>
        <pc:spChg chg="del">
          <ac:chgData name="Paul Winser" userId="c3146a91-e6bd-4264-bd86-e164e04bc32d" providerId="ADAL" clId="{DEEBE21A-07FB-4FC4-A24D-3F827A935C66}" dt="2024-11-13T13:55:14.433" v="13" actId="478"/>
          <ac:spMkLst>
            <pc:docMk/>
            <pc:sldMk cId="618367690" sldId="340"/>
            <ac:spMk id="34826" creationId="{BF6769ED-DF13-F19D-FF08-FE005D39D84C}"/>
          </ac:spMkLst>
        </pc:spChg>
      </pc:sldChg>
      <pc:sldChg chg="modSp mod">
        <pc:chgData name="Paul Winser" userId="c3146a91-e6bd-4264-bd86-e164e04bc32d" providerId="ADAL" clId="{DEEBE21A-07FB-4FC4-A24D-3F827A935C66}" dt="2024-11-13T13:54:40.796" v="9" actId="6549"/>
        <pc:sldMkLst>
          <pc:docMk/>
          <pc:sldMk cId="3764735675" sldId="341"/>
        </pc:sldMkLst>
        <pc:spChg chg="mod">
          <ac:chgData name="Paul Winser" userId="c3146a91-e6bd-4264-bd86-e164e04bc32d" providerId="ADAL" clId="{DEEBE21A-07FB-4FC4-A24D-3F827A935C66}" dt="2024-11-13T13:54:40.796" v="9" actId="6549"/>
          <ac:spMkLst>
            <pc:docMk/>
            <pc:sldMk cId="3764735675" sldId="341"/>
            <ac:spMk id="34820" creationId="{8DCD7CE1-603D-4D59-3DBB-C13C0B6505F0}"/>
          </ac:spMkLst>
        </pc:spChg>
      </pc:sldChg>
      <pc:sldChg chg="modSp mod">
        <pc:chgData name="Paul Winser" userId="c3146a91-e6bd-4264-bd86-e164e04bc32d" providerId="ADAL" clId="{DEEBE21A-07FB-4FC4-A24D-3F827A935C66}" dt="2024-11-13T13:54:58.979" v="12" actId="1076"/>
        <pc:sldMkLst>
          <pc:docMk/>
          <pc:sldMk cId="3588841390" sldId="343"/>
        </pc:sldMkLst>
        <pc:spChg chg="mod">
          <ac:chgData name="Paul Winser" userId="c3146a91-e6bd-4264-bd86-e164e04bc32d" providerId="ADAL" clId="{DEEBE21A-07FB-4FC4-A24D-3F827A935C66}" dt="2024-11-13T13:54:58.979" v="12" actId="1076"/>
          <ac:spMkLst>
            <pc:docMk/>
            <pc:sldMk cId="3588841390" sldId="343"/>
            <ac:spMk id="13" creationId="{56DF7001-9C03-CC4B-2B61-72B33CBF7223}"/>
          </ac:spMkLst>
        </pc:spChg>
      </pc:sldChg>
    </pc:docChg>
  </pc:docChgLst>
  <pc:docChgLst>
    <pc:chgData name="Sarah Langley" userId="239c5547-87b3-47be-8ff1-783a9a4cc887" providerId="ADAL" clId="{4E9234C8-CDEF-488A-AB3A-890C5D47C3B3}"/>
    <pc:docChg chg="undo custSel delSld modSld">
      <pc:chgData name="Sarah Langley" userId="239c5547-87b3-47be-8ff1-783a9a4cc887" providerId="ADAL" clId="{4E9234C8-CDEF-488A-AB3A-890C5D47C3B3}" dt="2024-10-25T15:36:30.293" v="202" actId="1076"/>
      <pc:docMkLst>
        <pc:docMk/>
      </pc:docMkLst>
      <pc:sldChg chg="delSp">
        <pc:chgData name="Sarah Langley" userId="239c5547-87b3-47be-8ff1-783a9a4cc887" providerId="ADAL" clId="{4E9234C8-CDEF-488A-AB3A-890C5D47C3B3}" dt="2024-10-25T15:16:05.275" v="0" actId="478"/>
        <pc:sldMkLst>
          <pc:docMk/>
          <pc:sldMk cId="0" sldId="256"/>
        </pc:sldMkLst>
        <pc:spChg chg="del">
          <ac:chgData name="Sarah Langley" userId="239c5547-87b3-47be-8ff1-783a9a4cc887" providerId="ADAL" clId="{4E9234C8-CDEF-488A-AB3A-890C5D47C3B3}" dt="2024-10-25T15:16:05.275" v="0" actId="478"/>
          <ac:spMkLst>
            <pc:docMk/>
            <pc:sldMk cId="0" sldId="256"/>
            <ac:spMk id="4" creationId="{03618BED-11B5-90CC-5910-B65474D700AA}"/>
          </ac:spMkLst>
        </pc:spChg>
      </pc:sldChg>
      <pc:sldChg chg="addSp modSp mod">
        <pc:chgData name="Sarah Langley" userId="239c5547-87b3-47be-8ff1-783a9a4cc887" providerId="ADAL" clId="{4E9234C8-CDEF-488A-AB3A-890C5D47C3B3}" dt="2024-10-25T15:17:18.462" v="11" actId="1076"/>
        <pc:sldMkLst>
          <pc:docMk/>
          <pc:sldMk cId="884549766" sldId="305"/>
        </pc:sldMkLst>
        <pc:spChg chg="add mod">
          <ac:chgData name="Sarah Langley" userId="239c5547-87b3-47be-8ff1-783a9a4cc887" providerId="ADAL" clId="{4E9234C8-CDEF-488A-AB3A-890C5D47C3B3}" dt="2024-10-25T15:17:18.462" v="11" actId="1076"/>
          <ac:spMkLst>
            <pc:docMk/>
            <pc:sldMk cId="884549766" sldId="305"/>
            <ac:spMk id="2" creationId="{79B3F989-3266-16FE-83D4-42E9C784C4CA}"/>
          </ac:spMkLst>
        </pc:spChg>
        <pc:spChg chg="mod">
          <ac:chgData name="Sarah Langley" userId="239c5547-87b3-47be-8ff1-783a9a4cc887" providerId="ADAL" clId="{4E9234C8-CDEF-488A-AB3A-890C5D47C3B3}" dt="2024-10-25T15:16:44.046" v="4" actId="20577"/>
          <ac:spMkLst>
            <pc:docMk/>
            <pc:sldMk cId="884549766" sldId="305"/>
            <ac:spMk id="34819" creationId="{453C7683-8588-7ABC-32E0-8A4E68218620}"/>
          </ac:spMkLst>
        </pc:spChg>
      </pc:sldChg>
      <pc:sldChg chg="modSp delCm">
        <pc:chgData name="Sarah Langley" userId="239c5547-87b3-47be-8ff1-783a9a4cc887" providerId="ADAL" clId="{4E9234C8-CDEF-488A-AB3A-890C5D47C3B3}" dt="2024-10-25T15:22:10.517" v="53" actId="1076"/>
        <pc:sldMkLst>
          <pc:docMk/>
          <pc:sldMk cId="588007661" sldId="306"/>
        </pc:sldMkLst>
        <pc:spChg chg="mod">
          <ac:chgData name="Sarah Langley" userId="239c5547-87b3-47be-8ff1-783a9a4cc887" providerId="ADAL" clId="{4E9234C8-CDEF-488A-AB3A-890C5D47C3B3}" dt="2024-10-25T15:22:10.517" v="53" actId="1076"/>
          <ac:spMkLst>
            <pc:docMk/>
            <pc:sldMk cId="588007661" sldId="306"/>
            <ac:spMk id="34819" creationId="{453C7683-8588-7ABC-32E0-8A4E68218620}"/>
          </ac:spMkLst>
        </pc:spChg>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4E9234C8-CDEF-488A-AB3A-890C5D47C3B3}" dt="2024-10-25T15:22:05.528" v="52"/>
              <pc2:cmMkLst xmlns:pc2="http://schemas.microsoft.com/office/powerpoint/2019/9/main/command">
                <pc:docMk/>
                <pc:sldMk cId="588007661" sldId="306"/>
                <pc2:cmMk id="{C2D4637E-D88A-854C-925E-44C554843972}"/>
              </pc2:cmMkLst>
            </pc226:cmChg>
          </p:ext>
        </pc:extLst>
      </pc:sldChg>
      <pc:sldChg chg="delSp mod">
        <pc:chgData name="Sarah Langley" userId="239c5547-87b3-47be-8ff1-783a9a4cc887" providerId="ADAL" clId="{4E9234C8-CDEF-488A-AB3A-890C5D47C3B3}" dt="2024-10-25T15:21:50.928" v="51" actId="478"/>
        <pc:sldMkLst>
          <pc:docMk/>
          <pc:sldMk cId="1041235149" sldId="310"/>
        </pc:sldMkLst>
        <pc:spChg chg="del">
          <ac:chgData name="Sarah Langley" userId="239c5547-87b3-47be-8ff1-783a9a4cc887" providerId="ADAL" clId="{4E9234C8-CDEF-488A-AB3A-890C5D47C3B3}" dt="2024-10-25T15:21:50.928" v="51" actId="478"/>
          <ac:spMkLst>
            <pc:docMk/>
            <pc:sldMk cId="1041235149" sldId="310"/>
            <ac:spMk id="34829" creationId="{F18235B8-16EB-4C3C-180D-9C6581F9FAC6}"/>
          </ac:spMkLst>
        </pc:spChg>
      </pc:sldChg>
      <pc:sldChg chg="addSp delSp modSp mod modClrScheme delCm modCm chgLayout">
        <pc:chgData name="Sarah Langley" userId="239c5547-87b3-47be-8ff1-783a9a4cc887" providerId="ADAL" clId="{4E9234C8-CDEF-488A-AB3A-890C5D47C3B3}" dt="2024-10-25T15:18:13.448" v="18" actId="207"/>
        <pc:sldMkLst>
          <pc:docMk/>
          <pc:sldMk cId="2478667994" sldId="311"/>
        </pc:sldMkLst>
        <pc:spChg chg="del">
          <ac:chgData name="Sarah Langley" userId="239c5547-87b3-47be-8ff1-783a9a4cc887" providerId="ADAL" clId="{4E9234C8-CDEF-488A-AB3A-890C5D47C3B3}" dt="2024-10-25T15:17:39.899" v="12" actId="26606"/>
          <ac:spMkLst>
            <pc:docMk/>
            <pc:sldMk cId="2478667994" sldId="311"/>
            <ac:spMk id="34819" creationId="{453C7683-8588-7ABC-32E0-8A4E68218620}"/>
          </ac:spMkLst>
        </pc:spChg>
        <pc:spChg chg="mod">
          <ac:chgData name="Sarah Langley" userId="239c5547-87b3-47be-8ff1-783a9a4cc887" providerId="ADAL" clId="{4E9234C8-CDEF-488A-AB3A-890C5D47C3B3}" dt="2024-10-25T15:17:51.931" v="16" actId="26606"/>
          <ac:spMkLst>
            <pc:docMk/>
            <pc:sldMk cId="2478667994" sldId="311"/>
            <ac:spMk id="34820" creationId="{8DCD7CE1-603D-4D59-3DBB-C13C0B6505F0}"/>
          </ac:spMkLst>
        </pc:spChg>
        <pc:spChg chg="add del mod">
          <ac:chgData name="Sarah Langley" userId="239c5547-87b3-47be-8ff1-783a9a4cc887" providerId="ADAL" clId="{4E9234C8-CDEF-488A-AB3A-890C5D47C3B3}" dt="2024-10-25T15:17:46.783" v="14" actId="478"/>
          <ac:spMkLst>
            <pc:docMk/>
            <pc:sldMk cId="2478667994" sldId="311"/>
            <ac:spMk id="34826" creationId="{ED878530-D850-898A-A2C2-5C9D39B60330}"/>
          </ac:spMkLst>
        </pc:spChg>
        <pc:spChg chg="add del mod">
          <ac:chgData name="Sarah Langley" userId="239c5547-87b3-47be-8ff1-783a9a4cc887" providerId="ADAL" clId="{4E9234C8-CDEF-488A-AB3A-890C5D47C3B3}" dt="2024-10-25T15:17:51.931" v="16" actId="26606"/>
          <ac:spMkLst>
            <pc:docMk/>
            <pc:sldMk cId="2478667994" sldId="311"/>
            <ac:spMk id="34827" creationId="{257E3DE5-FEA1-42C5-9266-1D769733C392}"/>
          </ac:spMkLst>
        </pc:spChg>
        <pc:spChg chg="add del mod">
          <ac:chgData name="Sarah Langley" userId="239c5547-87b3-47be-8ff1-783a9a4cc887" providerId="ADAL" clId="{4E9234C8-CDEF-488A-AB3A-890C5D47C3B3}" dt="2024-10-25T15:17:51.931" v="16" actId="26606"/>
          <ac:spMkLst>
            <pc:docMk/>
            <pc:sldMk cId="2478667994" sldId="311"/>
            <ac:spMk id="34829" creationId="{22093EC8-AA60-3604-BC9E-5C41B0A538C4}"/>
          </ac:spMkLst>
        </pc:spChg>
        <pc:graphicFrameChg chg="add mod modGraphic">
          <ac:chgData name="Sarah Langley" userId="239c5547-87b3-47be-8ff1-783a9a4cc887" providerId="ADAL" clId="{4E9234C8-CDEF-488A-AB3A-890C5D47C3B3}" dt="2024-10-25T15:18:13.448" v="18" actId="207"/>
          <ac:graphicFrameMkLst>
            <pc:docMk/>
            <pc:sldMk cId="2478667994" sldId="311"/>
            <ac:graphicFrameMk id="34822" creationId="{4892EEA1-6060-0817-5427-EB5E9FF02D57}"/>
          </ac:graphicFrameMkLst>
        </pc:graphicFrameChg>
        <pc:extLst>
          <p:ext xmlns:p="http://schemas.openxmlformats.org/presentationml/2006/main" uri="{D6D511B9-2390-475A-947B-AFAB55BFBCF1}">
            <pc226:cmChg xmlns:pc226="http://schemas.microsoft.com/office/powerpoint/2022/06/main/command" chg="del mod">
              <pc226:chgData name="Sarah Langley" userId="239c5547-87b3-47be-8ff1-783a9a4cc887" providerId="ADAL" clId="{4E9234C8-CDEF-488A-AB3A-890C5D47C3B3}" dt="2024-10-25T15:17:56.534" v="17"/>
              <pc2:cmMkLst xmlns:pc2="http://schemas.microsoft.com/office/powerpoint/2019/9/main/command">
                <pc:docMk/>
                <pc:sldMk cId="2478667994" sldId="311"/>
                <pc2:cmMk id="{764C07AC-2FC7-6E44-83AD-0575929E937C}"/>
              </pc2:cmMkLst>
            </pc226:cmChg>
          </p:ext>
        </pc:extLst>
      </pc:sldChg>
      <pc:sldChg chg="addSp delSp modSp mod">
        <pc:chgData name="Sarah Langley" userId="239c5547-87b3-47be-8ff1-783a9a4cc887" providerId="ADAL" clId="{4E9234C8-CDEF-488A-AB3A-890C5D47C3B3}" dt="2024-10-25T15:20:08.367" v="31" actId="255"/>
        <pc:sldMkLst>
          <pc:docMk/>
          <pc:sldMk cId="4251217704" sldId="313"/>
        </pc:sldMkLst>
        <pc:spChg chg="del mod">
          <ac:chgData name="Sarah Langley" userId="239c5547-87b3-47be-8ff1-783a9a4cc887" providerId="ADAL" clId="{4E9234C8-CDEF-488A-AB3A-890C5D47C3B3}" dt="2024-10-25T15:19:24.318" v="26" actId="478"/>
          <ac:spMkLst>
            <pc:docMk/>
            <pc:sldMk cId="4251217704" sldId="313"/>
            <ac:spMk id="8" creationId="{314E27BD-ACBC-006B-B32A-912001AAE811}"/>
          </ac:spMkLst>
        </pc:spChg>
        <pc:spChg chg="mod">
          <ac:chgData name="Sarah Langley" userId="239c5547-87b3-47be-8ff1-783a9a4cc887" providerId="ADAL" clId="{4E9234C8-CDEF-488A-AB3A-890C5D47C3B3}" dt="2024-10-25T15:20:08.367" v="31" actId="255"/>
          <ac:spMkLst>
            <pc:docMk/>
            <pc:sldMk cId="4251217704" sldId="313"/>
            <ac:spMk id="34819" creationId="{453C7683-8588-7ABC-32E0-8A4E68218620}"/>
          </ac:spMkLst>
        </pc:spChg>
        <pc:spChg chg="add del">
          <ac:chgData name="Sarah Langley" userId="239c5547-87b3-47be-8ff1-783a9a4cc887" providerId="ADAL" clId="{4E9234C8-CDEF-488A-AB3A-890C5D47C3B3}" dt="2024-10-25T15:19:50.846" v="29" actId="478"/>
          <ac:spMkLst>
            <pc:docMk/>
            <pc:sldMk cId="4251217704" sldId="313"/>
            <ac:spMk id="34822" creationId="{7F2B4A52-DA76-62AF-1C06-208008303D47}"/>
          </ac:spMkLst>
        </pc:spChg>
        <pc:spChg chg="del">
          <ac:chgData name="Sarah Langley" userId="239c5547-87b3-47be-8ff1-783a9a4cc887" providerId="ADAL" clId="{4E9234C8-CDEF-488A-AB3A-890C5D47C3B3}" dt="2024-10-25T15:18:46.198" v="20" actId="478"/>
          <ac:spMkLst>
            <pc:docMk/>
            <pc:sldMk cId="4251217704" sldId="313"/>
            <ac:spMk id="34825" creationId="{900CF088-C5CF-4C32-17A3-4FAD898B7F16}"/>
          </ac:spMkLst>
        </pc:spChg>
        <pc:picChg chg="mod">
          <ac:chgData name="Sarah Langley" userId="239c5547-87b3-47be-8ff1-783a9a4cc887" providerId="ADAL" clId="{4E9234C8-CDEF-488A-AB3A-890C5D47C3B3}" dt="2024-10-25T15:19:46.012" v="28" actId="26606"/>
          <ac:picMkLst>
            <pc:docMk/>
            <pc:sldMk cId="4251217704" sldId="313"/>
            <ac:picMk id="6" creationId="{7053C1DC-6E68-E5B9-5159-95087FB6B7B4}"/>
          </ac:picMkLst>
        </pc:picChg>
      </pc:sldChg>
      <pc:sldChg chg="addSp delSp modSp mod">
        <pc:chgData name="Sarah Langley" userId="239c5547-87b3-47be-8ff1-783a9a4cc887" providerId="ADAL" clId="{4E9234C8-CDEF-488A-AB3A-890C5D47C3B3}" dt="2024-10-25T15:21:43.615" v="50" actId="1076"/>
        <pc:sldMkLst>
          <pc:docMk/>
          <pc:sldMk cId="3296037585" sldId="314"/>
        </pc:sldMkLst>
        <pc:spChg chg="add del mod">
          <ac:chgData name="Sarah Langley" userId="239c5547-87b3-47be-8ff1-783a9a4cc887" providerId="ADAL" clId="{4E9234C8-CDEF-488A-AB3A-890C5D47C3B3}" dt="2024-10-25T15:21:15.261" v="44"/>
          <ac:spMkLst>
            <pc:docMk/>
            <pc:sldMk cId="3296037585" sldId="314"/>
            <ac:spMk id="2" creationId="{442A0B73-02FE-B88E-990F-9D6273FEABE7}"/>
          </ac:spMkLst>
        </pc:spChg>
        <pc:spChg chg="add del mod">
          <ac:chgData name="Sarah Langley" userId="239c5547-87b3-47be-8ff1-783a9a4cc887" providerId="ADAL" clId="{4E9234C8-CDEF-488A-AB3A-890C5D47C3B3}" dt="2024-10-25T15:21:15.262" v="46"/>
          <ac:spMkLst>
            <pc:docMk/>
            <pc:sldMk cId="3296037585" sldId="314"/>
            <ac:spMk id="3" creationId="{4A3257DF-6A81-B5E1-A821-0FC3687A7612}"/>
          </ac:spMkLst>
        </pc:spChg>
        <pc:spChg chg="add mod">
          <ac:chgData name="Sarah Langley" userId="239c5547-87b3-47be-8ff1-783a9a4cc887" providerId="ADAL" clId="{4E9234C8-CDEF-488A-AB3A-890C5D47C3B3}" dt="2024-10-25T15:21:43.615" v="50" actId="1076"/>
          <ac:spMkLst>
            <pc:docMk/>
            <pc:sldMk cId="3296037585" sldId="314"/>
            <ac:spMk id="4" creationId="{4C07E59B-B6EB-24DB-DED7-8A809955C1EB}"/>
          </ac:spMkLst>
        </pc:spChg>
        <pc:spChg chg="mod">
          <ac:chgData name="Sarah Langley" userId="239c5547-87b3-47be-8ff1-783a9a4cc887" providerId="ADAL" clId="{4E9234C8-CDEF-488A-AB3A-890C5D47C3B3}" dt="2024-10-25T15:20:49.577" v="38" actId="20577"/>
          <ac:spMkLst>
            <pc:docMk/>
            <pc:sldMk cId="3296037585" sldId="314"/>
            <ac:spMk id="34819" creationId="{453C7683-8588-7ABC-32E0-8A4E68218620}"/>
          </ac:spMkLst>
        </pc:spChg>
      </pc:sldChg>
      <pc:sldChg chg="modSp">
        <pc:chgData name="Sarah Langley" userId="239c5547-87b3-47be-8ff1-783a9a4cc887" providerId="ADAL" clId="{4E9234C8-CDEF-488A-AB3A-890C5D47C3B3}" dt="2024-10-25T15:23:54.133" v="71" actId="1076"/>
        <pc:sldMkLst>
          <pc:docMk/>
          <pc:sldMk cId="4153181296" sldId="317"/>
        </pc:sldMkLst>
        <pc:spChg chg="mod">
          <ac:chgData name="Sarah Langley" userId="239c5547-87b3-47be-8ff1-783a9a4cc887" providerId="ADAL" clId="{4E9234C8-CDEF-488A-AB3A-890C5D47C3B3}" dt="2024-10-25T15:23:54.133" v="71" actId="1076"/>
          <ac:spMkLst>
            <pc:docMk/>
            <pc:sldMk cId="4153181296" sldId="317"/>
            <ac:spMk id="34819" creationId="{453C7683-8588-7ABC-32E0-8A4E68218620}"/>
          </ac:spMkLst>
        </pc:spChg>
      </pc:sldChg>
      <pc:sldChg chg="addSp delSp modSp mod">
        <pc:chgData name="Sarah Langley" userId="239c5547-87b3-47be-8ff1-783a9a4cc887" providerId="ADAL" clId="{4E9234C8-CDEF-488A-AB3A-890C5D47C3B3}" dt="2024-10-25T15:23:48.098" v="70" actId="113"/>
        <pc:sldMkLst>
          <pc:docMk/>
          <pc:sldMk cId="4272879716" sldId="318"/>
        </pc:sldMkLst>
        <pc:spChg chg="add mod">
          <ac:chgData name="Sarah Langley" userId="239c5547-87b3-47be-8ff1-783a9a4cc887" providerId="ADAL" clId="{4E9234C8-CDEF-488A-AB3A-890C5D47C3B3}" dt="2024-10-25T15:23:48.098" v="70" actId="113"/>
          <ac:spMkLst>
            <pc:docMk/>
            <pc:sldMk cId="4272879716" sldId="318"/>
            <ac:spMk id="2" creationId="{DF491B45-A5A1-2C2D-51D3-93C9054AE295}"/>
          </ac:spMkLst>
        </pc:spChg>
        <pc:spChg chg="del mod">
          <ac:chgData name="Sarah Langley" userId="239c5547-87b3-47be-8ff1-783a9a4cc887" providerId="ADAL" clId="{4E9234C8-CDEF-488A-AB3A-890C5D47C3B3}" dt="2024-10-25T15:23:14.310" v="63" actId="478"/>
          <ac:spMkLst>
            <pc:docMk/>
            <pc:sldMk cId="4272879716" sldId="318"/>
            <ac:spMk id="3" creationId="{5D3C70ED-CBC4-1EB6-51D0-61501ED1653D}"/>
          </ac:spMkLst>
        </pc:spChg>
      </pc:sldChg>
      <pc:sldChg chg="delSp modSp mod">
        <pc:chgData name="Sarah Langley" userId="239c5547-87b3-47be-8ff1-783a9a4cc887" providerId="ADAL" clId="{4E9234C8-CDEF-488A-AB3A-890C5D47C3B3}" dt="2024-10-25T15:22:34.408" v="58" actId="113"/>
        <pc:sldMkLst>
          <pc:docMk/>
          <pc:sldMk cId="853155730" sldId="319"/>
        </pc:sldMkLst>
        <pc:spChg chg="del">
          <ac:chgData name="Sarah Langley" userId="239c5547-87b3-47be-8ff1-783a9a4cc887" providerId="ADAL" clId="{4E9234C8-CDEF-488A-AB3A-890C5D47C3B3}" dt="2024-10-25T15:22:23.782" v="56" actId="478"/>
          <ac:spMkLst>
            <pc:docMk/>
            <pc:sldMk cId="853155730" sldId="319"/>
            <ac:spMk id="34826" creationId="{F4777728-B969-17E2-CA81-A6E2D14F1F78}"/>
          </ac:spMkLst>
        </pc:spChg>
        <pc:graphicFrameChg chg="mod">
          <ac:chgData name="Sarah Langley" userId="239c5547-87b3-47be-8ff1-783a9a4cc887" providerId="ADAL" clId="{4E9234C8-CDEF-488A-AB3A-890C5D47C3B3}" dt="2024-10-25T15:22:34.408" v="58" actId="113"/>
          <ac:graphicFrameMkLst>
            <pc:docMk/>
            <pc:sldMk cId="853155730" sldId="319"/>
            <ac:graphicFrameMk id="34822" creationId="{7CAC8AB7-93C6-1774-3A41-2111D1FA3B94}"/>
          </ac:graphicFrameMkLst>
        </pc:graphicFrameChg>
      </pc:sldChg>
      <pc:sldChg chg="delSp mod">
        <pc:chgData name="Sarah Langley" userId="239c5547-87b3-47be-8ff1-783a9a4cc887" providerId="ADAL" clId="{4E9234C8-CDEF-488A-AB3A-890C5D47C3B3}" dt="2024-10-25T15:24:00.366" v="72" actId="478"/>
        <pc:sldMkLst>
          <pc:docMk/>
          <pc:sldMk cId="627221210" sldId="321"/>
        </pc:sldMkLst>
        <pc:spChg chg="del">
          <ac:chgData name="Sarah Langley" userId="239c5547-87b3-47be-8ff1-783a9a4cc887" providerId="ADAL" clId="{4E9234C8-CDEF-488A-AB3A-890C5D47C3B3}" dt="2024-10-25T15:24:00.366" v="72" actId="478"/>
          <ac:spMkLst>
            <pc:docMk/>
            <pc:sldMk cId="627221210" sldId="321"/>
            <ac:spMk id="34826" creationId="{BE8AFC6E-E10A-064D-3607-13D8D74ABD52}"/>
          </ac:spMkLst>
        </pc:spChg>
      </pc:sldChg>
      <pc:sldChg chg="addSp delSp modSp mod">
        <pc:chgData name="Sarah Langley" userId="239c5547-87b3-47be-8ff1-783a9a4cc887" providerId="ADAL" clId="{4E9234C8-CDEF-488A-AB3A-890C5D47C3B3}" dt="2024-10-25T15:26:10.819" v="92" actId="207"/>
        <pc:sldMkLst>
          <pc:docMk/>
          <pc:sldMk cId="1217266321" sldId="324"/>
        </pc:sldMkLst>
        <pc:spChg chg="mod">
          <ac:chgData name="Sarah Langley" userId="239c5547-87b3-47be-8ff1-783a9a4cc887" providerId="ADAL" clId="{4E9234C8-CDEF-488A-AB3A-890C5D47C3B3}" dt="2024-10-25T15:25:11.086" v="83" actId="26606"/>
          <ac:spMkLst>
            <pc:docMk/>
            <pc:sldMk cId="1217266321" sldId="324"/>
            <ac:spMk id="34819" creationId="{453C7683-8588-7ABC-32E0-8A4E68218620}"/>
          </ac:spMkLst>
        </pc:spChg>
        <pc:spChg chg="del">
          <ac:chgData name="Sarah Langley" userId="239c5547-87b3-47be-8ff1-783a9a4cc887" providerId="ADAL" clId="{4E9234C8-CDEF-488A-AB3A-890C5D47C3B3}" dt="2024-10-25T15:24:04.032" v="73" actId="478"/>
          <ac:spMkLst>
            <pc:docMk/>
            <pc:sldMk cId="1217266321" sldId="324"/>
            <ac:spMk id="34826" creationId="{E8991D18-6C1F-6465-909F-37A75A77F003}"/>
          </ac:spMkLst>
        </pc:spChg>
        <pc:spChg chg="add del">
          <ac:chgData name="Sarah Langley" userId="239c5547-87b3-47be-8ff1-783a9a4cc887" providerId="ADAL" clId="{4E9234C8-CDEF-488A-AB3A-890C5D47C3B3}" dt="2024-10-25T15:25:50.456" v="89" actId="478"/>
          <ac:spMkLst>
            <pc:docMk/>
            <pc:sldMk cId="1217266321" sldId="324"/>
            <ac:spMk id="34827" creationId="{26F9C763-94CB-F659-68E1-5CB97217D47B}"/>
          </ac:spMkLst>
        </pc:spChg>
        <pc:graphicFrameChg chg="mod modGraphic">
          <ac:chgData name="Sarah Langley" userId="239c5547-87b3-47be-8ff1-783a9a4cc887" providerId="ADAL" clId="{4E9234C8-CDEF-488A-AB3A-890C5D47C3B3}" dt="2024-10-25T15:26:10.819" v="92" actId="207"/>
          <ac:graphicFrameMkLst>
            <pc:docMk/>
            <pc:sldMk cId="1217266321" sldId="324"/>
            <ac:graphicFrameMk id="34822" creationId="{47BC19D5-1678-6CB8-958C-7F95F9D3C72A}"/>
          </ac:graphicFrameMkLst>
        </pc:graphicFrameChg>
      </pc:sldChg>
      <pc:sldChg chg="addSp delSp modSp mod">
        <pc:chgData name="Sarah Langley" userId="239c5547-87b3-47be-8ff1-783a9a4cc887" providerId="ADAL" clId="{4E9234C8-CDEF-488A-AB3A-890C5D47C3B3}" dt="2024-10-25T15:29:40.305" v="131" actId="113"/>
        <pc:sldMkLst>
          <pc:docMk/>
          <pc:sldMk cId="494039379" sldId="325"/>
        </pc:sldMkLst>
        <pc:spChg chg="del mod">
          <ac:chgData name="Sarah Langley" userId="239c5547-87b3-47be-8ff1-783a9a4cc887" providerId="ADAL" clId="{4E9234C8-CDEF-488A-AB3A-890C5D47C3B3}" dt="2024-10-25T15:28:20.908" v="112" actId="478"/>
          <ac:spMkLst>
            <pc:docMk/>
            <pc:sldMk cId="494039379" sldId="325"/>
            <ac:spMk id="2" creationId="{7EC0CFE4-5FAA-5213-DDE9-2748A3B03D96}"/>
          </ac:spMkLst>
        </pc:spChg>
        <pc:spChg chg="add del mod">
          <ac:chgData name="Sarah Langley" userId="239c5547-87b3-47be-8ff1-783a9a4cc887" providerId="ADAL" clId="{4E9234C8-CDEF-488A-AB3A-890C5D47C3B3}" dt="2024-10-25T15:28:20.910" v="114"/>
          <ac:spMkLst>
            <pc:docMk/>
            <pc:sldMk cId="494039379" sldId="325"/>
            <ac:spMk id="3" creationId="{37FC2738-7BB2-AEF4-5C00-519769B73BD6}"/>
          </ac:spMkLst>
        </pc:spChg>
        <pc:spChg chg="add mod">
          <ac:chgData name="Sarah Langley" userId="239c5547-87b3-47be-8ff1-783a9a4cc887" providerId="ADAL" clId="{4E9234C8-CDEF-488A-AB3A-890C5D47C3B3}" dt="2024-10-25T15:29:40.305" v="131" actId="113"/>
          <ac:spMkLst>
            <pc:docMk/>
            <pc:sldMk cId="494039379" sldId="325"/>
            <ac:spMk id="4" creationId="{54D76E1C-B588-2836-538D-A1B7064E60A1}"/>
          </ac:spMkLst>
        </pc:spChg>
        <pc:spChg chg="mod">
          <ac:chgData name="Sarah Langley" userId="239c5547-87b3-47be-8ff1-783a9a4cc887" providerId="ADAL" clId="{4E9234C8-CDEF-488A-AB3A-890C5D47C3B3}" dt="2024-10-25T15:28:45.603" v="121" actId="6549"/>
          <ac:spMkLst>
            <pc:docMk/>
            <pc:sldMk cId="494039379" sldId="325"/>
            <ac:spMk id="34819" creationId="{453C7683-8588-7ABC-32E0-8A4E68218620}"/>
          </ac:spMkLst>
        </pc:spChg>
      </pc:sldChg>
      <pc:sldChg chg="delSp mod">
        <pc:chgData name="Sarah Langley" userId="239c5547-87b3-47be-8ff1-783a9a4cc887" providerId="ADAL" clId="{4E9234C8-CDEF-488A-AB3A-890C5D47C3B3}" dt="2024-10-25T15:31:00.917" v="147" actId="478"/>
        <pc:sldMkLst>
          <pc:docMk/>
          <pc:sldMk cId="2626328841" sldId="327"/>
        </pc:sldMkLst>
        <pc:spChg chg="del">
          <ac:chgData name="Sarah Langley" userId="239c5547-87b3-47be-8ff1-783a9a4cc887" providerId="ADAL" clId="{4E9234C8-CDEF-488A-AB3A-890C5D47C3B3}" dt="2024-10-25T15:31:00.917" v="147" actId="478"/>
          <ac:spMkLst>
            <pc:docMk/>
            <pc:sldMk cId="2626328841" sldId="327"/>
            <ac:spMk id="34835" creationId="{31618A1F-D842-D35A-2E10-A87E425C0F62}"/>
          </ac:spMkLst>
        </pc:spChg>
      </pc:sldChg>
      <pc:sldChg chg="delSp mod">
        <pc:chgData name="Sarah Langley" userId="239c5547-87b3-47be-8ff1-783a9a4cc887" providerId="ADAL" clId="{4E9234C8-CDEF-488A-AB3A-890C5D47C3B3}" dt="2024-10-25T15:31:05.680" v="148" actId="478"/>
        <pc:sldMkLst>
          <pc:docMk/>
          <pc:sldMk cId="500697499" sldId="329"/>
        </pc:sldMkLst>
        <pc:spChg chg="del">
          <ac:chgData name="Sarah Langley" userId="239c5547-87b3-47be-8ff1-783a9a4cc887" providerId="ADAL" clId="{4E9234C8-CDEF-488A-AB3A-890C5D47C3B3}" dt="2024-10-25T15:31:05.680" v="148" actId="478"/>
          <ac:spMkLst>
            <pc:docMk/>
            <pc:sldMk cId="500697499" sldId="329"/>
            <ac:spMk id="34826" creationId="{EB618748-AE7D-F901-B276-B6FBE42CFF2E}"/>
          </ac:spMkLst>
        </pc:spChg>
      </pc:sldChg>
      <pc:sldChg chg="delSp mod">
        <pc:chgData name="Sarah Langley" userId="239c5547-87b3-47be-8ff1-783a9a4cc887" providerId="ADAL" clId="{4E9234C8-CDEF-488A-AB3A-890C5D47C3B3}" dt="2024-10-25T15:31:10.573" v="149" actId="478"/>
        <pc:sldMkLst>
          <pc:docMk/>
          <pc:sldMk cId="4003193084" sldId="331"/>
        </pc:sldMkLst>
        <pc:spChg chg="del">
          <ac:chgData name="Sarah Langley" userId="239c5547-87b3-47be-8ff1-783a9a4cc887" providerId="ADAL" clId="{4E9234C8-CDEF-488A-AB3A-890C5D47C3B3}" dt="2024-10-25T15:31:10.573" v="149" actId="478"/>
          <ac:spMkLst>
            <pc:docMk/>
            <pc:sldMk cId="4003193084" sldId="331"/>
            <ac:spMk id="34828" creationId="{09002CA2-06D8-0A8C-0337-E17EFBFFB0D2}"/>
          </ac:spMkLst>
        </pc:spChg>
      </pc:sldChg>
      <pc:sldChg chg="addSp delSp modSp mod delCm">
        <pc:chgData name="Sarah Langley" userId="239c5547-87b3-47be-8ff1-783a9a4cc887" providerId="ADAL" clId="{4E9234C8-CDEF-488A-AB3A-890C5D47C3B3}" dt="2024-10-25T15:36:30.293" v="202" actId="1076"/>
        <pc:sldMkLst>
          <pc:docMk/>
          <pc:sldMk cId="1249119910" sldId="332"/>
        </pc:sldMkLst>
        <pc:spChg chg="mod">
          <ac:chgData name="Sarah Langley" userId="239c5547-87b3-47be-8ff1-783a9a4cc887" providerId="ADAL" clId="{4E9234C8-CDEF-488A-AB3A-890C5D47C3B3}" dt="2024-10-25T15:36:30.293" v="202" actId="1076"/>
          <ac:spMkLst>
            <pc:docMk/>
            <pc:sldMk cId="1249119910" sldId="332"/>
            <ac:spMk id="2" creationId="{21BE4A8E-2915-E514-39A3-81164A408531}"/>
          </ac:spMkLst>
        </pc:spChg>
        <pc:spChg chg="add mod">
          <ac:chgData name="Sarah Langley" userId="239c5547-87b3-47be-8ff1-783a9a4cc887" providerId="ADAL" clId="{4E9234C8-CDEF-488A-AB3A-890C5D47C3B3}" dt="2024-10-25T15:36:00.795" v="199" actId="1076"/>
          <ac:spMkLst>
            <pc:docMk/>
            <pc:sldMk cId="1249119910" sldId="332"/>
            <ac:spMk id="3" creationId="{2BDBE36E-0247-B813-B4A4-5EF70A745A57}"/>
          </ac:spMkLst>
        </pc:spChg>
        <pc:spChg chg="mod">
          <ac:chgData name="Sarah Langley" userId="239c5547-87b3-47be-8ff1-783a9a4cc887" providerId="ADAL" clId="{4E9234C8-CDEF-488A-AB3A-890C5D47C3B3}" dt="2024-10-25T15:35:52.475" v="198" actId="27636"/>
          <ac:spMkLst>
            <pc:docMk/>
            <pc:sldMk cId="1249119910" sldId="332"/>
            <ac:spMk id="34819" creationId="{453C7683-8588-7ABC-32E0-8A4E68218620}"/>
          </ac:spMkLst>
        </pc:spChg>
        <pc:spChg chg="del">
          <ac:chgData name="Sarah Langley" userId="239c5547-87b3-47be-8ff1-783a9a4cc887" providerId="ADAL" clId="{4E9234C8-CDEF-488A-AB3A-890C5D47C3B3}" dt="2024-10-25T15:31:20.062" v="151" actId="478"/>
          <ac:spMkLst>
            <pc:docMk/>
            <pc:sldMk cId="1249119910" sldId="332"/>
            <ac:spMk id="34825" creationId="{31894236-AD20-6492-3C0B-4D05D17BE49B}"/>
          </ac:spMkLst>
        </pc:spChg>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4E9234C8-CDEF-488A-AB3A-890C5D47C3B3}" dt="2024-10-25T15:31:21.923" v="152"/>
              <pc2:cmMkLst xmlns:pc2="http://schemas.microsoft.com/office/powerpoint/2019/9/main/command">
                <pc:docMk/>
                <pc:sldMk cId="1249119910" sldId="332"/>
                <pc2:cmMk id="{A94BF956-C6FA-9248-88B7-D9BB2FEEC39C}"/>
              </pc2:cmMkLst>
            </pc226:cmChg>
          </p:ext>
        </pc:extLst>
      </pc:sldChg>
      <pc:sldChg chg="del">
        <pc:chgData name="Sarah Langley" userId="239c5547-87b3-47be-8ff1-783a9a4cc887" providerId="ADAL" clId="{4E9234C8-CDEF-488A-AB3A-890C5D47C3B3}" dt="2024-10-25T15:36:15.262" v="200" actId="47"/>
        <pc:sldMkLst>
          <pc:docMk/>
          <pc:sldMk cId="3311269201" sldId="333"/>
        </pc:sldMkLst>
      </pc:sldChg>
      <pc:sldChg chg="delSp mod">
        <pc:chgData name="Sarah Langley" userId="239c5547-87b3-47be-8ff1-783a9a4cc887" providerId="ADAL" clId="{4E9234C8-CDEF-488A-AB3A-890C5D47C3B3}" dt="2024-10-25T15:26:17.078" v="93" actId="478"/>
        <pc:sldMkLst>
          <pc:docMk/>
          <pc:sldMk cId="2220291597" sldId="334"/>
        </pc:sldMkLst>
        <pc:spChg chg="del">
          <ac:chgData name="Sarah Langley" userId="239c5547-87b3-47be-8ff1-783a9a4cc887" providerId="ADAL" clId="{4E9234C8-CDEF-488A-AB3A-890C5D47C3B3}" dt="2024-10-25T15:26:17.078" v="93" actId="478"/>
          <ac:spMkLst>
            <pc:docMk/>
            <pc:sldMk cId="2220291597" sldId="334"/>
            <ac:spMk id="34826" creationId="{BB9D0C03-EF39-3D46-4645-90A2CF86EEDA}"/>
          </ac:spMkLst>
        </pc:spChg>
      </pc:sldChg>
      <pc:sldChg chg="delSp mod">
        <pc:chgData name="Sarah Langley" userId="239c5547-87b3-47be-8ff1-783a9a4cc887" providerId="ADAL" clId="{4E9234C8-CDEF-488A-AB3A-890C5D47C3B3}" dt="2024-10-25T15:31:15.467" v="150" actId="478"/>
        <pc:sldMkLst>
          <pc:docMk/>
          <pc:sldMk cId="3385665446" sldId="336"/>
        </pc:sldMkLst>
        <pc:spChg chg="del">
          <ac:chgData name="Sarah Langley" userId="239c5547-87b3-47be-8ff1-783a9a4cc887" providerId="ADAL" clId="{4E9234C8-CDEF-488A-AB3A-890C5D47C3B3}" dt="2024-10-25T15:31:15.467" v="150" actId="478"/>
          <ac:spMkLst>
            <pc:docMk/>
            <pc:sldMk cId="3385665446" sldId="336"/>
            <ac:spMk id="34828" creationId="{09002CA2-06D8-0A8C-0337-E17EFBFFB0D2}"/>
          </ac:spMkLst>
        </pc:spChg>
      </pc:sldChg>
      <pc:sldChg chg="addSp delSp modSp mod">
        <pc:chgData name="Sarah Langley" userId="239c5547-87b3-47be-8ff1-783a9a4cc887" providerId="ADAL" clId="{4E9234C8-CDEF-488A-AB3A-890C5D47C3B3}" dt="2024-10-25T15:30:52.904" v="146" actId="113"/>
        <pc:sldMkLst>
          <pc:docMk/>
          <pc:sldMk cId="2981822002" sldId="337"/>
        </pc:sldMkLst>
        <pc:spChg chg="mod">
          <ac:chgData name="Sarah Langley" userId="239c5547-87b3-47be-8ff1-783a9a4cc887" providerId="ADAL" clId="{4E9234C8-CDEF-488A-AB3A-890C5D47C3B3}" dt="2024-10-25T15:30:05.198" v="134"/>
          <ac:spMkLst>
            <pc:docMk/>
            <pc:sldMk cId="2981822002" sldId="337"/>
            <ac:spMk id="2" creationId="{7EC0CFE4-5FAA-5213-DDE9-2748A3B03D96}"/>
          </ac:spMkLst>
        </pc:spChg>
        <pc:spChg chg="del mod">
          <ac:chgData name="Sarah Langley" userId="239c5547-87b3-47be-8ff1-783a9a4cc887" providerId="ADAL" clId="{4E9234C8-CDEF-488A-AB3A-890C5D47C3B3}" dt="2024-10-25T15:30:22.005" v="138" actId="478"/>
          <ac:spMkLst>
            <pc:docMk/>
            <pc:sldMk cId="2981822002" sldId="337"/>
            <ac:spMk id="3" creationId="{BA47DE7A-D3A5-AC10-3A68-75F612B6D154}"/>
          </ac:spMkLst>
        </pc:spChg>
        <pc:spChg chg="add mod">
          <ac:chgData name="Sarah Langley" userId="239c5547-87b3-47be-8ff1-783a9a4cc887" providerId="ADAL" clId="{4E9234C8-CDEF-488A-AB3A-890C5D47C3B3}" dt="2024-10-25T15:30:52.904" v="146" actId="113"/>
          <ac:spMkLst>
            <pc:docMk/>
            <pc:sldMk cId="2981822002" sldId="337"/>
            <ac:spMk id="5" creationId="{48857C3A-3F5F-9138-B70D-8A89AFF29E20}"/>
          </ac:spMkLst>
        </pc:spChg>
      </pc:sldChg>
      <pc:sldChg chg="modSp mod">
        <pc:chgData name="Sarah Langley" userId="239c5547-87b3-47be-8ff1-783a9a4cc887" providerId="ADAL" clId="{4E9234C8-CDEF-488A-AB3A-890C5D47C3B3}" dt="2024-10-25T15:27:40.191" v="108" actId="1076"/>
        <pc:sldMkLst>
          <pc:docMk/>
          <pc:sldMk cId="3877861197" sldId="339"/>
        </pc:sldMkLst>
        <pc:spChg chg="mod">
          <ac:chgData name="Sarah Langley" userId="239c5547-87b3-47be-8ff1-783a9a4cc887" providerId="ADAL" clId="{4E9234C8-CDEF-488A-AB3A-890C5D47C3B3}" dt="2024-10-25T15:27:40.191" v="108" actId="1076"/>
          <ac:spMkLst>
            <pc:docMk/>
            <pc:sldMk cId="3877861197" sldId="339"/>
            <ac:spMk id="3" creationId="{3F92F8DB-6D0D-434F-76B7-9B343F1ED3A1}"/>
          </ac:spMkLst>
        </pc:spChg>
        <pc:picChg chg="mod">
          <ac:chgData name="Sarah Langley" userId="239c5547-87b3-47be-8ff1-783a9a4cc887" providerId="ADAL" clId="{4E9234C8-CDEF-488A-AB3A-890C5D47C3B3}" dt="2024-10-25T15:27:33.358" v="106" actId="1076"/>
          <ac:picMkLst>
            <pc:docMk/>
            <pc:sldMk cId="3877861197" sldId="339"/>
            <ac:picMk id="4" creationId="{957B1680-452D-5479-AB85-5782350B9EE6}"/>
          </ac:picMkLst>
        </pc:picChg>
      </pc:sldChg>
      <pc:sldChg chg="delCm">
        <pc:chgData name="Sarah Langley" userId="239c5547-87b3-47be-8ff1-783a9a4cc887" providerId="ADAL" clId="{4E9234C8-CDEF-488A-AB3A-890C5D47C3B3}" dt="2024-10-25T15:18:23.365" v="19"/>
        <pc:sldMkLst>
          <pc:docMk/>
          <pc:sldMk cId="4025451694" sldId="342"/>
        </pc:sldMkLst>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4E9234C8-CDEF-488A-AB3A-890C5D47C3B3}" dt="2024-10-25T15:18:23.365" v="19"/>
              <pc2:cmMkLst xmlns:pc2="http://schemas.microsoft.com/office/powerpoint/2019/9/main/command">
                <pc:docMk/>
                <pc:sldMk cId="4025451694" sldId="342"/>
                <pc2:cmMk id="{253D2C60-F8D0-744C-BB62-78B15A2A8DD7}"/>
              </pc2:cmMkLst>
            </pc226:cmChg>
          </p:ext>
        </pc:extLst>
      </pc:sldChg>
      <pc:sldChg chg="delSp mod delCm">
        <pc:chgData name="Sarah Langley" userId="239c5547-87b3-47be-8ff1-783a9a4cc887" providerId="ADAL" clId="{4E9234C8-CDEF-488A-AB3A-890C5D47C3B3}" dt="2024-10-25T15:22:18.282" v="55"/>
        <pc:sldMkLst>
          <pc:docMk/>
          <pc:sldMk cId="3588841390" sldId="343"/>
        </pc:sldMkLst>
        <pc:spChg chg="del">
          <ac:chgData name="Sarah Langley" userId="239c5547-87b3-47be-8ff1-783a9a4cc887" providerId="ADAL" clId="{4E9234C8-CDEF-488A-AB3A-890C5D47C3B3}" dt="2024-10-25T15:22:15.879" v="54" actId="478"/>
          <ac:spMkLst>
            <pc:docMk/>
            <pc:sldMk cId="3588841390" sldId="343"/>
            <ac:spMk id="34826" creationId="{1A091C60-B77D-3DC5-20AF-67AE489F724E}"/>
          </ac:spMkLst>
        </pc:spChg>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4E9234C8-CDEF-488A-AB3A-890C5D47C3B3}" dt="2024-10-25T15:22:18.282" v="55"/>
              <pc2:cmMkLst xmlns:pc2="http://schemas.microsoft.com/office/powerpoint/2019/9/main/command">
                <pc:docMk/>
                <pc:sldMk cId="3588841390" sldId="343"/>
                <pc2:cmMk id="{451D7C50-9903-9D47-8CD1-9087E759F006}"/>
              </pc2:cmMkLst>
            </pc226:cmChg>
          </p:ext>
        </pc:extLst>
      </pc:sldChg>
    </pc:docChg>
  </pc:docChgLst>
  <pc:docChgLst>
    <pc:chgData name="Paul Winser" userId="S::paul.winser@pearson.com::c3146a91-e6bd-4264-bd86-e164e04bc32d" providerId="AD" clId="Web-{CBC7986E-18A0-CC3F-89EB-616342C73D78}"/>
    <pc:docChg chg="modSld">
      <pc:chgData name="Paul Winser" userId="S::paul.winser@pearson.com::c3146a91-e6bd-4264-bd86-e164e04bc32d" providerId="AD" clId="Web-{CBC7986E-18A0-CC3F-89EB-616342C73D78}" dt="2024-11-13T14:37:24.761" v="0" actId="20577"/>
      <pc:docMkLst>
        <pc:docMk/>
      </pc:docMkLst>
      <pc:sldChg chg="modSp">
        <pc:chgData name="Paul Winser" userId="S::paul.winser@pearson.com::c3146a91-e6bd-4264-bd86-e164e04bc32d" providerId="AD" clId="Web-{CBC7986E-18A0-CC3F-89EB-616342C73D78}" dt="2024-11-13T14:37:24.761" v="0" actId="20577"/>
        <pc:sldMkLst>
          <pc:docMk/>
          <pc:sldMk cId="0" sldId="256"/>
        </pc:sldMkLst>
        <pc:spChg chg="mod">
          <ac:chgData name="Paul Winser" userId="S::paul.winser@pearson.com::c3146a91-e6bd-4264-bd86-e164e04bc32d" providerId="AD" clId="Web-{CBC7986E-18A0-CC3F-89EB-616342C73D78}" dt="2024-11-13T14:37:24.761" v="0" actId="20577"/>
          <ac:spMkLst>
            <pc:docMk/>
            <pc:sldMk cId="0" sldId="256"/>
            <ac:spMk id="28680" creationId="{250B1923-7747-07CF-317E-05CAA217CFCA}"/>
          </ac:spMkLst>
        </pc:spChg>
      </pc:sldChg>
    </pc:docChg>
  </pc:docChgLst>
</pc:chgInfo>
</file>

<file path=ppt/diagrams/_rels/data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ata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8.svg"/></Relationships>
</file>

<file path=ppt/diagrams/_rels/data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_rels/data10.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_rels/data11.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_rels/drawing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8.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_rels/drawing11.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D40B7A-5BCE-47EB-AF27-2FDE167CFA44}" type="doc">
      <dgm:prSet loTypeId="urn:microsoft.com/office/officeart/2005/8/layout/vProcess5" loCatId="process" qsTypeId="urn:microsoft.com/office/officeart/2005/8/quickstyle/simple2" qsCatId="simple" csTypeId="urn:microsoft.com/office/officeart/2005/8/colors/accent1_2" csCatId="accent1" phldr="1"/>
      <dgm:spPr/>
      <dgm:t>
        <a:bodyPr rtlCol="1"/>
        <a:lstStyle/>
        <a:p>
          <a:pPr rtl="1"/>
          <a:endParaRPr lang="en-US"/>
        </a:p>
      </dgm:t>
    </dgm:pt>
    <dgm:pt modelId="{173CD633-517F-4F6D-A6ED-41AA2059FD4B}">
      <dgm:prSet custT="1"/>
      <dgm:spPr/>
      <dgm:t>
        <a:bodyPr rtlCol="1"/>
        <a:lstStyle/>
        <a:p>
          <a:pPr rtl="1">
            <a:lnSpc>
              <a:spcPct val="100000"/>
            </a:lnSpc>
          </a:pPr>
          <a:r>
            <a:rPr lang="ar" sz="2100" baseline="0" dirty="0">
              <a:solidFill>
                <a:schemeClr val="tx1"/>
              </a:solidFill>
              <a:latin typeface="Sakkal Majalla" panose="02000000000000000000" pitchFamily="2" charset="-78"/>
              <a:cs typeface="Sakkal Majalla" panose="02000000000000000000" pitchFamily="2" charset="-78"/>
            </a:rPr>
            <a:t>الجزء الأول من دورة الشراء هو تحديد الحاجة إلى البضائع </a:t>
          </a:r>
          <a:br>
            <a:rPr lang="ar-EG" sz="2100" baseline="0" dirty="0">
              <a:solidFill>
                <a:schemeClr val="tx1"/>
              </a:solidFill>
              <a:latin typeface="Sakkal Majalla" panose="02000000000000000000" pitchFamily="2" charset="-78"/>
              <a:cs typeface="Sakkal Majalla" panose="02000000000000000000" pitchFamily="2" charset="-78"/>
            </a:rPr>
          </a:br>
          <a:r>
            <a:rPr lang="ar" sz="2100" baseline="0" dirty="0">
              <a:solidFill>
                <a:schemeClr val="tx1"/>
              </a:solidFill>
              <a:latin typeface="Sakkal Majalla" panose="02000000000000000000" pitchFamily="2" charset="-78"/>
              <a:cs typeface="Sakkal Majalla" panose="02000000000000000000" pitchFamily="2" charset="-78"/>
            </a:rPr>
            <a:t>أو الخدمات المطلوبة. </a:t>
          </a:r>
          <a:endParaRPr lang="en-US" sz="2100" baseline="0" dirty="0">
            <a:solidFill>
              <a:schemeClr val="tx1"/>
            </a:solidFill>
            <a:latin typeface="Sakkal Majalla" panose="02000000000000000000" pitchFamily="2" charset="-78"/>
            <a:cs typeface="Sakkal Majalla" panose="02000000000000000000" pitchFamily="2" charset="-78"/>
          </a:endParaRPr>
        </a:p>
      </dgm:t>
    </dgm:pt>
    <dgm:pt modelId="{E8407519-5991-497D-B227-BEE7F2130A62}" type="parTrans" cxnId="{7B841470-7CBA-4602-ADDC-B31DB19965F9}">
      <dgm:prSet/>
      <dgm:spPr/>
      <dgm:t>
        <a:bodyPr rtlCol="1"/>
        <a:lstStyle/>
        <a:p>
          <a:pPr rtl="1"/>
          <a:endParaRPr lang="en-US" sz="2100">
            <a:latin typeface="Sakkal Majalla" panose="02000000000000000000" pitchFamily="2" charset="-78"/>
            <a:cs typeface="Sakkal Majalla" panose="02000000000000000000" pitchFamily="2" charset="-78"/>
          </a:endParaRPr>
        </a:p>
      </dgm:t>
    </dgm:pt>
    <dgm:pt modelId="{AAD8F307-2661-4E57-8681-9794126BB4BE}" type="sibTrans" cxnId="{7B841470-7CBA-4602-ADDC-B31DB19965F9}">
      <dgm:prSet custT="1"/>
      <dgm:spPr/>
      <dgm:t>
        <a:bodyPr rtlCol="1"/>
        <a:lstStyle/>
        <a:p>
          <a:pPr rtl="1"/>
          <a:endParaRPr lang="en-US" sz="2100">
            <a:latin typeface="Sakkal Majalla" panose="02000000000000000000" pitchFamily="2" charset="-78"/>
            <a:cs typeface="Sakkal Majalla" panose="02000000000000000000" pitchFamily="2" charset="-78"/>
          </a:endParaRPr>
        </a:p>
      </dgm:t>
    </dgm:pt>
    <dgm:pt modelId="{844A971D-215B-4D77-8DBD-F5473564025F}">
      <dgm:prSet custT="1"/>
      <dgm:spPr/>
      <dgm:t>
        <a:bodyPr rtlCol="1"/>
        <a:lstStyle/>
        <a:p>
          <a:pPr rtl="1">
            <a:lnSpc>
              <a:spcPct val="100000"/>
            </a:lnSpc>
          </a:pPr>
          <a:r>
            <a:rPr lang="ar" sz="2100" dirty="0">
              <a:solidFill>
                <a:schemeClr val="tx1"/>
              </a:solidFill>
              <a:latin typeface="Sakkal Majalla" panose="02000000000000000000" pitchFamily="2" charset="-78"/>
              <a:cs typeface="Sakkal Majalla" panose="02000000000000000000" pitchFamily="2" charset="-78"/>
            </a:rPr>
            <a:t>تُستخدم المواصفات لضمان تحديد المتطلبات بدقة. </a:t>
          </a:r>
          <a:endParaRPr lang="en-US" sz="2100" dirty="0">
            <a:solidFill>
              <a:schemeClr val="tx1"/>
            </a:solidFill>
            <a:latin typeface="Sakkal Majalla" panose="02000000000000000000" pitchFamily="2" charset="-78"/>
            <a:cs typeface="Sakkal Majalla" panose="02000000000000000000" pitchFamily="2" charset="-78"/>
          </a:endParaRPr>
        </a:p>
      </dgm:t>
    </dgm:pt>
    <dgm:pt modelId="{B8D45F93-16DE-4FF3-9145-518E588EC18C}" type="parTrans" cxnId="{7A7147B7-B44B-4F99-BC38-3CB739F060A1}">
      <dgm:prSet/>
      <dgm:spPr/>
      <dgm:t>
        <a:bodyPr rtlCol="1"/>
        <a:lstStyle/>
        <a:p>
          <a:pPr rtl="1"/>
          <a:endParaRPr lang="en-US" sz="2100">
            <a:latin typeface="Sakkal Majalla" panose="02000000000000000000" pitchFamily="2" charset="-78"/>
            <a:cs typeface="Sakkal Majalla" panose="02000000000000000000" pitchFamily="2" charset="-78"/>
          </a:endParaRPr>
        </a:p>
      </dgm:t>
    </dgm:pt>
    <dgm:pt modelId="{9E75D9D3-2364-46C4-9DE2-73878FC9CB51}" type="sibTrans" cxnId="{7A7147B7-B44B-4F99-BC38-3CB739F060A1}">
      <dgm:prSet custT="1"/>
      <dgm:spPr/>
      <dgm:t>
        <a:bodyPr rtlCol="1"/>
        <a:lstStyle/>
        <a:p>
          <a:pPr rtl="1"/>
          <a:endParaRPr lang="en-US" sz="2100">
            <a:latin typeface="Sakkal Majalla" panose="02000000000000000000" pitchFamily="2" charset="-78"/>
            <a:cs typeface="Sakkal Majalla" panose="02000000000000000000" pitchFamily="2" charset="-78"/>
          </a:endParaRPr>
        </a:p>
      </dgm:t>
    </dgm:pt>
    <dgm:pt modelId="{342D179B-8CFC-42E4-9121-1875AF8FCDD5}">
      <dgm:prSet custT="1"/>
      <dgm:spPr/>
      <dgm:t>
        <a:bodyPr rtlCol="1"/>
        <a:lstStyle/>
        <a:p>
          <a:pPr rtl="1">
            <a:lnSpc>
              <a:spcPct val="100000"/>
            </a:lnSpc>
          </a:pPr>
          <a:r>
            <a:rPr lang="ar" sz="2100" dirty="0">
              <a:solidFill>
                <a:schemeClr val="tx1"/>
              </a:solidFill>
              <a:latin typeface="Sakkal Majalla" panose="02000000000000000000" pitchFamily="2" charset="-78"/>
              <a:cs typeface="Sakkal Majalla" panose="02000000000000000000" pitchFamily="2" charset="-78"/>
            </a:rPr>
            <a:t>اختيار الموردين لتلبية أفضل احتياجات الشركة. </a:t>
          </a:r>
          <a:endParaRPr lang="en-US" sz="2100" dirty="0">
            <a:solidFill>
              <a:schemeClr val="tx1"/>
            </a:solidFill>
            <a:latin typeface="Sakkal Majalla" panose="02000000000000000000" pitchFamily="2" charset="-78"/>
            <a:cs typeface="Sakkal Majalla" panose="02000000000000000000" pitchFamily="2" charset="-78"/>
          </a:endParaRPr>
        </a:p>
      </dgm:t>
    </dgm:pt>
    <dgm:pt modelId="{B9416DCE-7A54-435C-9A8B-49CDE2A376C7}" type="parTrans" cxnId="{3EAE1BF9-EC41-4EB7-ADF2-D6213FD9A2E2}">
      <dgm:prSet/>
      <dgm:spPr/>
      <dgm:t>
        <a:bodyPr rtlCol="1"/>
        <a:lstStyle/>
        <a:p>
          <a:pPr rtl="1"/>
          <a:endParaRPr lang="en-US" sz="2100">
            <a:latin typeface="Sakkal Majalla" panose="02000000000000000000" pitchFamily="2" charset="-78"/>
            <a:cs typeface="Sakkal Majalla" panose="02000000000000000000" pitchFamily="2" charset="-78"/>
          </a:endParaRPr>
        </a:p>
      </dgm:t>
    </dgm:pt>
    <dgm:pt modelId="{503B01DE-8ECA-4352-820D-936EEF07BFC2}" type="sibTrans" cxnId="{3EAE1BF9-EC41-4EB7-ADF2-D6213FD9A2E2}">
      <dgm:prSet custT="1"/>
      <dgm:spPr/>
      <dgm:t>
        <a:bodyPr rtlCol="1"/>
        <a:lstStyle/>
        <a:p>
          <a:pPr rtl="1"/>
          <a:endParaRPr lang="en-US" sz="2100">
            <a:latin typeface="Sakkal Majalla" panose="02000000000000000000" pitchFamily="2" charset="-78"/>
            <a:cs typeface="Sakkal Majalla" panose="02000000000000000000" pitchFamily="2" charset="-78"/>
          </a:endParaRPr>
        </a:p>
      </dgm:t>
    </dgm:pt>
    <dgm:pt modelId="{EB4F2050-5814-4570-B36A-DB71FBF3CC2F}">
      <dgm:prSet custT="1"/>
      <dgm:spPr/>
      <dgm:t>
        <a:bodyPr rtlCol="1"/>
        <a:lstStyle/>
        <a:p>
          <a:pPr rtl="1">
            <a:lnSpc>
              <a:spcPct val="100000"/>
            </a:lnSpc>
          </a:pPr>
          <a:r>
            <a:rPr lang="ar" sz="2100" dirty="0">
              <a:solidFill>
                <a:schemeClr val="tx1"/>
              </a:solidFill>
              <a:latin typeface="Sakkal Majalla" panose="02000000000000000000" pitchFamily="2" charset="-78"/>
              <a:cs typeface="Sakkal Majalla" panose="02000000000000000000" pitchFamily="2" charset="-78"/>
            </a:rPr>
            <a:t>إجراء مفاوضات بين الشركة والمورد.</a:t>
          </a:r>
          <a:endParaRPr lang="en-US" sz="2100" dirty="0">
            <a:solidFill>
              <a:schemeClr val="tx1"/>
            </a:solidFill>
            <a:latin typeface="Sakkal Majalla" panose="02000000000000000000" pitchFamily="2" charset="-78"/>
            <a:cs typeface="Sakkal Majalla" panose="02000000000000000000" pitchFamily="2" charset="-78"/>
          </a:endParaRPr>
        </a:p>
      </dgm:t>
    </dgm:pt>
    <dgm:pt modelId="{40A0E2F4-646E-4D88-B8C4-72D5C978298D}" type="parTrans" cxnId="{D0D7D6B1-4F50-4591-8511-E65DBC9970F0}">
      <dgm:prSet/>
      <dgm:spPr/>
      <dgm:t>
        <a:bodyPr rtlCol="1"/>
        <a:lstStyle/>
        <a:p>
          <a:pPr rtl="1"/>
          <a:endParaRPr lang="en-US" sz="2100">
            <a:latin typeface="Sakkal Majalla" panose="02000000000000000000" pitchFamily="2" charset="-78"/>
            <a:cs typeface="Sakkal Majalla" panose="02000000000000000000" pitchFamily="2" charset="-78"/>
          </a:endParaRPr>
        </a:p>
      </dgm:t>
    </dgm:pt>
    <dgm:pt modelId="{B8F6E7B5-3B1F-406E-B958-C28F81ED8950}" type="sibTrans" cxnId="{D0D7D6B1-4F50-4591-8511-E65DBC9970F0}">
      <dgm:prSet custT="1"/>
      <dgm:spPr/>
      <dgm:t>
        <a:bodyPr rtlCol="1"/>
        <a:lstStyle/>
        <a:p>
          <a:pPr rtl="1"/>
          <a:endParaRPr lang="en-US" sz="2100">
            <a:latin typeface="Sakkal Majalla" panose="02000000000000000000" pitchFamily="2" charset="-78"/>
            <a:cs typeface="Sakkal Majalla" panose="02000000000000000000" pitchFamily="2" charset="-78"/>
          </a:endParaRPr>
        </a:p>
      </dgm:t>
    </dgm:pt>
    <dgm:pt modelId="{7F2575D3-1316-435E-AD41-80F8E7A6CBA2}">
      <dgm:prSet custT="1"/>
      <dgm:spPr/>
      <dgm:t>
        <a:bodyPr rtlCol="1"/>
        <a:lstStyle/>
        <a:p>
          <a:pPr rtl="1">
            <a:lnSpc>
              <a:spcPct val="100000"/>
            </a:lnSpc>
          </a:pPr>
          <a:r>
            <a:rPr lang="ar" sz="2100" dirty="0">
              <a:solidFill>
                <a:schemeClr val="tx1"/>
              </a:solidFill>
              <a:latin typeface="Sakkal Majalla" panose="02000000000000000000" pitchFamily="2" charset="-78"/>
              <a:cs typeface="Sakkal Majalla" panose="02000000000000000000" pitchFamily="2" charset="-78"/>
            </a:rPr>
            <a:t>ثم تصدر الشركة أمر شراء للبائع</a:t>
          </a:r>
          <a:r>
            <a:rPr lang="ar" sz="2100" dirty="0">
              <a:latin typeface="Sakkal Majalla" panose="02000000000000000000" pitchFamily="2" charset="-78"/>
              <a:cs typeface="Sakkal Majalla" panose="02000000000000000000" pitchFamily="2" charset="-78"/>
            </a:rPr>
            <a:t>.  </a:t>
          </a:r>
          <a:endParaRPr lang="en-US" sz="2100" dirty="0">
            <a:latin typeface="Sakkal Majalla" panose="02000000000000000000" pitchFamily="2" charset="-78"/>
            <a:cs typeface="Sakkal Majalla" panose="02000000000000000000" pitchFamily="2" charset="-78"/>
          </a:endParaRPr>
        </a:p>
      </dgm:t>
    </dgm:pt>
    <dgm:pt modelId="{5E9D326C-070B-4726-AF87-EA0E17451D63}" type="parTrans" cxnId="{1CE91C89-F370-42BE-8D6E-2A45DA23DA5C}">
      <dgm:prSet/>
      <dgm:spPr/>
      <dgm:t>
        <a:bodyPr rtlCol="1"/>
        <a:lstStyle/>
        <a:p>
          <a:pPr rtl="1"/>
          <a:endParaRPr lang="en-US" sz="2100">
            <a:latin typeface="Sakkal Majalla" panose="02000000000000000000" pitchFamily="2" charset="-78"/>
            <a:cs typeface="Sakkal Majalla" panose="02000000000000000000" pitchFamily="2" charset="-78"/>
          </a:endParaRPr>
        </a:p>
      </dgm:t>
    </dgm:pt>
    <dgm:pt modelId="{5FC2466A-76F8-47F0-894F-6F5CAD08BFD8}" type="sibTrans" cxnId="{1CE91C89-F370-42BE-8D6E-2A45DA23DA5C}">
      <dgm:prSet/>
      <dgm:spPr/>
      <dgm:t>
        <a:bodyPr rtlCol="1"/>
        <a:lstStyle/>
        <a:p>
          <a:pPr rtl="1"/>
          <a:endParaRPr lang="en-US" sz="2100">
            <a:latin typeface="Sakkal Majalla" panose="02000000000000000000" pitchFamily="2" charset="-78"/>
            <a:cs typeface="Sakkal Majalla" panose="02000000000000000000" pitchFamily="2" charset="-78"/>
          </a:endParaRPr>
        </a:p>
      </dgm:t>
    </dgm:pt>
    <dgm:pt modelId="{3A612B60-CEC9-4C3D-903B-796E12DC870A}" type="pres">
      <dgm:prSet presAssocID="{6BD40B7A-5BCE-47EB-AF27-2FDE167CFA44}" presName="outerComposite" presStyleCnt="0">
        <dgm:presLayoutVars>
          <dgm:chMax val="5"/>
          <dgm:dir val="rev"/>
          <dgm:resizeHandles val="exact"/>
        </dgm:presLayoutVars>
      </dgm:prSet>
      <dgm:spPr/>
    </dgm:pt>
    <dgm:pt modelId="{E8193CE7-D6C7-4A22-ABA6-7E24DD5883FB}" type="pres">
      <dgm:prSet presAssocID="{6BD40B7A-5BCE-47EB-AF27-2FDE167CFA44}" presName="dummyMaxCanvas" presStyleCnt="0">
        <dgm:presLayoutVars/>
      </dgm:prSet>
      <dgm:spPr/>
    </dgm:pt>
    <dgm:pt modelId="{D2FB3504-C786-485F-82E6-D8C47DD0399C}" type="pres">
      <dgm:prSet presAssocID="{6BD40B7A-5BCE-47EB-AF27-2FDE167CFA44}" presName="FiveNodes_1" presStyleLbl="node1" presStyleIdx="0" presStyleCnt="5">
        <dgm:presLayoutVars>
          <dgm:bulletEnabled val="1"/>
        </dgm:presLayoutVars>
      </dgm:prSet>
      <dgm:spPr/>
    </dgm:pt>
    <dgm:pt modelId="{09C0C1F4-CFF2-4404-B89E-992F1AC11B3F}" type="pres">
      <dgm:prSet presAssocID="{6BD40B7A-5BCE-47EB-AF27-2FDE167CFA44}" presName="FiveNodes_2" presStyleLbl="node1" presStyleIdx="1" presStyleCnt="5">
        <dgm:presLayoutVars>
          <dgm:bulletEnabled val="1"/>
        </dgm:presLayoutVars>
      </dgm:prSet>
      <dgm:spPr/>
    </dgm:pt>
    <dgm:pt modelId="{0674D3EB-256D-42DF-AC73-194D74240581}" type="pres">
      <dgm:prSet presAssocID="{6BD40B7A-5BCE-47EB-AF27-2FDE167CFA44}" presName="FiveNodes_3" presStyleLbl="node1" presStyleIdx="2" presStyleCnt="5">
        <dgm:presLayoutVars>
          <dgm:bulletEnabled val="1"/>
        </dgm:presLayoutVars>
      </dgm:prSet>
      <dgm:spPr/>
    </dgm:pt>
    <dgm:pt modelId="{8FC59893-1DE5-4FCC-8877-2EE68BD634BB}" type="pres">
      <dgm:prSet presAssocID="{6BD40B7A-5BCE-47EB-AF27-2FDE167CFA44}" presName="FiveNodes_4" presStyleLbl="node1" presStyleIdx="3" presStyleCnt="5">
        <dgm:presLayoutVars>
          <dgm:bulletEnabled val="1"/>
        </dgm:presLayoutVars>
      </dgm:prSet>
      <dgm:spPr/>
    </dgm:pt>
    <dgm:pt modelId="{0A0802FC-7474-4291-ADE8-689D7FCF1BFB}" type="pres">
      <dgm:prSet presAssocID="{6BD40B7A-5BCE-47EB-AF27-2FDE167CFA44}" presName="FiveNodes_5" presStyleLbl="node1" presStyleIdx="4" presStyleCnt="5">
        <dgm:presLayoutVars>
          <dgm:bulletEnabled val="1"/>
        </dgm:presLayoutVars>
      </dgm:prSet>
      <dgm:spPr/>
    </dgm:pt>
    <dgm:pt modelId="{1E7C3B5C-EB2E-40E3-B295-37205A38BAB8}" type="pres">
      <dgm:prSet presAssocID="{6BD40B7A-5BCE-47EB-AF27-2FDE167CFA44}" presName="FiveConn_1-2" presStyleLbl="fgAccFollowNode1" presStyleIdx="0" presStyleCnt="4">
        <dgm:presLayoutVars>
          <dgm:bulletEnabled val="1"/>
        </dgm:presLayoutVars>
      </dgm:prSet>
      <dgm:spPr/>
    </dgm:pt>
    <dgm:pt modelId="{C8833C79-16E3-4398-9E7E-44E578ED2CEF}" type="pres">
      <dgm:prSet presAssocID="{6BD40B7A-5BCE-47EB-AF27-2FDE167CFA44}" presName="FiveConn_2-3" presStyleLbl="fgAccFollowNode1" presStyleIdx="1" presStyleCnt="4">
        <dgm:presLayoutVars>
          <dgm:bulletEnabled val="1"/>
        </dgm:presLayoutVars>
      </dgm:prSet>
      <dgm:spPr/>
    </dgm:pt>
    <dgm:pt modelId="{001D5F31-3950-487E-82EB-6F46C94E1CB3}" type="pres">
      <dgm:prSet presAssocID="{6BD40B7A-5BCE-47EB-AF27-2FDE167CFA44}" presName="FiveConn_3-4" presStyleLbl="fgAccFollowNode1" presStyleIdx="2" presStyleCnt="4">
        <dgm:presLayoutVars>
          <dgm:bulletEnabled val="1"/>
        </dgm:presLayoutVars>
      </dgm:prSet>
      <dgm:spPr/>
    </dgm:pt>
    <dgm:pt modelId="{B5545718-1650-4B0D-A00E-0B6918A1BE3A}" type="pres">
      <dgm:prSet presAssocID="{6BD40B7A-5BCE-47EB-AF27-2FDE167CFA44}" presName="FiveConn_4-5" presStyleLbl="fgAccFollowNode1" presStyleIdx="3" presStyleCnt="4">
        <dgm:presLayoutVars>
          <dgm:bulletEnabled val="1"/>
        </dgm:presLayoutVars>
      </dgm:prSet>
      <dgm:spPr/>
    </dgm:pt>
    <dgm:pt modelId="{D98F8941-9B7C-4A54-A287-DA2100D10E96}" type="pres">
      <dgm:prSet presAssocID="{6BD40B7A-5BCE-47EB-AF27-2FDE167CFA44}" presName="FiveNodes_1_text" presStyleLbl="node1" presStyleIdx="4" presStyleCnt="5">
        <dgm:presLayoutVars>
          <dgm:bulletEnabled val="1"/>
        </dgm:presLayoutVars>
      </dgm:prSet>
      <dgm:spPr/>
    </dgm:pt>
    <dgm:pt modelId="{41630C76-DAD7-46BD-A175-62A477FFE385}" type="pres">
      <dgm:prSet presAssocID="{6BD40B7A-5BCE-47EB-AF27-2FDE167CFA44}" presName="FiveNodes_2_text" presStyleLbl="node1" presStyleIdx="4" presStyleCnt="5">
        <dgm:presLayoutVars>
          <dgm:bulletEnabled val="1"/>
        </dgm:presLayoutVars>
      </dgm:prSet>
      <dgm:spPr/>
    </dgm:pt>
    <dgm:pt modelId="{CF48A1DA-E4D8-4FC7-86E9-9FEAF7ED4821}" type="pres">
      <dgm:prSet presAssocID="{6BD40B7A-5BCE-47EB-AF27-2FDE167CFA44}" presName="FiveNodes_3_text" presStyleLbl="node1" presStyleIdx="4" presStyleCnt="5">
        <dgm:presLayoutVars>
          <dgm:bulletEnabled val="1"/>
        </dgm:presLayoutVars>
      </dgm:prSet>
      <dgm:spPr/>
    </dgm:pt>
    <dgm:pt modelId="{745D9CA4-BCDB-495E-A2FB-44081BF33D4D}" type="pres">
      <dgm:prSet presAssocID="{6BD40B7A-5BCE-47EB-AF27-2FDE167CFA44}" presName="FiveNodes_4_text" presStyleLbl="node1" presStyleIdx="4" presStyleCnt="5">
        <dgm:presLayoutVars>
          <dgm:bulletEnabled val="1"/>
        </dgm:presLayoutVars>
      </dgm:prSet>
      <dgm:spPr/>
    </dgm:pt>
    <dgm:pt modelId="{8DD3A27F-3B44-4413-AB60-E0EAE2B3B145}" type="pres">
      <dgm:prSet presAssocID="{6BD40B7A-5BCE-47EB-AF27-2FDE167CFA44}" presName="FiveNodes_5_text" presStyleLbl="node1" presStyleIdx="4" presStyleCnt="5">
        <dgm:presLayoutVars>
          <dgm:bulletEnabled val="1"/>
        </dgm:presLayoutVars>
      </dgm:prSet>
      <dgm:spPr/>
    </dgm:pt>
  </dgm:ptLst>
  <dgm:cxnLst>
    <dgm:cxn modelId="{07EEC90E-34AD-4DD5-B108-AA89A7346C62}" type="presOf" srcId="{AAD8F307-2661-4E57-8681-9794126BB4BE}" destId="{1E7C3B5C-EB2E-40E3-B295-37205A38BAB8}" srcOrd="0" destOrd="0" presId="urn:microsoft.com/office/officeart/2005/8/layout/vProcess5"/>
    <dgm:cxn modelId="{BA15D739-DCC2-48AE-BC06-C2B0DAC3AFEF}" type="presOf" srcId="{EB4F2050-5814-4570-B36A-DB71FBF3CC2F}" destId="{745D9CA4-BCDB-495E-A2FB-44081BF33D4D}" srcOrd="1" destOrd="0" presId="urn:microsoft.com/office/officeart/2005/8/layout/vProcess5"/>
    <dgm:cxn modelId="{0811625B-0953-4578-9A8A-96F5E6B63161}" type="presOf" srcId="{7F2575D3-1316-435E-AD41-80F8E7A6CBA2}" destId="{0A0802FC-7474-4291-ADE8-689D7FCF1BFB}" srcOrd="0" destOrd="0" presId="urn:microsoft.com/office/officeart/2005/8/layout/vProcess5"/>
    <dgm:cxn modelId="{7B841470-7CBA-4602-ADDC-B31DB19965F9}" srcId="{6BD40B7A-5BCE-47EB-AF27-2FDE167CFA44}" destId="{173CD633-517F-4F6D-A6ED-41AA2059FD4B}" srcOrd="0" destOrd="0" parTransId="{E8407519-5991-497D-B227-BEE7F2130A62}" sibTransId="{AAD8F307-2661-4E57-8681-9794126BB4BE}"/>
    <dgm:cxn modelId="{B98EBA81-59AA-4A46-902A-C9354297EB90}" type="presOf" srcId="{342D179B-8CFC-42E4-9121-1875AF8FCDD5}" destId="{0674D3EB-256D-42DF-AC73-194D74240581}" srcOrd="0" destOrd="0" presId="urn:microsoft.com/office/officeart/2005/8/layout/vProcess5"/>
    <dgm:cxn modelId="{0A9FF987-5298-4C4D-BA25-E5E047373744}" type="presOf" srcId="{844A971D-215B-4D77-8DBD-F5473564025F}" destId="{41630C76-DAD7-46BD-A175-62A477FFE385}" srcOrd="1" destOrd="0" presId="urn:microsoft.com/office/officeart/2005/8/layout/vProcess5"/>
    <dgm:cxn modelId="{1CE91C89-F370-42BE-8D6E-2A45DA23DA5C}" srcId="{6BD40B7A-5BCE-47EB-AF27-2FDE167CFA44}" destId="{7F2575D3-1316-435E-AD41-80F8E7A6CBA2}" srcOrd="4" destOrd="0" parTransId="{5E9D326C-070B-4726-AF87-EA0E17451D63}" sibTransId="{5FC2466A-76F8-47F0-894F-6F5CAD08BFD8}"/>
    <dgm:cxn modelId="{96B4099C-C3C4-4FCD-B106-162FBB108FCC}" type="presOf" srcId="{173CD633-517F-4F6D-A6ED-41AA2059FD4B}" destId="{D98F8941-9B7C-4A54-A287-DA2100D10E96}" srcOrd="1" destOrd="0" presId="urn:microsoft.com/office/officeart/2005/8/layout/vProcess5"/>
    <dgm:cxn modelId="{48705EA1-194B-4DA7-A40A-7CE415EA7F6F}" type="presOf" srcId="{6BD40B7A-5BCE-47EB-AF27-2FDE167CFA44}" destId="{3A612B60-CEC9-4C3D-903B-796E12DC870A}" srcOrd="0" destOrd="0" presId="urn:microsoft.com/office/officeart/2005/8/layout/vProcess5"/>
    <dgm:cxn modelId="{320F27A4-AB28-4900-AFEB-57496FAC4626}" type="presOf" srcId="{342D179B-8CFC-42E4-9121-1875AF8FCDD5}" destId="{CF48A1DA-E4D8-4FC7-86E9-9FEAF7ED4821}" srcOrd="1" destOrd="0" presId="urn:microsoft.com/office/officeart/2005/8/layout/vProcess5"/>
    <dgm:cxn modelId="{6398DBA6-AB27-4850-A44F-71E8B18C4434}" type="presOf" srcId="{7F2575D3-1316-435E-AD41-80F8E7A6CBA2}" destId="{8DD3A27F-3B44-4413-AB60-E0EAE2B3B145}" srcOrd="1" destOrd="0" presId="urn:microsoft.com/office/officeart/2005/8/layout/vProcess5"/>
    <dgm:cxn modelId="{07B2C9AC-CB67-43AF-B316-65B8EB03E2BF}" type="presOf" srcId="{9E75D9D3-2364-46C4-9DE2-73878FC9CB51}" destId="{C8833C79-16E3-4398-9E7E-44E578ED2CEF}" srcOrd="0" destOrd="0" presId="urn:microsoft.com/office/officeart/2005/8/layout/vProcess5"/>
    <dgm:cxn modelId="{D0D7D6B1-4F50-4591-8511-E65DBC9970F0}" srcId="{6BD40B7A-5BCE-47EB-AF27-2FDE167CFA44}" destId="{EB4F2050-5814-4570-B36A-DB71FBF3CC2F}" srcOrd="3" destOrd="0" parTransId="{40A0E2F4-646E-4D88-B8C4-72D5C978298D}" sibTransId="{B8F6E7B5-3B1F-406E-B958-C28F81ED8950}"/>
    <dgm:cxn modelId="{7A7147B7-B44B-4F99-BC38-3CB739F060A1}" srcId="{6BD40B7A-5BCE-47EB-AF27-2FDE167CFA44}" destId="{844A971D-215B-4D77-8DBD-F5473564025F}" srcOrd="1" destOrd="0" parTransId="{B8D45F93-16DE-4FF3-9145-518E588EC18C}" sibTransId="{9E75D9D3-2364-46C4-9DE2-73878FC9CB51}"/>
    <dgm:cxn modelId="{F831A6B9-27CC-4463-A160-968A31A2326E}" type="presOf" srcId="{173CD633-517F-4F6D-A6ED-41AA2059FD4B}" destId="{D2FB3504-C786-485F-82E6-D8C47DD0399C}" srcOrd="0" destOrd="0" presId="urn:microsoft.com/office/officeart/2005/8/layout/vProcess5"/>
    <dgm:cxn modelId="{7BE92EBC-7F88-4634-9DCF-A054927A537A}" type="presOf" srcId="{844A971D-215B-4D77-8DBD-F5473564025F}" destId="{09C0C1F4-CFF2-4404-B89E-992F1AC11B3F}" srcOrd="0" destOrd="0" presId="urn:microsoft.com/office/officeart/2005/8/layout/vProcess5"/>
    <dgm:cxn modelId="{B319BEF0-6FF6-462F-8411-3661E235B699}" type="presOf" srcId="{EB4F2050-5814-4570-B36A-DB71FBF3CC2F}" destId="{8FC59893-1DE5-4FCC-8877-2EE68BD634BB}" srcOrd="0" destOrd="0" presId="urn:microsoft.com/office/officeart/2005/8/layout/vProcess5"/>
    <dgm:cxn modelId="{D01C8CF5-78F9-480C-A6E2-F5215FF70B1A}" type="presOf" srcId="{503B01DE-8ECA-4352-820D-936EEF07BFC2}" destId="{001D5F31-3950-487E-82EB-6F46C94E1CB3}" srcOrd="0" destOrd="0" presId="urn:microsoft.com/office/officeart/2005/8/layout/vProcess5"/>
    <dgm:cxn modelId="{C4C57AF7-449D-480C-8FF9-1D1334ED5A2E}" type="presOf" srcId="{B8F6E7B5-3B1F-406E-B958-C28F81ED8950}" destId="{B5545718-1650-4B0D-A00E-0B6918A1BE3A}" srcOrd="0" destOrd="0" presId="urn:microsoft.com/office/officeart/2005/8/layout/vProcess5"/>
    <dgm:cxn modelId="{3EAE1BF9-EC41-4EB7-ADF2-D6213FD9A2E2}" srcId="{6BD40B7A-5BCE-47EB-AF27-2FDE167CFA44}" destId="{342D179B-8CFC-42E4-9121-1875AF8FCDD5}" srcOrd="2" destOrd="0" parTransId="{B9416DCE-7A54-435C-9A8B-49CDE2A376C7}" sibTransId="{503B01DE-8ECA-4352-820D-936EEF07BFC2}"/>
    <dgm:cxn modelId="{7A65BA43-E01A-4003-B593-ACB8EFC58E18}" type="presParOf" srcId="{3A612B60-CEC9-4C3D-903B-796E12DC870A}" destId="{E8193CE7-D6C7-4A22-ABA6-7E24DD5883FB}" srcOrd="0" destOrd="0" presId="urn:microsoft.com/office/officeart/2005/8/layout/vProcess5"/>
    <dgm:cxn modelId="{37E8C08D-D5B2-41E4-BACA-0931F0CE45E0}" type="presParOf" srcId="{3A612B60-CEC9-4C3D-903B-796E12DC870A}" destId="{D2FB3504-C786-485F-82E6-D8C47DD0399C}" srcOrd="1" destOrd="0" presId="urn:microsoft.com/office/officeart/2005/8/layout/vProcess5"/>
    <dgm:cxn modelId="{5A15979D-4031-4ACB-916B-F668EDCAF19A}" type="presParOf" srcId="{3A612B60-CEC9-4C3D-903B-796E12DC870A}" destId="{09C0C1F4-CFF2-4404-B89E-992F1AC11B3F}" srcOrd="2" destOrd="0" presId="urn:microsoft.com/office/officeart/2005/8/layout/vProcess5"/>
    <dgm:cxn modelId="{E90A7FAC-BCD2-4370-AD74-585138B6347F}" type="presParOf" srcId="{3A612B60-CEC9-4C3D-903B-796E12DC870A}" destId="{0674D3EB-256D-42DF-AC73-194D74240581}" srcOrd="3" destOrd="0" presId="urn:microsoft.com/office/officeart/2005/8/layout/vProcess5"/>
    <dgm:cxn modelId="{01B05E51-CC2A-46B2-97FE-13FA58245EBB}" type="presParOf" srcId="{3A612B60-CEC9-4C3D-903B-796E12DC870A}" destId="{8FC59893-1DE5-4FCC-8877-2EE68BD634BB}" srcOrd="4" destOrd="0" presId="urn:microsoft.com/office/officeart/2005/8/layout/vProcess5"/>
    <dgm:cxn modelId="{1B54EE2B-2F3F-4FD0-9B05-12E6E5A00908}" type="presParOf" srcId="{3A612B60-CEC9-4C3D-903B-796E12DC870A}" destId="{0A0802FC-7474-4291-ADE8-689D7FCF1BFB}" srcOrd="5" destOrd="0" presId="urn:microsoft.com/office/officeart/2005/8/layout/vProcess5"/>
    <dgm:cxn modelId="{1027B231-ADFE-4004-B746-3563F786234A}" type="presParOf" srcId="{3A612B60-CEC9-4C3D-903B-796E12DC870A}" destId="{1E7C3B5C-EB2E-40E3-B295-37205A38BAB8}" srcOrd="6" destOrd="0" presId="urn:microsoft.com/office/officeart/2005/8/layout/vProcess5"/>
    <dgm:cxn modelId="{A9563880-EC09-4F39-BFDE-DC7F3C777BFE}" type="presParOf" srcId="{3A612B60-CEC9-4C3D-903B-796E12DC870A}" destId="{C8833C79-16E3-4398-9E7E-44E578ED2CEF}" srcOrd="7" destOrd="0" presId="urn:microsoft.com/office/officeart/2005/8/layout/vProcess5"/>
    <dgm:cxn modelId="{1A83D99E-33A4-47FE-93FF-42F1B368FE92}" type="presParOf" srcId="{3A612B60-CEC9-4C3D-903B-796E12DC870A}" destId="{001D5F31-3950-487E-82EB-6F46C94E1CB3}" srcOrd="8" destOrd="0" presId="urn:microsoft.com/office/officeart/2005/8/layout/vProcess5"/>
    <dgm:cxn modelId="{76B6CB96-6394-439B-B719-6F09E7D60260}" type="presParOf" srcId="{3A612B60-CEC9-4C3D-903B-796E12DC870A}" destId="{B5545718-1650-4B0D-A00E-0B6918A1BE3A}" srcOrd="9" destOrd="0" presId="urn:microsoft.com/office/officeart/2005/8/layout/vProcess5"/>
    <dgm:cxn modelId="{348D63D9-453F-4919-9732-4136B6AAF53C}" type="presParOf" srcId="{3A612B60-CEC9-4C3D-903B-796E12DC870A}" destId="{D98F8941-9B7C-4A54-A287-DA2100D10E96}" srcOrd="10" destOrd="0" presId="urn:microsoft.com/office/officeart/2005/8/layout/vProcess5"/>
    <dgm:cxn modelId="{25F67056-CB28-4A37-B28A-A3DFC55D60FE}" type="presParOf" srcId="{3A612B60-CEC9-4C3D-903B-796E12DC870A}" destId="{41630C76-DAD7-46BD-A175-62A477FFE385}" srcOrd="11" destOrd="0" presId="urn:microsoft.com/office/officeart/2005/8/layout/vProcess5"/>
    <dgm:cxn modelId="{95670FE9-1502-490B-AD63-B9E70ADF2BE2}" type="presParOf" srcId="{3A612B60-CEC9-4C3D-903B-796E12DC870A}" destId="{CF48A1DA-E4D8-4FC7-86E9-9FEAF7ED4821}" srcOrd="12" destOrd="0" presId="urn:microsoft.com/office/officeart/2005/8/layout/vProcess5"/>
    <dgm:cxn modelId="{CD875110-72D0-46C4-8EF0-503F50E1B12E}" type="presParOf" srcId="{3A612B60-CEC9-4C3D-903B-796E12DC870A}" destId="{745D9CA4-BCDB-495E-A2FB-44081BF33D4D}" srcOrd="13" destOrd="0" presId="urn:microsoft.com/office/officeart/2005/8/layout/vProcess5"/>
    <dgm:cxn modelId="{15A6E65E-6E37-4F0F-AC30-1DA0C92C35C7}" type="presParOf" srcId="{3A612B60-CEC9-4C3D-903B-796E12DC870A}" destId="{8DD3A27F-3B44-4413-AB60-E0EAE2B3B145}"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F71455-CB72-4AAA-973F-71CE3D492BCE}" type="doc">
      <dgm:prSet loTypeId="urn:microsoft.com/office/officeart/2005/8/layout/cycle6" loCatId="relationship" qsTypeId="urn:microsoft.com/office/officeart/2005/8/quickstyle/simple1" qsCatId="simple" csTypeId="urn:microsoft.com/office/officeart/2005/8/colors/accent1_2" csCatId="accent1" phldr="1"/>
      <dgm:spPr/>
      <dgm:t>
        <a:bodyPr rtlCol="1"/>
        <a:lstStyle/>
        <a:p>
          <a:pPr rtl="1"/>
          <a:endParaRPr lang="en-GB"/>
        </a:p>
      </dgm:t>
    </dgm:pt>
    <dgm:pt modelId="{626D7991-BBAA-4747-8483-9C0D7195818D}">
      <dgm:prSet phldrT="[Text]" custT="1"/>
      <dgm:spPr/>
      <dgm:t>
        <a:bodyPr rtlCol="1"/>
        <a:lstStyle/>
        <a:p>
          <a:pPr rtl="1"/>
          <a:r>
            <a:rPr lang="ar" sz="2600" dirty="0">
              <a:solidFill>
                <a:schemeClr val="tx1"/>
              </a:solidFill>
              <a:latin typeface="Sakkal Majalla" panose="02000000000000000000" pitchFamily="2" charset="-78"/>
              <a:cs typeface="Sakkal Majalla" panose="02000000000000000000" pitchFamily="2" charset="-78"/>
            </a:rPr>
            <a:t>التسليم</a:t>
          </a:r>
          <a:r>
            <a:rPr lang="ar" sz="2600" dirty="0"/>
            <a:t> </a:t>
          </a:r>
        </a:p>
      </dgm:t>
    </dgm:pt>
    <dgm:pt modelId="{1F654279-7A4A-455D-887F-01A086058BB3}" type="parTrans" cxnId="{F2C6DEE4-BE98-4191-8C07-8CD40D61C0F5}">
      <dgm:prSet/>
      <dgm:spPr/>
      <dgm:t>
        <a:bodyPr rtlCol="1"/>
        <a:lstStyle/>
        <a:p>
          <a:pPr rtl="1"/>
          <a:endParaRPr lang="en-GB" sz="2600"/>
        </a:p>
      </dgm:t>
    </dgm:pt>
    <dgm:pt modelId="{689BEEBE-7A6D-42B6-AB76-73AAED3B30B2}" type="sibTrans" cxnId="{F2C6DEE4-BE98-4191-8C07-8CD40D61C0F5}">
      <dgm:prSet/>
      <dgm:spPr/>
      <dgm:t>
        <a:bodyPr rtlCol="1"/>
        <a:lstStyle/>
        <a:p>
          <a:pPr rtl="1"/>
          <a:endParaRPr lang="en-GB" sz="2600"/>
        </a:p>
      </dgm:t>
    </dgm:pt>
    <dgm:pt modelId="{4498799B-53B5-4359-9D27-BD370E5C0583}">
      <dgm:prSet phldrT="[Text]" custT="1"/>
      <dgm:spPr/>
      <dgm:t>
        <a:bodyPr rtlCol="1"/>
        <a:lstStyle/>
        <a:p>
          <a:pPr rtl="1"/>
          <a:r>
            <a:rPr lang="ar" sz="2600" dirty="0">
              <a:solidFill>
                <a:schemeClr val="tx1"/>
              </a:solidFill>
              <a:latin typeface="Sakkal Majalla" panose="02000000000000000000" pitchFamily="2" charset="-78"/>
              <a:cs typeface="Sakkal Majalla" panose="02000000000000000000" pitchFamily="2" charset="-78"/>
            </a:rPr>
            <a:t>الفحص</a:t>
          </a:r>
        </a:p>
      </dgm:t>
    </dgm:pt>
    <dgm:pt modelId="{01887EDE-885E-4498-9F90-A4EA31883F18}" type="parTrans" cxnId="{988227D0-5868-4DE3-8F0F-8598D19F0D7D}">
      <dgm:prSet/>
      <dgm:spPr/>
      <dgm:t>
        <a:bodyPr rtlCol="1"/>
        <a:lstStyle/>
        <a:p>
          <a:pPr rtl="1"/>
          <a:endParaRPr lang="en-GB" sz="2600"/>
        </a:p>
      </dgm:t>
    </dgm:pt>
    <dgm:pt modelId="{3A6FB4E0-A9F7-4999-8BF3-FCF7537C33F9}" type="sibTrans" cxnId="{988227D0-5868-4DE3-8F0F-8598D19F0D7D}">
      <dgm:prSet/>
      <dgm:spPr/>
      <dgm:t>
        <a:bodyPr rtlCol="1"/>
        <a:lstStyle/>
        <a:p>
          <a:pPr rtl="1"/>
          <a:endParaRPr lang="en-GB" sz="2600"/>
        </a:p>
      </dgm:t>
    </dgm:pt>
    <dgm:pt modelId="{FD6FA266-347D-49A0-85D6-68ECEACEC2D0}">
      <dgm:prSet phldrT="[Text]" custT="1"/>
      <dgm:spPr/>
      <dgm:t>
        <a:bodyPr rtlCol="1"/>
        <a:lstStyle/>
        <a:p>
          <a:pPr rtl="1"/>
          <a:r>
            <a:rPr lang="ar" sz="2600" dirty="0">
              <a:solidFill>
                <a:schemeClr val="tx1"/>
              </a:solidFill>
              <a:latin typeface="Sakkal Majalla" panose="02000000000000000000" pitchFamily="2" charset="-78"/>
              <a:cs typeface="Sakkal Majalla" panose="02000000000000000000" pitchFamily="2" charset="-78"/>
            </a:rPr>
            <a:t>إدخال البضائع في المخزون</a:t>
          </a:r>
        </a:p>
      </dgm:t>
    </dgm:pt>
    <dgm:pt modelId="{AFDB9588-738F-451D-885A-505CE7E6E35E}" type="parTrans" cxnId="{883726B8-3E35-40AC-8C1D-5EEF35E4CBC7}">
      <dgm:prSet/>
      <dgm:spPr/>
      <dgm:t>
        <a:bodyPr rtlCol="1"/>
        <a:lstStyle/>
        <a:p>
          <a:pPr rtl="1"/>
          <a:endParaRPr lang="en-GB" sz="2600"/>
        </a:p>
      </dgm:t>
    </dgm:pt>
    <dgm:pt modelId="{8E00C27C-A642-4801-818E-D2643EEB91C6}" type="sibTrans" cxnId="{883726B8-3E35-40AC-8C1D-5EEF35E4CBC7}">
      <dgm:prSet/>
      <dgm:spPr/>
      <dgm:t>
        <a:bodyPr rtlCol="1"/>
        <a:lstStyle/>
        <a:p>
          <a:pPr rtl="1"/>
          <a:endParaRPr lang="en-GB" sz="2600"/>
        </a:p>
      </dgm:t>
    </dgm:pt>
    <dgm:pt modelId="{A08AF8EA-BB9D-40DA-B5CA-D2272E76E41A}">
      <dgm:prSet phldrT="[Text]" custT="1"/>
      <dgm:spPr/>
      <dgm:t>
        <a:bodyPr rtlCol="1"/>
        <a:lstStyle/>
        <a:p>
          <a:pPr rtl="1"/>
          <a:r>
            <a:rPr lang="ar" sz="2600" dirty="0">
              <a:solidFill>
                <a:schemeClr val="tx1"/>
              </a:solidFill>
              <a:latin typeface="Sakkal Majalla" panose="02000000000000000000" pitchFamily="2" charset="-78"/>
              <a:cs typeface="Sakkal Majalla" panose="02000000000000000000" pitchFamily="2" charset="-78"/>
            </a:rPr>
            <a:t>التحقق من الفاتورة</a:t>
          </a:r>
        </a:p>
      </dgm:t>
    </dgm:pt>
    <dgm:pt modelId="{D34C3556-5CB8-4E9B-81E8-904F3FB465A1}" type="parTrans" cxnId="{EA8089CA-15AF-4A4A-B09B-7B2C44D9E987}">
      <dgm:prSet/>
      <dgm:spPr/>
      <dgm:t>
        <a:bodyPr rtlCol="1"/>
        <a:lstStyle/>
        <a:p>
          <a:pPr rtl="1"/>
          <a:endParaRPr lang="en-GB" sz="2600"/>
        </a:p>
      </dgm:t>
    </dgm:pt>
    <dgm:pt modelId="{07443539-011D-4508-A2EB-DFA0157AB3F8}" type="sibTrans" cxnId="{EA8089CA-15AF-4A4A-B09B-7B2C44D9E987}">
      <dgm:prSet/>
      <dgm:spPr/>
      <dgm:t>
        <a:bodyPr rtlCol="1"/>
        <a:lstStyle/>
        <a:p>
          <a:pPr rtl="1"/>
          <a:endParaRPr lang="en-GB" sz="2600"/>
        </a:p>
      </dgm:t>
    </dgm:pt>
    <dgm:pt modelId="{DE74D22F-FC9C-4E07-8B2D-EC4FFAD77D68}">
      <dgm:prSet phldrT="[Text]" custT="1"/>
      <dgm:spPr/>
      <dgm:t>
        <a:bodyPr rtlCol="1"/>
        <a:lstStyle/>
        <a:p>
          <a:pPr rtl="1"/>
          <a:r>
            <a:rPr lang="ar" sz="2600" dirty="0">
              <a:solidFill>
                <a:schemeClr val="tx1"/>
              </a:solidFill>
              <a:latin typeface="Sakkal Majalla" panose="02000000000000000000" pitchFamily="2" charset="-78"/>
              <a:cs typeface="Sakkal Majalla" panose="02000000000000000000" pitchFamily="2" charset="-78"/>
            </a:rPr>
            <a:t>الدفع</a:t>
          </a:r>
        </a:p>
      </dgm:t>
    </dgm:pt>
    <dgm:pt modelId="{D6F5C248-AD1A-4382-B2CA-B85E4AE08A7E}" type="parTrans" cxnId="{8B3AD752-8E6E-4A04-8800-862D46BB9451}">
      <dgm:prSet/>
      <dgm:spPr/>
      <dgm:t>
        <a:bodyPr rtlCol="1"/>
        <a:lstStyle/>
        <a:p>
          <a:pPr rtl="1"/>
          <a:endParaRPr lang="en-GB" sz="2600"/>
        </a:p>
      </dgm:t>
    </dgm:pt>
    <dgm:pt modelId="{2E2DBF88-3A41-4E75-8FAF-D5A80A279AC0}" type="sibTrans" cxnId="{8B3AD752-8E6E-4A04-8800-862D46BB9451}">
      <dgm:prSet/>
      <dgm:spPr/>
      <dgm:t>
        <a:bodyPr rtlCol="1"/>
        <a:lstStyle/>
        <a:p>
          <a:pPr rtl="1"/>
          <a:endParaRPr lang="en-GB" sz="2600"/>
        </a:p>
      </dgm:t>
    </dgm:pt>
    <dgm:pt modelId="{E970EC61-7B00-4F86-B3DC-AB2657ED5FF6}" type="pres">
      <dgm:prSet presAssocID="{66F71455-CB72-4AAA-973F-71CE3D492BCE}" presName="cycle" presStyleCnt="0">
        <dgm:presLayoutVars>
          <dgm:dir/>
          <dgm:resizeHandles val="exact"/>
        </dgm:presLayoutVars>
      </dgm:prSet>
      <dgm:spPr/>
    </dgm:pt>
    <dgm:pt modelId="{95CC5D02-033E-404C-AE39-AEE70346D054}" type="pres">
      <dgm:prSet presAssocID="{626D7991-BBAA-4747-8483-9C0D7195818D}" presName="node" presStyleLbl="node1" presStyleIdx="0" presStyleCnt="5" custScaleX="169060">
        <dgm:presLayoutVars>
          <dgm:bulletEnabled val="1"/>
        </dgm:presLayoutVars>
      </dgm:prSet>
      <dgm:spPr/>
    </dgm:pt>
    <dgm:pt modelId="{14847107-E6AA-4FFC-8327-131A7BA9454A}" type="pres">
      <dgm:prSet presAssocID="{626D7991-BBAA-4747-8483-9C0D7195818D}" presName="spNode" presStyleCnt="0"/>
      <dgm:spPr/>
    </dgm:pt>
    <dgm:pt modelId="{2DA434D4-ED82-4556-9828-7CECCEFEAB77}" type="pres">
      <dgm:prSet presAssocID="{689BEEBE-7A6D-42B6-AB76-73AAED3B30B2}" presName="sibTrans" presStyleLbl="sibTrans1D1" presStyleIdx="0" presStyleCnt="5"/>
      <dgm:spPr/>
    </dgm:pt>
    <dgm:pt modelId="{83CD299D-235B-4825-A7D5-7F1B1D9F1FFF}" type="pres">
      <dgm:prSet presAssocID="{4498799B-53B5-4359-9D27-BD370E5C0583}" presName="node" presStyleLbl="node1" presStyleIdx="1" presStyleCnt="5" custScaleX="148741">
        <dgm:presLayoutVars>
          <dgm:bulletEnabled val="1"/>
        </dgm:presLayoutVars>
      </dgm:prSet>
      <dgm:spPr/>
    </dgm:pt>
    <dgm:pt modelId="{64410441-78C1-4063-8F44-EB4E8146E951}" type="pres">
      <dgm:prSet presAssocID="{4498799B-53B5-4359-9D27-BD370E5C0583}" presName="spNode" presStyleCnt="0"/>
      <dgm:spPr/>
    </dgm:pt>
    <dgm:pt modelId="{C1F15F4E-8B1F-43A7-9FFD-96726815C27F}" type="pres">
      <dgm:prSet presAssocID="{3A6FB4E0-A9F7-4999-8BF3-FCF7537C33F9}" presName="sibTrans" presStyleLbl="sibTrans1D1" presStyleIdx="1" presStyleCnt="5"/>
      <dgm:spPr/>
    </dgm:pt>
    <dgm:pt modelId="{38BFD440-CD46-454A-877A-97DB0D964F49}" type="pres">
      <dgm:prSet presAssocID="{FD6FA266-347D-49A0-85D6-68ECEACEC2D0}" presName="node" presStyleLbl="node1" presStyleIdx="2" presStyleCnt="5" custScaleX="215924" custRadScaleRad="113190" custRadScaleInc="-117217">
        <dgm:presLayoutVars>
          <dgm:bulletEnabled val="1"/>
        </dgm:presLayoutVars>
      </dgm:prSet>
      <dgm:spPr/>
    </dgm:pt>
    <dgm:pt modelId="{07EB6FCC-7B7F-45EB-854B-EBEAD46385BD}" type="pres">
      <dgm:prSet presAssocID="{FD6FA266-347D-49A0-85D6-68ECEACEC2D0}" presName="spNode" presStyleCnt="0"/>
      <dgm:spPr/>
    </dgm:pt>
    <dgm:pt modelId="{ECC598A0-C594-4F27-BC00-64326A17435D}" type="pres">
      <dgm:prSet presAssocID="{8E00C27C-A642-4801-818E-D2643EEB91C6}" presName="sibTrans" presStyleLbl="sibTrans1D1" presStyleIdx="2" presStyleCnt="5"/>
      <dgm:spPr/>
    </dgm:pt>
    <dgm:pt modelId="{7857CA5D-E4BE-4CB3-B885-130A8D9FB941}" type="pres">
      <dgm:prSet presAssocID="{A08AF8EA-BB9D-40DA-B5CA-D2272E76E41A}" presName="node" presStyleLbl="node1" presStyleIdx="3" presStyleCnt="5" custScaleX="205563" custRadScaleRad="116780" custRadScaleInc="120762">
        <dgm:presLayoutVars>
          <dgm:bulletEnabled val="1"/>
        </dgm:presLayoutVars>
      </dgm:prSet>
      <dgm:spPr/>
    </dgm:pt>
    <dgm:pt modelId="{3A0FE9FF-097E-4D26-80F1-99F84978F9E7}" type="pres">
      <dgm:prSet presAssocID="{A08AF8EA-BB9D-40DA-B5CA-D2272E76E41A}" presName="spNode" presStyleCnt="0"/>
      <dgm:spPr/>
    </dgm:pt>
    <dgm:pt modelId="{FDC0D168-948F-4515-97DB-79859E805B6F}" type="pres">
      <dgm:prSet presAssocID="{07443539-011D-4508-A2EB-DFA0157AB3F8}" presName="sibTrans" presStyleLbl="sibTrans1D1" presStyleIdx="3" presStyleCnt="5"/>
      <dgm:spPr/>
    </dgm:pt>
    <dgm:pt modelId="{8EC8EAA4-E8EA-46C6-97F1-1991FBF7E95E}" type="pres">
      <dgm:prSet presAssocID="{DE74D22F-FC9C-4E07-8B2D-EC4FFAD77D68}" presName="node" presStyleLbl="node1" presStyleIdx="4" presStyleCnt="5" custScaleX="159810">
        <dgm:presLayoutVars>
          <dgm:bulletEnabled val="1"/>
        </dgm:presLayoutVars>
      </dgm:prSet>
      <dgm:spPr/>
    </dgm:pt>
    <dgm:pt modelId="{B22103E1-709D-4ED1-85E4-683947191262}" type="pres">
      <dgm:prSet presAssocID="{DE74D22F-FC9C-4E07-8B2D-EC4FFAD77D68}" presName="spNode" presStyleCnt="0"/>
      <dgm:spPr/>
    </dgm:pt>
    <dgm:pt modelId="{3C27A958-D898-4CA1-A1D6-E9DFB5503AFF}" type="pres">
      <dgm:prSet presAssocID="{2E2DBF88-3A41-4E75-8FAF-D5A80A279AC0}" presName="sibTrans" presStyleLbl="sibTrans1D1" presStyleIdx="4" presStyleCnt="5"/>
      <dgm:spPr/>
    </dgm:pt>
  </dgm:ptLst>
  <dgm:cxnLst>
    <dgm:cxn modelId="{CE857404-7032-4A93-93B9-B0A7061714F3}" type="presOf" srcId="{66F71455-CB72-4AAA-973F-71CE3D492BCE}" destId="{E970EC61-7B00-4F86-B3DC-AB2657ED5FF6}" srcOrd="0" destOrd="0" presId="urn:microsoft.com/office/officeart/2005/8/layout/cycle6"/>
    <dgm:cxn modelId="{007DB805-EC8D-43A9-8004-17CA994AC6F8}" type="presOf" srcId="{A08AF8EA-BB9D-40DA-B5CA-D2272E76E41A}" destId="{7857CA5D-E4BE-4CB3-B885-130A8D9FB941}" srcOrd="0" destOrd="0" presId="urn:microsoft.com/office/officeart/2005/8/layout/cycle6"/>
    <dgm:cxn modelId="{31123368-E2F6-47D7-999E-B3D980E5E33B}" type="presOf" srcId="{689BEEBE-7A6D-42B6-AB76-73AAED3B30B2}" destId="{2DA434D4-ED82-4556-9828-7CECCEFEAB77}" srcOrd="0" destOrd="0" presId="urn:microsoft.com/office/officeart/2005/8/layout/cycle6"/>
    <dgm:cxn modelId="{7E86DF4A-67DC-43C1-A798-0CA403A5BCF0}" type="presOf" srcId="{626D7991-BBAA-4747-8483-9C0D7195818D}" destId="{95CC5D02-033E-404C-AE39-AEE70346D054}" srcOrd="0" destOrd="0" presId="urn:microsoft.com/office/officeart/2005/8/layout/cycle6"/>
    <dgm:cxn modelId="{1E9BF46B-89A6-4EB9-9489-A50ED2D74546}" type="presOf" srcId="{3A6FB4E0-A9F7-4999-8BF3-FCF7537C33F9}" destId="{C1F15F4E-8B1F-43A7-9FFD-96726815C27F}" srcOrd="0" destOrd="0" presId="urn:microsoft.com/office/officeart/2005/8/layout/cycle6"/>
    <dgm:cxn modelId="{8B3AD752-8E6E-4A04-8800-862D46BB9451}" srcId="{66F71455-CB72-4AAA-973F-71CE3D492BCE}" destId="{DE74D22F-FC9C-4E07-8B2D-EC4FFAD77D68}" srcOrd="4" destOrd="0" parTransId="{D6F5C248-AD1A-4382-B2CA-B85E4AE08A7E}" sibTransId="{2E2DBF88-3A41-4E75-8FAF-D5A80A279AC0}"/>
    <dgm:cxn modelId="{103F65A6-6889-4D27-A246-0FA7D364CB36}" type="presOf" srcId="{FD6FA266-347D-49A0-85D6-68ECEACEC2D0}" destId="{38BFD440-CD46-454A-877A-97DB0D964F49}" srcOrd="0" destOrd="0" presId="urn:microsoft.com/office/officeart/2005/8/layout/cycle6"/>
    <dgm:cxn modelId="{883726B8-3E35-40AC-8C1D-5EEF35E4CBC7}" srcId="{66F71455-CB72-4AAA-973F-71CE3D492BCE}" destId="{FD6FA266-347D-49A0-85D6-68ECEACEC2D0}" srcOrd="2" destOrd="0" parTransId="{AFDB9588-738F-451D-885A-505CE7E6E35E}" sibTransId="{8E00C27C-A642-4801-818E-D2643EEB91C6}"/>
    <dgm:cxn modelId="{2BC6C9C2-37A5-4A22-8B63-1F9786836DBA}" type="presOf" srcId="{4498799B-53B5-4359-9D27-BD370E5C0583}" destId="{83CD299D-235B-4825-A7D5-7F1B1D9F1FFF}" srcOrd="0" destOrd="0" presId="urn:microsoft.com/office/officeart/2005/8/layout/cycle6"/>
    <dgm:cxn modelId="{EA8089CA-15AF-4A4A-B09B-7B2C44D9E987}" srcId="{66F71455-CB72-4AAA-973F-71CE3D492BCE}" destId="{A08AF8EA-BB9D-40DA-B5CA-D2272E76E41A}" srcOrd="3" destOrd="0" parTransId="{D34C3556-5CB8-4E9B-81E8-904F3FB465A1}" sibTransId="{07443539-011D-4508-A2EB-DFA0157AB3F8}"/>
    <dgm:cxn modelId="{1F81AECA-4199-4E8B-842B-BEF32D456452}" type="presOf" srcId="{07443539-011D-4508-A2EB-DFA0157AB3F8}" destId="{FDC0D168-948F-4515-97DB-79859E805B6F}" srcOrd="0" destOrd="0" presId="urn:microsoft.com/office/officeart/2005/8/layout/cycle6"/>
    <dgm:cxn modelId="{988227D0-5868-4DE3-8F0F-8598D19F0D7D}" srcId="{66F71455-CB72-4AAA-973F-71CE3D492BCE}" destId="{4498799B-53B5-4359-9D27-BD370E5C0583}" srcOrd="1" destOrd="0" parTransId="{01887EDE-885E-4498-9F90-A4EA31883F18}" sibTransId="{3A6FB4E0-A9F7-4999-8BF3-FCF7537C33F9}"/>
    <dgm:cxn modelId="{EA5C14D6-56D6-4AEA-81A0-AF4F7B8B7754}" type="presOf" srcId="{8E00C27C-A642-4801-818E-D2643EEB91C6}" destId="{ECC598A0-C594-4F27-BC00-64326A17435D}" srcOrd="0" destOrd="0" presId="urn:microsoft.com/office/officeart/2005/8/layout/cycle6"/>
    <dgm:cxn modelId="{ED5517DE-7BAD-4DEE-98B1-BF87340E7967}" type="presOf" srcId="{2E2DBF88-3A41-4E75-8FAF-D5A80A279AC0}" destId="{3C27A958-D898-4CA1-A1D6-E9DFB5503AFF}" srcOrd="0" destOrd="0" presId="urn:microsoft.com/office/officeart/2005/8/layout/cycle6"/>
    <dgm:cxn modelId="{F2C6DEE4-BE98-4191-8C07-8CD40D61C0F5}" srcId="{66F71455-CB72-4AAA-973F-71CE3D492BCE}" destId="{626D7991-BBAA-4747-8483-9C0D7195818D}" srcOrd="0" destOrd="0" parTransId="{1F654279-7A4A-455D-887F-01A086058BB3}" sibTransId="{689BEEBE-7A6D-42B6-AB76-73AAED3B30B2}"/>
    <dgm:cxn modelId="{AEBBF4E5-157D-4A32-ADB3-EAA5D5FE57A3}" type="presOf" srcId="{DE74D22F-FC9C-4E07-8B2D-EC4FFAD77D68}" destId="{8EC8EAA4-E8EA-46C6-97F1-1991FBF7E95E}" srcOrd="0" destOrd="0" presId="urn:microsoft.com/office/officeart/2005/8/layout/cycle6"/>
    <dgm:cxn modelId="{5178CC5D-8535-4146-8602-F05974ACEE11}" type="presParOf" srcId="{E970EC61-7B00-4F86-B3DC-AB2657ED5FF6}" destId="{95CC5D02-033E-404C-AE39-AEE70346D054}" srcOrd="0" destOrd="0" presId="urn:microsoft.com/office/officeart/2005/8/layout/cycle6"/>
    <dgm:cxn modelId="{DBE353AC-7682-435C-8A4E-231F51E271C7}" type="presParOf" srcId="{E970EC61-7B00-4F86-B3DC-AB2657ED5FF6}" destId="{14847107-E6AA-4FFC-8327-131A7BA9454A}" srcOrd="1" destOrd="0" presId="urn:microsoft.com/office/officeart/2005/8/layout/cycle6"/>
    <dgm:cxn modelId="{721E233E-8DB1-42DA-BB1C-DFFBBA9072CE}" type="presParOf" srcId="{E970EC61-7B00-4F86-B3DC-AB2657ED5FF6}" destId="{2DA434D4-ED82-4556-9828-7CECCEFEAB77}" srcOrd="2" destOrd="0" presId="urn:microsoft.com/office/officeart/2005/8/layout/cycle6"/>
    <dgm:cxn modelId="{F0F4D8FC-7C68-46BE-B939-5FA88B734DD7}" type="presParOf" srcId="{E970EC61-7B00-4F86-B3DC-AB2657ED5FF6}" destId="{83CD299D-235B-4825-A7D5-7F1B1D9F1FFF}" srcOrd="3" destOrd="0" presId="urn:microsoft.com/office/officeart/2005/8/layout/cycle6"/>
    <dgm:cxn modelId="{765A6695-80AF-48B7-ADBB-6E968FE04ACB}" type="presParOf" srcId="{E970EC61-7B00-4F86-B3DC-AB2657ED5FF6}" destId="{64410441-78C1-4063-8F44-EB4E8146E951}" srcOrd="4" destOrd="0" presId="urn:microsoft.com/office/officeart/2005/8/layout/cycle6"/>
    <dgm:cxn modelId="{D6AF7FE6-8A7A-49E4-8EDD-BBFBA10FF0BD}" type="presParOf" srcId="{E970EC61-7B00-4F86-B3DC-AB2657ED5FF6}" destId="{C1F15F4E-8B1F-43A7-9FFD-96726815C27F}" srcOrd="5" destOrd="0" presId="urn:microsoft.com/office/officeart/2005/8/layout/cycle6"/>
    <dgm:cxn modelId="{44D81003-B098-4658-B149-7E645134510E}" type="presParOf" srcId="{E970EC61-7B00-4F86-B3DC-AB2657ED5FF6}" destId="{38BFD440-CD46-454A-877A-97DB0D964F49}" srcOrd="6" destOrd="0" presId="urn:microsoft.com/office/officeart/2005/8/layout/cycle6"/>
    <dgm:cxn modelId="{F4B64257-C533-4FD9-BFBC-DD0D03353822}" type="presParOf" srcId="{E970EC61-7B00-4F86-B3DC-AB2657ED5FF6}" destId="{07EB6FCC-7B7F-45EB-854B-EBEAD46385BD}" srcOrd="7" destOrd="0" presId="urn:microsoft.com/office/officeart/2005/8/layout/cycle6"/>
    <dgm:cxn modelId="{0532A42E-BAAE-4483-9F06-D88FB8BAD0DB}" type="presParOf" srcId="{E970EC61-7B00-4F86-B3DC-AB2657ED5FF6}" destId="{ECC598A0-C594-4F27-BC00-64326A17435D}" srcOrd="8" destOrd="0" presId="urn:microsoft.com/office/officeart/2005/8/layout/cycle6"/>
    <dgm:cxn modelId="{9074CCDD-4641-439C-AB02-05E0BEFFB21F}" type="presParOf" srcId="{E970EC61-7B00-4F86-B3DC-AB2657ED5FF6}" destId="{7857CA5D-E4BE-4CB3-B885-130A8D9FB941}" srcOrd="9" destOrd="0" presId="urn:microsoft.com/office/officeart/2005/8/layout/cycle6"/>
    <dgm:cxn modelId="{FF616F3C-A9C4-423D-B816-B7E76A2AF56B}" type="presParOf" srcId="{E970EC61-7B00-4F86-B3DC-AB2657ED5FF6}" destId="{3A0FE9FF-097E-4D26-80F1-99F84978F9E7}" srcOrd="10" destOrd="0" presId="urn:microsoft.com/office/officeart/2005/8/layout/cycle6"/>
    <dgm:cxn modelId="{A453031F-D278-484E-8FE7-D15A95CBDD10}" type="presParOf" srcId="{E970EC61-7B00-4F86-B3DC-AB2657ED5FF6}" destId="{FDC0D168-948F-4515-97DB-79859E805B6F}" srcOrd="11" destOrd="0" presId="urn:microsoft.com/office/officeart/2005/8/layout/cycle6"/>
    <dgm:cxn modelId="{8D5423C2-67DA-4978-9483-5D6ABD5670CC}" type="presParOf" srcId="{E970EC61-7B00-4F86-B3DC-AB2657ED5FF6}" destId="{8EC8EAA4-E8EA-46C6-97F1-1991FBF7E95E}" srcOrd="12" destOrd="0" presId="urn:microsoft.com/office/officeart/2005/8/layout/cycle6"/>
    <dgm:cxn modelId="{C5EC09D1-C4A0-4F7A-BE6E-DF9F801F55D9}" type="presParOf" srcId="{E970EC61-7B00-4F86-B3DC-AB2657ED5FF6}" destId="{B22103E1-709D-4ED1-85E4-683947191262}" srcOrd="13" destOrd="0" presId="urn:microsoft.com/office/officeart/2005/8/layout/cycle6"/>
    <dgm:cxn modelId="{CC833D25-ACE8-49BF-8083-C08FAB57DE0F}" type="presParOf" srcId="{E970EC61-7B00-4F86-B3DC-AB2657ED5FF6}" destId="{3C27A958-D898-4CA1-A1D6-E9DFB5503AFF}" srcOrd="14" destOrd="0" presId="urn:microsoft.com/office/officeart/2005/8/layout/cycle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C2C599-7439-4DDA-A995-95ABD7965AB8}" type="doc">
      <dgm:prSet loTypeId="urn:microsoft.com/office/officeart/2005/8/layout/vList2" loCatId="list" qsTypeId="urn:microsoft.com/office/officeart/2005/8/quickstyle/simple1" qsCatId="simple" csTypeId="urn:microsoft.com/office/officeart/2005/8/colors/accent1_2" csCatId="accent1"/>
      <dgm:spPr/>
      <dgm:t>
        <a:bodyPr rtlCol="1"/>
        <a:lstStyle/>
        <a:p>
          <a:pPr rtl="1"/>
          <a:endParaRPr lang="en-US"/>
        </a:p>
      </dgm:t>
    </dgm:pt>
    <dgm:pt modelId="{7D2D9C20-0FB6-4E4A-9A61-7B2ADE6493C2}">
      <dgm:prSet custT="1"/>
      <dgm:spPr/>
      <dgm:t>
        <a:bodyPr rtlCol="1"/>
        <a:lstStyle/>
        <a:p>
          <a:pPr rtl="1"/>
          <a:r>
            <a:rPr lang="ar" sz="2600" b="1" dirty="0">
              <a:solidFill>
                <a:schemeClr val="tx1"/>
              </a:solidFill>
              <a:latin typeface="Sakkal Majalla" panose="02000000000000000000" pitchFamily="2" charset="-78"/>
              <a:cs typeface="Sakkal Majalla" panose="02000000000000000000" pitchFamily="2" charset="-78"/>
            </a:rPr>
            <a:t>التكاليف غير المباشرة</a:t>
          </a:r>
          <a:r>
            <a:rPr lang="ar" sz="2600" dirty="0">
              <a:solidFill>
                <a:schemeClr val="tx1"/>
              </a:solidFill>
              <a:latin typeface="Sakkal Majalla" panose="02000000000000000000" pitchFamily="2" charset="-78"/>
              <a:cs typeface="Sakkal Majalla" panose="02000000000000000000" pitchFamily="2" charset="-78"/>
            </a:rPr>
            <a:t> – يجب دفع هذه التكاليف سواءً تم إنتاج البضائع أو الخدمات أم لم يتم، مثل: الإيجار، والتأمين، والصيانة والإصلاحات</a:t>
          </a:r>
          <a:endParaRPr lang="en-US" sz="2600" dirty="0">
            <a:solidFill>
              <a:schemeClr val="tx1"/>
            </a:solidFill>
            <a:latin typeface="Sakkal Majalla" panose="02000000000000000000" pitchFamily="2" charset="-78"/>
            <a:cs typeface="Sakkal Majalla" panose="02000000000000000000" pitchFamily="2" charset="-78"/>
          </a:endParaRPr>
        </a:p>
      </dgm:t>
    </dgm:pt>
    <dgm:pt modelId="{4E39EAF8-8085-4A1F-A64F-8498090A537D}" type="parTrans" cxnId="{F88FC029-26D0-4097-9BF2-0664932BAC1B}">
      <dgm:prSet/>
      <dgm:spPr/>
      <dgm:t>
        <a:bodyPr rtlCol="1"/>
        <a:lstStyle/>
        <a:p>
          <a:pPr rtl="1"/>
          <a:endParaRPr lang="en-US" sz="2600"/>
        </a:p>
      </dgm:t>
    </dgm:pt>
    <dgm:pt modelId="{92B62441-DC40-49BF-B609-DA5005C13F7F}" type="sibTrans" cxnId="{F88FC029-26D0-4097-9BF2-0664932BAC1B}">
      <dgm:prSet/>
      <dgm:spPr/>
      <dgm:t>
        <a:bodyPr rtlCol="1"/>
        <a:lstStyle/>
        <a:p>
          <a:pPr rtl="1"/>
          <a:endParaRPr lang="en-US" sz="2600"/>
        </a:p>
      </dgm:t>
    </dgm:pt>
    <dgm:pt modelId="{53948B8B-E74F-4DE3-B32F-61DA03823A7C}">
      <dgm:prSet custT="1"/>
      <dgm:spPr/>
      <dgm:t>
        <a:bodyPr rtlCol="1"/>
        <a:lstStyle/>
        <a:p>
          <a:pPr rtl="1"/>
          <a:r>
            <a:rPr lang="ar" sz="2600" b="1" dirty="0">
              <a:solidFill>
                <a:schemeClr val="tx1"/>
              </a:solidFill>
              <a:latin typeface="Sakkal Majalla" panose="02000000000000000000" pitchFamily="2" charset="-78"/>
              <a:cs typeface="Sakkal Majalla" panose="02000000000000000000" pitchFamily="2" charset="-78"/>
            </a:rPr>
            <a:t>التكاليف الموزعة</a:t>
          </a:r>
          <a:r>
            <a:rPr lang="ar" sz="2600" dirty="0">
              <a:solidFill>
                <a:schemeClr val="tx1"/>
              </a:solidFill>
              <a:latin typeface="Sakkal Majalla" panose="02000000000000000000" pitchFamily="2" charset="-78"/>
              <a:cs typeface="Sakkal Majalla" panose="02000000000000000000" pitchFamily="2" charset="-78"/>
            </a:rPr>
            <a:t> – هي توزيع بنود النفقات العامة على الأقسام بنسبة معينة، مثل الخدمات العامة المشتركة بين الأقسام المختلفة، مثل: المطبخ، ومنطقة الطعام. تُخصص نفقات الصيانة والإصلاحات للأقسام المختلفة التي تستخدم هذه المرافق. </a:t>
          </a:r>
          <a:endParaRPr lang="en-US" sz="2600" dirty="0">
            <a:solidFill>
              <a:schemeClr val="tx1"/>
            </a:solidFill>
            <a:latin typeface="Sakkal Majalla" panose="02000000000000000000" pitchFamily="2" charset="-78"/>
            <a:cs typeface="Sakkal Majalla" panose="02000000000000000000" pitchFamily="2" charset="-78"/>
          </a:endParaRPr>
        </a:p>
      </dgm:t>
    </dgm:pt>
    <dgm:pt modelId="{DFDCD3FF-20D6-4955-8B81-D91F8F8C0FFE}" type="parTrans" cxnId="{390D0CD9-203A-4734-872A-B5E4894DCA4B}">
      <dgm:prSet/>
      <dgm:spPr/>
      <dgm:t>
        <a:bodyPr rtlCol="1"/>
        <a:lstStyle/>
        <a:p>
          <a:pPr rtl="1"/>
          <a:endParaRPr lang="en-US" sz="2600"/>
        </a:p>
      </dgm:t>
    </dgm:pt>
    <dgm:pt modelId="{E68870F5-73BC-493F-B6F7-357D62275FEF}" type="sibTrans" cxnId="{390D0CD9-203A-4734-872A-B5E4894DCA4B}">
      <dgm:prSet/>
      <dgm:spPr/>
      <dgm:t>
        <a:bodyPr rtlCol="1"/>
        <a:lstStyle/>
        <a:p>
          <a:pPr rtl="1"/>
          <a:endParaRPr lang="en-US" sz="2600"/>
        </a:p>
      </dgm:t>
    </dgm:pt>
    <dgm:pt modelId="{294A4840-3B4B-4863-9143-79F694E60ABE}" type="pres">
      <dgm:prSet presAssocID="{4EC2C599-7439-4DDA-A995-95ABD7965AB8}" presName="linear" presStyleCnt="0">
        <dgm:presLayoutVars>
          <dgm:animLvl val="lvl"/>
          <dgm:resizeHandles val="exact"/>
        </dgm:presLayoutVars>
      </dgm:prSet>
      <dgm:spPr/>
    </dgm:pt>
    <dgm:pt modelId="{082E62D4-89FF-4E08-84DC-2D85EE6239D1}" type="pres">
      <dgm:prSet presAssocID="{7D2D9C20-0FB6-4E4A-9A61-7B2ADE6493C2}" presName="parentText" presStyleLbl="node1" presStyleIdx="0" presStyleCnt="2">
        <dgm:presLayoutVars>
          <dgm:chMax val="0"/>
          <dgm:bulletEnabled val="1"/>
        </dgm:presLayoutVars>
      </dgm:prSet>
      <dgm:spPr/>
    </dgm:pt>
    <dgm:pt modelId="{8771BB3C-501D-426B-A786-9B09424517FA}" type="pres">
      <dgm:prSet presAssocID="{92B62441-DC40-49BF-B609-DA5005C13F7F}" presName="spacer" presStyleCnt="0"/>
      <dgm:spPr/>
    </dgm:pt>
    <dgm:pt modelId="{6C2330D2-7C61-4467-83EC-20C1830263A7}" type="pres">
      <dgm:prSet presAssocID="{53948B8B-E74F-4DE3-B32F-61DA03823A7C}" presName="parentText" presStyleLbl="node1" presStyleIdx="1" presStyleCnt="2">
        <dgm:presLayoutVars>
          <dgm:chMax val="0"/>
          <dgm:bulletEnabled val="1"/>
        </dgm:presLayoutVars>
      </dgm:prSet>
      <dgm:spPr/>
    </dgm:pt>
  </dgm:ptLst>
  <dgm:cxnLst>
    <dgm:cxn modelId="{4F3A5A20-4FB3-462C-B64B-C2C9C162A17B}" type="presOf" srcId="{4EC2C599-7439-4DDA-A995-95ABD7965AB8}" destId="{294A4840-3B4B-4863-9143-79F694E60ABE}" srcOrd="0" destOrd="0" presId="urn:microsoft.com/office/officeart/2005/8/layout/vList2"/>
    <dgm:cxn modelId="{299FE820-E838-439A-B970-C5C5C439EDA6}" type="presOf" srcId="{7D2D9C20-0FB6-4E4A-9A61-7B2ADE6493C2}" destId="{082E62D4-89FF-4E08-84DC-2D85EE6239D1}" srcOrd="0" destOrd="0" presId="urn:microsoft.com/office/officeart/2005/8/layout/vList2"/>
    <dgm:cxn modelId="{F88FC029-26D0-4097-9BF2-0664932BAC1B}" srcId="{4EC2C599-7439-4DDA-A995-95ABD7965AB8}" destId="{7D2D9C20-0FB6-4E4A-9A61-7B2ADE6493C2}" srcOrd="0" destOrd="0" parTransId="{4E39EAF8-8085-4A1F-A64F-8498090A537D}" sibTransId="{92B62441-DC40-49BF-B609-DA5005C13F7F}"/>
    <dgm:cxn modelId="{390D0CD9-203A-4734-872A-B5E4894DCA4B}" srcId="{4EC2C599-7439-4DDA-A995-95ABD7965AB8}" destId="{53948B8B-E74F-4DE3-B32F-61DA03823A7C}" srcOrd="1" destOrd="0" parTransId="{DFDCD3FF-20D6-4955-8B81-D91F8F8C0FFE}" sibTransId="{E68870F5-73BC-493F-B6F7-357D62275FEF}"/>
    <dgm:cxn modelId="{DDAB14EA-4DF7-4FA7-9C20-6F3D48C32086}" type="presOf" srcId="{53948B8B-E74F-4DE3-B32F-61DA03823A7C}" destId="{6C2330D2-7C61-4467-83EC-20C1830263A7}" srcOrd="0" destOrd="0" presId="urn:microsoft.com/office/officeart/2005/8/layout/vList2"/>
    <dgm:cxn modelId="{24FDA6C0-E354-459B-A58C-DE8EF69CABED}" type="presParOf" srcId="{294A4840-3B4B-4863-9143-79F694E60ABE}" destId="{082E62D4-89FF-4E08-84DC-2D85EE6239D1}" srcOrd="0" destOrd="0" presId="urn:microsoft.com/office/officeart/2005/8/layout/vList2"/>
    <dgm:cxn modelId="{E02458FC-949B-4AB2-98A2-B25221740A9D}" type="presParOf" srcId="{294A4840-3B4B-4863-9143-79F694E60ABE}" destId="{8771BB3C-501D-426B-A786-9B09424517FA}" srcOrd="1" destOrd="0" presId="urn:microsoft.com/office/officeart/2005/8/layout/vList2"/>
    <dgm:cxn modelId="{9873D69C-A568-48A0-B596-4CB832552E5D}" type="presParOf" srcId="{294A4840-3B4B-4863-9143-79F694E60ABE}" destId="{6C2330D2-7C61-4467-83EC-20C1830263A7}"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BAC8A8C-6C93-4C2B-BD40-7A785DFA8A7C}"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AFF3643F-C246-4753-AAC4-88BB0B49CF9D}">
      <dgm:prSet custT="1"/>
      <dgm:spPr/>
      <dgm:t>
        <a:bodyPr rtlCol="1"/>
        <a:lstStyle/>
        <a:p>
          <a:pPr algn="r" rtl="1">
            <a:lnSpc>
              <a:spcPct val="100000"/>
            </a:lnSpc>
          </a:pPr>
          <a:r>
            <a:rPr lang="ar" sz="2600" dirty="0">
              <a:latin typeface="Sakkal Majalla" panose="02000000000000000000" pitchFamily="2" charset="-78"/>
              <a:cs typeface="Sakkal Majalla" panose="02000000000000000000" pitchFamily="2" charset="-78"/>
            </a:rPr>
            <a:t>نظام التسعير على أساس التكلفة هو إضافة نسبة مئوية ثابتة إلى تكلفة إنتاج المنتج.</a:t>
          </a:r>
          <a:endParaRPr lang="en-US" sz="2600" dirty="0">
            <a:latin typeface="Sakkal Majalla" panose="02000000000000000000" pitchFamily="2" charset="-78"/>
            <a:cs typeface="Sakkal Majalla" panose="02000000000000000000" pitchFamily="2" charset="-78"/>
          </a:endParaRPr>
        </a:p>
      </dgm:t>
    </dgm:pt>
    <dgm:pt modelId="{1A935C35-99F1-464F-8320-6C4646FE6E8A}" type="parTrans" cxnId="{BE476349-F93B-482B-813F-34D6B7B6158B}">
      <dgm:prSet/>
      <dgm:spPr/>
      <dgm:t>
        <a:bodyPr rtlCol="1"/>
        <a:lstStyle/>
        <a:p>
          <a:pPr rtl="1"/>
          <a:endParaRPr lang="en-US"/>
        </a:p>
      </dgm:t>
    </dgm:pt>
    <dgm:pt modelId="{A10C77AC-4405-4636-A385-3E6B4B5E8191}" type="sibTrans" cxnId="{BE476349-F93B-482B-813F-34D6B7B6158B}">
      <dgm:prSet/>
      <dgm:spPr/>
      <dgm:t>
        <a:bodyPr rtlCol="1"/>
        <a:lstStyle/>
        <a:p>
          <a:pPr rtl="1"/>
          <a:endParaRPr lang="en-US"/>
        </a:p>
      </dgm:t>
    </dgm:pt>
    <dgm:pt modelId="{479078AB-F275-492F-A7AC-2E61AB7D9335}">
      <dgm:prSet custT="1"/>
      <dgm:spPr>
        <a:solidFill>
          <a:schemeClr val="accent1"/>
        </a:solidFill>
      </dgm:spPr>
      <dgm:t>
        <a:bodyPr rtlCol="1"/>
        <a:lstStyle/>
        <a:p>
          <a:pPr algn="r" rtl="1">
            <a:lnSpc>
              <a:spcPct val="100000"/>
            </a:lnSpc>
          </a:pPr>
          <a:r>
            <a:rPr lang="ar" sz="2600" dirty="0">
              <a:latin typeface="Sakkal Majalla" panose="02000000000000000000" pitchFamily="2" charset="-78"/>
              <a:cs typeface="Sakkal Majalla" panose="02000000000000000000" pitchFamily="2" charset="-78"/>
            </a:rPr>
            <a:t>نظام التسعير بإضافة هامش ربح هو إضافة نسبة مئوية محددة إلى تكلفة البضائع أو الخدمة. </a:t>
          </a:r>
          <a:endParaRPr lang="en-US" sz="2600" dirty="0">
            <a:latin typeface="Sakkal Majalla" panose="02000000000000000000" pitchFamily="2" charset="-78"/>
            <a:cs typeface="Sakkal Majalla" panose="02000000000000000000" pitchFamily="2" charset="-78"/>
          </a:endParaRPr>
        </a:p>
      </dgm:t>
    </dgm:pt>
    <dgm:pt modelId="{8AA42F6F-05E3-4A8C-BFAB-2341A601D99D}" type="parTrans" cxnId="{BA8C1053-EDAE-441E-94DA-1A7475E6BCEC}">
      <dgm:prSet/>
      <dgm:spPr/>
      <dgm:t>
        <a:bodyPr rtlCol="1"/>
        <a:lstStyle/>
        <a:p>
          <a:pPr rtl="1"/>
          <a:endParaRPr lang="en-US"/>
        </a:p>
      </dgm:t>
    </dgm:pt>
    <dgm:pt modelId="{11800F82-B6F6-4FB8-B724-82ECEEBF8DFE}" type="sibTrans" cxnId="{BA8C1053-EDAE-441E-94DA-1A7475E6BCEC}">
      <dgm:prSet/>
      <dgm:spPr/>
      <dgm:t>
        <a:bodyPr rtlCol="1"/>
        <a:lstStyle/>
        <a:p>
          <a:pPr rtl="1"/>
          <a:endParaRPr lang="en-US"/>
        </a:p>
      </dgm:t>
    </dgm:pt>
    <dgm:pt modelId="{75613C2B-18C4-4C2C-BE4D-E95C024B1C8A}" type="pres">
      <dgm:prSet presAssocID="{0BAC8A8C-6C93-4C2B-BD40-7A785DFA8A7C}" presName="root" presStyleCnt="0">
        <dgm:presLayoutVars>
          <dgm:dir val="rev"/>
          <dgm:resizeHandles val="exact"/>
        </dgm:presLayoutVars>
      </dgm:prSet>
      <dgm:spPr/>
    </dgm:pt>
    <dgm:pt modelId="{EF6A6CF3-1A9A-41CC-9174-CD7EEC30B7D7}" type="pres">
      <dgm:prSet presAssocID="{AFF3643F-C246-4753-AAC4-88BB0B49CF9D}" presName="compNode" presStyleCnt="0"/>
      <dgm:spPr/>
    </dgm:pt>
    <dgm:pt modelId="{B9547AE7-9E62-4547-A341-A20BD3BB4A9D}" type="pres">
      <dgm:prSet presAssocID="{AFF3643F-C246-4753-AAC4-88BB0B49CF9D}" presName="bgRect" presStyleLbl="bgShp" presStyleIdx="0" presStyleCnt="2"/>
      <dgm:spPr>
        <a:solidFill>
          <a:schemeClr val="accent1"/>
        </a:solidFill>
      </dgm:spPr>
    </dgm:pt>
    <dgm:pt modelId="{A625751F-1E8D-4AA4-87C3-A7B55328467E}" type="pres">
      <dgm:prSet presAssocID="{AFF3643F-C246-4753-AAC4-88BB0B49CF9D}" presName="iconRect" presStyleLbl="node1" presStyleIdx="0" presStyleCnt="2" custLinFactX="500000" custLinFactNeighborX="560313"/>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llar"/>
        </a:ext>
      </dgm:extLst>
    </dgm:pt>
    <dgm:pt modelId="{9CFC0091-66BE-4F6A-813C-7C5B8D39BF7E}" type="pres">
      <dgm:prSet presAssocID="{AFF3643F-C246-4753-AAC4-88BB0B49CF9D}" presName="spaceRect" presStyleCnt="0"/>
      <dgm:spPr/>
    </dgm:pt>
    <dgm:pt modelId="{A024FD06-BC5F-44B5-ABF9-4366B10D43D4}" type="pres">
      <dgm:prSet presAssocID="{AFF3643F-C246-4753-AAC4-88BB0B49CF9D}" presName="parTx" presStyleLbl="revTx" presStyleIdx="0" presStyleCnt="2" custLinFactNeighborX="-19742">
        <dgm:presLayoutVars>
          <dgm:chMax val="0"/>
          <dgm:chPref val="0"/>
        </dgm:presLayoutVars>
      </dgm:prSet>
      <dgm:spPr/>
    </dgm:pt>
    <dgm:pt modelId="{AC097A12-A384-48C0-A130-CB589BD3BBC9}" type="pres">
      <dgm:prSet presAssocID="{A10C77AC-4405-4636-A385-3E6B4B5E8191}" presName="sibTrans" presStyleCnt="0"/>
      <dgm:spPr/>
    </dgm:pt>
    <dgm:pt modelId="{EF814984-7F32-42E3-99FB-E3EEBC01295C}" type="pres">
      <dgm:prSet presAssocID="{479078AB-F275-492F-A7AC-2E61AB7D9335}" presName="compNode" presStyleCnt="0"/>
      <dgm:spPr/>
    </dgm:pt>
    <dgm:pt modelId="{BBD2ADAC-CA30-47B3-844C-21FD34FEE5AA}" type="pres">
      <dgm:prSet presAssocID="{479078AB-F275-492F-A7AC-2E61AB7D9335}" presName="bgRect" presStyleLbl="bgShp" presStyleIdx="1" presStyleCnt="2"/>
      <dgm:spPr>
        <a:solidFill>
          <a:schemeClr val="accent1"/>
        </a:solidFill>
      </dgm:spPr>
    </dgm:pt>
    <dgm:pt modelId="{FCF78FE8-0917-43AA-B04F-6E533575ECBA}" type="pres">
      <dgm:prSet presAssocID="{479078AB-F275-492F-A7AC-2E61AB7D9335}" presName="iconRect" presStyleLbl="node1" presStyleIdx="1" presStyleCnt="2" custLinFactX="500000" custLinFactNeighborX="56503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g"/>
        </a:ext>
      </dgm:extLst>
    </dgm:pt>
    <dgm:pt modelId="{F9778298-95AF-4575-8A2D-BF94C1B00629}" type="pres">
      <dgm:prSet presAssocID="{479078AB-F275-492F-A7AC-2E61AB7D9335}" presName="spaceRect" presStyleCnt="0"/>
      <dgm:spPr/>
    </dgm:pt>
    <dgm:pt modelId="{48AC7285-DA7F-433F-8A4C-1AC103594DA2}" type="pres">
      <dgm:prSet presAssocID="{479078AB-F275-492F-A7AC-2E61AB7D9335}" presName="parTx" presStyleLbl="revTx" presStyleIdx="1" presStyleCnt="2" custLinFactNeighborX="-16199">
        <dgm:presLayoutVars>
          <dgm:chMax val="0"/>
          <dgm:chPref val="0"/>
        </dgm:presLayoutVars>
      </dgm:prSet>
      <dgm:spPr/>
    </dgm:pt>
  </dgm:ptLst>
  <dgm:cxnLst>
    <dgm:cxn modelId="{BE476349-F93B-482B-813F-34D6B7B6158B}" srcId="{0BAC8A8C-6C93-4C2B-BD40-7A785DFA8A7C}" destId="{AFF3643F-C246-4753-AAC4-88BB0B49CF9D}" srcOrd="0" destOrd="0" parTransId="{1A935C35-99F1-464F-8320-6C4646FE6E8A}" sibTransId="{A10C77AC-4405-4636-A385-3E6B4B5E8191}"/>
    <dgm:cxn modelId="{6478DD69-20ED-4B61-BF5F-FE0A6DFD6B00}" type="presOf" srcId="{AFF3643F-C246-4753-AAC4-88BB0B49CF9D}" destId="{A024FD06-BC5F-44B5-ABF9-4366B10D43D4}" srcOrd="0" destOrd="0" presId="urn:microsoft.com/office/officeart/2018/2/layout/IconVerticalSolidList"/>
    <dgm:cxn modelId="{BA8C1053-EDAE-441E-94DA-1A7475E6BCEC}" srcId="{0BAC8A8C-6C93-4C2B-BD40-7A785DFA8A7C}" destId="{479078AB-F275-492F-A7AC-2E61AB7D9335}" srcOrd="1" destOrd="0" parTransId="{8AA42F6F-05E3-4A8C-BFAB-2341A601D99D}" sibTransId="{11800F82-B6F6-4FB8-B724-82ECEEBF8DFE}"/>
    <dgm:cxn modelId="{B11DD873-C3B5-4EC6-8B66-FBF09DFE4C41}" type="presOf" srcId="{479078AB-F275-492F-A7AC-2E61AB7D9335}" destId="{48AC7285-DA7F-433F-8A4C-1AC103594DA2}" srcOrd="0" destOrd="0" presId="urn:microsoft.com/office/officeart/2018/2/layout/IconVerticalSolidList"/>
    <dgm:cxn modelId="{D2A53AC8-5E37-49F8-A29D-331F83F8EFA4}" type="presOf" srcId="{0BAC8A8C-6C93-4C2B-BD40-7A785DFA8A7C}" destId="{75613C2B-18C4-4C2C-BE4D-E95C024B1C8A}" srcOrd="0" destOrd="0" presId="urn:microsoft.com/office/officeart/2018/2/layout/IconVerticalSolidList"/>
    <dgm:cxn modelId="{6422CC37-EAF2-4A09-9F0A-6C2C8C67230B}" type="presParOf" srcId="{75613C2B-18C4-4C2C-BE4D-E95C024B1C8A}" destId="{EF6A6CF3-1A9A-41CC-9174-CD7EEC30B7D7}" srcOrd="0" destOrd="0" presId="urn:microsoft.com/office/officeart/2018/2/layout/IconVerticalSolidList"/>
    <dgm:cxn modelId="{066204CE-AE96-4690-AFEF-1C0E0C6A604F}" type="presParOf" srcId="{EF6A6CF3-1A9A-41CC-9174-CD7EEC30B7D7}" destId="{B9547AE7-9E62-4547-A341-A20BD3BB4A9D}" srcOrd="0" destOrd="0" presId="urn:microsoft.com/office/officeart/2018/2/layout/IconVerticalSolidList"/>
    <dgm:cxn modelId="{6B4CB17F-5A1B-4D53-9B8E-88B2C2D9A1C7}" type="presParOf" srcId="{EF6A6CF3-1A9A-41CC-9174-CD7EEC30B7D7}" destId="{A625751F-1E8D-4AA4-87C3-A7B55328467E}" srcOrd="1" destOrd="0" presId="urn:microsoft.com/office/officeart/2018/2/layout/IconVerticalSolidList"/>
    <dgm:cxn modelId="{C8B9E145-8052-4187-A2F8-5DFF5998EC2D}" type="presParOf" srcId="{EF6A6CF3-1A9A-41CC-9174-CD7EEC30B7D7}" destId="{9CFC0091-66BE-4F6A-813C-7C5B8D39BF7E}" srcOrd="2" destOrd="0" presId="urn:microsoft.com/office/officeart/2018/2/layout/IconVerticalSolidList"/>
    <dgm:cxn modelId="{3C2B98E9-7E1A-4F61-98C2-EB43B35D5DF8}" type="presParOf" srcId="{EF6A6CF3-1A9A-41CC-9174-CD7EEC30B7D7}" destId="{A024FD06-BC5F-44B5-ABF9-4366B10D43D4}" srcOrd="3" destOrd="0" presId="urn:microsoft.com/office/officeart/2018/2/layout/IconVerticalSolidList"/>
    <dgm:cxn modelId="{6369FB73-F660-4540-ADDA-E18212273E1D}" type="presParOf" srcId="{75613C2B-18C4-4C2C-BE4D-E95C024B1C8A}" destId="{AC097A12-A384-48C0-A130-CB589BD3BBC9}" srcOrd="1" destOrd="0" presId="urn:microsoft.com/office/officeart/2018/2/layout/IconVerticalSolidList"/>
    <dgm:cxn modelId="{3ED0E46C-058F-4644-A26B-14A2F1877408}" type="presParOf" srcId="{75613C2B-18C4-4C2C-BE4D-E95C024B1C8A}" destId="{EF814984-7F32-42E3-99FB-E3EEBC01295C}" srcOrd="2" destOrd="0" presId="urn:microsoft.com/office/officeart/2018/2/layout/IconVerticalSolidList"/>
    <dgm:cxn modelId="{F0882347-84EF-4377-8E4E-98E85CF6B444}" type="presParOf" srcId="{EF814984-7F32-42E3-99FB-E3EEBC01295C}" destId="{BBD2ADAC-CA30-47B3-844C-21FD34FEE5AA}" srcOrd="0" destOrd="0" presId="urn:microsoft.com/office/officeart/2018/2/layout/IconVerticalSolidList"/>
    <dgm:cxn modelId="{CB5EAB57-9F24-493F-961B-381B0297A1E1}" type="presParOf" srcId="{EF814984-7F32-42E3-99FB-E3EEBC01295C}" destId="{FCF78FE8-0917-43AA-B04F-6E533575ECBA}" srcOrd="1" destOrd="0" presId="urn:microsoft.com/office/officeart/2018/2/layout/IconVerticalSolidList"/>
    <dgm:cxn modelId="{F47C22A2-FF47-45CC-AA5F-268062C9E731}" type="presParOf" srcId="{EF814984-7F32-42E3-99FB-E3EEBC01295C}" destId="{F9778298-95AF-4575-8A2D-BF94C1B00629}" srcOrd="2" destOrd="0" presId="urn:microsoft.com/office/officeart/2018/2/layout/IconVerticalSolidList"/>
    <dgm:cxn modelId="{1C3B7C37-51E6-44BD-81EA-4DF6D3A61678}" type="presParOf" srcId="{EF814984-7F32-42E3-99FB-E3EEBC01295C}" destId="{48AC7285-DA7F-433F-8A4C-1AC103594DA2}"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880B475-0E3A-41B6-BA39-156BFC82E4C9}"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AAF6E3C9-F7BC-4A61-BB6B-960430135517}">
      <dgm:prSet custT="1"/>
      <dgm:spPr>
        <a:solidFill>
          <a:schemeClr val="accent1"/>
        </a:solidFill>
      </dgm:spPr>
      <dgm:t>
        <a:bodyPr rtlCol="1"/>
        <a:lstStyle/>
        <a:p>
          <a:pPr algn="r" rtl="1">
            <a:lnSpc>
              <a:spcPct val="100000"/>
            </a:lnSpc>
          </a:pPr>
          <a:r>
            <a:rPr lang="ar" sz="2600" dirty="0">
              <a:latin typeface="Sakkal Majalla" panose="02000000000000000000" pitchFamily="2" charset="-78"/>
              <a:cs typeface="Sakkal Majalla" panose="02000000000000000000" pitchFamily="2" charset="-78"/>
            </a:rPr>
            <a:t>هامش الربح الإجمالي هو طريقة تسعير تركز على ربحية المنتج وتقدم رؤىً حول مقدار الربح المحقق.</a:t>
          </a:r>
          <a:endParaRPr lang="en-US" sz="2600" dirty="0">
            <a:latin typeface="Sakkal Majalla" panose="02000000000000000000" pitchFamily="2" charset="-78"/>
            <a:cs typeface="Sakkal Majalla" panose="02000000000000000000" pitchFamily="2" charset="-78"/>
          </a:endParaRPr>
        </a:p>
      </dgm:t>
    </dgm:pt>
    <dgm:pt modelId="{C19A294B-052C-45BC-8862-C60A780D58DF}" type="parTrans" cxnId="{29AC8A6E-68CF-431C-8F7A-A39DD3E11806}">
      <dgm:prSet/>
      <dgm:spPr/>
      <dgm:t>
        <a:bodyPr rtlCol="1"/>
        <a:lstStyle/>
        <a:p>
          <a:pPr rtl="1"/>
          <a:endParaRPr lang="en-US"/>
        </a:p>
      </dgm:t>
    </dgm:pt>
    <dgm:pt modelId="{E1D659D4-8E53-4B15-8345-948D7A5A7051}" type="sibTrans" cxnId="{29AC8A6E-68CF-431C-8F7A-A39DD3E11806}">
      <dgm:prSet/>
      <dgm:spPr/>
      <dgm:t>
        <a:bodyPr rtlCol="1"/>
        <a:lstStyle/>
        <a:p>
          <a:pPr rtl="1"/>
          <a:endParaRPr lang="en-US"/>
        </a:p>
      </dgm:t>
    </dgm:pt>
    <dgm:pt modelId="{2B11A5DD-82C2-413E-810B-8257A412A9CE}">
      <dgm:prSet custT="1"/>
      <dgm:spPr/>
      <dgm:t>
        <a:bodyPr rtlCol="1"/>
        <a:lstStyle/>
        <a:p>
          <a:pPr algn="r" rtl="1">
            <a:lnSpc>
              <a:spcPct val="100000"/>
            </a:lnSpc>
          </a:pPr>
          <a:r>
            <a:rPr lang="ar" sz="2600" dirty="0">
              <a:latin typeface="Sakkal Majalla" panose="02000000000000000000" pitchFamily="2" charset="-78"/>
              <a:cs typeface="Sakkal Majalla" panose="02000000000000000000" pitchFamily="2" charset="-78"/>
            </a:rPr>
            <a:t>سعر السوق هو تحديد سعر المنتج استنادًا إلى الظروف الحالية للسوق. </a:t>
          </a:r>
          <a:endParaRPr lang="en-US" sz="2600" dirty="0">
            <a:latin typeface="Sakkal Majalla" panose="02000000000000000000" pitchFamily="2" charset="-78"/>
            <a:cs typeface="Sakkal Majalla" panose="02000000000000000000" pitchFamily="2" charset="-78"/>
          </a:endParaRPr>
        </a:p>
      </dgm:t>
    </dgm:pt>
    <dgm:pt modelId="{A62689A8-46AD-4FAF-8556-EC8797363AA0}" type="parTrans" cxnId="{930C5F3A-1F59-435B-A35E-454A459E702D}">
      <dgm:prSet/>
      <dgm:spPr/>
      <dgm:t>
        <a:bodyPr rtlCol="1"/>
        <a:lstStyle/>
        <a:p>
          <a:pPr rtl="1"/>
          <a:endParaRPr lang="en-US"/>
        </a:p>
      </dgm:t>
    </dgm:pt>
    <dgm:pt modelId="{E814A2A7-FC84-4DBC-9CF5-84B75189C35B}" type="sibTrans" cxnId="{930C5F3A-1F59-435B-A35E-454A459E702D}">
      <dgm:prSet/>
      <dgm:spPr/>
      <dgm:t>
        <a:bodyPr rtlCol="1"/>
        <a:lstStyle/>
        <a:p>
          <a:pPr rtl="1"/>
          <a:endParaRPr lang="en-US"/>
        </a:p>
      </dgm:t>
    </dgm:pt>
    <dgm:pt modelId="{7495B2D8-F1A2-412F-8240-9DEDDF6ED74E}" type="pres">
      <dgm:prSet presAssocID="{F880B475-0E3A-41B6-BA39-156BFC82E4C9}" presName="root" presStyleCnt="0">
        <dgm:presLayoutVars>
          <dgm:dir/>
          <dgm:resizeHandles val="exact"/>
        </dgm:presLayoutVars>
      </dgm:prSet>
      <dgm:spPr/>
    </dgm:pt>
    <dgm:pt modelId="{57FFBB9A-BFDD-473F-83C4-9F7C4563A6A7}" type="pres">
      <dgm:prSet presAssocID="{AAF6E3C9-F7BC-4A61-BB6B-960430135517}" presName="compNode" presStyleCnt="0"/>
      <dgm:spPr/>
    </dgm:pt>
    <dgm:pt modelId="{55BA0167-0CF4-4CB3-AC4F-F6C8134617F8}" type="pres">
      <dgm:prSet presAssocID="{AAF6E3C9-F7BC-4A61-BB6B-960430135517}" presName="bgRect" presStyleLbl="bgShp" presStyleIdx="0" presStyleCnt="2" custLinFactNeighborX="-65" custLinFactNeighborY="-12947"/>
      <dgm:spPr>
        <a:solidFill>
          <a:schemeClr val="accent1"/>
        </a:solidFill>
      </dgm:spPr>
    </dgm:pt>
    <dgm:pt modelId="{B4FDC50B-C156-41CB-9886-BCD2EE8470CD}" type="pres">
      <dgm:prSet presAssocID="{AAF6E3C9-F7BC-4A61-BB6B-960430135517}" presName="iconRect" presStyleLbl="node1" presStyleIdx="0" presStyleCnt="2" custLinFactX="400000" custLinFactNeighborX="422492" custLinFactNeighborY="-2237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llar"/>
        </a:ext>
      </dgm:extLst>
    </dgm:pt>
    <dgm:pt modelId="{26327D06-AB26-4B3C-A9FD-5D10F98D6CDB}" type="pres">
      <dgm:prSet presAssocID="{AAF6E3C9-F7BC-4A61-BB6B-960430135517}" presName="spaceRect" presStyleCnt="0"/>
      <dgm:spPr/>
    </dgm:pt>
    <dgm:pt modelId="{544DE5BB-DC83-460E-B245-7B3C40A3E52C}" type="pres">
      <dgm:prSet presAssocID="{AAF6E3C9-F7BC-4A61-BB6B-960430135517}" presName="parTx" presStyleLbl="revTx" presStyleIdx="0" presStyleCnt="2" custLinFactNeighborX="-24441" custLinFactNeighborY="-12461">
        <dgm:presLayoutVars>
          <dgm:chMax val="0"/>
          <dgm:chPref val="0"/>
        </dgm:presLayoutVars>
      </dgm:prSet>
      <dgm:spPr/>
    </dgm:pt>
    <dgm:pt modelId="{EAB650CC-9D28-4393-82C1-84D90C4E94B1}" type="pres">
      <dgm:prSet presAssocID="{E1D659D4-8E53-4B15-8345-948D7A5A7051}" presName="sibTrans" presStyleCnt="0"/>
      <dgm:spPr/>
    </dgm:pt>
    <dgm:pt modelId="{367CB7CD-3336-4F3C-9759-CDA463EB5956}" type="pres">
      <dgm:prSet presAssocID="{2B11A5DD-82C2-413E-810B-8257A412A9CE}" presName="compNode" presStyleCnt="0"/>
      <dgm:spPr/>
    </dgm:pt>
    <dgm:pt modelId="{451EBEEB-DD05-4E05-B6AE-8C66E6E3C184}" type="pres">
      <dgm:prSet presAssocID="{2B11A5DD-82C2-413E-810B-8257A412A9CE}" presName="bgRect" presStyleLbl="bgShp" presStyleIdx="1" presStyleCnt="2" custLinFactNeighborX="-65" custLinFactNeighborY="-21720"/>
      <dgm:spPr>
        <a:solidFill>
          <a:schemeClr val="accent1"/>
        </a:solidFill>
      </dgm:spPr>
    </dgm:pt>
    <dgm:pt modelId="{55832700-3151-4B68-B5C1-CD78796EF482}" type="pres">
      <dgm:prSet presAssocID="{2B11A5DD-82C2-413E-810B-8257A412A9CE}" presName="iconRect" presStyleLbl="node1" presStyleIdx="1" presStyleCnt="2" custLinFactX="400000" custLinFactNeighborX="423808" custLinFactNeighborY="-3290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Yuan"/>
        </a:ext>
      </dgm:extLst>
    </dgm:pt>
    <dgm:pt modelId="{7BAF28AC-CDB5-47B4-A580-5F930406B561}" type="pres">
      <dgm:prSet presAssocID="{2B11A5DD-82C2-413E-810B-8257A412A9CE}" presName="spaceRect" presStyleCnt="0"/>
      <dgm:spPr/>
    </dgm:pt>
    <dgm:pt modelId="{4BD5254E-1F87-4864-9C31-552BCCBA718A}" type="pres">
      <dgm:prSet presAssocID="{2B11A5DD-82C2-413E-810B-8257A412A9CE}" presName="parTx" presStyleLbl="revTx" presStyleIdx="1" presStyleCnt="2" custLinFactNeighborX="-25753" custLinFactNeighborY="-18819">
        <dgm:presLayoutVars>
          <dgm:chMax val="0"/>
          <dgm:chPref val="0"/>
        </dgm:presLayoutVars>
      </dgm:prSet>
      <dgm:spPr/>
    </dgm:pt>
  </dgm:ptLst>
  <dgm:cxnLst>
    <dgm:cxn modelId="{3BA8341C-D03B-404B-80CD-7B0E8F338B23}" type="presOf" srcId="{F880B475-0E3A-41B6-BA39-156BFC82E4C9}" destId="{7495B2D8-F1A2-412F-8240-9DEDDF6ED74E}" srcOrd="0" destOrd="0" presId="urn:microsoft.com/office/officeart/2018/2/layout/IconVerticalSolidList"/>
    <dgm:cxn modelId="{930C5F3A-1F59-435B-A35E-454A459E702D}" srcId="{F880B475-0E3A-41B6-BA39-156BFC82E4C9}" destId="{2B11A5DD-82C2-413E-810B-8257A412A9CE}" srcOrd="1" destOrd="0" parTransId="{A62689A8-46AD-4FAF-8556-EC8797363AA0}" sibTransId="{E814A2A7-FC84-4DBC-9CF5-84B75189C35B}"/>
    <dgm:cxn modelId="{D5EA103B-05B6-4227-B10C-9B891D18A39D}" type="presOf" srcId="{AAF6E3C9-F7BC-4A61-BB6B-960430135517}" destId="{544DE5BB-DC83-460E-B245-7B3C40A3E52C}" srcOrd="0" destOrd="0" presId="urn:microsoft.com/office/officeart/2018/2/layout/IconVerticalSolidList"/>
    <dgm:cxn modelId="{29AC8A6E-68CF-431C-8F7A-A39DD3E11806}" srcId="{F880B475-0E3A-41B6-BA39-156BFC82E4C9}" destId="{AAF6E3C9-F7BC-4A61-BB6B-960430135517}" srcOrd="0" destOrd="0" parTransId="{C19A294B-052C-45BC-8862-C60A780D58DF}" sibTransId="{E1D659D4-8E53-4B15-8345-948D7A5A7051}"/>
    <dgm:cxn modelId="{5B9609D0-0CC4-402C-BFC9-5BA188532060}" type="presOf" srcId="{2B11A5DD-82C2-413E-810B-8257A412A9CE}" destId="{4BD5254E-1F87-4864-9C31-552BCCBA718A}" srcOrd="0" destOrd="0" presId="urn:microsoft.com/office/officeart/2018/2/layout/IconVerticalSolidList"/>
    <dgm:cxn modelId="{D44660FE-B2C3-45D6-A700-85FBA5645D49}" type="presParOf" srcId="{7495B2D8-F1A2-412F-8240-9DEDDF6ED74E}" destId="{57FFBB9A-BFDD-473F-83C4-9F7C4563A6A7}" srcOrd="0" destOrd="0" presId="urn:microsoft.com/office/officeart/2018/2/layout/IconVerticalSolidList"/>
    <dgm:cxn modelId="{EC158F4A-1EA8-46DC-9D67-D5EE489A8921}" type="presParOf" srcId="{57FFBB9A-BFDD-473F-83C4-9F7C4563A6A7}" destId="{55BA0167-0CF4-4CB3-AC4F-F6C8134617F8}" srcOrd="0" destOrd="0" presId="urn:microsoft.com/office/officeart/2018/2/layout/IconVerticalSolidList"/>
    <dgm:cxn modelId="{B1C39384-E6F7-4219-896B-F3E2968A9912}" type="presParOf" srcId="{57FFBB9A-BFDD-473F-83C4-9F7C4563A6A7}" destId="{B4FDC50B-C156-41CB-9886-BCD2EE8470CD}" srcOrd="1" destOrd="0" presId="urn:microsoft.com/office/officeart/2018/2/layout/IconVerticalSolidList"/>
    <dgm:cxn modelId="{FD71E994-3877-4EB9-8D03-4B7FAF9A1D32}" type="presParOf" srcId="{57FFBB9A-BFDD-473F-83C4-9F7C4563A6A7}" destId="{26327D06-AB26-4B3C-A9FD-5D10F98D6CDB}" srcOrd="2" destOrd="0" presId="urn:microsoft.com/office/officeart/2018/2/layout/IconVerticalSolidList"/>
    <dgm:cxn modelId="{C00D73A9-1345-42C3-8E32-533688F011FF}" type="presParOf" srcId="{57FFBB9A-BFDD-473F-83C4-9F7C4563A6A7}" destId="{544DE5BB-DC83-460E-B245-7B3C40A3E52C}" srcOrd="3" destOrd="0" presId="urn:microsoft.com/office/officeart/2018/2/layout/IconVerticalSolidList"/>
    <dgm:cxn modelId="{FD483945-5E27-40D9-B742-5A5DBFC9739C}" type="presParOf" srcId="{7495B2D8-F1A2-412F-8240-9DEDDF6ED74E}" destId="{EAB650CC-9D28-4393-82C1-84D90C4E94B1}" srcOrd="1" destOrd="0" presId="urn:microsoft.com/office/officeart/2018/2/layout/IconVerticalSolidList"/>
    <dgm:cxn modelId="{D2EF5634-6957-429B-A693-B8CB3324910F}" type="presParOf" srcId="{7495B2D8-F1A2-412F-8240-9DEDDF6ED74E}" destId="{367CB7CD-3336-4F3C-9759-CDA463EB5956}" srcOrd="2" destOrd="0" presId="urn:microsoft.com/office/officeart/2018/2/layout/IconVerticalSolidList"/>
    <dgm:cxn modelId="{FEC9EDE9-9046-4504-A172-D2D10DBEEEB4}" type="presParOf" srcId="{367CB7CD-3336-4F3C-9759-CDA463EB5956}" destId="{451EBEEB-DD05-4E05-B6AE-8C66E6E3C184}" srcOrd="0" destOrd="0" presId="urn:microsoft.com/office/officeart/2018/2/layout/IconVerticalSolidList"/>
    <dgm:cxn modelId="{041B9FCB-B9C9-48E4-8C53-7409338398E6}" type="presParOf" srcId="{367CB7CD-3336-4F3C-9759-CDA463EB5956}" destId="{55832700-3151-4B68-B5C1-CD78796EF482}" srcOrd="1" destOrd="0" presId="urn:microsoft.com/office/officeart/2018/2/layout/IconVerticalSolidList"/>
    <dgm:cxn modelId="{2B9372AD-F63B-4E17-AC33-2943DDFB9FD8}" type="presParOf" srcId="{367CB7CD-3336-4F3C-9759-CDA463EB5956}" destId="{7BAF28AC-CDB5-47B4-A580-5F930406B561}" srcOrd="2" destOrd="0" presId="urn:microsoft.com/office/officeart/2018/2/layout/IconVerticalSolidList"/>
    <dgm:cxn modelId="{36C04F42-CECE-4FC0-9210-08377E9EDCD0}" type="presParOf" srcId="{367CB7CD-3336-4F3C-9759-CDA463EB5956}" destId="{4BD5254E-1F87-4864-9C31-552BCCBA718A}" srcOrd="3" destOrd="0" presId="urn:microsoft.com/office/officeart/2018/2/layout/IconVerticalSolidList"/>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5796691-F918-4B46-AD4B-B2BE5B6EB301}" type="doc">
      <dgm:prSet loTypeId="urn:microsoft.com/office/officeart/2005/8/layout/matrix3" loCatId="matrix" qsTypeId="urn:microsoft.com/office/officeart/2005/8/quickstyle/simple2" qsCatId="simple" csTypeId="urn:microsoft.com/office/officeart/2005/8/colors/accent1_2" csCatId="accent1" phldr="1"/>
      <dgm:spPr/>
      <dgm:t>
        <a:bodyPr rtlCol="1"/>
        <a:lstStyle/>
        <a:p>
          <a:pPr rtl="1"/>
          <a:endParaRPr lang="en-US"/>
        </a:p>
      </dgm:t>
    </dgm:pt>
    <dgm:pt modelId="{511FE2BF-CEF8-40C3-BC3A-515AB1B39AD3}">
      <dgm:prSet custT="1"/>
      <dgm:spPr/>
      <dgm:t>
        <a:bodyPr rtlCol="1"/>
        <a:lstStyle/>
        <a:p>
          <a:pPr rtl="1"/>
          <a:r>
            <a:rPr lang="ar" sz="2000" dirty="0">
              <a:solidFill>
                <a:schemeClr val="tx1"/>
              </a:solidFill>
              <a:latin typeface="Sakkal Majalla" panose="02000000000000000000" pitchFamily="2" charset="-78"/>
              <a:cs typeface="Sakkal Majalla" panose="02000000000000000000" pitchFamily="2" charset="-78"/>
            </a:rPr>
            <a:t>يشمل نظام التكلفة الكاملة/الهامشية تكلفة المنتج ثم إضافة هامش ربح لضمان تحقيق الربح.</a:t>
          </a:r>
          <a:endParaRPr lang="en-US" sz="2000" dirty="0">
            <a:solidFill>
              <a:schemeClr val="tx1"/>
            </a:solidFill>
            <a:latin typeface="Sakkal Majalla" panose="02000000000000000000" pitchFamily="2" charset="-78"/>
            <a:cs typeface="Sakkal Majalla" panose="02000000000000000000" pitchFamily="2" charset="-78"/>
          </a:endParaRPr>
        </a:p>
      </dgm:t>
    </dgm:pt>
    <dgm:pt modelId="{245FC243-4563-4A89-82B2-B73567C0E060}" type="parTrans" cxnId="{5D7832FC-6AF9-483C-95B9-77C646E087FC}">
      <dgm:prSet/>
      <dgm:spPr/>
      <dgm:t>
        <a:bodyPr rtlCol="1"/>
        <a:lstStyle/>
        <a:p>
          <a:pPr rtl="1"/>
          <a:endParaRPr lang="en-US"/>
        </a:p>
      </dgm:t>
    </dgm:pt>
    <dgm:pt modelId="{880C6D0B-1810-4394-B36D-86EC1BED17AC}" type="sibTrans" cxnId="{5D7832FC-6AF9-483C-95B9-77C646E087FC}">
      <dgm:prSet/>
      <dgm:spPr/>
      <dgm:t>
        <a:bodyPr rtlCol="1"/>
        <a:lstStyle/>
        <a:p>
          <a:pPr rtl="1"/>
          <a:endParaRPr lang="en-US"/>
        </a:p>
      </dgm:t>
    </dgm:pt>
    <dgm:pt modelId="{4519DD6E-2219-44AC-8BB5-423B6461C4A4}">
      <dgm:prSet custT="1"/>
      <dgm:spPr/>
      <dgm:t>
        <a:bodyPr rtlCol="1"/>
        <a:lstStyle/>
        <a:p>
          <a:pPr rtl="1"/>
          <a:r>
            <a:rPr lang="ar" sz="2000" dirty="0">
              <a:solidFill>
                <a:schemeClr val="tx1"/>
              </a:solidFill>
              <a:latin typeface="Sakkal Majalla" panose="02000000000000000000" pitchFamily="2" charset="-78"/>
              <a:cs typeface="Sakkal Majalla" panose="02000000000000000000" pitchFamily="2" charset="-78"/>
            </a:rPr>
            <a:t>تُجرى الخصومات عند تخفيض سعر المنتج لجذب العملاء.</a:t>
          </a:r>
          <a:endParaRPr lang="en-US" sz="2000" dirty="0">
            <a:solidFill>
              <a:schemeClr val="tx1"/>
            </a:solidFill>
            <a:latin typeface="Sakkal Majalla" panose="02000000000000000000" pitchFamily="2" charset="-78"/>
            <a:cs typeface="Sakkal Majalla" panose="02000000000000000000" pitchFamily="2" charset="-78"/>
          </a:endParaRPr>
        </a:p>
      </dgm:t>
    </dgm:pt>
    <dgm:pt modelId="{B2338E9C-70AC-4C01-BAA2-D1B83CE9CDD8}" type="parTrans" cxnId="{6D5B1FB4-C64B-449F-B471-79AB2663E998}">
      <dgm:prSet/>
      <dgm:spPr/>
      <dgm:t>
        <a:bodyPr rtlCol="1"/>
        <a:lstStyle/>
        <a:p>
          <a:pPr rtl="1"/>
          <a:endParaRPr lang="en-US"/>
        </a:p>
      </dgm:t>
    </dgm:pt>
    <dgm:pt modelId="{7843F225-6E80-4976-8370-738D818DD229}" type="sibTrans" cxnId="{6D5B1FB4-C64B-449F-B471-79AB2663E998}">
      <dgm:prSet/>
      <dgm:spPr/>
      <dgm:t>
        <a:bodyPr rtlCol="1"/>
        <a:lstStyle/>
        <a:p>
          <a:pPr rtl="1"/>
          <a:endParaRPr lang="en-US"/>
        </a:p>
      </dgm:t>
    </dgm:pt>
    <dgm:pt modelId="{C087C0F1-8345-4C36-93E1-99C77BA7E2A1}">
      <dgm:prSet custT="1"/>
      <dgm:spPr/>
      <dgm:t>
        <a:bodyPr rtlCol="1"/>
        <a:lstStyle/>
        <a:p>
          <a:pPr rtl="1"/>
          <a:r>
            <a:rPr lang="ar" sz="2000" dirty="0">
              <a:solidFill>
                <a:schemeClr val="tx1"/>
              </a:solidFill>
              <a:latin typeface="Sakkal Majalla" panose="02000000000000000000" pitchFamily="2" charset="-78"/>
              <a:cs typeface="Sakkal Majalla" panose="02000000000000000000" pitchFamily="2" charset="-78"/>
            </a:rPr>
            <a:t>التسعير المدعوم هو تحديد سعر المنتج أو الخدمة بأقل من قيمته السوقية. </a:t>
          </a:r>
          <a:endParaRPr lang="en-US" sz="2000" dirty="0">
            <a:solidFill>
              <a:schemeClr val="tx1"/>
            </a:solidFill>
            <a:latin typeface="Sakkal Majalla" panose="02000000000000000000" pitchFamily="2" charset="-78"/>
            <a:cs typeface="Sakkal Majalla" panose="02000000000000000000" pitchFamily="2" charset="-78"/>
          </a:endParaRPr>
        </a:p>
      </dgm:t>
    </dgm:pt>
    <dgm:pt modelId="{80C94398-0D50-49C0-9BD5-468886E24097}" type="parTrans" cxnId="{41ABB216-8025-4165-ACF5-5F6FE806EB4B}">
      <dgm:prSet/>
      <dgm:spPr/>
      <dgm:t>
        <a:bodyPr rtlCol="1"/>
        <a:lstStyle/>
        <a:p>
          <a:pPr rtl="1"/>
          <a:endParaRPr lang="en-US"/>
        </a:p>
      </dgm:t>
    </dgm:pt>
    <dgm:pt modelId="{DC1A5544-153C-410C-A87F-63B7BE961A31}" type="sibTrans" cxnId="{41ABB216-8025-4165-ACF5-5F6FE806EB4B}">
      <dgm:prSet/>
      <dgm:spPr/>
      <dgm:t>
        <a:bodyPr rtlCol="1"/>
        <a:lstStyle/>
        <a:p>
          <a:pPr rtl="1"/>
          <a:endParaRPr lang="en-US"/>
        </a:p>
      </dgm:t>
    </dgm:pt>
    <dgm:pt modelId="{9BF90F9D-8DE3-496D-85EB-1C8F75B30027}">
      <dgm:prSet custT="1"/>
      <dgm:spPr/>
      <dgm:t>
        <a:bodyPr rtlCol="1"/>
        <a:lstStyle/>
        <a:p>
          <a:pPr rtl="1"/>
          <a:r>
            <a:rPr lang="ar" sz="2000" dirty="0">
              <a:solidFill>
                <a:schemeClr val="tx1"/>
              </a:solidFill>
              <a:latin typeface="Sakkal Majalla" panose="02000000000000000000" pitchFamily="2" charset="-78"/>
              <a:cs typeface="Sakkal Majalla" panose="02000000000000000000" pitchFamily="2" charset="-78"/>
            </a:rPr>
            <a:t>رسوم الخدمة هي إضافة رسوم ثابتة إلى تكلفة الخدمة.  </a:t>
          </a:r>
          <a:endParaRPr lang="en-US" sz="2000" dirty="0">
            <a:solidFill>
              <a:schemeClr val="tx1"/>
            </a:solidFill>
            <a:latin typeface="Sakkal Majalla" panose="02000000000000000000" pitchFamily="2" charset="-78"/>
            <a:cs typeface="Sakkal Majalla" panose="02000000000000000000" pitchFamily="2" charset="-78"/>
          </a:endParaRPr>
        </a:p>
      </dgm:t>
    </dgm:pt>
    <dgm:pt modelId="{0CAE5CC8-39F0-4793-B0B9-79CC0E3C59C6}" type="parTrans" cxnId="{00726FAA-2B51-4CE3-987A-54314BEAF3B8}">
      <dgm:prSet/>
      <dgm:spPr/>
      <dgm:t>
        <a:bodyPr rtlCol="1"/>
        <a:lstStyle/>
        <a:p>
          <a:pPr rtl="1"/>
          <a:endParaRPr lang="en-US"/>
        </a:p>
      </dgm:t>
    </dgm:pt>
    <dgm:pt modelId="{9A51D71C-0E45-47CA-B5A1-41349A06DC36}" type="sibTrans" cxnId="{00726FAA-2B51-4CE3-987A-54314BEAF3B8}">
      <dgm:prSet/>
      <dgm:spPr/>
      <dgm:t>
        <a:bodyPr rtlCol="1"/>
        <a:lstStyle/>
        <a:p>
          <a:pPr rtl="1"/>
          <a:endParaRPr lang="en-US"/>
        </a:p>
      </dgm:t>
    </dgm:pt>
    <dgm:pt modelId="{35C3631F-98B4-4526-955C-E68421E32D7C}" type="pres">
      <dgm:prSet presAssocID="{25796691-F918-4B46-AD4B-B2BE5B6EB301}" presName="matrix" presStyleCnt="0">
        <dgm:presLayoutVars>
          <dgm:chMax val="1"/>
          <dgm:dir/>
          <dgm:resizeHandles val="exact"/>
        </dgm:presLayoutVars>
      </dgm:prSet>
      <dgm:spPr/>
    </dgm:pt>
    <dgm:pt modelId="{3C1BC965-34DB-49AC-A008-4727E36EFCDB}" type="pres">
      <dgm:prSet presAssocID="{25796691-F918-4B46-AD4B-B2BE5B6EB301}" presName="diamond" presStyleLbl="bgShp" presStyleIdx="0" presStyleCnt="1"/>
      <dgm:spPr/>
    </dgm:pt>
    <dgm:pt modelId="{45B64819-FC5A-4B06-950B-A98464F4642D}" type="pres">
      <dgm:prSet presAssocID="{25796691-F918-4B46-AD4B-B2BE5B6EB301}" presName="quad1" presStyleLbl="node1" presStyleIdx="0" presStyleCnt="4">
        <dgm:presLayoutVars>
          <dgm:chMax val="0"/>
          <dgm:chPref val="0"/>
          <dgm:bulletEnabled val="1"/>
        </dgm:presLayoutVars>
      </dgm:prSet>
      <dgm:spPr/>
    </dgm:pt>
    <dgm:pt modelId="{9C98274D-8281-4903-B874-DECB75E9B0B7}" type="pres">
      <dgm:prSet presAssocID="{25796691-F918-4B46-AD4B-B2BE5B6EB301}" presName="quad2" presStyleLbl="node1" presStyleIdx="1" presStyleCnt="4" custScaleX="102594">
        <dgm:presLayoutVars>
          <dgm:chMax val="0"/>
          <dgm:chPref val="0"/>
          <dgm:bulletEnabled val="1"/>
        </dgm:presLayoutVars>
      </dgm:prSet>
      <dgm:spPr/>
    </dgm:pt>
    <dgm:pt modelId="{21EE1F58-31A9-4421-B5C2-8B0467E3B909}" type="pres">
      <dgm:prSet presAssocID="{25796691-F918-4B46-AD4B-B2BE5B6EB301}" presName="quad3" presStyleLbl="node1" presStyleIdx="2" presStyleCnt="4">
        <dgm:presLayoutVars>
          <dgm:chMax val="0"/>
          <dgm:chPref val="0"/>
          <dgm:bulletEnabled val="1"/>
        </dgm:presLayoutVars>
      </dgm:prSet>
      <dgm:spPr/>
    </dgm:pt>
    <dgm:pt modelId="{489BBEC3-195A-402C-BAA5-ABD6E6A08FA4}" type="pres">
      <dgm:prSet presAssocID="{25796691-F918-4B46-AD4B-B2BE5B6EB301}" presName="quad4" presStyleLbl="node1" presStyleIdx="3" presStyleCnt="4">
        <dgm:presLayoutVars>
          <dgm:chMax val="0"/>
          <dgm:chPref val="0"/>
          <dgm:bulletEnabled val="1"/>
        </dgm:presLayoutVars>
      </dgm:prSet>
      <dgm:spPr/>
    </dgm:pt>
  </dgm:ptLst>
  <dgm:cxnLst>
    <dgm:cxn modelId="{41ABB216-8025-4165-ACF5-5F6FE806EB4B}" srcId="{25796691-F918-4B46-AD4B-B2BE5B6EB301}" destId="{C087C0F1-8345-4C36-93E1-99C77BA7E2A1}" srcOrd="2" destOrd="0" parTransId="{80C94398-0D50-49C0-9BD5-468886E24097}" sibTransId="{DC1A5544-153C-410C-A87F-63B7BE961A31}"/>
    <dgm:cxn modelId="{F447365D-206A-49D5-BEE7-3B20E43BD548}" type="presOf" srcId="{C087C0F1-8345-4C36-93E1-99C77BA7E2A1}" destId="{21EE1F58-31A9-4421-B5C2-8B0467E3B909}" srcOrd="0" destOrd="0" presId="urn:microsoft.com/office/officeart/2005/8/layout/matrix3"/>
    <dgm:cxn modelId="{0BE55B62-2198-49E1-BA6C-230E1667EDF4}" type="presOf" srcId="{25796691-F918-4B46-AD4B-B2BE5B6EB301}" destId="{35C3631F-98B4-4526-955C-E68421E32D7C}" srcOrd="0" destOrd="0" presId="urn:microsoft.com/office/officeart/2005/8/layout/matrix3"/>
    <dgm:cxn modelId="{2D54066B-B043-40D1-ACD3-CE57B0CDD04C}" type="presOf" srcId="{4519DD6E-2219-44AC-8BB5-423B6461C4A4}" destId="{9C98274D-8281-4903-B874-DECB75E9B0B7}" srcOrd="0" destOrd="0" presId="urn:microsoft.com/office/officeart/2005/8/layout/matrix3"/>
    <dgm:cxn modelId="{F418AF58-1CCF-4362-8020-90CD7920FBAA}" type="presOf" srcId="{9BF90F9D-8DE3-496D-85EB-1C8F75B30027}" destId="{489BBEC3-195A-402C-BAA5-ABD6E6A08FA4}" srcOrd="0" destOrd="0" presId="urn:microsoft.com/office/officeart/2005/8/layout/matrix3"/>
    <dgm:cxn modelId="{00726FAA-2B51-4CE3-987A-54314BEAF3B8}" srcId="{25796691-F918-4B46-AD4B-B2BE5B6EB301}" destId="{9BF90F9D-8DE3-496D-85EB-1C8F75B30027}" srcOrd="3" destOrd="0" parTransId="{0CAE5CC8-39F0-4793-B0B9-79CC0E3C59C6}" sibTransId="{9A51D71C-0E45-47CA-B5A1-41349A06DC36}"/>
    <dgm:cxn modelId="{6D5B1FB4-C64B-449F-B471-79AB2663E998}" srcId="{25796691-F918-4B46-AD4B-B2BE5B6EB301}" destId="{4519DD6E-2219-44AC-8BB5-423B6461C4A4}" srcOrd="1" destOrd="0" parTransId="{B2338E9C-70AC-4C01-BAA2-D1B83CE9CDD8}" sibTransId="{7843F225-6E80-4976-8370-738D818DD229}"/>
    <dgm:cxn modelId="{C87412EB-D44B-4812-8AD4-DFFA98680263}" type="presOf" srcId="{511FE2BF-CEF8-40C3-BC3A-515AB1B39AD3}" destId="{45B64819-FC5A-4B06-950B-A98464F4642D}" srcOrd="0" destOrd="0" presId="urn:microsoft.com/office/officeart/2005/8/layout/matrix3"/>
    <dgm:cxn modelId="{5D7832FC-6AF9-483C-95B9-77C646E087FC}" srcId="{25796691-F918-4B46-AD4B-B2BE5B6EB301}" destId="{511FE2BF-CEF8-40C3-BC3A-515AB1B39AD3}" srcOrd="0" destOrd="0" parTransId="{245FC243-4563-4A89-82B2-B73567C0E060}" sibTransId="{880C6D0B-1810-4394-B36D-86EC1BED17AC}"/>
    <dgm:cxn modelId="{36740444-4B6F-44C8-8F35-3948371003CB}" type="presParOf" srcId="{35C3631F-98B4-4526-955C-E68421E32D7C}" destId="{3C1BC965-34DB-49AC-A008-4727E36EFCDB}" srcOrd="0" destOrd="0" presId="urn:microsoft.com/office/officeart/2005/8/layout/matrix3"/>
    <dgm:cxn modelId="{5C1EF866-3D05-42B6-8629-0BDF230EC321}" type="presParOf" srcId="{35C3631F-98B4-4526-955C-E68421E32D7C}" destId="{45B64819-FC5A-4B06-950B-A98464F4642D}" srcOrd="1" destOrd="0" presId="urn:microsoft.com/office/officeart/2005/8/layout/matrix3"/>
    <dgm:cxn modelId="{66AB8679-573E-4F88-A3E2-B4F7CDAE15D1}" type="presParOf" srcId="{35C3631F-98B4-4526-955C-E68421E32D7C}" destId="{9C98274D-8281-4903-B874-DECB75E9B0B7}" srcOrd="2" destOrd="0" presId="urn:microsoft.com/office/officeart/2005/8/layout/matrix3"/>
    <dgm:cxn modelId="{8AC55FC2-C5D8-4FBC-9463-B88C74CD8566}" type="presParOf" srcId="{35C3631F-98B4-4526-955C-E68421E32D7C}" destId="{21EE1F58-31A9-4421-B5C2-8B0467E3B909}" srcOrd="3" destOrd="0" presId="urn:microsoft.com/office/officeart/2005/8/layout/matrix3"/>
    <dgm:cxn modelId="{841B6BBE-AFA9-41AB-AA30-A5F43A15469B}" type="presParOf" srcId="{35C3631F-98B4-4526-955C-E68421E32D7C}" destId="{489BBEC3-195A-402C-BAA5-ABD6E6A08FA4}" srcOrd="4"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2DF6335-712F-4E04-80CA-28FD12A96256}"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FF5058F4-3C6A-486A-8DFA-A3C5504F1075}">
      <dgm:prSet custT="1"/>
      <dgm:spPr/>
      <dgm:t>
        <a:bodyPr rtlCol="1"/>
        <a:lstStyle/>
        <a:p>
          <a:pPr algn="r" rtl="1">
            <a:lnSpc>
              <a:spcPct val="100000"/>
            </a:lnSpc>
          </a:pPr>
          <a:r>
            <a:rPr lang="ar" sz="2400" dirty="0">
              <a:latin typeface="Sakkal Majalla" panose="02000000000000000000" pitchFamily="2" charset="-78"/>
              <a:cs typeface="Sakkal Majalla" panose="02000000000000000000" pitchFamily="2" charset="-78"/>
            </a:rPr>
            <a:t>تستخدم المطاعم أنواعًا مختلفة من قوائم الطعام، مثل: قائمة طبق اليوم، وقائمة الطعام بحسب الطلب، والبوفيه. </a:t>
          </a:r>
          <a:endParaRPr lang="en-US" sz="2400" dirty="0">
            <a:latin typeface="Sakkal Majalla" panose="02000000000000000000" pitchFamily="2" charset="-78"/>
            <a:cs typeface="Sakkal Majalla" panose="02000000000000000000" pitchFamily="2" charset="-78"/>
          </a:endParaRPr>
        </a:p>
      </dgm:t>
    </dgm:pt>
    <dgm:pt modelId="{C7EF2D1E-6D33-4D34-91B7-4569260ED787}" type="parTrans" cxnId="{F9F9E2F1-106B-4E8C-8F62-395AACA71A15}">
      <dgm:prSet/>
      <dgm:spPr/>
      <dgm:t>
        <a:bodyPr rtlCol="1"/>
        <a:lstStyle/>
        <a:p>
          <a:pPr rtl="1"/>
          <a:endParaRPr lang="en-US"/>
        </a:p>
      </dgm:t>
    </dgm:pt>
    <dgm:pt modelId="{2936EBFB-5889-4D9F-8581-76D7B6DA78A7}" type="sibTrans" cxnId="{F9F9E2F1-106B-4E8C-8F62-395AACA71A15}">
      <dgm:prSet/>
      <dgm:spPr/>
      <dgm:t>
        <a:bodyPr rtlCol="1"/>
        <a:lstStyle/>
        <a:p>
          <a:pPr rtl="1"/>
          <a:endParaRPr lang="en-US"/>
        </a:p>
      </dgm:t>
    </dgm:pt>
    <dgm:pt modelId="{3136E59B-7977-45D9-9F96-813E790103CA}">
      <dgm:prSet custT="1"/>
      <dgm:spPr/>
      <dgm:t>
        <a:bodyPr rtlCol="1"/>
        <a:lstStyle/>
        <a:p>
          <a:pPr algn="r" rtl="1">
            <a:lnSpc>
              <a:spcPct val="100000"/>
            </a:lnSpc>
          </a:pPr>
          <a:r>
            <a:rPr lang="ar" sz="2400" dirty="0">
              <a:latin typeface="Sakkal Majalla" panose="02000000000000000000" pitchFamily="2" charset="-78"/>
              <a:cs typeface="Sakkal Majalla" panose="02000000000000000000" pitchFamily="2" charset="-78"/>
            </a:rPr>
            <a:t>يجب التخطيط لقوائم الطعام بهدف تحقيق الربح، مثل: الاستخدام المتبادل للمكونات، والشراء بالجملة، واستخدام المكونات الموسمية، والاستفادة من العروض الخاصة للمكونات التي تُباع ببطء أو التي تشهد فائضًا. </a:t>
          </a:r>
          <a:endParaRPr lang="en-US" sz="2400" dirty="0">
            <a:latin typeface="Sakkal Majalla" panose="02000000000000000000" pitchFamily="2" charset="-78"/>
            <a:cs typeface="Sakkal Majalla" panose="02000000000000000000" pitchFamily="2" charset="-78"/>
          </a:endParaRPr>
        </a:p>
      </dgm:t>
    </dgm:pt>
    <dgm:pt modelId="{6C17EBC6-71C7-4548-8811-890B89C34ACF}" type="parTrans" cxnId="{F902677E-531D-4C8C-98D0-439944A105A3}">
      <dgm:prSet/>
      <dgm:spPr/>
      <dgm:t>
        <a:bodyPr rtlCol="1"/>
        <a:lstStyle/>
        <a:p>
          <a:pPr rtl="1"/>
          <a:endParaRPr lang="en-US"/>
        </a:p>
      </dgm:t>
    </dgm:pt>
    <dgm:pt modelId="{F3EA0EBB-D92A-456C-97FE-69A69156A15C}" type="sibTrans" cxnId="{F902677E-531D-4C8C-98D0-439944A105A3}">
      <dgm:prSet/>
      <dgm:spPr/>
      <dgm:t>
        <a:bodyPr rtlCol="1"/>
        <a:lstStyle/>
        <a:p>
          <a:pPr rtl="1"/>
          <a:endParaRPr lang="en-US"/>
        </a:p>
      </dgm:t>
    </dgm:pt>
    <dgm:pt modelId="{6F5D1868-C052-486D-9184-DB993C79DAEC}" type="pres">
      <dgm:prSet presAssocID="{32DF6335-712F-4E04-80CA-28FD12A96256}" presName="root" presStyleCnt="0">
        <dgm:presLayoutVars>
          <dgm:dir/>
          <dgm:resizeHandles val="exact"/>
        </dgm:presLayoutVars>
      </dgm:prSet>
      <dgm:spPr/>
    </dgm:pt>
    <dgm:pt modelId="{7DEC3251-3645-46A9-9793-0C5704A09B2E}" type="pres">
      <dgm:prSet presAssocID="{FF5058F4-3C6A-486A-8DFA-A3C5504F1075}" presName="compNode" presStyleCnt="0"/>
      <dgm:spPr/>
    </dgm:pt>
    <dgm:pt modelId="{0A1B3D44-DD53-472F-B64D-811A13EE585A}" type="pres">
      <dgm:prSet presAssocID="{FF5058F4-3C6A-486A-8DFA-A3C5504F1075}" presName="bgRect" presStyleLbl="bgShp" presStyleIdx="0" presStyleCnt="2"/>
      <dgm:spPr>
        <a:solidFill>
          <a:schemeClr val="accent1"/>
        </a:solidFill>
      </dgm:spPr>
    </dgm:pt>
    <dgm:pt modelId="{D50C122E-AAFD-4F8B-A08D-BB2FBE47B830}" type="pres">
      <dgm:prSet presAssocID="{FF5058F4-3C6A-486A-8DFA-A3C5504F1075}" presName="iconRect" presStyleLbl="node1" presStyleIdx="0" presStyleCnt="2" custLinFactX="338956" custLinFactNeighborX="40000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vered plate"/>
        </a:ext>
      </dgm:extLst>
    </dgm:pt>
    <dgm:pt modelId="{D81A7EE3-4217-4D1F-AA78-4B3FC619CC18}" type="pres">
      <dgm:prSet presAssocID="{FF5058F4-3C6A-486A-8DFA-A3C5504F1075}" presName="spaceRect" presStyleCnt="0"/>
      <dgm:spPr/>
    </dgm:pt>
    <dgm:pt modelId="{4432ACDD-566C-460B-B763-426D4D022E33}" type="pres">
      <dgm:prSet presAssocID="{FF5058F4-3C6A-486A-8DFA-A3C5504F1075}" presName="parTx" presStyleLbl="revTx" presStyleIdx="0" presStyleCnt="2" custLinFactNeighborX="-29655">
        <dgm:presLayoutVars>
          <dgm:chMax val="0"/>
          <dgm:chPref val="0"/>
        </dgm:presLayoutVars>
      </dgm:prSet>
      <dgm:spPr/>
    </dgm:pt>
    <dgm:pt modelId="{3CC34B85-7090-4176-872A-1BFF8563616E}" type="pres">
      <dgm:prSet presAssocID="{2936EBFB-5889-4D9F-8581-76D7B6DA78A7}" presName="sibTrans" presStyleCnt="0"/>
      <dgm:spPr/>
    </dgm:pt>
    <dgm:pt modelId="{3C45340E-AA62-4F96-B505-277DB42D7295}" type="pres">
      <dgm:prSet presAssocID="{3136E59B-7977-45D9-9F96-813E790103CA}" presName="compNode" presStyleCnt="0"/>
      <dgm:spPr/>
    </dgm:pt>
    <dgm:pt modelId="{7BD724D8-F9B3-40F8-9736-729FF7CEDA19}" type="pres">
      <dgm:prSet presAssocID="{3136E59B-7977-45D9-9F96-813E790103CA}" presName="bgRect" presStyleLbl="bgShp" presStyleIdx="1" presStyleCnt="2"/>
      <dgm:spPr>
        <a:solidFill>
          <a:schemeClr val="accent1"/>
        </a:solidFill>
      </dgm:spPr>
    </dgm:pt>
    <dgm:pt modelId="{B41595FC-F1EC-4000-A503-A9823F629103}" type="pres">
      <dgm:prSet presAssocID="{3136E59B-7977-45D9-9F96-813E790103CA}" presName="iconRect" presStyleLbl="node1" presStyleIdx="1" presStyleCnt="2" custLinFactX="337790" custLinFactNeighborX="40000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oked Turkey"/>
        </a:ext>
      </dgm:extLst>
    </dgm:pt>
    <dgm:pt modelId="{98909A59-F392-4BE5-A4F3-A395ED10D047}" type="pres">
      <dgm:prSet presAssocID="{3136E59B-7977-45D9-9F96-813E790103CA}" presName="spaceRect" presStyleCnt="0"/>
      <dgm:spPr/>
    </dgm:pt>
    <dgm:pt modelId="{683B9AAF-6F1F-4727-B6D4-84935A97461B}" type="pres">
      <dgm:prSet presAssocID="{3136E59B-7977-45D9-9F96-813E790103CA}" presName="parTx" presStyleLbl="revTx" presStyleIdx="1" presStyleCnt="2" custScaleX="103053" custScaleY="115929" custLinFactNeighborX="-29092" custLinFactNeighborY="641">
        <dgm:presLayoutVars>
          <dgm:chMax val="0"/>
          <dgm:chPref val="0"/>
        </dgm:presLayoutVars>
      </dgm:prSet>
      <dgm:spPr/>
    </dgm:pt>
  </dgm:ptLst>
  <dgm:cxnLst>
    <dgm:cxn modelId="{F9530427-C522-4527-9D74-2D95004D4CB5}" type="presOf" srcId="{3136E59B-7977-45D9-9F96-813E790103CA}" destId="{683B9AAF-6F1F-4727-B6D4-84935A97461B}" srcOrd="0" destOrd="0" presId="urn:microsoft.com/office/officeart/2018/2/layout/IconVerticalSolidList"/>
    <dgm:cxn modelId="{9F014D6D-FC64-4B62-8BA3-90188C011CEB}" type="presOf" srcId="{32DF6335-712F-4E04-80CA-28FD12A96256}" destId="{6F5D1868-C052-486D-9184-DB993C79DAEC}" srcOrd="0" destOrd="0" presId="urn:microsoft.com/office/officeart/2018/2/layout/IconVerticalSolidList"/>
    <dgm:cxn modelId="{F902677E-531D-4C8C-98D0-439944A105A3}" srcId="{32DF6335-712F-4E04-80CA-28FD12A96256}" destId="{3136E59B-7977-45D9-9F96-813E790103CA}" srcOrd="1" destOrd="0" parTransId="{6C17EBC6-71C7-4548-8811-890B89C34ACF}" sibTransId="{F3EA0EBB-D92A-456C-97FE-69A69156A15C}"/>
    <dgm:cxn modelId="{EC729CA2-905A-434B-8B25-3B369861D6D2}" type="presOf" srcId="{FF5058F4-3C6A-486A-8DFA-A3C5504F1075}" destId="{4432ACDD-566C-460B-B763-426D4D022E33}" srcOrd="0" destOrd="0" presId="urn:microsoft.com/office/officeart/2018/2/layout/IconVerticalSolidList"/>
    <dgm:cxn modelId="{F9F9E2F1-106B-4E8C-8F62-395AACA71A15}" srcId="{32DF6335-712F-4E04-80CA-28FD12A96256}" destId="{FF5058F4-3C6A-486A-8DFA-A3C5504F1075}" srcOrd="0" destOrd="0" parTransId="{C7EF2D1E-6D33-4D34-91B7-4569260ED787}" sibTransId="{2936EBFB-5889-4D9F-8581-76D7B6DA78A7}"/>
    <dgm:cxn modelId="{28E79337-9692-4498-86F8-3F16CD8CF23F}" type="presParOf" srcId="{6F5D1868-C052-486D-9184-DB993C79DAEC}" destId="{7DEC3251-3645-46A9-9793-0C5704A09B2E}" srcOrd="0" destOrd="0" presId="urn:microsoft.com/office/officeart/2018/2/layout/IconVerticalSolidList"/>
    <dgm:cxn modelId="{F2220772-93C8-4B8B-9344-483FDC07AA1A}" type="presParOf" srcId="{7DEC3251-3645-46A9-9793-0C5704A09B2E}" destId="{0A1B3D44-DD53-472F-B64D-811A13EE585A}" srcOrd="0" destOrd="0" presId="urn:microsoft.com/office/officeart/2018/2/layout/IconVerticalSolidList"/>
    <dgm:cxn modelId="{D0F408F7-6523-4AD0-8BE5-EA8C9E398B4D}" type="presParOf" srcId="{7DEC3251-3645-46A9-9793-0C5704A09B2E}" destId="{D50C122E-AAFD-4F8B-A08D-BB2FBE47B830}" srcOrd="1" destOrd="0" presId="urn:microsoft.com/office/officeart/2018/2/layout/IconVerticalSolidList"/>
    <dgm:cxn modelId="{9DACD24B-1F16-4B89-A301-F66635B7AF96}" type="presParOf" srcId="{7DEC3251-3645-46A9-9793-0C5704A09B2E}" destId="{D81A7EE3-4217-4D1F-AA78-4B3FC619CC18}" srcOrd="2" destOrd="0" presId="urn:microsoft.com/office/officeart/2018/2/layout/IconVerticalSolidList"/>
    <dgm:cxn modelId="{04804268-6FE0-4E96-BFD6-93905FD05C1A}" type="presParOf" srcId="{7DEC3251-3645-46A9-9793-0C5704A09B2E}" destId="{4432ACDD-566C-460B-B763-426D4D022E33}" srcOrd="3" destOrd="0" presId="urn:microsoft.com/office/officeart/2018/2/layout/IconVerticalSolidList"/>
    <dgm:cxn modelId="{198B5F85-743E-4CAC-ABA8-77A829C2CE77}" type="presParOf" srcId="{6F5D1868-C052-486D-9184-DB993C79DAEC}" destId="{3CC34B85-7090-4176-872A-1BFF8563616E}" srcOrd="1" destOrd="0" presId="urn:microsoft.com/office/officeart/2018/2/layout/IconVerticalSolidList"/>
    <dgm:cxn modelId="{DC9BAB1A-3BFD-4611-98A5-F707464FBDDC}" type="presParOf" srcId="{6F5D1868-C052-486D-9184-DB993C79DAEC}" destId="{3C45340E-AA62-4F96-B505-277DB42D7295}" srcOrd="2" destOrd="0" presId="urn:microsoft.com/office/officeart/2018/2/layout/IconVerticalSolidList"/>
    <dgm:cxn modelId="{DC228504-4FBF-4A5B-B87E-7DB33C0DFC73}" type="presParOf" srcId="{3C45340E-AA62-4F96-B505-277DB42D7295}" destId="{7BD724D8-F9B3-40F8-9736-729FF7CEDA19}" srcOrd="0" destOrd="0" presId="urn:microsoft.com/office/officeart/2018/2/layout/IconVerticalSolidList"/>
    <dgm:cxn modelId="{E991E36B-ECBC-4489-9FE2-5D2B8C8E81A5}" type="presParOf" srcId="{3C45340E-AA62-4F96-B505-277DB42D7295}" destId="{B41595FC-F1EC-4000-A503-A9823F629103}" srcOrd="1" destOrd="0" presId="urn:microsoft.com/office/officeart/2018/2/layout/IconVerticalSolidList"/>
    <dgm:cxn modelId="{6276D5BC-CAE2-4F26-BE65-089A4622EB96}" type="presParOf" srcId="{3C45340E-AA62-4F96-B505-277DB42D7295}" destId="{98909A59-F392-4BE5-A4F3-A395ED10D047}" srcOrd="2" destOrd="0" presId="urn:microsoft.com/office/officeart/2018/2/layout/IconVerticalSolidList"/>
    <dgm:cxn modelId="{53819CEA-4E95-4D58-9103-08121148AC60}" type="presParOf" srcId="{3C45340E-AA62-4F96-B505-277DB42D7295}" destId="{683B9AAF-6F1F-4727-B6D4-84935A97461B}"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50B174E-C7BE-48B1-80A9-13B0017F3986}" type="doc">
      <dgm:prSet loTypeId="urn:microsoft.com/office/officeart/2005/8/layout/vProcess5" loCatId="process" qsTypeId="urn:microsoft.com/office/officeart/2005/8/quickstyle/simple2" qsCatId="simple" csTypeId="urn:microsoft.com/office/officeart/2005/8/colors/accent1_2" csCatId="accent1" phldr="1"/>
      <dgm:spPr/>
      <dgm:t>
        <a:bodyPr rtlCol="1"/>
        <a:lstStyle/>
        <a:p>
          <a:pPr rtl="1"/>
          <a:endParaRPr lang="en-US"/>
        </a:p>
      </dgm:t>
    </dgm:pt>
    <dgm:pt modelId="{609D3A00-5DCC-483C-9F1D-DB32691304E7}">
      <dgm:prSet custT="1"/>
      <dgm:spPr/>
      <dgm:t>
        <a:bodyPr rtlCol="1"/>
        <a:lstStyle/>
        <a:p>
          <a:pPr rtl="1"/>
          <a:r>
            <a:rPr lang="ar" sz="2100">
              <a:solidFill>
                <a:schemeClr val="tx1"/>
              </a:solidFill>
              <a:latin typeface="Sakkal Majalla" panose="02000000000000000000" pitchFamily="2" charset="-78"/>
              <a:cs typeface="Sakkal Majalla" panose="02000000000000000000" pitchFamily="2" charset="-78"/>
            </a:rPr>
            <a:t>تكاليف الإقامة الثابتة وتأثيرها في التكلفة والتسعير </a:t>
          </a:r>
          <a:endParaRPr lang="en-US" sz="2100">
            <a:solidFill>
              <a:schemeClr val="tx1"/>
            </a:solidFill>
            <a:latin typeface="Sakkal Majalla" panose="02000000000000000000" pitchFamily="2" charset="-78"/>
            <a:cs typeface="Sakkal Majalla" panose="02000000000000000000" pitchFamily="2" charset="-78"/>
          </a:endParaRPr>
        </a:p>
      </dgm:t>
    </dgm:pt>
    <dgm:pt modelId="{4A473705-DE7F-4874-8D52-5FD97CF633BC}" type="parTrans" cxnId="{C964D8FF-8D74-4CDE-A2E2-A0D198D540BF}">
      <dgm:prSet/>
      <dgm:spPr/>
      <dgm:t>
        <a:bodyPr rtlCol="1"/>
        <a:lstStyle/>
        <a:p>
          <a:pPr rtl="1"/>
          <a:endParaRPr lang="en-US" sz="2100">
            <a:latin typeface="Sakkal Majalla" panose="02000000000000000000" pitchFamily="2" charset="-78"/>
            <a:cs typeface="Sakkal Majalla" panose="02000000000000000000" pitchFamily="2" charset="-78"/>
          </a:endParaRPr>
        </a:p>
      </dgm:t>
    </dgm:pt>
    <dgm:pt modelId="{6D38C45E-2081-4EC8-B400-97F3F0445376}" type="sibTrans" cxnId="{C964D8FF-8D74-4CDE-A2E2-A0D198D540BF}">
      <dgm:prSet custT="1"/>
      <dgm:spPr/>
      <dgm:t>
        <a:bodyPr rtlCol="1"/>
        <a:lstStyle/>
        <a:p>
          <a:pPr rtl="1"/>
          <a:endParaRPr lang="en-US" sz="2100">
            <a:latin typeface="Sakkal Majalla" panose="02000000000000000000" pitchFamily="2" charset="-78"/>
            <a:cs typeface="Sakkal Majalla" panose="02000000000000000000" pitchFamily="2" charset="-78"/>
          </a:endParaRPr>
        </a:p>
      </dgm:t>
    </dgm:pt>
    <dgm:pt modelId="{30CEA0E0-11C2-4884-B25A-5C643BB89408}">
      <dgm:prSet custT="1"/>
      <dgm:spPr/>
      <dgm:t>
        <a:bodyPr rtlCol="1"/>
        <a:lstStyle/>
        <a:p>
          <a:pPr rtl="1"/>
          <a:r>
            <a:rPr lang="ar" sz="2100" dirty="0">
              <a:solidFill>
                <a:schemeClr val="tx1"/>
              </a:solidFill>
              <a:latin typeface="Sakkal Majalla" panose="02000000000000000000" pitchFamily="2" charset="-78"/>
              <a:cs typeface="Sakkal Majalla" panose="02000000000000000000" pitchFamily="2" charset="-78"/>
            </a:rPr>
            <a:t>تكاليف الإقامة المتغيرة وتأثيرها في التكلفة والتسعير مع إضافة </a:t>
          </a:r>
          <a:br>
            <a:rPr lang="en-US" sz="2100" dirty="0">
              <a:solidFill>
                <a:schemeClr val="tx1"/>
              </a:solidFill>
              <a:latin typeface="Sakkal Majalla" panose="02000000000000000000" pitchFamily="2" charset="-78"/>
              <a:cs typeface="Sakkal Majalla" panose="02000000000000000000" pitchFamily="2" charset="-78"/>
            </a:rPr>
          </a:br>
          <a:r>
            <a:rPr lang="ar" sz="2100" dirty="0">
              <a:solidFill>
                <a:schemeClr val="tx1"/>
              </a:solidFill>
              <a:latin typeface="Sakkal Majalla" panose="02000000000000000000" pitchFamily="2" charset="-78"/>
              <a:cs typeface="Sakkal Majalla" panose="02000000000000000000" pitchFamily="2" charset="-78"/>
            </a:rPr>
            <a:t>هوامش الربح </a:t>
          </a:r>
          <a:endParaRPr lang="en-US" sz="2100" dirty="0">
            <a:solidFill>
              <a:schemeClr val="tx1"/>
            </a:solidFill>
            <a:latin typeface="Sakkal Majalla" panose="02000000000000000000" pitchFamily="2" charset="-78"/>
            <a:cs typeface="Sakkal Majalla" panose="02000000000000000000" pitchFamily="2" charset="-78"/>
          </a:endParaRPr>
        </a:p>
      </dgm:t>
    </dgm:pt>
    <dgm:pt modelId="{AF5E606D-57AA-449D-B83E-700A97CA863B}" type="parTrans" cxnId="{7B5D896C-050A-42B1-8D27-19B4299ECE12}">
      <dgm:prSet/>
      <dgm:spPr/>
      <dgm:t>
        <a:bodyPr rtlCol="1"/>
        <a:lstStyle/>
        <a:p>
          <a:pPr rtl="1"/>
          <a:endParaRPr lang="en-US" sz="2100">
            <a:latin typeface="Sakkal Majalla" panose="02000000000000000000" pitchFamily="2" charset="-78"/>
            <a:cs typeface="Sakkal Majalla" panose="02000000000000000000" pitchFamily="2" charset="-78"/>
          </a:endParaRPr>
        </a:p>
      </dgm:t>
    </dgm:pt>
    <dgm:pt modelId="{30DA5BE1-5D42-4D2E-BCDA-850446AF4167}" type="sibTrans" cxnId="{7B5D896C-050A-42B1-8D27-19B4299ECE12}">
      <dgm:prSet custT="1"/>
      <dgm:spPr/>
      <dgm:t>
        <a:bodyPr rtlCol="1"/>
        <a:lstStyle/>
        <a:p>
          <a:pPr rtl="1"/>
          <a:endParaRPr lang="en-US" sz="2100">
            <a:latin typeface="Sakkal Majalla" panose="02000000000000000000" pitchFamily="2" charset="-78"/>
            <a:cs typeface="Sakkal Majalla" panose="02000000000000000000" pitchFamily="2" charset="-78"/>
          </a:endParaRPr>
        </a:p>
      </dgm:t>
    </dgm:pt>
    <dgm:pt modelId="{FF82C663-4229-4A30-B40A-B9C067CB9488}">
      <dgm:prSet custT="1"/>
      <dgm:spPr/>
      <dgm:t>
        <a:bodyPr rtlCol="1"/>
        <a:lstStyle/>
        <a:p>
          <a:pPr rtl="1"/>
          <a:r>
            <a:rPr lang="ar" sz="2100">
              <a:solidFill>
                <a:schemeClr val="tx1"/>
              </a:solidFill>
              <a:latin typeface="Sakkal Majalla" panose="02000000000000000000" pitchFamily="2" charset="-78"/>
              <a:cs typeface="Sakkal Majalla" panose="02000000000000000000" pitchFamily="2" charset="-78"/>
            </a:rPr>
            <a:t>معدلات الإشغال وتأثيرها في التكلفة </a:t>
          </a:r>
          <a:endParaRPr lang="en-US" sz="2100">
            <a:solidFill>
              <a:schemeClr val="tx1"/>
            </a:solidFill>
            <a:latin typeface="Sakkal Majalla" panose="02000000000000000000" pitchFamily="2" charset="-78"/>
            <a:cs typeface="Sakkal Majalla" panose="02000000000000000000" pitchFamily="2" charset="-78"/>
          </a:endParaRPr>
        </a:p>
      </dgm:t>
    </dgm:pt>
    <dgm:pt modelId="{1B506F50-E07C-49E7-B17B-810F381DCF8F}" type="parTrans" cxnId="{D80F69A9-328F-40AF-86BB-D3EEB890BDC6}">
      <dgm:prSet/>
      <dgm:spPr/>
      <dgm:t>
        <a:bodyPr rtlCol="1"/>
        <a:lstStyle/>
        <a:p>
          <a:pPr rtl="1"/>
          <a:endParaRPr lang="en-US" sz="2100">
            <a:latin typeface="Sakkal Majalla" panose="02000000000000000000" pitchFamily="2" charset="-78"/>
            <a:cs typeface="Sakkal Majalla" panose="02000000000000000000" pitchFamily="2" charset="-78"/>
          </a:endParaRPr>
        </a:p>
      </dgm:t>
    </dgm:pt>
    <dgm:pt modelId="{D143966A-113C-4CA6-A292-E587674D260C}" type="sibTrans" cxnId="{D80F69A9-328F-40AF-86BB-D3EEB890BDC6}">
      <dgm:prSet custT="1"/>
      <dgm:spPr/>
      <dgm:t>
        <a:bodyPr rtlCol="1"/>
        <a:lstStyle/>
        <a:p>
          <a:pPr rtl="1"/>
          <a:endParaRPr lang="en-US" sz="2100">
            <a:latin typeface="Sakkal Majalla" panose="02000000000000000000" pitchFamily="2" charset="-78"/>
            <a:cs typeface="Sakkal Majalla" panose="02000000000000000000" pitchFamily="2" charset="-78"/>
          </a:endParaRPr>
        </a:p>
      </dgm:t>
    </dgm:pt>
    <dgm:pt modelId="{95B43166-374A-429D-AC73-A76B660F681B}">
      <dgm:prSet custT="1"/>
      <dgm:spPr/>
      <dgm:t>
        <a:bodyPr rtlCol="1"/>
        <a:lstStyle/>
        <a:p>
          <a:pPr rtl="1"/>
          <a:r>
            <a:rPr lang="ar" sz="2100">
              <a:solidFill>
                <a:schemeClr val="tx1"/>
              </a:solidFill>
              <a:latin typeface="Sakkal Majalla" panose="02000000000000000000" pitchFamily="2" charset="-78"/>
              <a:cs typeface="Sakkal Majalla" panose="02000000000000000000" pitchFamily="2" charset="-78"/>
            </a:rPr>
            <a:t>إدارة العائدات من الغرف (RevPAR – الإيرادات لكل غرفة متاحة) </a:t>
          </a:r>
          <a:endParaRPr lang="en-US" sz="2100">
            <a:solidFill>
              <a:schemeClr val="tx1"/>
            </a:solidFill>
            <a:latin typeface="Sakkal Majalla" panose="02000000000000000000" pitchFamily="2" charset="-78"/>
            <a:cs typeface="Sakkal Majalla" panose="02000000000000000000" pitchFamily="2" charset="-78"/>
          </a:endParaRPr>
        </a:p>
      </dgm:t>
    </dgm:pt>
    <dgm:pt modelId="{86E5AB86-EEB8-4F17-8B74-EA3EC6EB48C3}" type="parTrans" cxnId="{9C659130-69AE-4B4C-A5EE-EDC2AC614CDA}">
      <dgm:prSet/>
      <dgm:spPr/>
      <dgm:t>
        <a:bodyPr rtlCol="1"/>
        <a:lstStyle/>
        <a:p>
          <a:pPr rtl="1"/>
          <a:endParaRPr lang="en-US" sz="2100">
            <a:latin typeface="Sakkal Majalla" panose="02000000000000000000" pitchFamily="2" charset="-78"/>
            <a:cs typeface="Sakkal Majalla" panose="02000000000000000000" pitchFamily="2" charset="-78"/>
          </a:endParaRPr>
        </a:p>
      </dgm:t>
    </dgm:pt>
    <dgm:pt modelId="{F26A999B-E965-4DB8-8EFB-27C7AA123D8F}" type="sibTrans" cxnId="{9C659130-69AE-4B4C-A5EE-EDC2AC614CDA}">
      <dgm:prSet custT="1"/>
      <dgm:spPr/>
      <dgm:t>
        <a:bodyPr rtlCol="1"/>
        <a:lstStyle/>
        <a:p>
          <a:pPr rtl="1"/>
          <a:endParaRPr lang="en-US" sz="2100">
            <a:latin typeface="Sakkal Majalla" panose="02000000000000000000" pitchFamily="2" charset="-78"/>
            <a:cs typeface="Sakkal Majalla" panose="02000000000000000000" pitchFamily="2" charset="-78"/>
          </a:endParaRPr>
        </a:p>
      </dgm:t>
    </dgm:pt>
    <dgm:pt modelId="{5E952139-3781-4835-AB9A-174C53D84688}">
      <dgm:prSet custT="1"/>
      <dgm:spPr/>
      <dgm:t>
        <a:bodyPr rtlCol="1"/>
        <a:lstStyle/>
        <a:p>
          <a:pPr rtl="1"/>
          <a:r>
            <a:rPr lang="ar" sz="2100">
              <a:solidFill>
                <a:schemeClr val="tx1"/>
              </a:solidFill>
              <a:latin typeface="Sakkal Majalla" panose="02000000000000000000" pitchFamily="2" charset="-78"/>
              <a:cs typeface="Sakkal Majalla" panose="02000000000000000000" pitchFamily="2" charset="-78"/>
            </a:rPr>
            <a:t>تكلفة حزم الإقامة. </a:t>
          </a:r>
          <a:endParaRPr lang="en-US" sz="2100">
            <a:solidFill>
              <a:schemeClr val="tx1"/>
            </a:solidFill>
            <a:latin typeface="Sakkal Majalla" panose="02000000000000000000" pitchFamily="2" charset="-78"/>
            <a:cs typeface="Sakkal Majalla" panose="02000000000000000000" pitchFamily="2" charset="-78"/>
          </a:endParaRPr>
        </a:p>
      </dgm:t>
    </dgm:pt>
    <dgm:pt modelId="{23933190-E336-4DBA-B1A0-1FD12CB1D3E9}" type="parTrans" cxnId="{146E8248-EB2C-462F-BF6F-F9A1BDD8ACB7}">
      <dgm:prSet/>
      <dgm:spPr/>
      <dgm:t>
        <a:bodyPr rtlCol="1"/>
        <a:lstStyle/>
        <a:p>
          <a:pPr rtl="1"/>
          <a:endParaRPr lang="en-US" sz="2100">
            <a:latin typeface="Sakkal Majalla" panose="02000000000000000000" pitchFamily="2" charset="-78"/>
            <a:cs typeface="Sakkal Majalla" panose="02000000000000000000" pitchFamily="2" charset="-78"/>
          </a:endParaRPr>
        </a:p>
      </dgm:t>
    </dgm:pt>
    <dgm:pt modelId="{A8E80BEB-FC28-40DA-981B-1AB8DDBC5FF3}" type="sibTrans" cxnId="{146E8248-EB2C-462F-BF6F-F9A1BDD8ACB7}">
      <dgm:prSet/>
      <dgm:spPr/>
      <dgm:t>
        <a:bodyPr rtlCol="1"/>
        <a:lstStyle/>
        <a:p>
          <a:pPr rtl="1"/>
          <a:endParaRPr lang="en-US" sz="2100">
            <a:latin typeface="Sakkal Majalla" panose="02000000000000000000" pitchFamily="2" charset="-78"/>
            <a:cs typeface="Sakkal Majalla" panose="02000000000000000000" pitchFamily="2" charset="-78"/>
          </a:endParaRPr>
        </a:p>
      </dgm:t>
    </dgm:pt>
    <dgm:pt modelId="{10DC27FA-4710-4B77-8CF8-B9DE844447FD}" type="pres">
      <dgm:prSet presAssocID="{450B174E-C7BE-48B1-80A9-13B0017F3986}" presName="outerComposite" presStyleCnt="0">
        <dgm:presLayoutVars>
          <dgm:chMax val="5"/>
          <dgm:dir val="rev"/>
          <dgm:resizeHandles val="exact"/>
        </dgm:presLayoutVars>
      </dgm:prSet>
      <dgm:spPr/>
    </dgm:pt>
    <dgm:pt modelId="{09EFD84D-1A3C-405E-96A4-1E9321CDB488}" type="pres">
      <dgm:prSet presAssocID="{450B174E-C7BE-48B1-80A9-13B0017F3986}" presName="dummyMaxCanvas" presStyleCnt="0">
        <dgm:presLayoutVars/>
      </dgm:prSet>
      <dgm:spPr/>
    </dgm:pt>
    <dgm:pt modelId="{F921A796-AF52-4BC3-B309-571C4433BFEF}" type="pres">
      <dgm:prSet presAssocID="{450B174E-C7BE-48B1-80A9-13B0017F3986}" presName="FiveNodes_1" presStyleLbl="node1" presStyleIdx="0" presStyleCnt="5">
        <dgm:presLayoutVars>
          <dgm:bulletEnabled val="1"/>
        </dgm:presLayoutVars>
      </dgm:prSet>
      <dgm:spPr/>
    </dgm:pt>
    <dgm:pt modelId="{99C3B440-ECA0-49CD-A17D-7FC5D6964811}" type="pres">
      <dgm:prSet presAssocID="{450B174E-C7BE-48B1-80A9-13B0017F3986}" presName="FiveNodes_2" presStyleLbl="node1" presStyleIdx="1" presStyleCnt="5">
        <dgm:presLayoutVars>
          <dgm:bulletEnabled val="1"/>
        </dgm:presLayoutVars>
      </dgm:prSet>
      <dgm:spPr/>
    </dgm:pt>
    <dgm:pt modelId="{82786059-0088-4ED1-9A76-D11E10BBDC25}" type="pres">
      <dgm:prSet presAssocID="{450B174E-C7BE-48B1-80A9-13B0017F3986}" presName="FiveNodes_3" presStyleLbl="node1" presStyleIdx="2" presStyleCnt="5">
        <dgm:presLayoutVars>
          <dgm:bulletEnabled val="1"/>
        </dgm:presLayoutVars>
      </dgm:prSet>
      <dgm:spPr/>
    </dgm:pt>
    <dgm:pt modelId="{31585D1E-8AD2-4E1D-A2F6-029886B3BD85}" type="pres">
      <dgm:prSet presAssocID="{450B174E-C7BE-48B1-80A9-13B0017F3986}" presName="FiveNodes_4" presStyleLbl="node1" presStyleIdx="3" presStyleCnt="5">
        <dgm:presLayoutVars>
          <dgm:bulletEnabled val="1"/>
        </dgm:presLayoutVars>
      </dgm:prSet>
      <dgm:spPr/>
    </dgm:pt>
    <dgm:pt modelId="{AD2E53A3-432C-40E5-9DD9-14BDED997816}" type="pres">
      <dgm:prSet presAssocID="{450B174E-C7BE-48B1-80A9-13B0017F3986}" presName="FiveNodes_5" presStyleLbl="node1" presStyleIdx="4" presStyleCnt="5">
        <dgm:presLayoutVars>
          <dgm:bulletEnabled val="1"/>
        </dgm:presLayoutVars>
      </dgm:prSet>
      <dgm:spPr/>
    </dgm:pt>
    <dgm:pt modelId="{C6A31367-7DE7-4ABE-86BD-C3A841DF3D90}" type="pres">
      <dgm:prSet presAssocID="{450B174E-C7BE-48B1-80A9-13B0017F3986}" presName="FiveConn_1-2" presStyleLbl="fgAccFollowNode1" presStyleIdx="0" presStyleCnt="4">
        <dgm:presLayoutVars>
          <dgm:bulletEnabled val="1"/>
        </dgm:presLayoutVars>
      </dgm:prSet>
      <dgm:spPr/>
    </dgm:pt>
    <dgm:pt modelId="{84896381-8229-4217-AC50-E71CC3FDA780}" type="pres">
      <dgm:prSet presAssocID="{450B174E-C7BE-48B1-80A9-13B0017F3986}" presName="FiveConn_2-3" presStyleLbl="fgAccFollowNode1" presStyleIdx="1" presStyleCnt="4">
        <dgm:presLayoutVars>
          <dgm:bulletEnabled val="1"/>
        </dgm:presLayoutVars>
      </dgm:prSet>
      <dgm:spPr/>
    </dgm:pt>
    <dgm:pt modelId="{873FF01D-C1A2-4EE5-AD00-0B1DB0289315}" type="pres">
      <dgm:prSet presAssocID="{450B174E-C7BE-48B1-80A9-13B0017F3986}" presName="FiveConn_3-4" presStyleLbl="fgAccFollowNode1" presStyleIdx="2" presStyleCnt="4">
        <dgm:presLayoutVars>
          <dgm:bulletEnabled val="1"/>
        </dgm:presLayoutVars>
      </dgm:prSet>
      <dgm:spPr/>
    </dgm:pt>
    <dgm:pt modelId="{D68A529B-4462-4A35-92E9-97E4889DCC36}" type="pres">
      <dgm:prSet presAssocID="{450B174E-C7BE-48B1-80A9-13B0017F3986}" presName="FiveConn_4-5" presStyleLbl="fgAccFollowNode1" presStyleIdx="3" presStyleCnt="4">
        <dgm:presLayoutVars>
          <dgm:bulletEnabled val="1"/>
        </dgm:presLayoutVars>
      </dgm:prSet>
      <dgm:spPr/>
    </dgm:pt>
    <dgm:pt modelId="{02546619-D5F1-4EB6-9F52-7926866E6637}" type="pres">
      <dgm:prSet presAssocID="{450B174E-C7BE-48B1-80A9-13B0017F3986}" presName="FiveNodes_1_text" presStyleLbl="node1" presStyleIdx="4" presStyleCnt="5">
        <dgm:presLayoutVars>
          <dgm:bulletEnabled val="1"/>
        </dgm:presLayoutVars>
      </dgm:prSet>
      <dgm:spPr/>
    </dgm:pt>
    <dgm:pt modelId="{EE84B4DB-8E47-4977-A791-061BA3F85D34}" type="pres">
      <dgm:prSet presAssocID="{450B174E-C7BE-48B1-80A9-13B0017F3986}" presName="FiveNodes_2_text" presStyleLbl="node1" presStyleIdx="4" presStyleCnt="5">
        <dgm:presLayoutVars>
          <dgm:bulletEnabled val="1"/>
        </dgm:presLayoutVars>
      </dgm:prSet>
      <dgm:spPr/>
    </dgm:pt>
    <dgm:pt modelId="{84A0768D-6E48-472B-A5DE-7A2FF628F8CE}" type="pres">
      <dgm:prSet presAssocID="{450B174E-C7BE-48B1-80A9-13B0017F3986}" presName="FiveNodes_3_text" presStyleLbl="node1" presStyleIdx="4" presStyleCnt="5">
        <dgm:presLayoutVars>
          <dgm:bulletEnabled val="1"/>
        </dgm:presLayoutVars>
      </dgm:prSet>
      <dgm:spPr/>
    </dgm:pt>
    <dgm:pt modelId="{2DA40BB7-5360-4556-99EC-AB8D5C6C85D2}" type="pres">
      <dgm:prSet presAssocID="{450B174E-C7BE-48B1-80A9-13B0017F3986}" presName="FiveNodes_4_text" presStyleLbl="node1" presStyleIdx="4" presStyleCnt="5">
        <dgm:presLayoutVars>
          <dgm:bulletEnabled val="1"/>
        </dgm:presLayoutVars>
      </dgm:prSet>
      <dgm:spPr/>
    </dgm:pt>
    <dgm:pt modelId="{0017332C-6534-4456-B464-389D1E21DC4C}" type="pres">
      <dgm:prSet presAssocID="{450B174E-C7BE-48B1-80A9-13B0017F3986}" presName="FiveNodes_5_text" presStyleLbl="node1" presStyleIdx="4" presStyleCnt="5">
        <dgm:presLayoutVars>
          <dgm:bulletEnabled val="1"/>
        </dgm:presLayoutVars>
      </dgm:prSet>
      <dgm:spPr/>
    </dgm:pt>
  </dgm:ptLst>
  <dgm:cxnLst>
    <dgm:cxn modelId="{C0DD870F-42F0-496C-B77C-AD9080D06637}" type="presOf" srcId="{450B174E-C7BE-48B1-80A9-13B0017F3986}" destId="{10DC27FA-4710-4B77-8CF8-B9DE844447FD}" srcOrd="0" destOrd="0" presId="urn:microsoft.com/office/officeart/2005/8/layout/vProcess5"/>
    <dgm:cxn modelId="{D4B4970F-1610-4B6B-B337-AB531B1AB640}" type="presOf" srcId="{95B43166-374A-429D-AC73-A76B660F681B}" destId="{2DA40BB7-5360-4556-99EC-AB8D5C6C85D2}" srcOrd="1" destOrd="0" presId="urn:microsoft.com/office/officeart/2005/8/layout/vProcess5"/>
    <dgm:cxn modelId="{1582A410-95BC-464F-8D39-C2E2DDD53EC4}" type="presOf" srcId="{30DA5BE1-5D42-4D2E-BCDA-850446AF4167}" destId="{84896381-8229-4217-AC50-E71CC3FDA780}" srcOrd="0" destOrd="0" presId="urn:microsoft.com/office/officeart/2005/8/layout/vProcess5"/>
    <dgm:cxn modelId="{4B5B0516-EC36-478E-B4CB-27DBBEE2B11C}" type="presOf" srcId="{5E952139-3781-4835-AB9A-174C53D84688}" destId="{AD2E53A3-432C-40E5-9DD9-14BDED997816}" srcOrd="0" destOrd="0" presId="urn:microsoft.com/office/officeart/2005/8/layout/vProcess5"/>
    <dgm:cxn modelId="{8B2E2A1A-A826-4494-ACFB-5345C82D1BE2}" type="presOf" srcId="{D143966A-113C-4CA6-A292-E587674D260C}" destId="{873FF01D-C1A2-4EE5-AD00-0B1DB0289315}" srcOrd="0" destOrd="0" presId="urn:microsoft.com/office/officeart/2005/8/layout/vProcess5"/>
    <dgm:cxn modelId="{9857212D-7A57-44D7-BD5A-F2F5DF0DEE46}" type="presOf" srcId="{95B43166-374A-429D-AC73-A76B660F681B}" destId="{31585D1E-8AD2-4E1D-A2F6-029886B3BD85}" srcOrd="0" destOrd="0" presId="urn:microsoft.com/office/officeart/2005/8/layout/vProcess5"/>
    <dgm:cxn modelId="{9C659130-69AE-4B4C-A5EE-EDC2AC614CDA}" srcId="{450B174E-C7BE-48B1-80A9-13B0017F3986}" destId="{95B43166-374A-429D-AC73-A76B660F681B}" srcOrd="3" destOrd="0" parTransId="{86E5AB86-EEB8-4F17-8B74-EA3EC6EB48C3}" sibTransId="{F26A999B-E965-4DB8-8EFB-27C7AA123D8F}"/>
    <dgm:cxn modelId="{A4F7793B-AA58-4CEE-8C50-B36F5A867A2E}" type="presOf" srcId="{609D3A00-5DCC-483C-9F1D-DB32691304E7}" destId="{02546619-D5F1-4EB6-9F52-7926866E6637}" srcOrd="1" destOrd="0" presId="urn:microsoft.com/office/officeart/2005/8/layout/vProcess5"/>
    <dgm:cxn modelId="{D3262161-AF71-4BB1-808E-C47EF1EE1D79}" type="presOf" srcId="{6D38C45E-2081-4EC8-B400-97F3F0445376}" destId="{C6A31367-7DE7-4ABE-86BD-C3A841DF3D90}" srcOrd="0" destOrd="0" presId="urn:microsoft.com/office/officeart/2005/8/layout/vProcess5"/>
    <dgm:cxn modelId="{146E8248-EB2C-462F-BF6F-F9A1BDD8ACB7}" srcId="{450B174E-C7BE-48B1-80A9-13B0017F3986}" destId="{5E952139-3781-4835-AB9A-174C53D84688}" srcOrd="4" destOrd="0" parTransId="{23933190-E336-4DBA-B1A0-1FD12CB1D3E9}" sibTransId="{A8E80BEB-FC28-40DA-981B-1AB8DDBC5FF3}"/>
    <dgm:cxn modelId="{7B5D896C-050A-42B1-8D27-19B4299ECE12}" srcId="{450B174E-C7BE-48B1-80A9-13B0017F3986}" destId="{30CEA0E0-11C2-4884-B25A-5C643BB89408}" srcOrd="1" destOrd="0" parTransId="{AF5E606D-57AA-449D-B83E-700A97CA863B}" sibTransId="{30DA5BE1-5D42-4D2E-BCDA-850446AF4167}"/>
    <dgm:cxn modelId="{B1622976-F90B-4A9B-9455-80393C629B4E}" type="presOf" srcId="{30CEA0E0-11C2-4884-B25A-5C643BB89408}" destId="{EE84B4DB-8E47-4977-A791-061BA3F85D34}" srcOrd="1" destOrd="0" presId="urn:microsoft.com/office/officeart/2005/8/layout/vProcess5"/>
    <dgm:cxn modelId="{93CF547D-5DFC-4C72-AFCB-4E7A991F4FCF}" type="presOf" srcId="{FF82C663-4229-4A30-B40A-B9C067CB9488}" destId="{82786059-0088-4ED1-9A76-D11E10BBDC25}" srcOrd="0" destOrd="0" presId="urn:microsoft.com/office/officeart/2005/8/layout/vProcess5"/>
    <dgm:cxn modelId="{227FF185-6028-4FA8-87E8-2CFED12F793E}" type="presOf" srcId="{FF82C663-4229-4A30-B40A-B9C067CB9488}" destId="{84A0768D-6E48-472B-A5DE-7A2FF628F8CE}" srcOrd="1" destOrd="0" presId="urn:microsoft.com/office/officeart/2005/8/layout/vProcess5"/>
    <dgm:cxn modelId="{829CA89B-B904-40B4-AA4B-45B05F4DC828}" type="presOf" srcId="{F26A999B-E965-4DB8-8EFB-27C7AA123D8F}" destId="{D68A529B-4462-4A35-92E9-97E4889DCC36}" srcOrd="0" destOrd="0" presId="urn:microsoft.com/office/officeart/2005/8/layout/vProcess5"/>
    <dgm:cxn modelId="{D80F69A9-328F-40AF-86BB-D3EEB890BDC6}" srcId="{450B174E-C7BE-48B1-80A9-13B0017F3986}" destId="{FF82C663-4229-4A30-B40A-B9C067CB9488}" srcOrd="2" destOrd="0" parTransId="{1B506F50-E07C-49E7-B17B-810F381DCF8F}" sibTransId="{D143966A-113C-4CA6-A292-E587674D260C}"/>
    <dgm:cxn modelId="{1CE25DB4-8EBA-46EB-BEEC-A82E21A78902}" type="presOf" srcId="{609D3A00-5DCC-483C-9F1D-DB32691304E7}" destId="{F921A796-AF52-4BC3-B309-571C4433BFEF}" srcOrd="0" destOrd="0" presId="urn:microsoft.com/office/officeart/2005/8/layout/vProcess5"/>
    <dgm:cxn modelId="{FA6AAABC-D0C7-4C6A-8830-8CB9C2542DE1}" type="presOf" srcId="{30CEA0E0-11C2-4884-B25A-5C643BB89408}" destId="{99C3B440-ECA0-49CD-A17D-7FC5D6964811}" srcOrd="0" destOrd="0" presId="urn:microsoft.com/office/officeart/2005/8/layout/vProcess5"/>
    <dgm:cxn modelId="{027723FC-8CD2-45E9-828B-5257A3D69BD8}" type="presOf" srcId="{5E952139-3781-4835-AB9A-174C53D84688}" destId="{0017332C-6534-4456-B464-389D1E21DC4C}" srcOrd="1" destOrd="0" presId="urn:microsoft.com/office/officeart/2005/8/layout/vProcess5"/>
    <dgm:cxn modelId="{C964D8FF-8D74-4CDE-A2E2-A0D198D540BF}" srcId="{450B174E-C7BE-48B1-80A9-13B0017F3986}" destId="{609D3A00-5DCC-483C-9F1D-DB32691304E7}" srcOrd="0" destOrd="0" parTransId="{4A473705-DE7F-4874-8D52-5FD97CF633BC}" sibTransId="{6D38C45E-2081-4EC8-B400-97F3F0445376}"/>
    <dgm:cxn modelId="{7085B6B3-3630-41DA-9A32-DCF905E16231}" type="presParOf" srcId="{10DC27FA-4710-4B77-8CF8-B9DE844447FD}" destId="{09EFD84D-1A3C-405E-96A4-1E9321CDB488}" srcOrd="0" destOrd="0" presId="urn:microsoft.com/office/officeart/2005/8/layout/vProcess5"/>
    <dgm:cxn modelId="{4BBB95B0-75FF-4836-9FB2-81706405A999}" type="presParOf" srcId="{10DC27FA-4710-4B77-8CF8-B9DE844447FD}" destId="{F921A796-AF52-4BC3-B309-571C4433BFEF}" srcOrd="1" destOrd="0" presId="urn:microsoft.com/office/officeart/2005/8/layout/vProcess5"/>
    <dgm:cxn modelId="{516858B6-8F0B-4F75-B5F5-CD66D48B906E}" type="presParOf" srcId="{10DC27FA-4710-4B77-8CF8-B9DE844447FD}" destId="{99C3B440-ECA0-49CD-A17D-7FC5D6964811}" srcOrd="2" destOrd="0" presId="urn:microsoft.com/office/officeart/2005/8/layout/vProcess5"/>
    <dgm:cxn modelId="{8CD8105D-4A0A-4B52-AA18-E10C0E490857}" type="presParOf" srcId="{10DC27FA-4710-4B77-8CF8-B9DE844447FD}" destId="{82786059-0088-4ED1-9A76-D11E10BBDC25}" srcOrd="3" destOrd="0" presId="urn:microsoft.com/office/officeart/2005/8/layout/vProcess5"/>
    <dgm:cxn modelId="{61ED132D-3B20-4C8C-ADE2-A6846F5FF6C5}" type="presParOf" srcId="{10DC27FA-4710-4B77-8CF8-B9DE844447FD}" destId="{31585D1E-8AD2-4E1D-A2F6-029886B3BD85}" srcOrd="4" destOrd="0" presId="urn:microsoft.com/office/officeart/2005/8/layout/vProcess5"/>
    <dgm:cxn modelId="{6587BA5D-C5F4-4BEF-9380-F9C825468A9A}" type="presParOf" srcId="{10DC27FA-4710-4B77-8CF8-B9DE844447FD}" destId="{AD2E53A3-432C-40E5-9DD9-14BDED997816}" srcOrd="5" destOrd="0" presId="urn:microsoft.com/office/officeart/2005/8/layout/vProcess5"/>
    <dgm:cxn modelId="{201EC56F-DF23-4A9D-BE42-F079822AAF45}" type="presParOf" srcId="{10DC27FA-4710-4B77-8CF8-B9DE844447FD}" destId="{C6A31367-7DE7-4ABE-86BD-C3A841DF3D90}" srcOrd="6" destOrd="0" presId="urn:microsoft.com/office/officeart/2005/8/layout/vProcess5"/>
    <dgm:cxn modelId="{6698390D-032A-4ADF-8163-1626DA23520D}" type="presParOf" srcId="{10DC27FA-4710-4B77-8CF8-B9DE844447FD}" destId="{84896381-8229-4217-AC50-E71CC3FDA780}" srcOrd="7" destOrd="0" presId="urn:microsoft.com/office/officeart/2005/8/layout/vProcess5"/>
    <dgm:cxn modelId="{812E49CE-A00C-4A16-A428-F3F99BF70D28}" type="presParOf" srcId="{10DC27FA-4710-4B77-8CF8-B9DE844447FD}" destId="{873FF01D-C1A2-4EE5-AD00-0B1DB0289315}" srcOrd="8" destOrd="0" presId="urn:microsoft.com/office/officeart/2005/8/layout/vProcess5"/>
    <dgm:cxn modelId="{B26F63C1-9710-47D6-846C-72180DC5110B}" type="presParOf" srcId="{10DC27FA-4710-4B77-8CF8-B9DE844447FD}" destId="{D68A529B-4462-4A35-92E9-97E4889DCC36}" srcOrd="9" destOrd="0" presId="urn:microsoft.com/office/officeart/2005/8/layout/vProcess5"/>
    <dgm:cxn modelId="{20F1E758-99D8-454C-83B0-4B8C00D7B24F}" type="presParOf" srcId="{10DC27FA-4710-4B77-8CF8-B9DE844447FD}" destId="{02546619-D5F1-4EB6-9F52-7926866E6637}" srcOrd="10" destOrd="0" presId="urn:microsoft.com/office/officeart/2005/8/layout/vProcess5"/>
    <dgm:cxn modelId="{2EA21E84-6CCF-4952-A74D-A4C353C19876}" type="presParOf" srcId="{10DC27FA-4710-4B77-8CF8-B9DE844447FD}" destId="{EE84B4DB-8E47-4977-A791-061BA3F85D34}" srcOrd="11" destOrd="0" presId="urn:microsoft.com/office/officeart/2005/8/layout/vProcess5"/>
    <dgm:cxn modelId="{CCEA6D6F-CA34-4551-A9E4-D04F1BF8712D}" type="presParOf" srcId="{10DC27FA-4710-4B77-8CF8-B9DE844447FD}" destId="{84A0768D-6E48-472B-A5DE-7A2FF628F8CE}" srcOrd="12" destOrd="0" presId="urn:microsoft.com/office/officeart/2005/8/layout/vProcess5"/>
    <dgm:cxn modelId="{BEE529FD-BB1F-4E04-AE4F-CB1DB21D1C48}" type="presParOf" srcId="{10DC27FA-4710-4B77-8CF8-B9DE844447FD}" destId="{2DA40BB7-5360-4556-99EC-AB8D5C6C85D2}" srcOrd="13" destOrd="0" presId="urn:microsoft.com/office/officeart/2005/8/layout/vProcess5"/>
    <dgm:cxn modelId="{36181F5A-092D-4A48-B52D-A28FFFB607C6}" type="presParOf" srcId="{10DC27FA-4710-4B77-8CF8-B9DE844447FD}" destId="{0017332C-6534-4456-B464-389D1E21DC4C}"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8DFF277-ADAA-4E29-A741-B47E52E67CCF}" type="doc">
      <dgm:prSet loTypeId="urn:microsoft.com/office/officeart/2005/8/layout/default" loCatId="list" qsTypeId="urn:microsoft.com/office/officeart/2005/8/quickstyle/simple1" qsCatId="simple" csTypeId="urn:microsoft.com/office/officeart/2005/8/colors/accent1_2" csCatId="accent1" phldr="1"/>
      <dgm:spPr/>
      <dgm:t>
        <a:bodyPr rtlCol="1"/>
        <a:lstStyle/>
        <a:p>
          <a:pPr rtl="1"/>
          <a:endParaRPr lang="en-US"/>
        </a:p>
      </dgm:t>
    </dgm:pt>
    <dgm:pt modelId="{140D50C2-BFA9-4299-A2A7-F0A6C1F564E4}">
      <dgm:prSet custT="1"/>
      <dgm:spPr/>
      <dgm:t>
        <a:bodyPr rtlCol="1"/>
        <a:lstStyle/>
        <a:p>
          <a:pPr algn="r" rtl="1"/>
          <a:r>
            <a:rPr lang="ar" sz="2600" dirty="0">
              <a:solidFill>
                <a:schemeClr val="tx1"/>
              </a:solidFill>
              <a:latin typeface="Sakkal Majalla" panose="02000000000000000000" pitchFamily="2" charset="-78"/>
              <a:cs typeface="Sakkal Majalla" panose="02000000000000000000" pitchFamily="2" charset="-78"/>
            </a:rPr>
            <a:t>قياس أداء الشركة. </a:t>
          </a:r>
          <a:endParaRPr lang="en-US" sz="2600" dirty="0">
            <a:solidFill>
              <a:schemeClr val="tx1"/>
            </a:solidFill>
            <a:latin typeface="Sakkal Majalla" panose="02000000000000000000" pitchFamily="2" charset="-78"/>
            <a:cs typeface="Sakkal Majalla" panose="02000000000000000000" pitchFamily="2" charset="-78"/>
          </a:endParaRPr>
        </a:p>
      </dgm:t>
    </dgm:pt>
    <dgm:pt modelId="{F6591093-DCD9-457F-B388-001F8EBB39AA}" type="parTrans" cxnId="{37DA1B11-8F95-418C-B08A-BF078B467021}">
      <dgm:prSet/>
      <dgm:spPr/>
      <dgm:t>
        <a:bodyPr rtlCol="1"/>
        <a:lstStyle/>
        <a:p>
          <a:pPr algn="r" rtl="1"/>
          <a:endParaRPr lang="en-US" sz="2600"/>
        </a:p>
      </dgm:t>
    </dgm:pt>
    <dgm:pt modelId="{CE4C86D8-69A8-43A8-B7D7-1440E060D9F1}" type="sibTrans" cxnId="{37DA1B11-8F95-418C-B08A-BF078B467021}">
      <dgm:prSet/>
      <dgm:spPr/>
      <dgm:t>
        <a:bodyPr rtlCol="1"/>
        <a:lstStyle/>
        <a:p>
          <a:pPr algn="r" rtl="1"/>
          <a:endParaRPr lang="en-US" sz="2600"/>
        </a:p>
      </dgm:t>
    </dgm:pt>
    <dgm:pt modelId="{CD066280-E51F-4B1C-9B98-7F4E735936B6}">
      <dgm:prSet custT="1"/>
      <dgm:spPr/>
      <dgm:t>
        <a:bodyPr rtlCol="1"/>
        <a:lstStyle/>
        <a:p>
          <a:pPr algn="r" rtl="1"/>
          <a:r>
            <a:rPr lang="ar" sz="2600" dirty="0">
              <a:solidFill>
                <a:schemeClr val="tx1"/>
              </a:solidFill>
              <a:latin typeface="Sakkal Majalla" panose="02000000000000000000" pitchFamily="2" charset="-78"/>
              <a:cs typeface="Sakkal Majalla" panose="02000000000000000000" pitchFamily="2" charset="-78"/>
            </a:rPr>
            <a:t>مقارنة الأداء الفعلي بالتوقعات. </a:t>
          </a:r>
          <a:endParaRPr lang="en-US" sz="2600" dirty="0">
            <a:solidFill>
              <a:schemeClr val="tx1"/>
            </a:solidFill>
            <a:latin typeface="Sakkal Majalla" panose="02000000000000000000" pitchFamily="2" charset="-78"/>
            <a:cs typeface="Sakkal Majalla" panose="02000000000000000000" pitchFamily="2" charset="-78"/>
          </a:endParaRPr>
        </a:p>
      </dgm:t>
    </dgm:pt>
    <dgm:pt modelId="{2BC16AB6-E381-452C-8EFF-DF0FD6D9F190}" type="parTrans" cxnId="{493A888C-FDD4-4DE8-9B67-659808B9E672}">
      <dgm:prSet/>
      <dgm:spPr/>
      <dgm:t>
        <a:bodyPr rtlCol="1"/>
        <a:lstStyle/>
        <a:p>
          <a:pPr algn="r" rtl="1"/>
          <a:endParaRPr lang="en-US" sz="2600"/>
        </a:p>
      </dgm:t>
    </dgm:pt>
    <dgm:pt modelId="{82B8EA4B-6C87-45E6-8CC7-4A3AEB246902}" type="sibTrans" cxnId="{493A888C-FDD4-4DE8-9B67-659808B9E672}">
      <dgm:prSet/>
      <dgm:spPr/>
      <dgm:t>
        <a:bodyPr rtlCol="1"/>
        <a:lstStyle/>
        <a:p>
          <a:pPr algn="r" rtl="1"/>
          <a:endParaRPr lang="en-US" sz="2600"/>
        </a:p>
      </dgm:t>
    </dgm:pt>
    <dgm:pt modelId="{88A8F83F-55BD-4DCB-8302-E9978D9B41FA}">
      <dgm:prSet custT="1"/>
      <dgm:spPr/>
      <dgm:t>
        <a:bodyPr rtlCol="1"/>
        <a:lstStyle/>
        <a:p>
          <a:pPr algn="r" rtl="1"/>
          <a:r>
            <a:rPr lang="ar" sz="2600" dirty="0">
              <a:solidFill>
                <a:schemeClr val="tx1"/>
              </a:solidFill>
              <a:latin typeface="Sakkal Majalla" panose="02000000000000000000" pitchFamily="2" charset="-78"/>
              <a:cs typeface="Sakkal Majalla" panose="02000000000000000000" pitchFamily="2" charset="-78"/>
            </a:rPr>
            <a:t>تقييم فعالية الأقسام والمديرين المختلفين</a:t>
          </a:r>
          <a:r>
            <a:rPr lang="ar" sz="2600" dirty="0">
              <a:solidFill>
                <a:schemeClr val="tx1"/>
              </a:solidFill>
            </a:rPr>
            <a:t>. </a:t>
          </a:r>
          <a:endParaRPr lang="en-US" sz="2600" dirty="0">
            <a:solidFill>
              <a:schemeClr val="tx1"/>
            </a:solidFill>
          </a:endParaRPr>
        </a:p>
      </dgm:t>
    </dgm:pt>
    <dgm:pt modelId="{A377DF39-5D9E-42AC-9458-AB1FDB7205C4}" type="parTrans" cxnId="{78F4CBCD-DC25-4A28-8AC8-5F588A12AA7A}">
      <dgm:prSet/>
      <dgm:spPr/>
      <dgm:t>
        <a:bodyPr rtlCol="1"/>
        <a:lstStyle/>
        <a:p>
          <a:pPr algn="r" rtl="1"/>
          <a:endParaRPr lang="en-US" sz="2600"/>
        </a:p>
      </dgm:t>
    </dgm:pt>
    <dgm:pt modelId="{0D917CAB-EBFD-4B43-93AA-8E4E03A94B70}" type="sibTrans" cxnId="{78F4CBCD-DC25-4A28-8AC8-5F588A12AA7A}">
      <dgm:prSet/>
      <dgm:spPr/>
      <dgm:t>
        <a:bodyPr rtlCol="1"/>
        <a:lstStyle/>
        <a:p>
          <a:pPr algn="r" rtl="1"/>
          <a:endParaRPr lang="en-US" sz="2600"/>
        </a:p>
      </dgm:t>
    </dgm:pt>
    <dgm:pt modelId="{1D99BE02-33F1-4761-8015-14B409A8D2F9}">
      <dgm:prSet custT="1"/>
      <dgm:spPr/>
      <dgm:t>
        <a:bodyPr rtlCol="1"/>
        <a:lstStyle/>
        <a:p>
          <a:pPr algn="r" rtl="1"/>
          <a:r>
            <a:rPr lang="ar" sz="2600" dirty="0">
              <a:solidFill>
                <a:schemeClr val="tx1"/>
              </a:solidFill>
              <a:latin typeface="Sakkal Majalla" panose="02000000000000000000" pitchFamily="2" charset="-78"/>
              <a:cs typeface="Sakkal Majalla" panose="02000000000000000000" pitchFamily="2" charset="-78"/>
            </a:rPr>
            <a:t>تسليط الضوء على التغييرات اللازمة. </a:t>
          </a:r>
          <a:endParaRPr lang="en-US" sz="2600" dirty="0">
            <a:solidFill>
              <a:schemeClr val="tx1"/>
            </a:solidFill>
            <a:latin typeface="Sakkal Majalla" panose="02000000000000000000" pitchFamily="2" charset="-78"/>
            <a:cs typeface="Sakkal Majalla" panose="02000000000000000000" pitchFamily="2" charset="-78"/>
          </a:endParaRPr>
        </a:p>
      </dgm:t>
    </dgm:pt>
    <dgm:pt modelId="{908BC0E5-3B5A-4D2B-9B8C-33BEDBC5D256}" type="parTrans" cxnId="{9FD5658C-303B-44A4-87FA-C0CB22BBB277}">
      <dgm:prSet/>
      <dgm:spPr/>
      <dgm:t>
        <a:bodyPr rtlCol="1"/>
        <a:lstStyle/>
        <a:p>
          <a:pPr algn="r" rtl="1"/>
          <a:endParaRPr lang="en-US" sz="2600"/>
        </a:p>
      </dgm:t>
    </dgm:pt>
    <dgm:pt modelId="{AA552D2C-549C-450D-85B0-8ABF410B3491}" type="sibTrans" cxnId="{9FD5658C-303B-44A4-87FA-C0CB22BBB277}">
      <dgm:prSet/>
      <dgm:spPr/>
      <dgm:t>
        <a:bodyPr rtlCol="1"/>
        <a:lstStyle/>
        <a:p>
          <a:pPr algn="r" rtl="1"/>
          <a:endParaRPr lang="en-US" sz="2600"/>
        </a:p>
      </dgm:t>
    </dgm:pt>
    <dgm:pt modelId="{C2C0A436-79DA-413A-ABBE-D2034FA7FB94}">
      <dgm:prSet custT="1"/>
      <dgm:spPr/>
      <dgm:t>
        <a:bodyPr rtlCol="1"/>
        <a:lstStyle/>
        <a:p>
          <a:pPr algn="r" rtl="1"/>
          <a:r>
            <a:rPr lang="ar" sz="2600" dirty="0">
              <a:solidFill>
                <a:schemeClr val="tx1"/>
              </a:solidFill>
              <a:latin typeface="Sakkal Majalla" panose="02000000000000000000" pitchFamily="2" charset="-78"/>
              <a:cs typeface="Sakkal Majalla" panose="02000000000000000000" pitchFamily="2" charset="-78"/>
            </a:rPr>
            <a:t>تمكين جمع الأموال. </a:t>
          </a:r>
          <a:endParaRPr lang="en-US" sz="2600" dirty="0">
            <a:solidFill>
              <a:schemeClr val="tx1"/>
            </a:solidFill>
            <a:latin typeface="Sakkal Majalla" panose="02000000000000000000" pitchFamily="2" charset="-78"/>
            <a:cs typeface="Sakkal Majalla" panose="02000000000000000000" pitchFamily="2" charset="-78"/>
          </a:endParaRPr>
        </a:p>
      </dgm:t>
    </dgm:pt>
    <dgm:pt modelId="{11C802AE-1FA9-4B26-AEEA-A82E869E0DFC}" type="parTrans" cxnId="{672EA41B-6A19-47FA-948C-D1846C464A4B}">
      <dgm:prSet/>
      <dgm:spPr/>
      <dgm:t>
        <a:bodyPr rtlCol="1"/>
        <a:lstStyle/>
        <a:p>
          <a:pPr algn="r" rtl="1"/>
          <a:endParaRPr lang="en-US" sz="2600"/>
        </a:p>
      </dgm:t>
    </dgm:pt>
    <dgm:pt modelId="{BEBD2E52-186B-47BE-B96D-9FFCF4123DD0}" type="sibTrans" cxnId="{672EA41B-6A19-47FA-948C-D1846C464A4B}">
      <dgm:prSet/>
      <dgm:spPr/>
      <dgm:t>
        <a:bodyPr rtlCol="1"/>
        <a:lstStyle/>
        <a:p>
          <a:pPr algn="r" rtl="1"/>
          <a:endParaRPr lang="en-US" sz="2600"/>
        </a:p>
      </dgm:t>
    </dgm:pt>
    <dgm:pt modelId="{84A4A242-3F65-4DE7-B672-583AC1D68A8C}">
      <dgm:prSet custT="1"/>
      <dgm:spPr/>
      <dgm:t>
        <a:bodyPr rtlCol="1"/>
        <a:lstStyle/>
        <a:p>
          <a:pPr algn="r" rtl="1"/>
          <a:r>
            <a:rPr lang="ar" sz="2600" dirty="0">
              <a:solidFill>
                <a:schemeClr val="tx1"/>
              </a:solidFill>
              <a:latin typeface="Sakkal Majalla" panose="02000000000000000000" pitchFamily="2" charset="-78"/>
              <a:cs typeface="Sakkal Majalla" panose="02000000000000000000" pitchFamily="2" charset="-78"/>
            </a:rPr>
            <a:t>الامتثال للمتطلبات القانونية. </a:t>
          </a:r>
          <a:endParaRPr lang="en-US" sz="2600" dirty="0">
            <a:solidFill>
              <a:schemeClr val="tx1"/>
            </a:solidFill>
            <a:latin typeface="Sakkal Majalla" panose="02000000000000000000" pitchFamily="2" charset="-78"/>
            <a:cs typeface="Sakkal Majalla" panose="02000000000000000000" pitchFamily="2" charset="-78"/>
          </a:endParaRPr>
        </a:p>
      </dgm:t>
    </dgm:pt>
    <dgm:pt modelId="{7B328208-9B15-4809-86C4-86D783D74167}" type="parTrans" cxnId="{FB635E92-3D91-4E6F-91FB-36931A6B9019}">
      <dgm:prSet/>
      <dgm:spPr/>
      <dgm:t>
        <a:bodyPr rtlCol="1"/>
        <a:lstStyle/>
        <a:p>
          <a:pPr algn="r" rtl="1"/>
          <a:endParaRPr lang="en-US" sz="2600"/>
        </a:p>
      </dgm:t>
    </dgm:pt>
    <dgm:pt modelId="{5993F9FF-912A-4CB4-A9DB-3E0013F091CF}" type="sibTrans" cxnId="{FB635E92-3D91-4E6F-91FB-36931A6B9019}">
      <dgm:prSet/>
      <dgm:spPr/>
      <dgm:t>
        <a:bodyPr rtlCol="1"/>
        <a:lstStyle/>
        <a:p>
          <a:pPr algn="r" rtl="1"/>
          <a:endParaRPr lang="en-US" sz="2600"/>
        </a:p>
      </dgm:t>
    </dgm:pt>
    <dgm:pt modelId="{207F6055-DAAF-403F-A764-4634ED9AF32A}" type="pres">
      <dgm:prSet presAssocID="{68DFF277-ADAA-4E29-A741-B47E52E67CCF}" presName="diagram" presStyleCnt="0">
        <dgm:presLayoutVars>
          <dgm:dir val="rev"/>
          <dgm:resizeHandles val="exact"/>
        </dgm:presLayoutVars>
      </dgm:prSet>
      <dgm:spPr/>
    </dgm:pt>
    <dgm:pt modelId="{92740BC7-985D-4542-9D7E-8D61598C1685}" type="pres">
      <dgm:prSet presAssocID="{140D50C2-BFA9-4299-A2A7-F0A6C1F564E4}" presName="node" presStyleLbl="node1" presStyleIdx="0" presStyleCnt="6">
        <dgm:presLayoutVars>
          <dgm:bulletEnabled val="1"/>
        </dgm:presLayoutVars>
      </dgm:prSet>
      <dgm:spPr/>
    </dgm:pt>
    <dgm:pt modelId="{1D9BC452-4B20-4D6E-AC28-D36D6889071D}" type="pres">
      <dgm:prSet presAssocID="{CE4C86D8-69A8-43A8-B7D7-1440E060D9F1}" presName="sibTrans" presStyleCnt="0"/>
      <dgm:spPr/>
    </dgm:pt>
    <dgm:pt modelId="{CD23EB01-EF7A-45B1-9730-CE86E4451B8C}" type="pres">
      <dgm:prSet presAssocID="{CD066280-E51F-4B1C-9B98-7F4E735936B6}" presName="node" presStyleLbl="node1" presStyleIdx="1" presStyleCnt="6">
        <dgm:presLayoutVars>
          <dgm:bulletEnabled val="1"/>
        </dgm:presLayoutVars>
      </dgm:prSet>
      <dgm:spPr/>
    </dgm:pt>
    <dgm:pt modelId="{B98E7D6E-7D9F-446A-A874-5D947CF640E8}" type="pres">
      <dgm:prSet presAssocID="{82B8EA4B-6C87-45E6-8CC7-4A3AEB246902}" presName="sibTrans" presStyleCnt="0"/>
      <dgm:spPr/>
    </dgm:pt>
    <dgm:pt modelId="{631EEB78-F452-4AB5-A2D9-C44BF6D20A26}" type="pres">
      <dgm:prSet presAssocID="{88A8F83F-55BD-4DCB-8302-E9978D9B41FA}" presName="node" presStyleLbl="node1" presStyleIdx="2" presStyleCnt="6">
        <dgm:presLayoutVars>
          <dgm:bulletEnabled val="1"/>
        </dgm:presLayoutVars>
      </dgm:prSet>
      <dgm:spPr/>
    </dgm:pt>
    <dgm:pt modelId="{20143761-9AA7-464F-A235-493396C9CAC6}" type="pres">
      <dgm:prSet presAssocID="{0D917CAB-EBFD-4B43-93AA-8E4E03A94B70}" presName="sibTrans" presStyleCnt="0"/>
      <dgm:spPr/>
    </dgm:pt>
    <dgm:pt modelId="{A052CAD9-EF47-4B90-9DEA-06487F992724}" type="pres">
      <dgm:prSet presAssocID="{1D99BE02-33F1-4761-8015-14B409A8D2F9}" presName="node" presStyleLbl="node1" presStyleIdx="3" presStyleCnt="6">
        <dgm:presLayoutVars>
          <dgm:bulletEnabled val="1"/>
        </dgm:presLayoutVars>
      </dgm:prSet>
      <dgm:spPr/>
    </dgm:pt>
    <dgm:pt modelId="{C385F5FC-1952-4F2C-8F2C-3E6D489202DB}" type="pres">
      <dgm:prSet presAssocID="{AA552D2C-549C-450D-85B0-8ABF410B3491}" presName="sibTrans" presStyleCnt="0"/>
      <dgm:spPr/>
    </dgm:pt>
    <dgm:pt modelId="{6DADCDC3-4D86-4AA8-92EA-B73273F51E54}" type="pres">
      <dgm:prSet presAssocID="{C2C0A436-79DA-413A-ABBE-D2034FA7FB94}" presName="node" presStyleLbl="node1" presStyleIdx="4" presStyleCnt="6">
        <dgm:presLayoutVars>
          <dgm:bulletEnabled val="1"/>
        </dgm:presLayoutVars>
      </dgm:prSet>
      <dgm:spPr/>
    </dgm:pt>
    <dgm:pt modelId="{2D09D15C-996F-41E9-9372-5F8ECA9E0037}" type="pres">
      <dgm:prSet presAssocID="{BEBD2E52-186B-47BE-B96D-9FFCF4123DD0}" presName="sibTrans" presStyleCnt="0"/>
      <dgm:spPr/>
    </dgm:pt>
    <dgm:pt modelId="{338AC9AC-8EDE-4BB5-B00E-F038DB99D0AF}" type="pres">
      <dgm:prSet presAssocID="{84A4A242-3F65-4DE7-B672-583AC1D68A8C}" presName="node" presStyleLbl="node1" presStyleIdx="5" presStyleCnt="6">
        <dgm:presLayoutVars>
          <dgm:bulletEnabled val="1"/>
        </dgm:presLayoutVars>
      </dgm:prSet>
      <dgm:spPr/>
    </dgm:pt>
  </dgm:ptLst>
  <dgm:cxnLst>
    <dgm:cxn modelId="{37DA1B11-8F95-418C-B08A-BF078B467021}" srcId="{68DFF277-ADAA-4E29-A741-B47E52E67CCF}" destId="{140D50C2-BFA9-4299-A2A7-F0A6C1F564E4}" srcOrd="0" destOrd="0" parTransId="{F6591093-DCD9-457F-B388-001F8EBB39AA}" sibTransId="{CE4C86D8-69A8-43A8-B7D7-1440E060D9F1}"/>
    <dgm:cxn modelId="{672EA41B-6A19-47FA-948C-D1846C464A4B}" srcId="{68DFF277-ADAA-4E29-A741-B47E52E67CCF}" destId="{C2C0A436-79DA-413A-ABBE-D2034FA7FB94}" srcOrd="4" destOrd="0" parTransId="{11C802AE-1FA9-4B26-AEEA-A82E869E0DFC}" sibTransId="{BEBD2E52-186B-47BE-B96D-9FFCF4123DD0}"/>
    <dgm:cxn modelId="{9FD5658C-303B-44A4-87FA-C0CB22BBB277}" srcId="{68DFF277-ADAA-4E29-A741-B47E52E67CCF}" destId="{1D99BE02-33F1-4761-8015-14B409A8D2F9}" srcOrd="3" destOrd="0" parTransId="{908BC0E5-3B5A-4D2B-9B8C-33BEDBC5D256}" sibTransId="{AA552D2C-549C-450D-85B0-8ABF410B3491}"/>
    <dgm:cxn modelId="{493A888C-FDD4-4DE8-9B67-659808B9E672}" srcId="{68DFF277-ADAA-4E29-A741-B47E52E67CCF}" destId="{CD066280-E51F-4B1C-9B98-7F4E735936B6}" srcOrd="1" destOrd="0" parTransId="{2BC16AB6-E381-452C-8EFF-DF0FD6D9F190}" sibTransId="{82B8EA4B-6C87-45E6-8CC7-4A3AEB246902}"/>
    <dgm:cxn modelId="{FB635E92-3D91-4E6F-91FB-36931A6B9019}" srcId="{68DFF277-ADAA-4E29-A741-B47E52E67CCF}" destId="{84A4A242-3F65-4DE7-B672-583AC1D68A8C}" srcOrd="5" destOrd="0" parTransId="{7B328208-9B15-4809-86C4-86D783D74167}" sibTransId="{5993F9FF-912A-4CB4-A9DB-3E0013F091CF}"/>
    <dgm:cxn modelId="{4FE33C95-091A-4091-824A-F5F7FDEE886A}" type="presOf" srcId="{140D50C2-BFA9-4299-A2A7-F0A6C1F564E4}" destId="{92740BC7-985D-4542-9D7E-8D61598C1685}" srcOrd="0" destOrd="0" presId="urn:microsoft.com/office/officeart/2005/8/layout/default"/>
    <dgm:cxn modelId="{286EC5A5-9BD6-42E7-A7BE-23AEDF94A257}" type="presOf" srcId="{84A4A242-3F65-4DE7-B672-583AC1D68A8C}" destId="{338AC9AC-8EDE-4BB5-B00E-F038DB99D0AF}" srcOrd="0" destOrd="0" presId="urn:microsoft.com/office/officeart/2005/8/layout/default"/>
    <dgm:cxn modelId="{60FBB9B4-8FF8-4EC3-9874-1F1E6C242C17}" type="presOf" srcId="{1D99BE02-33F1-4761-8015-14B409A8D2F9}" destId="{A052CAD9-EF47-4B90-9DEA-06487F992724}" srcOrd="0" destOrd="0" presId="urn:microsoft.com/office/officeart/2005/8/layout/default"/>
    <dgm:cxn modelId="{76696FBD-F10A-4AF4-A8D1-CC7C0D946C2C}" type="presOf" srcId="{CD066280-E51F-4B1C-9B98-7F4E735936B6}" destId="{CD23EB01-EF7A-45B1-9730-CE86E4451B8C}" srcOrd="0" destOrd="0" presId="urn:microsoft.com/office/officeart/2005/8/layout/default"/>
    <dgm:cxn modelId="{78F4CBCD-DC25-4A28-8AC8-5F588A12AA7A}" srcId="{68DFF277-ADAA-4E29-A741-B47E52E67CCF}" destId="{88A8F83F-55BD-4DCB-8302-E9978D9B41FA}" srcOrd="2" destOrd="0" parTransId="{A377DF39-5D9E-42AC-9458-AB1FDB7205C4}" sibTransId="{0D917CAB-EBFD-4B43-93AA-8E4E03A94B70}"/>
    <dgm:cxn modelId="{997166EE-1294-4BC0-94E3-08CEA9CE4B65}" type="presOf" srcId="{C2C0A436-79DA-413A-ABBE-D2034FA7FB94}" destId="{6DADCDC3-4D86-4AA8-92EA-B73273F51E54}" srcOrd="0" destOrd="0" presId="urn:microsoft.com/office/officeart/2005/8/layout/default"/>
    <dgm:cxn modelId="{476F80FB-6600-4415-AA48-1542B65D9A6A}" type="presOf" srcId="{68DFF277-ADAA-4E29-A741-B47E52E67CCF}" destId="{207F6055-DAAF-403F-A764-4634ED9AF32A}" srcOrd="0" destOrd="0" presId="urn:microsoft.com/office/officeart/2005/8/layout/default"/>
    <dgm:cxn modelId="{9FCEC8FC-BFA2-419D-B4E6-197F94AD223A}" type="presOf" srcId="{88A8F83F-55BD-4DCB-8302-E9978D9B41FA}" destId="{631EEB78-F452-4AB5-A2D9-C44BF6D20A26}" srcOrd="0" destOrd="0" presId="urn:microsoft.com/office/officeart/2005/8/layout/default"/>
    <dgm:cxn modelId="{FF0D3B53-5E8D-44B8-BA3A-AD3403A551DB}" type="presParOf" srcId="{207F6055-DAAF-403F-A764-4634ED9AF32A}" destId="{92740BC7-985D-4542-9D7E-8D61598C1685}" srcOrd="0" destOrd="0" presId="urn:microsoft.com/office/officeart/2005/8/layout/default"/>
    <dgm:cxn modelId="{6C25C5F7-947D-45BE-A176-4D72AA5750AB}" type="presParOf" srcId="{207F6055-DAAF-403F-A764-4634ED9AF32A}" destId="{1D9BC452-4B20-4D6E-AC28-D36D6889071D}" srcOrd="1" destOrd="0" presId="urn:microsoft.com/office/officeart/2005/8/layout/default"/>
    <dgm:cxn modelId="{87828A14-B273-4B71-8DBD-14448831793F}" type="presParOf" srcId="{207F6055-DAAF-403F-A764-4634ED9AF32A}" destId="{CD23EB01-EF7A-45B1-9730-CE86E4451B8C}" srcOrd="2" destOrd="0" presId="urn:microsoft.com/office/officeart/2005/8/layout/default"/>
    <dgm:cxn modelId="{315BA5D1-6859-440E-9F64-37143BAC27BC}" type="presParOf" srcId="{207F6055-DAAF-403F-A764-4634ED9AF32A}" destId="{B98E7D6E-7D9F-446A-A874-5D947CF640E8}" srcOrd="3" destOrd="0" presId="urn:microsoft.com/office/officeart/2005/8/layout/default"/>
    <dgm:cxn modelId="{3C3A9D30-25C1-4B7B-80F8-3E88B08DCD37}" type="presParOf" srcId="{207F6055-DAAF-403F-A764-4634ED9AF32A}" destId="{631EEB78-F452-4AB5-A2D9-C44BF6D20A26}" srcOrd="4" destOrd="0" presId="urn:microsoft.com/office/officeart/2005/8/layout/default"/>
    <dgm:cxn modelId="{9D388D62-5CCF-4509-A37F-DEC4AAAF8DD2}" type="presParOf" srcId="{207F6055-DAAF-403F-A764-4634ED9AF32A}" destId="{20143761-9AA7-464F-A235-493396C9CAC6}" srcOrd="5" destOrd="0" presId="urn:microsoft.com/office/officeart/2005/8/layout/default"/>
    <dgm:cxn modelId="{5CF13DF7-C2ED-4E6B-8F2C-532092729E19}" type="presParOf" srcId="{207F6055-DAAF-403F-A764-4634ED9AF32A}" destId="{A052CAD9-EF47-4B90-9DEA-06487F992724}" srcOrd="6" destOrd="0" presId="urn:microsoft.com/office/officeart/2005/8/layout/default"/>
    <dgm:cxn modelId="{A2E1EBCB-28F7-4842-B487-224D1069DB38}" type="presParOf" srcId="{207F6055-DAAF-403F-A764-4634ED9AF32A}" destId="{C385F5FC-1952-4F2C-8F2C-3E6D489202DB}" srcOrd="7" destOrd="0" presId="urn:microsoft.com/office/officeart/2005/8/layout/default"/>
    <dgm:cxn modelId="{AB8D0334-2246-4C10-BCD3-6CAE6ED7908B}" type="presParOf" srcId="{207F6055-DAAF-403F-A764-4634ED9AF32A}" destId="{6DADCDC3-4D86-4AA8-92EA-B73273F51E54}" srcOrd="8" destOrd="0" presId="urn:microsoft.com/office/officeart/2005/8/layout/default"/>
    <dgm:cxn modelId="{32AC7B30-1352-4706-BD7E-22B976AF094B}" type="presParOf" srcId="{207F6055-DAAF-403F-A764-4634ED9AF32A}" destId="{2D09D15C-996F-41E9-9372-5F8ECA9E0037}" srcOrd="9" destOrd="0" presId="urn:microsoft.com/office/officeart/2005/8/layout/default"/>
    <dgm:cxn modelId="{BC31AFED-D184-49D0-B438-7A4FD9FBAA16}" type="presParOf" srcId="{207F6055-DAAF-403F-A764-4634ED9AF32A}" destId="{338AC9AC-8EDE-4BB5-B00E-F038DB99D0AF}" srcOrd="1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E7A732D-CF06-4D3E-AC04-2359280092AE}"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17D718FE-EE8D-47E5-BAD8-67077F488EA4}">
      <dgm:prSet custT="1"/>
      <dgm:spPr/>
      <dgm:t>
        <a:bodyPr rtlCol="1"/>
        <a:lstStyle/>
        <a:p>
          <a:pPr algn="r" rtl="1">
            <a:lnSpc>
              <a:spcPct val="100000"/>
            </a:lnSpc>
          </a:pPr>
          <a:r>
            <a:rPr lang="ar" sz="2600" dirty="0">
              <a:latin typeface="Sakkal Majalla" panose="02000000000000000000" pitchFamily="2" charset="-78"/>
              <a:cs typeface="Sakkal Majalla" panose="02000000000000000000" pitchFamily="2" charset="-78"/>
            </a:rPr>
            <a:t>قائمة التشغيل. </a:t>
          </a:r>
          <a:endParaRPr lang="en-US" sz="2600" dirty="0">
            <a:latin typeface="Sakkal Majalla" panose="02000000000000000000" pitchFamily="2" charset="-78"/>
            <a:cs typeface="Sakkal Majalla" panose="02000000000000000000" pitchFamily="2" charset="-78"/>
          </a:endParaRPr>
        </a:p>
      </dgm:t>
    </dgm:pt>
    <dgm:pt modelId="{96715129-1929-4A6F-BB5B-61FD72DD4746}" type="parTrans" cxnId="{C105CF4D-D662-45A8-8F40-BC1FC486F13D}">
      <dgm:prSet/>
      <dgm:spPr/>
      <dgm:t>
        <a:bodyPr rtlCol="1"/>
        <a:lstStyle/>
        <a:p>
          <a:pPr rtl="1"/>
          <a:endParaRPr lang="en-US"/>
        </a:p>
      </dgm:t>
    </dgm:pt>
    <dgm:pt modelId="{2DFA728D-368D-4075-9920-335D2FC0CA5B}" type="sibTrans" cxnId="{C105CF4D-D662-45A8-8F40-BC1FC486F13D}">
      <dgm:prSet/>
      <dgm:spPr/>
      <dgm:t>
        <a:bodyPr rtlCol="1"/>
        <a:lstStyle/>
        <a:p>
          <a:pPr rtl="1"/>
          <a:endParaRPr lang="en-US"/>
        </a:p>
      </dgm:t>
    </dgm:pt>
    <dgm:pt modelId="{0278ECAC-B373-4F00-8A44-10D34E42F169}">
      <dgm:prSet custT="1"/>
      <dgm:spPr/>
      <dgm:t>
        <a:bodyPr rtlCol="1"/>
        <a:lstStyle/>
        <a:p>
          <a:pPr algn="r" rtl="1">
            <a:lnSpc>
              <a:spcPct val="100000"/>
            </a:lnSpc>
          </a:pPr>
          <a:r>
            <a:rPr lang="ar" sz="2600" dirty="0">
              <a:latin typeface="Sakkal Majalla" panose="02000000000000000000" pitchFamily="2" charset="-78"/>
              <a:cs typeface="Sakkal Majalla" panose="02000000000000000000" pitchFamily="2" charset="-78"/>
            </a:rPr>
            <a:t>حساب الأرباح والخسائر التجارية. </a:t>
          </a:r>
          <a:endParaRPr lang="en-US" sz="2600" dirty="0">
            <a:latin typeface="Sakkal Majalla" panose="02000000000000000000" pitchFamily="2" charset="-78"/>
            <a:cs typeface="Sakkal Majalla" panose="02000000000000000000" pitchFamily="2" charset="-78"/>
          </a:endParaRPr>
        </a:p>
      </dgm:t>
    </dgm:pt>
    <dgm:pt modelId="{13F8C15B-B6AB-4379-B4A6-B8E5A24D9796}" type="parTrans" cxnId="{97A05D74-CF61-4DE6-9649-C4C93A5ABFE1}">
      <dgm:prSet/>
      <dgm:spPr/>
      <dgm:t>
        <a:bodyPr rtlCol="1"/>
        <a:lstStyle/>
        <a:p>
          <a:pPr rtl="1"/>
          <a:endParaRPr lang="en-US"/>
        </a:p>
      </dgm:t>
    </dgm:pt>
    <dgm:pt modelId="{219202AC-8743-45F9-BA24-119CFF26BE80}" type="sibTrans" cxnId="{97A05D74-CF61-4DE6-9649-C4C93A5ABFE1}">
      <dgm:prSet/>
      <dgm:spPr/>
      <dgm:t>
        <a:bodyPr rtlCol="1"/>
        <a:lstStyle/>
        <a:p>
          <a:pPr rtl="1"/>
          <a:endParaRPr lang="en-US"/>
        </a:p>
      </dgm:t>
    </dgm:pt>
    <dgm:pt modelId="{7D2D1B4B-C99C-43B3-82C5-1138F12339A3}">
      <dgm:prSet custT="1"/>
      <dgm:spPr/>
      <dgm:t>
        <a:bodyPr rtlCol="1"/>
        <a:lstStyle/>
        <a:p>
          <a:pPr algn="r" rtl="1">
            <a:lnSpc>
              <a:spcPct val="100000"/>
            </a:lnSpc>
          </a:pPr>
          <a:r>
            <a:rPr lang="ar" sz="2600" dirty="0">
              <a:latin typeface="Sakkal Majalla" panose="02000000000000000000" pitchFamily="2" charset="-78"/>
              <a:cs typeface="Sakkal Majalla" panose="02000000000000000000" pitchFamily="2" charset="-78"/>
            </a:rPr>
            <a:t>الميزانية العمومية. </a:t>
          </a:r>
          <a:endParaRPr lang="en-US" sz="2600" dirty="0">
            <a:latin typeface="Sakkal Majalla" panose="02000000000000000000" pitchFamily="2" charset="-78"/>
            <a:cs typeface="Sakkal Majalla" panose="02000000000000000000" pitchFamily="2" charset="-78"/>
          </a:endParaRPr>
        </a:p>
      </dgm:t>
    </dgm:pt>
    <dgm:pt modelId="{C123DD5F-5C1E-4D84-B710-43F399B00F3A}" type="parTrans" cxnId="{3DCF8705-3F6B-4F88-8ECC-7696FF4AA443}">
      <dgm:prSet/>
      <dgm:spPr/>
      <dgm:t>
        <a:bodyPr rtlCol="1"/>
        <a:lstStyle/>
        <a:p>
          <a:pPr rtl="1"/>
          <a:endParaRPr lang="en-US"/>
        </a:p>
      </dgm:t>
    </dgm:pt>
    <dgm:pt modelId="{D62E20B6-3CC0-40FA-B040-76BF742B5574}" type="sibTrans" cxnId="{3DCF8705-3F6B-4F88-8ECC-7696FF4AA443}">
      <dgm:prSet/>
      <dgm:spPr/>
      <dgm:t>
        <a:bodyPr rtlCol="1"/>
        <a:lstStyle/>
        <a:p>
          <a:pPr rtl="1"/>
          <a:endParaRPr lang="en-US"/>
        </a:p>
      </dgm:t>
    </dgm:pt>
    <dgm:pt modelId="{EDC3FF68-D9F6-4EC7-94D2-68E4D956D2CC}">
      <dgm:prSet custT="1"/>
      <dgm:spPr/>
      <dgm:t>
        <a:bodyPr rtlCol="1"/>
        <a:lstStyle/>
        <a:p>
          <a:pPr algn="r" rtl="1">
            <a:lnSpc>
              <a:spcPct val="100000"/>
            </a:lnSpc>
          </a:pPr>
          <a:r>
            <a:rPr lang="ar" sz="2600" dirty="0">
              <a:latin typeface="Sakkal Majalla" panose="02000000000000000000" pitchFamily="2" charset="-78"/>
              <a:cs typeface="Sakkal Majalla" panose="02000000000000000000" pitchFamily="2" charset="-78"/>
            </a:rPr>
            <a:t>قائمة التدفق النقدي. </a:t>
          </a:r>
          <a:endParaRPr lang="en-US" sz="2600" dirty="0">
            <a:latin typeface="Sakkal Majalla" panose="02000000000000000000" pitchFamily="2" charset="-78"/>
            <a:cs typeface="Sakkal Majalla" panose="02000000000000000000" pitchFamily="2" charset="-78"/>
          </a:endParaRPr>
        </a:p>
      </dgm:t>
    </dgm:pt>
    <dgm:pt modelId="{F0AC7EC5-F319-455B-8BF9-9E7CD91FA9AF}" type="parTrans" cxnId="{187CC8B4-9811-4C09-A47A-71E3633CF6C4}">
      <dgm:prSet/>
      <dgm:spPr/>
      <dgm:t>
        <a:bodyPr rtlCol="1"/>
        <a:lstStyle/>
        <a:p>
          <a:pPr rtl="1"/>
          <a:endParaRPr lang="en-US"/>
        </a:p>
      </dgm:t>
    </dgm:pt>
    <dgm:pt modelId="{DDDC0451-E022-4567-98BD-46AFEF63A434}" type="sibTrans" cxnId="{187CC8B4-9811-4C09-A47A-71E3633CF6C4}">
      <dgm:prSet/>
      <dgm:spPr/>
      <dgm:t>
        <a:bodyPr rtlCol="1"/>
        <a:lstStyle/>
        <a:p>
          <a:pPr rtl="1"/>
          <a:endParaRPr lang="en-US"/>
        </a:p>
      </dgm:t>
    </dgm:pt>
    <dgm:pt modelId="{22F921BF-038A-4CF5-A73C-FB0FCA2F38D7}">
      <dgm:prSet custT="1"/>
      <dgm:spPr/>
      <dgm:t>
        <a:bodyPr rtlCol="1"/>
        <a:lstStyle/>
        <a:p>
          <a:pPr algn="r" rtl="1">
            <a:lnSpc>
              <a:spcPct val="100000"/>
            </a:lnSpc>
          </a:pPr>
          <a:r>
            <a:rPr lang="ar" sz="2600" dirty="0">
              <a:latin typeface="Sakkal Majalla" panose="02000000000000000000" pitchFamily="2" charset="-78"/>
              <a:cs typeface="Sakkal Majalla" panose="02000000000000000000" pitchFamily="2" charset="-78"/>
            </a:rPr>
            <a:t>الميزانيات. </a:t>
          </a:r>
          <a:endParaRPr lang="en-US" sz="2600" dirty="0">
            <a:latin typeface="Sakkal Majalla" panose="02000000000000000000" pitchFamily="2" charset="-78"/>
            <a:cs typeface="Sakkal Majalla" panose="02000000000000000000" pitchFamily="2" charset="-78"/>
          </a:endParaRPr>
        </a:p>
      </dgm:t>
    </dgm:pt>
    <dgm:pt modelId="{78CF6EE7-9583-47FE-9646-4A3F5AC8360E}" type="parTrans" cxnId="{E37469BF-2B8B-47D3-B94C-696CAE220F23}">
      <dgm:prSet/>
      <dgm:spPr/>
      <dgm:t>
        <a:bodyPr rtlCol="1"/>
        <a:lstStyle/>
        <a:p>
          <a:pPr rtl="1"/>
          <a:endParaRPr lang="en-US"/>
        </a:p>
      </dgm:t>
    </dgm:pt>
    <dgm:pt modelId="{186820E3-B0C4-45D2-A092-B320E05AA6F7}" type="sibTrans" cxnId="{E37469BF-2B8B-47D3-B94C-696CAE220F23}">
      <dgm:prSet/>
      <dgm:spPr/>
      <dgm:t>
        <a:bodyPr rtlCol="1"/>
        <a:lstStyle/>
        <a:p>
          <a:pPr rtl="1"/>
          <a:endParaRPr lang="en-US"/>
        </a:p>
      </dgm:t>
    </dgm:pt>
    <dgm:pt modelId="{F2C46F28-CCA8-40F8-9852-063E244CDF36}" type="pres">
      <dgm:prSet presAssocID="{1E7A732D-CF06-4D3E-AC04-2359280092AE}" presName="root" presStyleCnt="0">
        <dgm:presLayoutVars>
          <dgm:dir val="rev"/>
          <dgm:resizeHandles val="exact"/>
        </dgm:presLayoutVars>
      </dgm:prSet>
      <dgm:spPr/>
    </dgm:pt>
    <dgm:pt modelId="{FB808724-617E-40B5-978C-7C52256D7011}" type="pres">
      <dgm:prSet presAssocID="{17D718FE-EE8D-47E5-BAD8-67077F488EA4}" presName="compNode" presStyleCnt="0"/>
      <dgm:spPr/>
    </dgm:pt>
    <dgm:pt modelId="{9766092F-9411-4F43-8F59-E70D2671940C}" type="pres">
      <dgm:prSet presAssocID="{17D718FE-EE8D-47E5-BAD8-67077F488EA4}" presName="bgRect" presStyleLbl="bgShp" presStyleIdx="0" presStyleCnt="5"/>
      <dgm:spPr>
        <a:solidFill>
          <a:schemeClr val="accent1"/>
        </a:solidFill>
      </dgm:spPr>
    </dgm:pt>
    <dgm:pt modelId="{81F9FDB9-A391-4CFA-9547-20455D8539F9}" type="pres">
      <dgm:prSet presAssocID="{17D718FE-EE8D-47E5-BAD8-67077F488EA4}" presName="iconRect" presStyleLbl="node1" presStyleIdx="0" presStyleCnt="5" custLinFactX="817583" custLinFactNeighborX="900000"/>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ers"/>
        </a:ext>
      </dgm:extLst>
    </dgm:pt>
    <dgm:pt modelId="{DE6DB3EF-B61F-4DB9-AEDE-8A4FBF09B133}" type="pres">
      <dgm:prSet presAssocID="{17D718FE-EE8D-47E5-BAD8-67077F488EA4}" presName="spaceRect" presStyleCnt="0"/>
      <dgm:spPr/>
    </dgm:pt>
    <dgm:pt modelId="{2D30A5CF-69AC-4B4B-8FA1-1041D2BFFB3D}" type="pres">
      <dgm:prSet presAssocID="{17D718FE-EE8D-47E5-BAD8-67077F488EA4}" presName="parTx" presStyleLbl="revTx" presStyleIdx="0" presStyleCnt="5" custLinFactNeighborX="-12028">
        <dgm:presLayoutVars>
          <dgm:chMax val="0"/>
          <dgm:chPref val="0"/>
        </dgm:presLayoutVars>
      </dgm:prSet>
      <dgm:spPr/>
    </dgm:pt>
    <dgm:pt modelId="{088A1A1F-973D-4DBC-B361-5391FDD615AD}" type="pres">
      <dgm:prSet presAssocID="{2DFA728D-368D-4075-9920-335D2FC0CA5B}" presName="sibTrans" presStyleCnt="0"/>
      <dgm:spPr/>
    </dgm:pt>
    <dgm:pt modelId="{5391FC1E-AA09-40D7-B10E-167A58DD48A4}" type="pres">
      <dgm:prSet presAssocID="{0278ECAC-B373-4F00-8A44-10D34E42F169}" presName="compNode" presStyleCnt="0"/>
      <dgm:spPr/>
    </dgm:pt>
    <dgm:pt modelId="{D30CC8FD-4DBA-4904-A122-17C274A23967}" type="pres">
      <dgm:prSet presAssocID="{0278ECAC-B373-4F00-8A44-10D34E42F169}" presName="bgRect" presStyleLbl="bgShp" presStyleIdx="1" presStyleCnt="5"/>
      <dgm:spPr>
        <a:solidFill>
          <a:schemeClr val="accent1"/>
        </a:solidFill>
      </dgm:spPr>
    </dgm:pt>
    <dgm:pt modelId="{CFA5556F-C994-4058-8B98-BD374EC21EDF}" type="pres">
      <dgm:prSet presAssocID="{0278ECAC-B373-4F00-8A44-10D34E42F169}" presName="iconRect" presStyleLbl="node1" presStyleIdx="1" presStyleCnt="5" custLinFactX="817583" custLinFactNeighborX="900000"/>
      <dgm:spPr>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Graph with Downward Trend"/>
        </a:ext>
      </dgm:extLst>
    </dgm:pt>
    <dgm:pt modelId="{3443E34E-8E43-48C1-9A9D-EBC340F16871}" type="pres">
      <dgm:prSet presAssocID="{0278ECAC-B373-4F00-8A44-10D34E42F169}" presName="spaceRect" presStyleCnt="0"/>
      <dgm:spPr/>
    </dgm:pt>
    <dgm:pt modelId="{5FCAE084-A224-4F05-823B-4E5AA30247AC}" type="pres">
      <dgm:prSet presAssocID="{0278ECAC-B373-4F00-8A44-10D34E42F169}" presName="parTx" presStyleLbl="revTx" presStyleIdx="1" presStyleCnt="5" custLinFactNeighborX="-12028">
        <dgm:presLayoutVars>
          <dgm:chMax val="0"/>
          <dgm:chPref val="0"/>
        </dgm:presLayoutVars>
      </dgm:prSet>
      <dgm:spPr/>
    </dgm:pt>
    <dgm:pt modelId="{A944AAF4-B8A4-42B6-80CE-8077E91B219D}" type="pres">
      <dgm:prSet presAssocID="{219202AC-8743-45F9-BA24-119CFF26BE80}" presName="sibTrans" presStyleCnt="0"/>
      <dgm:spPr/>
    </dgm:pt>
    <dgm:pt modelId="{708DBC5F-3DD1-4352-B2FC-BA48C8A4B3D9}" type="pres">
      <dgm:prSet presAssocID="{7D2D1B4B-C99C-43B3-82C5-1138F12339A3}" presName="compNode" presStyleCnt="0"/>
      <dgm:spPr/>
    </dgm:pt>
    <dgm:pt modelId="{91F78456-128E-49A2-BED1-F8FC39EBF206}" type="pres">
      <dgm:prSet presAssocID="{7D2D1B4B-C99C-43B3-82C5-1138F12339A3}" presName="bgRect" presStyleLbl="bgShp" presStyleIdx="2" presStyleCnt="5"/>
      <dgm:spPr>
        <a:solidFill>
          <a:schemeClr val="accent1"/>
        </a:solidFill>
      </dgm:spPr>
    </dgm:pt>
    <dgm:pt modelId="{682FB5D1-57B1-467A-A4EF-E4E29E5F872A}" type="pres">
      <dgm:prSet presAssocID="{7D2D1B4B-C99C-43B3-82C5-1138F12339A3}" presName="iconRect" presStyleLbl="node1" presStyleIdx="2" presStyleCnt="5" custLinFactX="817583" custLinFactNeighborX="900000"/>
      <dgm:spPr>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6C11860B-070E-4913-98EA-B1AA191AEC53}" type="pres">
      <dgm:prSet presAssocID="{7D2D1B4B-C99C-43B3-82C5-1138F12339A3}" presName="spaceRect" presStyleCnt="0"/>
      <dgm:spPr/>
    </dgm:pt>
    <dgm:pt modelId="{86D467D7-4B08-4F0F-AD1F-3430F3F5ADA6}" type="pres">
      <dgm:prSet presAssocID="{7D2D1B4B-C99C-43B3-82C5-1138F12339A3}" presName="parTx" presStyleLbl="revTx" presStyleIdx="2" presStyleCnt="5" custLinFactNeighborX="-12028">
        <dgm:presLayoutVars>
          <dgm:chMax val="0"/>
          <dgm:chPref val="0"/>
        </dgm:presLayoutVars>
      </dgm:prSet>
      <dgm:spPr/>
    </dgm:pt>
    <dgm:pt modelId="{F43A8D28-01DC-4D9E-AB03-0ABC99D8BF5C}" type="pres">
      <dgm:prSet presAssocID="{D62E20B6-3CC0-40FA-B040-76BF742B5574}" presName="sibTrans" presStyleCnt="0"/>
      <dgm:spPr/>
    </dgm:pt>
    <dgm:pt modelId="{F3F240D2-795A-45CE-BE85-2CA2EA94A86F}" type="pres">
      <dgm:prSet presAssocID="{EDC3FF68-D9F6-4EC7-94D2-68E4D956D2CC}" presName="compNode" presStyleCnt="0"/>
      <dgm:spPr/>
    </dgm:pt>
    <dgm:pt modelId="{C9E38C71-8CBC-45FC-A038-08D8DB8125C1}" type="pres">
      <dgm:prSet presAssocID="{EDC3FF68-D9F6-4EC7-94D2-68E4D956D2CC}" presName="bgRect" presStyleLbl="bgShp" presStyleIdx="3" presStyleCnt="5"/>
      <dgm:spPr>
        <a:solidFill>
          <a:schemeClr val="accent1"/>
        </a:solidFill>
      </dgm:spPr>
    </dgm:pt>
    <dgm:pt modelId="{A90A3A2F-14D5-4858-A3E8-CA163183479E}" type="pres">
      <dgm:prSet presAssocID="{EDC3FF68-D9F6-4EC7-94D2-68E4D956D2CC}" presName="iconRect" presStyleLbl="node1" presStyleIdx="3" presStyleCnt="5" custLinFactX="817583" custLinFactNeighborX="900000"/>
      <dgm:spPr>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oney"/>
        </a:ext>
      </dgm:extLst>
    </dgm:pt>
    <dgm:pt modelId="{DB16E1E5-A0DD-4A78-B1B2-73F97061D1F2}" type="pres">
      <dgm:prSet presAssocID="{EDC3FF68-D9F6-4EC7-94D2-68E4D956D2CC}" presName="spaceRect" presStyleCnt="0"/>
      <dgm:spPr/>
    </dgm:pt>
    <dgm:pt modelId="{6EA12D74-6FE0-4F98-B38E-45250B211DAC}" type="pres">
      <dgm:prSet presAssocID="{EDC3FF68-D9F6-4EC7-94D2-68E4D956D2CC}" presName="parTx" presStyleLbl="revTx" presStyleIdx="3" presStyleCnt="5" custLinFactNeighborX="-12028">
        <dgm:presLayoutVars>
          <dgm:chMax val="0"/>
          <dgm:chPref val="0"/>
        </dgm:presLayoutVars>
      </dgm:prSet>
      <dgm:spPr/>
    </dgm:pt>
    <dgm:pt modelId="{C8BEC282-F845-4A0F-8591-5D80BEF55C6B}" type="pres">
      <dgm:prSet presAssocID="{DDDC0451-E022-4567-98BD-46AFEF63A434}" presName="sibTrans" presStyleCnt="0"/>
      <dgm:spPr/>
    </dgm:pt>
    <dgm:pt modelId="{2E72ED03-FC27-4017-B0EC-7D659A27B7A0}" type="pres">
      <dgm:prSet presAssocID="{22F921BF-038A-4CF5-A73C-FB0FCA2F38D7}" presName="compNode" presStyleCnt="0"/>
      <dgm:spPr/>
    </dgm:pt>
    <dgm:pt modelId="{8854BF07-EC6E-4352-817E-9609695E3278}" type="pres">
      <dgm:prSet presAssocID="{22F921BF-038A-4CF5-A73C-FB0FCA2F38D7}" presName="bgRect" presStyleLbl="bgShp" presStyleIdx="4" presStyleCnt="5"/>
      <dgm:spPr>
        <a:solidFill>
          <a:schemeClr val="accent1"/>
        </a:solidFill>
      </dgm:spPr>
    </dgm:pt>
    <dgm:pt modelId="{E32DDC90-C58F-4590-92F7-1991C77AF847}" type="pres">
      <dgm:prSet presAssocID="{22F921BF-038A-4CF5-A73C-FB0FCA2F38D7}" presName="iconRect" presStyleLbl="node1" presStyleIdx="4" presStyleCnt="5" custLinFactX="817583" custLinFactNeighborX="900000"/>
      <dgm:spPr>
        <a:blipFill>
          <a:blip xmlns:r="http://schemas.openxmlformats.org/officeDocument/2006/relationships"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ins"/>
        </a:ext>
      </dgm:extLst>
    </dgm:pt>
    <dgm:pt modelId="{189B12EB-18C2-49F3-B8EA-361161A3BA42}" type="pres">
      <dgm:prSet presAssocID="{22F921BF-038A-4CF5-A73C-FB0FCA2F38D7}" presName="spaceRect" presStyleCnt="0"/>
      <dgm:spPr/>
    </dgm:pt>
    <dgm:pt modelId="{175B04A6-C3A6-49EF-9CE8-A082A8CF6959}" type="pres">
      <dgm:prSet presAssocID="{22F921BF-038A-4CF5-A73C-FB0FCA2F38D7}" presName="parTx" presStyleLbl="revTx" presStyleIdx="4" presStyleCnt="5" custLinFactNeighborX="-12028">
        <dgm:presLayoutVars>
          <dgm:chMax val="0"/>
          <dgm:chPref val="0"/>
        </dgm:presLayoutVars>
      </dgm:prSet>
      <dgm:spPr/>
    </dgm:pt>
  </dgm:ptLst>
  <dgm:cxnLst>
    <dgm:cxn modelId="{3DCF8705-3F6B-4F88-8ECC-7696FF4AA443}" srcId="{1E7A732D-CF06-4D3E-AC04-2359280092AE}" destId="{7D2D1B4B-C99C-43B3-82C5-1138F12339A3}" srcOrd="2" destOrd="0" parTransId="{C123DD5F-5C1E-4D84-B710-43F399B00F3A}" sibTransId="{D62E20B6-3CC0-40FA-B040-76BF742B5574}"/>
    <dgm:cxn modelId="{FE601916-5646-49C1-8BC2-002B2E9F764B}" type="presOf" srcId="{7D2D1B4B-C99C-43B3-82C5-1138F12339A3}" destId="{86D467D7-4B08-4F0F-AD1F-3430F3F5ADA6}" srcOrd="0" destOrd="0" presId="urn:microsoft.com/office/officeart/2018/2/layout/IconVerticalSolidList"/>
    <dgm:cxn modelId="{1A5E1B27-22B0-452A-A473-4AD6C3F2FABC}" type="presOf" srcId="{22F921BF-038A-4CF5-A73C-FB0FCA2F38D7}" destId="{175B04A6-C3A6-49EF-9CE8-A082A8CF6959}" srcOrd="0" destOrd="0" presId="urn:microsoft.com/office/officeart/2018/2/layout/IconVerticalSolidList"/>
    <dgm:cxn modelId="{7714A83F-7294-4018-926E-E51440D9A83F}" type="presOf" srcId="{1E7A732D-CF06-4D3E-AC04-2359280092AE}" destId="{F2C46F28-CCA8-40F8-9852-063E244CDF36}" srcOrd="0" destOrd="0" presId="urn:microsoft.com/office/officeart/2018/2/layout/IconVerticalSolidList"/>
    <dgm:cxn modelId="{299FE45F-54B1-4F46-B497-6088C23957E0}" type="presOf" srcId="{EDC3FF68-D9F6-4EC7-94D2-68E4D956D2CC}" destId="{6EA12D74-6FE0-4F98-B38E-45250B211DAC}" srcOrd="0" destOrd="0" presId="urn:microsoft.com/office/officeart/2018/2/layout/IconVerticalSolidList"/>
    <dgm:cxn modelId="{C105CF4D-D662-45A8-8F40-BC1FC486F13D}" srcId="{1E7A732D-CF06-4D3E-AC04-2359280092AE}" destId="{17D718FE-EE8D-47E5-BAD8-67077F488EA4}" srcOrd="0" destOrd="0" parTransId="{96715129-1929-4A6F-BB5B-61FD72DD4746}" sibTransId="{2DFA728D-368D-4075-9920-335D2FC0CA5B}"/>
    <dgm:cxn modelId="{1F19B950-8CFC-43FB-A878-593898E4C272}" type="presOf" srcId="{0278ECAC-B373-4F00-8A44-10D34E42F169}" destId="{5FCAE084-A224-4F05-823B-4E5AA30247AC}" srcOrd="0" destOrd="0" presId="urn:microsoft.com/office/officeart/2018/2/layout/IconVerticalSolidList"/>
    <dgm:cxn modelId="{97A05D74-CF61-4DE6-9649-C4C93A5ABFE1}" srcId="{1E7A732D-CF06-4D3E-AC04-2359280092AE}" destId="{0278ECAC-B373-4F00-8A44-10D34E42F169}" srcOrd="1" destOrd="0" parTransId="{13F8C15B-B6AB-4379-B4A6-B8E5A24D9796}" sibTransId="{219202AC-8743-45F9-BA24-119CFF26BE80}"/>
    <dgm:cxn modelId="{187CC8B4-9811-4C09-A47A-71E3633CF6C4}" srcId="{1E7A732D-CF06-4D3E-AC04-2359280092AE}" destId="{EDC3FF68-D9F6-4EC7-94D2-68E4D956D2CC}" srcOrd="3" destOrd="0" parTransId="{F0AC7EC5-F319-455B-8BF9-9E7CD91FA9AF}" sibTransId="{DDDC0451-E022-4567-98BD-46AFEF63A434}"/>
    <dgm:cxn modelId="{E37469BF-2B8B-47D3-B94C-696CAE220F23}" srcId="{1E7A732D-CF06-4D3E-AC04-2359280092AE}" destId="{22F921BF-038A-4CF5-A73C-FB0FCA2F38D7}" srcOrd="4" destOrd="0" parTransId="{78CF6EE7-9583-47FE-9646-4A3F5AC8360E}" sibTransId="{186820E3-B0C4-45D2-A092-B320E05AA6F7}"/>
    <dgm:cxn modelId="{EBF979FF-305F-46D6-ACBF-34849F224B2D}" type="presOf" srcId="{17D718FE-EE8D-47E5-BAD8-67077F488EA4}" destId="{2D30A5CF-69AC-4B4B-8FA1-1041D2BFFB3D}" srcOrd="0" destOrd="0" presId="urn:microsoft.com/office/officeart/2018/2/layout/IconVerticalSolidList"/>
    <dgm:cxn modelId="{E4FE7E88-40D5-4BFB-B7A0-E1F9794990CB}" type="presParOf" srcId="{F2C46F28-CCA8-40F8-9852-063E244CDF36}" destId="{FB808724-617E-40B5-978C-7C52256D7011}" srcOrd="0" destOrd="0" presId="urn:microsoft.com/office/officeart/2018/2/layout/IconVerticalSolidList"/>
    <dgm:cxn modelId="{69FF0E5A-A47F-4E14-A0AF-7E79A43D24E6}" type="presParOf" srcId="{FB808724-617E-40B5-978C-7C52256D7011}" destId="{9766092F-9411-4F43-8F59-E70D2671940C}" srcOrd="0" destOrd="0" presId="urn:microsoft.com/office/officeart/2018/2/layout/IconVerticalSolidList"/>
    <dgm:cxn modelId="{91D52C06-2105-4FC2-95F1-5F3305A4F58C}" type="presParOf" srcId="{FB808724-617E-40B5-978C-7C52256D7011}" destId="{81F9FDB9-A391-4CFA-9547-20455D8539F9}" srcOrd="1" destOrd="0" presId="urn:microsoft.com/office/officeart/2018/2/layout/IconVerticalSolidList"/>
    <dgm:cxn modelId="{1CEDFC95-BDDE-438E-B7F9-47EBA8B7BFD8}" type="presParOf" srcId="{FB808724-617E-40B5-978C-7C52256D7011}" destId="{DE6DB3EF-B61F-4DB9-AEDE-8A4FBF09B133}" srcOrd="2" destOrd="0" presId="urn:microsoft.com/office/officeart/2018/2/layout/IconVerticalSolidList"/>
    <dgm:cxn modelId="{2FE6095F-BFE4-4713-A7EB-39C0DA9F3F1B}" type="presParOf" srcId="{FB808724-617E-40B5-978C-7C52256D7011}" destId="{2D30A5CF-69AC-4B4B-8FA1-1041D2BFFB3D}" srcOrd="3" destOrd="0" presId="urn:microsoft.com/office/officeart/2018/2/layout/IconVerticalSolidList"/>
    <dgm:cxn modelId="{F200E633-6CCF-4C2E-92A7-8FB1B2E1D7FD}" type="presParOf" srcId="{F2C46F28-CCA8-40F8-9852-063E244CDF36}" destId="{088A1A1F-973D-4DBC-B361-5391FDD615AD}" srcOrd="1" destOrd="0" presId="urn:microsoft.com/office/officeart/2018/2/layout/IconVerticalSolidList"/>
    <dgm:cxn modelId="{53276353-9858-466E-A121-EA08D6312B7C}" type="presParOf" srcId="{F2C46F28-CCA8-40F8-9852-063E244CDF36}" destId="{5391FC1E-AA09-40D7-B10E-167A58DD48A4}" srcOrd="2" destOrd="0" presId="urn:microsoft.com/office/officeart/2018/2/layout/IconVerticalSolidList"/>
    <dgm:cxn modelId="{6AC86899-4C2E-468F-89E3-0AE5309E83DE}" type="presParOf" srcId="{5391FC1E-AA09-40D7-B10E-167A58DD48A4}" destId="{D30CC8FD-4DBA-4904-A122-17C274A23967}" srcOrd="0" destOrd="0" presId="urn:microsoft.com/office/officeart/2018/2/layout/IconVerticalSolidList"/>
    <dgm:cxn modelId="{8DC3ED08-6E63-4161-B6A0-9230EF2508BD}" type="presParOf" srcId="{5391FC1E-AA09-40D7-B10E-167A58DD48A4}" destId="{CFA5556F-C994-4058-8B98-BD374EC21EDF}" srcOrd="1" destOrd="0" presId="urn:microsoft.com/office/officeart/2018/2/layout/IconVerticalSolidList"/>
    <dgm:cxn modelId="{54E8796C-1FE7-43E1-BB4D-8F11564B6CE9}" type="presParOf" srcId="{5391FC1E-AA09-40D7-B10E-167A58DD48A4}" destId="{3443E34E-8E43-48C1-9A9D-EBC340F16871}" srcOrd="2" destOrd="0" presId="urn:microsoft.com/office/officeart/2018/2/layout/IconVerticalSolidList"/>
    <dgm:cxn modelId="{672020F6-52E8-4782-8922-A408D3EC2332}" type="presParOf" srcId="{5391FC1E-AA09-40D7-B10E-167A58DD48A4}" destId="{5FCAE084-A224-4F05-823B-4E5AA30247AC}" srcOrd="3" destOrd="0" presId="urn:microsoft.com/office/officeart/2018/2/layout/IconVerticalSolidList"/>
    <dgm:cxn modelId="{712CD21D-C452-449C-A7CF-6A5337C7A60B}" type="presParOf" srcId="{F2C46F28-CCA8-40F8-9852-063E244CDF36}" destId="{A944AAF4-B8A4-42B6-80CE-8077E91B219D}" srcOrd="3" destOrd="0" presId="urn:microsoft.com/office/officeart/2018/2/layout/IconVerticalSolidList"/>
    <dgm:cxn modelId="{590C4E11-5D2C-4204-B58E-DC5E76B0CA16}" type="presParOf" srcId="{F2C46F28-CCA8-40F8-9852-063E244CDF36}" destId="{708DBC5F-3DD1-4352-B2FC-BA48C8A4B3D9}" srcOrd="4" destOrd="0" presId="urn:microsoft.com/office/officeart/2018/2/layout/IconVerticalSolidList"/>
    <dgm:cxn modelId="{54EE972F-0A05-485A-AABB-0FDCACEE8AE9}" type="presParOf" srcId="{708DBC5F-3DD1-4352-B2FC-BA48C8A4B3D9}" destId="{91F78456-128E-49A2-BED1-F8FC39EBF206}" srcOrd="0" destOrd="0" presId="urn:microsoft.com/office/officeart/2018/2/layout/IconVerticalSolidList"/>
    <dgm:cxn modelId="{ED2D2913-2611-46D1-9423-C92717774EE3}" type="presParOf" srcId="{708DBC5F-3DD1-4352-B2FC-BA48C8A4B3D9}" destId="{682FB5D1-57B1-467A-A4EF-E4E29E5F872A}" srcOrd="1" destOrd="0" presId="urn:microsoft.com/office/officeart/2018/2/layout/IconVerticalSolidList"/>
    <dgm:cxn modelId="{EB9E144E-3271-4226-812F-C7D3BA8EF9D2}" type="presParOf" srcId="{708DBC5F-3DD1-4352-B2FC-BA48C8A4B3D9}" destId="{6C11860B-070E-4913-98EA-B1AA191AEC53}" srcOrd="2" destOrd="0" presId="urn:microsoft.com/office/officeart/2018/2/layout/IconVerticalSolidList"/>
    <dgm:cxn modelId="{878F5918-D877-41F2-A91F-827E66CF146A}" type="presParOf" srcId="{708DBC5F-3DD1-4352-B2FC-BA48C8A4B3D9}" destId="{86D467D7-4B08-4F0F-AD1F-3430F3F5ADA6}" srcOrd="3" destOrd="0" presId="urn:microsoft.com/office/officeart/2018/2/layout/IconVerticalSolidList"/>
    <dgm:cxn modelId="{2CFF8A55-1EA1-423F-B6A9-C72A85635721}" type="presParOf" srcId="{F2C46F28-CCA8-40F8-9852-063E244CDF36}" destId="{F43A8D28-01DC-4D9E-AB03-0ABC99D8BF5C}" srcOrd="5" destOrd="0" presId="urn:microsoft.com/office/officeart/2018/2/layout/IconVerticalSolidList"/>
    <dgm:cxn modelId="{4AA78673-97E4-44A5-8948-1AF8872BF8E1}" type="presParOf" srcId="{F2C46F28-CCA8-40F8-9852-063E244CDF36}" destId="{F3F240D2-795A-45CE-BE85-2CA2EA94A86F}" srcOrd="6" destOrd="0" presId="urn:microsoft.com/office/officeart/2018/2/layout/IconVerticalSolidList"/>
    <dgm:cxn modelId="{0B5BAF33-5130-4BBF-981B-4D63518C9B99}" type="presParOf" srcId="{F3F240D2-795A-45CE-BE85-2CA2EA94A86F}" destId="{C9E38C71-8CBC-45FC-A038-08D8DB8125C1}" srcOrd="0" destOrd="0" presId="urn:microsoft.com/office/officeart/2018/2/layout/IconVerticalSolidList"/>
    <dgm:cxn modelId="{E893ACEF-B780-4C10-81E1-FB4AF2DE516D}" type="presParOf" srcId="{F3F240D2-795A-45CE-BE85-2CA2EA94A86F}" destId="{A90A3A2F-14D5-4858-A3E8-CA163183479E}" srcOrd="1" destOrd="0" presId="urn:microsoft.com/office/officeart/2018/2/layout/IconVerticalSolidList"/>
    <dgm:cxn modelId="{933863CB-3D9D-43E5-A272-5E3FB6D0D427}" type="presParOf" srcId="{F3F240D2-795A-45CE-BE85-2CA2EA94A86F}" destId="{DB16E1E5-A0DD-4A78-B1B2-73F97061D1F2}" srcOrd="2" destOrd="0" presId="urn:microsoft.com/office/officeart/2018/2/layout/IconVerticalSolidList"/>
    <dgm:cxn modelId="{BA44B41B-9756-45D3-950A-FD965A35A088}" type="presParOf" srcId="{F3F240D2-795A-45CE-BE85-2CA2EA94A86F}" destId="{6EA12D74-6FE0-4F98-B38E-45250B211DAC}" srcOrd="3" destOrd="0" presId="urn:microsoft.com/office/officeart/2018/2/layout/IconVerticalSolidList"/>
    <dgm:cxn modelId="{E8A06A5C-6C5C-47A3-BE10-FB4FA3E417BB}" type="presParOf" srcId="{F2C46F28-CCA8-40F8-9852-063E244CDF36}" destId="{C8BEC282-F845-4A0F-8591-5D80BEF55C6B}" srcOrd="7" destOrd="0" presId="urn:microsoft.com/office/officeart/2018/2/layout/IconVerticalSolidList"/>
    <dgm:cxn modelId="{F7CCBA83-75E4-4229-B8E8-02B6BA536B1F}" type="presParOf" srcId="{F2C46F28-CCA8-40F8-9852-063E244CDF36}" destId="{2E72ED03-FC27-4017-B0EC-7D659A27B7A0}" srcOrd="8" destOrd="0" presId="urn:microsoft.com/office/officeart/2018/2/layout/IconVerticalSolidList"/>
    <dgm:cxn modelId="{C214ABE9-BA87-4A6B-80D4-35C950BD02CF}" type="presParOf" srcId="{2E72ED03-FC27-4017-B0EC-7D659A27B7A0}" destId="{8854BF07-EC6E-4352-817E-9609695E3278}" srcOrd="0" destOrd="0" presId="urn:microsoft.com/office/officeart/2018/2/layout/IconVerticalSolidList"/>
    <dgm:cxn modelId="{5CACC8F1-A64C-49F8-BB74-78410E185259}" type="presParOf" srcId="{2E72ED03-FC27-4017-B0EC-7D659A27B7A0}" destId="{E32DDC90-C58F-4590-92F7-1991C77AF847}" srcOrd="1" destOrd="0" presId="urn:microsoft.com/office/officeart/2018/2/layout/IconVerticalSolidList"/>
    <dgm:cxn modelId="{62961823-B1FA-445B-987F-6BCCBC0CFD90}" type="presParOf" srcId="{2E72ED03-FC27-4017-B0EC-7D659A27B7A0}" destId="{189B12EB-18C2-49F3-B8EA-361161A3BA42}" srcOrd="2" destOrd="0" presId="urn:microsoft.com/office/officeart/2018/2/layout/IconVerticalSolidList"/>
    <dgm:cxn modelId="{4A1685D8-88E6-4DD7-BB2A-DF66D07ABF51}" type="presParOf" srcId="{2E72ED03-FC27-4017-B0EC-7D659A27B7A0}" destId="{175B04A6-C3A6-49EF-9CE8-A082A8CF6959}"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E7A732D-CF06-4D3E-AC04-2359280092AE}"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17D718FE-EE8D-47E5-BAD8-67077F488EA4}">
      <dgm:prSet custT="1"/>
      <dgm:spPr/>
      <dgm:t>
        <a:bodyPr rtlCol="1"/>
        <a:lstStyle/>
        <a:p>
          <a:pPr algn="r" rtl="1">
            <a:lnSpc>
              <a:spcPct val="100000"/>
            </a:lnSpc>
          </a:pPr>
          <a:r>
            <a:rPr lang="ar" sz="2600" dirty="0">
              <a:latin typeface="Sakkal Majalla" panose="02000000000000000000" pitchFamily="2" charset="-78"/>
              <a:cs typeface="Sakkal Majalla" panose="02000000000000000000" pitchFamily="2" charset="-78"/>
            </a:rPr>
            <a:t>إحصائيات المبيعات. </a:t>
          </a:r>
          <a:endParaRPr lang="en-US" sz="2600" dirty="0">
            <a:latin typeface="Sakkal Majalla" panose="02000000000000000000" pitchFamily="2" charset="-78"/>
            <a:cs typeface="Sakkal Majalla" panose="02000000000000000000" pitchFamily="2" charset="-78"/>
          </a:endParaRPr>
        </a:p>
      </dgm:t>
    </dgm:pt>
    <dgm:pt modelId="{96715129-1929-4A6F-BB5B-61FD72DD4746}" type="parTrans" cxnId="{C105CF4D-D662-45A8-8F40-BC1FC486F13D}">
      <dgm:prSet/>
      <dgm:spPr/>
      <dgm:t>
        <a:bodyPr rtlCol="1"/>
        <a:lstStyle/>
        <a:p>
          <a:pPr rtl="1"/>
          <a:endParaRPr lang="en-US" sz="2600">
            <a:latin typeface="Sakkal Majalla" panose="02000000000000000000" pitchFamily="2" charset="-78"/>
            <a:cs typeface="Sakkal Majalla" panose="02000000000000000000" pitchFamily="2" charset="-78"/>
          </a:endParaRPr>
        </a:p>
      </dgm:t>
    </dgm:pt>
    <dgm:pt modelId="{2DFA728D-368D-4075-9920-335D2FC0CA5B}" type="sibTrans" cxnId="{C105CF4D-D662-45A8-8F40-BC1FC486F13D}">
      <dgm:prSet/>
      <dgm:spPr/>
      <dgm:t>
        <a:bodyPr rtlCol="1"/>
        <a:lstStyle/>
        <a:p>
          <a:pPr rtl="1"/>
          <a:endParaRPr lang="en-US" sz="2600">
            <a:latin typeface="Sakkal Majalla" panose="02000000000000000000" pitchFamily="2" charset="-78"/>
            <a:cs typeface="Sakkal Majalla" panose="02000000000000000000" pitchFamily="2" charset="-78"/>
          </a:endParaRPr>
        </a:p>
      </dgm:t>
    </dgm:pt>
    <dgm:pt modelId="{0278ECAC-B373-4F00-8A44-10D34E42F169}">
      <dgm:prSet custT="1"/>
      <dgm:spPr/>
      <dgm:t>
        <a:bodyPr rtlCol="1"/>
        <a:lstStyle/>
        <a:p>
          <a:pPr algn="r" rtl="1">
            <a:lnSpc>
              <a:spcPct val="100000"/>
            </a:lnSpc>
          </a:pPr>
          <a:r>
            <a:rPr lang="ar" sz="2600" dirty="0">
              <a:latin typeface="Sakkal Majalla" panose="02000000000000000000" pitchFamily="2" charset="-78"/>
              <a:cs typeface="Sakkal Majalla" panose="02000000000000000000" pitchFamily="2" charset="-78"/>
            </a:rPr>
            <a:t>توقعات المبيعات. </a:t>
          </a:r>
          <a:endParaRPr lang="en-US" sz="2600" dirty="0">
            <a:latin typeface="Sakkal Majalla" panose="02000000000000000000" pitchFamily="2" charset="-78"/>
            <a:cs typeface="Sakkal Majalla" panose="02000000000000000000" pitchFamily="2" charset="-78"/>
          </a:endParaRPr>
        </a:p>
      </dgm:t>
    </dgm:pt>
    <dgm:pt modelId="{13F8C15B-B6AB-4379-B4A6-B8E5A24D9796}" type="parTrans" cxnId="{97A05D74-CF61-4DE6-9649-C4C93A5ABFE1}">
      <dgm:prSet/>
      <dgm:spPr/>
      <dgm:t>
        <a:bodyPr rtlCol="1"/>
        <a:lstStyle/>
        <a:p>
          <a:pPr rtl="1"/>
          <a:endParaRPr lang="en-US" sz="2600">
            <a:latin typeface="Sakkal Majalla" panose="02000000000000000000" pitchFamily="2" charset="-78"/>
            <a:cs typeface="Sakkal Majalla" panose="02000000000000000000" pitchFamily="2" charset="-78"/>
          </a:endParaRPr>
        </a:p>
      </dgm:t>
    </dgm:pt>
    <dgm:pt modelId="{219202AC-8743-45F9-BA24-119CFF26BE80}" type="sibTrans" cxnId="{97A05D74-CF61-4DE6-9649-C4C93A5ABFE1}">
      <dgm:prSet/>
      <dgm:spPr/>
      <dgm:t>
        <a:bodyPr rtlCol="1"/>
        <a:lstStyle/>
        <a:p>
          <a:pPr rtl="1"/>
          <a:endParaRPr lang="en-US" sz="2600">
            <a:latin typeface="Sakkal Majalla" panose="02000000000000000000" pitchFamily="2" charset="-78"/>
            <a:cs typeface="Sakkal Majalla" panose="02000000000000000000" pitchFamily="2" charset="-78"/>
          </a:endParaRPr>
        </a:p>
      </dgm:t>
    </dgm:pt>
    <dgm:pt modelId="{7D2D1B4B-C99C-43B3-82C5-1138F12339A3}">
      <dgm:prSet custT="1"/>
      <dgm:spPr/>
      <dgm:t>
        <a:bodyPr rtlCol="1"/>
        <a:lstStyle/>
        <a:p>
          <a:pPr algn="r" rtl="1">
            <a:lnSpc>
              <a:spcPct val="100000"/>
            </a:lnSpc>
          </a:pPr>
          <a:r>
            <a:rPr lang="ar" sz="2600" dirty="0">
              <a:latin typeface="Sakkal Majalla" panose="02000000000000000000" pitchFamily="2" charset="-78"/>
              <a:cs typeface="Sakkal Majalla" panose="02000000000000000000" pitchFamily="2" charset="-78"/>
            </a:rPr>
            <a:t>تقارير تكاليف المواد الغذائية والمشروبات.  </a:t>
          </a:r>
          <a:endParaRPr lang="en-US" sz="2600" dirty="0">
            <a:latin typeface="Sakkal Majalla" panose="02000000000000000000" pitchFamily="2" charset="-78"/>
            <a:cs typeface="Sakkal Majalla" panose="02000000000000000000" pitchFamily="2" charset="-78"/>
          </a:endParaRPr>
        </a:p>
      </dgm:t>
    </dgm:pt>
    <dgm:pt modelId="{C123DD5F-5C1E-4D84-B710-43F399B00F3A}" type="parTrans" cxnId="{3DCF8705-3F6B-4F88-8ECC-7696FF4AA443}">
      <dgm:prSet/>
      <dgm:spPr/>
      <dgm:t>
        <a:bodyPr rtlCol="1"/>
        <a:lstStyle/>
        <a:p>
          <a:pPr rtl="1"/>
          <a:endParaRPr lang="en-US" sz="2600">
            <a:latin typeface="Sakkal Majalla" panose="02000000000000000000" pitchFamily="2" charset="-78"/>
            <a:cs typeface="Sakkal Majalla" panose="02000000000000000000" pitchFamily="2" charset="-78"/>
          </a:endParaRPr>
        </a:p>
      </dgm:t>
    </dgm:pt>
    <dgm:pt modelId="{D62E20B6-3CC0-40FA-B040-76BF742B5574}" type="sibTrans" cxnId="{3DCF8705-3F6B-4F88-8ECC-7696FF4AA443}">
      <dgm:prSet/>
      <dgm:spPr/>
      <dgm:t>
        <a:bodyPr rtlCol="1"/>
        <a:lstStyle/>
        <a:p>
          <a:pPr rtl="1"/>
          <a:endParaRPr lang="en-US" sz="2600">
            <a:latin typeface="Sakkal Majalla" panose="02000000000000000000" pitchFamily="2" charset="-78"/>
            <a:cs typeface="Sakkal Majalla" panose="02000000000000000000" pitchFamily="2" charset="-78"/>
          </a:endParaRPr>
        </a:p>
      </dgm:t>
    </dgm:pt>
    <dgm:pt modelId="{EDC3FF68-D9F6-4EC7-94D2-68E4D956D2CC}">
      <dgm:prSet custT="1"/>
      <dgm:spPr/>
      <dgm:t>
        <a:bodyPr rtlCol="1"/>
        <a:lstStyle/>
        <a:p>
          <a:pPr algn="r" rtl="1">
            <a:lnSpc>
              <a:spcPct val="100000"/>
            </a:lnSpc>
          </a:pPr>
          <a:r>
            <a:rPr lang="ar" sz="2600" dirty="0">
              <a:latin typeface="Sakkal Majalla" panose="02000000000000000000" pitchFamily="2" charset="-78"/>
              <a:cs typeface="Sakkal Majalla" panose="02000000000000000000" pitchFamily="2" charset="-78"/>
            </a:rPr>
            <a:t>أوراق الوصفات وأوراق الإصدار مُحددة التكلفة. </a:t>
          </a:r>
          <a:endParaRPr lang="en-US" sz="2600" dirty="0">
            <a:latin typeface="Sakkal Majalla" panose="02000000000000000000" pitchFamily="2" charset="-78"/>
            <a:cs typeface="Sakkal Majalla" panose="02000000000000000000" pitchFamily="2" charset="-78"/>
          </a:endParaRPr>
        </a:p>
      </dgm:t>
    </dgm:pt>
    <dgm:pt modelId="{F0AC7EC5-F319-455B-8BF9-9E7CD91FA9AF}" type="parTrans" cxnId="{187CC8B4-9811-4C09-A47A-71E3633CF6C4}">
      <dgm:prSet/>
      <dgm:spPr/>
      <dgm:t>
        <a:bodyPr rtlCol="1"/>
        <a:lstStyle/>
        <a:p>
          <a:pPr rtl="1"/>
          <a:endParaRPr lang="en-US" sz="2600">
            <a:latin typeface="Sakkal Majalla" panose="02000000000000000000" pitchFamily="2" charset="-78"/>
            <a:cs typeface="Sakkal Majalla" panose="02000000000000000000" pitchFamily="2" charset="-78"/>
          </a:endParaRPr>
        </a:p>
      </dgm:t>
    </dgm:pt>
    <dgm:pt modelId="{DDDC0451-E022-4567-98BD-46AFEF63A434}" type="sibTrans" cxnId="{187CC8B4-9811-4C09-A47A-71E3633CF6C4}">
      <dgm:prSet/>
      <dgm:spPr/>
      <dgm:t>
        <a:bodyPr rtlCol="1"/>
        <a:lstStyle/>
        <a:p>
          <a:pPr rtl="1"/>
          <a:endParaRPr lang="en-US" sz="2600">
            <a:latin typeface="Sakkal Majalla" panose="02000000000000000000" pitchFamily="2" charset="-78"/>
            <a:cs typeface="Sakkal Majalla" panose="02000000000000000000" pitchFamily="2" charset="-78"/>
          </a:endParaRPr>
        </a:p>
      </dgm:t>
    </dgm:pt>
    <dgm:pt modelId="{22F921BF-038A-4CF5-A73C-FB0FCA2F38D7}">
      <dgm:prSet custT="1"/>
      <dgm:spPr/>
      <dgm:t>
        <a:bodyPr rtlCol="1"/>
        <a:lstStyle/>
        <a:p>
          <a:pPr algn="r" rtl="1">
            <a:lnSpc>
              <a:spcPct val="100000"/>
            </a:lnSpc>
          </a:pPr>
          <a:r>
            <a:rPr lang="ar" sz="2600" dirty="0">
              <a:latin typeface="Sakkal Majalla" panose="02000000000000000000" pitchFamily="2" charset="-78"/>
              <a:cs typeface="Sakkal Majalla" panose="02000000000000000000" pitchFamily="2" charset="-78"/>
            </a:rPr>
            <a:t>تقارير الأجور. </a:t>
          </a:r>
          <a:endParaRPr lang="en-US" sz="2600" dirty="0">
            <a:latin typeface="Sakkal Majalla" panose="02000000000000000000" pitchFamily="2" charset="-78"/>
            <a:cs typeface="Sakkal Majalla" panose="02000000000000000000" pitchFamily="2" charset="-78"/>
          </a:endParaRPr>
        </a:p>
      </dgm:t>
    </dgm:pt>
    <dgm:pt modelId="{78CF6EE7-9583-47FE-9646-4A3F5AC8360E}" type="parTrans" cxnId="{E37469BF-2B8B-47D3-B94C-696CAE220F23}">
      <dgm:prSet/>
      <dgm:spPr/>
      <dgm:t>
        <a:bodyPr rtlCol="1"/>
        <a:lstStyle/>
        <a:p>
          <a:pPr rtl="1"/>
          <a:endParaRPr lang="en-US" sz="2600">
            <a:latin typeface="Sakkal Majalla" panose="02000000000000000000" pitchFamily="2" charset="-78"/>
            <a:cs typeface="Sakkal Majalla" panose="02000000000000000000" pitchFamily="2" charset="-78"/>
          </a:endParaRPr>
        </a:p>
      </dgm:t>
    </dgm:pt>
    <dgm:pt modelId="{186820E3-B0C4-45D2-A092-B320E05AA6F7}" type="sibTrans" cxnId="{E37469BF-2B8B-47D3-B94C-696CAE220F23}">
      <dgm:prSet/>
      <dgm:spPr/>
      <dgm:t>
        <a:bodyPr rtlCol="1"/>
        <a:lstStyle/>
        <a:p>
          <a:pPr rtl="1"/>
          <a:endParaRPr lang="en-US" sz="2600">
            <a:latin typeface="Sakkal Majalla" panose="02000000000000000000" pitchFamily="2" charset="-78"/>
            <a:cs typeface="Sakkal Majalla" panose="02000000000000000000" pitchFamily="2" charset="-78"/>
          </a:endParaRPr>
        </a:p>
      </dgm:t>
    </dgm:pt>
    <dgm:pt modelId="{F2C46F28-CCA8-40F8-9852-063E244CDF36}" type="pres">
      <dgm:prSet presAssocID="{1E7A732D-CF06-4D3E-AC04-2359280092AE}" presName="root" presStyleCnt="0">
        <dgm:presLayoutVars>
          <dgm:dir/>
          <dgm:resizeHandles val="exact"/>
        </dgm:presLayoutVars>
      </dgm:prSet>
      <dgm:spPr/>
    </dgm:pt>
    <dgm:pt modelId="{FB808724-617E-40B5-978C-7C52256D7011}" type="pres">
      <dgm:prSet presAssocID="{17D718FE-EE8D-47E5-BAD8-67077F488EA4}" presName="compNode" presStyleCnt="0"/>
      <dgm:spPr/>
    </dgm:pt>
    <dgm:pt modelId="{9766092F-9411-4F43-8F59-E70D2671940C}" type="pres">
      <dgm:prSet presAssocID="{17D718FE-EE8D-47E5-BAD8-67077F488EA4}" presName="bgRect" presStyleLbl="bgShp" presStyleIdx="0" presStyleCnt="5"/>
      <dgm:spPr>
        <a:solidFill>
          <a:schemeClr val="accent1"/>
        </a:solidFill>
      </dgm:spPr>
    </dgm:pt>
    <dgm:pt modelId="{81F9FDB9-A391-4CFA-9547-20455D8539F9}" type="pres">
      <dgm:prSet presAssocID="{17D718FE-EE8D-47E5-BAD8-67077F488EA4}" presName="iconRect" presStyleLbl="node1" presStyleIdx="0" presStyleCnt="5" custLinFactX="817583" custLinFactNeighborX="900000"/>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ers"/>
        </a:ext>
      </dgm:extLst>
    </dgm:pt>
    <dgm:pt modelId="{DE6DB3EF-B61F-4DB9-AEDE-8A4FBF09B133}" type="pres">
      <dgm:prSet presAssocID="{17D718FE-EE8D-47E5-BAD8-67077F488EA4}" presName="spaceRect" presStyleCnt="0"/>
      <dgm:spPr/>
    </dgm:pt>
    <dgm:pt modelId="{2D30A5CF-69AC-4B4B-8FA1-1041D2BFFB3D}" type="pres">
      <dgm:prSet presAssocID="{17D718FE-EE8D-47E5-BAD8-67077F488EA4}" presName="parTx" presStyleLbl="revTx" presStyleIdx="0" presStyleCnt="5" custLinFactNeighborX="-12195">
        <dgm:presLayoutVars>
          <dgm:chMax val="0"/>
          <dgm:chPref val="0"/>
        </dgm:presLayoutVars>
      </dgm:prSet>
      <dgm:spPr/>
    </dgm:pt>
    <dgm:pt modelId="{088A1A1F-973D-4DBC-B361-5391FDD615AD}" type="pres">
      <dgm:prSet presAssocID="{2DFA728D-368D-4075-9920-335D2FC0CA5B}" presName="sibTrans" presStyleCnt="0"/>
      <dgm:spPr/>
    </dgm:pt>
    <dgm:pt modelId="{5391FC1E-AA09-40D7-B10E-167A58DD48A4}" type="pres">
      <dgm:prSet presAssocID="{0278ECAC-B373-4F00-8A44-10D34E42F169}" presName="compNode" presStyleCnt="0"/>
      <dgm:spPr/>
    </dgm:pt>
    <dgm:pt modelId="{D30CC8FD-4DBA-4904-A122-17C274A23967}" type="pres">
      <dgm:prSet presAssocID="{0278ECAC-B373-4F00-8A44-10D34E42F169}" presName="bgRect" presStyleLbl="bgShp" presStyleIdx="1" presStyleCnt="5"/>
      <dgm:spPr>
        <a:solidFill>
          <a:schemeClr val="accent1"/>
        </a:solidFill>
      </dgm:spPr>
    </dgm:pt>
    <dgm:pt modelId="{CFA5556F-C994-4058-8B98-BD374EC21EDF}" type="pres">
      <dgm:prSet presAssocID="{0278ECAC-B373-4F00-8A44-10D34E42F169}" presName="iconRect" presStyleLbl="node1" presStyleIdx="1" presStyleCnt="5" custLinFactX="817583" custLinFactNeighborX="900000"/>
      <dgm:spPr>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Graph with Downward Trend"/>
        </a:ext>
      </dgm:extLst>
    </dgm:pt>
    <dgm:pt modelId="{3443E34E-8E43-48C1-9A9D-EBC340F16871}" type="pres">
      <dgm:prSet presAssocID="{0278ECAC-B373-4F00-8A44-10D34E42F169}" presName="spaceRect" presStyleCnt="0"/>
      <dgm:spPr/>
    </dgm:pt>
    <dgm:pt modelId="{5FCAE084-A224-4F05-823B-4E5AA30247AC}" type="pres">
      <dgm:prSet presAssocID="{0278ECAC-B373-4F00-8A44-10D34E42F169}" presName="parTx" presStyleLbl="revTx" presStyleIdx="1" presStyleCnt="5" custLinFactNeighborX="-12195">
        <dgm:presLayoutVars>
          <dgm:chMax val="0"/>
          <dgm:chPref val="0"/>
        </dgm:presLayoutVars>
      </dgm:prSet>
      <dgm:spPr/>
    </dgm:pt>
    <dgm:pt modelId="{A944AAF4-B8A4-42B6-80CE-8077E91B219D}" type="pres">
      <dgm:prSet presAssocID="{219202AC-8743-45F9-BA24-119CFF26BE80}" presName="sibTrans" presStyleCnt="0"/>
      <dgm:spPr/>
    </dgm:pt>
    <dgm:pt modelId="{708DBC5F-3DD1-4352-B2FC-BA48C8A4B3D9}" type="pres">
      <dgm:prSet presAssocID="{7D2D1B4B-C99C-43B3-82C5-1138F12339A3}" presName="compNode" presStyleCnt="0"/>
      <dgm:spPr/>
    </dgm:pt>
    <dgm:pt modelId="{91F78456-128E-49A2-BED1-F8FC39EBF206}" type="pres">
      <dgm:prSet presAssocID="{7D2D1B4B-C99C-43B3-82C5-1138F12339A3}" presName="bgRect" presStyleLbl="bgShp" presStyleIdx="2" presStyleCnt="5"/>
      <dgm:spPr>
        <a:solidFill>
          <a:schemeClr val="accent1"/>
        </a:solidFill>
      </dgm:spPr>
    </dgm:pt>
    <dgm:pt modelId="{682FB5D1-57B1-467A-A4EF-E4E29E5F872A}" type="pres">
      <dgm:prSet presAssocID="{7D2D1B4B-C99C-43B3-82C5-1138F12339A3}" presName="iconRect" presStyleLbl="node1" presStyleIdx="2" presStyleCnt="5" custLinFactX="817583" custLinFactNeighborX="900000"/>
      <dgm:spPr>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6C11860B-070E-4913-98EA-B1AA191AEC53}" type="pres">
      <dgm:prSet presAssocID="{7D2D1B4B-C99C-43B3-82C5-1138F12339A3}" presName="spaceRect" presStyleCnt="0"/>
      <dgm:spPr/>
    </dgm:pt>
    <dgm:pt modelId="{86D467D7-4B08-4F0F-AD1F-3430F3F5ADA6}" type="pres">
      <dgm:prSet presAssocID="{7D2D1B4B-C99C-43B3-82C5-1138F12339A3}" presName="parTx" presStyleLbl="revTx" presStyleIdx="2" presStyleCnt="5" custLinFactNeighborX="-12195">
        <dgm:presLayoutVars>
          <dgm:chMax val="0"/>
          <dgm:chPref val="0"/>
        </dgm:presLayoutVars>
      </dgm:prSet>
      <dgm:spPr/>
    </dgm:pt>
    <dgm:pt modelId="{F43A8D28-01DC-4D9E-AB03-0ABC99D8BF5C}" type="pres">
      <dgm:prSet presAssocID="{D62E20B6-3CC0-40FA-B040-76BF742B5574}" presName="sibTrans" presStyleCnt="0"/>
      <dgm:spPr/>
    </dgm:pt>
    <dgm:pt modelId="{F3F240D2-795A-45CE-BE85-2CA2EA94A86F}" type="pres">
      <dgm:prSet presAssocID="{EDC3FF68-D9F6-4EC7-94D2-68E4D956D2CC}" presName="compNode" presStyleCnt="0"/>
      <dgm:spPr/>
    </dgm:pt>
    <dgm:pt modelId="{C9E38C71-8CBC-45FC-A038-08D8DB8125C1}" type="pres">
      <dgm:prSet presAssocID="{EDC3FF68-D9F6-4EC7-94D2-68E4D956D2CC}" presName="bgRect" presStyleLbl="bgShp" presStyleIdx="3" presStyleCnt="5"/>
      <dgm:spPr>
        <a:solidFill>
          <a:schemeClr val="accent1"/>
        </a:solidFill>
      </dgm:spPr>
    </dgm:pt>
    <dgm:pt modelId="{A90A3A2F-14D5-4858-A3E8-CA163183479E}" type="pres">
      <dgm:prSet presAssocID="{EDC3FF68-D9F6-4EC7-94D2-68E4D956D2CC}" presName="iconRect" presStyleLbl="node1" presStyleIdx="3" presStyleCnt="5" custLinFactX="817583" custLinFactNeighborX="900000"/>
      <dgm:spPr>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oney"/>
        </a:ext>
      </dgm:extLst>
    </dgm:pt>
    <dgm:pt modelId="{DB16E1E5-A0DD-4A78-B1B2-73F97061D1F2}" type="pres">
      <dgm:prSet presAssocID="{EDC3FF68-D9F6-4EC7-94D2-68E4D956D2CC}" presName="spaceRect" presStyleCnt="0"/>
      <dgm:spPr/>
    </dgm:pt>
    <dgm:pt modelId="{6EA12D74-6FE0-4F98-B38E-45250B211DAC}" type="pres">
      <dgm:prSet presAssocID="{EDC3FF68-D9F6-4EC7-94D2-68E4D956D2CC}" presName="parTx" presStyleLbl="revTx" presStyleIdx="3" presStyleCnt="5" custLinFactNeighborX="-12195">
        <dgm:presLayoutVars>
          <dgm:chMax val="0"/>
          <dgm:chPref val="0"/>
        </dgm:presLayoutVars>
      </dgm:prSet>
      <dgm:spPr/>
    </dgm:pt>
    <dgm:pt modelId="{C8BEC282-F845-4A0F-8591-5D80BEF55C6B}" type="pres">
      <dgm:prSet presAssocID="{DDDC0451-E022-4567-98BD-46AFEF63A434}" presName="sibTrans" presStyleCnt="0"/>
      <dgm:spPr/>
    </dgm:pt>
    <dgm:pt modelId="{2E72ED03-FC27-4017-B0EC-7D659A27B7A0}" type="pres">
      <dgm:prSet presAssocID="{22F921BF-038A-4CF5-A73C-FB0FCA2F38D7}" presName="compNode" presStyleCnt="0"/>
      <dgm:spPr/>
    </dgm:pt>
    <dgm:pt modelId="{8854BF07-EC6E-4352-817E-9609695E3278}" type="pres">
      <dgm:prSet presAssocID="{22F921BF-038A-4CF5-A73C-FB0FCA2F38D7}" presName="bgRect" presStyleLbl="bgShp" presStyleIdx="4" presStyleCnt="5"/>
      <dgm:spPr>
        <a:solidFill>
          <a:schemeClr val="accent1"/>
        </a:solidFill>
      </dgm:spPr>
    </dgm:pt>
    <dgm:pt modelId="{E32DDC90-C58F-4590-92F7-1991C77AF847}" type="pres">
      <dgm:prSet presAssocID="{22F921BF-038A-4CF5-A73C-FB0FCA2F38D7}" presName="iconRect" presStyleLbl="node1" presStyleIdx="4" presStyleCnt="5" custLinFactX="817583" custLinFactNeighborX="900000"/>
      <dgm:spPr>
        <a:blipFill>
          <a:blip xmlns:r="http://schemas.openxmlformats.org/officeDocument/2006/relationships"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ins"/>
        </a:ext>
      </dgm:extLst>
    </dgm:pt>
    <dgm:pt modelId="{189B12EB-18C2-49F3-B8EA-361161A3BA42}" type="pres">
      <dgm:prSet presAssocID="{22F921BF-038A-4CF5-A73C-FB0FCA2F38D7}" presName="spaceRect" presStyleCnt="0"/>
      <dgm:spPr/>
    </dgm:pt>
    <dgm:pt modelId="{175B04A6-C3A6-49EF-9CE8-A082A8CF6959}" type="pres">
      <dgm:prSet presAssocID="{22F921BF-038A-4CF5-A73C-FB0FCA2F38D7}" presName="parTx" presStyleLbl="revTx" presStyleIdx="4" presStyleCnt="5" custLinFactNeighborX="-12195">
        <dgm:presLayoutVars>
          <dgm:chMax val="0"/>
          <dgm:chPref val="0"/>
        </dgm:presLayoutVars>
      </dgm:prSet>
      <dgm:spPr/>
    </dgm:pt>
  </dgm:ptLst>
  <dgm:cxnLst>
    <dgm:cxn modelId="{3DCF8705-3F6B-4F88-8ECC-7696FF4AA443}" srcId="{1E7A732D-CF06-4D3E-AC04-2359280092AE}" destId="{7D2D1B4B-C99C-43B3-82C5-1138F12339A3}" srcOrd="2" destOrd="0" parTransId="{C123DD5F-5C1E-4D84-B710-43F399B00F3A}" sibTransId="{D62E20B6-3CC0-40FA-B040-76BF742B5574}"/>
    <dgm:cxn modelId="{FE601916-5646-49C1-8BC2-002B2E9F764B}" type="presOf" srcId="{7D2D1B4B-C99C-43B3-82C5-1138F12339A3}" destId="{86D467D7-4B08-4F0F-AD1F-3430F3F5ADA6}" srcOrd="0" destOrd="0" presId="urn:microsoft.com/office/officeart/2018/2/layout/IconVerticalSolidList"/>
    <dgm:cxn modelId="{1A5E1B27-22B0-452A-A473-4AD6C3F2FABC}" type="presOf" srcId="{22F921BF-038A-4CF5-A73C-FB0FCA2F38D7}" destId="{175B04A6-C3A6-49EF-9CE8-A082A8CF6959}" srcOrd="0" destOrd="0" presId="urn:microsoft.com/office/officeart/2018/2/layout/IconVerticalSolidList"/>
    <dgm:cxn modelId="{7714A83F-7294-4018-926E-E51440D9A83F}" type="presOf" srcId="{1E7A732D-CF06-4D3E-AC04-2359280092AE}" destId="{F2C46F28-CCA8-40F8-9852-063E244CDF36}" srcOrd="0" destOrd="0" presId="urn:microsoft.com/office/officeart/2018/2/layout/IconVerticalSolidList"/>
    <dgm:cxn modelId="{299FE45F-54B1-4F46-B497-6088C23957E0}" type="presOf" srcId="{EDC3FF68-D9F6-4EC7-94D2-68E4D956D2CC}" destId="{6EA12D74-6FE0-4F98-B38E-45250B211DAC}" srcOrd="0" destOrd="0" presId="urn:microsoft.com/office/officeart/2018/2/layout/IconVerticalSolidList"/>
    <dgm:cxn modelId="{C105CF4D-D662-45A8-8F40-BC1FC486F13D}" srcId="{1E7A732D-CF06-4D3E-AC04-2359280092AE}" destId="{17D718FE-EE8D-47E5-BAD8-67077F488EA4}" srcOrd="0" destOrd="0" parTransId="{96715129-1929-4A6F-BB5B-61FD72DD4746}" sibTransId="{2DFA728D-368D-4075-9920-335D2FC0CA5B}"/>
    <dgm:cxn modelId="{1F19B950-8CFC-43FB-A878-593898E4C272}" type="presOf" srcId="{0278ECAC-B373-4F00-8A44-10D34E42F169}" destId="{5FCAE084-A224-4F05-823B-4E5AA30247AC}" srcOrd="0" destOrd="0" presId="urn:microsoft.com/office/officeart/2018/2/layout/IconVerticalSolidList"/>
    <dgm:cxn modelId="{97A05D74-CF61-4DE6-9649-C4C93A5ABFE1}" srcId="{1E7A732D-CF06-4D3E-AC04-2359280092AE}" destId="{0278ECAC-B373-4F00-8A44-10D34E42F169}" srcOrd="1" destOrd="0" parTransId="{13F8C15B-B6AB-4379-B4A6-B8E5A24D9796}" sibTransId="{219202AC-8743-45F9-BA24-119CFF26BE80}"/>
    <dgm:cxn modelId="{187CC8B4-9811-4C09-A47A-71E3633CF6C4}" srcId="{1E7A732D-CF06-4D3E-AC04-2359280092AE}" destId="{EDC3FF68-D9F6-4EC7-94D2-68E4D956D2CC}" srcOrd="3" destOrd="0" parTransId="{F0AC7EC5-F319-455B-8BF9-9E7CD91FA9AF}" sibTransId="{DDDC0451-E022-4567-98BD-46AFEF63A434}"/>
    <dgm:cxn modelId="{E37469BF-2B8B-47D3-B94C-696CAE220F23}" srcId="{1E7A732D-CF06-4D3E-AC04-2359280092AE}" destId="{22F921BF-038A-4CF5-A73C-FB0FCA2F38D7}" srcOrd="4" destOrd="0" parTransId="{78CF6EE7-9583-47FE-9646-4A3F5AC8360E}" sibTransId="{186820E3-B0C4-45D2-A092-B320E05AA6F7}"/>
    <dgm:cxn modelId="{EBF979FF-305F-46D6-ACBF-34849F224B2D}" type="presOf" srcId="{17D718FE-EE8D-47E5-BAD8-67077F488EA4}" destId="{2D30A5CF-69AC-4B4B-8FA1-1041D2BFFB3D}" srcOrd="0" destOrd="0" presId="urn:microsoft.com/office/officeart/2018/2/layout/IconVerticalSolidList"/>
    <dgm:cxn modelId="{E4FE7E88-40D5-4BFB-B7A0-E1F9794990CB}" type="presParOf" srcId="{F2C46F28-CCA8-40F8-9852-063E244CDF36}" destId="{FB808724-617E-40B5-978C-7C52256D7011}" srcOrd="0" destOrd="0" presId="urn:microsoft.com/office/officeart/2018/2/layout/IconVerticalSolidList"/>
    <dgm:cxn modelId="{69FF0E5A-A47F-4E14-A0AF-7E79A43D24E6}" type="presParOf" srcId="{FB808724-617E-40B5-978C-7C52256D7011}" destId="{9766092F-9411-4F43-8F59-E70D2671940C}" srcOrd="0" destOrd="0" presId="urn:microsoft.com/office/officeart/2018/2/layout/IconVerticalSolidList"/>
    <dgm:cxn modelId="{91D52C06-2105-4FC2-95F1-5F3305A4F58C}" type="presParOf" srcId="{FB808724-617E-40B5-978C-7C52256D7011}" destId="{81F9FDB9-A391-4CFA-9547-20455D8539F9}" srcOrd="1" destOrd="0" presId="urn:microsoft.com/office/officeart/2018/2/layout/IconVerticalSolidList"/>
    <dgm:cxn modelId="{1CEDFC95-BDDE-438E-B7F9-47EBA8B7BFD8}" type="presParOf" srcId="{FB808724-617E-40B5-978C-7C52256D7011}" destId="{DE6DB3EF-B61F-4DB9-AEDE-8A4FBF09B133}" srcOrd="2" destOrd="0" presId="urn:microsoft.com/office/officeart/2018/2/layout/IconVerticalSolidList"/>
    <dgm:cxn modelId="{2FE6095F-BFE4-4713-A7EB-39C0DA9F3F1B}" type="presParOf" srcId="{FB808724-617E-40B5-978C-7C52256D7011}" destId="{2D30A5CF-69AC-4B4B-8FA1-1041D2BFFB3D}" srcOrd="3" destOrd="0" presId="urn:microsoft.com/office/officeart/2018/2/layout/IconVerticalSolidList"/>
    <dgm:cxn modelId="{F200E633-6CCF-4C2E-92A7-8FB1B2E1D7FD}" type="presParOf" srcId="{F2C46F28-CCA8-40F8-9852-063E244CDF36}" destId="{088A1A1F-973D-4DBC-B361-5391FDD615AD}" srcOrd="1" destOrd="0" presId="urn:microsoft.com/office/officeart/2018/2/layout/IconVerticalSolidList"/>
    <dgm:cxn modelId="{53276353-9858-466E-A121-EA08D6312B7C}" type="presParOf" srcId="{F2C46F28-CCA8-40F8-9852-063E244CDF36}" destId="{5391FC1E-AA09-40D7-B10E-167A58DD48A4}" srcOrd="2" destOrd="0" presId="urn:microsoft.com/office/officeart/2018/2/layout/IconVerticalSolidList"/>
    <dgm:cxn modelId="{6AC86899-4C2E-468F-89E3-0AE5309E83DE}" type="presParOf" srcId="{5391FC1E-AA09-40D7-B10E-167A58DD48A4}" destId="{D30CC8FD-4DBA-4904-A122-17C274A23967}" srcOrd="0" destOrd="0" presId="urn:microsoft.com/office/officeart/2018/2/layout/IconVerticalSolidList"/>
    <dgm:cxn modelId="{8DC3ED08-6E63-4161-B6A0-9230EF2508BD}" type="presParOf" srcId="{5391FC1E-AA09-40D7-B10E-167A58DD48A4}" destId="{CFA5556F-C994-4058-8B98-BD374EC21EDF}" srcOrd="1" destOrd="0" presId="urn:microsoft.com/office/officeart/2018/2/layout/IconVerticalSolidList"/>
    <dgm:cxn modelId="{54E8796C-1FE7-43E1-BB4D-8F11564B6CE9}" type="presParOf" srcId="{5391FC1E-AA09-40D7-B10E-167A58DD48A4}" destId="{3443E34E-8E43-48C1-9A9D-EBC340F16871}" srcOrd="2" destOrd="0" presId="urn:microsoft.com/office/officeart/2018/2/layout/IconVerticalSolidList"/>
    <dgm:cxn modelId="{672020F6-52E8-4782-8922-A408D3EC2332}" type="presParOf" srcId="{5391FC1E-AA09-40D7-B10E-167A58DD48A4}" destId="{5FCAE084-A224-4F05-823B-4E5AA30247AC}" srcOrd="3" destOrd="0" presId="urn:microsoft.com/office/officeart/2018/2/layout/IconVerticalSolidList"/>
    <dgm:cxn modelId="{712CD21D-C452-449C-A7CF-6A5337C7A60B}" type="presParOf" srcId="{F2C46F28-CCA8-40F8-9852-063E244CDF36}" destId="{A944AAF4-B8A4-42B6-80CE-8077E91B219D}" srcOrd="3" destOrd="0" presId="urn:microsoft.com/office/officeart/2018/2/layout/IconVerticalSolidList"/>
    <dgm:cxn modelId="{590C4E11-5D2C-4204-B58E-DC5E76B0CA16}" type="presParOf" srcId="{F2C46F28-CCA8-40F8-9852-063E244CDF36}" destId="{708DBC5F-3DD1-4352-B2FC-BA48C8A4B3D9}" srcOrd="4" destOrd="0" presId="urn:microsoft.com/office/officeart/2018/2/layout/IconVerticalSolidList"/>
    <dgm:cxn modelId="{54EE972F-0A05-485A-AABB-0FDCACEE8AE9}" type="presParOf" srcId="{708DBC5F-3DD1-4352-B2FC-BA48C8A4B3D9}" destId="{91F78456-128E-49A2-BED1-F8FC39EBF206}" srcOrd="0" destOrd="0" presId="urn:microsoft.com/office/officeart/2018/2/layout/IconVerticalSolidList"/>
    <dgm:cxn modelId="{ED2D2913-2611-46D1-9423-C92717774EE3}" type="presParOf" srcId="{708DBC5F-3DD1-4352-B2FC-BA48C8A4B3D9}" destId="{682FB5D1-57B1-467A-A4EF-E4E29E5F872A}" srcOrd="1" destOrd="0" presId="urn:microsoft.com/office/officeart/2018/2/layout/IconVerticalSolidList"/>
    <dgm:cxn modelId="{EB9E144E-3271-4226-812F-C7D3BA8EF9D2}" type="presParOf" srcId="{708DBC5F-3DD1-4352-B2FC-BA48C8A4B3D9}" destId="{6C11860B-070E-4913-98EA-B1AA191AEC53}" srcOrd="2" destOrd="0" presId="urn:microsoft.com/office/officeart/2018/2/layout/IconVerticalSolidList"/>
    <dgm:cxn modelId="{878F5918-D877-41F2-A91F-827E66CF146A}" type="presParOf" srcId="{708DBC5F-3DD1-4352-B2FC-BA48C8A4B3D9}" destId="{86D467D7-4B08-4F0F-AD1F-3430F3F5ADA6}" srcOrd="3" destOrd="0" presId="urn:microsoft.com/office/officeart/2018/2/layout/IconVerticalSolidList"/>
    <dgm:cxn modelId="{2CFF8A55-1EA1-423F-B6A9-C72A85635721}" type="presParOf" srcId="{F2C46F28-CCA8-40F8-9852-063E244CDF36}" destId="{F43A8D28-01DC-4D9E-AB03-0ABC99D8BF5C}" srcOrd="5" destOrd="0" presId="urn:microsoft.com/office/officeart/2018/2/layout/IconVerticalSolidList"/>
    <dgm:cxn modelId="{4AA78673-97E4-44A5-8948-1AF8872BF8E1}" type="presParOf" srcId="{F2C46F28-CCA8-40F8-9852-063E244CDF36}" destId="{F3F240D2-795A-45CE-BE85-2CA2EA94A86F}" srcOrd="6" destOrd="0" presId="urn:microsoft.com/office/officeart/2018/2/layout/IconVerticalSolidList"/>
    <dgm:cxn modelId="{0B5BAF33-5130-4BBF-981B-4D63518C9B99}" type="presParOf" srcId="{F3F240D2-795A-45CE-BE85-2CA2EA94A86F}" destId="{C9E38C71-8CBC-45FC-A038-08D8DB8125C1}" srcOrd="0" destOrd="0" presId="urn:microsoft.com/office/officeart/2018/2/layout/IconVerticalSolidList"/>
    <dgm:cxn modelId="{E893ACEF-B780-4C10-81E1-FB4AF2DE516D}" type="presParOf" srcId="{F3F240D2-795A-45CE-BE85-2CA2EA94A86F}" destId="{A90A3A2F-14D5-4858-A3E8-CA163183479E}" srcOrd="1" destOrd="0" presId="urn:microsoft.com/office/officeart/2018/2/layout/IconVerticalSolidList"/>
    <dgm:cxn modelId="{933863CB-3D9D-43E5-A272-5E3FB6D0D427}" type="presParOf" srcId="{F3F240D2-795A-45CE-BE85-2CA2EA94A86F}" destId="{DB16E1E5-A0DD-4A78-B1B2-73F97061D1F2}" srcOrd="2" destOrd="0" presId="urn:microsoft.com/office/officeart/2018/2/layout/IconVerticalSolidList"/>
    <dgm:cxn modelId="{BA44B41B-9756-45D3-950A-FD965A35A088}" type="presParOf" srcId="{F3F240D2-795A-45CE-BE85-2CA2EA94A86F}" destId="{6EA12D74-6FE0-4F98-B38E-45250B211DAC}" srcOrd="3" destOrd="0" presId="urn:microsoft.com/office/officeart/2018/2/layout/IconVerticalSolidList"/>
    <dgm:cxn modelId="{E8A06A5C-6C5C-47A3-BE10-FB4FA3E417BB}" type="presParOf" srcId="{F2C46F28-CCA8-40F8-9852-063E244CDF36}" destId="{C8BEC282-F845-4A0F-8591-5D80BEF55C6B}" srcOrd="7" destOrd="0" presId="urn:microsoft.com/office/officeart/2018/2/layout/IconVerticalSolidList"/>
    <dgm:cxn modelId="{F7CCBA83-75E4-4229-B8E8-02B6BA536B1F}" type="presParOf" srcId="{F2C46F28-CCA8-40F8-9852-063E244CDF36}" destId="{2E72ED03-FC27-4017-B0EC-7D659A27B7A0}" srcOrd="8" destOrd="0" presId="urn:microsoft.com/office/officeart/2018/2/layout/IconVerticalSolidList"/>
    <dgm:cxn modelId="{C214ABE9-BA87-4A6B-80D4-35C950BD02CF}" type="presParOf" srcId="{2E72ED03-FC27-4017-B0EC-7D659A27B7A0}" destId="{8854BF07-EC6E-4352-817E-9609695E3278}" srcOrd="0" destOrd="0" presId="urn:microsoft.com/office/officeart/2018/2/layout/IconVerticalSolidList"/>
    <dgm:cxn modelId="{5CACC8F1-A64C-49F8-BB74-78410E185259}" type="presParOf" srcId="{2E72ED03-FC27-4017-B0EC-7D659A27B7A0}" destId="{E32DDC90-C58F-4590-92F7-1991C77AF847}" srcOrd="1" destOrd="0" presId="urn:microsoft.com/office/officeart/2018/2/layout/IconVerticalSolidList"/>
    <dgm:cxn modelId="{62961823-B1FA-445B-987F-6BCCBC0CFD90}" type="presParOf" srcId="{2E72ED03-FC27-4017-B0EC-7D659A27B7A0}" destId="{189B12EB-18C2-49F3-B8EA-361161A3BA42}" srcOrd="2" destOrd="0" presId="urn:microsoft.com/office/officeart/2018/2/layout/IconVerticalSolidList"/>
    <dgm:cxn modelId="{4A1685D8-88E6-4DD7-BB2A-DF66D07ABF51}" type="presParOf" srcId="{2E72ED03-FC27-4017-B0EC-7D659A27B7A0}" destId="{175B04A6-C3A6-49EF-9CE8-A082A8CF6959}"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B3504-C786-485F-82E6-D8C47DD0399C}">
      <dsp:nvSpPr>
        <dsp:cNvPr id="0" name=""/>
        <dsp:cNvSpPr/>
      </dsp:nvSpPr>
      <dsp:spPr>
        <a:xfrm>
          <a:off x="1887696" y="0"/>
          <a:ext cx="6319678" cy="727436"/>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100000"/>
            </a:lnSpc>
            <a:spcBef>
              <a:spcPct val="0"/>
            </a:spcBef>
            <a:spcAft>
              <a:spcPct val="35000"/>
            </a:spcAft>
            <a:buNone/>
          </a:pPr>
          <a:r>
            <a:rPr lang="ar" sz="2100" kern="1200" baseline="0" dirty="0">
              <a:solidFill>
                <a:schemeClr val="tx1"/>
              </a:solidFill>
              <a:latin typeface="Sakkal Majalla" panose="02000000000000000000" pitchFamily="2" charset="-78"/>
              <a:cs typeface="Sakkal Majalla" panose="02000000000000000000" pitchFamily="2" charset="-78"/>
            </a:rPr>
            <a:t>الجزء الأول من دورة الشراء هو تحديد الحاجة إلى البضائع </a:t>
          </a:r>
          <a:br>
            <a:rPr lang="ar-EG" sz="2100" kern="1200" baseline="0" dirty="0">
              <a:solidFill>
                <a:schemeClr val="tx1"/>
              </a:solidFill>
              <a:latin typeface="Sakkal Majalla" panose="02000000000000000000" pitchFamily="2" charset="-78"/>
              <a:cs typeface="Sakkal Majalla" panose="02000000000000000000" pitchFamily="2" charset="-78"/>
            </a:rPr>
          </a:br>
          <a:r>
            <a:rPr lang="ar" sz="2100" kern="1200" baseline="0" dirty="0">
              <a:solidFill>
                <a:schemeClr val="tx1"/>
              </a:solidFill>
              <a:latin typeface="Sakkal Majalla" panose="02000000000000000000" pitchFamily="2" charset="-78"/>
              <a:cs typeface="Sakkal Majalla" panose="02000000000000000000" pitchFamily="2" charset="-78"/>
            </a:rPr>
            <a:t>أو الخدمات المطلوبة. </a:t>
          </a:r>
          <a:endParaRPr lang="en-US" sz="2100" kern="1200" baseline="0" dirty="0">
            <a:solidFill>
              <a:schemeClr val="tx1"/>
            </a:solidFill>
            <a:latin typeface="Sakkal Majalla" panose="02000000000000000000" pitchFamily="2" charset="-78"/>
            <a:cs typeface="Sakkal Majalla" panose="02000000000000000000" pitchFamily="2" charset="-78"/>
          </a:endParaRPr>
        </a:p>
      </dsp:txBody>
      <dsp:txXfrm>
        <a:off x="2727004" y="21306"/>
        <a:ext cx="5459064" cy="684824"/>
      </dsp:txXfrm>
    </dsp:sp>
    <dsp:sp modelId="{09C0C1F4-CFF2-4404-B89E-992F1AC11B3F}">
      <dsp:nvSpPr>
        <dsp:cNvPr id="0" name=""/>
        <dsp:cNvSpPr/>
      </dsp:nvSpPr>
      <dsp:spPr>
        <a:xfrm>
          <a:off x="1415772" y="828468"/>
          <a:ext cx="6319678" cy="727436"/>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100000"/>
            </a:lnSpc>
            <a:spcBef>
              <a:spcPct val="0"/>
            </a:spcBef>
            <a:spcAft>
              <a:spcPct val="35000"/>
            </a:spcAft>
            <a:buNone/>
          </a:pPr>
          <a:r>
            <a:rPr lang="ar" sz="2100" kern="1200" dirty="0">
              <a:solidFill>
                <a:schemeClr val="tx1"/>
              </a:solidFill>
              <a:latin typeface="Sakkal Majalla" panose="02000000000000000000" pitchFamily="2" charset="-78"/>
              <a:cs typeface="Sakkal Majalla" panose="02000000000000000000" pitchFamily="2" charset="-78"/>
            </a:rPr>
            <a:t>تُستخدم المواصفات لضمان تحديد المتطلبات بدقة. </a:t>
          </a:r>
          <a:endParaRPr lang="en-US" sz="2100" kern="1200" dirty="0">
            <a:solidFill>
              <a:schemeClr val="tx1"/>
            </a:solidFill>
            <a:latin typeface="Sakkal Majalla" panose="02000000000000000000" pitchFamily="2" charset="-78"/>
            <a:cs typeface="Sakkal Majalla" panose="02000000000000000000" pitchFamily="2" charset="-78"/>
          </a:endParaRPr>
        </a:p>
      </dsp:txBody>
      <dsp:txXfrm>
        <a:off x="2381835" y="849774"/>
        <a:ext cx="5332309" cy="684824"/>
      </dsp:txXfrm>
    </dsp:sp>
    <dsp:sp modelId="{0674D3EB-256D-42DF-AC73-194D74240581}">
      <dsp:nvSpPr>
        <dsp:cNvPr id="0" name=""/>
        <dsp:cNvSpPr/>
      </dsp:nvSpPr>
      <dsp:spPr>
        <a:xfrm>
          <a:off x="943848" y="1656937"/>
          <a:ext cx="6319678" cy="727436"/>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100000"/>
            </a:lnSpc>
            <a:spcBef>
              <a:spcPct val="0"/>
            </a:spcBef>
            <a:spcAft>
              <a:spcPct val="35000"/>
            </a:spcAft>
            <a:buNone/>
          </a:pPr>
          <a:r>
            <a:rPr lang="ar" sz="2100" kern="1200" dirty="0">
              <a:solidFill>
                <a:schemeClr val="tx1"/>
              </a:solidFill>
              <a:latin typeface="Sakkal Majalla" panose="02000000000000000000" pitchFamily="2" charset="-78"/>
              <a:cs typeface="Sakkal Majalla" panose="02000000000000000000" pitchFamily="2" charset="-78"/>
            </a:rPr>
            <a:t>اختيار الموردين لتلبية أفضل احتياجات الشركة. </a:t>
          </a:r>
          <a:endParaRPr lang="en-US" sz="2100" kern="1200" dirty="0">
            <a:solidFill>
              <a:schemeClr val="tx1"/>
            </a:solidFill>
            <a:latin typeface="Sakkal Majalla" panose="02000000000000000000" pitchFamily="2" charset="-78"/>
            <a:cs typeface="Sakkal Majalla" panose="02000000000000000000" pitchFamily="2" charset="-78"/>
          </a:endParaRPr>
        </a:p>
      </dsp:txBody>
      <dsp:txXfrm>
        <a:off x="1909911" y="1678243"/>
        <a:ext cx="5332309" cy="684824"/>
      </dsp:txXfrm>
    </dsp:sp>
    <dsp:sp modelId="{8FC59893-1DE5-4FCC-8877-2EE68BD634BB}">
      <dsp:nvSpPr>
        <dsp:cNvPr id="0" name=""/>
        <dsp:cNvSpPr/>
      </dsp:nvSpPr>
      <dsp:spPr>
        <a:xfrm>
          <a:off x="471924" y="2485406"/>
          <a:ext cx="6319678" cy="727436"/>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100000"/>
            </a:lnSpc>
            <a:spcBef>
              <a:spcPct val="0"/>
            </a:spcBef>
            <a:spcAft>
              <a:spcPct val="35000"/>
            </a:spcAft>
            <a:buNone/>
          </a:pPr>
          <a:r>
            <a:rPr lang="ar" sz="2100" kern="1200" dirty="0">
              <a:solidFill>
                <a:schemeClr val="tx1"/>
              </a:solidFill>
              <a:latin typeface="Sakkal Majalla" panose="02000000000000000000" pitchFamily="2" charset="-78"/>
              <a:cs typeface="Sakkal Majalla" panose="02000000000000000000" pitchFamily="2" charset="-78"/>
            </a:rPr>
            <a:t>إجراء مفاوضات بين الشركة والمورد.</a:t>
          </a:r>
          <a:endParaRPr lang="en-US" sz="2100" kern="1200" dirty="0">
            <a:solidFill>
              <a:schemeClr val="tx1"/>
            </a:solidFill>
            <a:latin typeface="Sakkal Majalla" panose="02000000000000000000" pitchFamily="2" charset="-78"/>
            <a:cs typeface="Sakkal Majalla" panose="02000000000000000000" pitchFamily="2" charset="-78"/>
          </a:endParaRPr>
        </a:p>
      </dsp:txBody>
      <dsp:txXfrm>
        <a:off x="1437987" y="2506712"/>
        <a:ext cx="5332309" cy="684824"/>
      </dsp:txXfrm>
    </dsp:sp>
    <dsp:sp modelId="{0A0802FC-7474-4291-ADE8-689D7FCF1BFB}">
      <dsp:nvSpPr>
        <dsp:cNvPr id="0" name=""/>
        <dsp:cNvSpPr/>
      </dsp:nvSpPr>
      <dsp:spPr>
        <a:xfrm>
          <a:off x="0" y="3313875"/>
          <a:ext cx="6319678" cy="727436"/>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100000"/>
            </a:lnSpc>
            <a:spcBef>
              <a:spcPct val="0"/>
            </a:spcBef>
            <a:spcAft>
              <a:spcPct val="35000"/>
            </a:spcAft>
            <a:buNone/>
          </a:pPr>
          <a:r>
            <a:rPr lang="ar" sz="2100" kern="1200" dirty="0">
              <a:solidFill>
                <a:schemeClr val="tx1"/>
              </a:solidFill>
              <a:latin typeface="Sakkal Majalla" panose="02000000000000000000" pitchFamily="2" charset="-78"/>
              <a:cs typeface="Sakkal Majalla" panose="02000000000000000000" pitchFamily="2" charset="-78"/>
            </a:rPr>
            <a:t>ثم تصدر الشركة أمر شراء للبائع</a:t>
          </a:r>
          <a:r>
            <a:rPr lang="ar" sz="2100" kern="1200" dirty="0">
              <a:latin typeface="Sakkal Majalla" panose="02000000000000000000" pitchFamily="2" charset="-78"/>
              <a:cs typeface="Sakkal Majalla" panose="02000000000000000000" pitchFamily="2" charset="-78"/>
            </a:rPr>
            <a:t>.  </a:t>
          </a:r>
          <a:endParaRPr lang="en-US" sz="2100" kern="1200" dirty="0">
            <a:latin typeface="Sakkal Majalla" panose="02000000000000000000" pitchFamily="2" charset="-78"/>
            <a:cs typeface="Sakkal Majalla" panose="02000000000000000000" pitchFamily="2" charset="-78"/>
          </a:endParaRPr>
        </a:p>
      </dsp:txBody>
      <dsp:txXfrm>
        <a:off x="966063" y="3335181"/>
        <a:ext cx="5332309" cy="684824"/>
      </dsp:txXfrm>
    </dsp:sp>
    <dsp:sp modelId="{1E7C3B5C-EB2E-40E3-B295-37205A38BAB8}">
      <dsp:nvSpPr>
        <dsp:cNvPr id="0" name=""/>
        <dsp:cNvSpPr/>
      </dsp:nvSpPr>
      <dsp:spPr>
        <a:xfrm>
          <a:off x="1887696" y="531432"/>
          <a:ext cx="472833" cy="472833"/>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1" anchor="ctr" anchorCtr="0">
          <a:noAutofit/>
        </a:bodyPr>
        <a:lstStyle/>
        <a:p>
          <a:pPr marL="0" lvl="0" indent="0" algn="ctr" defTabSz="933450" rtl="1">
            <a:lnSpc>
              <a:spcPct val="90000"/>
            </a:lnSpc>
            <a:spcBef>
              <a:spcPct val="0"/>
            </a:spcBef>
            <a:spcAft>
              <a:spcPct val="35000"/>
            </a:spcAft>
            <a:buNone/>
          </a:pPr>
          <a:endParaRPr lang="en-US" sz="2100" kern="1200">
            <a:latin typeface="Sakkal Majalla" panose="02000000000000000000" pitchFamily="2" charset="-78"/>
            <a:cs typeface="Sakkal Majalla" panose="02000000000000000000" pitchFamily="2" charset="-78"/>
          </a:endParaRPr>
        </a:p>
      </dsp:txBody>
      <dsp:txXfrm>
        <a:off x="1994083" y="531432"/>
        <a:ext cx="260059" cy="355807"/>
      </dsp:txXfrm>
    </dsp:sp>
    <dsp:sp modelId="{C8833C79-16E3-4398-9E7E-44E578ED2CEF}">
      <dsp:nvSpPr>
        <dsp:cNvPr id="0" name=""/>
        <dsp:cNvSpPr/>
      </dsp:nvSpPr>
      <dsp:spPr>
        <a:xfrm>
          <a:off x="1415772" y="1359901"/>
          <a:ext cx="472833" cy="472833"/>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1" anchor="ctr" anchorCtr="0">
          <a:noAutofit/>
        </a:bodyPr>
        <a:lstStyle/>
        <a:p>
          <a:pPr marL="0" lvl="0" indent="0" algn="ctr" defTabSz="933450" rtl="1">
            <a:lnSpc>
              <a:spcPct val="90000"/>
            </a:lnSpc>
            <a:spcBef>
              <a:spcPct val="0"/>
            </a:spcBef>
            <a:spcAft>
              <a:spcPct val="35000"/>
            </a:spcAft>
            <a:buNone/>
          </a:pPr>
          <a:endParaRPr lang="en-US" sz="2100" kern="1200">
            <a:latin typeface="Sakkal Majalla" panose="02000000000000000000" pitchFamily="2" charset="-78"/>
            <a:cs typeface="Sakkal Majalla" panose="02000000000000000000" pitchFamily="2" charset="-78"/>
          </a:endParaRPr>
        </a:p>
      </dsp:txBody>
      <dsp:txXfrm>
        <a:off x="1522159" y="1359901"/>
        <a:ext cx="260059" cy="355807"/>
      </dsp:txXfrm>
    </dsp:sp>
    <dsp:sp modelId="{001D5F31-3950-487E-82EB-6F46C94E1CB3}">
      <dsp:nvSpPr>
        <dsp:cNvPr id="0" name=""/>
        <dsp:cNvSpPr/>
      </dsp:nvSpPr>
      <dsp:spPr>
        <a:xfrm>
          <a:off x="943848" y="2176246"/>
          <a:ext cx="472833" cy="472833"/>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1" anchor="ctr" anchorCtr="0">
          <a:noAutofit/>
        </a:bodyPr>
        <a:lstStyle/>
        <a:p>
          <a:pPr marL="0" lvl="0" indent="0" algn="ctr" defTabSz="933450" rtl="1">
            <a:lnSpc>
              <a:spcPct val="90000"/>
            </a:lnSpc>
            <a:spcBef>
              <a:spcPct val="0"/>
            </a:spcBef>
            <a:spcAft>
              <a:spcPct val="35000"/>
            </a:spcAft>
            <a:buNone/>
          </a:pPr>
          <a:endParaRPr lang="en-US" sz="2100" kern="1200">
            <a:latin typeface="Sakkal Majalla" panose="02000000000000000000" pitchFamily="2" charset="-78"/>
            <a:cs typeface="Sakkal Majalla" panose="02000000000000000000" pitchFamily="2" charset="-78"/>
          </a:endParaRPr>
        </a:p>
      </dsp:txBody>
      <dsp:txXfrm>
        <a:off x="1050235" y="2176246"/>
        <a:ext cx="260059" cy="355807"/>
      </dsp:txXfrm>
    </dsp:sp>
    <dsp:sp modelId="{B5545718-1650-4B0D-A00E-0B6918A1BE3A}">
      <dsp:nvSpPr>
        <dsp:cNvPr id="0" name=""/>
        <dsp:cNvSpPr/>
      </dsp:nvSpPr>
      <dsp:spPr>
        <a:xfrm>
          <a:off x="471924" y="3012798"/>
          <a:ext cx="472833" cy="472833"/>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1" anchor="ctr" anchorCtr="0">
          <a:noAutofit/>
        </a:bodyPr>
        <a:lstStyle/>
        <a:p>
          <a:pPr marL="0" lvl="0" indent="0" algn="ctr" defTabSz="933450" rtl="1">
            <a:lnSpc>
              <a:spcPct val="90000"/>
            </a:lnSpc>
            <a:spcBef>
              <a:spcPct val="0"/>
            </a:spcBef>
            <a:spcAft>
              <a:spcPct val="35000"/>
            </a:spcAft>
            <a:buNone/>
          </a:pPr>
          <a:endParaRPr lang="en-US" sz="2100" kern="1200">
            <a:latin typeface="Sakkal Majalla" panose="02000000000000000000" pitchFamily="2" charset="-78"/>
            <a:cs typeface="Sakkal Majalla" panose="02000000000000000000" pitchFamily="2" charset="-78"/>
          </a:endParaRPr>
        </a:p>
      </dsp:txBody>
      <dsp:txXfrm>
        <a:off x="578311" y="3012798"/>
        <a:ext cx="260059" cy="3558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CC5D02-033E-404C-AE39-AEE70346D054}">
      <dsp:nvSpPr>
        <dsp:cNvPr id="0" name=""/>
        <dsp:cNvSpPr/>
      </dsp:nvSpPr>
      <dsp:spPr>
        <a:xfrm>
          <a:off x="2432498" y="2443"/>
          <a:ext cx="2117077" cy="81397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التسليم</a:t>
          </a:r>
          <a:r>
            <a:rPr lang="ar" sz="2600" kern="1200" dirty="0"/>
            <a:t> </a:t>
          </a:r>
        </a:p>
      </dsp:txBody>
      <dsp:txXfrm>
        <a:off x="2472233" y="42178"/>
        <a:ext cx="2037607" cy="734501"/>
      </dsp:txXfrm>
    </dsp:sp>
    <dsp:sp modelId="{2DA434D4-ED82-4556-9828-7CECCEFEAB77}">
      <dsp:nvSpPr>
        <dsp:cNvPr id="0" name=""/>
        <dsp:cNvSpPr/>
      </dsp:nvSpPr>
      <dsp:spPr>
        <a:xfrm>
          <a:off x="1864269" y="409429"/>
          <a:ext cx="3253535" cy="3253535"/>
        </a:xfrm>
        <a:custGeom>
          <a:avLst/>
          <a:gdLst/>
          <a:ahLst/>
          <a:cxnLst/>
          <a:rect l="0" t="0" r="0" b="0"/>
          <a:pathLst>
            <a:path>
              <a:moveTo>
                <a:pt x="2688613" y="394349"/>
              </a:moveTo>
              <a:arcTo wR="1626767" hR="1626767" stAng="18644883" swAng="905882"/>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3CD299D-235B-4825-A7D5-7F1B1D9F1FFF}">
      <dsp:nvSpPr>
        <dsp:cNvPr id="0" name=""/>
        <dsp:cNvSpPr/>
      </dsp:nvSpPr>
      <dsp:spPr>
        <a:xfrm>
          <a:off x="4106870" y="1126512"/>
          <a:ext cx="1862630" cy="81397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الفحص</a:t>
          </a:r>
        </a:p>
      </dsp:txBody>
      <dsp:txXfrm>
        <a:off x="4146605" y="1166247"/>
        <a:ext cx="1783160" cy="734501"/>
      </dsp:txXfrm>
    </dsp:sp>
    <dsp:sp modelId="{C1F15F4E-8B1F-43A7-9FFD-96726815C27F}">
      <dsp:nvSpPr>
        <dsp:cNvPr id="0" name=""/>
        <dsp:cNvSpPr/>
      </dsp:nvSpPr>
      <dsp:spPr>
        <a:xfrm>
          <a:off x="2061693" y="1095636"/>
          <a:ext cx="3253535" cy="3253535"/>
        </a:xfrm>
        <a:custGeom>
          <a:avLst/>
          <a:gdLst/>
          <a:ahLst/>
          <a:cxnLst/>
          <a:rect l="0" t="0" r="0" b="0"/>
          <a:pathLst>
            <a:path>
              <a:moveTo>
                <a:pt x="3055794" y="849429"/>
              </a:moveTo>
              <a:arcTo wR="1626767" hR="1626767" stAng="19887326" swAng="108589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8BFD440-CD46-454A-877A-97DB0D964F49}">
      <dsp:nvSpPr>
        <dsp:cNvPr id="0" name=""/>
        <dsp:cNvSpPr/>
      </dsp:nvSpPr>
      <dsp:spPr>
        <a:xfrm>
          <a:off x="3795908" y="2432583"/>
          <a:ext cx="2703938" cy="81397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إدخال البضائع في المخزون</a:t>
          </a:r>
        </a:p>
      </dsp:txBody>
      <dsp:txXfrm>
        <a:off x="3835643" y="2472318"/>
        <a:ext cx="2624468" cy="734501"/>
      </dsp:txXfrm>
    </dsp:sp>
    <dsp:sp modelId="{ECC598A0-C594-4F27-BC00-64326A17435D}">
      <dsp:nvSpPr>
        <dsp:cNvPr id="0" name=""/>
        <dsp:cNvSpPr/>
      </dsp:nvSpPr>
      <dsp:spPr>
        <a:xfrm>
          <a:off x="1825965" y="836817"/>
          <a:ext cx="3253535" cy="3253535"/>
        </a:xfrm>
        <a:custGeom>
          <a:avLst/>
          <a:gdLst/>
          <a:ahLst/>
          <a:cxnLst/>
          <a:rect l="0" t="0" r="0" b="0"/>
          <a:pathLst>
            <a:path>
              <a:moveTo>
                <a:pt x="3038772" y="2434614"/>
              </a:moveTo>
              <a:arcTo wR="1626767" hR="1626767" stAng="1786504" swAng="722697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857CA5D-E4BE-4CB3-B885-130A8D9FB941}">
      <dsp:nvSpPr>
        <dsp:cNvPr id="0" name=""/>
        <dsp:cNvSpPr/>
      </dsp:nvSpPr>
      <dsp:spPr>
        <a:xfrm>
          <a:off x="482432" y="2432590"/>
          <a:ext cx="2574191" cy="81397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التحقق من الفاتورة</a:t>
          </a:r>
        </a:p>
      </dsp:txBody>
      <dsp:txXfrm>
        <a:off x="522167" y="2472325"/>
        <a:ext cx="2494721" cy="734501"/>
      </dsp:txXfrm>
    </dsp:sp>
    <dsp:sp modelId="{FDC0D168-948F-4515-97DB-79859E805B6F}">
      <dsp:nvSpPr>
        <dsp:cNvPr id="0" name=""/>
        <dsp:cNvSpPr/>
      </dsp:nvSpPr>
      <dsp:spPr>
        <a:xfrm>
          <a:off x="1571745" y="1248425"/>
          <a:ext cx="3253535" cy="3253535"/>
        </a:xfrm>
        <a:custGeom>
          <a:avLst/>
          <a:gdLst/>
          <a:ahLst/>
          <a:cxnLst/>
          <a:rect l="0" t="0" r="0" b="0"/>
          <a:pathLst>
            <a:path>
              <a:moveTo>
                <a:pt x="62859" y="1178924"/>
              </a:moveTo>
              <a:arcTo wR="1626767" hR="1626767" stAng="11758781" swAng="1133919"/>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EC8EAA4-E8EA-46C6-97F1-1991FBF7E95E}">
      <dsp:nvSpPr>
        <dsp:cNvPr id="0" name=""/>
        <dsp:cNvSpPr/>
      </dsp:nvSpPr>
      <dsp:spPr>
        <a:xfrm>
          <a:off x="943267" y="1126512"/>
          <a:ext cx="2001243" cy="81397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الدفع</a:t>
          </a:r>
        </a:p>
      </dsp:txBody>
      <dsp:txXfrm>
        <a:off x="983002" y="1166247"/>
        <a:ext cx="1921773" cy="734501"/>
      </dsp:txXfrm>
    </dsp:sp>
    <dsp:sp modelId="{3C27A958-D898-4CA1-A1D6-E9DFB5503AFF}">
      <dsp:nvSpPr>
        <dsp:cNvPr id="0" name=""/>
        <dsp:cNvSpPr/>
      </dsp:nvSpPr>
      <dsp:spPr>
        <a:xfrm>
          <a:off x="1864269" y="409429"/>
          <a:ext cx="3253535" cy="3253535"/>
        </a:xfrm>
        <a:custGeom>
          <a:avLst/>
          <a:gdLst/>
          <a:ahLst/>
          <a:cxnLst/>
          <a:rect l="0" t="0" r="0" b="0"/>
          <a:pathLst>
            <a:path>
              <a:moveTo>
                <a:pt x="280564" y="713470"/>
              </a:moveTo>
              <a:arcTo wR="1626767" hR="1626767" stAng="12849235" swAng="905882"/>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2E62D4-89FF-4E08-84DC-2D85EE6239D1}">
      <dsp:nvSpPr>
        <dsp:cNvPr id="0" name=""/>
        <dsp:cNvSpPr/>
      </dsp:nvSpPr>
      <dsp:spPr>
        <a:xfrm>
          <a:off x="0" y="291980"/>
          <a:ext cx="8207375" cy="16350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r" defTabSz="1155700" rtl="1">
            <a:lnSpc>
              <a:spcPct val="90000"/>
            </a:lnSpc>
            <a:spcBef>
              <a:spcPct val="0"/>
            </a:spcBef>
            <a:spcAft>
              <a:spcPct val="35000"/>
            </a:spcAft>
            <a:buNone/>
          </a:pPr>
          <a:r>
            <a:rPr lang="ar" sz="2600" b="1" kern="1200" dirty="0">
              <a:solidFill>
                <a:schemeClr val="tx1"/>
              </a:solidFill>
              <a:latin typeface="Sakkal Majalla" panose="02000000000000000000" pitchFamily="2" charset="-78"/>
              <a:cs typeface="Sakkal Majalla" panose="02000000000000000000" pitchFamily="2" charset="-78"/>
            </a:rPr>
            <a:t>التكاليف غير المباشرة</a:t>
          </a:r>
          <a:r>
            <a:rPr lang="ar" sz="2600" kern="1200" dirty="0">
              <a:solidFill>
                <a:schemeClr val="tx1"/>
              </a:solidFill>
              <a:latin typeface="Sakkal Majalla" panose="02000000000000000000" pitchFamily="2" charset="-78"/>
              <a:cs typeface="Sakkal Majalla" panose="02000000000000000000" pitchFamily="2" charset="-78"/>
            </a:rPr>
            <a:t> – يجب دفع هذه التكاليف سواءً تم إنتاج البضائع أو الخدمات أم لم يتم، مثل: الإيجار، والتأمين، والصيانة والإصلاحات</a:t>
          </a:r>
          <a:endParaRPr lang="en-US" sz="2600" kern="1200" dirty="0">
            <a:solidFill>
              <a:schemeClr val="tx1"/>
            </a:solidFill>
            <a:latin typeface="Sakkal Majalla" panose="02000000000000000000" pitchFamily="2" charset="-78"/>
            <a:cs typeface="Sakkal Majalla" panose="02000000000000000000" pitchFamily="2" charset="-78"/>
          </a:endParaRPr>
        </a:p>
      </dsp:txBody>
      <dsp:txXfrm>
        <a:off x="79818" y="371798"/>
        <a:ext cx="8047739" cy="1475439"/>
      </dsp:txXfrm>
    </dsp:sp>
    <dsp:sp modelId="{6C2330D2-7C61-4467-83EC-20C1830263A7}">
      <dsp:nvSpPr>
        <dsp:cNvPr id="0" name=""/>
        <dsp:cNvSpPr/>
      </dsp:nvSpPr>
      <dsp:spPr>
        <a:xfrm>
          <a:off x="0" y="2114256"/>
          <a:ext cx="8207375" cy="16350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r" defTabSz="1155700" rtl="1">
            <a:lnSpc>
              <a:spcPct val="90000"/>
            </a:lnSpc>
            <a:spcBef>
              <a:spcPct val="0"/>
            </a:spcBef>
            <a:spcAft>
              <a:spcPct val="35000"/>
            </a:spcAft>
            <a:buNone/>
          </a:pPr>
          <a:r>
            <a:rPr lang="ar" sz="2600" b="1" kern="1200" dirty="0">
              <a:solidFill>
                <a:schemeClr val="tx1"/>
              </a:solidFill>
              <a:latin typeface="Sakkal Majalla" panose="02000000000000000000" pitchFamily="2" charset="-78"/>
              <a:cs typeface="Sakkal Majalla" panose="02000000000000000000" pitchFamily="2" charset="-78"/>
            </a:rPr>
            <a:t>التكاليف الموزعة</a:t>
          </a:r>
          <a:r>
            <a:rPr lang="ar" sz="2600" kern="1200" dirty="0">
              <a:solidFill>
                <a:schemeClr val="tx1"/>
              </a:solidFill>
              <a:latin typeface="Sakkal Majalla" panose="02000000000000000000" pitchFamily="2" charset="-78"/>
              <a:cs typeface="Sakkal Majalla" panose="02000000000000000000" pitchFamily="2" charset="-78"/>
            </a:rPr>
            <a:t> – هي توزيع بنود النفقات العامة على الأقسام بنسبة معينة، مثل الخدمات العامة المشتركة بين الأقسام المختلفة، مثل: المطبخ، ومنطقة الطعام. تُخصص نفقات الصيانة والإصلاحات للأقسام المختلفة التي تستخدم هذه المرافق. </a:t>
          </a:r>
          <a:endParaRPr lang="en-US" sz="2600" kern="1200" dirty="0">
            <a:solidFill>
              <a:schemeClr val="tx1"/>
            </a:solidFill>
            <a:latin typeface="Sakkal Majalla" panose="02000000000000000000" pitchFamily="2" charset="-78"/>
            <a:cs typeface="Sakkal Majalla" panose="02000000000000000000" pitchFamily="2" charset="-78"/>
          </a:endParaRPr>
        </a:p>
      </dsp:txBody>
      <dsp:txXfrm>
        <a:off x="79818" y="2194074"/>
        <a:ext cx="8047739" cy="14754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547AE7-9E62-4547-A341-A20BD3BB4A9D}">
      <dsp:nvSpPr>
        <dsp:cNvPr id="0" name=""/>
        <dsp:cNvSpPr/>
      </dsp:nvSpPr>
      <dsp:spPr>
        <a:xfrm>
          <a:off x="0" y="593885"/>
          <a:ext cx="8207375" cy="1199891"/>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A625751F-1E8D-4AA4-87C3-A7B55328467E}">
      <dsp:nvSpPr>
        <dsp:cNvPr id="0" name=""/>
        <dsp:cNvSpPr/>
      </dsp:nvSpPr>
      <dsp:spPr>
        <a:xfrm>
          <a:off x="7360398" y="863861"/>
          <a:ext cx="659940" cy="659940"/>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024FD06-BC5F-44B5-ABF9-4366B10D43D4}">
      <dsp:nvSpPr>
        <dsp:cNvPr id="0" name=""/>
        <dsp:cNvSpPr/>
      </dsp:nvSpPr>
      <dsp:spPr>
        <a:xfrm>
          <a:off x="39173" y="593885"/>
          <a:ext cx="6821500" cy="11998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988" tIns="126988" rIns="126988" bIns="126988" numCol="1" spcCol="1270" rtlCol="1" anchor="ctr" anchorCtr="0">
          <a:noAutofit/>
        </a:bodyPr>
        <a:lstStyle/>
        <a:p>
          <a:pPr marL="0" lvl="0" indent="0" algn="r" defTabSz="1155700" rtl="1">
            <a:lnSpc>
              <a:spcPct val="100000"/>
            </a:lnSpc>
            <a:spcBef>
              <a:spcPct val="0"/>
            </a:spcBef>
            <a:spcAft>
              <a:spcPct val="35000"/>
            </a:spcAft>
            <a:buNone/>
          </a:pPr>
          <a:r>
            <a:rPr lang="ar" sz="2600" kern="1200" dirty="0">
              <a:latin typeface="Sakkal Majalla" panose="02000000000000000000" pitchFamily="2" charset="-78"/>
              <a:cs typeface="Sakkal Majalla" panose="02000000000000000000" pitchFamily="2" charset="-78"/>
            </a:rPr>
            <a:t>نظام التسعير على أساس التكلفة هو إضافة نسبة مئوية ثابتة إلى تكلفة إنتاج المنتج.</a:t>
          </a:r>
          <a:endParaRPr lang="en-US" sz="2600" kern="1200" dirty="0">
            <a:latin typeface="Sakkal Majalla" panose="02000000000000000000" pitchFamily="2" charset="-78"/>
            <a:cs typeface="Sakkal Majalla" panose="02000000000000000000" pitchFamily="2" charset="-78"/>
          </a:endParaRPr>
        </a:p>
      </dsp:txBody>
      <dsp:txXfrm>
        <a:off x="39173" y="593885"/>
        <a:ext cx="6821500" cy="1199891"/>
      </dsp:txXfrm>
    </dsp:sp>
    <dsp:sp modelId="{BBD2ADAC-CA30-47B3-844C-21FD34FEE5AA}">
      <dsp:nvSpPr>
        <dsp:cNvPr id="0" name=""/>
        <dsp:cNvSpPr/>
      </dsp:nvSpPr>
      <dsp:spPr>
        <a:xfrm>
          <a:off x="0" y="2084659"/>
          <a:ext cx="8207375" cy="1199891"/>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FCF78FE8-0917-43AA-B04F-6E533575ECBA}">
      <dsp:nvSpPr>
        <dsp:cNvPr id="0" name=""/>
        <dsp:cNvSpPr/>
      </dsp:nvSpPr>
      <dsp:spPr>
        <a:xfrm>
          <a:off x="7391573" y="2354634"/>
          <a:ext cx="659940" cy="6599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8AC7285-DA7F-433F-8A4C-1AC103594DA2}">
      <dsp:nvSpPr>
        <dsp:cNvPr id="0" name=""/>
        <dsp:cNvSpPr/>
      </dsp:nvSpPr>
      <dsp:spPr>
        <a:xfrm>
          <a:off x="280859" y="2084659"/>
          <a:ext cx="6821500" cy="1199891"/>
        </a:xfrm>
        <a:prstGeom prst="rect">
          <a:avLst/>
        </a:prstGeom>
        <a:solidFill>
          <a:schemeClr val="accent1"/>
        </a:solidFill>
        <a:ln>
          <a:noFill/>
        </a:ln>
        <a:effectLst/>
      </dsp:spPr>
      <dsp:style>
        <a:lnRef idx="0">
          <a:scrgbClr r="0" g="0" b="0"/>
        </a:lnRef>
        <a:fillRef idx="0">
          <a:scrgbClr r="0" g="0" b="0"/>
        </a:fillRef>
        <a:effectRef idx="0">
          <a:scrgbClr r="0" g="0" b="0"/>
        </a:effectRef>
        <a:fontRef idx="minor"/>
      </dsp:style>
      <dsp:txBody>
        <a:bodyPr spcFirstLastPara="0" vert="horz" wrap="square" lIns="126988" tIns="126988" rIns="126988" bIns="126988" numCol="1" spcCol="1270" rtlCol="1" anchor="ctr" anchorCtr="0">
          <a:noAutofit/>
        </a:bodyPr>
        <a:lstStyle/>
        <a:p>
          <a:pPr marL="0" lvl="0" indent="0" algn="r" defTabSz="1155700" rtl="1">
            <a:lnSpc>
              <a:spcPct val="100000"/>
            </a:lnSpc>
            <a:spcBef>
              <a:spcPct val="0"/>
            </a:spcBef>
            <a:spcAft>
              <a:spcPct val="35000"/>
            </a:spcAft>
            <a:buNone/>
          </a:pPr>
          <a:r>
            <a:rPr lang="ar" sz="2600" kern="1200" dirty="0">
              <a:latin typeface="Sakkal Majalla" panose="02000000000000000000" pitchFamily="2" charset="-78"/>
              <a:cs typeface="Sakkal Majalla" panose="02000000000000000000" pitchFamily="2" charset="-78"/>
            </a:rPr>
            <a:t>نظام التسعير بإضافة هامش ربح هو إضافة نسبة مئوية محددة إلى تكلفة البضائع أو الخدمة. </a:t>
          </a:r>
          <a:endParaRPr lang="en-US" sz="2600" kern="1200" dirty="0">
            <a:latin typeface="Sakkal Majalla" panose="02000000000000000000" pitchFamily="2" charset="-78"/>
            <a:cs typeface="Sakkal Majalla" panose="02000000000000000000" pitchFamily="2" charset="-78"/>
          </a:endParaRPr>
        </a:p>
      </dsp:txBody>
      <dsp:txXfrm>
        <a:off x="280859" y="2084659"/>
        <a:ext cx="6821500" cy="11998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BA0167-0CF4-4CB3-AC4F-F6C8134617F8}">
      <dsp:nvSpPr>
        <dsp:cNvPr id="0" name=""/>
        <dsp:cNvSpPr/>
      </dsp:nvSpPr>
      <dsp:spPr>
        <a:xfrm>
          <a:off x="0" y="591757"/>
          <a:ext cx="7992888" cy="1435618"/>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B4FDC50B-C156-41CB-9886-BCD2EE8470CD}">
      <dsp:nvSpPr>
        <dsp:cNvPr id="0" name=""/>
        <dsp:cNvSpPr/>
      </dsp:nvSpPr>
      <dsp:spPr>
        <a:xfrm>
          <a:off x="6928590" y="923993"/>
          <a:ext cx="789590" cy="7895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4DE5BB-DC83-460E-B245-7B3C40A3E52C}">
      <dsp:nvSpPr>
        <dsp:cNvPr id="0" name=""/>
        <dsp:cNvSpPr/>
      </dsp:nvSpPr>
      <dsp:spPr>
        <a:xfrm>
          <a:off x="109863" y="598734"/>
          <a:ext cx="6334748" cy="1435618"/>
        </a:xfrm>
        <a:prstGeom prst="rect">
          <a:avLst/>
        </a:prstGeom>
        <a:solidFill>
          <a:schemeClr val="accent1"/>
        </a:solidFill>
        <a:ln>
          <a:noFill/>
        </a:ln>
        <a:effectLst/>
      </dsp:spPr>
      <dsp:style>
        <a:lnRef idx="0">
          <a:scrgbClr r="0" g="0" b="0"/>
        </a:lnRef>
        <a:fillRef idx="0">
          <a:scrgbClr r="0" g="0" b="0"/>
        </a:fillRef>
        <a:effectRef idx="0">
          <a:scrgbClr r="0" g="0" b="0"/>
        </a:effectRef>
        <a:fontRef idx="minor"/>
      </dsp:style>
      <dsp:txBody>
        <a:bodyPr spcFirstLastPara="0" vert="horz" wrap="square" lIns="151936" tIns="151936" rIns="151936" bIns="151936" numCol="1" spcCol="1270" rtlCol="1" anchor="ctr" anchorCtr="0">
          <a:noAutofit/>
        </a:bodyPr>
        <a:lstStyle/>
        <a:p>
          <a:pPr marL="0" lvl="0" indent="0" algn="r" defTabSz="1155700" rtl="1">
            <a:lnSpc>
              <a:spcPct val="100000"/>
            </a:lnSpc>
            <a:spcBef>
              <a:spcPct val="0"/>
            </a:spcBef>
            <a:spcAft>
              <a:spcPct val="35000"/>
            </a:spcAft>
            <a:buNone/>
          </a:pPr>
          <a:r>
            <a:rPr lang="ar" sz="2600" kern="1200" dirty="0">
              <a:latin typeface="Sakkal Majalla" panose="02000000000000000000" pitchFamily="2" charset="-78"/>
              <a:cs typeface="Sakkal Majalla" panose="02000000000000000000" pitchFamily="2" charset="-78"/>
            </a:rPr>
            <a:t>هامش الربح الإجمالي هو طريقة تسعير تركز على ربحية المنتج وتقدم رؤىً حول مقدار الربح المحقق.</a:t>
          </a:r>
          <a:endParaRPr lang="en-US" sz="2600" kern="1200" dirty="0">
            <a:latin typeface="Sakkal Majalla" panose="02000000000000000000" pitchFamily="2" charset="-78"/>
            <a:cs typeface="Sakkal Majalla" panose="02000000000000000000" pitchFamily="2" charset="-78"/>
          </a:endParaRPr>
        </a:p>
      </dsp:txBody>
      <dsp:txXfrm>
        <a:off x="109863" y="598734"/>
        <a:ext cx="6334748" cy="1435618"/>
      </dsp:txXfrm>
    </dsp:sp>
    <dsp:sp modelId="{451EBEEB-DD05-4E05-B6AE-8C66E6E3C184}">
      <dsp:nvSpPr>
        <dsp:cNvPr id="0" name=""/>
        <dsp:cNvSpPr/>
      </dsp:nvSpPr>
      <dsp:spPr>
        <a:xfrm>
          <a:off x="0" y="2260333"/>
          <a:ext cx="7992888" cy="1435618"/>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55832700-3151-4B68-B5C1-CD78796EF482}">
      <dsp:nvSpPr>
        <dsp:cNvPr id="0" name=""/>
        <dsp:cNvSpPr/>
      </dsp:nvSpPr>
      <dsp:spPr>
        <a:xfrm>
          <a:off x="6938981" y="2635388"/>
          <a:ext cx="789590" cy="7895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BD5254E-1F87-4864-9C31-552BCCBA718A}">
      <dsp:nvSpPr>
        <dsp:cNvPr id="0" name=""/>
        <dsp:cNvSpPr/>
      </dsp:nvSpPr>
      <dsp:spPr>
        <a:xfrm>
          <a:off x="26751" y="2301980"/>
          <a:ext cx="6334748" cy="1435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936" tIns="151936" rIns="151936" bIns="151936" numCol="1" spcCol="1270" rtlCol="1" anchor="ctr" anchorCtr="0">
          <a:noAutofit/>
        </a:bodyPr>
        <a:lstStyle/>
        <a:p>
          <a:pPr marL="0" lvl="0" indent="0" algn="r" defTabSz="1155700" rtl="1">
            <a:lnSpc>
              <a:spcPct val="100000"/>
            </a:lnSpc>
            <a:spcBef>
              <a:spcPct val="0"/>
            </a:spcBef>
            <a:spcAft>
              <a:spcPct val="35000"/>
            </a:spcAft>
            <a:buNone/>
          </a:pPr>
          <a:r>
            <a:rPr lang="ar" sz="2600" kern="1200" dirty="0">
              <a:latin typeface="Sakkal Majalla" panose="02000000000000000000" pitchFamily="2" charset="-78"/>
              <a:cs typeface="Sakkal Majalla" panose="02000000000000000000" pitchFamily="2" charset="-78"/>
            </a:rPr>
            <a:t>سعر السوق هو تحديد سعر المنتج استنادًا إلى الظروف الحالية للسوق. </a:t>
          </a:r>
          <a:endParaRPr lang="en-US" sz="2600" kern="1200" dirty="0">
            <a:latin typeface="Sakkal Majalla" panose="02000000000000000000" pitchFamily="2" charset="-78"/>
            <a:cs typeface="Sakkal Majalla" panose="02000000000000000000" pitchFamily="2" charset="-78"/>
          </a:endParaRPr>
        </a:p>
      </dsp:txBody>
      <dsp:txXfrm>
        <a:off x="26751" y="2301980"/>
        <a:ext cx="6334748" cy="143561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1BC965-34DB-49AC-A008-4727E36EFCDB}">
      <dsp:nvSpPr>
        <dsp:cNvPr id="0" name=""/>
        <dsp:cNvSpPr/>
      </dsp:nvSpPr>
      <dsp:spPr>
        <a:xfrm>
          <a:off x="243540" y="0"/>
          <a:ext cx="4809700" cy="480970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B64819-FC5A-4B06-950B-A98464F4642D}">
      <dsp:nvSpPr>
        <dsp:cNvPr id="0" name=""/>
        <dsp:cNvSpPr/>
      </dsp:nvSpPr>
      <dsp:spPr>
        <a:xfrm>
          <a:off x="700461" y="456921"/>
          <a:ext cx="1875783" cy="1875783"/>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rtlCol="1" anchor="ctr" anchorCtr="0">
          <a:noAutofit/>
        </a:bodyPr>
        <a:lstStyle/>
        <a:p>
          <a:pPr marL="0" lvl="0" indent="0" algn="ctr" defTabSz="889000" rtl="1">
            <a:lnSpc>
              <a:spcPct val="90000"/>
            </a:lnSpc>
            <a:spcBef>
              <a:spcPct val="0"/>
            </a:spcBef>
            <a:spcAft>
              <a:spcPct val="35000"/>
            </a:spcAft>
            <a:buNone/>
          </a:pPr>
          <a:r>
            <a:rPr lang="ar" sz="2000" kern="1200" dirty="0">
              <a:solidFill>
                <a:schemeClr val="tx1"/>
              </a:solidFill>
              <a:latin typeface="Sakkal Majalla" panose="02000000000000000000" pitchFamily="2" charset="-78"/>
              <a:cs typeface="Sakkal Majalla" panose="02000000000000000000" pitchFamily="2" charset="-78"/>
            </a:rPr>
            <a:t>يشمل نظام التكلفة الكاملة/الهامشية تكلفة المنتج ثم إضافة هامش ربح لضمان تحقيق الربح.</a:t>
          </a:r>
          <a:endParaRPr lang="en-US" sz="2000" kern="1200" dirty="0">
            <a:solidFill>
              <a:schemeClr val="tx1"/>
            </a:solidFill>
            <a:latin typeface="Sakkal Majalla" panose="02000000000000000000" pitchFamily="2" charset="-78"/>
            <a:cs typeface="Sakkal Majalla" panose="02000000000000000000" pitchFamily="2" charset="-78"/>
          </a:endParaRPr>
        </a:p>
      </dsp:txBody>
      <dsp:txXfrm>
        <a:off x="792029" y="548489"/>
        <a:ext cx="1692647" cy="1692647"/>
      </dsp:txXfrm>
    </dsp:sp>
    <dsp:sp modelId="{9C98274D-8281-4903-B874-DECB75E9B0B7}">
      <dsp:nvSpPr>
        <dsp:cNvPr id="0" name=""/>
        <dsp:cNvSpPr/>
      </dsp:nvSpPr>
      <dsp:spPr>
        <a:xfrm>
          <a:off x="2696206" y="456921"/>
          <a:ext cx="1924440" cy="1875783"/>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rtlCol="1" anchor="ctr" anchorCtr="0">
          <a:noAutofit/>
        </a:bodyPr>
        <a:lstStyle/>
        <a:p>
          <a:pPr marL="0" lvl="0" indent="0" algn="ctr" defTabSz="889000" rtl="1">
            <a:lnSpc>
              <a:spcPct val="90000"/>
            </a:lnSpc>
            <a:spcBef>
              <a:spcPct val="0"/>
            </a:spcBef>
            <a:spcAft>
              <a:spcPct val="35000"/>
            </a:spcAft>
            <a:buNone/>
          </a:pPr>
          <a:r>
            <a:rPr lang="ar" sz="2000" kern="1200" dirty="0">
              <a:solidFill>
                <a:schemeClr val="tx1"/>
              </a:solidFill>
              <a:latin typeface="Sakkal Majalla" panose="02000000000000000000" pitchFamily="2" charset="-78"/>
              <a:cs typeface="Sakkal Majalla" panose="02000000000000000000" pitchFamily="2" charset="-78"/>
            </a:rPr>
            <a:t>تُجرى الخصومات عند تخفيض سعر المنتج لجذب العملاء.</a:t>
          </a:r>
          <a:endParaRPr lang="en-US" sz="2000" kern="1200" dirty="0">
            <a:solidFill>
              <a:schemeClr val="tx1"/>
            </a:solidFill>
            <a:latin typeface="Sakkal Majalla" panose="02000000000000000000" pitchFamily="2" charset="-78"/>
            <a:cs typeface="Sakkal Majalla" panose="02000000000000000000" pitchFamily="2" charset="-78"/>
          </a:endParaRPr>
        </a:p>
      </dsp:txBody>
      <dsp:txXfrm>
        <a:off x="2787774" y="548489"/>
        <a:ext cx="1741304" cy="1692647"/>
      </dsp:txXfrm>
    </dsp:sp>
    <dsp:sp modelId="{21EE1F58-31A9-4421-B5C2-8B0467E3B909}">
      <dsp:nvSpPr>
        <dsp:cNvPr id="0" name=""/>
        <dsp:cNvSpPr/>
      </dsp:nvSpPr>
      <dsp:spPr>
        <a:xfrm>
          <a:off x="700461" y="2476995"/>
          <a:ext cx="1875783" cy="1875783"/>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rtlCol="1" anchor="ctr" anchorCtr="0">
          <a:noAutofit/>
        </a:bodyPr>
        <a:lstStyle/>
        <a:p>
          <a:pPr marL="0" lvl="0" indent="0" algn="ctr" defTabSz="889000" rtl="1">
            <a:lnSpc>
              <a:spcPct val="90000"/>
            </a:lnSpc>
            <a:spcBef>
              <a:spcPct val="0"/>
            </a:spcBef>
            <a:spcAft>
              <a:spcPct val="35000"/>
            </a:spcAft>
            <a:buNone/>
          </a:pPr>
          <a:r>
            <a:rPr lang="ar" sz="2000" kern="1200" dirty="0">
              <a:solidFill>
                <a:schemeClr val="tx1"/>
              </a:solidFill>
              <a:latin typeface="Sakkal Majalla" panose="02000000000000000000" pitchFamily="2" charset="-78"/>
              <a:cs typeface="Sakkal Majalla" panose="02000000000000000000" pitchFamily="2" charset="-78"/>
            </a:rPr>
            <a:t>التسعير المدعوم هو تحديد سعر المنتج أو الخدمة بأقل من قيمته السوقية. </a:t>
          </a:r>
          <a:endParaRPr lang="en-US" sz="2000" kern="1200" dirty="0">
            <a:solidFill>
              <a:schemeClr val="tx1"/>
            </a:solidFill>
            <a:latin typeface="Sakkal Majalla" panose="02000000000000000000" pitchFamily="2" charset="-78"/>
            <a:cs typeface="Sakkal Majalla" panose="02000000000000000000" pitchFamily="2" charset="-78"/>
          </a:endParaRPr>
        </a:p>
      </dsp:txBody>
      <dsp:txXfrm>
        <a:off x="792029" y="2568563"/>
        <a:ext cx="1692647" cy="1692647"/>
      </dsp:txXfrm>
    </dsp:sp>
    <dsp:sp modelId="{489BBEC3-195A-402C-BAA5-ABD6E6A08FA4}">
      <dsp:nvSpPr>
        <dsp:cNvPr id="0" name=""/>
        <dsp:cNvSpPr/>
      </dsp:nvSpPr>
      <dsp:spPr>
        <a:xfrm>
          <a:off x="2720535" y="2476995"/>
          <a:ext cx="1875783" cy="1875783"/>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rtlCol="1" anchor="ctr" anchorCtr="0">
          <a:noAutofit/>
        </a:bodyPr>
        <a:lstStyle/>
        <a:p>
          <a:pPr marL="0" lvl="0" indent="0" algn="ctr" defTabSz="889000" rtl="1">
            <a:lnSpc>
              <a:spcPct val="90000"/>
            </a:lnSpc>
            <a:spcBef>
              <a:spcPct val="0"/>
            </a:spcBef>
            <a:spcAft>
              <a:spcPct val="35000"/>
            </a:spcAft>
            <a:buNone/>
          </a:pPr>
          <a:r>
            <a:rPr lang="ar" sz="2000" kern="1200" dirty="0">
              <a:solidFill>
                <a:schemeClr val="tx1"/>
              </a:solidFill>
              <a:latin typeface="Sakkal Majalla" panose="02000000000000000000" pitchFamily="2" charset="-78"/>
              <a:cs typeface="Sakkal Majalla" panose="02000000000000000000" pitchFamily="2" charset="-78"/>
            </a:rPr>
            <a:t>رسوم الخدمة هي إضافة رسوم ثابتة إلى تكلفة الخدمة.  </a:t>
          </a:r>
          <a:endParaRPr lang="en-US" sz="2000" kern="1200" dirty="0">
            <a:solidFill>
              <a:schemeClr val="tx1"/>
            </a:solidFill>
            <a:latin typeface="Sakkal Majalla" panose="02000000000000000000" pitchFamily="2" charset="-78"/>
            <a:cs typeface="Sakkal Majalla" panose="02000000000000000000" pitchFamily="2" charset="-78"/>
          </a:endParaRPr>
        </a:p>
      </dsp:txBody>
      <dsp:txXfrm>
        <a:off x="2812103" y="2568563"/>
        <a:ext cx="1692647" cy="169264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1B3D44-DD53-472F-B64D-811A13EE585A}">
      <dsp:nvSpPr>
        <dsp:cNvPr id="0" name=""/>
        <dsp:cNvSpPr/>
      </dsp:nvSpPr>
      <dsp:spPr>
        <a:xfrm>
          <a:off x="-46865" y="256825"/>
          <a:ext cx="8371246" cy="1614598"/>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D50C122E-AAFD-4F8B-A08D-BB2FBE47B830}">
      <dsp:nvSpPr>
        <dsp:cNvPr id="0" name=""/>
        <dsp:cNvSpPr/>
      </dsp:nvSpPr>
      <dsp:spPr>
        <a:xfrm>
          <a:off x="7016530" y="620110"/>
          <a:ext cx="889766" cy="8880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432ACDD-566C-460B-B763-426D4D022E33}">
      <dsp:nvSpPr>
        <dsp:cNvPr id="0" name=""/>
        <dsp:cNvSpPr/>
      </dsp:nvSpPr>
      <dsp:spPr>
        <a:xfrm>
          <a:off x="0" y="256825"/>
          <a:ext cx="6499168" cy="1616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045" tIns="171045" rIns="171045" bIns="171045" numCol="1" spcCol="1270" rtlCol="1" anchor="ctr" anchorCtr="0">
          <a:noAutofit/>
        </a:bodyPr>
        <a:lstStyle/>
        <a:p>
          <a:pPr marL="0" lvl="0" indent="0" algn="r" defTabSz="1066800" rtl="1">
            <a:lnSpc>
              <a:spcPct val="100000"/>
            </a:lnSpc>
            <a:spcBef>
              <a:spcPct val="0"/>
            </a:spcBef>
            <a:spcAft>
              <a:spcPct val="35000"/>
            </a:spcAft>
            <a:buNone/>
          </a:pPr>
          <a:r>
            <a:rPr lang="ar" sz="2400" kern="1200" dirty="0">
              <a:latin typeface="Sakkal Majalla" panose="02000000000000000000" pitchFamily="2" charset="-78"/>
              <a:cs typeface="Sakkal Majalla" panose="02000000000000000000" pitchFamily="2" charset="-78"/>
            </a:rPr>
            <a:t>تستخدم المطاعم أنواعًا مختلفة من قوائم الطعام، مثل: قائمة طبق اليوم، وقائمة الطعام بحسب الطلب، والبوفيه. </a:t>
          </a:r>
          <a:endParaRPr lang="en-US" sz="2400" kern="1200" dirty="0">
            <a:latin typeface="Sakkal Majalla" panose="02000000000000000000" pitchFamily="2" charset="-78"/>
            <a:cs typeface="Sakkal Majalla" panose="02000000000000000000" pitchFamily="2" charset="-78"/>
          </a:endParaRPr>
        </a:p>
      </dsp:txBody>
      <dsp:txXfrm>
        <a:off x="0" y="256825"/>
        <a:ext cx="6499168" cy="1616176"/>
      </dsp:txXfrm>
    </dsp:sp>
    <dsp:sp modelId="{7BD724D8-F9B3-40F8-9736-729FF7CEDA19}">
      <dsp:nvSpPr>
        <dsp:cNvPr id="0" name=""/>
        <dsp:cNvSpPr/>
      </dsp:nvSpPr>
      <dsp:spPr>
        <a:xfrm>
          <a:off x="-46865" y="2324958"/>
          <a:ext cx="8371246" cy="1614598"/>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B41595FC-F1EC-4000-A503-A9823F629103}">
      <dsp:nvSpPr>
        <dsp:cNvPr id="0" name=""/>
        <dsp:cNvSpPr/>
      </dsp:nvSpPr>
      <dsp:spPr>
        <a:xfrm>
          <a:off x="7006156" y="2688242"/>
          <a:ext cx="889766" cy="8880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83B9AAF-6F1F-4727-B6D4-84935A97461B}">
      <dsp:nvSpPr>
        <dsp:cNvPr id="0" name=""/>
        <dsp:cNvSpPr/>
      </dsp:nvSpPr>
      <dsp:spPr>
        <a:xfrm>
          <a:off x="0" y="2206597"/>
          <a:ext cx="6697588" cy="18736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045" tIns="171045" rIns="171045" bIns="171045" numCol="1" spcCol="1270" rtlCol="1" anchor="ctr" anchorCtr="0">
          <a:noAutofit/>
        </a:bodyPr>
        <a:lstStyle/>
        <a:p>
          <a:pPr marL="0" lvl="0" indent="0" algn="r" defTabSz="1066800" rtl="1">
            <a:lnSpc>
              <a:spcPct val="100000"/>
            </a:lnSpc>
            <a:spcBef>
              <a:spcPct val="0"/>
            </a:spcBef>
            <a:spcAft>
              <a:spcPct val="35000"/>
            </a:spcAft>
            <a:buNone/>
          </a:pPr>
          <a:r>
            <a:rPr lang="ar" sz="2400" kern="1200" dirty="0">
              <a:latin typeface="Sakkal Majalla" panose="02000000000000000000" pitchFamily="2" charset="-78"/>
              <a:cs typeface="Sakkal Majalla" panose="02000000000000000000" pitchFamily="2" charset="-78"/>
            </a:rPr>
            <a:t>يجب التخطيط لقوائم الطعام بهدف تحقيق الربح، مثل: الاستخدام المتبادل للمكونات، والشراء بالجملة، واستخدام المكونات الموسمية، والاستفادة من العروض الخاصة للمكونات التي تُباع ببطء أو التي تشهد فائضًا. </a:t>
          </a:r>
          <a:endParaRPr lang="en-US" sz="2400" kern="1200" dirty="0">
            <a:latin typeface="Sakkal Majalla" panose="02000000000000000000" pitchFamily="2" charset="-78"/>
            <a:cs typeface="Sakkal Majalla" panose="02000000000000000000" pitchFamily="2" charset="-78"/>
          </a:endParaRPr>
        </a:p>
      </dsp:txBody>
      <dsp:txXfrm>
        <a:off x="0" y="2206597"/>
        <a:ext cx="6697588" cy="187361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21A796-AF52-4BC3-B309-571C4433BFEF}">
      <dsp:nvSpPr>
        <dsp:cNvPr id="0" name=""/>
        <dsp:cNvSpPr/>
      </dsp:nvSpPr>
      <dsp:spPr>
        <a:xfrm>
          <a:off x="1887696" y="0"/>
          <a:ext cx="6319678" cy="698118"/>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kern="1200">
              <a:solidFill>
                <a:schemeClr val="tx1"/>
              </a:solidFill>
              <a:latin typeface="Sakkal Majalla" panose="02000000000000000000" pitchFamily="2" charset="-78"/>
              <a:cs typeface="Sakkal Majalla" panose="02000000000000000000" pitchFamily="2" charset="-78"/>
            </a:rPr>
            <a:t>تكاليف الإقامة الثابتة وتأثيرها في التكلفة والتسعير </a:t>
          </a:r>
          <a:endParaRPr lang="en-US" sz="2100" kern="1200">
            <a:solidFill>
              <a:schemeClr val="tx1"/>
            </a:solidFill>
            <a:latin typeface="Sakkal Majalla" panose="02000000000000000000" pitchFamily="2" charset="-78"/>
            <a:cs typeface="Sakkal Majalla" panose="02000000000000000000" pitchFamily="2" charset="-78"/>
          </a:endParaRPr>
        </a:p>
      </dsp:txBody>
      <dsp:txXfrm>
        <a:off x="2693177" y="20447"/>
        <a:ext cx="5493750" cy="657224"/>
      </dsp:txXfrm>
    </dsp:sp>
    <dsp:sp modelId="{99C3B440-ECA0-49CD-A17D-7FC5D6964811}">
      <dsp:nvSpPr>
        <dsp:cNvPr id="0" name=""/>
        <dsp:cNvSpPr/>
      </dsp:nvSpPr>
      <dsp:spPr>
        <a:xfrm>
          <a:off x="1415772" y="795079"/>
          <a:ext cx="6319678" cy="698118"/>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kern="1200" dirty="0">
              <a:solidFill>
                <a:schemeClr val="tx1"/>
              </a:solidFill>
              <a:latin typeface="Sakkal Majalla" panose="02000000000000000000" pitchFamily="2" charset="-78"/>
              <a:cs typeface="Sakkal Majalla" panose="02000000000000000000" pitchFamily="2" charset="-78"/>
            </a:rPr>
            <a:t>تكاليف الإقامة المتغيرة وتأثيرها في التكلفة والتسعير مع إضافة </a:t>
          </a:r>
          <a:br>
            <a:rPr lang="en-US" sz="2100" kern="1200" dirty="0">
              <a:solidFill>
                <a:schemeClr val="tx1"/>
              </a:solidFill>
              <a:latin typeface="Sakkal Majalla" panose="02000000000000000000" pitchFamily="2" charset="-78"/>
              <a:cs typeface="Sakkal Majalla" panose="02000000000000000000" pitchFamily="2" charset="-78"/>
            </a:rPr>
          </a:br>
          <a:r>
            <a:rPr lang="ar" sz="2100" kern="1200" dirty="0">
              <a:solidFill>
                <a:schemeClr val="tx1"/>
              </a:solidFill>
              <a:latin typeface="Sakkal Majalla" panose="02000000000000000000" pitchFamily="2" charset="-78"/>
              <a:cs typeface="Sakkal Majalla" panose="02000000000000000000" pitchFamily="2" charset="-78"/>
            </a:rPr>
            <a:t>هوامش الربح </a:t>
          </a:r>
          <a:endParaRPr lang="en-US" sz="2100" kern="1200" dirty="0">
            <a:solidFill>
              <a:schemeClr val="tx1"/>
            </a:solidFill>
            <a:latin typeface="Sakkal Majalla" panose="02000000000000000000" pitchFamily="2" charset="-78"/>
            <a:cs typeface="Sakkal Majalla" panose="02000000000000000000" pitchFamily="2" charset="-78"/>
          </a:endParaRPr>
        </a:p>
      </dsp:txBody>
      <dsp:txXfrm>
        <a:off x="2361920" y="815526"/>
        <a:ext cx="5353083" cy="657224"/>
      </dsp:txXfrm>
    </dsp:sp>
    <dsp:sp modelId="{82786059-0088-4ED1-9A76-D11E10BBDC25}">
      <dsp:nvSpPr>
        <dsp:cNvPr id="0" name=""/>
        <dsp:cNvSpPr/>
      </dsp:nvSpPr>
      <dsp:spPr>
        <a:xfrm>
          <a:off x="943848" y="1590158"/>
          <a:ext cx="6319678" cy="698118"/>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kern="1200">
              <a:solidFill>
                <a:schemeClr val="tx1"/>
              </a:solidFill>
              <a:latin typeface="Sakkal Majalla" panose="02000000000000000000" pitchFamily="2" charset="-78"/>
              <a:cs typeface="Sakkal Majalla" panose="02000000000000000000" pitchFamily="2" charset="-78"/>
            </a:rPr>
            <a:t>معدلات الإشغال وتأثيرها في التكلفة </a:t>
          </a:r>
          <a:endParaRPr lang="en-US" sz="2100" kern="1200">
            <a:solidFill>
              <a:schemeClr val="tx1"/>
            </a:solidFill>
            <a:latin typeface="Sakkal Majalla" panose="02000000000000000000" pitchFamily="2" charset="-78"/>
            <a:cs typeface="Sakkal Majalla" panose="02000000000000000000" pitchFamily="2" charset="-78"/>
          </a:endParaRPr>
        </a:p>
      </dsp:txBody>
      <dsp:txXfrm>
        <a:off x="1889996" y="1610605"/>
        <a:ext cx="5353083" cy="657224"/>
      </dsp:txXfrm>
    </dsp:sp>
    <dsp:sp modelId="{31585D1E-8AD2-4E1D-A2F6-029886B3BD85}">
      <dsp:nvSpPr>
        <dsp:cNvPr id="0" name=""/>
        <dsp:cNvSpPr/>
      </dsp:nvSpPr>
      <dsp:spPr>
        <a:xfrm>
          <a:off x="471924" y="2385238"/>
          <a:ext cx="6319678" cy="698118"/>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kern="1200">
              <a:solidFill>
                <a:schemeClr val="tx1"/>
              </a:solidFill>
              <a:latin typeface="Sakkal Majalla" panose="02000000000000000000" pitchFamily="2" charset="-78"/>
              <a:cs typeface="Sakkal Majalla" panose="02000000000000000000" pitchFamily="2" charset="-78"/>
            </a:rPr>
            <a:t>إدارة العائدات من الغرف (RevPAR – الإيرادات لكل غرفة متاحة) </a:t>
          </a:r>
          <a:endParaRPr lang="en-US" sz="2100" kern="1200">
            <a:solidFill>
              <a:schemeClr val="tx1"/>
            </a:solidFill>
            <a:latin typeface="Sakkal Majalla" panose="02000000000000000000" pitchFamily="2" charset="-78"/>
            <a:cs typeface="Sakkal Majalla" panose="02000000000000000000" pitchFamily="2" charset="-78"/>
          </a:endParaRPr>
        </a:p>
      </dsp:txBody>
      <dsp:txXfrm>
        <a:off x="1418072" y="2405685"/>
        <a:ext cx="5353083" cy="657224"/>
      </dsp:txXfrm>
    </dsp:sp>
    <dsp:sp modelId="{AD2E53A3-432C-40E5-9DD9-14BDED997816}">
      <dsp:nvSpPr>
        <dsp:cNvPr id="0" name=""/>
        <dsp:cNvSpPr/>
      </dsp:nvSpPr>
      <dsp:spPr>
        <a:xfrm>
          <a:off x="0" y="3180317"/>
          <a:ext cx="6319678" cy="698118"/>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kern="1200">
              <a:solidFill>
                <a:schemeClr val="tx1"/>
              </a:solidFill>
              <a:latin typeface="Sakkal Majalla" panose="02000000000000000000" pitchFamily="2" charset="-78"/>
              <a:cs typeface="Sakkal Majalla" panose="02000000000000000000" pitchFamily="2" charset="-78"/>
            </a:rPr>
            <a:t>تكلفة حزم الإقامة. </a:t>
          </a:r>
          <a:endParaRPr lang="en-US" sz="2100" kern="1200">
            <a:solidFill>
              <a:schemeClr val="tx1"/>
            </a:solidFill>
            <a:latin typeface="Sakkal Majalla" panose="02000000000000000000" pitchFamily="2" charset="-78"/>
            <a:cs typeface="Sakkal Majalla" panose="02000000000000000000" pitchFamily="2" charset="-78"/>
          </a:endParaRPr>
        </a:p>
      </dsp:txBody>
      <dsp:txXfrm>
        <a:off x="946148" y="3200764"/>
        <a:ext cx="5353083" cy="657224"/>
      </dsp:txXfrm>
    </dsp:sp>
    <dsp:sp modelId="{C6A31367-7DE7-4ABE-86BD-C3A841DF3D90}">
      <dsp:nvSpPr>
        <dsp:cNvPr id="0" name=""/>
        <dsp:cNvSpPr/>
      </dsp:nvSpPr>
      <dsp:spPr>
        <a:xfrm>
          <a:off x="1887696" y="510014"/>
          <a:ext cx="453777" cy="453777"/>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1" anchor="ctr" anchorCtr="0">
          <a:noAutofit/>
        </a:bodyPr>
        <a:lstStyle/>
        <a:p>
          <a:pPr marL="0" lvl="0" indent="0" algn="ctr" defTabSz="933450" rtl="1">
            <a:lnSpc>
              <a:spcPct val="90000"/>
            </a:lnSpc>
            <a:spcBef>
              <a:spcPct val="0"/>
            </a:spcBef>
            <a:spcAft>
              <a:spcPct val="35000"/>
            </a:spcAft>
            <a:buNone/>
          </a:pPr>
          <a:endParaRPr lang="en-US" sz="2100" kern="1200">
            <a:latin typeface="Sakkal Majalla" panose="02000000000000000000" pitchFamily="2" charset="-78"/>
            <a:cs typeface="Sakkal Majalla" panose="02000000000000000000" pitchFamily="2" charset="-78"/>
          </a:endParaRPr>
        </a:p>
      </dsp:txBody>
      <dsp:txXfrm>
        <a:off x="1989796" y="510014"/>
        <a:ext cx="249577" cy="341467"/>
      </dsp:txXfrm>
    </dsp:sp>
    <dsp:sp modelId="{84896381-8229-4217-AC50-E71CC3FDA780}">
      <dsp:nvSpPr>
        <dsp:cNvPr id="0" name=""/>
        <dsp:cNvSpPr/>
      </dsp:nvSpPr>
      <dsp:spPr>
        <a:xfrm>
          <a:off x="1415772" y="1305093"/>
          <a:ext cx="453777" cy="453777"/>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1" anchor="ctr" anchorCtr="0">
          <a:noAutofit/>
        </a:bodyPr>
        <a:lstStyle/>
        <a:p>
          <a:pPr marL="0" lvl="0" indent="0" algn="ctr" defTabSz="933450" rtl="1">
            <a:lnSpc>
              <a:spcPct val="90000"/>
            </a:lnSpc>
            <a:spcBef>
              <a:spcPct val="0"/>
            </a:spcBef>
            <a:spcAft>
              <a:spcPct val="35000"/>
            </a:spcAft>
            <a:buNone/>
          </a:pPr>
          <a:endParaRPr lang="en-US" sz="2100" kern="1200">
            <a:latin typeface="Sakkal Majalla" panose="02000000000000000000" pitchFamily="2" charset="-78"/>
            <a:cs typeface="Sakkal Majalla" panose="02000000000000000000" pitchFamily="2" charset="-78"/>
          </a:endParaRPr>
        </a:p>
      </dsp:txBody>
      <dsp:txXfrm>
        <a:off x="1517872" y="1305093"/>
        <a:ext cx="249577" cy="341467"/>
      </dsp:txXfrm>
    </dsp:sp>
    <dsp:sp modelId="{873FF01D-C1A2-4EE5-AD00-0B1DB0289315}">
      <dsp:nvSpPr>
        <dsp:cNvPr id="0" name=""/>
        <dsp:cNvSpPr/>
      </dsp:nvSpPr>
      <dsp:spPr>
        <a:xfrm>
          <a:off x="943848" y="2088537"/>
          <a:ext cx="453777" cy="453777"/>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1" anchor="ctr" anchorCtr="0">
          <a:noAutofit/>
        </a:bodyPr>
        <a:lstStyle/>
        <a:p>
          <a:pPr marL="0" lvl="0" indent="0" algn="ctr" defTabSz="933450" rtl="1">
            <a:lnSpc>
              <a:spcPct val="90000"/>
            </a:lnSpc>
            <a:spcBef>
              <a:spcPct val="0"/>
            </a:spcBef>
            <a:spcAft>
              <a:spcPct val="35000"/>
            </a:spcAft>
            <a:buNone/>
          </a:pPr>
          <a:endParaRPr lang="en-US" sz="2100" kern="1200">
            <a:latin typeface="Sakkal Majalla" panose="02000000000000000000" pitchFamily="2" charset="-78"/>
            <a:cs typeface="Sakkal Majalla" panose="02000000000000000000" pitchFamily="2" charset="-78"/>
          </a:endParaRPr>
        </a:p>
      </dsp:txBody>
      <dsp:txXfrm>
        <a:off x="1045948" y="2088537"/>
        <a:ext cx="249577" cy="341467"/>
      </dsp:txXfrm>
    </dsp:sp>
    <dsp:sp modelId="{D68A529B-4462-4A35-92E9-97E4889DCC36}">
      <dsp:nvSpPr>
        <dsp:cNvPr id="0" name=""/>
        <dsp:cNvSpPr/>
      </dsp:nvSpPr>
      <dsp:spPr>
        <a:xfrm>
          <a:off x="471924" y="2891374"/>
          <a:ext cx="453777" cy="453777"/>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1" anchor="ctr" anchorCtr="0">
          <a:noAutofit/>
        </a:bodyPr>
        <a:lstStyle/>
        <a:p>
          <a:pPr marL="0" lvl="0" indent="0" algn="ctr" defTabSz="933450" rtl="1">
            <a:lnSpc>
              <a:spcPct val="90000"/>
            </a:lnSpc>
            <a:spcBef>
              <a:spcPct val="0"/>
            </a:spcBef>
            <a:spcAft>
              <a:spcPct val="35000"/>
            </a:spcAft>
            <a:buNone/>
          </a:pPr>
          <a:endParaRPr lang="en-US" sz="2100" kern="1200">
            <a:latin typeface="Sakkal Majalla" panose="02000000000000000000" pitchFamily="2" charset="-78"/>
            <a:cs typeface="Sakkal Majalla" panose="02000000000000000000" pitchFamily="2" charset="-78"/>
          </a:endParaRPr>
        </a:p>
      </dsp:txBody>
      <dsp:txXfrm>
        <a:off x="574024" y="2891374"/>
        <a:ext cx="249577" cy="34146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740BC7-985D-4542-9D7E-8D61598C1685}">
      <dsp:nvSpPr>
        <dsp:cNvPr id="0" name=""/>
        <dsp:cNvSpPr/>
      </dsp:nvSpPr>
      <dsp:spPr>
        <a:xfrm>
          <a:off x="5642570" y="353532"/>
          <a:ext cx="2564804" cy="15388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قياس أداء الشركة. </a:t>
          </a:r>
          <a:endParaRPr lang="en-US" sz="2600" kern="1200" dirty="0">
            <a:solidFill>
              <a:schemeClr val="tx1"/>
            </a:solidFill>
            <a:latin typeface="Sakkal Majalla" panose="02000000000000000000" pitchFamily="2" charset="-78"/>
            <a:cs typeface="Sakkal Majalla" panose="02000000000000000000" pitchFamily="2" charset="-78"/>
          </a:endParaRPr>
        </a:p>
      </dsp:txBody>
      <dsp:txXfrm>
        <a:off x="5642570" y="353532"/>
        <a:ext cx="2564804" cy="1538882"/>
      </dsp:txXfrm>
    </dsp:sp>
    <dsp:sp modelId="{CD23EB01-EF7A-45B1-9730-CE86E4451B8C}">
      <dsp:nvSpPr>
        <dsp:cNvPr id="0" name=""/>
        <dsp:cNvSpPr/>
      </dsp:nvSpPr>
      <dsp:spPr>
        <a:xfrm>
          <a:off x="2821285" y="353532"/>
          <a:ext cx="2564804" cy="15388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مقارنة الأداء الفعلي بالتوقعات. </a:t>
          </a:r>
          <a:endParaRPr lang="en-US" sz="2600" kern="1200" dirty="0">
            <a:solidFill>
              <a:schemeClr val="tx1"/>
            </a:solidFill>
            <a:latin typeface="Sakkal Majalla" panose="02000000000000000000" pitchFamily="2" charset="-78"/>
            <a:cs typeface="Sakkal Majalla" panose="02000000000000000000" pitchFamily="2" charset="-78"/>
          </a:endParaRPr>
        </a:p>
      </dsp:txBody>
      <dsp:txXfrm>
        <a:off x="2821285" y="353532"/>
        <a:ext cx="2564804" cy="1538882"/>
      </dsp:txXfrm>
    </dsp:sp>
    <dsp:sp modelId="{631EEB78-F452-4AB5-A2D9-C44BF6D20A26}">
      <dsp:nvSpPr>
        <dsp:cNvPr id="0" name=""/>
        <dsp:cNvSpPr/>
      </dsp:nvSpPr>
      <dsp:spPr>
        <a:xfrm>
          <a:off x="0" y="353532"/>
          <a:ext cx="2564804" cy="15388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تقييم فعالية الأقسام والمديرين المختلفين</a:t>
          </a:r>
          <a:r>
            <a:rPr lang="ar" sz="2600" kern="1200" dirty="0">
              <a:solidFill>
                <a:schemeClr val="tx1"/>
              </a:solidFill>
            </a:rPr>
            <a:t>. </a:t>
          </a:r>
          <a:endParaRPr lang="en-US" sz="2600" kern="1200" dirty="0">
            <a:solidFill>
              <a:schemeClr val="tx1"/>
            </a:solidFill>
          </a:endParaRPr>
        </a:p>
      </dsp:txBody>
      <dsp:txXfrm>
        <a:off x="0" y="353532"/>
        <a:ext cx="2564804" cy="1538882"/>
      </dsp:txXfrm>
    </dsp:sp>
    <dsp:sp modelId="{A052CAD9-EF47-4B90-9DEA-06487F992724}">
      <dsp:nvSpPr>
        <dsp:cNvPr id="0" name=""/>
        <dsp:cNvSpPr/>
      </dsp:nvSpPr>
      <dsp:spPr>
        <a:xfrm>
          <a:off x="5642570" y="2148896"/>
          <a:ext cx="2564804" cy="15388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تسليط الضوء على التغييرات اللازمة. </a:t>
          </a:r>
          <a:endParaRPr lang="en-US" sz="2600" kern="1200" dirty="0">
            <a:solidFill>
              <a:schemeClr val="tx1"/>
            </a:solidFill>
            <a:latin typeface="Sakkal Majalla" panose="02000000000000000000" pitchFamily="2" charset="-78"/>
            <a:cs typeface="Sakkal Majalla" panose="02000000000000000000" pitchFamily="2" charset="-78"/>
          </a:endParaRPr>
        </a:p>
      </dsp:txBody>
      <dsp:txXfrm>
        <a:off x="5642570" y="2148896"/>
        <a:ext cx="2564804" cy="1538882"/>
      </dsp:txXfrm>
    </dsp:sp>
    <dsp:sp modelId="{6DADCDC3-4D86-4AA8-92EA-B73273F51E54}">
      <dsp:nvSpPr>
        <dsp:cNvPr id="0" name=""/>
        <dsp:cNvSpPr/>
      </dsp:nvSpPr>
      <dsp:spPr>
        <a:xfrm>
          <a:off x="2821285" y="2148896"/>
          <a:ext cx="2564804" cy="15388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تمكين جمع الأموال. </a:t>
          </a:r>
          <a:endParaRPr lang="en-US" sz="2600" kern="1200" dirty="0">
            <a:solidFill>
              <a:schemeClr val="tx1"/>
            </a:solidFill>
            <a:latin typeface="Sakkal Majalla" panose="02000000000000000000" pitchFamily="2" charset="-78"/>
            <a:cs typeface="Sakkal Majalla" panose="02000000000000000000" pitchFamily="2" charset="-78"/>
          </a:endParaRPr>
        </a:p>
      </dsp:txBody>
      <dsp:txXfrm>
        <a:off x="2821285" y="2148896"/>
        <a:ext cx="2564804" cy="1538882"/>
      </dsp:txXfrm>
    </dsp:sp>
    <dsp:sp modelId="{338AC9AC-8EDE-4BB5-B00E-F038DB99D0AF}">
      <dsp:nvSpPr>
        <dsp:cNvPr id="0" name=""/>
        <dsp:cNvSpPr/>
      </dsp:nvSpPr>
      <dsp:spPr>
        <a:xfrm>
          <a:off x="0" y="2148896"/>
          <a:ext cx="2564804" cy="15388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الامتثال للمتطلبات القانونية. </a:t>
          </a:r>
          <a:endParaRPr lang="en-US" sz="2600" kern="1200" dirty="0">
            <a:solidFill>
              <a:schemeClr val="tx1"/>
            </a:solidFill>
            <a:latin typeface="Sakkal Majalla" panose="02000000000000000000" pitchFamily="2" charset="-78"/>
            <a:cs typeface="Sakkal Majalla" panose="02000000000000000000" pitchFamily="2" charset="-78"/>
          </a:endParaRPr>
        </a:p>
      </dsp:txBody>
      <dsp:txXfrm>
        <a:off x="0" y="2148896"/>
        <a:ext cx="2564804" cy="153888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66092F-9411-4F43-8F59-E70D2671940C}">
      <dsp:nvSpPr>
        <dsp:cNvPr id="0" name=""/>
        <dsp:cNvSpPr/>
      </dsp:nvSpPr>
      <dsp:spPr>
        <a:xfrm>
          <a:off x="0" y="3062"/>
          <a:ext cx="6973614" cy="652270"/>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81F9FDB9-A391-4CFA-9547-20455D8539F9}">
      <dsp:nvSpPr>
        <dsp:cNvPr id="0" name=""/>
        <dsp:cNvSpPr/>
      </dsp:nvSpPr>
      <dsp:spPr>
        <a:xfrm>
          <a:off x="6359120" y="149823"/>
          <a:ext cx="358748" cy="358748"/>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D30A5CF-69AC-4B4B-8FA1-1041D2BFFB3D}">
      <dsp:nvSpPr>
        <dsp:cNvPr id="0" name=""/>
        <dsp:cNvSpPr/>
      </dsp:nvSpPr>
      <dsp:spPr>
        <a:xfrm>
          <a:off x="5201" y="3062"/>
          <a:ext cx="6220241" cy="652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032" tIns="69032" rIns="69032" bIns="69032" numCol="1" spcCol="1270" rtlCol="1" anchor="ctr" anchorCtr="0">
          <a:noAutofit/>
        </a:bodyPr>
        <a:lstStyle/>
        <a:p>
          <a:pPr marL="0" lvl="0" indent="0" algn="r" defTabSz="1155700" rtl="1">
            <a:lnSpc>
              <a:spcPct val="100000"/>
            </a:lnSpc>
            <a:spcBef>
              <a:spcPct val="0"/>
            </a:spcBef>
            <a:spcAft>
              <a:spcPct val="35000"/>
            </a:spcAft>
            <a:buNone/>
          </a:pPr>
          <a:r>
            <a:rPr lang="ar" sz="2600" kern="1200" dirty="0">
              <a:latin typeface="Sakkal Majalla" panose="02000000000000000000" pitchFamily="2" charset="-78"/>
              <a:cs typeface="Sakkal Majalla" panose="02000000000000000000" pitchFamily="2" charset="-78"/>
            </a:rPr>
            <a:t>قائمة التشغيل. </a:t>
          </a:r>
          <a:endParaRPr lang="en-US" sz="2600" kern="1200" dirty="0">
            <a:latin typeface="Sakkal Majalla" panose="02000000000000000000" pitchFamily="2" charset="-78"/>
            <a:cs typeface="Sakkal Majalla" panose="02000000000000000000" pitchFamily="2" charset="-78"/>
          </a:endParaRPr>
        </a:p>
      </dsp:txBody>
      <dsp:txXfrm>
        <a:off x="5201" y="3062"/>
        <a:ext cx="6220241" cy="652270"/>
      </dsp:txXfrm>
    </dsp:sp>
    <dsp:sp modelId="{D30CC8FD-4DBA-4904-A122-17C274A23967}">
      <dsp:nvSpPr>
        <dsp:cNvPr id="0" name=""/>
        <dsp:cNvSpPr/>
      </dsp:nvSpPr>
      <dsp:spPr>
        <a:xfrm>
          <a:off x="0" y="818400"/>
          <a:ext cx="6973614" cy="652270"/>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CFA5556F-C994-4058-8B98-BD374EC21EDF}">
      <dsp:nvSpPr>
        <dsp:cNvPr id="0" name=""/>
        <dsp:cNvSpPr/>
      </dsp:nvSpPr>
      <dsp:spPr>
        <a:xfrm>
          <a:off x="6359120" y="965161"/>
          <a:ext cx="358748" cy="358748"/>
        </a:xfrm>
        <a:prstGeom prst="rect">
          <a:avLst/>
        </a:prstGeom>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CAE084-A224-4F05-823B-4E5AA30247AC}">
      <dsp:nvSpPr>
        <dsp:cNvPr id="0" name=""/>
        <dsp:cNvSpPr/>
      </dsp:nvSpPr>
      <dsp:spPr>
        <a:xfrm>
          <a:off x="5201" y="818400"/>
          <a:ext cx="6220241" cy="652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032" tIns="69032" rIns="69032" bIns="69032" numCol="1" spcCol="1270" rtlCol="1" anchor="ctr" anchorCtr="0">
          <a:noAutofit/>
        </a:bodyPr>
        <a:lstStyle/>
        <a:p>
          <a:pPr marL="0" lvl="0" indent="0" algn="r" defTabSz="1155700" rtl="1">
            <a:lnSpc>
              <a:spcPct val="100000"/>
            </a:lnSpc>
            <a:spcBef>
              <a:spcPct val="0"/>
            </a:spcBef>
            <a:spcAft>
              <a:spcPct val="35000"/>
            </a:spcAft>
            <a:buNone/>
          </a:pPr>
          <a:r>
            <a:rPr lang="ar" sz="2600" kern="1200" dirty="0">
              <a:latin typeface="Sakkal Majalla" panose="02000000000000000000" pitchFamily="2" charset="-78"/>
              <a:cs typeface="Sakkal Majalla" panose="02000000000000000000" pitchFamily="2" charset="-78"/>
            </a:rPr>
            <a:t>حساب الأرباح والخسائر التجارية. </a:t>
          </a:r>
          <a:endParaRPr lang="en-US" sz="2600" kern="1200" dirty="0">
            <a:latin typeface="Sakkal Majalla" panose="02000000000000000000" pitchFamily="2" charset="-78"/>
            <a:cs typeface="Sakkal Majalla" panose="02000000000000000000" pitchFamily="2" charset="-78"/>
          </a:endParaRPr>
        </a:p>
      </dsp:txBody>
      <dsp:txXfrm>
        <a:off x="5201" y="818400"/>
        <a:ext cx="6220241" cy="652270"/>
      </dsp:txXfrm>
    </dsp:sp>
    <dsp:sp modelId="{91F78456-128E-49A2-BED1-F8FC39EBF206}">
      <dsp:nvSpPr>
        <dsp:cNvPr id="0" name=""/>
        <dsp:cNvSpPr/>
      </dsp:nvSpPr>
      <dsp:spPr>
        <a:xfrm>
          <a:off x="0" y="1633738"/>
          <a:ext cx="6973614" cy="652270"/>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682FB5D1-57B1-467A-A4EF-E4E29E5F872A}">
      <dsp:nvSpPr>
        <dsp:cNvPr id="0" name=""/>
        <dsp:cNvSpPr/>
      </dsp:nvSpPr>
      <dsp:spPr>
        <a:xfrm>
          <a:off x="6359120" y="1780499"/>
          <a:ext cx="358748" cy="358748"/>
        </a:xfrm>
        <a:prstGeom prst="rect">
          <a:avLst/>
        </a:prstGeom>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6D467D7-4B08-4F0F-AD1F-3430F3F5ADA6}">
      <dsp:nvSpPr>
        <dsp:cNvPr id="0" name=""/>
        <dsp:cNvSpPr/>
      </dsp:nvSpPr>
      <dsp:spPr>
        <a:xfrm>
          <a:off x="5201" y="1633738"/>
          <a:ext cx="6220241" cy="652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032" tIns="69032" rIns="69032" bIns="69032" numCol="1" spcCol="1270" rtlCol="1" anchor="ctr" anchorCtr="0">
          <a:noAutofit/>
        </a:bodyPr>
        <a:lstStyle/>
        <a:p>
          <a:pPr marL="0" lvl="0" indent="0" algn="r" defTabSz="1155700" rtl="1">
            <a:lnSpc>
              <a:spcPct val="100000"/>
            </a:lnSpc>
            <a:spcBef>
              <a:spcPct val="0"/>
            </a:spcBef>
            <a:spcAft>
              <a:spcPct val="35000"/>
            </a:spcAft>
            <a:buNone/>
          </a:pPr>
          <a:r>
            <a:rPr lang="ar" sz="2600" kern="1200" dirty="0">
              <a:latin typeface="Sakkal Majalla" panose="02000000000000000000" pitchFamily="2" charset="-78"/>
              <a:cs typeface="Sakkal Majalla" panose="02000000000000000000" pitchFamily="2" charset="-78"/>
            </a:rPr>
            <a:t>الميزانية العمومية. </a:t>
          </a:r>
          <a:endParaRPr lang="en-US" sz="2600" kern="1200" dirty="0">
            <a:latin typeface="Sakkal Majalla" panose="02000000000000000000" pitchFamily="2" charset="-78"/>
            <a:cs typeface="Sakkal Majalla" panose="02000000000000000000" pitchFamily="2" charset="-78"/>
          </a:endParaRPr>
        </a:p>
      </dsp:txBody>
      <dsp:txXfrm>
        <a:off x="5201" y="1633738"/>
        <a:ext cx="6220241" cy="652270"/>
      </dsp:txXfrm>
    </dsp:sp>
    <dsp:sp modelId="{C9E38C71-8CBC-45FC-A038-08D8DB8125C1}">
      <dsp:nvSpPr>
        <dsp:cNvPr id="0" name=""/>
        <dsp:cNvSpPr/>
      </dsp:nvSpPr>
      <dsp:spPr>
        <a:xfrm>
          <a:off x="0" y="2449076"/>
          <a:ext cx="6973614" cy="652270"/>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A90A3A2F-14D5-4858-A3E8-CA163183479E}">
      <dsp:nvSpPr>
        <dsp:cNvPr id="0" name=""/>
        <dsp:cNvSpPr/>
      </dsp:nvSpPr>
      <dsp:spPr>
        <a:xfrm>
          <a:off x="6359120" y="2595837"/>
          <a:ext cx="358748" cy="358748"/>
        </a:xfrm>
        <a:prstGeom prst="rect">
          <a:avLst/>
        </a:prstGeom>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EA12D74-6FE0-4F98-B38E-45250B211DAC}">
      <dsp:nvSpPr>
        <dsp:cNvPr id="0" name=""/>
        <dsp:cNvSpPr/>
      </dsp:nvSpPr>
      <dsp:spPr>
        <a:xfrm>
          <a:off x="5201" y="2449076"/>
          <a:ext cx="6220241" cy="652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032" tIns="69032" rIns="69032" bIns="69032" numCol="1" spcCol="1270" rtlCol="1" anchor="ctr" anchorCtr="0">
          <a:noAutofit/>
        </a:bodyPr>
        <a:lstStyle/>
        <a:p>
          <a:pPr marL="0" lvl="0" indent="0" algn="r" defTabSz="1155700" rtl="1">
            <a:lnSpc>
              <a:spcPct val="100000"/>
            </a:lnSpc>
            <a:spcBef>
              <a:spcPct val="0"/>
            </a:spcBef>
            <a:spcAft>
              <a:spcPct val="35000"/>
            </a:spcAft>
            <a:buNone/>
          </a:pPr>
          <a:r>
            <a:rPr lang="ar" sz="2600" kern="1200" dirty="0">
              <a:latin typeface="Sakkal Majalla" panose="02000000000000000000" pitchFamily="2" charset="-78"/>
              <a:cs typeface="Sakkal Majalla" panose="02000000000000000000" pitchFamily="2" charset="-78"/>
            </a:rPr>
            <a:t>قائمة التدفق النقدي. </a:t>
          </a:r>
          <a:endParaRPr lang="en-US" sz="2600" kern="1200" dirty="0">
            <a:latin typeface="Sakkal Majalla" panose="02000000000000000000" pitchFamily="2" charset="-78"/>
            <a:cs typeface="Sakkal Majalla" panose="02000000000000000000" pitchFamily="2" charset="-78"/>
          </a:endParaRPr>
        </a:p>
      </dsp:txBody>
      <dsp:txXfrm>
        <a:off x="5201" y="2449076"/>
        <a:ext cx="6220241" cy="652270"/>
      </dsp:txXfrm>
    </dsp:sp>
    <dsp:sp modelId="{8854BF07-EC6E-4352-817E-9609695E3278}">
      <dsp:nvSpPr>
        <dsp:cNvPr id="0" name=""/>
        <dsp:cNvSpPr/>
      </dsp:nvSpPr>
      <dsp:spPr>
        <a:xfrm>
          <a:off x="0" y="3264415"/>
          <a:ext cx="6973614" cy="652270"/>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E32DDC90-C58F-4590-92F7-1991C77AF847}">
      <dsp:nvSpPr>
        <dsp:cNvPr id="0" name=""/>
        <dsp:cNvSpPr/>
      </dsp:nvSpPr>
      <dsp:spPr>
        <a:xfrm>
          <a:off x="6359120" y="3411176"/>
          <a:ext cx="358748" cy="358748"/>
        </a:xfrm>
        <a:prstGeom prst="rect">
          <a:avLst/>
        </a:prstGeom>
        <a:blipFill>
          <a:blip xmlns:r="http://schemas.openxmlformats.org/officeDocument/2006/relationships"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75B04A6-C3A6-49EF-9CE8-A082A8CF6959}">
      <dsp:nvSpPr>
        <dsp:cNvPr id="0" name=""/>
        <dsp:cNvSpPr/>
      </dsp:nvSpPr>
      <dsp:spPr>
        <a:xfrm>
          <a:off x="5201" y="3264415"/>
          <a:ext cx="6220241" cy="652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032" tIns="69032" rIns="69032" bIns="69032" numCol="1" spcCol="1270" rtlCol="1" anchor="ctr" anchorCtr="0">
          <a:noAutofit/>
        </a:bodyPr>
        <a:lstStyle/>
        <a:p>
          <a:pPr marL="0" lvl="0" indent="0" algn="r" defTabSz="1155700" rtl="1">
            <a:lnSpc>
              <a:spcPct val="100000"/>
            </a:lnSpc>
            <a:spcBef>
              <a:spcPct val="0"/>
            </a:spcBef>
            <a:spcAft>
              <a:spcPct val="35000"/>
            </a:spcAft>
            <a:buNone/>
          </a:pPr>
          <a:r>
            <a:rPr lang="ar" sz="2600" kern="1200" dirty="0">
              <a:latin typeface="Sakkal Majalla" panose="02000000000000000000" pitchFamily="2" charset="-78"/>
              <a:cs typeface="Sakkal Majalla" panose="02000000000000000000" pitchFamily="2" charset="-78"/>
            </a:rPr>
            <a:t>الميزانيات. </a:t>
          </a:r>
          <a:endParaRPr lang="en-US" sz="2600" kern="1200" dirty="0">
            <a:latin typeface="Sakkal Majalla" panose="02000000000000000000" pitchFamily="2" charset="-78"/>
            <a:cs typeface="Sakkal Majalla" panose="02000000000000000000" pitchFamily="2" charset="-78"/>
          </a:endParaRPr>
        </a:p>
      </dsp:txBody>
      <dsp:txXfrm>
        <a:off x="5201" y="3264415"/>
        <a:ext cx="6220241" cy="65227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66092F-9411-4F43-8F59-E70D2671940C}">
      <dsp:nvSpPr>
        <dsp:cNvPr id="0" name=""/>
        <dsp:cNvSpPr/>
      </dsp:nvSpPr>
      <dsp:spPr>
        <a:xfrm>
          <a:off x="0" y="3062"/>
          <a:ext cx="6973614" cy="652270"/>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81F9FDB9-A391-4CFA-9547-20455D8539F9}">
      <dsp:nvSpPr>
        <dsp:cNvPr id="0" name=""/>
        <dsp:cNvSpPr/>
      </dsp:nvSpPr>
      <dsp:spPr>
        <a:xfrm>
          <a:off x="6359120" y="149823"/>
          <a:ext cx="358748" cy="358748"/>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D30A5CF-69AC-4B4B-8FA1-1041D2BFFB3D}">
      <dsp:nvSpPr>
        <dsp:cNvPr id="0" name=""/>
        <dsp:cNvSpPr/>
      </dsp:nvSpPr>
      <dsp:spPr>
        <a:xfrm>
          <a:off x="0" y="3062"/>
          <a:ext cx="6220241" cy="652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032" tIns="69032" rIns="69032" bIns="69032" numCol="1" spcCol="1270" rtlCol="1" anchor="ctr" anchorCtr="0">
          <a:noAutofit/>
        </a:bodyPr>
        <a:lstStyle/>
        <a:p>
          <a:pPr marL="0" lvl="0" indent="0" algn="r" defTabSz="1155700" rtl="1">
            <a:lnSpc>
              <a:spcPct val="100000"/>
            </a:lnSpc>
            <a:spcBef>
              <a:spcPct val="0"/>
            </a:spcBef>
            <a:spcAft>
              <a:spcPct val="35000"/>
            </a:spcAft>
            <a:buNone/>
          </a:pPr>
          <a:r>
            <a:rPr lang="ar" sz="2600" kern="1200" dirty="0">
              <a:latin typeface="Sakkal Majalla" panose="02000000000000000000" pitchFamily="2" charset="-78"/>
              <a:cs typeface="Sakkal Majalla" panose="02000000000000000000" pitchFamily="2" charset="-78"/>
            </a:rPr>
            <a:t>إحصائيات المبيعات. </a:t>
          </a:r>
          <a:endParaRPr lang="en-US" sz="2600" kern="1200" dirty="0">
            <a:latin typeface="Sakkal Majalla" panose="02000000000000000000" pitchFamily="2" charset="-78"/>
            <a:cs typeface="Sakkal Majalla" panose="02000000000000000000" pitchFamily="2" charset="-78"/>
          </a:endParaRPr>
        </a:p>
      </dsp:txBody>
      <dsp:txXfrm>
        <a:off x="0" y="3062"/>
        <a:ext cx="6220241" cy="652270"/>
      </dsp:txXfrm>
    </dsp:sp>
    <dsp:sp modelId="{D30CC8FD-4DBA-4904-A122-17C274A23967}">
      <dsp:nvSpPr>
        <dsp:cNvPr id="0" name=""/>
        <dsp:cNvSpPr/>
      </dsp:nvSpPr>
      <dsp:spPr>
        <a:xfrm>
          <a:off x="0" y="818400"/>
          <a:ext cx="6973614" cy="652270"/>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CFA5556F-C994-4058-8B98-BD374EC21EDF}">
      <dsp:nvSpPr>
        <dsp:cNvPr id="0" name=""/>
        <dsp:cNvSpPr/>
      </dsp:nvSpPr>
      <dsp:spPr>
        <a:xfrm>
          <a:off x="6359120" y="965161"/>
          <a:ext cx="358748" cy="358748"/>
        </a:xfrm>
        <a:prstGeom prst="rect">
          <a:avLst/>
        </a:prstGeom>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CAE084-A224-4F05-823B-4E5AA30247AC}">
      <dsp:nvSpPr>
        <dsp:cNvPr id="0" name=""/>
        <dsp:cNvSpPr/>
      </dsp:nvSpPr>
      <dsp:spPr>
        <a:xfrm>
          <a:off x="0" y="818400"/>
          <a:ext cx="6220241" cy="652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032" tIns="69032" rIns="69032" bIns="69032" numCol="1" spcCol="1270" rtlCol="1" anchor="ctr" anchorCtr="0">
          <a:noAutofit/>
        </a:bodyPr>
        <a:lstStyle/>
        <a:p>
          <a:pPr marL="0" lvl="0" indent="0" algn="r" defTabSz="1155700" rtl="1">
            <a:lnSpc>
              <a:spcPct val="100000"/>
            </a:lnSpc>
            <a:spcBef>
              <a:spcPct val="0"/>
            </a:spcBef>
            <a:spcAft>
              <a:spcPct val="35000"/>
            </a:spcAft>
            <a:buNone/>
          </a:pPr>
          <a:r>
            <a:rPr lang="ar" sz="2600" kern="1200" dirty="0">
              <a:latin typeface="Sakkal Majalla" panose="02000000000000000000" pitchFamily="2" charset="-78"/>
              <a:cs typeface="Sakkal Majalla" panose="02000000000000000000" pitchFamily="2" charset="-78"/>
            </a:rPr>
            <a:t>توقعات المبيعات. </a:t>
          </a:r>
          <a:endParaRPr lang="en-US" sz="2600" kern="1200" dirty="0">
            <a:latin typeface="Sakkal Majalla" panose="02000000000000000000" pitchFamily="2" charset="-78"/>
            <a:cs typeface="Sakkal Majalla" panose="02000000000000000000" pitchFamily="2" charset="-78"/>
          </a:endParaRPr>
        </a:p>
      </dsp:txBody>
      <dsp:txXfrm>
        <a:off x="0" y="818400"/>
        <a:ext cx="6220241" cy="652270"/>
      </dsp:txXfrm>
    </dsp:sp>
    <dsp:sp modelId="{91F78456-128E-49A2-BED1-F8FC39EBF206}">
      <dsp:nvSpPr>
        <dsp:cNvPr id="0" name=""/>
        <dsp:cNvSpPr/>
      </dsp:nvSpPr>
      <dsp:spPr>
        <a:xfrm>
          <a:off x="0" y="1633738"/>
          <a:ext cx="6973614" cy="652270"/>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682FB5D1-57B1-467A-A4EF-E4E29E5F872A}">
      <dsp:nvSpPr>
        <dsp:cNvPr id="0" name=""/>
        <dsp:cNvSpPr/>
      </dsp:nvSpPr>
      <dsp:spPr>
        <a:xfrm>
          <a:off x="6359120" y="1780499"/>
          <a:ext cx="358748" cy="358748"/>
        </a:xfrm>
        <a:prstGeom prst="rect">
          <a:avLst/>
        </a:prstGeom>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6D467D7-4B08-4F0F-AD1F-3430F3F5ADA6}">
      <dsp:nvSpPr>
        <dsp:cNvPr id="0" name=""/>
        <dsp:cNvSpPr/>
      </dsp:nvSpPr>
      <dsp:spPr>
        <a:xfrm>
          <a:off x="0" y="1633738"/>
          <a:ext cx="6220241" cy="652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032" tIns="69032" rIns="69032" bIns="69032" numCol="1" spcCol="1270" rtlCol="1" anchor="ctr" anchorCtr="0">
          <a:noAutofit/>
        </a:bodyPr>
        <a:lstStyle/>
        <a:p>
          <a:pPr marL="0" lvl="0" indent="0" algn="r" defTabSz="1155700" rtl="1">
            <a:lnSpc>
              <a:spcPct val="100000"/>
            </a:lnSpc>
            <a:spcBef>
              <a:spcPct val="0"/>
            </a:spcBef>
            <a:spcAft>
              <a:spcPct val="35000"/>
            </a:spcAft>
            <a:buNone/>
          </a:pPr>
          <a:r>
            <a:rPr lang="ar" sz="2600" kern="1200" dirty="0">
              <a:latin typeface="Sakkal Majalla" panose="02000000000000000000" pitchFamily="2" charset="-78"/>
              <a:cs typeface="Sakkal Majalla" panose="02000000000000000000" pitchFamily="2" charset="-78"/>
            </a:rPr>
            <a:t>تقارير تكاليف المواد الغذائية والمشروبات.  </a:t>
          </a:r>
          <a:endParaRPr lang="en-US" sz="2600" kern="1200" dirty="0">
            <a:latin typeface="Sakkal Majalla" panose="02000000000000000000" pitchFamily="2" charset="-78"/>
            <a:cs typeface="Sakkal Majalla" panose="02000000000000000000" pitchFamily="2" charset="-78"/>
          </a:endParaRPr>
        </a:p>
      </dsp:txBody>
      <dsp:txXfrm>
        <a:off x="0" y="1633738"/>
        <a:ext cx="6220241" cy="652270"/>
      </dsp:txXfrm>
    </dsp:sp>
    <dsp:sp modelId="{C9E38C71-8CBC-45FC-A038-08D8DB8125C1}">
      <dsp:nvSpPr>
        <dsp:cNvPr id="0" name=""/>
        <dsp:cNvSpPr/>
      </dsp:nvSpPr>
      <dsp:spPr>
        <a:xfrm>
          <a:off x="0" y="2449076"/>
          <a:ext cx="6973614" cy="652270"/>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A90A3A2F-14D5-4858-A3E8-CA163183479E}">
      <dsp:nvSpPr>
        <dsp:cNvPr id="0" name=""/>
        <dsp:cNvSpPr/>
      </dsp:nvSpPr>
      <dsp:spPr>
        <a:xfrm>
          <a:off x="6359120" y="2595837"/>
          <a:ext cx="358748" cy="358748"/>
        </a:xfrm>
        <a:prstGeom prst="rect">
          <a:avLst/>
        </a:prstGeom>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EA12D74-6FE0-4F98-B38E-45250B211DAC}">
      <dsp:nvSpPr>
        <dsp:cNvPr id="0" name=""/>
        <dsp:cNvSpPr/>
      </dsp:nvSpPr>
      <dsp:spPr>
        <a:xfrm>
          <a:off x="0" y="2449076"/>
          <a:ext cx="6220241" cy="652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032" tIns="69032" rIns="69032" bIns="69032" numCol="1" spcCol="1270" rtlCol="1" anchor="ctr" anchorCtr="0">
          <a:noAutofit/>
        </a:bodyPr>
        <a:lstStyle/>
        <a:p>
          <a:pPr marL="0" lvl="0" indent="0" algn="r" defTabSz="1155700" rtl="1">
            <a:lnSpc>
              <a:spcPct val="100000"/>
            </a:lnSpc>
            <a:spcBef>
              <a:spcPct val="0"/>
            </a:spcBef>
            <a:spcAft>
              <a:spcPct val="35000"/>
            </a:spcAft>
            <a:buNone/>
          </a:pPr>
          <a:r>
            <a:rPr lang="ar" sz="2600" kern="1200" dirty="0">
              <a:latin typeface="Sakkal Majalla" panose="02000000000000000000" pitchFamily="2" charset="-78"/>
              <a:cs typeface="Sakkal Majalla" panose="02000000000000000000" pitchFamily="2" charset="-78"/>
            </a:rPr>
            <a:t>أوراق الوصفات وأوراق الإصدار مُحددة التكلفة. </a:t>
          </a:r>
          <a:endParaRPr lang="en-US" sz="2600" kern="1200" dirty="0">
            <a:latin typeface="Sakkal Majalla" panose="02000000000000000000" pitchFamily="2" charset="-78"/>
            <a:cs typeface="Sakkal Majalla" panose="02000000000000000000" pitchFamily="2" charset="-78"/>
          </a:endParaRPr>
        </a:p>
      </dsp:txBody>
      <dsp:txXfrm>
        <a:off x="0" y="2449076"/>
        <a:ext cx="6220241" cy="652270"/>
      </dsp:txXfrm>
    </dsp:sp>
    <dsp:sp modelId="{8854BF07-EC6E-4352-817E-9609695E3278}">
      <dsp:nvSpPr>
        <dsp:cNvPr id="0" name=""/>
        <dsp:cNvSpPr/>
      </dsp:nvSpPr>
      <dsp:spPr>
        <a:xfrm>
          <a:off x="0" y="3264415"/>
          <a:ext cx="6973614" cy="652270"/>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E32DDC90-C58F-4590-92F7-1991C77AF847}">
      <dsp:nvSpPr>
        <dsp:cNvPr id="0" name=""/>
        <dsp:cNvSpPr/>
      </dsp:nvSpPr>
      <dsp:spPr>
        <a:xfrm>
          <a:off x="6359120" y="3411176"/>
          <a:ext cx="358748" cy="358748"/>
        </a:xfrm>
        <a:prstGeom prst="rect">
          <a:avLst/>
        </a:prstGeom>
        <a:blipFill>
          <a:blip xmlns:r="http://schemas.openxmlformats.org/officeDocument/2006/relationships"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75B04A6-C3A6-49EF-9CE8-A082A8CF6959}">
      <dsp:nvSpPr>
        <dsp:cNvPr id="0" name=""/>
        <dsp:cNvSpPr/>
      </dsp:nvSpPr>
      <dsp:spPr>
        <a:xfrm>
          <a:off x="0" y="3264415"/>
          <a:ext cx="6220241" cy="652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032" tIns="69032" rIns="69032" bIns="69032" numCol="1" spcCol="1270" rtlCol="1" anchor="ctr" anchorCtr="0">
          <a:noAutofit/>
        </a:bodyPr>
        <a:lstStyle/>
        <a:p>
          <a:pPr marL="0" lvl="0" indent="0" algn="r" defTabSz="1155700" rtl="1">
            <a:lnSpc>
              <a:spcPct val="100000"/>
            </a:lnSpc>
            <a:spcBef>
              <a:spcPct val="0"/>
            </a:spcBef>
            <a:spcAft>
              <a:spcPct val="35000"/>
            </a:spcAft>
            <a:buNone/>
          </a:pPr>
          <a:r>
            <a:rPr lang="ar" sz="2600" kern="1200" dirty="0">
              <a:latin typeface="Sakkal Majalla" panose="02000000000000000000" pitchFamily="2" charset="-78"/>
              <a:cs typeface="Sakkal Majalla" panose="02000000000000000000" pitchFamily="2" charset="-78"/>
            </a:rPr>
            <a:t>تقارير الأجور. </a:t>
          </a:r>
          <a:endParaRPr lang="en-US" sz="2600" kern="1200" dirty="0">
            <a:latin typeface="Sakkal Majalla" panose="02000000000000000000" pitchFamily="2" charset="-78"/>
            <a:cs typeface="Sakkal Majalla" panose="02000000000000000000" pitchFamily="2" charset="-78"/>
          </a:endParaRPr>
        </a:p>
      </dsp:txBody>
      <dsp:txXfrm>
        <a:off x="0" y="3264415"/>
        <a:ext cx="6220241" cy="65227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095031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55310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934190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02159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03370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12578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857406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9613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00859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787746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765611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64362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60763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13303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637128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201516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155650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978472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78219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615313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952533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056585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058487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812159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533423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117715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62489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635863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49403532"/>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6" Type="http://schemas.openxmlformats.org/officeDocument/2006/relationships/image" Target="../media/image8.jpeg"/><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audio" Target="../media/audio1.bin"/><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theme" Target="../theme/theme8.xml"/><Relationship Id="rId3" Type="http://schemas.openxmlformats.org/officeDocument/2006/relationships/slideLayout" Target="../slideLayouts/slideLayout93.xml"/><Relationship Id="rId7" Type="http://schemas.openxmlformats.org/officeDocument/2006/relationships/slideLayout" Target="../slideLayouts/slideLayout97.xml"/><Relationship Id="rId12" Type="http://schemas.openxmlformats.org/officeDocument/2006/relationships/slideLayout" Target="../slideLayouts/slideLayout102.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5" Type="http://schemas.openxmlformats.org/officeDocument/2006/relationships/slideLayout" Target="../slideLayouts/slideLayout95.xml"/><Relationship Id="rId15" Type="http://schemas.openxmlformats.org/officeDocument/2006/relationships/image" Target="../media/image9.jpeg"/><Relationship Id="rId10" Type="http://schemas.openxmlformats.org/officeDocument/2006/relationships/slideLayout" Target="../slideLayouts/slideLayout100.xml"/><Relationship Id="rId4" Type="http://schemas.openxmlformats.org/officeDocument/2006/relationships/slideLayout" Target="../slideLayouts/slideLayout94.xml"/><Relationship Id="rId9" Type="http://schemas.openxmlformats.org/officeDocument/2006/relationships/slideLayout" Target="../slideLayouts/slideLayout99.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0.xml"/><Relationship Id="rId13" Type="http://schemas.openxmlformats.org/officeDocument/2006/relationships/theme" Target="../theme/theme9.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12" Type="http://schemas.openxmlformats.org/officeDocument/2006/relationships/slideLayout" Target="../slideLayouts/slideLayout114.xml"/><Relationship Id="rId2" Type="http://schemas.openxmlformats.org/officeDocument/2006/relationships/slideLayout" Target="../slideLayouts/slideLayout104.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5" Type="http://schemas.openxmlformats.org/officeDocument/2006/relationships/slideLayout" Target="../slideLayouts/slideLayout107.xml"/><Relationship Id="rId15" Type="http://schemas.openxmlformats.org/officeDocument/2006/relationships/image" Target="../media/image10.jpeg"/><Relationship Id="rId10" Type="http://schemas.openxmlformats.org/officeDocument/2006/relationships/slideLayout" Target="../slideLayouts/slideLayout112.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2.xml"/><Relationship Id="rId13" Type="http://schemas.openxmlformats.org/officeDocument/2006/relationships/theme" Target="../theme/theme10.xml"/><Relationship Id="rId3" Type="http://schemas.openxmlformats.org/officeDocument/2006/relationships/slideLayout" Target="../slideLayouts/slideLayout117.xml"/><Relationship Id="rId7" Type="http://schemas.openxmlformats.org/officeDocument/2006/relationships/slideLayout" Target="../slideLayouts/slideLayout121.xml"/><Relationship Id="rId12" Type="http://schemas.openxmlformats.org/officeDocument/2006/relationships/slideLayout" Target="../slideLayouts/slideLayout126.xml"/><Relationship Id="rId2" Type="http://schemas.openxmlformats.org/officeDocument/2006/relationships/slideLayout" Target="../slideLayouts/slideLayout116.xml"/><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slideLayout" Target="../slideLayouts/slideLayout125.xml"/><Relationship Id="rId5" Type="http://schemas.openxmlformats.org/officeDocument/2006/relationships/slideLayout" Target="../slideLayouts/slideLayout119.xml"/><Relationship Id="rId15" Type="http://schemas.openxmlformats.org/officeDocument/2006/relationships/image" Target="../media/image11.jpeg"/><Relationship Id="rId10" Type="http://schemas.openxmlformats.org/officeDocument/2006/relationships/slideLayout" Target="../slideLayouts/slideLayout124.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7" name="Picture 8">
            <a:extLst>
              <a:ext uri="{FF2B5EF4-FFF2-40B4-BE49-F238E27FC236}">
                <a16:creationId xmlns:a16="http://schemas.microsoft.com/office/drawing/2014/main" id="{CE45C410-E277-486C-9E60-4C0F5A0A7072}"/>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433B226E-F0AB-4C55-912F-303E967154FF}"/>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ar-EG" sz="2500" b="1" dirty="0">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dirty="0">
                <a:latin typeface="Sakkal Majalla" panose="02000000000000000000" pitchFamily="2" charset="-78"/>
                <a:cs typeface="Sakkal Majalla" panose="02000000000000000000" pitchFamily="2" charset="-78"/>
              </a:rPr>
              <a:t>الضيافة</a:t>
            </a:r>
          </a:p>
        </p:txBody>
      </p:sp>
      <p:sp>
        <p:nvSpPr>
          <p:cNvPr id="9" name="Rectangle 8">
            <a:extLst>
              <a:ext uri="{FF2B5EF4-FFF2-40B4-BE49-F238E27FC236}">
                <a16:creationId xmlns:a16="http://schemas.microsoft.com/office/drawing/2014/main" id="{8A47B3CE-12FA-4E85-A0EB-6C4864AEA69E}"/>
              </a:ext>
            </a:extLst>
          </p:cNvPr>
          <p:cNvSpPr/>
          <p:nvPr userDrawn="1"/>
        </p:nvSpPr>
        <p:spPr>
          <a:xfrm>
            <a:off x="5614416" y="111125"/>
            <a:ext cx="3529584" cy="874713"/>
          </a:xfrm>
          <a:prstGeom prst="rect">
            <a:avLst/>
          </a:prstGeom>
          <a:solidFill>
            <a:srgbClr val="33B2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 id="2147484934"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78.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90.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90.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90.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90.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8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audio" Target="../media/audio1.bin"/><Relationship Id="rId7" Type="http://schemas.openxmlformats.org/officeDocument/2006/relationships/diagramColors" Target="../diagrams/colors2.xml"/><Relationship Id="rId2" Type="http://schemas.openxmlformats.org/officeDocument/2006/relationships/notesSlide" Target="../notesSlides/notesSlide7.xml"/><Relationship Id="rId1" Type="http://schemas.openxmlformats.org/officeDocument/2006/relationships/slideLayout" Target="../slideLayouts/slideLayout90.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90.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81.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90.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81.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90.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90.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90.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90.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85.xml"/></Relationships>
</file>

<file path=ppt/slides/_rels/slide1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audio" Target="../media/audio1.bin"/><Relationship Id="rId7" Type="http://schemas.openxmlformats.org/officeDocument/2006/relationships/diagramColors" Target="../diagrams/colors3.xml"/><Relationship Id="rId2" Type="http://schemas.openxmlformats.org/officeDocument/2006/relationships/notesSlide" Target="../notesSlides/notesSlide17.xml"/><Relationship Id="rId1" Type="http://schemas.openxmlformats.org/officeDocument/2006/relationships/slideLayout" Target="../slideLayouts/slideLayout89.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90.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90.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90.xml"/></Relationships>
</file>

<file path=ppt/slides/_rels/slide21.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audio" Target="../media/audio1.bin"/><Relationship Id="rId7" Type="http://schemas.openxmlformats.org/officeDocument/2006/relationships/diagramColors" Target="../diagrams/colors4.xml"/><Relationship Id="rId2" Type="http://schemas.openxmlformats.org/officeDocument/2006/relationships/notesSlide" Target="../notesSlides/notesSlide21.xml"/><Relationship Id="rId1" Type="http://schemas.openxmlformats.org/officeDocument/2006/relationships/slideLayout" Target="../slideLayouts/slideLayout79.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2.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audio" Target="../media/audio1.bin"/><Relationship Id="rId7" Type="http://schemas.openxmlformats.org/officeDocument/2006/relationships/diagramColors" Target="../diagrams/colors5.xml"/><Relationship Id="rId2" Type="http://schemas.openxmlformats.org/officeDocument/2006/relationships/notesSlide" Target="../notesSlides/notesSlide22.xml"/><Relationship Id="rId1" Type="http://schemas.openxmlformats.org/officeDocument/2006/relationships/slideLayout" Target="../slideLayouts/slideLayout85.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3.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audio" Target="../media/audio1.bin"/><Relationship Id="rId7" Type="http://schemas.openxmlformats.org/officeDocument/2006/relationships/diagramColors" Target="../diagrams/colors6.xml"/><Relationship Id="rId2" Type="http://schemas.openxmlformats.org/officeDocument/2006/relationships/notesSlide" Target="../notesSlides/notesSlide23.xml"/><Relationship Id="rId1" Type="http://schemas.openxmlformats.org/officeDocument/2006/relationships/slideLayout" Target="../slideLayouts/slideLayout8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24.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audio" Target="../media/audio1.bin"/><Relationship Id="rId7" Type="http://schemas.openxmlformats.org/officeDocument/2006/relationships/diagramColors" Target="../diagrams/colors7.xml"/><Relationship Id="rId2" Type="http://schemas.openxmlformats.org/officeDocument/2006/relationships/notesSlide" Target="../notesSlides/notesSlide24.xml"/><Relationship Id="rId1" Type="http://schemas.openxmlformats.org/officeDocument/2006/relationships/slideLayout" Target="../slideLayouts/slideLayout85.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90.xml"/><Relationship Id="rId4" Type="http://schemas.openxmlformats.org/officeDocument/2006/relationships/image" Target="../media/image23.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90.xml"/><Relationship Id="rId5" Type="http://schemas.openxmlformats.org/officeDocument/2006/relationships/image" Target="../media/image25.jpeg"/><Relationship Id="rId4" Type="http://schemas.openxmlformats.org/officeDocument/2006/relationships/image" Target="../media/image24.jpe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90.xml"/><Relationship Id="rId4" Type="http://schemas.openxmlformats.org/officeDocument/2006/relationships/image" Target="../media/image26.jpeg"/></Relationships>
</file>

<file path=ppt/slides/_rels/slide28.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audio" Target="../media/audio1.bin"/><Relationship Id="rId7" Type="http://schemas.openxmlformats.org/officeDocument/2006/relationships/diagramColors" Target="../diagrams/colors8.xml"/><Relationship Id="rId2" Type="http://schemas.openxmlformats.org/officeDocument/2006/relationships/notesSlide" Target="../notesSlides/notesSlide28.xml"/><Relationship Id="rId1" Type="http://schemas.openxmlformats.org/officeDocument/2006/relationships/slideLayout" Target="../slideLayouts/slideLayout79.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90.xml"/></Relationships>
</file>

<file path=ppt/slides/_rels/slide30.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audio" Target="../media/audio1.bin"/><Relationship Id="rId7" Type="http://schemas.openxmlformats.org/officeDocument/2006/relationships/diagramColors" Target="../diagrams/colors9.xml"/><Relationship Id="rId2" Type="http://schemas.openxmlformats.org/officeDocument/2006/relationships/notesSlide" Target="../notesSlides/notesSlide30.xml"/><Relationship Id="rId1" Type="http://schemas.openxmlformats.org/officeDocument/2006/relationships/slideLayout" Target="../slideLayouts/slideLayout89.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31.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audio" Target="../media/audio1.bin"/><Relationship Id="rId7" Type="http://schemas.openxmlformats.org/officeDocument/2006/relationships/diagramColors" Target="../diagrams/colors10.xml"/><Relationship Id="rId2" Type="http://schemas.openxmlformats.org/officeDocument/2006/relationships/notesSlide" Target="../notesSlides/notesSlide31.xml"/><Relationship Id="rId1" Type="http://schemas.openxmlformats.org/officeDocument/2006/relationships/slideLayout" Target="../slideLayouts/slideLayout85.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32.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audio" Target="../media/audio1.bin"/><Relationship Id="rId7" Type="http://schemas.openxmlformats.org/officeDocument/2006/relationships/diagramColors" Target="../diagrams/colors11.xml"/><Relationship Id="rId2" Type="http://schemas.openxmlformats.org/officeDocument/2006/relationships/notesSlide" Target="../notesSlides/notesSlide32.xml"/><Relationship Id="rId1" Type="http://schemas.openxmlformats.org/officeDocument/2006/relationships/slideLayout" Target="../slideLayouts/slideLayout85.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81.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5</a:t>
            </a:r>
            <a:br>
              <a:rPr lang="en-GB" altLang="en-US" sz="4600" dirty="0"/>
            </a:br>
            <a:r>
              <a:rPr lang="ar" sz="4600" dirty="0"/>
              <a:t>مراقبة التكاليف لمشرفي الضيافة</a:t>
            </a:r>
            <a:br>
              <a:rPr lang="en-GB" altLang="en-US" sz="4600" dirty="0"/>
            </a:br>
            <a:br>
              <a:rPr lang="en-US" altLang="en-US" sz="4600" dirty="0"/>
            </a:br>
            <a:endParaRPr lang="en-GB" altLang="en-US" sz="4600"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p:txBody>
          <a:bodyPr wrap="square" rtlCol="1" anchor="t">
            <a:noAutofit/>
          </a:bodyPr>
          <a:lstStyle/>
          <a:p>
            <a:pPr algn="ctr" rtl="1">
              <a:lnSpc>
                <a:spcPct val="90000"/>
              </a:lnSpc>
              <a:spcAft>
                <a:spcPts val="600"/>
              </a:spcAft>
              <a:defRPr/>
            </a:pPr>
            <a:r>
              <a:rPr lang="ar" sz="1600" dirty="0"/>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6262AF2B-914B-74C4-BA01-0BDE98954294}"/>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179512"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مراقبة التكاليف لمشرفي الضيافة</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95536" y="3048000"/>
            <a:ext cx="8424935" cy="34147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600" dirty="0"/>
              <a:t>ستدرس في هذه الوحدة عملية اختيار البضائع في قطاع الضيافة. </a:t>
            </a:r>
          </a:p>
          <a:p>
            <a:pPr rtl="1"/>
            <a:r>
              <a:rPr lang="ar" sz="2600" dirty="0"/>
              <a:t>كما ستتعلم كيفية تنفيذ مجموعة من أنشطة تقدير التكاليف والتسعير لمنتجات الضيافة وخدماتها.  </a:t>
            </a:r>
          </a:p>
          <a:p>
            <a:pPr rtl="1"/>
            <a:r>
              <a:rPr lang="ar" sz="2600" dirty="0"/>
              <a:t>ستتعلم أيضًا كيفية تقييم أداء شركة الضيافة باستخدام مجموعة متنوعة من المعلومات المالية، مع تقديم التوصيات لتحسين الأداء. </a:t>
            </a:r>
          </a:p>
        </p:txBody>
      </p:sp>
      <p:sp>
        <p:nvSpPr>
          <p:cNvPr id="2" name="Footer Placeholder 2">
            <a:extLst>
              <a:ext uri="{FF2B5EF4-FFF2-40B4-BE49-F238E27FC236}">
                <a16:creationId xmlns:a16="http://schemas.microsoft.com/office/drawing/2014/main" id="{194ED202-067A-E788-CC6F-D89E026E399B}"/>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نتاجات التعلم</a:t>
            </a:r>
            <a:endParaRPr lang="en-GB" altLang="en-US" sz="4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661464"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600" b="1" dirty="0"/>
              <a:t>أ	</a:t>
            </a:r>
            <a:r>
              <a:rPr lang="ar" sz="2600" dirty="0"/>
              <a:t>التحقق من مبادئ اختيار البضائع في قطاع الضيافة.</a:t>
            </a:r>
            <a:endParaRPr lang="en-GB" altLang="en-US" sz="2600" dirty="0">
              <a:highlight>
                <a:srgbClr val="FFFF00"/>
              </a:highlight>
            </a:endParaRPr>
          </a:p>
          <a:p>
            <a:pPr marL="404813" indent="-404813" defTabSz="431800" rtl="1">
              <a:spcBef>
                <a:spcPts val="1200"/>
              </a:spcBef>
              <a:buNone/>
            </a:pPr>
            <a:r>
              <a:rPr lang="ar" sz="2600" b="1" dirty="0"/>
              <a:t>ب	</a:t>
            </a:r>
            <a:r>
              <a:rPr lang="ar" sz="2600" dirty="0"/>
              <a:t>تنفيذ أنشطة تقدير التكاليف والتسعير لمنتجات الضيافة وخدماتها.</a:t>
            </a:r>
            <a:endParaRPr lang="en-GB" altLang="en-US" sz="2600" dirty="0">
              <a:highlight>
                <a:srgbClr val="FFFF00"/>
              </a:highlight>
            </a:endParaRPr>
          </a:p>
          <a:p>
            <a:pPr marL="404813" indent="-404813" defTabSz="431800" rtl="1">
              <a:spcBef>
                <a:spcPts val="1200"/>
              </a:spcBef>
              <a:buNone/>
            </a:pPr>
            <a:r>
              <a:rPr lang="ar" sz="2600" b="1" dirty="0"/>
              <a:t>ج	</a:t>
            </a:r>
            <a:r>
              <a:rPr lang="ar" sz="2600" dirty="0"/>
              <a:t>استخدام المعلومات المالية لقياس أداء شركات الضيافة.</a:t>
            </a:r>
            <a:endParaRPr lang="en-GB" altLang="en-US" sz="2600" dirty="0">
              <a:highlight>
                <a:srgbClr val="FFFF00"/>
              </a:highlight>
            </a:endParaRPr>
          </a:p>
          <a:p>
            <a:pPr marL="0" indent="0" defTabSz="431800" rtl="1">
              <a:spcBef>
                <a:spcPts val="1200"/>
              </a:spcBef>
              <a:buFont typeface="Wingdings" panose="05000000000000000000" pitchFamily="2" charset="2"/>
              <a:buNone/>
            </a:pPr>
            <a:endParaRPr lang="en-GB" altLang="en-US" sz="2600" b="1" dirty="0">
              <a:highlight>
                <a:srgbClr val="FFFF00"/>
              </a:highlight>
            </a:endParaRPr>
          </a:p>
          <a:p>
            <a:pPr marL="0" indent="0" defTabSz="431800" rtl="1">
              <a:spcBef>
                <a:spcPts val="1200"/>
              </a:spcBef>
              <a:buFont typeface="Wingdings" panose="05000000000000000000" pitchFamily="2" charset="2"/>
              <a:buNone/>
            </a:pPr>
            <a:endParaRPr lang="en-GB" altLang="en-US" sz="2600" b="1" dirty="0">
              <a:highlight>
                <a:srgbClr val="FFFF00"/>
              </a:highlight>
            </a:endParaRPr>
          </a:p>
          <a:p>
            <a:pPr marL="0" indent="0" defTabSz="431800" rtl="1">
              <a:spcBef>
                <a:spcPts val="1200"/>
              </a:spcBef>
              <a:buFont typeface="Wingdings" panose="05000000000000000000" pitchFamily="2" charset="2"/>
              <a:buNone/>
            </a:pPr>
            <a:br>
              <a:rPr lang="en-GB" altLang="en-US" sz="2600" dirty="0"/>
            </a:br>
            <a:r>
              <a:rPr lang="ar" sz="2600" dirty="0"/>
              <a:t>	</a:t>
            </a:r>
          </a:p>
        </p:txBody>
      </p:sp>
      <p:sp>
        <p:nvSpPr>
          <p:cNvPr id="2" name="Footer Placeholder 2">
            <a:extLst>
              <a:ext uri="{FF2B5EF4-FFF2-40B4-BE49-F238E27FC236}">
                <a16:creationId xmlns:a16="http://schemas.microsoft.com/office/drawing/2014/main" id="{59B481C4-3189-E5A9-A9FB-0095B046E4A2}"/>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800"/>
              <a:t>نتاج التعلم أ</a:t>
            </a:r>
            <a:br>
              <a:rPr lang="en-US" altLang="en-US" sz="2800"/>
            </a:br>
            <a:br>
              <a:rPr lang="en-US" altLang="en-US" sz="2800"/>
            </a:br>
            <a:endParaRPr lang="en-GB" altLang="en-US" sz="400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25740" y="4149725"/>
            <a:ext cx="7165543"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800" dirty="0"/>
              <a:t>يعد نتا</a:t>
            </a:r>
            <a:r>
              <a:rPr lang="ar-EG" sz="2800" dirty="0"/>
              <a:t>ج</a:t>
            </a:r>
            <a:r>
              <a:rPr lang="ar" sz="2800" dirty="0"/>
              <a:t> التعلم هذا مقدمة لمبادئ اختيار البضائع، إذ سيساعدك على فهم الدور الذي يلعبه المشرفون في مراقبة التكاليف في أقسامهم. </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2775"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4000" b="1" dirty="0">
                <a:latin typeface="Sakkal Majalla" panose="02000000000000000000" pitchFamily="2" charset="-78"/>
                <a:cs typeface="Sakkal Majalla" panose="02000000000000000000" pitchFamily="2" charset="-78"/>
              </a:rPr>
              <a:t>التحقق من مبادئ اختيار البضائع في قطاع الضيافة.</a:t>
            </a:r>
          </a:p>
          <a:p>
            <a:pPr algn="ctr" rtl="1"/>
            <a:endParaRPr lang="en-GB" altLang="en-US" sz="40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7B9080A7-8269-05F8-5F1A-92DEA82B741B}"/>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51529" y="1988840"/>
            <a:ext cx="8208712"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تشمل دورة الشراء عدة خطوات أساسية لضمان حصول الشركة على البضائع والخدمات التي تحتاج إليها لتشغيل أعمالها بكفاءة. </a:t>
            </a:r>
          </a:p>
          <a:p>
            <a:pPr indent="0" rtl="1">
              <a:buFont typeface="Wingdings" panose="05000000000000000000" pitchFamily="2" charset="2"/>
              <a:buNone/>
            </a:pPr>
            <a:r>
              <a:rPr lang="ar" sz="2600" b="1" dirty="0"/>
              <a:t>البضائع</a:t>
            </a:r>
          </a:p>
          <a:p>
            <a:pPr marL="685800" rtl="1"/>
            <a:r>
              <a:rPr lang="ar" sz="2600" dirty="0"/>
              <a:t>مستلزمات الحمام (لغرف الضيوف وحمامات الفندق)</a:t>
            </a:r>
          </a:p>
          <a:p>
            <a:pPr marL="685800" rtl="1"/>
            <a:r>
              <a:rPr lang="ar" sz="2600" dirty="0"/>
              <a:t>المواد الخام (المكونات، القهوة)</a:t>
            </a:r>
          </a:p>
          <a:p>
            <a:pPr indent="0" rtl="1">
              <a:buFont typeface="Wingdings" panose="05000000000000000000" pitchFamily="2" charset="2"/>
              <a:buNone/>
            </a:pPr>
            <a:r>
              <a:rPr lang="ar" sz="2600" b="1" dirty="0"/>
              <a:t>الخدمات</a:t>
            </a:r>
          </a:p>
          <a:p>
            <a:pPr marL="685800" rtl="1"/>
            <a:r>
              <a:rPr lang="ar" sz="2600" dirty="0"/>
              <a:t>خدمات إزالة النفايات </a:t>
            </a:r>
          </a:p>
          <a:p>
            <a:pPr marL="685800" rtl="1"/>
            <a:r>
              <a:rPr lang="ar" sz="2600" dirty="0"/>
              <a:t>خدمات الغسيل </a:t>
            </a:r>
          </a:p>
          <a:p>
            <a:pPr indent="0" rtl="1">
              <a:buFont typeface="Wingdings" panose="05000000000000000000" pitchFamily="2" charset="2"/>
              <a:buNone/>
            </a:pPr>
            <a:endParaRPr lang="en-GB" altLang="en-US" sz="2600" dirty="0"/>
          </a:p>
          <a:p>
            <a:pPr indent="0" rtl="1">
              <a:buFont typeface="Wingdings" panose="05000000000000000000" pitchFamily="2" charset="2"/>
              <a:buNone/>
            </a:pPr>
            <a:endParaRPr lang="en-GB" altLang="en-US" sz="2600" b="1" dirty="0"/>
          </a:p>
          <a:p>
            <a:pPr indent="0" rtl="1">
              <a:buFont typeface="Wingdings" panose="05000000000000000000" pitchFamily="2" charset="2"/>
              <a:buNone/>
            </a:pPr>
            <a:endParaRPr lang="en-GB" altLang="en-US" sz="2600" dirty="0"/>
          </a:p>
          <a:p>
            <a:pPr marL="685800" rtl="1"/>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دورة الشراء (1)</a:t>
            </a:r>
          </a:p>
        </p:txBody>
      </p:sp>
      <p:sp>
        <p:nvSpPr>
          <p:cNvPr id="2" name="TextBox 1">
            <a:extLst>
              <a:ext uri="{FF2B5EF4-FFF2-40B4-BE49-F238E27FC236}">
                <a16:creationId xmlns:a16="http://schemas.microsoft.com/office/drawing/2014/main" id="{79B3F989-3266-16FE-83D4-42E9C784C4CA}"/>
              </a:ext>
            </a:extLst>
          </p:cNvPr>
          <p:cNvSpPr txBox="1"/>
          <p:nvPr/>
        </p:nvSpPr>
        <p:spPr>
          <a:xfrm>
            <a:off x="583759" y="5199583"/>
            <a:ext cx="3744416" cy="707886"/>
          </a:xfrm>
          <a:prstGeom prst="rect">
            <a:avLst/>
          </a:prstGeom>
          <a:noFill/>
          <a:ln w="38100">
            <a:solidFill>
              <a:schemeClr val="accent1">
                <a:lumMod val="75000"/>
              </a:schemeClr>
            </a:solidFill>
          </a:ln>
        </p:spPr>
        <p:txBody>
          <a:bodyPr wrap="square" rtlCol="1">
            <a:spAutoFit/>
          </a:bodyPr>
          <a:lstStyle/>
          <a:p>
            <a:pPr indent="0" rtl="1">
              <a:buFont typeface="Wingdings" panose="05000000000000000000" pitchFamily="2" charset="2"/>
              <a:buNone/>
            </a:pPr>
            <a:r>
              <a:rPr lang="ar" sz="2000" b="1" dirty="0">
                <a:latin typeface="Sakkal Majalla" panose="02000000000000000000" pitchFamily="2" charset="-78"/>
                <a:cs typeface="Sakkal Majalla" panose="02000000000000000000" pitchFamily="2" charset="-78"/>
              </a:rPr>
              <a:t>سؤال: </a:t>
            </a:r>
            <a:r>
              <a:rPr lang="ar" sz="2000" dirty="0">
                <a:latin typeface="Sakkal Majalla" panose="02000000000000000000" pitchFamily="2" charset="-78"/>
                <a:cs typeface="Sakkal Majalla" panose="02000000000000000000" pitchFamily="2" charset="-78"/>
              </a:rPr>
              <a:t>ما البضائع والخدمات الأخرى التي قد تحتاج إليها شركات الضيافة؟</a:t>
            </a:r>
            <a:endParaRPr lang="en-GB" altLang="en-US" sz="2000" b="1"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787F2A34-CB2B-639F-DABD-3CD280A57B7E}"/>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دورة الشراء (2)</a:t>
            </a:r>
          </a:p>
        </p:txBody>
      </p:sp>
      <p:graphicFrame>
        <p:nvGraphicFramePr>
          <p:cNvPr id="34822" name="Content Placeholder 3">
            <a:extLst>
              <a:ext uri="{FF2B5EF4-FFF2-40B4-BE49-F238E27FC236}">
                <a16:creationId xmlns:a16="http://schemas.microsoft.com/office/drawing/2014/main" id="{4892EEA1-6060-0817-5427-EB5E9FF02D57}"/>
              </a:ext>
            </a:extLst>
          </p:cNvPr>
          <p:cNvGraphicFramePr>
            <a:graphicFrameLocks noGrp="1"/>
          </p:cNvGraphicFramePr>
          <p:nvPr>
            <p:ph type="tbl" idx="1"/>
            <p:extLst>
              <p:ext uri="{D42A27DB-BD31-4B8C-83A1-F6EECF244321}">
                <p14:modId xmlns:p14="http://schemas.microsoft.com/office/powerpoint/2010/main" val="3688048413"/>
              </p:ext>
            </p:extLst>
          </p:nvPr>
        </p:nvGraphicFramePr>
        <p:xfrm>
          <a:off x="479426" y="2196000"/>
          <a:ext cx="8207375" cy="40413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2CEBFCA5-A1E1-B067-E1D5-7B52AC59ED2F}"/>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2478667994"/>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9" y="1844452"/>
            <a:ext cx="8208712"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لا بُد أن يتوافر سجل تدقيق لجميع المشتريات لدعم الشركة في التحكم في تكاليفها. </a:t>
            </a:r>
          </a:p>
          <a:p>
            <a:pPr indent="0" rtl="1">
              <a:buFont typeface="Wingdings" panose="05000000000000000000" pitchFamily="2" charset="2"/>
              <a:buNone/>
            </a:pPr>
            <a:endParaRPr lang="en-GB" altLang="en-US" sz="2600" dirty="0"/>
          </a:p>
          <a:p>
            <a:pPr indent="0" rtl="1">
              <a:buFont typeface="Wingdings" panose="05000000000000000000" pitchFamily="2" charset="2"/>
              <a:buNone/>
            </a:pPr>
            <a:endParaRPr lang="en-GB" altLang="en-US" sz="2600" dirty="0"/>
          </a:p>
          <a:p>
            <a:pPr marL="685800" rtl="1"/>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دورة الشراء (3)</a:t>
            </a:r>
          </a:p>
        </p:txBody>
      </p:sp>
      <p:graphicFrame>
        <p:nvGraphicFramePr>
          <p:cNvPr id="3" name="Diagram 2">
            <a:extLst>
              <a:ext uri="{FF2B5EF4-FFF2-40B4-BE49-F238E27FC236}">
                <a16:creationId xmlns:a16="http://schemas.microsoft.com/office/drawing/2014/main" id="{8855E36B-F6F8-5772-8D00-0D320A3B25A8}"/>
              </a:ext>
            </a:extLst>
          </p:cNvPr>
          <p:cNvGraphicFramePr/>
          <p:nvPr>
            <p:extLst>
              <p:ext uri="{D42A27DB-BD31-4B8C-83A1-F6EECF244321}">
                <p14:modId xmlns:p14="http://schemas.microsoft.com/office/powerpoint/2010/main" val="3187205110"/>
              </p:ext>
            </p:extLst>
          </p:nvPr>
        </p:nvGraphicFramePr>
        <p:xfrm>
          <a:off x="827584" y="2636912"/>
          <a:ext cx="6912768" cy="38156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DAE7C57C-AB2E-DF70-8B78-185EF6E70224}"/>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203579866"/>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11758" y="1843532"/>
            <a:ext cx="8208712"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endParaRPr lang="en-GB" altLang="en-US"/>
          </a:p>
          <a:p>
            <a:pPr indent="0" rtl="1">
              <a:buFont typeface="Wingdings" panose="05000000000000000000" pitchFamily="2" charset="2"/>
              <a:buNone/>
            </a:pPr>
            <a:endParaRPr lang="en-GB" altLang="en-US"/>
          </a:p>
          <a:p>
            <a:pPr marL="685800" rtl="1"/>
            <a:endParaRPr lang="en-GB" altLang="en-US"/>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4257"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دورة الشراء (4)</a:t>
            </a:r>
          </a:p>
        </p:txBody>
      </p:sp>
      <p:sp>
        <p:nvSpPr>
          <p:cNvPr id="4" name="TextBox 3">
            <a:extLst>
              <a:ext uri="{FF2B5EF4-FFF2-40B4-BE49-F238E27FC236}">
                <a16:creationId xmlns:a16="http://schemas.microsoft.com/office/drawing/2014/main" id="{C994855E-D426-DFF9-7023-485C4DBDDEDD}"/>
              </a:ext>
            </a:extLst>
          </p:cNvPr>
          <p:cNvSpPr txBox="1"/>
          <p:nvPr/>
        </p:nvSpPr>
        <p:spPr>
          <a:xfrm>
            <a:off x="510292" y="2132856"/>
            <a:ext cx="8280919" cy="2092881"/>
          </a:xfrm>
          <a:prstGeom prst="rect">
            <a:avLst/>
          </a:prstGeom>
          <a:noFill/>
        </p:spPr>
        <p:txBody>
          <a:bodyPr wrap="square" rtlCol="1">
            <a:spAutoFit/>
          </a:bodyPr>
          <a:lstStyle/>
          <a:p>
            <a:pPr marL="342900" indent="-342900" rtl="1">
              <a:buFont typeface="Wingdings" panose="05000000000000000000" pitchFamily="2" charset="2"/>
              <a:buChar char="§"/>
            </a:pPr>
            <a:r>
              <a:rPr lang="ar" sz="2600" dirty="0">
                <a:latin typeface="Sakkal Majalla" panose="02000000000000000000" pitchFamily="2" charset="-78"/>
                <a:cs typeface="Sakkal Majalla" panose="02000000000000000000" pitchFamily="2" charset="-78"/>
              </a:rPr>
              <a:t>يقدم إشعار التسليم معلومات حول توقيت التسليم.  </a:t>
            </a:r>
          </a:p>
          <a:p>
            <a:pPr marL="342900" indent="-342900" rtl="1">
              <a:buFont typeface="Wingdings" panose="05000000000000000000" pitchFamily="2" charset="2"/>
              <a:buChar char="§"/>
            </a:pPr>
            <a:r>
              <a:rPr lang="ar" sz="2600" dirty="0">
                <a:latin typeface="Sakkal Majalla" panose="02000000000000000000" pitchFamily="2" charset="-78"/>
                <a:cs typeface="Sakkal Majalla" panose="02000000000000000000" pitchFamily="2" charset="-78"/>
              </a:rPr>
              <a:t>بمجرد التسليم، تُفحص البضائع للتأكد من توافقها مع المواصفات الأصلية.</a:t>
            </a:r>
          </a:p>
          <a:p>
            <a:pPr marL="342900" indent="-342900" rtl="1">
              <a:buFont typeface="Wingdings" panose="05000000000000000000" pitchFamily="2" charset="2"/>
              <a:buChar char="§"/>
            </a:pPr>
            <a:r>
              <a:rPr lang="ar" sz="2600" dirty="0">
                <a:latin typeface="Sakkal Majalla" panose="02000000000000000000" pitchFamily="2" charset="-78"/>
                <a:cs typeface="Sakkal Majalla" panose="02000000000000000000" pitchFamily="2" charset="-78"/>
              </a:rPr>
              <a:t>بعد الاستلام، تُوضع البضائع في المخزون. </a:t>
            </a:r>
          </a:p>
          <a:p>
            <a:pPr marL="342900" indent="-342900" rtl="1">
              <a:buFont typeface="Wingdings" panose="05000000000000000000" pitchFamily="2" charset="2"/>
              <a:buChar char="§"/>
            </a:pPr>
            <a:r>
              <a:rPr lang="ar" sz="2600" dirty="0">
                <a:latin typeface="Sakkal Majalla" panose="02000000000000000000" pitchFamily="2" charset="-78"/>
                <a:cs typeface="Sakkal Majalla" panose="02000000000000000000" pitchFamily="2" charset="-78"/>
              </a:rPr>
              <a:t>ستُرسل فاتورة الدفع إلى الشركة.</a:t>
            </a:r>
          </a:p>
          <a:p>
            <a:pPr marL="342900" indent="-342900" rtl="1">
              <a:buFont typeface="Wingdings" panose="05000000000000000000" pitchFamily="2" charset="2"/>
              <a:buChar char="§"/>
            </a:pPr>
            <a:r>
              <a:rPr lang="ar" sz="2600" dirty="0">
                <a:latin typeface="Sakkal Majalla" panose="02000000000000000000" pitchFamily="2" charset="-78"/>
                <a:cs typeface="Sakkal Majalla" panose="02000000000000000000" pitchFamily="2" charset="-78"/>
              </a:rPr>
              <a:t>سيتم الدفع بمجرد إجراء جميع الفحوصات وتأكد الشركة من استلام البضائع. </a:t>
            </a:r>
          </a:p>
        </p:txBody>
      </p:sp>
      <p:sp>
        <p:nvSpPr>
          <p:cNvPr id="2" name="Footer Placeholder 2">
            <a:extLst>
              <a:ext uri="{FF2B5EF4-FFF2-40B4-BE49-F238E27FC236}">
                <a16:creationId xmlns:a16="http://schemas.microsoft.com/office/drawing/2014/main" id="{78AEF98A-566B-0001-4836-8772CD92F726}"/>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4025451694"/>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الوثائق (1)</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648199" y="2196001"/>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lnSpc>
                <a:spcPct val="90000"/>
              </a:lnSpc>
              <a:buNone/>
            </a:pPr>
            <a:r>
              <a:rPr lang="ar" sz="2000" dirty="0"/>
              <a:t>تُستخدَم الوثائق الآتية في دورة الشراء:</a:t>
            </a:r>
          </a:p>
          <a:p>
            <a:pPr marL="685800" rtl="1">
              <a:lnSpc>
                <a:spcPct val="90000"/>
              </a:lnSpc>
            </a:pPr>
            <a:r>
              <a:rPr lang="ar" sz="2000" dirty="0"/>
              <a:t>طلب الشراء – وثيقة تجارية تُعتبر أول مستند رسمي يصدره المشتري للبائع.</a:t>
            </a:r>
          </a:p>
          <a:p>
            <a:pPr marL="685800" rtl="1">
              <a:lnSpc>
                <a:spcPct val="90000"/>
              </a:lnSpc>
            </a:pPr>
            <a:r>
              <a:rPr lang="ar" sz="2000" dirty="0"/>
              <a:t>إشعار التسليم – وثيقة تُرفق بالبضائع، وتقدم قائمة تفصيلية بالعناصر المدرجة في شحنة التسليم.</a:t>
            </a:r>
          </a:p>
          <a:p>
            <a:pPr marL="685800" rtl="1">
              <a:lnSpc>
                <a:spcPct val="90000"/>
              </a:lnSpc>
            </a:pPr>
            <a:r>
              <a:rPr lang="ar" sz="2000" dirty="0"/>
              <a:t>الفاتورة – إيصال يُرسل من المورد إلى العميل، يوضح البضائع أو الخدمات المُشتراة وسعر الدفع المستحق</a:t>
            </a:r>
            <a:endParaRPr lang="en-GB" altLang="en-US" sz="2000" dirty="0"/>
          </a:p>
          <a:p>
            <a:pPr indent="0" rtl="1">
              <a:lnSpc>
                <a:spcPct val="90000"/>
              </a:lnSpc>
            </a:pPr>
            <a:endParaRPr lang="en-GB" altLang="en-US" sz="2000" dirty="0"/>
          </a:p>
          <a:p>
            <a:pPr marL="685800" rtl="1">
              <a:lnSpc>
                <a:spcPct val="90000"/>
              </a:lnSpc>
            </a:pPr>
            <a:endParaRPr lang="en-GB" altLang="en-US" sz="2000" dirty="0"/>
          </a:p>
        </p:txBody>
      </p:sp>
      <p:pic>
        <p:nvPicPr>
          <p:cNvPr id="3" name="Picture 2" descr="A chef holding vegetables in a kitchen">
            <a:extLst>
              <a:ext uri="{FF2B5EF4-FFF2-40B4-BE49-F238E27FC236}">
                <a16:creationId xmlns:a16="http://schemas.microsoft.com/office/drawing/2014/main" id="{0727AEBA-F0D1-7A62-4342-1619617E287E}"/>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l="19288" t="-1" r="12201" b="-1948"/>
          <a:stretch/>
        </p:blipFill>
        <p:spPr>
          <a:xfrm>
            <a:off x="395536" y="2196001"/>
            <a:ext cx="3744416" cy="3716437"/>
          </a:xfrm>
          <a:prstGeom prst="rect">
            <a:avLst/>
          </a:prstGeom>
        </p:spPr>
      </p:pic>
      <p:sp>
        <p:nvSpPr>
          <p:cNvPr id="2" name="Footer Placeholder 2">
            <a:extLst>
              <a:ext uri="{FF2B5EF4-FFF2-40B4-BE49-F238E27FC236}">
                <a16:creationId xmlns:a16="http://schemas.microsoft.com/office/drawing/2014/main" id="{D7EEDB15-333B-5A65-AE48-62D5B711B466}"/>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4251217704"/>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98764" y="2105024"/>
            <a:ext cx="8492836" cy="369894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إشعار استلام البضائع – هو السجل الرسمي الذي يقر باستلام البضائع من المورد. </a:t>
            </a:r>
          </a:p>
          <a:p>
            <a:pPr marL="685800" rtl="1"/>
            <a:r>
              <a:rPr lang="ar" sz="2600" dirty="0"/>
              <a:t>إشعار دائن – هو إشعار يقدمه المورد إلى العميل لإيضاح تسجيل رصيد دائن في حساب العميل مقابل البضائع المُرتجعة.</a:t>
            </a:r>
          </a:p>
          <a:p>
            <a:pPr marL="685800" rtl="1"/>
            <a:r>
              <a:rPr lang="ar" sz="2600" dirty="0"/>
              <a:t>إشعار إرجاع البضائع – هو السجل الرسمي الذي يوضح البضائع المُرتجعة لأسباب، مثل: وجود عيوب، أو استلام أصناف غير صحيحة، أو أصناف لا تتوافق مع المواصفات الأصلية. </a:t>
            </a:r>
          </a:p>
          <a:p>
            <a:pPr marL="685800" rtl="1"/>
            <a:endParaRPr lang="en-GB" altLang="en-US" sz="2600" dirty="0"/>
          </a:p>
          <a:p>
            <a:pPr marL="685800" rtl="1"/>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الوثائق (2)</a:t>
            </a:r>
          </a:p>
          <a:p>
            <a:pPr algn="ctr" rtl="1"/>
            <a:endParaRPr lang="en-GB" altLang="en-US" sz="3800" b="1" dirty="0">
              <a:latin typeface="Sakkal Majalla" panose="02000000000000000000" pitchFamily="2" charset="-78"/>
              <a:cs typeface="Sakkal Majalla" panose="02000000000000000000" pitchFamily="2" charset="-78"/>
            </a:endParaRPr>
          </a:p>
        </p:txBody>
      </p:sp>
      <p:sp>
        <p:nvSpPr>
          <p:cNvPr id="4" name="TextBox 3">
            <a:extLst>
              <a:ext uri="{FF2B5EF4-FFF2-40B4-BE49-F238E27FC236}">
                <a16:creationId xmlns:a16="http://schemas.microsoft.com/office/drawing/2014/main" id="{4C07E59B-B6EB-24DB-DED7-8A809955C1EB}"/>
              </a:ext>
            </a:extLst>
          </p:cNvPr>
          <p:cNvSpPr txBox="1"/>
          <p:nvPr/>
        </p:nvSpPr>
        <p:spPr>
          <a:xfrm>
            <a:off x="323530" y="5013549"/>
            <a:ext cx="3888432" cy="892552"/>
          </a:xfrm>
          <a:prstGeom prst="rect">
            <a:avLst/>
          </a:prstGeom>
          <a:noFill/>
          <a:ln w="38100">
            <a:solidFill>
              <a:schemeClr val="accent1">
                <a:lumMod val="90000"/>
              </a:schemeClr>
            </a:solidFill>
          </a:ln>
        </p:spPr>
        <p:txBody>
          <a:bodyPr wrap="square" rtlCol="1">
            <a:spAutoFit/>
          </a:bodyPr>
          <a:lstStyle/>
          <a:p>
            <a:pPr indent="0" rtl="1">
              <a:buNone/>
            </a:pPr>
            <a:r>
              <a:rPr lang="ar" sz="2600" dirty="0">
                <a:latin typeface="Sakkal Majalla" panose="02000000000000000000" pitchFamily="2" charset="-78"/>
                <a:cs typeface="Sakkal Majalla" panose="02000000000000000000" pitchFamily="2" charset="-78"/>
              </a:rPr>
              <a:t>سؤال: هل يمكنك التفكير في سبب قد يستدعي إعادة البضائع إلى المورد؟</a:t>
            </a:r>
          </a:p>
        </p:txBody>
      </p:sp>
      <p:sp>
        <p:nvSpPr>
          <p:cNvPr id="2" name="Footer Placeholder 2">
            <a:extLst>
              <a:ext uri="{FF2B5EF4-FFF2-40B4-BE49-F238E27FC236}">
                <a16:creationId xmlns:a16="http://schemas.microsoft.com/office/drawing/2014/main" id="{14C326C6-408D-0CDC-A992-A7F8FA3E379F}"/>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3296037585"/>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316634"/>
            <a:ext cx="8229600"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4000" b="1" dirty="0">
                <a:solidFill>
                  <a:schemeClr val="tx2"/>
                </a:solidFill>
                <a:latin typeface="Sakkal Majalla" panose="02000000000000000000" pitchFamily="2" charset="-78"/>
                <a:cs typeface="Sakkal Majalla" panose="02000000000000000000" pitchFamily="2" charset="-78"/>
              </a:rPr>
              <a:t>معايير اختيار البضائع</a:t>
            </a:r>
          </a:p>
          <a:p>
            <a:pPr algn="ctr" rtl="1">
              <a:lnSpc>
                <a:spcPct val="90000"/>
              </a:lnSpc>
              <a:spcAft>
                <a:spcPts val="600"/>
              </a:spcAft>
            </a:pPr>
            <a:r>
              <a:rPr lang="ar" sz="2800" dirty="0">
                <a:solidFill>
                  <a:schemeClr val="tx2"/>
                </a:solidFill>
                <a:latin typeface="Sakkal Majalla" panose="02000000000000000000" pitchFamily="2" charset="-78"/>
                <a:cs typeface="Sakkal Majalla" panose="02000000000000000000" pitchFamily="2" charset="-78"/>
              </a:rPr>
              <a:t>يجب مراعاة عوامل معينة عند اختيار البضائع.  </a:t>
            </a:r>
          </a:p>
        </p:txBody>
      </p:sp>
      <p:sp>
        <p:nvSpPr>
          <p:cNvPr id="34825" name="Content Placeholder 2">
            <a:extLst>
              <a:ext uri="{FF2B5EF4-FFF2-40B4-BE49-F238E27FC236}">
                <a16:creationId xmlns:a16="http://schemas.microsoft.com/office/drawing/2014/main" id="{73FA59FC-0FB9-1F5F-C060-B9C0168C0407}"/>
              </a:ext>
            </a:extLst>
          </p:cNvPr>
          <p:cNvSpPr>
            <a:spLocks noGrp="1"/>
          </p:cNvSpPr>
          <p:nvPr>
            <p:ph sz="half" idx="1"/>
          </p:nvPr>
        </p:nvSpPr>
        <p:spPr>
          <a:xfrm>
            <a:off x="4650079" y="2722775"/>
            <a:ext cx="4027487" cy="2362409"/>
          </a:xfrm>
        </p:spPr>
        <p:txBody>
          <a:bodyPr rtlCol="1"/>
          <a:lstStyle/>
          <a:p>
            <a:pPr rtl="1"/>
            <a:r>
              <a:rPr lang="ar" sz="2600" dirty="0"/>
              <a:t>ملاءمة البضاعة للغرض</a:t>
            </a:r>
          </a:p>
          <a:p>
            <a:pPr rtl="1"/>
            <a:r>
              <a:rPr lang="ar" sz="2600" dirty="0"/>
              <a:t>السعر</a:t>
            </a:r>
          </a:p>
          <a:p>
            <a:pPr rtl="1"/>
            <a:r>
              <a:rPr lang="ar" sz="2600" dirty="0"/>
              <a:t>القيود المالية</a:t>
            </a:r>
          </a:p>
          <a:p>
            <a:pPr rtl="1"/>
            <a:r>
              <a:rPr lang="ar" sz="2600" dirty="0"/>
              <a:t>التوافر</a:t>
            </a:r>
          </a:p>
          <a:p>
            <a:pPr rtl="1"/>
            <a:r>
              <a:rPr lang="ar" sz="2600" dirty="0"/>
              <a:t>الوقت اللازم للتسليم </a:t>
            </a:r>
          </a:p>
          <a:p>
            <a:pPr rtl="1"/>
            <a:endParaRPr lang="en-US" sz="2600" dirty="0"/>
          </a:p>
          <a:p>
            <a:pPr rtl="1"/>
            <a:endParaRPr lang="en-US" sz="2600" dirty="0"/>
          </a:p>
        </p:txBody>
      </p:sp>
      <p:sp>
        <p:nvSpPr>
          <p:cNvPr id="34827" name="Content Placeholder 3">
            <a:extLst>
              <a:ext uri="{FF2B5EF4-FFF2-40B4-BE49-F238E27FC236}">
                <a16:creationId xmlns:a16="http://schemas.microsoft.com/office/drawing/2014/main" id="{8DEF4501-8D29-BDFD-989E-A12A921D6388}"/>
              </a:ext>
            </a:extLst>
          </p:cNvPr>
          <p:cNvSpPr>
            <a:spLocks noGrp="1"/>
          </p:cNvSpPr>
          <p:nvPr>
            <p:ph sz="half" idx="2"/>
          </p:nvPr>
        </p:nvSpPr>
        <p:spPr>
          <a:xfrm>
            <a:off x="400496" y="2722775"/>
            <a:ext cx="4027488" cy="2434417"/>
          </a:xfrm>
        </p:spPr>
        <p:txBody>
          <a:bodyPr rtlCol="1"/>
          <a:lstStyle/>
          <a:p>
            <a:pPr rtl="1"/>
            <a:r>
              <a:rPr lang="ar" sz="2600" dirty="0"/>
              <a:t>الاعتبارات المادية</a:t>
            </a:r>
          </a:p>
          <a:p>
            <a:pPr rtl="1"/>
            <a:r>
              <a:rPr lang="ar" sz="2600" dirty="0"/>
              <a:t>الصيانة</a:t>
            </a:r>
          </a:p>
          <a:p>
            <a:pPr rtl="1"/>
            <a:r>
              <a:rPr lang="ar" sz="2600" dirty="0"/>
              <a:t>العقود والشروط والأحكام</a:t>
            </a:r>
          </a:p>
          <a:p>
            <a:pPr rtl="1"/>
            <a:r>
              <a:rPr lang="ar" sz="2600" dirty="0"/>
              <a:t>جودة البضائع</a:t>
            </a:r>
          </a:p>
        </p:txBody>
      </p:sp>
      <p:sp>
        <p:nvSpPr>
          <p:cNvPr id="3" name="TextBox 2">
            <a:extLst>
              <a:ext uri="{FF2B5EF4-FFF2-40B4-BE49-F238E27FC236}">
                <a16:creationId xmlns:a16="http://schemas.microsoft.com/office/drawing/2014/main" id="{0B2211D6-DAA3-10E2-2A59-5A30CD2D0F07}"/>
              </a:ext>
            </a:extLst>
          </p:cNvPr>
          <p:cNvSpPr txBox="1"/>
          <p:nvPr/>
        </p:nvSpPr>
        <p:spPr>
          <a:xfrm>
            <a:off x="384480" y="5449195"/>
            <a:ext cx="8507288" cy="400110"/>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سؤال: طُلب منك تأمين شراء أغطية جديدة لموائد المطعم. ما معايير الاختيار التي يجب مراعاتها؟</a:t>
            </a:r>
          </a:p>
        </p:txBody>
      </p:sp>
      <p:sp>
        <p:nvSpPr>
          <p:cNvPr id="2" name="Footer Placeholder 2">
            <a:extLst>
              <a:ext uri="{FF2B5EF4-FFF2-40B4-BE49-F238E27FC236}">
                <a16:creationId xmlns:a16="http://schemas.microsoft.com/office/drawing/2014/main" id="{D20EA390-8C6F-89E1-7A7B-1F803B1EE126}"/>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1041235149"/>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779318" y="2780928"/>
            <a:ext cx="7860528"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بمجرد شراء البضائع، يتعين على الشركات ضمان تسجيل مستويات المخزون والحفاظ عليها، إذ يسهم ذلك في ضمان الاستدامة المالية للشركة وتمكينها من تقديم منتجات متسقة لعملائها.</a:t>
            </a:r>
          </a:p>
          <a:p>
            <a:pPr marL="685800" rtl="1"/>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مراقبة حركة المخزون وتسجيلها (1)</a:t>
            </a:r>
          </a:p>
        </p:txBody>
      </p:sp>
      <p:sp>
        <p:nvSpPr>
          <p:cNvPr id="2" name="TextBox 1">
            <a:extLst>
              <a:ext uri="{FF2B5EF4-FFF2-40B4-BE49-F238E27FC236}">
                <a16:creationId xmlns:a16="http://schemas.microsoft.com/office/drawing/2014/main" id="{8B4CDBCD-EB2C-46CF-C16C-40F8F7533217}"/>
              </a:ext>
            </a:extLst>
          </p:cNvPr>
          <p:cNvSpPr txBox="1"/>
          <p:nvPr/>
        </p:nvSpPr>
        <p:spPr>
          <a:xfrm>
            <a:off x="323728" y="5445224"/>
            <a:ext cx="8208712" cy="400110"/>
          </a:xfrm>
          <a:prstGeom prst="rect">
            <a:avLst/>
          </a:prstGeom>
          <a:noFill/>
        </p:spPr>
        <p:txBody>
          <a:bodyPr wrap="square" rtlCol="1">
            <a:spAutoFit/>
          </a:bodyPr>
          <a:lstStyle/>
          <a:p>
            <a:pPr rtl="1"/>
            <a:r>
              <a:rPr lang="ar" sz="2000" b="1" dirty="0">
                <a:latin typeface="Sakkal Majalla" panose="02000000000000000000" pitchFamily="2" charset="-78"/>
                <a:cs typeface="Sakkal Majalla" panose="02000000000000000000" pitchFamily="2" charset="-78"/>
              </a:rPr>
              <a:t>مناقشة: </a:t>
            </a:r>
            <a:r>
              <a:rPr lang="ar" sz="2000" dirty="0">
                <a:latin typeface="Sakkal Majalla" panose="02000000000000000000" pitchFamily="2" charset="-78"/>
                <a:cs typeface="Sakkal Majalla" panose="02000000000000000000" pitchFamily="2" charset="-78"/>
              </a:rPr>
              <a:t>ناقش، في صفك الدراسي، الآثار التي تقع على الشركة في حالة عدم مراقبة حركة المخزون وتسجيلها. </a:t>
            </a:r>
          </a:p>
        </p:txBody>
      </p:sp>
      <p:sp>
        <p:nvSpPr>
          <p:cNvPr id="3" name="Footer Placeholder 2">
            <a:extLst>
              <a:ext uri="{FF2B5EF4-FFF2-40B4-BE49-F238E27FC236}">
                <a16:creationId xmlns:a16="http://schemas.microsoft.com/office/drawing/2014/main" id="{CCE4DB2B-E627-E24D-AF0C-667EAE77C99F}"/>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248919603"/>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860032" y="2780928"/>
            <a:ext cx="3779814"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None/>
            </a:pPr>
            <a:endParaRPr lang="en-GB" altLang="en-US" sz="2800" dirty="0"/>
          </a:p>
          <a:p>
            <a:pPr marL="685800" rtl="1"/>
            <a:endParaRPr lang="en-GB" altLang="en-US" sz="28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مراقبة حركة المخزون وتسجيلها (2)</a:t>
            </a:r>
          </a:p>
          <a:p>
            <a:pPr algn="ctr" rtl="1"/>
            <a:r>
              <a:rPr lang="ar" sz="2600" dirty="0">
                <a:latin typeface="Sakkal Majalla" panose="02000000000000000000" pitchFamily="2" charset="-78"/>
                <a:cs typeface="Sakkal Majalla" panose="02000000000000000000" pitchFamily="2" charset="-78"/>
              </a:rPr>
              <a:t>يتم الحفاظ على المخزون عن طريق</a:t>
            </a:r>
          </a:p>
        </p:txBody>
      </p:sp>
      <p:sp>
        <p:nvSpPr>
          <p:cNvPr id="2" name="Content Placeholder 3">
            <a:extLst>
              <a:ext uri="{FF2B5EF4-FFF2-40B4-BE49-F238E27FC236}">
                <a16:creationId xmlns:a16="http://schemas.microsoft.com/office/drawing/2014/main" id="{3E081C13-7DEA-10FF-EA0A-43CD7D4AFE5C}"/>
              </a:ext>
            </a:extLst>
          </p:cNvPr>
          <p:cNvSpPr txBox="1">
            <a:spLocks noChangeArrowheads="1"/>
          </p:cNvSpPr>
          <p:nvPr/>
        </p:nvSpPr>
        <p:spPr bwMode="auto">
          <a:xfrm>
            <a:off x="323530" y="2933328"/>
            <a:ext cx="8163917" cy="4312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600" kern="0" dirty="0">
                <a:latin typeface="Sakkal Majalla" panose="02000000000000000000" pitchFamily="2" charset="-78"/>
                <a:cs typeface="Sakkal Majalla" panose="02000000000000000000" pitchFamily="2" charset="-78"/>
              </a:rPr>
              <a:t>تحديد الحد الأدنى/الأقصى لمستويات المخزون.</a:t>
            </a:r>
          </a:p>
          <a:p>
            <a:pPr marL="685800" rtl="1"/>
            <a:r>
              <a:rPr lang="ar" sz="2600" kern="0" dirty="0">
                <a:latin typeface="Sakkal Majalla" panose="02000000000000000000" pitchFamily="2" charset="-78"/>
                <a:cs typeface="Sakkal Majalla" panose="02000000000000000000" pitchFamily="2" charset="-78"/>
              </a:rPr>
              <a:t>استلام البضائع المُشتراة وفحصها.</a:t>
            </a:r>
          </a:p>
          <a:p>
            <a:pPr marL="685800" rtl="1"/>
            <a:r>
              <a:rPr lang="ar" sz="2600" kern="0" dirty="0">
                <a:latin typeface="Sakkal Majalla" panose="02000000000000000000" pitchFamily="2" charset="-78"/>
                <a:cs typeface="Sakkal Majalla" panose="02000000000000000000" pitchFamily="2" charset="-78"/>
              </a:rPr>
              <a:t>التخزين لتحقيق الربح – عن طريق الالتزام بدرجات الحرارة المناسبة، وتطبيق مبدأ الوارد أولًا يُصرف أولًا (FIFO)، أو الوارد أخيرًا يُصرف أولًا (LILO).</a:t>
            </a:r>
          </a:p>
          <a:p>
            <a:pPr marL="685800" rtl="1"/>
            <a:r>
              <a:rPr lang="ar" sz="2600" kern="0" dirty="0">
                <a:latin typeface="Sakkal Majalla" panose="02000000000000000000" pitchFamily="2" charset="-78"/>
                <a:cs typeface="Sakkal Majalla" panose="02000000000000000000" pitchFamily="2" charset="-78"/>
              </a:rPr>
              <a:t>استخدام آليات التسجيل- سواءً كانت يدوية أو إلكترونية.</a:t>
            </a:r>
          </a:p>
          <a:p>
            <a:pPr marL="685800" rtl="1"/>
            <a:endParaRPr lang="en-GB" altLang="en-US" sz="2600" kern="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D4155FC9-47A5-26BB-8DB8-8FB95E14A983}"/>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4194509847"/>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860032" y="2780928"/>
            <a:ext cx="3779814"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None/>
            </a:pPr>
            <a:endParaRPr lang="en-GB" altLang="en-US"/>
          </a:p>
          <a:p>
            <a:pPr marL="685800" rtl="1"/>
            <a:endParaRPr lang="en-GB" altLang="en-US"/>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مراقبة حركة المخزون وتسجيلها (3)</a:t>
            </a:r>
          </a:p>
          <a:p>
            <a:pPr algn="ctr" rtl="1"/>
            <a:r>
              <a:rPr lang="ar" sz="2600" dirty="0">
                <a:latin typeface="Sakkal Majalla" panose="02000000000000000000" pitchFamily="2" charset="-78"/>
                <a:cs typeface="Sakkal Majalla" panose="02000000000000000000" pitchFamily="2" charset="-78"/>
              </a:rPr>
              <a:t>يتم الحفاظ على المخزون عن طريق</a:t>
            </a:r>
          </a:p>
        </p:txBody>
      </p:sp>
      <p:sp>
        <p:nvSpPr>
          <p:cNvPr id="2" name="Content Placeholder 3">
            <a:extLst>
              <a:ext uri="{FF2B5EF4-FFF2-40B4-BE49-F238E27FC236}">
                <a16:creationId xmlns:a16="http://schemas.microsoft.com/office/drawing/2014/main" id="{3E081C13-7DEA-10FF-EA0A-43CD7D4AFE5C}"/>
              </a:ext>
            </a:extLst>
          </p:cNvPr>
          <p:cNvSpPr txBox="1">
            <a:spLocks noChangeArrowheads="1"/>
          </p:cNvSpPr>
          <p:nvPr/>
        </p:nvSpPr>
        <p:spPr bwMode="auto">
          <a:xfrm>
            <a:off x="323530" y="2933328"/>
            <a:ext cx="8163917" cy="3375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600" kern="0" dirty="0">
                <a:latin typeface="Sakkal Majalla" panose="02000000000000000000" pitchFamily="2" charset="-78"/>
                <a:cs typeface="Sakkal Majalla" panose="02000000000000000000" pitchFamily="2" charset="-78"/>
              </a:rPr>
              <a:t>إصدار البضائع – إلى الأقسام المختلفة مع الحفاظ على سجل توثيقي.</a:t>
            </a:r>
          </a:p>
          <a:p>
            <a:pPr marL="685800" rtl="1"/>
            <a:r>
              <a:rPr lang="ar" sz="2600" kern="0" dirty="0">
                <a:latin typeface="Sakkal Majalla" panose="02000000000000000000" pitchFamily="2" charset="-78"/>
                <a:cs typeface="Sakkal Majalla" panose="02000000000000000000" pitchFamily="2" charset="-78"/>
              </a:rPr>
              <a:t>مستويات إعادة الطلب – يجب تحديث هذه المعلومات عند صرف المخزون.</a:t>
            </a:r>
          </a:p>
          <a:p>
            <a:pPr marL="685800" rtl="1"/>
            <a:r>
              <a:rPr lang="ar" sz="2600" kern="0" dirty="0">
                <a:latin typeface="Sakkal Majalla" panose="02000000000000000000" pitchFamily="2" charset="-78"/>
                <a:cs typeface="Sakkal Majalla" panose="02000000000000000000" pitchFamily="2" charset="-78"/>
              </a:rPr>
              <a:t>جرد المخزون – باستمرار، ودون مواعيد منتظمة لكن بتخطيطٍ مُسبق.</a:t>
            </a:r>
          </a:p>
          <a:p>
            <a:pPr marL="685800" rtl="1"/>
            <a:r>
              <a:rPr lang="ar" sz="2600" kern="0" dirty="0">
                <a:latin typeface="Sakkal Majalla" panose="02000000000000000000" pitchFamily="2" charset="-78"/>
                <a:cs typeface="Sakkal Majalla" panose="02000000000000000000" pitchFamily="2" charset="-78"/>
              </a:rPr>
              <a:t>التخزين بأمان وسلامة – يضمن ذلك ملاءمة المخزون للاستخدام، ما يقلل الهدر إلى الحد الأدنى. </a:t>
            </a:r>
          </a:p>
          <a:p>
            <a:pPr marL="685800" rtl="1"/>
            <a:endParaRPr lang="en-GB" altLang="en-US" sz="2600" kern="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DB9BEE49-9247-973A-1C35-DC934DF3C42F}"/>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3764735675"/>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ب</a:t>
            </a:r>
            <a:br>
              <a:rPr lang="en-US" altLang="en-US" sz="2600" dirty="0"/>
            </a:br>
            <a:br>
              <a:rPr lang="en-US" altLang="en-US" sz="2600" dirty="0"/>
            </a:br>
            <a:endParaRPr lang="en-GB" altLang="en-US" sz="2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76263" y="4509120"/>
            <a:ext cx="7991475"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سيطلعك نتاج التعلم هذا على أنواع التكاليف في قطاع الضيافة وكيفية إجراء الرقابة عليها، بالإضافة إلى الطرق المختلفة المستخدمة في تحديد الأسعار للسلع والخدمات. </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تنفيذ أنشطة تقدير التكاليف والتسعير لمنتجات الضيافة وخدماتها </a:t>
            </a:r>
          </a:p>
          <a:p>
            <a:pPr algn="ctr" rtl="1"/>
            <a:endParaRPr lang="ar"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2CA7CB4-3C92-F9BB-E904-C4ED81517A7A}"/>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95536" y="1279105"/>
            <a:ext cx="829126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endParaRPr lang="en-US" altLang="en-US" sz="3600" dirty="0">
              <a:solidFill>
                <a:schemeClr val="tx2"/>
              </a:solidFill>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type="body" sz="half" idx="2"/>
          </p:nvPr>
        </p:nvSpPr>
        <p:spPr bwMode="auto">
          <a:xfrm>
            <a:off x="5678486" y="2132857"/>
            <a:ext cx="3008313" cy="399330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rtl="1"/>
            <a:endParaRPr lang="en-US" altLang="en-US" dirty="0">
              <a:ea typeface="Arial" charset="0"/>
            </a:endParaRPr>
          </a:p>
          <a:p>
            <a:pPr rtl="1"/>
            <a:endParaRPr lang="en-US" altLang="en-US" dirty="0">
              <a:ea typeface="Arial" charset="0"/>
            </a:endParaRPr>
          </a:p>
          <a:p>
            <a:pPr rtl="1"/>
            <a:endParaRPr lang="en-US" altLang="en-US" dirty="0">
              <a:ea typeface="Arial" charset="0"/>
            </a:endParaRPr>
          </a:p>
        </p:txBody>
      </p:sp>
      <p:grpSp>
        <p:nvGrpSpPr>
          <p:cNvPr id="2" name="Group 1">
            <a:extLst>
              <a:ext uri="{FF2B5EF4-FFF2-40B4-BE49-F238E27FC236}">
                <a16:creationId xmlns:a16="http://schemas.microsoft.com/office/drawing/2014/main" id="{81D6A3F4-3F1A-C15B-A373-DBBD8A16C07B}"/>
              </a:ext>
            </a:extLst>
          </p:cNvPr>
          <p:cNvGrpSpPr/>
          <p:nvPr/>
        </p:nvGrpSpPr>
        <p:grpSpPr>
          <a:xfrm>
            <a:off x="437481" y="2310044"/>
            <a:ext cx="8207375" cy="1653300"/>
            <a:chOff x="30832" y="-965832"/>
            <a:chExt cx="8207375" cy="2872264"/>
          </a:xfrm>
        </p:grpSpPr>
        <p:sp>
          <p:nvSpPr>
            <p:cNvPr id="3" name="Rectangle: Rounded Corners 2">
              <a:extLst>
                <a:ext uri="{FF2B5EF4-FFF2-40B4-BE49-F238E27FC236}">
                  <a16:creationId xmlns:a16="http://schemas.microsoft.com/office/drawing/2014/main" id="{73A29E3D-FE90-D5E9-BA61-CB3250C52415}"/>
                </a:ext>
              </a:extLst>
            </p:cNvPr>
            <p:cNvSpPr/>
            <p:nvPr/>
          </p:nvSpPr>
          <p:spPr>
            <a:xfrm>
              <a:off x="30832" y="-965832"/>
              <a:ext cx="8207375" cy="1956386"/>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1"/>
            <a:lstStyle/>
            <a:p>
              <a:pPr rtl="1"/>
              <a:endParaRPr lang="en-GB" dirty="0">
                <a:latin typeface="Sakkal Majalla" panose="02000000000000000000" pitchFamily="2" charset="-78"/>
              </a:endParaRPr>
            </a:p>
          </p:txBody>
        </p:sp>
        <p:sp>
          <p:nvSpPr>
            <p:cNvPr id="4" name="Rectangle: Rounded Corners 4">
              <a:extLst>
                <a:ext uri="{FF2B5EF4-FFF2-40B4-BE49-F238E27FC236}">
                  <a16:creationId xmlns:a16="http://schemas.microsoft.com/office/drawing/2014/main" id="{D7F78319-85E2-6681-BF47-CDF3D0F2FF2B}"/>
                </a:ext>
              </a:extLst>
            </p:cNvPr>
            <p:cNvSpPr txBox="1"/>
            <p:nvPr/>
          </p:nvSpPr>
          <p:spPr>
            <a:xfrm>
              <a:off x="95503" y="141052"/>
              <a:ext cx="8016369" cy="17653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rtlCol="1" anchor="ctr" anchorCtr="0">
              <a:noAutofit/>
            </a:bodyPr>
            <a:lstStyle/>
            <a:p>
              <a:pPr marL="0" lvl="0" indent="0" algn="l" defTabSz="1066800" rtl="1">
                <a:lnSpc>
                  <a:spcPct val="90000"/>
                </a:lnSpc>
                <a:spcBef>
                  <a:spcPct val="0"/>
                </a:spcBef>
                <a:spcAft>
                  <a:spcPct val="35000"/>
                </a:spcAft>
                <a:buNone/>
              </a:pPr>
              <a:endParaRPr lang="en-US" sz="2400" kern="1200" dirty="0">
                <a:solidFill>
                  <a:schemeClr val="tx1"/>
                </a:solidFill>
                <a:latin typeface="Sakkal Majalla" panose="02000000000000000000" pitchFamily="2" charset="-78"/>
                <a:cs typeface="Sakkal Majalla" panose="02000000000000000000" pitchFamily="2" charset="-78"/>
              </a:endParaRPr>
            </a:p>
          </p:txBody>
        </p:sp>
      </p:grpSp>
      <p:grpSp>
        <p:nvGrpSpPr>
          <p:cNvPr id="5" name="Group 4">
            <a:extLst>
              <a:ext uri="{FF2B5EF4-FFF2-40B4-BE49-F238E27FC236}">
                <a16:creationId xmlns:a16="http://schemas.microsoft.com/office/drawing/2014/main" id="{BB81EA9D-BBCF-BF8E-D998-4BCF169B77A6}"/>
              </a:ext>
            </a:extLst>
          </p:cNvPr>
          <p:cNvGrpSpPr/>
          <p:nvPr/>
        </p:nvGrpSpPr>
        <p:grpSpPr>
          <a:xfrm>
            <a:off x="411419" y="3625155"/>
            <a:ext cx="8207375" cy="1224437"/>
            <a:chOff x="0" y="45549"/>
            <a:chExt cx="8207375" cy="1956386"/>
          </a:xfrm>
        </p:grpSpPr>
        <p:sp>
          <p:nvSpPr>
            <p:cNvPr id="6" name="Rectangle: Rounded Corners 5">
              <a:extLst>
                <a:ext uri="{FF2B5EF4-FFF2-40B4-BE49-F238E27FC236}">
                  <a16:creationId xmlns:a16="http://schemas.microsoft.com/office/drawing/2014/main" id="{D9A38828-A3C3-C93D-2FFC-FB0BA8A1ED94}"/>
                </a:ext>
              </a:extLst>
            </p:cNvPr>
            <p:cNvSpPr/>
            <p:nvPr/>
          </p:nvSpPr>
          <p:spPr>
            <a:xfrm>
              <a:off x="0" y="45549"/>
              <a:ext cx="8207375" cy="1956386"/>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1"/>
            <a:lstStyle/>
            <a:p>
              <a:pPr rtl="1"/>
              <a:endParaRPr lang="en-GB" dirty="0">
                <a:latin typeface="Sakkal Majalla" panose="02000000000000000000" pitchFamily="2" charset="-78"/>
              </a:endParaRPr>
            </a:p>
          </p:txBody>
        </p:sp>
        <p:sp>
          <p:nvSpPr>
            <p:cNvPr id="7" name="Rectangle: Rounded Corners 4">
              <a:extLst>
                <a:ext uri="{FF2B5EF4-FFF2-40B4-BE49-F238E27FC236}">
                  <a16:creationId xmlns:a16="http://schemas.microsoft.com/office/drawing/2014/main" id="{2C6CBC76-AA1F-F6BF-0065-87D3EFC67D4B}"/>
                </a:ext>
              </a:extLst>
            </p:cNvPr>
            <p:cNvSpPr txBox="1"/>
            <p:nvPr/>
          </p:nvSpPr>
          <p:spPr>
            <a:xfrm>
              <a:off x="95503" y="141052"/>
              <a:ext cx="8016369" cy="17653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rtlCol="1" anchor="ctr" anchorCtr="0">
              <a:noAutofit/>
            </a:bodyPr>
            <a:lstStyle/>
            <a:p>
              <a:pPr marL="0" lvl="0" indent="0" algn="l" defTabSz="1066800" rtl="1">
                <a:lnSpc>
                  <a:spcPct val="90000"/>
                </a:lnSpc>
                <a:spcBef>
                  <a:spcPct val="0"/>
                </a:spcBef>
                <a:spcAft>
                  <a:spcPct val="35000"/>
                </a:spcAft>
                <a:buNone/>
              </a:pPr>
              <a:endParaRPr lang="en-US" sz="2400" kern="1200" dirty="0">
                <a:solidFill>
                  <a:schemeClr val="tx1"/>
                </a:solidFill>
                <a:latin typeface="Sakkal Majalla" panose="02000000000000000000" pitchFamily="2" charset="-78"/>
                <a:cs typeface="Sakkal Majalla" panose="02000000000000000000" pitchFamily="2" charset="-78"/>
              </a:endParaRPr>
            </a:p>
          </p:txBody>
        </p:sp>
      </p:grpSp>
      <p:grpSp>
        <p:nvGrpSpPr>
          <p:cNvPr id="8" name="Group 7">
            <a:extLst>
              <a:ext uri="{FF2B5EF4-FFF2-40B4-BE49-F238E27FC236}">
                <a16:creationId xmlns:a16="http://schemas.microsoft.com/office/drawing/2014/main" id="{DF7A4C9E-337A-0BC3-6671-EB953C433556}"/>
              </a:ext>
            </a:extLst>
          </p:cNvPr>
          <p:cNvGrpSpPr/>
          <p:nvPr/>
        </p:nvGrpSpPr>
        <p:grpSpPr>
          <a:xfrm>
            <a:off x="396631" y="4999740"/>
            <a:ext cx="8207375" cy="1546015"/>
            <a:chOff x="14060" y="141052"/>
            <a:chExt cx="8207375" cy="2076884"/>
          </a:xfrm>
        </p:grpSpPr>
        <p:sp>
          <p:nvSpPr>
            <p:cNvPr id="9" name="Rectangle: Rounded Corners 8">
              <a:extLst>
                <a:ext uri="{FF2B5EF4-FFF2-40B4-BE49-F238E27FC236}">
                  <a16:creationId xmlns:a16="http://schemas.microsoft.com/office/drawing/2014/main" id="{7CF76470-1574-E2D7-EE91-7D151C7C228E}"/>
                </a:ext>
              </a:extLst>
            </p:cNvPr>
            <p:cNvSpPr/>
            <p:nvPr/>
          </p:nvSpPr>
          <p:spPr>
            <a:xfrm>
              <a:off x="14060" y="261550"/>
              <a:ext cx="8207375" cy="1956386"/>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1"/>
            <a:lstStyle/>
            <a:p>
              <a:pPr rtl="1"/>
              <a:endParaRPr lang="en-GB" dirty="0">
                <a:latin typeface="Sakkal Majalla" panose="02000000000000000000" pitchFamily="2" charset="-78"/>
              </a:endParaRPr>
            </a:p>
          </p:txBody>
        </p:sp>
        <p:sp>
          <p:nvSpPr>
            <p:cNvPr id="10" name="Rectangle: Rounded Corners 4">
              <a:extLst>
                <a:ext uri="{FF2B5EF4-FFF2-40B4-BE49-F238E27FC236}">
                  <a16:creationId xmlns:a16="http://schemas.microsoft.com/office/drawing/2014/main" id="{1FF69D28-BF74-F796-72E7-C55ADB4D006D}"/>
                </a:ext>
              </a:extLst>
            </p:cNvPr>
            <p:cNvSpPr txBox="1"/>
            <p:nvPr/>
          </p:nvSpPr>
          <p:spPr>
            <a:xfrm>
              <a:off x="95503" y="141052"/>
              <a:ext cx="8016369" cy="17653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rtlCol="1" anchor="ctr" anchorCtr="0">
              <a:noAutofit/>
            </a:bodyPr>
            <a:lstStyle/>
            <a:p>
              <a:pPr marL="0" lvl="0" indent="0" algn="l" defTabSz="1066800" rtl="1">
                <a:lnSpc>
                  <a:spcPct val="90000"/>
                </a:lnSpc>
                <a:spcBef>
                  <a:spcPct val="0"/>
                </a:spcBef>
                <a:spcAft>
                  <a:spcPct val="35000"/>
                </a:spcAft>
                <a:buNone/>
              </a:pPr>
              <a:endParaRPr lang="en-US" sz="2400" kern="1200" dirty="0">
                <a:solidFill>
                  <a:schemeClr val="tx1"/>
                </a:solidFill>
                <a:latin typeface="Sakkal Majalla" panose="02000000000000000000" pitchFamily="2" charset="-78"/>
                <a:cs typeface="Sakkal Majalla" panose="02000000000000000000" pitchFamily="2" charset="-78"/>
              </a:endParaRPr>
            </a:p>
          </p:txBody>
        </p:sp>
      </p:grpSp>
      <p:sp>
        <p:nvSpPr>
          <p:cNvPr id="12" name="TextBox 11">
            <a:extLst>
              <a:ext uri="{FF2B5EF4-FFF2-40B4-BE49-F238E27FC236}">
                <a16:creationId xmlns:a16="http://schemas.microsoft.com/office/drawing/2014/main" id="{55108AA0-78A4-886B-FE15-A0EB1597D329}"/>
              </a:ext>
            </a:extLst>
          </p:cNvPr>
          <p:cNvSpPr txBox="1"/>
          <p:nvPr/>
        </p:nvSpPr>
        <p:spPr>
          <a:xfrm>
            <a:off x="734686" y="5423132"/>
            <a:ext cx="7560839" cy="892552"/>
          </a:xfrm>
          <a:prstGeom prst="rect">
            <a:avLst/>
          </a:prstGeom>
          <a:noFill/>
        </p:spPr>
        <p:txBody>
          <a:bodyPr wrap="square" rtlCol="1">
            <a:spAutoFit/>
          </a:bodyPr>
          <a:lstStyle/>
          <a:p>
            <a:pPr lvl="0" rtl="1"/>
            <a:r>
              <a:rPr lang="ar" sz="2600" dirty="0">
                <a:latin typeface="Sakkal Majalla" panose="02000000000000000000" pitchFamily="2" charset="-78"/>
                <a:cs typeface="Sakkal Majalla" panose="02000000000000000000" pitchFamily="2" charset="-78"/>
              </a:rPr>
              <a:t>التكاليف المباشرة – ترتبط بإنتاج سلعة أو خدمة، مثل: تكلفة المكونات، وتكاليف العمالة، والخدمات العامة، والإمدادات.</a:t>
            </a:r>
            <a:endParaRPr lang="en-US" sz="2600" dirty="0">
              <a:latin typeface="Sakkal Majalla" panose="02000000000000000000" pitchFamily="2" charset="-78"/>
              <a:cs typeface="Sakkal Majalla" panose="02000000000000000000" pitchFamily="2" charset="-78"/>
            </a:endParaRPr>
          </a:p>
        </p:txBody>
      </p:sp>
      <p:sp>
        <p:nvSpPr>
          <p:cNvPr id="14" name="TextBox 13">
            <a:extLst>
              <a:ext uri="{FF2B5EF4-FFF2-40B4-BE49-F238E27FC236}">
                <a16:creationId xmlns:a16="http://schemas.microsoft.com/office/drawing/2014/main" id="{A25ABD5D-AF18-7790-7ED7-60E45144B97E}"/>
              </a:ext>
            </a:extLst>
          </p:cNvPr>
          <p:cNvSpPr txBox="1"/>
          <p:nvPr/>
        </p:nvSpPr>
        <p:spPr>
          <a:xfrm>
            <a:off x="599821" y="3812892"/>
            <a:ext cx="7695704" cy="892552"/>
          </a:xfrm>
          <a:prstGeom prst="rect">
            <a:avLst/>
          </a:prstGeom>
          <a:noFill/>
        </p:spPr>
        <p:txBody>
          <a:bodyPr wrap="square" rtlCol="1">
            <a:spAutoFit/>
          </a:bodyPr>
          <a:lstStyle/>
          <a:p>
            <a:pPr lvl="0" rtl="1"/>
            <a:r>
              <a:rPr lang="ar" sz="2600" dirty="0">
                <a:latin typeface="Sakkal Majalla" panose="02000000000000000000" pitchFamily="2" charset="-78"/>
                <a:cs typeface="Sakkal Majalla" panose="02000000000000000000" pitchFamily="2" charset="-78"/>
              </a:rPr>
              <a:t>التكاليف المتغيرة – تتغير بنسب تتوافق مع كمية البضائع المباعة، مثل: الأجور، والطاقة، وتكلفة المكونات.</a:t>
            </a:r>
            <a:endParaRPr lang="en-US" sz="2600" dirty="0">
              <a:latin typeface="Sakkal Majalla" panose="02000000000000000000" pitchFamily="2" charset="-78"/>
              <a:cs typeface="Sakkal Majalla" panose="02000000000000000000" pitchFamily="2" charset="-78"/>
            </a:endParaRPr>
          </a:p>
        </p:txBody>
      </p:sp>
      <p:sp>
        <p:nvSpPr>
          <p:cNvPr id="16" name="TextBox 15">
            <a:extLst>
              <a:ext uri="{FF2B5EF4-FFF2-40B4-BE49-F238E27FC236}">
                <a16:creationId xmlns:a16="http://schemas.microsoft.com/office/drawing/2014/main" id="{0230FFB2-1E8F-5F92-1BF3-D08D58FB4DE7}"/>
              </a:ext>
            </a:extLst>
          </p:cNvPr>
          <p:cNvSpPr txBox="1"/>
          <p:nvPr/>
        </p:nvSpPr>
        <p:spPr>
          <a:xfrm>
            <a:off x="755903" y="2447830"/>
            <a:ext cx="7488832" cy="892552"/>
          </a:xfrm>
          <a:prstGeom prst="rect">
            <a:avLst/>
          </a:prstGeom>
          <a:noFill/>
        </p:spPr>
        <p:txBody>
          <a:bodyPr wrap="square" rtlCol="1">
            <a:spAutoFit/>
          </a:bodyPr>
          <a:lstStyle/>
          <a:p>
            <a:pPr lvl="0" rtl="1"/>
            <a:r>
              <a:rPr lang="ar" sz="2600" dirty="0">
                <a:latin typeface="Sakkal Majalla" panose="02000000000000000000" pitchFamily="2" charset="-78"/>
                <a:cs typeface="Sakkal Majalla" panose="02000000000000000000" pitchFamily="2" charset="-78"/>
              </a:rPr>
              <a:t>التكاليف الثابتة – تظل كما هي ولا تتأثر بالمبيعات، مثل: الإيجار، والضرائب، والرواتب، والتأمين.</a:t>
            </a:r>
            <a:endParaRPr lang="en-US" sz="2600" dirty="0">
              <a:latin typeface="Sakkal Majalla" panose="02000000000000000000" pitchFamily="2" charset="-78"/>
              <a:cs typeface="Sakkal Majalla" panose="02000000000000000000" pitchFamily="2" charset="-78"/>
            </a:endParaRPr>
          </a:p>
        </p:txBody>
      </p:sp>
      <p:sp>
        <p:nvSpPr>
          <p:cNvPr id="13" name="TextBox 12">
            <a:extLst>
              <a:ext uri="{FF2B5EF4-FFF2-40B4-BE49-F238E27FC236}">
                <a16:creationId xmlns:a16="http://schemas.microsoft.com/office/drawing/2014/main" id="{56DF7001-9C03-CC4B-2B61-72B33CBF7223}"/>
              </a:ext>
            </a:extLst>
          </p:cNvPr>
          <p:cNvSpPr txBox="1"/>
          <p:nvPr/>
        </p:nvSpPr>
        <p:spPr>
          <a:xfrm>
            <a:off x="563816" y="1096248"/>
            <a:ext cx="8225660" cy="1261884"/>
          </a:xfrm>
          <a:prstGeom prst="rect">
            <a:avLst/>
          </a:prstGeom>
          <a:noFill/>
        </p:spPr>
        <p:txBody>
          <a:bodyPr wrap="square" rtlCol="1">
            <a:spAutoFit/>
          </a:bodyPr>
          <a:lstStyle/>
          <a:p>
            <a:pPr algn="ctr" rtl="1"/>
            <a:r>
              <a:rPr lang="ar" sz="3800" b="1" dirty="0">
                <a:latin typeface="Sakkal Majalla" panose="02000000000000000000" pitchFamily="2" charset="-78"/>
                <a:cs typeface="Sakkal Majalla" panose="02000000000000000000" pitchFamily="2" charset="-78"/>
              </a:rPr>
              <a:t>حساب التكاليف ومراقبتها </a:t>
            </a:r>
          </a:p>
          <a:p>
            <a:pPr algn="ctr" rtl="1"/>
            <a:r>
              <a:rPr lang="ar" sz="3800" b="1" dirty="0">
                <a:latin typeface="Sakkal Majalla" panose="02000000000000000000" pitchFamily="2" charset="-78"/>
                <a:cs typeface="Sakkal Majalla" panose="02000000000000000000" pitchFamily="2" charset="-78"/>
              </a:rPr>
              <a:t>فئات الطعام (1)</a:t>
            </a:r>
          </a:p>
        </p:txBody>
      </p:sp>
      <p:sp>
        <p:nvSpPr>
          <p:cNvPr id="11" name="Footer Placeholder 2">
            <a:extLst>
              <a:ext uri="{FF2B5EF4-FFF2-40B4-BE49-F238E27FC236}">
                <a16:creationId xmlns:a16="http://schemas.microsoft.com/office/drawing/2014/main" id="{F22B9EF8-D62F-A126-802B-59FCA86D0121}"/>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3588841390"/>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فئات الطعام (2)</a:t>
            </a:r>
          </a:p>
        </p:txBody>
      </p:sp>
      <p:graphicFrame>
        <p:nvGraphicFramePr>
          <p:cNvPr id="34822" name="Content Placeholder 3">
            <a:extLst>
              <a:ext uri="{FF2B5EF4-FFF2-40B4-BE49-F238E27FC236}">
                <a16:creationId xmlns:a16="http://schemas.microsoft.com/office/drawing/2014/main" id="{7CAC8AB7-93C6-1774-3A41-2111D1FA3B94}"/>
              </a:ext>
            </a:extLst>
          </p:cNvPr>
          <p:cNvGraphicFramePr>
            <a:graphicFrameLocks noGrp="1"/>
          </p:cNvGraphicFramePr>
          <p:nvPr>
            <p:ph type="tbl" idx="1"/>
            <p:extLst>
              <p:ext uri="{D42A27DB-BD31-4B8C-83A1-F6EECF244321}">
                <p14:modId xmlns:p14="http://schemas.microsoft.com/office/powerpoint/2010/main" val="4169855892"/>
              </p:ext>
            </p:extLst>
          </p:nvPr>
        </p:nvGraphicFramePr>
        <p:xfrm>
          <a:off x="479426" y="2196000"/>
          <a:ext cx="8207375" cy="40413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40447F4A-6E92-FDE3-28F4-E4E4135C9BD6}"/>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853155730"/>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endParaRPr lang="en-GB" altLang="en-US" dirty="0"/>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مراقبة التكاليف وتحديد الأرباح المفقودة (1)</a:t>
            </a:r>
          </a:p>
          <a:p>
            <a:pPr algn="ctr" rtl="1"/>
            <a:endParaRPr lang="en-GB" altLang="en-US" sz="24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تشكِّل إدارة التكاليف وتحديد المجالات التي قد تُفقد فيها الأرباح أمرين حاسمين لنجاح الشركة، إذ يجب تنفيذ تدابير مراقبة التكاليف على جميع المستويات داخل الشركة، وعلى جميع الموظفين فهم كيفية تأثير التصرفات أو الأخطاء الصغيرة في ربحية العمل.</a:t>
            </a:r>
          </a:p>
        </p:txBody>
      </p:sp>
      <p:sp>
        <p:nvSpPr>
          <p:cNvPr id="2" name="TextBox 1">
            <a:extLst>
              <a:ext uri="{FF2B5EF4-FFF2-40B4-BE49-F238E27FC236}">
                <a16:creationId xmlns:a16="http://schemas.microsoft.com/office/drawing/2014/main" id="{DF491B45-A5A1-2C2D-51D3-93C9054AE295}"/>
              </a:ext>
            </a:extLst>
          </p:cNvPr>
          <p:cNvSpPr txBox="1"/>
          <p:nvPr/>
        </p:nvSpPr>
        <p:spPr>
          <a:xfrm>
            <a:off x="683568" y="4812040"/>
            <a:ext cx="4210550" cy="892552"/>
          </a:xfrm>
          <a:prstGeom prst="rect">
            <a:avLst/>
          </a:prstGeom>
          <a:noFill/>
          <a:ln w="38100">
            <a:solidFill>
              <a:schemeClr val="accent1">
                <a:lumMod val="90000"/>
              </a:schemeClr>
            </a:solidFill>
          </a:ln>
        </p:spPr>
        <p:txBody>
          <a:bodyPr wrap="square" rtlCol="1">
            <a:spAutoFit/>
          </a:bodyPr>
          <a:lstStyle/>
          <a:p>
            <a:pPr rtl="1"/>
            <a:r>
              <a:rPr lang="ar" sz="2600" b="1" dirty="0">
                <a:latin typeface="Sakkal Majalla" panose="02000000000000000000" pitchFamily="2" charset="-78"/>
                <a:cs typeface="Sakkal Majalla" panose="02000000000000000000" pitchFamily="2" charset="-78"/>
              </a:rPr>
              <a:t>مناقشة</a:t>
            </a:r>
            <a:r>
              <a:rPr lang="ar" sz="2600" dirty="0">
                <a:latin typeface="Sakkal Majalla" panose="02000000000000000000" pitchFamily="2" charset="-78"/>
                <a:cs typeface="Sakkal Majalla" panose="02000000000000000000" pitchFamily="2" charset="-78"/>
              </a:rPr>
              <a:t>: ناقش، في صفك الدراسي، الأماكن التي قد تُفقد فيها الأرباح في شركات الضيافة.</a:t>
            </a:r>
          </a:p>
        </p:txBody>
      </p:sp>
      <p:sp>
        <p:nvSpPr>
          <p:cNvPr id="3" name="Footer Placeholder 2">
            <a:extLst>
              <a:ext uri="{FF2B5EF4-FFF2-40B4-BE49-F238E27FC236}">
                <a16:creationId xmlns:a16="http://schemas.microsoft.com/office/drawing/2014/main" id="{D9B976BA-1148-6AEA-F853-04D4F64AAC1E}"/>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4272879716"/>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3649" y="2636912"/>
            <a:ext cx="8208712"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يتيح إعداد الميزانيات وإدارتها تخصيص الموارد بفعالية ويمنع الإنفاق الزائد.</a:t>
            </a:r>
          </a:p>
          <a:p>
            <a:pPr marL="685800" rtl="1"/>
            <a:r>
              <a:rPr lang="ar" sz="2600" dirty="0"/>
              <a:t>يقلل التخزين الصحيح من الإسراف ويحسن الكفاءة.</a:t>
            </a:r>
          </a:p>
          <a:p>
            <a:pPr marL="685800" rtl="1"/>
            <a:r>
              <a:rPr lang="ar" sz="2600" dirty="0"/>
              <a:t>تقليل الإسراف يعني خفض تكلفة التخلص من المواد، مع الحاجة إلى شراء كمية أقل من المستلزمات، إذ يؤثر الإسراف مباشرةً في ربحية الشركة عمومًا.</a:t>
            </a:r>
          </a:p>
          <a:p>
            <a:pPr marL="685800" rtl="1"/>
            <a:r>
              <a:rPr lang="ar" sz="2600" dirty="0"/>
              <a:t>يشكِّل جرد المخزون حاجزًا ضد السرقة والإسراف، ما يحسن الكفاءة العامة للشركة. </a:t>
            </a:r>
          </a:p>
          <a:p>
            <a:pPr marL="685800" rtl="1"/>
            <a:endParaRPr lang="en-GB" altLang="en-US" sz="2600" dirty="0"/>
          </a:p>
          <a:p>
            <a:pPr marL="685800" rtl="1"/>
            <a:endParaRPr lang="en-GB" altLang="en-US" sz="2600" dirty="0"/>
          </a:p>
          <a:p>
            <a:pPr marL="685800" rtl="1"/>
            <a:endParaRPr lang="en-GB" altLang="en-US" sz="2600" dirty="0"/>
          </a:p>
          <a:p>
            <a:pPr indent="0" rtl="1">
              <a:buFont typeface="Wingdings" panose="05000000000000000000" pitchFamily="2" charset="2"/>
              <a:buNone/>
            </a:pPr>
            <a:endParaRPr lang="en-GB" altLang="en-US" sz="2600" dirty="0"/>
          </a:p>
          <a:p>
            <a:pPr indent="0" algn="ctr" rtl="1">
              <a:buNone/>
            </a:pPr>
            <a:endParaRPr lang="en-GB" altLang="en-US" sz="2600" dirty="0"/>
          </a:p>
          <a:p>
            <a:pPr marL="685800" rtl="1"/>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مراقبة التكاليف وتحديد الأرباح المفقودة (2)</a:t>
            </a:r>
          </a:p>
          <a:p>
            <a:pPr algn="ctr" rtl="1"/>
            <a:endParaRPr lang="en-GB" altLang="en-US" sz="38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46ECF6CA-BEF9-3983-0C1F-2C764D62CF51}"/>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4153181296"/>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98817" y="2636912"/>
            <a:ext cx="8208712" cy="39563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تتيح التنبؤات، والمبيعات، والعمل، وإشغال الغرف تقدير الإيرادات والنفقات المستقبلية.</a:t>
            </a:r>
          </a:p>
          <a:p>
            <a:pPr marL="685800" rtl="1"/>
            <a:r>
              <a:rPr lang="ar" sz="2600" dirty="0"/>
              <a:t>يسمح التحقق من الحصص للشركة بمراقبة التكاليف والحفاظ على هوامش الربح.</a:t>
            </a:r>
          </a:p>
          <a:p>
            <a:pPr marL="685800" rtl="1"/>
            <a:r>
              <a:rPr lang="ar" sz="2600" dirty="0"/>
              <a:t>تُسهم مراقبة النسب في إدارة المخزون والحفاظ على هوامش الربح.</a:t>
            </a:r>
          </a:p>
          <a:p>
            <a:pPr marL="685800" rtl="1"/>
            <a:r>
              <a:rPr lang="ar" sz="2600" dirty="0"/>
              <a:t>تُساعد مراقبة أسعار تكاليف الطعام في إعداد ميزانية دقيقة، وتحسين التفاوض مع الموردين، والتخطيط لقوائم الطعام. </a:t>
            </a:r>
          </a:p>
          <a:p>
            <a:pPr marL="685800" rtl="1"/>
            <a:endParaRPr lang="en-GB" altLang="en-US" sz="2600" dirty="0"/>
          </a:p>
          <a:p>
            <a:pPr marL="685800" rtl="1"/>
            <a:endParaRPr lang="en-GB" altLang="en-US" sz="2600" dirty="0"/>
          </a:p>
          <a:p>
            <a:pPr indent="0" rtl="1">
              <a:buFont typeface="Wingdings" panose="05000000000000000000" pitchFamily="2" charset="2"/>
              <a:buNone/>
            </a:pPr>
            <a:endParaRPr lang="en-GB" altLang="en-US" sz="2600" dirty="0"/>
          </a:p>
          <a:p>
            <a:pPr indent="0" algn="ctr" rtl="1">
              <a:buNone/>
            </a:pPr>
            <a:endParaRPr lang="en-GB" altLang="en-US" sz="2600" dirty="0"/>
          </a:p>
          <a:p>
            <a:pPr marL="685800" rtl="1"/>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مراقبة التكاليف وتحديد الأرباح المفقودة (3)</a:t>
            </a:r>
          </a:p>
          <a:p>
            <a:pPr algn="ctr" rtl="1"/>
            <a:endParaRPr lang="en-GB" altLang="en-US" sz="24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4FF073CD-E2B1-6055-8C74-89A6A055C758}"/>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1044059699"/>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طرق التسعير (1) </a:t>
            </a:r>
          </a:p>
        </p:txBody>
      </p:sp>
      <p:graphicFrame>
        <p:nvGraphicFramePr>
          <p:cNvPr id="34822" name="Content Placeholder 3">
            <a:extLst>
              <a:ext uri="{FF2B5EF4-FFF2-40B4-BE49-F238E27FC236}">
                <a16:creationId xmlns:a16="http://schemas.microsoft.com/office/drawing/2014/main" id="{C67E0A2B-F610-7880-A2DF-8FC0D9F79EDF}"/>
              </a:ext>
            </a:extLst>
          </p:cNvPr>
          <p:cNvGraphicFramePr>
            <a:graphicFrameLocks noGrp="1"/>
          </p:cNvGraphicFramePr>
          <p:nvPr>
            <p:ph idx="1"/>
            <p:extLst>
              <p:ext uri="{D42A27DB-BD31-4B8C-83A1-F6EECF244321}">
                <p14:modId xmlns:p14="http://schemas.microsoft.com/office/powerpoint/2010/main" val="2492191935"/>
              </p:ext>
            </p:extLst>
          </p:nvPr>
        </p:nvGraphicFramePr>
        <p:xfrm>
          <a:off x="468311" y="2196000"/>
          <a:ext cx="8207375" cy="3878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8BA4F1E0-9600-40E9-6E4D-0CDB03D86881}"/>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627221210"/>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80526" y="990786"/>
            <a:ext cx="8867327"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3800" b="1" dirty="0">
                <a:solidFill>
                  <a:schemeClr val="tx2"/>
                </a:solidFill>
                <a:latin typeface="Sakkal Majalla" panose="02000000000000000000" pitchFamily="2" charset="-78"/>
                <a:cs typeface="Sakkal Majalla" panose="02000000000000000000" pitchFamily="2" charset="-78"/>
              </a:rPr>
              <a:t>طرق التسعير (2) </a:t>
            </a:r>
          </a:p>
        </p:txBody>
      </p:sp>
      <p:sp>
        <p:nvSpPr>
          <p:cNvPr id="2" name="TextBox 1">
            <a:extLst>
              <a:ext uri="{FF2B5EF4-FFF2-40B4-BE49-F238E27FC236}">
                <a16:creationId xmlns:a16="http://schemas.microsoft.com/office/drawing/2014/main" id="{82A3E46A-631C-3C48-D25B-DEF358D82E29}"/>
              </a:ext>
            </a:extLst>
          </p:cNvPr>
          <p:cNvSpPr txBox="1"/>
          <p:nvPr/>
        </p:nvSpPr>
        <p:spPr bwMode="auto">
          <a:xfrm>
            <a:off x="539552" y="5662799"/>
            <a:ext cx="8147249" cy="768423"/>
          </a:xfrm>
          <a:prstGeom prst="rect">
            <a:avLst/>
          </a:prstGeom>
          <a:noFill/>
          <a:ln>
            <a:noFill/>
          </a:ln>
        </p:spPr>
        <p:txBody>
          <a:bodyPr vert="horz" wrap="square" lIns="91440" tIns="45720" rIns="91440" bIns="45720" numCol="1" rtlCol="1" anchor="t" anchorCtr="0" compatLnSpc="1">
            <a:prstTxWarp prst="textNoShape">
              <a:avLst/>
            </a:prstTxWarp>
            <a:normAutofit/>
          </a:bodyPr>
          <a:lstStyle/>
          <a:p>
            <a:pPr rtl="1">
              <a:spcBef>
                <a:spcPct val="20000"/>
              </a:spcBef>
            </a:pPr>
            <a:r>
              <a:rPr lang="ar" sz="2600" dirty="0">
                <a:latin typeface="Sakkal Majalla" panose="02000000000000000000" pitchFamily="2" charset="-78"/>
                <a:ea typeface="Arial" charset="0"/>
                <a:cs typeface="Sakkal Majalla" panose="02000000000000000000" pitchFamily="2" charset="-78"/>
              </a:rPr>
              <a:t>مناقشة: بناءً على طرق التسعير هذه، ناقش أفضل طريقة لتحديد سعر طبق في مطعم.</a:t>
            </a:r>
          </a:p>
        </p:txBody>
      </p:sp>
      <p:graphicFrame>
        <p:nvGraphicFramePr>
          <p:cNvPr id="34822" name="Content Placeholder 3">
            <a:extLst>
              <a:ext uri="{FF2B5EF4-FFF2-40B4-BE49-F238E27FC236}">
                <a16:creationId xmlns:a16="http://schemas.microsoft.com/office/drawing/2014/main" id="{BFD627CD-8BD8-4843-48FD-7E2D5F884CC7}"/>
              </a:ext>
            </a:extLst>
          </p:cNvPr>
          <p:cNvGraphicFramePr>
            <a:graphicFrameLocks noGrp="1"/>
          </p:cNvGraphicFramePr>
          <p:nvPr>
            <p:ph idx="1"/>
            <p:extLst>
              <p:ext uri="{D42A27DB-BD31-4B8C-83A1-F6EECF244321}">
                <p14:modId xmlns:p14="http://schemas.microsoft.com/office/powerpoint/2010/main" val="4008636237"/>
              </p:ext>
            </p:extLst>
          </p:nvPr>
        </p:nvGraphicFramePr>
        <p:xfrm>
          <a:off x="251520" y="1495680"/>
          <a:ext cx="7992888" cy="47853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Footer Placeholder 2">
            <a:extLst>
              <a:ext uri="{FF2B5EF4-FFF2-40B4-BE49-F238E27FC236}">
                <a16:creationId xmlns:a16="http://schemas.microsoft.com/office/drawing/2014/main" id="{885999AF-31A9-A8E1-D961-4DA41923FCC1}"/>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618367690"/>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طرق التسعير (3)</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48200" y="2196001"/>
            <a:ext cx="402748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endParaRPr lang="en-GB" altLang="en-US" dirty="0"/>
          </a:p>
          <a:p>
            <a:pPr marL="685800" rtl="1"/>
            <a:endParaRPr lang="en-GB" altLang="en-US" dirty="0"/>
          </a:p>
          <a:p>
            <a:pPr indent="0" rtl="1"/>
            <a:endParaRPr lang="en-GB" altLang="en-US" dirty="0"/>
          </a:p>
          <a:p>
            <a:pPr indent="0" rtl="1"/>
            <a:endParaRPr lang="en-GB" altLang="en-US" dirty="0"/>
          </a:p>
          <a:p>
            <a:pPr marL="685800" rtl="1"/>
            <a:endParaRPr lang="en-GB" altLang="en-US" dirty="0"/>
          </a:p>
        </p:txBody>
      </p:sp>
      <p:graphicFrame>
        <p:nvGraphicFramePr>
          <p:cNvPr id="34822" name="Content Placeholder 3">
            <a:extLst>
              <a:ext uri="{FF2B5EF4-FFF2-40B4-BE49-F238E27FC236}">
                <a16:creationId xmlns:a16="http://schemas.microsoft.com/office/drawing/2014/main" id="{47BC19D5-1678-6CB8-958C-7F95F9D3C72A}"/>
              </a:ext>
            </a:extLst>
          </p:cNvPr>
          <p:cNvGraphicFramePr/>
          <p:nvPr>
            <p:extLst>
              <p:ext uri="{D42A27DB-BD31-4B8C-83A1-F6EECF244321}">
                <p14:modId xmlns:p14="http://schemas.microsoft.com/office/powerpoint/2010/main" val="3895782654"/>
              </p:ext>
            </p:extLst>
          </p:nvPr>
        </p:nvGraphicFramePr>
        <p:xfrm>
          <a:off x="2155540" y="2048300"/>
          <a:ext cx="5296780" cy="4809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C6146BBB-85C0-6309-2BC5-E817462DACED}"/>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1217266321"/>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05257" y="1417989"/>
            <a:ext cx="8363271"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800" b="1" dirty="0">
                <a:solidFill>
                  <a:schemeClr val="tx2"/>
                </a:solidFill>
                <a:latin typeface="Sakkal Majalla" panose="02000000000000000000" pitchFamily="2" charset="-78"/>
                <a:cs typeface="Sakkal Majalla" panose="02000000000000000000" pitchFamily="2" charset="-78"/>
              </a:rPr>
              <a:t>طرق التسعير </a:t>
            </a:r>
          </a:p>
          <a:p>
            <a:pPr algn="ctr" rtl="1">
              <a:lnSpc>
                <a:spcPct val="90000"/>
              </a:lnSpc>
              <a:spcAft>
                <a:spcPts val="600"/>
              </a:spcAft>
            </a:pPr>
            <a:r>
              <a:rPr lang="ar" sz="3800" dirty="0">
                <a:solidFill>
                  <a:schemeClr val="tx2"/>
                </a:solidFill>
                <a:latin typeface="Sakkal Majalla" panose="02000000000000000000" pitchFamily="2" charset="-78"/>
                <a:cs typeface="Sakkal Majalla" panose="02000000000000000000" pitchFamily="2" charset="-78"/>
              </a:rPr>
              <a:t>تسعير قوائم الطعام (1)</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type="body" sz="half" idx="2"/>
          </p:nvPr>
        </p:nvSpPr>
        <p:spPr bwMode="auto">
          <a:xfrm>
            <a:off x="5678486" y="2132857"/>
            <a:ext cx="3008313" cy="399330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rtl="1"/>
            <a:endParaRPr lang="en-US" altLang="en-US" dirty="0">
              <a:ea typeface="Arial" charset="0"/>
            </a:endParaRPr>
          </a:p>
          <a:p>
            <a:pPr rtl="1"/>
            <a:endParaRPr lang="en-US" altLang="en-US" dirty="0">
              <a:ea typeface="Arial" charset="0"/>
            </a:endParaRPr>
          </a:p>
          <a:p>
            <a:pPr rtl="1"/>
            <a:endParaRPr lang="en-US" altLang="en-US" dirty="0">
              <a:ea typeface="Arial" charset="0"/>
            </a:endParaRPr>
          </a:p>
          <a:p>
            <a:pPr rtl="1"/>
            <a:endParaRPr lang="en-US" altLang="en-US" dirty="0">
              <a:ea typeface="Arial" charset="0"/>
            </a:endParaRPr>
          </a:p>
          <a:p>
            <a:pPr rtl="1"/>
            <a:endParaRPr lang="en-US" altLang="en-US" dirty="0">
              <a:ea typeface="Arial" charset="0"/>
            </a:endParaRPr>
          </a:p>
        </p:txBody>
      </p:sp>
      <p:graphicFrame>
        <p:nvGraphicFramePr>
          <p:cNvPr id="34822" name="Content Placeholder 3">
            <a:extLst>
              <a:ext uri="{FF2B5EF4-FFF2-40B4-BE49-F238E27FC236}">
                <a16:creationId xmlns:a16="http://schemas.microsoft.com/office/drawing/2014/main" id="{2B21AFF5-B664-2BCD-0961-A402A93575AC}"/>
              </a:ext>
            </a:extLst>
          </p:cNvPr>
          <p:cNvGraphicFramePr/>
          <p:nvPr>
            <p:extLst>
              <p:ext uri="{D42A27DB-BD31-4B8C-83A1-F6EECF244321}">
                <p14:modId xmlns:p14="http://schemas.microsoft.com/office/powerpoint/2010/main" val="2352689597"/>
              </p:ext>
            </p:extLst>
          </p:nvPr>
        </p:nvGraphicFramePr>
        <p:xfrm>
          <a:off x="323528" y="2138150"/>
          <a:ext cx="8371246" cy="432668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CED33C0E-3F68-B4C4-F498-148BD752EB4F}"/>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2220291597"/>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0194" y="2792402"/>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endParaRPr lang="en-GB" altLang="en-US"/>
          </a:p>
          <a:p>
            <a:pPr marL="685800" rtl="1"/>
            <a:endParaRPr lang="en-GB" altLang="en-US"/>
          </a:p>
          <a:p>
            <a:pPr indent="0" rtl="1">
              <a:buFont typeface="Wingdings" panose="05000000000000000000" pitchFamily="2" charset="2"/>
              <a:buNone/>
            </a:pPr>
            <a:endParaRPr lang="en-GB" altLang="en-US"/>
          </a:p>
          <a:p>
            <a:pPr indent="0" algn="ctr" rtl="1">
              <a:buNone/>
            </a:pPr>
            <a:endParaRPr lang="en-GB" altLang="en-US"/>
          </a:p>
          <a:p>
            <a:pPr marL="685800" rtl="1"/>
            <a:endParaRPr lang="en-GB" altLang="en-US"/>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33920"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طرق التسعير </a:t>
            </a:r>
          </a:p>
          <a:p>
            <a:pPr algn="ctr" rtl="1"/>
            <a:r>
              <a:rPr lang="ar" sz="2600" dirty="0">
                <a:latin typeface="Sakkal Majalla" panose="02000000000000000000" pitchFamily="2" charset="-78"/>
                <a:cs typeface="Sakkal Majalla" panose="02000000000000000000" pitchFamily="2" charset="-78"/>
              </a:rPr>
              <a:t>تسعير قوائم الطعام (2)</a:t>
            </a:r>
          </a:p>
        </p:txBody>
      </p:sp>
      <p:sp>
        <p:nvSpPr>
          <p:cNvPr id="2" name="Content Placeholder 3">
            <a:extLst>
              <a:ext uri="{FF2B5EF4-FFF2-40B4-BE49-F238E27FC236}">
                <a16:creationId xmlns:a16="http://schemas.microsoft.com/office/drawing/2014/main" id="{914ECAE1-E753-B9C7-1E43-1A622E7C19C4}"/>
              </a:ext>
            </a:extLst>
          </p:cNvPr>
          <p:cNvSpPr txBox="1">
            <a:spLocks noChangeArrowheads="1"/>
          </p:cNvSpPr>
          <p:nvPr/>
        </p:nvSpPr>
        <p:spPr bwMode="auto">
          <a:xfrm>
            <a:off x="4533631" y="2204864"/>
            <a:ext cx="4358849" cy="403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endParaRPr lang="en-GB" altLang="en-US" kern="0" dirty="0">
              <a:latin typeface="Sakkal Majalla" panose="02000000000000000000" pitchFamily="2" charset="-78"/>
              <a:cs typeface="Sakkal Majalla" panose="02000000000000000000" pitchFamily="2" charset="-78"/>
            </a:endParaRPr>
          </a:p>
          <a:p>
            <a:pPr indent="0" algn="ctr" rtl="1">
              <a:buFont typeface="Wingdings" panose="05000000000000000000" pitchFamily="2" charset="2"/>
              <a:buNone/>
            </a:pPr>
            <a:endParaRPr lang="en-GB" altLang="en-US" kern="0" dirty="0">
              <a:latin typeface="Sakkal Majalla" panose="02000000000000000000" pitchFamily="2" charset="-78"/>
              <a:cs typeface="Sakkal Majalla" panose="02000000000000000000" pitchFamily="2" charset="-78"/>
            </a:endParaRPr>
          </a:p>
          <a:p>
            <a:pPr marL="685800" rtl="1"/>
            <a:endParaRPr lang="en-GB" altLang="en-US" kern="0" dirty="0">
              <a:latin typeface="Sakkal Majalla" panose="02000000000000000000" pitchFamily="2" charset="-78"/>
              <a:cs typeface="Sakkal Majalla" panose="02000000000000000000" pitchFamily="2" charset="-78"/>
            </a:endParaRPr>
          </a:p>
        </p:txBody>
      </p:sp>
      <p:sp>
        <p:nvSpPr>
          <p:cNvPr id="3" name="Content Placeholder 3">
            <a:extLst>
              <a:ext uri="{FF2B5EF4-FFF2-40B4-BE49-F238E27FC236}">
                <a16:creationId xmlns:a16="http://schemas.microsoft.com/office/drawing/2014/main" id="{3F92F8DB-6D0D-434F-76B7-9B343F1ED3A1}"/>
              </a:ext>
            </a:extLst>
          </p:cNvPr>
          <p:cNvSpPr txBox="1">
            <a:spLocks noChangeArrowheads="1"/>
          </p:cNvSpPr>
          <p:nvPr/>
        </p:nvSpPr>
        <p:spPr bwMode="auto">
          <a:xfrm>
            <a:off x="4572000" y="2514089"/>
            <a:ext cx="4644364" cy="223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600" kern="0" dirty="0">
                <a:latin typeface="Sakkal Majalla" panose="02000000000000000000" pitchFamily="2" charset="-78"/>
                <a:cs typeface="Sakkal Majalla" panose="02000000000000000000" pitchFamily="2" charset="-78"/>
              </a:rPr>
              <a:t>مزيج مبيعات القائمة وتأثيره على الأرباح</a:t>
            </a:r>
          </a:p>
          <a:p>
            <a:pPr marL="685800" rtl="1"/>
            <a:r>
              <a:rPr lang="ar" sz="2600" kern="0" dirty="0">
                <a:latin typeface="Sakkal Majalla" panose="02000000000000000000" pitchFamily="2" charset="-78"/>
                <a:cs typeface="Sakkal Majalla" panose="02000000000000000000" pitchFamily="2" charset="-78"/>
              </a:rPr>
              <a:t>الحزم، الخصومات</a:t>
            </a:r>
          </a:p>
          <a:p>
            <a:pPr marL="685800" rtl="1"/>
            <a:r>
              <a:rPr lang="ar" sz="2600" kern="0" dirty="0">
                <a:latin typeface="Sakkal Majalla" panose="02000000000000000000" pitchFamily="2" charset="-78"/>
                <a:cs typeface="Sakkal Majalla" panose="02000000000000000000" pitchFamily="2" charset="-78"/>
              </a:rPr>
              <a:t>حساب نقطة التعادل (تَساوي </a:t>
            </a:r>
            <a:br>
              <a:rPr lang="ar-EG" sz="2600" kern="0" dirty="0">
                <a:latin typeface="Sakkal Majalla" panose="02000000000000000000" pitchFamily="2" charset="-78"/>
                <a:cs typeface="Sakkal Majalla" panose="02000000000000000000" pitchFamily="2" charset="-78"/>
              </a:rPr>
            </a:br>
            <a:r>
              <a:rPr lang="ar" sz="2600" kern="0" dirty="0">
                <a:latin typeface="Sakkal Majalla" panose="02000000000000000000" pitchFamily="2" charset="-78"/>
                <a:cs typeface="Sakkal Majalla" panose="02000000000000000000" pitchFamily="2" charset="-78"/>
              </a:rPr>
              <a:t>التكلفة والربح)</a:t>
            </a:r>
          </a:p>
          <a:p>
            <a:pPr marL="685800" rtl="1"/>
            <a:endParaRPr lang="en-GB" altLang="en-US" sz="2600" kern="0"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sz="2600" kern="0" dirty="0">
              <a:latin typeface="Sakkal Majalla" panose="02000000000000000000" pitchFamily="2" charset="-78"/>
              <a:cs typeface="Sakkal Majalla" panose="02000000000000000000" pitchFamily="2" charset="-78"/>
            </a:endParaRPr>
          </a:p>
          <a:p>
            <a:pPr indent="0" algn="ctr" rtl="1">
              <a:buFont typeface="Wingdings" panose="05000000000000000000" pitchFamily="2" charset="2"/>
              <a:buNone/>
            </a:pPr>
            <a:endParaRPr lang="en-GB" altLang="en-US" sz="2600" kern="0" dirty="0">
              <a:latin typeface="Sakkal Majalla" panose="02000000000000000000" pitchFamily="2" charset="-78"/>
              <a:cs typeface="Sakkal Majalla" panose="02000000000000000000" pitchFamily="2" charset="-78"/>
            </a:endParaRPr>
          </a:p>
          <a:p>
            <a:pPr marL="685800" rtl="1"/>
            <a:endParaRPr lang="en-GB" altLang="en-US" sz="2600" kern="0" dirty="0">
              <a:latin typeface="Sakkal Majalla" panose="02000000000000000000" pitchFamily="2" charset="-78"/>
              <a:cs typeface="Sakkal Majalla" panose="02000000000000000000" pitchFamily="2" charset="-78"/>
            </a:endParaRPr>
          </a:p>
        </p:txBody>
      </p:sp>
      <p:pic>
        <p:nvPicPr>
          <p:cNvPr id="6" name="Picture 5" descr="A row of glass jars filled with coins and plants">
            <a:extLst>
              <a:ext uri="{FF2B5EF4-FFF2-40B4-BE49-F238E27FC236}">
                <a16:creationId xmlns:a16="http://schemas.microsoft.com/office/drawing/2014/main" id="{CA5B55C3-C3A4-527C-E737-DBD184665548}"/>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t="31738"/>
          <a:stretch/>
        </p:blipFill>
        <p:spPr>
          <a:xfrm>
            <a:off x="1979713" y="4376348"/>
            <a:ext cx="4824535" cy="2326551"/>
          </a:xfrm>
          <a:prstGeom prst="rect">
            <a:avLst/>
          </a:prstGeom>
        </p:spPr>
      </p:pic>
      <p:sp>
        <p:nvSpPr>
          <p:cNvPr id="7" name="TextBox 6">
            <a:extLst>
              <a:ext uri="{FF2B5EF4-FFF2-40B4-BE49-F238E27FC236}">
                <a16:creationId xmlns:a16="http://schemas.microsoft.com/office/drawing/2014/main" id="{1B60A893-8770-2457-6AE8-07507635968C}"/>
              </a:ext>
            </a:extLst>
          </p:cNvPr>
          <p:cNvSpPr txBox="1"/>
          <p:nvPr/>
        </p:nvSpPr>
        <p:spPr>
          <a:xfrm>
            <a:off x="251520" y="2505670"/>
            <a:ext cx="4824535" cy="1692771"/>
          </a:xfrm>
          <a:prstGeom prst="rect">
            <a:avLst/>
          </a:prstGeom>
          <a:noFill/>
        </p:spPr>
        <p:txBody>
          <a:bodyPr wrap="square" rtlCol="1">
            <a:spAutoFit/>
          </a:bodyPr>
          <a:lstStyle/>
          <a:p>
            <a:pPr marL="971550" indent="-285750" rtl="1">
              <a:buFont typeface="Wingdings" panose="05000000000000000000" pitchFamily="2" charset="2"/>
              <a:buChar char="§"/>
            </a:pPr>
            <a:r>
              <a:rPr lang="ar" sz="2600" kern="0" dirty="0">
                <a:latin typeface="Sakkal Majalla" panose="02000000000000000000" pitchFamily="2" charset="-78"/>
                <a:cs typeface="Sakkal Majalla" panose="02000000000000000000" pitchFamily="2" charset="-78"/>
              </a:rPr>
              <a:t>إستراتيجيات التسعير، مثل التمييز السعري [العروض المبكرة]، تسعير حزم المنتجات، حزم القيمة المضافة </a:t>
            </a:r>
          </a:p>
          <a:p>
            <a:pPr rtl="1"/>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DC570DE3-14AD-8E64-3FF6-9F02688C3042}"/>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3877861197"/>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7504" y="2225560"/>
            <a:ext cx="8424936" cy="41044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t>تُستخدم تكلفة الأطباق للتحكم في تكلفة الطبق وضمان الربح، مع مراعاة النقاط الآتية عند تحديد تكلفة الطبق.</a:t>
            </a:r>
          </a:p>
          <a:p>
            <a:pPr marL="685800" rtl="1"/>
            <a:r>
              <a:rPr lang="ar" sz="2600" dirty="0"/>
              <a:t>الوصفات القياسية.</a:t>
            </a:r>
          </a:p>
          <a:p>
            <a:pPr marL="685800" rtl="1"/>
            <a:r>
              <a:rPr lang="ar" sz="2600" dirty="0"/>
              <a:t>العوائد القياسية. </a:t>
            </a:r>
          </a:p>
          <a:p>
            <a:pPr marL="685800" rtl="1"/>
            <a:r>
              <a:rPr lang="ar" sz="2600" dirty="0"/>
              <a:t>انكماش المواد. </a:t>
            </a:r>
          </a:p>
          <a:p>
            <a:pPr marL="685800" rtl="1"/>
            <a:r>
              <a:rPr lang="ar" sz="2600" dirty="0"/>
              <a:t>التحكم في الحصص. </a:t>
            </a:r>
          </a:p>
          <a:p>
            <a:pPr marL="685800" rtl="1"/>
            <a:endParaRPr lang="en-GB" altLang="en-US" sz="2600" dirty="0"/>
          </a:p>
          <a:p>
            <a:pPr marL="685800" rtl="1"/>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02747"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طرق التسعير</a:t>
            </a:r>
          </a:p>
          <a:p>
            <a:pPr algn="ctr" rtl="1"/>
            <a:r>
              <a:rPr lang="ar" sz="2600" dirty="0">
                <a:latin typeface="Sakkal Majalla" panose="02000000000000000000" pitchFamily="2" charset="-78"/>
                <a:cs typeface="Sakkal Majalla" panose="02000000000000000000" pitchFamily="2" charset="-78"/>
              </a:rPr>
              <a:t>تحديد تكلفة الطبق</a:t>
            </a:r>
          </a:p>
        </p:txBody>
      </p:sp>
      <p:pic>
        <p:nvPicPr>
          <p:cNvPr id="2050" name="Picture 2">
            <a:extLst>
              <a:ext uri="{FF2B5EF4-FFF2-40B4-BE49-F238E27FC236}">
                <a16:creationId xmlns:a16="http://schemas.microsoft.com/office/drawing/2014/main" id="{7E3FB3DD-535A-7DA4-4439-1BE8615AAB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0" y="379413"/>
            <a:ext cx="0" cy="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4D76E1C-B588-2836-538D-A1B7064E60A1}"/>
              </a:ext>
            </a:extLst>
          </p:cNvPr>
          <p:cNvSpPr txBox="1"/>
          <p:nvPr/>
        </p:nvSpPr>
        <p:spPr>
          <a:xfrm>
            <a:off x="4174813" y="5214972"/>
            <a:ext cx="3493531" cy="892552"/>
          </a:xfrm>
          <a:prstGeom prst="rect">
            <a:avLst/>
          </a:prstGeom>
          <a:noFill/>
          <a:ln w="38100">
            <a:solidFill>
              <a:schemeClr val="accent1"/>
            </a:solidFill>
          </a:ln>
        </p:spPr>
        <p:txBody>
          <a:bodyPr wrap="square" rtlCol="1">
            <a:spAutoFit/>
          </a:bodyPr>
          <a:lstStyle/>
          <a:p>
            <a:pPr rtl="1"/>
            <a:r>
              <a:rPr lang="ar" sz="2600" b="1" dirty="0">
                <a:latin typeface="Sakkal Majalla" panose="02000000000000000000" pitchFamily="2" charset="-78"/>
                <a:cs typeface="Sakkal Majalla" panose="02000000000000000000" pitchFamily="2" charset="-78"/>
              </a:rPr>
              <a:t>سؤال:</a:t>
            </a:r>
            <a:r>
              <a:rPr lang="ar" sz="2600" dirty="0">
                <a:latin typeface="Sakkal Majalla" panose="02000000000000000000" pitchFamily="2" charset="-78"/>
                <a:cs typeface="Sakkal Majalla" panose="02000000000000000000" pitchFamily="2" charset="-78"/>
              </a:rPr>
              <a:t> اختر طبقًا تفضله واحسب تكلفته اللازمة لعدد 12 حصة</a:t>
            </a:r>
          </a:p>
        </p:txBody>
      </p:sp>
      <p:pic>
        <p:nvPicPr>
          <p:cNvPr id="3" name="Picture 2" descr="A couple of men in aprons in a kitchen">
            <a:extLst>
              <a:ext uri="{FF2B5EF4-FFF2-40B4-BE49-F238E27FC236}">
                <a16:creationId xmlns:a16="http://schemas.microsoft.com/office/drawing/2014/main" id="{F1BAF31C-1AD9-3084-AACB-0AD2CCCED15A}"/>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l="43700"/>
          <a:stretch/>
        </p:blipFill>
        <p:spPr>
          <a:xfrm>
            <a:off x="611560" y="3068960"/>
            <a:ext cx="2927851" cy="3466765"/>
          </a:xfrm>
          <a:prstGeom prst="rect">
            <a:avLst/>
          </a:prstGeom>
        </p:spPr>
      </p:pic>
      <p:sp>
        <p:nvSpPr>
          <p:cNvPr id="2" name="Footer Placeholder 2">
            <a:extLst>
              <a:ext uri="{FF2B5EF4-FFF2-40B4-BE49-F238E27FC236}">
                <a16:creationId xmlns:a16="http://schemas.microsoft.com/office/drawing/2014/main" id="{3F948461-0DEE-335C-1DDA-A4FAB23596DC}"/>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494039379"/>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572000" y="2348880"/>
            <a:ext cx="4320480" cy="41044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endParaRPr lang="en-GB" altLang="en-US"/>
          </a:p>
          <a:p>
            <a:pPr marL="685800" rtl="1"/>
            <a:endParaRPr lang="en-GB" altLang="en-US"/>
          </a:p>
          <a:p>
            <a:pPr indent="0" rtl="1">
              <a:buFont typeface="Wingdings" panose="05000000000000000000" pitchFamily="2" charset="2"/>
              <a:buNone/>
            </a:pPr>
            <a:endParaRPr lang="en-GB" altLang="en-US"/>
          </a:p>
          <a:p>
            <a:pPr indent="0" algn="ctr" rtl="1">
              <a:buNone/>
            </a:pPr>
            <a:endParaRPr lang="en-GB" altLang="en-US"/>
          </a:p>
          <a:p>
            <a:pPr marL="685800" rtl="1"/>
            <a:endParaRPr lang="en-GB" altLang="en-US"/>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02747"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طرق التسعير</a:t>
            </a:r>
          </a:p>
          <a:p>
            <a:pPr algn="ctr" rtl="1"/>
            <a:r>
              <a:rPr lang="ar" sz="2600" dirty="0">
                <a:latin typeface="Sakkal Majalla" panose="02000000000000000000" pitchFamily="2" charset="-78"/>
                <a:cs typeface="Sakkal Majalla" panose="02000000000000000000" pitchFamily="2" charset="-78"/>
              </a:rPr>
              <a:t>تكلفة المشروبات</a:t>
            </a:r>
          </a:p>
        </p:txBody>
      </p:sp>
      <p:sp>
        <p:nvSpPr>
          <p:cNvPr id="2" name="Content Placeholder 3">
            <a:extLst>
              <a:ext uri="{FF2B5EF4-FFF2-40B4-BE49-F238E27FC236}">
                <a16:creationId xmlns:a16="http://schemas.microsoft.com/office/drawing/2014/main" id="{7EC0CFE4-5FAA-5213-DDE9-2748A3B03D96}"/>
              </a:ext>
            </a:extLst>
          </p:cNvPr>
          <p:cNvSpPr txBox="1">
            <a:spLocks noChangeArrowheads="1"/>
          </p:cNvSpPr>
          <p:nvPr/>
        </p:nvSpPr>
        <p:spPr bwMode="auto">
          <a:xfrm>
            <a:off x="323529" y="2619650"/>
            <a:ext cx="8568950" cy="1673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None/>
            </a:pPr>
            <a:r>
              <a:rPr lang="ar" sz="2600" dirty="0">
                <a:latin typeface="Sakkal Majalla" panose="02000000000000000000" pitchFamily="2" charset="-78"/>
                <a:cs typeface="Sakkal Majalla" panose="02000000000000000000" pitchFamily="2" charset="-78"/>
              </a:rPr>
              <a:t>تُراعي تكاليف المشروبات النقاط الآتية:</a:t>
            </a:r>
          </a:p>
          <a:p>
            <a:pPr marL="685800" rtl="1"/>
            <a:r>
              <a:rPr lang="ar" sz="2600" dirty="0">
                <a:latin typeface="Sakkal Majalla" panose="02000000000000000000" pitchFamily="2" charset="-78"/>
                <a:cs typeface="Sakkal Majalla" panose="02000000000000000000" pitchFamily="2" charset="-78"/>
              </a:rPr>
              <a:t>وحدات الشراء القياسية</a:t>
            </a:r>
          </a:p>
          <a:p>
            <a:pPr marL="685800" rtl="1"/>
            <a:r>
              <a:rPr lang="ar" sz="2600" dirty="0">
                <a:latin typeface="Sakkal Majalla" panose="02000000000000000000" pitchFamily="2" charset="-78"/>
                <a:cs typeface="Sakkal Majalla" panose="02000000000000000000" pitchFamily="2" charset="-78"/>
              </a:rPr>
              <a:t>مقاييس التقديم القياسية </a:t>
            </a:r>
            <a:endParaRPr lang="en-GB" altLang="en-US" sz="2600" kern="0"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sz="2600" kern="0" dirty="0">
              <a:latin typeface="Sakkal Majalla" panose="02000000000000000000" pitchFamily="2" charset="-78"/>
              <a:cs typeface="Sakkal Majalla" panose="02000000000000000000" pitchFamily="2" charset="-78"/>
            </a:endParaRPr>
          </a:p>
          <a:p>
            <a:pPr marL="685800" rtl="1"/>
            <a:endParaRPr lang="en-GB" altLang="en-US" sz="2600" kern="0" dirty="0">
              <a:latin typeface="Sakkal Majalla" panose="02000000000000000000" pitchFamily="2" charset="-78"/>
              <a:cs typeface="Sakkal Majalla" panose="02000000000000000000" pitchFamily="2" charset="-78"/>
            </a:endParaRPr>
          </a:p>
          <a:p>
            <a:pPr indent="0" algn="ctr" rtl="1">
              <a:buFont typeface="Wingdings" panose="05000000000000000000" pitchFamily="2" charset="2"/>
              <a:buNone/>
            </a:pPr>
            <a:endParaRPr lang="en-GB" altLang="en-US" sz="2600" kern="0" dirty="0">
              <a:latin typeface="Sakkal Majalla" panose="02000000000000000000" pitchFamily="2" charset="-78"/>
              <a:cs typeface="Sakkal Majalla" panose="02000000000000000000" pitchFamily="2" charset="-78"/>
            </a:endParaRPr>
          </a:p>
          <a:p>
            <a:pPr marL="685800" rtl="1"/>
            <a:endParaRPr lang="en-GB" altLang="en-US" sz="2600" kern="0" dirty="0">
              <a:latin typeface="Sakkal Majalla" panose="02000000000000000000" pitchFamily="2" charset="-78"/>
              <a:cs typeface="Sakkal Majalla" panose="02000000000000000000" pitchFamily="2" charset="-78"/>
            </a:endParaRPr>
          </a:p>
        </p:txBody>
      </p:sp>
      <p:sp>
        <p:nvSpPr>
          <p:cNvPr id="5" name="TextBox 4">
            <a:extLst>
              <a:ext uri="{FF2B5EF4-FFF2-40B4-BE49-F238E27FC236}">
                <a16:creationId xmlns:a16="http://schemas.microsoft.com/office/drawing/2014/main" id="{48857C3A-3F5F-9138-B70D-8A89AFF29E20}"/>
              </a:ext>
            </a:extLst>
          </p:cNvPr>
          <p:cNvSpPr txBox="1"/>
          <p:nvPr/>
        </p:nvSpPr>
        <p:spPr>
          <a:xfrm>
            <a:off x="4197926" y="4671504"/>
            <a:ext cx="4190497" cy="1292662"/>
          </a:xfrm>
          <a:prstGeom prst="rect">
            <a:avLst/>
          </a:prstGeom>
          <a:noFill/>
          <a:ln w="38100">
            <a:solidFill>
              <a:schemeClr val="accent1"/>
            </a:solidFill>
          </a:ln>
        </p:spPr>
        <p:txBody>
          <a:bodyPr wrap="square" rtlCol="1">
            <a:spAutoFit/>
          </a:bodyPr>
          <a:lstStyle/>
          <a:p>
            <a:pPr rtl="1"/>
            <a:r>
              <a:rPr lang="ar" sz="2600" b="1" dirty="0">
                <a:latin typeface="Sakkal Majalla" panose="02000000000000000000" pitchFamily="2" charset="-78"/>
                <a:cs typeface="Sakkal Majalla" panose="02000000000000000000" pitchFamily="2" charset="-78"/>
              </a:rPr>
              <a:t>سؤال:</a:t>
            </a:r>
            <a:r>
              <a:rPr lang="ar" sz="2600" dirty="0">
                <a:latin typeface="Sakkal Majalla" panose="02000000000000000000" pitchFamily="2" charset="-78"/>
                <a:cs typeface="Sakkal Majalla" panose="02000000000000000000" pitchFamily="2" charset="-78"/>
              </a:rPr>
              <a:t> لماذا من الضروري ضمان استخدام مقاييس الخدمة الصحيحة عند تقديم المشروبات للعملاء؟ </a:t>
            </a:r>
          </a:p>
        </p:txBody>
      </p:sp>
      <p:pic>
        <p:nvPicPr>
          <p:cNvPr id="6" name="Picture 5" descr="A person pouring a coffee from a coffee machine">
            <a:extLst>
              <a:ext uri="{FF2B5EF4-FFF2-40B4-BE49-F238E27FC236}">
                <a16:creationId xmlns:a16="http://schemas.microsoft.com/office/drawing/2014/main" id="{D7291333-11BF-FB96-724D-B39F7D05339A}"/>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l="17695" r="16153"/>
          <a:stretch/>
        </p:blipFill>
        <p:spPr>
          <a:xfrm>
            <a:off x="323529" y="3140968"/>
            <a:ext cx="3096344" cy="3100196"/>
          </a:xfrm>
          <a:prstGeom prst="rect">
            <a:avLst/>
          </a:prstGeom>
        </p:spPr>
      </p:pic>
      <p:sp>
        <p:nvSpPr>
          <p:cNvPr id="3" name="Footer Placeholder 2">
            <a:extLst>
              <a:ext uri="{FF2B5EF4-FFF2-40B4-BE49-F238E27FC236}">
                <a16:creationId xmlns:a16="http://schemas.microsoft.com/office/drawing/2014/main" id="{F8D2149C-1316-F553-6BD3-AE42F5DA10F3}"/>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2981822002"/>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052736"/>
            <a:ext cx="8229600" cy="114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800" b="1" dirty="0">
                <a:solidFill>
                  <a:schemeClr val="tx2"/>
                </a:solidFill>
                <a:latin typeface="Sakkal Majalla" panose="02000000000000000000" pitchFamily="2" charset="-78"/>
                <a:cs typeface="Sakkal Majalla" panose="02000000000000000000" pitchFamily="2" charset="-78"/>
              </a:rPr>
              <a:t>طرق التسعير</a:t>
            </a:r>
          </a:p>
          <a:p>
            <a:pPr algn="ctr" rtl="1">
              <a:lnSpc>
                <a:spcPct val="90000"/>
              </a:lnSpc>
              <a:spcAft>
                <a:spcPts val="600"/>
              </a:spcAft>
            </a:pPr>
            <a:r>
              <a:rPr lang="ar" sz="1600" dirty="0">
                <a:solidFill>
                  <a:schemeClr val="tx2"/>
                </a:solidFill>
                <a:latin typeface="Sakkal Majalla" panose="02000000000000000000" pitchFamily="2" charset="-78"/>
                <a:cs typeface="Sakkal Majalla" panose="02000000000000000000" pitchFamily="2" charset="-78"/>
              </a:rPr>
              <a:t>يُراعى في تكلفة الإقامة المنتجات والخدمات الإضافية المرتبطة مباشرةً بالإقامة المقدَمة. </a:t>
            </a:r>
          </a:p>
        </p:txBody>
      </p:sp>
      <p:graphicFrame>
        <p:nvGraphicFramePr>
          <p:cNvPr id="34836" name="Content Placeholder 3">
            <a:extLst>
              <a:ext uri="{FF2B5EF4-FFF2-40B4-BE49-F238E27FC236}">
                <a16:creationId xmlns:a16="http://schemas.microsoft.com/office/drawing/2014/main" id="{EE90662D-935D-8233-84DA-C2E4FCAADE2E}"/>
              </a:ext>
            </a:extLst>
          </p:cNvPr>
          <p:cNvGraphicFramePr>
            <a:graphicFrameLocks noGrp="1"/>
          </p:cNvGraphicFramePr>
          <p:nvPr>
            <p:ph idx="1"/>
            <p:extLst>
              <p:ext uri="{D42A27DB-BD31-4B8C-83A1-F6EECF244321}">
                <p14:modId xmlns:p14="http://schemas.microsoft.com/office/powerpoint/2010/main" val="2973410656"/>
              </p:ext>
            </p:extLst>
          </p:nvPr>
        </p:nvGraphicFramePr>
        <p:xfrm>
          <a:off x="468314" y="2196000"/>
          <a:ext cx="8207375" cy="3878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60320422-2E71-91B4-E5E6-F1B6330A98CC}"/>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2626328841"/>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9" y="3861048"/>
            <a:ext cx="8568951"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 تكلفة تجمعات الحفلات </a:t>
            </a:r>
          </a:p>
          <a:p>
            <a:pPr indent="0" rtl="1">
              <a:buNone/>
            </a:pPr>
            <a:endParaRPr lang="en-GB" altLang="en-US" dirty="0"/>
          </a:p>
          <a:p>
            <a:pPr indent="0" rtl="1">
              <a:buFont typeface="Wingdings" panose="05000000000000000000" pitchFamily="2" charset="2"/>
              <a:buNone/>
            </a:pPr>
            <a:endParaRPr lang="en-GB" altLang="en-US" dirty="0"/>
          </a:p>
          <a:p>
            <a:pPr indent="0" rtl="1">
              <a:buFont typeface="Wingdings" panose="05000000000000000000" pitchFamily="2" charset="2"/>
              <a:buNone/>
            </a:pPr>
            <a:r>
              <a:rPr lang="ar" sz="2000" b="1" dirty="0"/>
              <a:t>مناقشة: </a:t>
            </a:r>
            <a:r>
              <a:rPr lang="ar" sz="2000" dirty="0"/>
              <a:t>ما الذي يمكن تقديمه ضمن حزمة أساسية للعملاء الذين يحتاجون إلى تنظيم فعالية، وكيف ستُحسب التكلفة؟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طرق التسعير</a:t>
            </a:r>
          </a:p>
          <a:p>
            <a:pPr algn="ctr" rtl="1"/>
            <a:r>
              <a:rPr lang="ar" sz="2600" dirty="0">
                <a:latin typeface="Sakkal Majalla" panose="02000000000000000000" pitchFamily="2" charset="-78"/>
                <a:cs typeface="Sakkal Majalla" panose="02000000000000000000" pitchFamily="2" charset="-78"/>
              </a:rPr>
              <a:t>تكلفة الفعاليات / تنظيم الحفلات</a:t>
            </a:r>
          </a:p>
          <a:p>
            <a:pPr algn="ctr" rtl="1"/>
            <a:r>
              <a:rPr lang="ar" sz="2600" dirty="0">
                <a:latin typeface="Sakkal Majalla" panose="02000000000000000000" pitchFamily="2" charset="-78"/>
                <a:cs typeface="Sakkal Majalla" panose="02000000000000000000" pitchFamily="2" charset="-78"/>
              </a:rPr>
              <a:t>تنظم شركات الضيافة الفعاليات والمناسبات، التي يُخصص العديد منها بحسب الطلب. كما تقدم معظم الشركات باقة أساسية يمكن تعديلها لتلبية أي احتياجات إضافية قد تكون لدى العملاء.  </a:t>
            </a:r>
          </a:p>
        </p:txBody>
      </p:sp>
      <p:sp>
        <p:nvSpPr>
          <p:cNvPr id="2" name="Footer Placeholder 2">
            <a:extLst>
              <a:ext uri="{FF2B5EF4-FFF2-40B4-BE49-F238E27FC236}">
                <a16:creationId xmlns:a16="http://schemas.microsoft.com/office/drawing/2014/main" id="{4860A646-7EA9-948A-8559-49FE4373D72C}"/>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2550830967"/>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34974" y="1433325"/>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800" b="1" dirty="0">
                <a:solidFill>
                  <a:schemeClr val="tx2"/>
                </a:solidFill>
                <a:latin typeface="Sakkal Majalla" panose="02000000000000000000" pitchFamily="2" charset="-78"/>
                <a:cs typeface="Sakkal Majalla" panose="02000000000000000000" pitchFamily="2" charset="-78"/>
              </a:rPr>
              <a:t>الغرض من المعلومات المالية واستخدامها</a:t>
            </a:r>
            <a:endParaRPr lang="en-US" altLang="en-US" sz="3800" b="1" dirty="0">
              <a:solidFill>
                <a:schemeClr val="tx2"/>
              </a:solidFill>
              <a:highlight>
                <a:srgbClr val="FFFF00"/>
              </a:highlight>
              <a:latin typeface="Sakkal Majalla" panose="02000000000000000000" pitchFamily="2" charset="-78"/>
              <a:cs typeface="Sakkal Majalla" panose="02000000000000000000" pitchFamily="2" charset="-78"/>
            </a:endParaRPr>
          </a:p>
        </p:txBody>
      </p:sp>
      <p:graphicFrame>
        <p:nvGraphicFramePr>
          <p:cNvPr id="34822" name="Content Placeholder 3">
            <a:extLst>
              <a:ext uri="{FF2B5EF4-FFF2-40B4-BE49-F238E27FC236}">
                <a16:creationId xmlns:a16="http://schemas.microsoft.com/office/drawing/2014/main" id="{BB1ACD22-2ADF-6161-B716-FFBBE59D7E3C}"/>
              </a:ext>
            </a:extLst>
          </p:cNvPr>
          <p:cNvGraphicFramePr>
            <a:graphicFrameLocks noGrp="1"/>
          </p:cNvGraphicFramePr>
          <p:nvPr>
            <p:ph type="tbl" idx="1"/>
            <p:extLst>
              <p:ext uri="{D42A27DB-BD31-4B8C-83A1-F6EECF244321}">
                <p14:modId xmlns:p14="http://schemas.microsoft.com/office/powerpoint/2010/main" val="2521518431"/>
              </p:ext>
            </p:extLst>
          </p:nvPr>
        </p:nvGraphicFramePr>
        <p:xfrm>
          <a:off x="457199" y="2196000"/>
          <a:ext cx="8207375" cy="40413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B22740DF-4B97-F8F2-FFC6-8FA5BA5B7390}"/>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500697499"/>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42144" y="810419"/>
            <a:ext cx="8859713" cy="120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3800" b="1" dirty="0">
                <a:solidFill>
                  <a:schemeClr val="tx2"/>
                </a:solidFill>
                <a:latin typeface="Sakkal Majalla" panose="02000000000000000000" pitchFamily="2" charset="-78"/>
                <a:cs typeface="Sakkal Majalla" panose="02000000000000000000" pitchFamily="2" charset="-78"/>
              </a:rPr>
              <a:t>مصادر المعلومات المالية (1)</a:t>
            </a:r>
            <a:endParaRPr lang="en-US" altLang="en-US" sz="3800" b="1" dirty="0">
              <a:solidFill>
                <a:schemeClr val="tx2"/>
              </a:solidFill>
              <a:highlight>
                <a:srgbClr val="FFFF00"/>
              </a:highlight>
              <a:latin typeface="Sakkal Majalla" panose="02000000000000000000" pitchFamily="2" charset="-78"/>
              <a:cs typeface="Sakkal Majalla" panose="02000000000000000000" pitchFamily="2" charset="-78"/>
            </a:endParaRPr>
          </a:p>
        </p:txBody>
      </p:sp>
      <p:graphicFrame>
        <p:nvGraphicFramePr>
          <p:cNvPr id="34822" name="Content Placeholder 3">
            <a:extLst>
              <a:ext uri="{FF2B5EF4-FFF2-40B4-BE49-F238E27FC236}">
                <a16:creationId xmlns:a16="http://schemas.microsoft.com/office/drawing/2014/main" id="{36E8C676-2E29-256B-965A-D373FCA94FBD}"/>
              </a:ext>
            </a:extLst>
          </p:cNvPr>
          <p:cNvGraphicFramePr>
            <a:graphicFrameLocks noGrp="1"/>
          </p:cNvGraphicFramePr>
          <p:nvPr>
            <p:ph idx="1"/>
            <p:extLst>
              <p:ext uri="{D42A27DB-BD31-4B8C-83A1-F6EECF244321}">
                <p14:modId xmlns:p14="http://schemas.microsoft.com/office/powerpoint/2010/main" val="350697386"/>
              </p:ext>
            </p:extLst>
          </p:nvPr>
        </p:nvGraphicFramePr>
        <p:xfrm>
          <a:off x="838746" y="2326210"/>
          <a:ext cx="6973614" cy="39197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61DD9572-1401-BA67-8C75-F4DB45E756DA}"/>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4003193084"/>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65956" y="805223"/>
            <a:ext cx="8812088" cy="120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3800" b="1" dirty="0">
                <a:solidFill>
                  <a:schemeClr val="tx2"/>
                </a:solidFill>
                <a:latin typeface="Sakkal Majalla" panose="02000000000000000000" pitchFamily="2" charset="-78"/>
                <a:cs typeface="Sakkal Majalla" panose="02000000000000000000" pitchFamily="2" charset="-78"/>
              </a:rPr>
              <a:t>مصادر المعلومات المالية (2)</a:t>
            </a:r>
            <a:endParaRPr lang="en-US" altLang="en-US" sz="3800" b="1" dirty="0">
              <a:solidFill>
                <a:schemeClr val="tx2"/>
              </a:solidFill>
              <a:highlight>
                <a:srgbClr val="FFFF00"/>
              </a:highlight>
              <a:latin typeface="Sakkal Majalla" panose="02000000000000000000" pitchFamily="2" charset="-78"/>
              <a:cs typeface="Sakkal Majalla" panose="02000000000000000000" pitchFamily="2" charset="-78"/>
            </a:endParaRPr>
          </a:p>
        </p:txBody>
      </p:sp>
      <p:graphicFrame>
        <p:nvGraphicFramePr>
          <p:cNvPr id="34822" name="Content Placeholder 3">
            <a:extLst>
              <a:ext uri="{FF2B5EF4-FFF2-40B4-BE49-F238E27FC236}">
                <a16:creationId xmlns:a16="http://schemas.microsoft.com/office/drawing/2014/main" id="{36E8C676-2E29-256B-965A-D373FCA94FBD}"/>
              </a:ext>
            </a:extLst>
          </p:cNvPr>
          <p:cNvGraphicFramePr>
            <a:graphicFrameLocks noGrp="1"/>
          </p:cNvGraphicFramePr>
          <p:nvPr>
            <p:ph idx="1"/>
            <p:extLst>
              <p:ext uri="{D42A27DB-BD31-4B8C-83A1-F6EECF244321}">
                <p14:modId xmlns:p14="http://schemas.microsoft.com/office/powerpoint/2010/main" val="65840243"/>
              </p:ext>
            </p:extLst>
          </p:nvPr>
        </p:nvGraphicFramePr>
        <p:xfrm>
          <a:off x="838746" y="2326210"/>
          <a:ext cx="6973614" cy="39197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12DEEFCC-430B-3D28-F95C-07A0796C8FA2}"/>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3385665446"/>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المعلومات المالية (1) </a:t>
            </a:r>
            <a:endParaRPr lang="en-US" altLang="en-US" sz="4600" b="1" dirty="0">
              <a:solidFill>
                <a:schemeClr val="tx2"/>
              </a:solidFill>
              <a:highlight>
                <a:srgbClr val="FFFF00"/>
              </a:highlight>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345633" y="3185422"/>
            <a:ext cx="4027487" cy="326930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685800" rtl="1">
              <a:buFont typeface="Arial" panose="020B0604020202020204" pitchFamily="34" charset="0"/>
              <a:buChar char="•"/>
            </a:pPr>
            <a:r>
              <a:rPr lang="ar" dirty="0"/>
              <a:t>الدخل العائد من المبيعات </a:t>
            </a:r>
          </a:p>
          <a:p>
            <a:pPr marL="685800" rtl="1">
              <a:buFont typeface="Arial" panose="020B0604020202020204" pitchFamily="34" charset="0"/>
              <a:buChar char="•"/>
            </a:pPr>
            <a:r>
              <a:rPr lang="ar" dirty="0"/>
              <a:t>مزيج المبيعات</a:t>
            </a:r>
          </a:p>
          <a:p>
            <a:pPr marL="685800" rtl="1">
              <a:buFont typeface="Arial" panose="020B0604020202020204" pitchFamily="34" charset="0"/>
              <a:buChar char="•"/>
            </a:pPr>
            <a:r>
              <a:rPr lang="ar" dirty="0"/>
              <a:t>نسب تكلفة المبيعات </a:t>
            </a:r>
          </a:p>
          <a:p>
            <a:pPr marL="685800" rtl="1">
              <a:buFont typeface="Arial" panose="020B0604020202020204" pitchFamily="34" charset="0"/>
              <a:buChar char="•"/>
            </a:pPr>
            <a:r>
              <a:rPr lang="ar" dirty="0"/>
              <a:t>النفقات المتغيرة (القابلة للتحكم) الفعلية والنسب </a:t>
            </a:r>
          </a:p>
          <a:p>
            <a:pPr marL="685800" rtl="1">
              <a:buFont typeface="Arial" panose="020B0604020202020204" pitchFamily="34" charset="0"/>
              <a:buChar char="•"/>
            </a:pPr>
            <a:r>
              <a:rPr lang="ar" kern="0" dirty="0"/>
              <a:t>الأجور الفعلية والنسب</a:t>
            </a:r>
          </a:p>
          <a:p>
            <a:pPr marL="685800" rtl="1">
              <a:buFont typeface="Arial" panose="020B0604020202020204" pitchFamily="34" charset="0"/>
              <a:buChar char="•"/>
            </a:pPr>
            <a:r>
              <a:rPr lang="ar" kern="0" dirty="0"/>
              <a:t>صافي الربح.</a:t>
            </a:r>
          </a:p>
          <a:p>
            <a:pPr marL="685800" rtl="1">
              <a:buFont typeface="Arial" panose="020B0604020202020204" pitchFamily="34" charset="0"/>
              <a:buChar char="•"/>
            </a:pPr>
            <a:endParaRPr lang="en-GB" altLang="en-US" kern="0" dirty="0"/>
          </a:p>
          <a:p>
            <a:pPr indent="0" rtl="1">
              <a:buNone/>
            </a:pPr>
            <a:endParaRPr lang="en-GB" altLang="en-US" dirty="0"/>
          </a:p>
          <a:p>
            <a:pPr marL="685800" rtl="1">
              <a:buFont typeface="Arial" panose="020B0604020202020204" pitchFamily="34" charset="0"/>
              <a:buChar char="•"/>
            </a:pPr>
            <a:endParaRPr lang="en-GB" altLang="en-US" dirty="0"/>
          </a:p>
          <a:p>
            <a:pPr marL="685800" rtl="1"/>
            <a:endParaRPr lang="en-GB" altLang="en-US" dirty="0"/>
          </a:p>
        </p:txBody>
      </p:sp>
      <p:sp>
        <p:nvSpPr>
          <p:cNvPr id="2" name="TextBox 1">
            <a:extLst>
              <a:ext uri="{FF2B5EF4-FFF2-40B4-BE49-F238E27FC236}">
                <a16:creationId xmlns:a16="http://schemas.microsoft.com/office/drawing/2014/main" id="{21BE4A8E-2915-E514-39A3-81164A408531}"/>
              </a:ext>
            </a:extLst>
          </p:cNvPr>
          <p:cNvSpPr txBox="1"/>
          <p:nvPr/>
        </p:nvSpPr>
        <p:spPr bwMode="auto">
          <a:xfrm>
            <a:off x="683568" y="2059200"/>
            <a:ext cx="7689552" cy="1126222"/>
          </a:xfrm>
          <a:prstGeom prst="rect">
            <a:avLst/>
          </a:prstGeom>
          <a:noFill/>
          <a:ln>
            <a:noFill/>
          </a:ln>
        </p:spPr>
        <p:txBody>
          <a:bodyPr vert="horz" wrap="square" lIns="91440" tIns="45720" rIns="91440" bIns="45720" numCol="1" rtlCol="1" anchor="t" anchorCtr="0" compatLnSpc="1">
            <a:prstTxWarp prst="textNoShape">
              <a:avLst/>
            </a:prstTxWarp>
            <a:normAutofit/>
          </a:bodyPr>
          <a:lstStyle/>
          <a:p>
            <a:pPr rtl="1">
              <a:spcBef>
                <a:spcPct val="20000"/>
              </a:spcBef>
            </a:pPr>
            <a:r>
              <a:rPr lang="ar" sz="2600" dirty="0">
                <a:latin typeface="Sakkal Majalla" panose="02000000000000000000" pitchFamily="2" charset="-78"/>
                <a:cs typeface="Sakkal Majalla" panose="02000000000000000000" pitchFamily="2" charset="-78"/>
              </a:rPr>
              <a:t>تحتاج الشركات في مجال الضيافة إلى الاطلاع دومًا على أداء أعمالها من أجل تحقيق الكفاءة التشغيلية، ويمكن أن تكون المعلومات المستخدمة لهذا الغرض هي:</a:t>
            </a:r>
          </a:p>
        </p:txBody>
      </p:sp>
      <p:sp>
        <p:nvSpPr>
          <p:cNvPr id="3" name="Content Placeholder 3">
            <a:extLst>
              <a:ext uri="{FF2B5EF4-FFF2-40B4-BE49-F238E27FC236}">
                <a16:creationId xmlns:a16="http://schemas.microsoft.com/office/drawing/2014/main" id="{2BDBE36E-0247-B813-B4A4-5EF70A745A57}"/>
              </a:ext>
            </a:extLst>
          </p:cNvPr>
          <p:cNvSpPr txBox="1">
            <a:spLocks noChangeArrowheads="1"/>
          </p:cNvSpPr>
          <p:nvPr/>
        </p:nvSpPr>
        <p:spPr bwMode="auto">
          <a:xfrm>
            <a:off x="570384" y="3151340"/>
            <a:ext cx="4027487" cy="3337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Autofit/>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1800">
                <a:solidFill>
                  <a:schemeClr val="tx1"/>
                </a:solidFill>
                <a:latin typeface="+mn-lt"/>
              </a:defRPr>
            </a:lvl6pPr>
            <a:lvl7pPr marL="2971800" indent="-228600" algn="r" rtl="1" fontAlgn="base">
              <a:spcBef>
                <a:spcPct val="20000"/>
              </a:spcBef>
              <a:spcAft>
                <a:spcPct val="0"/>
              </a:spcAft>
              <a:buFont typeface="Wingdings" pitchFamily="2" charset="2"/>
              <a:defRPr sz="1800">
                <a:solidFill>
                  <a:schemeClr val="tx1"/>
                </a:solidFill>
                <a:latin typeface="+mn-lt"/>
              </a:defRPr>
            </a:lvl7pPr>
            <a:lvl8pPr marL="3429000" indent="-228600" algn="r" rtl="1" fontAlgn="base">
              <a:spcBef>
                <a:spcPct val="20000"/>
              </a:spcBef>
              <a:spcAft>
                <a:spcPct val="0"/>
              </a:spcAft>
              <a:buFont typeface="Wingdings" pitchFamily="2" charset="2"/>
              <a:defRPr sz="1800">
                <a:solidFill>
                  <a:schemeClr val="tx1"/>
                </a:solidFill>
                <a:latin typeface="+mn-lt"/>
              </a:defRPr>
            </a:lvl8pPr>
            <a:lvl9pPr marL="3886200" indent="-228600" algn="r" rtl="1" fontAlgn="base">
              <a:spcBef>
                <a:spcPct val="20000"/>
              </a:spcBef>
              <a:spcAft>
                <a:spcPct val="0"/>
              </a:spcAft>
              <a:buFont typeface="Wingdings" pitchFamily="2" charset="2"/>
              <a:defRPr sz="1800">
                <a:solidFill>
                  <a:schemeClr val="tx1"/>
                </a:solidFill>
                <a:latin typeface="+mn-lt"/>
              </a:defRPr>
            </a:lvl9pPr>
          </a:lstStyle>
          <a:p>
            <a:pPr marL="685800" rtl="1">
              <a:buFont typeface="Arial" panose="020B0604020202020204" pitchFamily="34" charset="0"/>
              <a:buChar char="•"/>
            </a:pPr>
            <a:r>
              <a:rPr lang="ar" kern="0" dirty="0">
                <a:latin typeface="Sakkal Majalla" panose="02000000000000000000" pitchFamily="2" charset="-78"/>
                <a:cs typeface="Sakkal Majalla" panose="02000000000000000000" pitchFamily="2" charset="-78"/>
              </a:rPr>
              <a:t>الربح الإجمالي الفعلي ونسبة الربح الإجمالي.</a:t>
            </a:r>
          </a:p>
          <a:p>
            <a:pPr marL="685800" rtl="1">
              <a:buFont typeface="Arial" panose="020B0604020202020204" pitchFamily="34" charset="0"/>
              <a:buChar char="•"/>
            </a:pPr>
            <a:r>
              <a:rPr lang="ar" dirty="0">
                <a:latin typeface="Sakkal Majalla" panose="02000000000000000000" pitchFamily="2" charset="-78"/>
                <a:cs typeface="Sakkal Majalla" panose="02000000000000000000" pitchFamily="2" charset="-78"/>
              </a:rPr>
              <a:t>إشغال الغرف </a:t>
            </a:r>
          </a:p>
          <a:p>
            <a:pPr marL="685800" rtl="1">
              <a:buFont typeface="Arial" panose="020B0604020202020204" pitchFamily="34" charset="0"/>
              <a:buChar char="•"/>
            </a:pPr>
            <a:r>
              <a:rPr lang="ar" dirty="0">
                <a:latin typeface="Sakkal Majalla" panose="02000000000000000000" pitchFamily="2" charset="-78"/>
                <a:cs typeface="Sakkal Majalla" panose="02000000000000000000" pitchFamily="2" charset="-78"/>
              </a:rPr>
              <a:t>نسبة إشغال الأسرّة </a:t>
            </a:r>
          </a:p>
          <a:p>
            <a:pPr marL="685800" rtl="1">
              <a:buFont typeface="Arial" panose="020B0604020202020204" pitchFamily="34" charset="0"/>
              <a:buChar char="•"/>
            </a:pPr>
            <a:r>
              <a:rPr lang="ar" dirty="0">
                <a:latin typeface="Sakkal Majalla" panose="02000000000000000000" pitchFamily="2" charset="-78"/>
                <a:cs typeface="Sakkal Majalla" panose="02000000000000000000" pitchFamily="2" charset="-78"/>
              </a:rPr>
              <a:t>متوسط النفقات </a:t>
            </a:r>
          </a:p>
          <a:p>
            <a:pPr marL="685800" rtl="1">
              <a:buFont typeface="Arial" panose="020B0604020202020204" pitchFamily="34" charset="0"/>
              <a:buChar char="•"/>
            </a:pPr>
            <a:r>
              <a:rPr lang="ar" dirty="0">
                <a:latin typeface="Sakkal Majalla" panose="02000000000000000000" pitchFamily="2" charset="-78"/>
                <a:cs typeface="Sakkal Majalla" panose="02000000000000000000" pitchFamily="2" charset="-78"/>
              </a:rPr>
              <a:t>الإشغال الدوري للمقاعد والطاولات </a:t>
            </a:r>
          </a:p>
          <a:p>
            <a:pPr marL="685800" rtl="1">
              <a:buFont typeface="Arial" panose="020B0604020202020204" pitchFamily="34" charset="0"/>
              <a:buChar char="•"/>
            </a:pPr>
            <a:r>
              <a:rPr lang="ar" dirty="0">
                <a:latin typeface="Sakkal Majalla" panose="02000000000000000000" pitchFamily="2" charset="-78"/>
                <a:cs typeface="Sakkal Majalla" panose="02000000000000000000" pitchFamily="2" charset="-78"/>
              </a:rPr>
              <a:t>نِسَب السيولة</a:t>
            </a:r>
          </a:p>
          <a:p>
            <a:pPr marL="685800" rtl="1">
              <a:buFont typeface="Arial" panose="020B0604020202020204" pitchFamily="34" charset="0"/>
              <a:buChar char="•"/>
            </a:pPr>
            <a:r>
              <a:rPr lang="ar" dirty="0">
                <a:latin typeface="Sakkal Majalla" panose="02000000000000000000" pitchFamily="2" charset="-78"/>
                <a:cs typeface="Sakkal Majalla" panose="02000000000000000000" pitchFamily="2" charset="-78"/>
              </a:rPr>
              <a:t>الاختبار الحاسم </a:t>
            </a:r>
          </a:p>
          <a:p>
            <a:pPr marL="685800" rtl="1">
              <a:buFont typeface="Arial" panose="020B0604020202020204" pitchFamily="34" charset="0"/>
              <a:buChar char="•"/>
            </a:pPr>
            <a:endParaRPr lang="en-GB" altLang="en-US" kern="0" dirty="0">
              <a:latin typeface="Sakkal Majalla" panose="02000000000000000000" pitchFamily="2" charset="-78"/>
              <a:cs typeface="Sakkal Majalla" panose="02000000000000000000" pitchFamily="2" charset="-78"/>
            </a:endParaRPr>
          </a:p>
          <a:p>
            <a:pPr indent="0" rtl="1"/>
            <a:endParaRPr lang="en-GB" altLang="en-US" kern="0" dirty="0">
              <a:latin typeface="Sakkal Majalla" panose="02000000000000000000" pitchFamily="2" charset="-78"/>
              <a:cs typeface="Sakkal Majalla" panose="02000000000000000000" pitchFamily="2" charset="-78"/>
            </a:endParaRPr>
          </a:p>
          <a:p>
            <a:pPr marL="685800" rtl="1"/>
            <a:endParaRPr lang="en-GB" altLang="en-US" kern="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367CF2E6-B638-B9B5-DB38-C3D8B84751E8}"/>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extLst>
      <p:ext uri="{BB962C8B-B14F-4D97-AF65-F5344CB8AC3E}">
        <p14:creationId xmlns:p14="http://schemas.microsoft.com/office/powerpoint/2010/main" val="1249119910"/>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251520" y="1268760"/>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شكر وتقدير</a:t>
            </a:r>
          </a:p>
        </p:txBody>
      </p:sp>
      <p:sp>
        <p:nvSpPr>
          <p:cNvPr id="2" name="Content Placeholder 1">
            <a:extLst>
              <a:ext uri="{FF2B5EF4-FFF2-40B4-BE49-F238E27FC236}">
                <a16:creationId xmlns:a16="http://schemas.microsoft.com/office/drawing/2014/main" id="{571ED6DB-1193-D7D6-14BD-76307D6EBFD2}"/>
              </a:ext>
            </a:extLst>
          </p:cNvPr>
          <p:cNvSpPr>
            <a:spLocks noGrp="1"/>
          </p:cNvSpPr>
          <p:nvPr>
            <p:ph sz="half" idx="2"/>
          </p:nvPr>
        </p:nvSpPr>
        <p:spPr>
          <a:xfrm>
            <a:off x="468312" y="2195513"/>
            <a:ext cx="7991475" cy="3609975"/>
          </a:xfrm>
        </p:spPr>
        <p:txBody>
          <a:bodyPr rtlCol="1"/>
          <a:lstStyle/>
          <a:p>
            <a:pPr marL="0" indent="0" rtl="1">
              <a:buNone/>
            </a:pPr>
            <a:r>
              <a:rPr lang="ar" sz="2600" dirty="0"/>
              <a:t>الصور:</a:t>
            </a:r>
            <a:endParaRPr lang="en-GB" sz="2600" b="1" dirty="0"/>
          </a:p>
          <a:p>
            <a:pPr rtl="1">
              <a:lnSpc>
                <a:spcPct val="107000"/>
              </a:lnSpc>
              <a:spcAft>
                <a:spcPts val="800"/>
              </a:spcAft>
            </a:pPr>
            <a:r>
              <a:rPr lang="ar" sz="2600" b="1" dirty="0"/>
              <a:t>شوترستوك:</a:t>
            </a:r>
            <a:r>
              <a:rPr lang="ar" sz="2600" dirty="0"/>
              <a:t> كزينون (الشريحة 9)، تزيزو صن (الشريحة 25)، جاكوب لوند (الشريحة 26)، جانسوك (الشريحة 27).</a:t>
            </a:r>
          </a:p>
          <a:p>
            <a:pPr marL="0" indent="0" rtl="1">
              <a:lnSpc>
                <a:spcPct val="107000"/>
              </a:lnSpc>
              <a:spcAft>
                <a:spcPts val="800"/>
              </a:spcAft>
              <a:buNone/>
            </a:pPr>
            <a:endParaRPr lang="en-GB" sz="2600" dirty="0">
              <a:effectLst/>
              <a:latin typeface="Calibri" panose="020F0502020204030204" pitchFamily="34" charset="0"/>
              <a:ea typeface="Calibri" panose="020F0502020204030204" pitchFamily="34" charset="0"/>
            </a:endParaRPr>
          </a:p>
          <a:p>
            <a:pPr rtl="1"/>
            <a:endParaRPr lang="en-GB" sz="2600" dirty="0"/>
          </a:p>
          <a:p>
            <a:pPr marL="0" indent="0" rtl="1">
              <a:buNone/>
            </a:pPr>
            <a:endParaRPr lang="en-GB" sz="2600" dirty="0"/>
          </a:p>
        </p:txBody>
      </p:sp>
      <p:sp>
        <p:nvSpPr>
          <p:cNvPr id="3" name="Footer Placeholder 2">
            <a:extLst>
              <a:ext uri="{FF2B5EF4-FFF2-40B4-BE49-F238E27FC236}">
                <a16:creationId xmlns:a16="http://schemas.microsoft.com/office/drawing/2014/main" id="{2D33B474-2BC6-5EA5-D282-CBAEB331B658}"/>
              </a:ext>
            </a:extLst>
          </p:cNvPr>
          <p:cNvSpPr txBox="1">
            <a:spLocks/>
          </p:cNvSpPr>
          <p:nvPr/>
        </p:nvSpPr>
        <p:spPr bwMode="auto">
          <a:xfrm>
            <a:off x="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A103000399998</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2" ma:contentTypeDescription="Create a new document." ma:contentTypeScope="" ma:versionID="2ce127b3dc80ffa4c6c46b1baef24a92">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6ed09ce462a7bdf5841df57885213077" ns2:_="" ns3:_="">
    <xsd:import namespace="f63d1639-2e8e-4dfe-b2d4-ff2deac92409"/>
    <xsd:import namespace="7012c9df-7563-46f6-96ee-cebd66fd5577"/>
    <xsd:element name="properties">
      <xsd:complexType>
        <xsd:sequence>
          <xsd:element name="documentManagement">
            <xsd:complexType>
              <xsd:all>
                <xsd:element ref="ns2:_Flow_SignoffStatu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AdditionalInfo"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_Flow_SignoffStatus" ma:index="2" nillable="true" ma:displayName="Sign-off status" ma:internalName="Sign_x002d_off_x0020_status" ma:readOnly="false">
      <xsd:simpleType>
        <xsd:restriction base="dms:Text"/>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hidden="true" ma:internalName="MediaServiceAutoTags" ma:readOnly="true">
      <xsd:simpleType>
        <xsd:restriction base="dms:Text"/>
      </xsd:simpleType>
    </xsd:element>
    <xsd:element name="MediaServiceOCR" ma:index="16" nillable="true" ma:displayName="Extracted Text" ma:hidden="true" ma:internalName="MediaServiceOCR"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hidden="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hidden="true" ma:internalName="AdditionalInfo" ma:readOnly="fals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hidden="true" ma:internalName="SharedWithDetails" ma:readOnly="true">
      <xsd:simpleType>
        <xsd:restriction base="dms:Note"/>
      </xsd:simpleType>
    </xsd:element>
    <xsd:element name="TaxCatchAll" ma:index="22" nillable="true" ma:displayName="Taxonomy Catch All Column" ma:hidden="true" ma:list="{68bf6128-19fb-458b-8dd6-b174ec593e06}" ma:internalName="TaxCatchAll" ma:readOnly="false"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AdditionalInfo xmlns="f63d1639-2e8e-4dfe-b2d4-ff2deac92409" xsi:nil="true"/>
    <_Flow_SignoffStatus xmlns="f63d1639-2e8e-4dfe-b2d4-ff2deac9240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72C51E-45DC-4EE6-B4BB-ED3EB1D85EDB}"/>
</file>

<file path=customXml/itemProps2.xml><?xml version="1.0" encoding="utf-8"?>
<ds:datastoreItem xmlns:ds="http://schemas.openxmlformats.org/officeDocument/2006/customXml" ds:itemID="{AC23B947-7365-46E6-97D8-39CC3AB7528F}">
  <ds:schemaRefs>
    <ds:schemaRef ds:uri="http://purl.org/dc/dcmitype/"/>
    <ds:schemaRef ds:uri="http://schemas.microsoft.com/office/2006/documentManagement/types"/>
    <ds:schemaRef ds:uri="http://schemas.microsoft.com/office/2006/metadata/properties"/>
    <ds:schemaRef ds:uri="7c1bd8dc-4e40-424f-a15f-9ffcd522197f"/>
    <ds:schemaRef ds:uri="http://schemas.openxmlformats.org/package/2006/metadata/core-properties"/>
    <ds:schemaRef ds:uri="http://purl.org/dc/elements/1.1/"/>
    <ds:schemaRef ds:uri="http://purl.org/dc/terms/"/>
    <ds:schemaRef ds:uri="http://schemas.microsoft.com/office/infopath/2007/PartnerControls"/>
    <ds:schemaRef ds:uri="6125ffc9-2c56-435e-8267-1393444907b2"/>
    <ds:schemaRef ds:uri="http://www.w3.org/XML/1998/namespace"/>
  </ds:schemaRefs>
</ds:datastoreItem>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65</TotalTime>
  <Words>1786</Words>
  <Application>Microsoft Office PowerPoint</Application>
  <PresentationFormat>On-screen Show (4:3)</PresentationFormat>
  <Paragraphs>295</Paragraphs>
  <Slides>34</Slides>
  <Notes>34</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34</vt:i4>
      </vt:variant>
    </vt:vector>
  </HeadingPairs>
  <TitlesOfParts>
    <vt:vector size="50" baseType="lpstr">
      <vt:lpstr>Arial</vt:lpstr>
      <vt:lpstr>Calibri</vt:lpstr>
      <vt:lpstr>Helvetica</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5 مراقبة التكاليف لمشرفي الضيافة  </vt:lpstr>
      <vt:lpstr>مراقبة التكاليف لمشرفي الضيافة</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11</cp:revision>
  <dcterms:created xsi:type="dcterms:W3CDTF">2020-07-15T07:14:47Z</dcterms:created>
  <dcterms:modified xsi:type="dcterms:W3CDTF">2024-11-26T15:48:10Z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