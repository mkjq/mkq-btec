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7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8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heme/theme9.xml" ContentType="application/vnd.openxmlformats-officedocument.theme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theme/theme10.xml" ContentType="application/vnd.openxmlformats-officedocument.theme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theme/theme11.xml" ContentType="application/vnd.openxmlformats-officedocument.theme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theme/theme12.xml" ContentType="application/vnd.openxmlformats-officedocument.theme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theme/theme13.xml" ContentType="application/vnd.openxmlformats-officedocument.theme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  <p:sldMasterId id="2147484932" r:id="rId14"/>
    <p:sldMasterId id="2147484945" r:id="rId15"/>
    <p:sldMasterId id="2147484958" r:id="rId16"/>
    <p:sldMasterId id="2147484971" r:id="rId17"/>
  </p:sldMasterIdLst>
  <p:notesMasterIdLst>
    <p:notesMasterId r:id="rId52"/>
  </p:notesMasterIdLst>
  <p:handoutMasterIdLst>
    <p:handoutMasterId r:id="rId53"/>
  </p:handoutMasterIdLst>
  <p:sldIdLst>
    <p:sldId id="351" r:id="rId18"/>
    <p:sldId id="352" r:id="rId19"/>
    <p:sldId id="353" r:id="rId20"/>
    <p:sldId id="354" r:id="rId21"/>
    <p:sldId id="355" r:id="rId22"/>
    <p:sldId id="356" r:id="rId23"/>
    <p:sldId id="357" r:id="rId24"/>
    <p:sldId id="358" r:id="rId25"/>
    <p:sldId id="359" r:id="rId26"/>
    <p:sldId id="360" r:id="rId27"/>
    <p:sldId id="361" r:id="rId28"/>
    <p:sldId id="362" r:id="rId29"/>
    <p:sldId id="363" r:id="rId30"/>
    <p:sldId id="364" r:id="rId31"/>
    <p:sldId id="365" r:id="rId32"/>
    <p:sldId id="366" r:id="rId33"/>
    <p:sldId id="367" r:id="rId34"/>
    <p:sldId id="368" r:id="rId35"/>
    <p:sldId id="369" r:id="rId36"/>
    <p:sldId id="370" r:id="rId37"/>
    <p:sldId id="371" r:id="rId38"/>
    <p:sldId id="372" r:id="rId39"/>
    <p:sldId id="373" r:id="rId40"/>
    <p:sldId id="374" r:id="rId41"/>
    <p:sldId id="375" r:id="rId42"/>
    <p:sldId id="383" r:id="rId43"/>
    <p:sldId id="376" r:id="rId44"/>
    <p:sldId id="377" r:id="rId45"/>
    <p:sldId id="378" r:id="rId46"/>
    <p:sldId id="379" r:id="rId47"/>
    <p:sldId id="380" r:id="rId48"/>
    <p:sldId id="381" r:id="rId49"/>
    <p:sldId id="382" r:id="rId50"/>
    <p:sldId id="327" r:id="rId51"/>
  </p:sldIdLst>
  <p:sldSz cx="9144000" cy="6858000" type="screen4x3"/>
  <p:notesSz cx="6858000" cy="9144000"/>
  <p:defaultTextStyle>
    <a:defPPr algn="r" rtl="1">
      <a:defRPr lang="ar-MA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3A47FF6-90A0-6ED8-8267-860354982247}" name="Sadek, Eman" initials="ES" userId="S::Eman.Sadek@langspire.com::2e84509c-37f6-47f2-ad97-242c89c540f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CDDE"/>
    <a:srgbClr val="A4A2A3"/>
    <a:srgbClr val="DAED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6BD257-6A9D-4899-A9D2-960A75282701}" v="38" dt="2025-09-26T08:13:10.965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94" autoAdjust="0"/>
    <p:restoredTop sz="83277" autoAdjust="0"/>
  </p:normalViewPr>
  <p:slideViewPr>
    <p:cSldViewPr snapToGrid="0">
      <p:cViewPr varScale="1">
        <p:scale>
          <a:sx n="124" d="100"/>
          <a:sy n="124" d="100"/>
        </p:scale>
        <p:origin x="2742" y="330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1.xml"/><Relationship Id="rId26" Type="http://schemas.openxmlformats.org/officeDocument/2006/relationships/slide" Target="slides/slide9.xml"/><Relationship Id="rId39" Type="http://schemas.openxmlformats.org/officeDocument/2006/relationships/slide" Target="slides/slide22.xml"/><Relationship Id="rId21" Type="http://schemas.openxmlformats.org/officeDocument/2006/relationships/slide" Target="slides/slide4.xml"/><Relationship Id="rId34" Type="http://schemas.openxmlformats.org/officeDocument/2006/relationships/slide" Target="slides/slide17.xml"/><Relationship Id="rId42" Type="http://schemas.openxmlformats.org/officeDocument/2006/relationships/slide" Target="slides/slide25.xml"/><Relationship Id="rId47" Type="http://schemas.openxmlformats.org/officeDocument/2006/relationships/slide" Target="slides/slide30.xml"/><Relationship Id="rId50" Type="http://schemas.openxmlformats.org/officeDocument/2006/relationships/slide" Target="slides/slide33.xml"/><Relationship Id="rId55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9" Type="http://schemas.openxmlformats.org/officeDocument/2006/relationships/slide" Target="slides/slide12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7.xml"/><Relationship Id="rId32" Type="http://schemas.openxmlformats.org/officeDocument/2006/relationships/slide" Target="slides/slide15.xml"/><Relationship Id="rId37" Type="http://schemas.openxmlformats.org/officeDocument/2006/relationships/slide" Target="slides/slide20.xml"/><Relationship Id="rId40" Type="http://schemas.openxmlformats.org/officeDocument/2006/relationships/slide" Target="slides/slide23.xml"/><Relationship Id="rId45" Type="http://schemas.openxmlformats.org/officeDocument/2006/relationships/slide" Target="slides/slide28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61" Type="http://schemas.microsoft.com/office/2018/10/relationships/authors" Target="authors.xml"/><Relationship Id="rId19" Type="http://schemas.openxmlformats.org/officeDocument/2006/relationships/slide" Target="slides/slide2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5.xml"/><Relationship Id="rId27" Type="http://schemas.openxmlformats.org/officeDocument/2006/relationships/slide" Target="slides/slide10.xml"/><Relationship Id="rId30" Type="http://schemas.openxmlformats.org/officeDocument/2006/relationships/slide" Target="slides/slide13.xml"/><Relationship Id="rId35" Type="http://schemas.openxmlformats.org/officeDocument/2006/relationships/slide" Target="slides/slide18.xml"/><Relationship Id="rId43" Type="http://schemas.openxmlformats.org/officeDocument/2006/relationships/slide" Target="slides/slide26.xml"/><Relationship Id="rId48" Type="http://schemas.openxmlformats.org/officeDocument/2006/relationships/slide" Target="slides/slide31.xml"/><Relationship Id="rId56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34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8.xml"/><Relationship Id="rId33" Type="http://schemas.openxmlformats.org/officeDocument/2006/relationships/slide" Target="slides/slide16.xml"/><Relationship Id="rId38" Type="http://schemas.openxmlformats.org/officeDocument/2006/relationships/slide" Target="slides/slide21.xml"/><Relationship Id="rId46" Type="http://schemas.openxmlformats.org/officeDocument/2006/relationships/slide" Target="slides/slide29.xml"/><Relationship Id="rId59" Type="http://schemas.microsoft.com/office/2016/11/relationships/changesInfo" Target="changesInfos/changesInfo1.xml"/><Relationship Id="rId20" Type="http://schemas.openxmlformats.org/officeDocument/2006/relationships/slide" Target="slides/slide3.xml"/><Relationship Id="rId41" Type="http://schemas.openxmlformats.org/officeDocument/2006/relationships/slide" Target="slides/slide24.xml"/><Relationship Id="rId54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6.xml"/><Relationship Id="rId28" Type="http://schemas.openxmlformats.org/officeDocument/2006/relationships/slide" Target="slides/slide11.xml"/><Relationship Id="rId36" Type="http://schemas.openxmlformats.org/officeDocument/2006/relationships/slide" Target="slides/slide19.xml"/><Relationship Id="rId49" Type="http://schemas.openxmlformats.org/officeDocument/2006/relationships/slide" Target="slides/slide32.xml"/><Relationship Id="rId57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14.xml"/><Relationship Id="rId44" Type="http://schemas.openxmlformats.org/officeDocument/2006/relationships/slide" Target="slides/slide27.xml"/><Relationship Id="rId52" Type="http://schemas.openxmlformats.org/officeDocument/2006/relationships/notesMaster" Target="notesMasters/notesMaster1.xml"/><Relationship Id="rId6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Winser" userId="c3146a91-e6bd-4264-bd86-e164e04bc32d" providerId="ADAL" clId="{E56BD257-6A9D-4899-A9D2-960A75282701}"/>
    <pc:docChg chg="custSel addSld modSld">
      <pc:chgData name="Paul Winser" userId="c3146a91-e6bd-4264-bd86-e164e04bc32d" providerId="ADAL" clId="{E56BD257-6A9D-4899-A9D2-960A75282701}" dt="2025-09-26T08:13:10.965" v="77"/>
      <pc:docMkLst>
        <pc:docMk/>
      </pc:docMkLst>
      <pc:sldChg chg="addSp modSp add modTransition">
        <pc:chgData name="Paul Winser" userId="c3146a91-e6bd-4264-bd86-e164e04bc32d" providerId="ADAL" clId="{E56BD257-6A9D-4899-A9D2-960A75282701}" dt="2025-09-26T08:13:10.965" v="77"/>
        <pc:sldMkLst>
          <pc:docMk/>
          <pc:sldMk cId="3505912965" sldId="327"/>
        </pc:sldMkLst>
        <pc:spChg chg="add mod">
          <ac:chgData name="Paul Winser" userId="c3146a91-e6bd-4264-bd86-e164e04bc32d" providerId="ADAL" clId="{E56BD257-6A9D-4899-A9D2-960A75282701}" dt="2025-09-26T08:13:10.965" v="77"/>
          <ac:spMkLst>
            <pc:docMk/>
            <pc:sldMk cId="3505912965" sldId="327"/>
            <ac:spMk id="2" creationId="{3D3F125A-DB17-A277-2D04-C61CC02035C0}"/>
          </ac:spMkLst>
        </pc:spChg>
      </pc:sldChg>
      <pc:sldChg chg="addSp modSp mod">
        <pc:chgData name="Paul Winser" userId="c3146a91-e6bd-4264-bd86-e164e04bc32d" providerId="ADAL" clId="{E56BD257-6A9D-4899-A9D2-960A75282701}" dt="2025-09-24T11:36:44.708" v="43" actId="1076"/>
        <pc:sldMkLst>
          <pc:docMk/>
          <pc:sldMk cId="3075161493" sldId="351"/>
        </pc:sldMkLst>
        <pc:spChg chg="add mod">
          <ac:chgData name="Paul Winser" userId="c3146a91-e6bd-4264-bd86-e164e04bc32d" providerId="ADAL" clId="{E56BD257-6A9D-4899-A9D2-960A75282701}" dt="2025-09-24T11:36:44.708" v="43" actId="1076"/>
          <ac:spMkLst>
            <pc:docMk/>
            <pc:sldMk cId="3075161493" sldId="351"/>
            <ac:spMk id="4" creationId="{A301FD25-DF1E-9DAB-D669-437ED62AF594}"/>
          </ac:spMkLst>
        </pc:spChg>
      </pc:sldChg>
      <pc:sldChg chg="addSp delSp modSp mod">
        <pc:chgData name="Paul Winser" userId="c3146a91-e6bd-4264-bd86-e164e04bc32d" providerId="ADAL" clId="{E56BD257-6A9D-4899-A9D2-960A75282701}" dt="2025-09-24T11:36:46.740" v="44"/>
        <pc:sldMkLst>
          <pc:docMk/>
          <pc:sldMk cId="1274030798" sldId="352"/>
        </pc:sldMkLst>
        <pc:spChg chg="add mod">
          <ac:chgData name="Paul Winser" userId="c3146a91-e6bd-4264-bd86-e164e04bc32d" providerId="ADAL" clId="{E56BD257-6A9D-4899-A9D2-960A75282701}" dt="2025-09-24T11:36:46.740" v="44"/>
          <ac:spMkLst>
            <pc:docMk/>
            <pc:sldMk cId="1274030798" sldId="352"/>
            <ac:spMk id="2" creationId="{70F457C2-ECC2-BAA8-0463-111E70058861}"/>
          </ac:spMkLst>
        </pc:spChg>
      </pc:sldChg>
      <pc:sldChg chg="addSp delSp modSp mod modNotesTx">
        <pc:chgData name="Paul Winser" userId="c3146a91-e6bd-4264-bd86-e164e04bc32d" providerId="ADAL" clId="{E56BD257-6A9D-4899-A9D2-960A75282701}" dt="2025-09-24T11:36:51.109" v="45"/>
        <pc:sldMkLst>
          <pc:docMk/>
          <pc:sldMk cId="1154164857" sldId="353"/>
        </pc:sldMkLst>
        <pc:spChg chg="add mod">
          <ac:chgData name="Paul Winser" userId="c3146a91-e6bd-4264-bd86-e164e04bc32d" providerId="ADAL" clId="{E56BD257-6A9D-4899-A9D2-960A75282701}" dt="2025-09-24T11:36:51.109" v="45"/>
          <ac:spMkLst>
            <pc:docMk/>
            <pc:sldMk cId="1154164857" sldId="353"/>
            <ac:spMk id="3" creationId="{12BACFE1-E91A-EDA9-4578-F7F1DAD194C4}"/>
          </ac:spMkLst>
        </pc:spChg>
      </pc:sldChg>
      <pc:sldChg chg="addSp delSp modSp mod modNotesTx">
        <pc:chgData name="Paul Winser" userId="c3146a91-e6bd-4264-bd86-e164e04bc32d" providerId="ADAL" clId="{E56BD257-6A9D-4899-A9D2-960A75282701}" dt="2025-09-24T11:36:52.860" v="46"/>
        <pc:sldMkLst>
          <pc:docMk/>
          <pc:sldMk cId="3761534851" sldId="354"/>
        </pc:sldMkLst>
        <pc:spChg chg="add mod">
          <ac:chgData name="Paul Winser" userId="c3146a91-e6bd-4264-bd86-e164e04bc32d" providerId="ADAL" clId="{E56BD257-6A9D-4899-A9D2-960A75282701}" dt="2025-09-24T11:36:52.860" v="46"/>
          <ac:spMkLst>
            <pc:docMk/>
            <pc:sldMk cId="3761534851" sldId="354"/>
            <ac:spMk id="3" creationId="{9918FD97-0214-066C-1749-1B64B55E7B55}"/>
          </ac:spMkLst>
        </pc:spChg>
      </pc:sldChg>
      <pc:sldChg chg="addSp delSp modSp mod modNotesTx">
        <pc:chgData name="Paul Winser" userId="c3146a91-e6bd-4264-bd86-e164e04bc32d" providerId="ADAL" clId="{E56BD257-6A9D-4899-A9D2-960A75282701}" dt="2025-09-24T11:36:54.192" v="47"/>
        <pc:sldMkLst>
          <pc:docMk/>
          <pc:sldMk cId="4050075237" sldId="355"/>
        </pc:sldMkLst>
        <pc:spChg chg="add mod">
          <ac:chgData name="Paul Winser" userId="c3146a91-e6bd-4264-bd86-e164e04bc32d" providerId="ADAL" clId="{E56BD257-6A9D-4899-A9D2-960A75282701}" dt="2025-09-24T11:36:54.192" v="47"/>
          <ac:spMkLst>
            <pc:docMk/>
            <pc:sldMk cId="4050075237" sldId="355"/>
            <ac:spMk id="13" creationId="{90B40318-C463-1411-658E-5F6B08A1F5EF}"/>
          </ac:spMkLst>
        </pc:spChg>
      </pc:sldChg>
      <pc:sldChg chg="addSp delSp modSp mod">
        <pc:chgData name="Paul Winser" userId="c3146a91-e6bd-4264-bd86-e164e04bc32d" providerId="ADAL" clId="{E56BD257-6A9D-4899-A9D2-960A75282701}" dt="2025-09-24T11:36:55.776" v="48"/>
        <pc:sldMkLst>
          <pc:docMk/>
          <pc:sldMk cId="2525822222" sldId="356"/>
        </pc:sldMkLst>
        <pc:spChg chg="add mod">
          <ac:chgData name="Paul Winser" userId="c3146a91-e6bd-4264-bd86-e164e04bc32d" providerId="ADAL" clId="{E56BD257-6A9D-4899-A9D2-960A75282701}" dt="2025-09-24T11:36:55.776" v="48"/>
          <ac:spMkLst>
            <pc:docMk/>
            <pc:sldMk cId="2525822222" sldId="356"/>
            <ac:spMk id="3" creationId="{831BD694-58BD-9D62-8732-A01E9CC36949}"/>
          </ac:spMkLst>
        </pc:spChg>
      </pc:sldChg>
      <pc:sldChg chg="addSp delSp modSp mod">
        <pc:chgData name="Paul Winser" userId="c3146a91-e6bd-4264-bd86-e164e04bc32d" providerId="ADAL" clId="{E56BD257-6A9D-4899-A9D2-960A75282701}" dt="2025-09-24T11:36:57.239" v="49"/>
        <pc:sldMkLst>
          <pc:docMk/>
          <pc:sldMk cId="981135717" sldId="357"/>
        </pc:sldMkLst>
        <pc:spChg chg="add mod">
          <ac:chgData name="Paul Winser" userId="c3146a91-e6bd-4264-bd86-e164e04bc32d" providerId="ADAL" clId="{E56BD257-6A9D-4899-A9D2-960A75282701}" dt="2025-09-24T11:36:57.239" v="49"/>
          <ac:spMkLst>
            <pc:docMk/>
            <pc:sldMk cId="981135717" sldId="357"/>
            <ac:spMk id="4" creationId="{768B46E3-814C-B1B4-4B6B-9FBCF4F46190}"/>
          </ac:spMkLst>
        </pc:spChg>
      </pc:sldChg>
      <pc:sldChg chg="addSp delSp modSp mod">
        <pc:chgData name="Paul Winser" userId="c3146a91-e6bd-4264-bd86-e164e04bc32d" providerId="ADAL" clId="{E56BD257-6A9D-4899-A9D2-960A75282701}" dt="2025-09-24T11:36:58.578" v="50"/>
        <pc:sldMkLst>
          <pc:docMk/>
          <pc:sldMk cId="469904983" sldId="358"/>
        </pc:sldMkLst>
        <pc:spChg chg="add mod">
          <ac:chgData name="Paul Winser" userId="c3146a91-e6bd-4264-bd86-e164e04bc32d" providerId="ADAL" clId="{E56BD257-6A9D-4899-A9D2-960A75282701}" dt="2025-09-24T11:36:58.578" v="50"/>
          <ac:spMkLst>
            <pc:docMk/>
            <pc:sldMk cId="469904983" sldId="358"/>
            <ac:spMk id="3" creationId="{7475B5DF-2C12-E9BB-3937-B4424408814E}"/>
          </ac:spMkLst>
        </pc:spChg>
      </pc:sldChg>
      <pc:sldChg chg="addSp delSp modSp mod">
        <pc:chgData name="Paul Winser" userId="c3146a91-e6bd-4264-bd86-e164e04bc32d" providerId="ADAL" clId="{E56BD257-6A9D-4899-A9D2-960A75282701}" dt="2025-09-24T11:36:59.969" v="51"/>
        <pc:sldMkLst>
          <pc:docMk/>
          <pc:sldMk cId="3979709698" sldId="359"/>
        </pc:sldMkLst>
        <pc:spChg chg="add mod">
          <ac:chgData name="Paul Winser" userId="c3146a91-e6bd-4264-bd86-e164e04bc32d" providerId="ADAL" clId="{E56BD257-6A9D-4899-A9D2-960A75282701}" dt="2025-09-24T11:36:59.969" v="51"/>
          <ac:spMkLst>
            <pc:docMk/>
            <pc:sldMk cId="3979709698" sldId="359"/>
            <ac:spMk id="4" creationId="{A7209957-6BB2-96A6-766C-7793D23D430E}"/>
          </ac:spMkLst>
        </pc:spChg>
      </pc:sldChg>
      <pc:sldChg chg="addSp delSp modSp mod">
        <pc:chgData name="Paul Winser" userId="c3146a91-e6bd-4264-bd86-e164e04bc32d" providerId="ADAL" clId="{E56BD257-6A9D-4899-A9D2-960A75282701}" dt="2025-09-24T11:37:01.432" v="52"/>
        <pc:sldMkLst>
          <pc:docMk/>
          <pc:sldMk cId="3286872315" sldId="360"/>
        </pc:sldMkLst>
        <pc:spChg chg="add mod">
          <ac:chgData name="Paul Winser" userId="c3146a91-e6bd-4264-bd86-e164e04bc32d" providerId="ADAL" clId="{E56BD257-6A9D-4899-A9D2-960A75282701}" dt="2025-09-24T11:37:01.432" v="52"/>
          <ac:spMkLst>
            <pc:docMk/>
            <pc:sldMk cId="3286872315" sldId="360"/>
            <ac:spMk id="3" creationId="{F6CD3C86-2B6E-EC31-0B7A-6EFB1227DC5B}"/>
          </ac:spMkLst>
        </pc:spChg>
      </pc:sldChg>
      <pc:sldChg chg="addSp delSp modSp mod">
        <pc:chgData name="Paul Winser" userId="c3146a91-e6bd-4264-bd86-e164e04bc32d" providerId="ADAL" clId="{E56BD257-6A9D-4899-A9D2-960A75282701}" dt="2025-09-24T11:37:03.165" v="53"/>
        <pc:sldMkLst>
          <pc:docMk/>
          <pc:sldMk cId="3709260787" sldId="361"/>
        </pc:sldMkLst>
        <pc:spChg chg="add mod">
          <ac:chgData name="Paul Winser" userId="c3146a91-e6bd-4264-bd86-e164e04bc32d" providerId="ADAL" clId="{E56BD257-6A9D-4899-A9D2-960A75282701}" dt="2025-09-24T11:37:03.165" v="53"/>
          <ac:spMkLst>
            <pc:docMk/>
            <pc:sldMk cId="3709260787" sldId="361"/>
            <ac:spMk id="4" creationId="{47589B7C-242F-AFD3-F5C3-8FC15C0E2208}"/>
          </ac:spMkLst>
        </pc:spChg>
      </pc:sldChg>
      <pc:sldChg chg="addSp delSp modSp mod">
        <pc:chgData name="Paul Winser" userId="c3146a91-e6bd-4264-bd86-e164e04bc32d" providerId="ADAL" clId="{E56BD257-6A9D-4899-A9D2-960A75282701}" dt="2025-09-24T11:37:04.783" v="54"/>
        <pc:sldMkLst>
          <pc:docMk/>
          <pc:sldMk cId="294782462" sldId="362"/>
        </pc:sldMkLst>
        <pc:spChg chg="add mod">
          <ac:chgData name="Paul Winser" userId="c3146a91-e6bd-4264-bd86-e164e04bc32d" providerId="ADAL" clId="{E56BD257-6A9D-4899-A9D2-960A75282701}" dt="2025-09-24T11:37:04.783" v="54"/>
          <ac:spMkLst>
            <pc:docMk/>
            <pc:sldMk cId="294782462" sldId="362"/>
            <ac:spMk id="4" creationId="{9F8131A3-E19A-9C57-223E-7F28D1B5F130}"/>
          </ac:spMkLst>
        </pc:spChg>
      </pc:sldChg>
      <pc:sldChg chg="addSp delSp modSp mod">
        <pc:chgData name="Paul Winser" userId="c3146a91-e6bd-4264-bd86-e164e04bc32d" providerId="ADAL" clId="{E56BD257-6A9D-4899-A9D2-960A75282701}" dt="2025-09-24T11:37:06.279" v="55"/>
        <pc:sldMkLst>
          <pc:docMk/>
          <pc:sldMk cId="4080725073" sldId="363"/>
        </pc:sldMkLst>
        <pc:spChg chg="add mod">
          <ac:chgData name="Paul Winser" userId="c3146a91-e6bd-4264-bd86-e164e04bc32d" providerId="ADAL" clId="{E56BD257-6A9D-4899-A9D2-960A75282701}" dt="2025-09-24T11:37:06.279" v="55"/>
          <ac:spMkLst>
            <pc:docMk/>
            <pc:sldMk cId="4080725073" sldId="363"/>
            <ac:spMk id="2" creationId="{B1B574BE-7E94-5F14-3459-A20C425D0D36}"/>
          </ac:spMkLst>
        </pc:spChg>
      </pc:sldChg>
      <pc:sldChg chg="addSp delSp modSp mod">
        <pc:chgData name="Paul Winser" userId="c3146a91-e6bd-4264-bd86-e164e04bc32d" providerId="ADAL" clId="{E56BD257-6A9D-4899-A9D2-960A75282701}" dt="2025-09-24T11:37:07.642" v="56"/>
        <pc:sldMkLst>
          <pc:docMk/>
          <pc:sldMk cId="3384931620" sldId="364"/>
        </pc:sldMkLst>
        <pc:spChg chg="add mod">
          <ac:chgData name="Paul Winser" userId="c3146a91-e6bd-4264-bd86-e164e04bc32d" providerId="ADAL" clId="{E56BD257-6A9D-4899-A9D2-960A75282701}" dt="2025-09-24T11:37:07.642" v="56"/>
          <ac:spMkLst>
            <pc:docMk/>
            <pc:sldMk cId="3384931620" sldId="364"/>
            <ac:spMk id="4" creationId="{85A3784D-379D-A7CA-FAC8-730F36979850}"/>
          </ac:spMkLst>
        </pc:spChg>
      </pc:sldChg>
      <pc:sldChg chg="addSp delSp modSp mod">
        <pc:chgData name="Paul Winser" userId="c3146a91-e6bd-4264-bd86-e164e04bc32d" providerId="ADAL" clId="{E56BD257-6A9D-4899-A9D2-960A75282701}" dt="2025-09-24T11:37:08.975" v="57"/>
        <pc:sldMkLst>
          <pc:docMk/>
          <pc:sldMk cId="3788859655" sldId="365"/>
        </pc:sldMkLst>
        <pc:spChg chg="add mod">
          <ac:chgData name="Paul Winser" userId="c3146a91-e6bd-4264-bd86-e164e04bc32d" providerId="ADAL" clId="{E56BD257-6A9D-4899-A9D2-960A75282701}" dt="2025-09-24T11:37:08.975" v="57"/>
          <ac:spMkLst>
            <pc:docMk/>
            <pc:sldMk cId="3788859655" sldId="365"/>
            <ac:spMk id="4" creationId="{4B1E843D-0B24-0F1B-CE41-E5595BD18C21}"/>
          </ac:spMkLst>
        </pc:spChg>
      </pc:sldChg>
      <pc:sldChg chg="addSp delSp modSp mod">
        <pc:chgData name="Paul Winser" userId="c3146a91-e6bd-4264-bd86-e164e04bc32d" providerId="ADAL" clId="{E56BD257-6A9D-4899-A9D2-960A75282701}" dt="2025-09-24T11:37:10.205" v="58"/>
        <pc:sldMkLst>
          <pc:docMk/>
          <pc:sldMk cId="1588090832" sldId="366"/>
        </pc:sldMkLst>
        <pc:spChg chg="add mod">
          <ac:chgData name="Paul Winser" userId="c3146a91-e6bd-4264-bd86-e164e04bc32d" providerId="ADAL" clId="{E56BD257-6A9D-4899-A9D2-960A75282701}" dt="2025-09-24T11:37:10.205" v="58"/>
          <ac:spMkLst>
            <pc:docMk/>
            <pc:sldMk cId="1588090832" sldId="366"/>
            <ac:spMk id="7" creationId="{F2DC306D-8F75-7BEE-A5D9-94ED34564275}"/>
          </ac:spMkLst>
        </pc:spChg>
      </pc:sldChg>
      <pc:sldChg chg="addSp delSp modSp mod">
        <pc:chgData name="Paul Winser" userId="c3146a91-e6bd-4264-bd86-e164e04bc32d" providerId="ADAL" clId="{E56BD257-6A9D-4899-A9D2-960A75282701}" dt="2025-09-24T11:37:11.581" v="59"/>
        <pc:sldMkLst>
          <pc:docMk/>
          <pc:sldMk cId="54251096" sldId="367"/>
        </pc:sldMkLst>
        <pc:spChg chg="add mod">
          <ac:chgData name="Paul Winser" userId="c3146a91-e6bd-4264-bd86-e164e04bc32d" providerId="ADAL" clId="{E56BD257-6A9D-4899-A9D2-960A75282701}" dt="2025-09-24T11:37:11.581" v="59"/>
          <ac:spMkLst>
            <pc:docMk/>
            <pc:sldMk cId="54251096" sldId="367"/>
            <ac:spMk id="4" creationId="{788C5046-C250-9327-8869-25D4E9099F2F}"/>
          </ac:spMkLst>
        </pc:spChg>
      </pc:sldChg>
      <pc:sldChg chg="addSp delSp modSp mod">
        <pc:chgData name="Paul Winser" userId="c3146a91-e6bd-4264-bd86-e164e04bc32d" providerId="ADAL" clId="{E56BD257-6A9D-4899-A9D2-960A75282701}" dt="2025-09-24T11:37:12.829" v="60"/>
        <pc:sldMkLst>
          <pc:docMk/>
          <pc:sldMk cId="1136563368" sldId="368"/>
        </pc:sldMkLst>
        <pc:spChg chg="add mod">
          <ac:chgData name="Paul Winser" userId="c3146a91-e6bd-4264-bd86-e164e04bc32d" providerId="ADAL" clId="{E56BD257-6A9D-4899-A9D2-960A75282701}" dt="2025-09-24T11:37:12.829" v="60"/>
          <ac:spMkLst>
            <pc:docMk/>
            <pc:sldMk cId="1136563368" sldId="368"/>
            <ac:spMk id="4" creationId="{F511305B-5349-7F42-C8FF-E3021AD9EBE2}"/>
          </ac:spMkLst>
        </pc:spChg>
      </pc:sldChg>
      <pc:sldChg chg="addSp delSp modSp mod">
        <pc:chgData name="Paul Winser" userId="c3146a91-e6bd-4264-bd86-e164e04bc32d" providerId="ADAL" clId="{E56BD257-6A9D-4899-A9D2-960A75282701}" dt="2025-09-24T11:37:14.210" v="61"/>
        <pc:sldMkLst>
          <pc:docMk/>
          <pc:sldMk cId="419531926" sldId="369"/>
        </pc:sldMkLst>
        <pc:spChg chg="add mod">
          <ac:chgData name="Paul Winser" userId="c3146a91-e6bd-4264-bd86-e164e04bc32d" providerId="ADAL" clId="{E56BD257-6A9D-4899-A9D2-960A75282701}" dt="2025-09-24T11:37:14.210" v="61"/>
          <ac:spMkLst>
            <pc:docMk/>
            <pc:sldMk cId="419531926" sldId="369"/>
            <ac:spMk id="4" creationId="{A4C2C82D-C6D0-E9C8-0EB9-DCAD32E52E7C}"/>
          </ac:spMkLst>
        </pc:spChg>
      </pc:sldChg>
      <pc:sldChg chg="addSp delSp modSp mod">
        <pc:chgData name="Paul Winser" userId="c3146a91-e6bd-4264-bd86-e164e04bc32d" providerId="ADAL" clId="{E56BD257-6A9D-4899-A9D2-960A75282701}" dt="2025-09-24T11:37:15.453" v="62"/>
        <pc:sldMkLst>
          <pc:docMk/>
          <pc:sldMk cId="998613481" sldId="370"/>
        </pc:sldMkLst>
        <pc:spChg chg="add mod">
          <ac:chgData name="Paul Winser" userId="c3146a91-e6bd-4264-bd86-e164e04bc32d" providerId="ADAL" clId="{E56BD257-6A9D-4899-A9D2-960A75282701}" dt="2025-09-24T11:37:15.453" v="62"/>
          <ac:spMkLst>
            <pc:docMk/>
            <pc:sldMk cId="998613481" sldId="370"/>
            <ac:spMk id="4" creationId="{BC1CD672-2412-6AA7-8E57-222A61C6B6BF}"/>
          </ac:spMkLst>
        </pc:spChg>
      </pc:sldChg>
      <pc:sldChg chg="addSp delSp modSp mod">
        <pc:chgData name="Paul Winser" userId="c3146a91-e6bd-4264-bd86-e164e04bc32d" providerId="ADAL" clId="{E56BD257-6A9D-4899-A9D2-960A75282701}" dt="2025-09-24T11:37:17.053" v="63"/>
        <pc:sldMkLst>
          <pc:docMk/>
          <pc:sldMk cId="2954029360" sldId="371"/>
        </pc:sldMkLst>
        <pc:spChg chg="add mod">
          <ac:chgData name="Paul Winser" userId="c3146a91-e6bd-4264-bd86-e164e04bc32d" providerId="ADAL" clId="{E56BD257-6A9D-4899-A9D2-960A75282701}" dt="2025-09-24T11:37:17.053" v="63"/>
          <ac:spMkLst>
            <pc:docMk/>
            <pc:sldMk cId="2954029360" sldId="371"/>
            <ac:spMk id="2" creationId="{8A64E962-11E2-661A-D390-09C45EFC5E4A}"/>
          </ac:spMkLst>
        </pc:spChg>
      </pc:sldChg>
      <pc:sldChg chg="addSp delSp modSp mod">
        <pc:chgData name="Paul Winser" userId="c3146a91-e6bd-4264-bd86-e164e04bc32d" providerId="ADAL" clId="{E56BD257-6A9D-4899-A9D2-960A75282701}" dt="2025-09-24T11:37:18.352" v="64"/>
        <pc:sldMkLst>
          <pc:docMk/>
          <pc:sldMk cId="750461690" sldId="372"/>
        </pc:sldMkLst>
        <pc:spChg chg="add mod">
          <ac:chgData name="Paul Winser" userId="c3146a91-e6bd-4264-bd86-e164e04bc32d" providerId="ADAL" clId="{E56BD257-6A9D-4899-A9D2-960A75282701}" dt="2025-09-24T11:37:18.352" v="64"/>
          <ac:spMkLst>
            <pc:docMk/>
            <pc:sldMk cId="750461690" sldId="372"/>
            <ac:spMk id="4" creationId="{C3941267-1412-FA05-AAD6-C2782CFE0A33}"/>
          </ac:spMkLst>
        </pc:spChg>
      </pc:sldChg>
      <pc:sldChg chg="addSp delSp modSp mod">
        <pc:chgData name="Paul Winser" userId="c3146a91-e6bd-4264-bd86-e164e04bc32d" providerId="ADAL" clId="{E56BD257-6A9D-4899-A9D2-960A75282701}" dt="2025-09-24T11:37:19.464" v="65"/>
        <pc:sldMkLst>
          <pc:docMk/>
          <pc:sldMk cId="1961326624" sldId="373"/>
        </pc:sldMkLst>
        <pc:spChg chg="add mod">
          <ac:chgData name="Paul Winser" userId="c3146a91-e6bd-4264-bd86-e164e04bc32d" providerId="ADAL" clId="{E56BD257-6A9D-4899-A9D2-960A75282701}" dt="2025-09-24T11:37:19.464" v="65"/>
          <ac:spMkLst>
            <pc:docMk/>
            <pc:sldMk cId="1961326624" sldId="373"/>
            <ac:spMk id="4" creationId="{0436C9C3-4C5F-1A9A-617C-DEE1F548932D}"/>
          </ac:spMkLst>
        </pc:spChg>
      </pc:sldChg>
      <pc:sldChg chg="addSp delSp modSp mod">
        <pc:chgData name="Paul Winser" userId="c3146a91-e6bd-4264-bd86-e164e04bc32d" providerId="ADAL" clId="{E56BD257-6A9D-4899-A9D2-960A75282701}" dt="2025-09-24T11:37:20.860" v="66"/>
        <pc:sldMkLst>
          <pc:docMk/>
          <pc:sldMk cId="2149286697" sldId="374"/>
        </pc:sldMkLst>
        <pc:spChg chg="add mod">
          <ac:chgData name="Paul Winser" userId="c3146a91-e6bd-4264-bd86-e164e04bc32d" providerId="ADAL" clId="{E56BD257-6A9D-4899-A9D2-960A75282701}" dt="2025-09-24T11:37:20.860" v="66"/>
          <ac:spMkLst>
            <pc:docMk/>
            <pc:sldMk cId="2149286697" sldId="374"/>
            <ac:spMk id="4" creationId="{322A2D0F-ED93-9E39-EAD3-7013488CE5D0}"/>
          </ac:spMkLst>
        </pc:spChg>
      </pc:sldChg>
      <pc:sldChg chg="addSp delSp modSp mod">
        <pc:chgData name="Paul Winser" userId="c3146a91-e6bd-4264-bd86-e164e04bc32d" providerId="ADAL" clId="{E56BD257-6A9D-4899-A9D2-960A75282701}" dt="2025-09-24T11:37:21.998" v="67"/>
        <pc:sldMkLst>
          <pc:docMk/>
          <pc:sldMk cId="3026725477" sldId="375"/>
        </pc:sldMkLst>
        <pc:spChg chg="add mod">
          <ac:chgData name="Paul Winser" userId="c3146a91-e6bd-4264-bd86-e164e04bc32d" providerId="ADAL" clId="{E56BD257-6A9D-4899-A9D2-960A75282701}" dt="2025-09-24T11:37:21.998" v="67"/>
          <ac:spMkLst>
            <pc:docMk/>
            <pc:sldMk cId="3026725477" sldId="375"/>
            <ac:spMk id="4" creationId="{60907B31-6C88-BA89-7156-203F9EA37C35}"/>
          </ac:spMkLst>
        </pc:spChg>
      </pc:sldChg>
      <pc:sldChg chg="addSp delSp modSp mod">
        <pc:chgData name="Paul Winser" userId="c3146a91-e6bd-4264-bd86-e164e04bc32d" providerId="ADAL" clId="{E56BD257-6A9D-4899-A9D2-960A75282701}" dt="2025-09-24T11:37:24.743" v="69"/>
        <pc:sldMkLst>
          <pc:docMk/>
          <pc:sldMk cId="3649098831" sldId="376"/>
        </pc:sldMkLst>
        <pc:spChg chg="add mod">
          <ac:chgData name="Paul Winser" userId="c3146a91-e6bd-4264-bd86-e164e04bc32d" providerId="ADAL" clId="{E56BD257-6A9D-4899-A9D2-960A75282701}" dt="2025-09-24T11:37:24.743" v="69"/>
          <ac:spMkLst>
            <pc:docMk/>
            <pc:sldMk cId="3649098831" sldId="376"/>
            <ac:spMk id="4" creationId="{99CCBF0B-36DF-DA16-99EB-56968D781E7D}"/>
          </ac:spMkLst>
        </pc:spChg>
      </pc:sldChg>
      <pc:sldChg chg="addSp delSp modSp mod">
        <pc:chgData name="Paul Winser" userId="c3146a91-e6bd-4264-bd86-e164e04bc32d" providerId="ADAL" clId="{E56BD257-6A9D-4899-A9D2-960A75282701}" dt="2025-09-24T11:37:26.198" v="70"/>
        <pc:sldMkLst>
          <pc:docMk/>
          <pc:sldMk cId="2023973010" sldId="377"/>
        </pc:sldMkLst>
        <pc:spChg chg="add mod">
          <ac:chgData name="Paul Winser" userId="c3146a91-e6bd-4264-bd86-e164e04bc32d" providerId="ADAL" clId="{E56BD257-6A9D-4899-A9D2-960A75282701}" dt="2025-09-24T11:37:26.198" v="70"/>
          <ac:spMkLst>
            <pc:docMk/>
            <pc:sldMk cId="2023973010" sldId="377"/>
            <ac:spMk id="4" creationId="{AF96890A-5F5E-09AB-3108-5963A668F28B}"/>
          </ac:spMkLst>
        </pc:spChg>
      </pc:sldChg>
      <pc:sldChg chg="addSp delSp modSp mod">
        <pc:chgData name="Paul Winser" userId="c3146a91-e6bd-4264-bd86-e164e04bc32d" providerId="ADAL" clId="{E56BD257-6A9D-4899-A9D2-960A75282701}" dt="2025-09-24T11:37:27.415" v="71"/>
        <pc:sldMkLst>
          <pc:docMk/>
          <pc:sldMk cId="3025910712" sldId="378"/>
        </pc:sldMkLst>
        <pc:spChg chg="add mod">
          <ac:chgData name="Paul Winser" userId="c3146a91-e6bd-4264-bd86-e164e04bc32d" providerId="ADAL" clId="{E56BD257-6A9D-4899-A9D2-960A75282701}" dt="2025-09-24T11:37:27.415" v="71"/>
          <ac:spMkLst>
            <pc:docMk/>
            <pc:sldMk cId="3025910712" sldId="378"/>
            <ac:spMk id="2" creationId="{9C4DFB17-1B1D-8644-5448-F51F47DAF334}"/>
          </ac:spMkLst>
        </pc:spChg>
      </pc:sldChg>
      <pc:sldChg chg="addSp delSp modSp mod">
        <pc:chgData name="Paul Winser" userId="c3146a91-e6bd-4264-bd86-e164e04bc32d" providerId="ADAL" clId="{E56BD257-6A9D-4899-A9D2-960A75282701}" dt="2025-09-24T11:37:28.563" v="72"/>
        <pc:sldMkLst>
          <pc:docMk/>
          <pc:sldMk cId="2443350323" sldId="379"/>
        </pc:sldMkLst>
        <pc:spChg chg="add mod">
          <ac:chgData name="Paul Winser" userId="c3146a91-e6bd-4264-bd86-e164e04bc32d" providerId="ADAL" clId="{E56BD257-6A9D-4899-A9D2-960A75282701}" dt="2025-09-24T11:37:28.563" v="72"/>
          <ac:spMkLst>
            <pc:docMk/>
            <pc:sldMk cId="2443350323" sldId="379"/>
            <ac:spMk id="4" creationId="{4AAC1213-B204-8754-55C4-4973AB16672E}"/>
          </ac:spMkLst>
        </pc:spChg>
      </pc:sldChg>
      <pc:sldChg chg="addSp delSp modSp mod modNotesTx">
        <pc:chgData name="Paul Winser" userId="c3146a91-e6bd-4264-bd86-e164e04bc32d" providerId="ADAL" clId="{E56BD257-6A9D-4899-A9D2-960A75282701}" dt="2025-09-24T11:37:30.053" v="73"/>
        <pc:sldMkLst>
          <pc:docMk/>
          <pc:sldMk cId="1179913006" sldId="380"/>
        </pc:sldMkLst>
        <pc:spChg chg="add mod">
          <ac:chgData name="Paul Winser" userId="c3146a91-e6bd-4264-bd86-e164e04bc32d" providerId="ADAL" clId="{E56BD257-6A9D-4899-A9D2-960A75282701}" dt="2025-09-24T11:37:30.053" v="73"/>
          <ac:spMkLst>
            <pc:docMk/>
            <pc:sldMk cId="1179913006" sldId="380"/>
            <ac:spMk id="2" creationId="{322CFE7B-5FCC-69DD-7D66-C9120F37D701}"/>
          </ac:spMkLst>
        </pc:spChg>
      </pc:sldChg>
      <pc:sldChg chg="addSp delSp modSp mod">
        <pc:chgData name="Paul Winser" userId="c3146a91-e6bd-4264-bd86-e164e04bc32d" providerId="ADAL" clId="{E56BD257-6A9D-4899-A9D2-960A75282701}" dt="2025-09-24T11:37:31.509" v="74"/>
        <pc:sldMkLst>
          <pc:docMk/>
          <pc:sldMk cId="2003260414" sldId="381"/>
        </pc:sldMkLst>
        <pc:spChg chg="add mod">
          <ac:chgData name="Paul Winser" userId="c3146a91-e6bd-4264-bd86-e164e04bc32d" providerId="ADAL" clId="{E56BD257-6A9D-4899-A9D2-960A75282701}" dt="2025-09-24T11:37:31.509" v="74"/>
          <ac:spMkLst>
            <pc:docMk/>
            <pc:sldMk cId="2003260414" sldId="381"/>
            <ac:spMk id="4" creationId="{BE4F89DB-E27B-54A5-1117-E2DF3486CCBB}"/>
          </ac:spMkLst>
        </pc:spChg>
      </pc:sldChg>
      <pc:sldChg chg="addSp delSp modSp mod">
        <pc:chgData name="Paul Winser" userId="c3146a91-e6bd-4264-bd86-e164e04bc32d" providerId="ADAL" clId="{E56BD257-6A9D-4899-A9D2-960A75282701}" dt="2025-09-24T11:37:33.055" v="75"/>
        <pc:sldMkLst>
          <pc:docMk/>
          <pc:sldMk cId="219852628" sldId="382"/>
        </pc:sldMkLst>
        <pc:spChg chg="add mod">
          <ac:chgData name="Paul Winser" userId="c3146a91-e6bd-4264-bd86-e164e04bc32d" providerId="ADAL" clId="{E56BD257-6A9D-4899-A9D2-960A75282701}" dt="2025-09-24T11:37:33.055" v="75"/>
          <ac:spMkLst>
            <pc:docMk/>
            <pc:sldMk cId="219852628" sldId="382"/>
            <ac:spMk id="5" creationId="{31F1942C-3DCF-2DA3-A5C3-F1C4FF6AC801}"/>
          </ac:spMkLst>
        </pc:spChg>
      </pc:sldChg>
      <pc:sldChg chg="addSp delSp modSp mod">
        <pc:chgData name="Paul Winser" userId="c3146a91-e6bd-4264-bd86-e164e04bc32d" providerId="ADAL" clId="{E56BD257-6A9D-4899-A9D2-960A75282701}" dt="2025-09-24T11:37:23.491" v="68"/>
        <pc:sldMkLst>
          <pc:docMk/>
          <pc:sldMk cId="699449146" sldId="383"/>
        </pc:sldMkLst>
        <pc:spChg chg="add mod">
          <ac:chgData name="Paul Winser" userId="c3146a91-e6bd-4264-bd86-e164e04bc32d" providerId="ADAL" clId="{E56BD257-6A9D-4899-A9D2-960A75282701}" dt="2025-09-24T11:37:23.491" v="68"/>
          <ac:spMkLst>
            <pc:docMk/>
            <pc:sldMk cId="699449146" sldId="383"/>
            <ac:spMk id="4" creationId="{D0890D1A-A11B-C351-E763-49D677B91345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2F9561-53AC-46D5-9AFD-00A80DBC1AB5}" type="doc">
      <dgm:prSet loTypeId="urn:microsoft.com/office/officeart/2016/7/layout/VerticalSolidActionList" loCatId="List" qsTypeId="urn:microsoft.com/office/officeart/2005/8/quickstyle/simple4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1FA7E402-1B2C-4518-AA2B-862695F50381}">
      <dgm:prSet/>
      <dgm:spPr/>
      <dgm:t>
        <a:bodyPr rtlCol="1"/>
        <a:lstStyle/>
        <a:p>
          <a:pPr rtl="1"/>
          <a:r>
            <a:rPr lang="ar" dirty="0"/>
            <a:t>الاستكشاف</a:t>
          </a:r>
        </a:p>
      </dgm:t>
    </dgm:pt>
    <dgm:pt modelId="{BAE28577-94CB-43BF-9FF1-636DF90F00AF}" type="parTrans" cxnId="{EDC3B9E3-701D-4B70-A096-8DF7BF65ECF9}">
      <dgm:prSet/>
      <dgm:spPr/>
      <dgm:t>
        <a:bodyPr rtlCol="1"/>
        <a:lstStyle/>
        <a:p>
          <a:pPr rtl="1"/>
          <a:endParaRPr lang="en-US"/>
        </a:p>
      </dgm:t>
    </dgm:pt>
    <dgm:pt modelId="{B2F54DC4-C53D-4D36-8CF7-5ED3FF97DC8C}" type="sibTrans" cxnId="{EDC3B9E3-701D-4B70-A096-8DF7BF65ECF9}">
      <dgm:prSet/>
      <dgm:spPr/>
      <dgm:t>
        <a:bodyPr rtlCol="1"/>
        <a:lstStyle/>
        <a:p>
          <a:pPr rtl="1"/>
          <a:endParaRPr lang="en-US"/>
        </a:p>
      </dgm:t>
    </dgm:pt>
    <dgm:pt modelId="{23018115-C299-4BA2-AA80-B2A50B53518D}">
      <dgm:prSet custT="1"/>
      <dgm:spPr/>
      <dgm:t>
        <a:bodyPr rtlCol="1"/>
        <a:lstStyle/>
        <a:p>
          <a:pPr rtl="1">
            <a:lnSpc>
              <a:spcPct val="100000"/>
            </a:lnSpc>
          </a:pPr>
          <a:r>
            <a:rPr lang="ar" sz="1700" dirty="0"/>
            <a:t>استكشاف القواعد والقوانين واللوائح والأدوار والمسؤوليات المنوطة بالحكام في بعض الرياضات المُختارة</a:t>
          </a:r>
        </a:p>
      </dgm:t>
    </dgm:pt>
    <dgm:pt modelId="{79EB5B69-78C1-46FA-AC0C-6773C887B9B9}" type="parTrans" cxnId="{ECDD7271-F555-4D25-8DC5-91278911099F}">
      <dgm:prSet/>
      <dgm:spPr/>
      <dgm:t>
        <a:bodyPr rtlCol="1"/>
        <a:lstStyle/>
        <a:p>
          <a:pPr rtl="1"/>
          <a:endParaRPr lang="en-US"/>
        </a:p>
      </dgm:t>
    </dgm:pt>
    <dgm:pt modelId="{0E95EC22-2974-4C1E-96A3-DD418E8257BA}" type="sibTrans" cxnId="{ECDD7271-F555-4D25-8DC5-91278911099F}">
      <dgm:prSet/>
      <dgm:spPr/>
      <dgm:t>
        <a:bodyPr rtlCol="1"/>
        <a:lstStyle/>
        <a:p>
          <a:pPr rtl="1"/>
          <a:endParaRPr lang="en-US"/>
        </a:p>
      </dgm:t>
    </dgm:pt>
    <dgm:pt modelId="{91961C36-4C61-49D8-9604-BE0F477EB8FD}">
      <dgm:prSet/>
      <dgm:spPr/>
      <dgm:t>
        <a:bodyPr rtlCol="1"/>
        <a:lstStyle/>
        <a:p>
          <a:pPr rtl="1"/>
          <a:r>
            <a:rPr lang="ar"/>
            <a:t>التعلّم</a:t>
          </a:r>
        </a:p>
      </dgm:t>
    </dgm:pt>
    <dgm:pt modelId="{389E1DA5-7527-4416-A9CD-853D76FDBF7A}" type="parTrans" cxnId="{E240532A-A355-4D30-B508-D8A16291B736}">
      <dgm:prSet/>
      <dgm:spPr/>
      <dgm:t>
        <a:bodyPr rtlCol="1"/>
        <a:lstStyle/>
        <a:p>
          <a:pPr rtl="1"/>
          <a:endParaRPr lang="en-US"/>
        </a:p>
      </dgm:t>
    </dgm:pt>
    <dgm:pt modelId="{7947CAC9-F42D-4A67-80CA-CB8983FB90D4}" type="sibTrans" cxnId="{E240532A-A355-4D30-B508-D8A16291B736}">
      <dgm:prSet/>
      <dgm:spPr/>
      <dgm:t>
        <a:bodyPr rtlCol="1"/>
        <a:lstStyle/>
        <a:p>
          <a:pPr rtl="1"/>
          <a:endParaRPr lang="en-US"/>
        </a:p>
      </dgm:t>
    </dgm:pt>
    <dgm:pt modelId="{5D8A0F44-C2EC-408D-ADBE-6FC3E5135C7B}">
      <dgm:prSet custT="1"/>
      <dgm:spPr/>
      <dgm:t>
        <a:bodyPr rtlCol="1"/>
        <a:lstStyle/>
        <a:p>
          <a:pPr rtl="1"/>
          <a:r>
            <a:rPr lang="ar" sz="1700">
              <a:latin typeface="Verdana"/>
            </a:rPr>
            <a:t>سوف تتعلم</a:t>
          </a:r>
          <a:r>
            <a:rPr lang="ar" sz="1700"/>
            <a:t>:</a:t>
          </a:r>
        </a:p>
      </dgm:t>
    </dgm:pt>
    <dgm:pt modelId="{28531271-CC4F-472E-B674-ACEB1660103C}" type="parTrans" cxnId="{C3CEA421-5F2C-4D91-917F-7098F10CDE70}">
      <dgm:prSet/>
      <dgm:spPr/>
      <dgm:t>
        <a:bodyPr rtlCol="1"/>
        <a:lstStyle/>
        <a:p>
          <a:pPr rtl="1"/>
          <a:endParaRPr lang="en-US"/>
        </a:p>
      </dgm:t>
    </dgm:pt>
    <dgm:pt modelId="{1E5C79BF-59EC-4553-B96F-BDEC50C69512}" type="sibTrans" cxnId="{C3CEA421-5F2C-4D91-917F-7098F10CDE70}">
      <dgm:prSet/>
      <dgm:spPr/>
      <dgm:t>
        <a:bodyPr rtlCol="1"/>
        <a:lstStyle/>
        <a:p>
          <a:pPr rtl="1"/>
          <a:endParaRPr lang="en-US"/>
        </a:p>
      </dgm:t>
    </dgm:pt>
    <dgm:pt modelId="{26CF69A4-9276-4361-A15B-29B0287EA68D}">
      <dgm:prSet/>
      <dgm:spPr/>
      <dgm:t>
        <a:bodyPr rtlCol="1"/>
        <a:lstStyle/>
        <a:p>
          <a:pPr rtl="1"/>
          <a:r>
            <a:rPr lang="ar"/>
            <a:t>الفهم</a:t>
          </a:r>
        </a:p>
      </dgm:t>
    </dgm:pt>
    <dgm:pt modelId="{E941964B-F6E6-4B60-A0DD-C55A6BA03F95}" type="parTrans" cxnId="{222E6371-8B29-40E5-8DE9-A4EADA1A921F}">
      <dgm:prSet/>
      <dgm:spPr/>
      <dgm:t>
        <a:bodyPr rtlCol="1"/>
        <a:lstStyle/>
        <a:p>
          <a:pPr rtl="1"/>
          <a:endParaRPr lang="en-US"/>
        </a:p>
      </dgm:t>
    </dgm:pt>
    <dgm:pt modelId="{FBE0F705-B88E-4899-AA27-C255B9EF58F9}" type="sibTrans" cxnId="{222E6371-8B29-40E5-8DE9-A4EADA1A921F}">
      <dgm:prSet/>
      <dgm:spPr/>
      <dgm:t>
        <a:bodyPr rtlCol="1"/>
        <a:lstStyle/>
        <a:p>
          <a:pPr rtl="1"/>
          <a:endParaRPr lang="en-US"/>
        </a:p>
      </dgm:t>
    </dgm:pt>
    <dgm:pt modelId="{3572E441-B313-4151-9366-2B1DB8D34F7A}">
      <dgm:prSet custT="1"/>
      <dgm:spPr/>
      <dgm:t>
        <a:bodyPr rtlCol="1"/>
        <a:lstStyle/>
        <a:p>
          <a:pPr rtl="1"/>
          <a:r>
            <a:rPr lang="ar" sz="1700"/>
            <a:t>غرض القواعد والقوانين واللوائح في الرياضة</a:t>
          </a:r>
        </a:p>
      </dgm:t>
    </dgm:pt>
    <dgm:pt modelId="{341AFFC0-82C2-4DDE-8967-29EAF78D38D6}" type="parTrans" cxnId="{58C7C84E-8016-4A88-AFAF-7971630EB211}">
      <dgm:prSet/>
      <dgm:spPr/>
      <dgm:t>
        <a:bodyPr rtlCol="1"/>
        <a:lstStyle/>
        <a:p>
          <a:pPr rtl="1"/>
          <a:endParaRPr lang="en-US"/>
        </a:p>
      </dgm:t>
    </dgm:pt>
    <dgm:pt modelId="{B94CCA95-F9AA-4BEB-89DB-B0AA45BDC77E}" type="sibTrans" cxnId="{58C7C84E-8016-4A88-AFAF-7971630EB211}">
      <dgm:prSet/>
      <dgm:spPr/>
      <dgm:t>
        <a:bodyPr rtlCol="1"/>
        <a:lstStyle/>
        <a:p>
          <a:pPr rtl="1"/>
          <a:endParaRPr lang="en-US"/>
        </a:p>
      </dgm:t>
    </dgm:pt>
    <dgm:pt modelId="{CD374332-BB18-426D-8D10-431C49AA22AA}">
      <dgm:prSet/>
      <dgm:spPr/>
      <dgm:t>
        <a:bodyPr rtlCol="1"/>
        <a:lstStyle/>
        <a:p>
          <a:pPr rtl="1"/>
          <a:r>
            <a:rPr lang="ar"/>
            <a:t>التعرّف</a:t>
          </a:r>
        </a:p>
      </dgm:t>
    </dgm:pt>
    <dgm:pt modelId="{0D4F137A-C5A1-4E66-8986-DED172C49410}" type="parTrans" cxnId="{203CDFB3-DA9E-4308-94FA-E141AC22E228}">
      <dgm:prSet/>
      <dgm:spPr/>
      <dgm:t>
        <a:bodyPr rtlCol="1"/>
        <a:lstStyle/>
        <a:p>
          <a:pPr rtl="1"/>
          <a:endParaRPr lang="en-US"/>
        </a:p>
      </dgm:t>
    </dgm:pt>
    <dgm:pt modelId="{0F42098B-73D2-460F-B4E6-1626D62A109F}" type="sibTrans" cxnId="{203CDFB3-DA9E-4308-94FA-E141AC22E228}">
      <dgm:prSet/>
      <dgm:spPr/>
      <dgm:t>
        <a:bodyPr rtlCol="1"/>
        <a:lstStyle/>
        <a:p>
          <a:pPr rtl="1"/>
          <a:endParaRPr lang="en-US"/>
        </a:p>
      </dgm:t>
    </dgm:pt>
    <dgm:pt modelId="{FD08192F-C5A7-48C4-B327-28B53B1C88BE}">
      <dgm:prSet custT="1"/>
      <dgm:spPr/>
      <dgm:t>
        <a:bodyPr rtlCol="1"/>
        <a:lstStyle/>
        <a:p>
          <a:pPr rtl="1"/>
          <a:r>
            <a:rPr lang="ar" sz="1700" dirty="0"/>
            <a:t>الأنواع المختلفة للحكام في الرياضات الجماعية والفردية</a:t>
          </a:r>
        </a:p>
      </dgm:t>
    </dgm:pt>
    <dgm:pt modelId="{BD9B303A-071A-4D2B-8038-F38C5043E525}" type="parTrans" cxnId="{B5A380E1-3845-4AF7-BA46-F64FF751F188}">
      <dgm:prSet/>
      <dgm:spPr/>
      <dgm:t>
        <a:bodyPr rtlCol="1"/>
        <a:lstStyle/>
        <a:p>
          <a:pPr rtl="1"/>
          <a:endParaRPr lang="en-US"/>
        </a:p>
      </dgm:t>
    </dgm:pt>
    <dgm:pt modelId="{B54E0B0E-0906-4F39-AE2D-4AF865D14D29}" type="sibTrans" cxnId="{B5A380E1-3845-4AF7-BA46-F64FF751F188}">
      <dgm:prSet/>
      <dgm:spPr/>
      <dgm:t>
        <a:bodyPr rtlCol="1"/>
        <a:lstStyle/>
        <a:p>
          <a:pPr rtl="1"/>
          <a:endParaRPr lang="en-US"/>
        </a:p>
      </dgm:t>
    </dgm:pt>
    <dgm:pt modelId="{5883632B-9D8A-4EAA-BA30-B40E87F5526E}">
      <dgm:prSet/>
      <dgm:spPr/>
      <dgm:t>
        <a:bodyPr rtlCol="1"/>
        <a:lstStyle/>
        <a:p>
          <a:pPr rtl="1"/>
          <a:r>
            <a:rPr lang="ar"/>
            <a:t>الشرح</a:t>
          </a:r>
        </a:p>
      </dgm:t>
    </dgm:pt>
    <dgm:pt modelId="{CE6D3162-D010-4238-BC4C-A0543E558E69}" type="parTrans" cxnId="{9D413D29-A903-4C2D-8BE5-ABDBCF185B77}">
      <dgm:prSet/>
      <dgm:spPr/>
      <dgm:t>
        <a:bodyPr rtlCol="1"/>
        <a:lstStyle/>
        <a:p>
          <a:pPr rtl="1"/>
          <a:endParaRPr lang="en-US"/>
        </a:p>
      </dgm:t>
    </dgm:pt>
    <dgm:pt modelId="{80498692-2660-4F37-8C46-156FC7BECCA6}" type="sibTrans" cxnId="{9D413D29-A903-4C2D-8BE5-ABDBCF185B77}">
      <dgm:prSet/>
      <dgm:spPr/>
      <dgm:t>
        <a:bodyPr rtlCol="1"/>
        <a:lstStyle/>
        <a:p>
          <a:pPr rtl="1"/>
          <a:endParaRPr lang="en-US"/>
        </a:p>
      </dgm:t>
    </dgm:pt>
    <dgm:pt modelId="{F1B74EFD-C9F7-490D-ACBF-4A6A4DA5AAB6}">
      <dgm:prSet custT="1"/>
      <dgm:spPr/>
      <dgm:t>
        <a:bodyPr rtlCol="1"/>
        <a:lstStyle/>
        <a:p>
          <a:pPr rtl="1"/>
          <a:r>
            <a:rPr lang="ar" sz="1700"/>
            <a:t>أدوار المسؤولين ومسؤولياتهم</a:t>
          </a:r>
        </a:p>
      </dgm:t>
    </dgm:pt>
    <dgm:pt modelId="{E637E3AA-1D80-4DF1-946E-D5BD987FE1E4}" type="parTrans" cxnId="{E71F2176-4F99-4636-91BA-45CF153E93B2}">
      <dgm:prSet/>
      <dgm:spPr/>
      <dgm:t>
        <a:bodyPr rtlCol="1"/>
        <a:lstStyle/>
        <a:p>
          <a:pPr rtl="1"/>
          <a:endParaRPr lang="en-US"/>
        </a:p>
      </dgm:t>
    </dgm:pt>
    <dgm:pt modelId="{9F7CD32D-DFE9-4D0F-8CA3-CB4924E6195E}" type="sibTrans" cxnId="{E71F2176-4F99-4636-91BA-45CF153E93B2}">
      <dgm:prSet/>
      <dgm:spPr/>
      <dgm:t>
        <a:bodyPr rtlCol="1"/>
        <a:lstStyle/>
        <a:p>
          <a:pPr rtl="1"/>
          <a:endParaRPr lang="en-US"/>
        </a:p>
      </dgm:t>
    </dgm:pt>
    <dgm:pt modelId="{0BD8F8B6-0382-4F3E-BDFF-BA1EA6D9BBD5}">
      <dgm:prSet/>
      <dgm:spPr/>
      <dgm:t>
        <a:bodyPr rtlCol="1"/>
        <a:lstStyle/>
        <a:p>
          <a:pPr rtl="1"/>
          <a:r>
            <a:rPr lang="ar"/>
            <a:t>المراقبة والتقييم</a:t>
          </a:r>
        </a:p>
      </dgm:t>
    </dgm:pt>
    <dgm:pt modelId="{FA36B5C7-83B1-4D02-B851-AA1D18286C02}" type="parTrans" cxnId="{BEFE19AA-45DE-4354-BEF8-19C0A2E29459}">
      <dgm:prSet/>
      <dgm:spPr/>
      <dgm:t>
        <a:bodyPr rtlCol="1"/>
        <a:lstStyle/>
        <a:p>
          <a:pPr rtl="1"/>
          <a:endParaRPr lang="en-US"/>
        </a:p>
      </dgm:t>
    </dgm:pt>
    <dgm:pt modelId="{14256E01-E29F-4D33-8990-676B99A510F0}" type="sibTrans" cxnId="{BEFE19AA-45DE-4354-BEF8-19C0A2E29459}">
      <dgm:prSet/>
      <dgm:spPr/>
      <dgm:t>
        <a:bodyPr rtlCol="1"/>
        <a:lstStyle/>
        <a:p>
          <a:pPr rtl="1"/>
          <a:endParaRPr lang="en-US"/>
        </a:p>
      </dgm:t>
    </dgm:pt>
    <dgm:pt modelId="{1D93BC62-F60F-455C-BCDB-A5394A2D36C5}">
      <dgm:prSet custT="1"/>
      <dgm:spPr/>
      <dgm:t>
        <a:bodyPr rtlCol="1"/>
        <a:lstStyle/>
        <a:p>
          <a:pPr rtl="1"/>
          <a:r>
            <a:rPr lang="ar" sz="1700"/>
            <a:t>التحكيم في المواقف الواقعية والمسجّلة</a:t>
          </a:r>
        </a:p>
      </dgm:t>
    </dgm:pt>
    <dgm:pt modelId="{A2AC2448-766E-4969-918E-A6A11168EA9D}" type="parTrans" cxnId="{6FD982E9-059D-48E3-9980-FE90E779B827}">
      <dgm:prSet/>
      <dgm:spPr/>
      <dgm:t>
        <a:bodyPr rtlCol="1"/>
        <a:lstStyle/>
        <a:p>
          <a:pPr rtl="1"/>
          <a:endParaRPr lang="en-US"/>
        </a:p>
      </dgm:t>
    </dgm:pt>
    <dgm:pt modelId="{7CB88081-E2D8-4E32-B64A-7CFB12A575D1}" type="sibTrans" cxnId="{6FD982E9-059D-48E3-9980-FE90E779B827}">
      <dgm:prSet/>
      <dgm:spPr/>
      <dgm:t>
        <a:bodyPr rtlCol="1"/>
        <a:lstStyle/>
        <a:p>
          <a:pPr rtl="1"/>
          <a:endParaRPr lang="en-US"/>
        </a:p>
      </dgm:t>
    </dgm:pt>
    <dgm:pt modelId="{B2C60F7F-892E-D647-BCF0-D19869791CE5}" type="pres">
      <dgm:prSet presAssocID="{BA2F9561-53AC-46D5-9AFD-00A80DBC1AB5}" presName="Name0" presStyleCnt="0">
        <dgm:presLayoutVars>
          <dgm:dir/>
          <dgm:animLvl val="lvl"/>
          <dgm:resizeHandles val="exact"/>
        </dgm:presLayoutVars>
      </dgm:prSet>
      <dgm:spPr/>
    </dgm:pt>
    <dgm:pt modelId="{F0CE1029-58CA-AC45-9D58-6518477F2643}" type="pres">
      <dgm:prSet presAssocID="{1FA7E402-1B2C-4518-AA2B-862695F50381}" presName="linNode" presStyleCnt="0"/>
      <dgm:spPr/>
    </dgm:pt>
    <dgm:pt modelId="{A5DE318F-876A-7244-938E-9ACAD1346F1A}" type="pres">
      <dgm:prSet presAssocID="{1FA7E402-1B2C-4518-AA2B-862695F50381}" presName="parentText" presStyleLbl="alignNode1" presStyleIdx="0" presStyleCnt="6" custLinFactX="677" custLinFactNeighborX="100000">
        <dgm:presLayoutVars>
          <dgm:chMax val="1"/>
          <dgm:bulletEnabled/>
        </dgm:presLayoutVars>
      </dgm:prSet>
      <dgm:spPr/>
    </dgm:pt>
    <dgm:pt modelId="{51608E4A-CA5D-074D-B19A-76D9EFC8691E}" type="pres">
      <dgm:prSet presAssocID="{1FA7E402-1B2C-4518-AA2B-862695F50381}" presName="descendantText" presStyleLbl="alignAccFollowNode1" presStyleIdx="0" presStyleCnt="6" custLinFactX="-169" custLinFactNeighborX="-100000">
        <dgm:presLayoutVars>
          <dgm:bulletEnabled/>
        </dgm:presLayoutVars>
      </dgm:prSet>
      <dgm:spPr/>
    </dgm:pt>
    <dgm:pt modelId="{B6C9B213-5566-604A-BCFA-7F285BFCD8B1}" type="pres">
      <dgm:prSet presAssocID="{B2F54DC4-C53D-4D36-8CF7-5ED3FF97DC8C}" presName="sp" presStyleCnt="0"/>
      <dgm:spPr/>
    </dgm:pt>
    <dgm:pt modelId="{FA1575E1-C262-AA4D-BC37-129043E1D5EC}" type="pres">
      <dgm:prSet presAssocID="{91961C36-4C61-49D8-9604-BE0F477EB8FD}" presName="linNode" presStyleCnt="0"/>
      <dgm:spPr/>
    </dgm:pt>
    <dgm:pt modelId="{DC590BD4-F25C-574B-9D43-984959F9D54E}" type="pres">
      <dgm:prSet presAssocID="{91961C36-4C61-49D8-9604-BE0F477EB8FD}" presName="parentText" presStyleLbl="alignNode1" presStyleIdx="1" presStyleCnt="6" custLinFactX="677" custLinFactNeighborX="100000">
        <dgm:presLayoutVars>
          <dgm:chMax val="1"/>
          <dgm:bulletEnabled/>
        </dgm:presLayoutVars>
      </dgm:prSet>
      <dgm:spPr/>
    </dgm:pt>
    <dgm:pt modelId="{0C85F4AD-ED36-6F4B-9BCF-64251B4E6F3A}" type="pres">
      <dgm:prSet presAssocID="{91961C36-4C61-49D8-9604-BE0F477EB8FD}" presName="descendantText" presStyleLbl="alignAccFollowNode1" presStyleIdx="1" presStyleCnt="6" custLinFactX="-169" custLinFactNeighborX="-100000">
        <dgm:presLayoutVars>
          <dgm:bulletEnabled/>
        </dgm:presLayoutVars>
      </dgm:prSet>
      <dgm:spPr/>
    </dgm:pt>
    <dgm:pt modelId="{AF8A5B6C-BFDC-8A4F-8660-C0196EBEDFF6}" type="pres">
      <dgm:prSet presAssocID="{7947CAC9-F42D-4A67-80CA-CB8983FB90D4}" presName="sp" presStyleCnt="0"/>
      <dgm:spPr/>
    </dgm:pt>
    <dgm:pt modelId="{85DAD67C-C430-3B47-ADC4-669315E0DE57}" type="pres">
      <dgm:prSet presAssocID="{26CF69A4-9276-4361-A15B-29B0287EA68D}" presName="linNode" presStyleCnt="0"/>
      <dgm:spPr/>
    </dgm:pt>
    <dgm:pt modelId="{FCAF973B-8C5D-C847-8632-520F28EB8215}" type="pres">
      <dgm:prSet presAssocID="{26CF69A4-9276-4361-A15B-29B0287EA68D}" presName="parentText" presStyleLbl="alignNode1" presStyleIdx="2" presStyleCnt="6" custLinFactX="677" custLinFactNeighborX="100000">
        <dgm:presLayoutVars>
          <dgm:chMax val="1"/>
          <dgm:bulletEnabled/>
        </dgm:presLayoutVars>
      </dgm:prSet>
      <dgm:spPr/>
    </dgm:pt>
    <dgm:pt modelId="{C64B560B-4666-1C42-BE2B-03C5E1760883}" type="pres">
      <dgm:prSet presAssocID="{26CF69A4-9276-4361-A15B-29B0287EA68D}" presName="descendantText" presStyleLbl="alignAccFollowNode1" presStyleIdx="2" presStyleCnt="6" custLinFactX="-169" custLinFactNeighborX="-100000">
        <dgm:presLayoutVars>
          <dgm:bulletEnabled/>
        </dgm:presLayoutVars>
      </dgm:prSet>
      <dgm:spPr/>
    </dgm:pt>
    <dgm:pt modelId="{E4EA34F4-224A-E34C-964E-215557AAFEE9}" type="pres">
      <dgm:prSet presAssocID="{FBE0F705-B88E-4899-AA27-C255B9EF58F9}" presName="sp" presStyleCnt="0"/>
      <dgm:spPr/>
    </dgm:pt>
    <dgm:pt modelId="{9F7214B0-19BA-BF4F-A4F6-E935CD7FD505}" type="pres">
      <dgm:prSet presAssocID="{CD374332-BB18-426D-8D10-431C49AA22AA}" presName="linNode" presStyleCnt="0"/>
      <dgm:spPr/>
    </dgm:pt>
    <dgm:pt modelId="{C2D04B24-4B74-2C44-BD13-4789F527BC3B}" type="pres">
      <dgm:prSet presAssocID="{CD374332-BB18-426D-8D10-431C49AA22AA}" presName="parentText" presStyleLbl="alignNode1" presStyleIdx="3" presStyleCnt="6" custLinFactX="677" custLinFactNeighborX="100000">
        <dgm:presLayoutVars>
          <dgm:chMax val="1"/>
          <dgm:bulletEnabled/>
        </dgm:presLayoutVars>
      </dgm:prSet>
      <dgm:spPr/>
    </dgm:pt>
    <dgm:pt modelId="{74294469-A3A0-0340-9F66-75019B160D91}" type="pres">
      <dgm:prSet presAssocID="{CD374332-BB18-426D-8D10-431C49AA22AA}" presName="descendantText" presStyleLbl="alignAccFollowNode1" presStyleIdx="3" presStyleCnt="6" custLinFactX="-169" custLinFactNeighborX="-100000">
        <dgm:presLayoutVars>
          <dgm:bulletEnabled/>
        </dgm:presLayoutVars>
      </dgm:prSet>
      <dgm:spPr/>
    </dgm:pt>
    <dgm:pt modelId="{8011F24E-09B4-FE4F-A9FC-5BC092DBE136}" type="pres">
      <dgm:prSet presAssocID="{0F42098B-73D2-460F-B4E6-1626D62A109F}" presName="sp" presStyleCnt="0"/>
      <dgm:spPr/>
    </dgm:pt>
    <dgm:pt modelId="{91CD9E66-7D91-4946-8669-725C2C26A077}" type="pres">
      <dgm:prSet presAssocID="{5883632B-9D8A-4EAA-BA30-B40E87F5526E}" presName="linNode" presStyleCnt="0"/>
      <dgm:spPr/>
    </dgm:pt>
    <dgm:pt modelId="{CE541C7A-15A9-BB49-B71D-96C4CD81409F}" type="pres">
      <dgm:prSet presAssocID="{5883632B-9D8A-4EAA-BA30-B40E87F5526E}" presName="parentText" presStyleLbl="alignNode1" presStyleIdx="4" presStyleCnt="6" custLinFactX="677" custLinFactNeighborX="100000">
        <dgm:presLayoutVars>
          <dgm:chMax val="1"/>
          <dgm:bulletEnabled/>
        </dgm:presLayoutVars>
      </dgm:prSet>
      <dgm:spPr/>
    </dgm:pt>
    <dgm:pt modelId="{43C20D75-522B-6840-97A0-5191D75369B9}" type="pres">
      <dgm:prSet presAssocID="{5883632B-9D8A-4EAA-BA30-B40E87F5526E}" presName="descendantText" presStyleLbl="alignAccFollowNode1" presStyleIdx="4" presStyleCnt="6" custLinFactX="-169" custLinFactNeighborX="-100000">
        <dgm:presLayoutVars>
          <dgm:bulletEnabled/>
        </dgm:presLayoutVars>
      </dgm:prSet>
      <dgm:spPr/>
    </dgm:pt>
    <dgm:pt modelId="{877C5419-F053-664D-9E85-BA5A0584E5D6}" type="pres">
      <dgm:prSet presAssocID="{80498692-2660-4F37-8C46-156FC7BECCA6}" presName="sp" presStyleCnt="0"/>
      <dgm:spPr/>
    </dgm:pt>
    <dgm:pt modelId="{92B1DB3D-681D-FD42-AE60-D5307BE8DE96}" type="pres">
      <dgm:prSet presAssocID="{0BD8F8B6-0382-4F3E-BDFF-BA1EA6D9BBD5}" presName="linNode" presStyleCnt="0"/>
      <dgm:spPr/>
    </dgm:pt>
    <dgm:pt modelId="{C591B54F-5218-694C-927C-CCA22E565CB6}" type="pres">
      <dgm:prSet presAssocID="{0BD8F8B6-0382-4F3E-BDFF-BA1EA6D9BBD5}" presName="parentText" presStyleLbl="alignNode1" presStyleIdx="5" presStyleCnt="6" custLinFactX="677" custLinFactNeighborX="100000">
        <dgm:presLayoutVars>
          <dgm:chMax val="1"/>
          <dgm:bulletEnabled/>
        </dgm:presLayoutVars>
      </dgm:prSet>
      <dgm:spPr/>
    </dgm:pt>
    <dgm:pt modelId="{ED62E4DD-C4D3-7F48-BC56-AF89834AE246}" type="pres">
      <dgm:prSet presAssocID="{0BD8F8B6-0382-4F3E-BDFF-BA1EA6D9BBD5}" presName="descendantText" presStyleLbl="alignAccFollowNode1" presStyleIdx="5" presStyleCnt="6" custLinFactX="-169" custLinFactNeighborX="-100000">
        <dgm:presLayoutVars>
          <dgm:bulletEnabled/>
        </dgm:presLayoutVars>
      </dgm:prSet>
      <dgm:spPr/>
    </dgm:pt>
  </dgm:ptLst>
  <dgm:cxnLst>
    <dgm:cxn modelId="{C3CEA421-5F2C-4D91-917F-7098F10CDE70}" srcId="{91961C36-4C61-49D8-9604-BE0F477EB8FD}" destId="{5D8A0F44-C2EC-408D-ADBE-6FC3E5135C7B}" srcOrd="0" destOrd="0" parTransId="{28531271-CC4F-472E-B674-ACEB1660103C}" sibTransId="{1E5C79BF-59EC-4553-B96F-BDEC50C69512}"/>
    <dgm:cxn modelId="{9D413D29-A903-4C2D-8BE5-ABDBCF185B77}" srcId="{BA2F9561-53AC-46D5-9AFD-00A80DBC1AB5}" destId="{5883632B-9D8A-4EAA-BA30-B40E87F5526E}" srcOrd="4" destOrd="0" parTransId="{CE6D3162-D010-4238-BC4C-A0543E558E69}" sibTransId="{80498692-2660-4F37-8C46-156FC7BECCA6}"/>
    <dgm:cxn modelId="{E240532A-A355-4D30-B508-D8A16291B736}" srcId="{BA2F9561-53AC-46D5-9AFD-00A80DBC1AB5}" destId="{91961C36-4C61-49D8-9604-BE0F477EB8FD}" srcOrd="1" destOrd="0" parTransId="{389E1DA5-7527-4416-A9CD-853D76FDBF7A}" sibTransId="{7947CAC9-F42D-4A67-80CA-CB8983FB90D4}"/>
    <dgm:cxn modelId="{CE156E3A-ABAF-FD4A-8AF6-BBEC050B7574}" type="presOf" srcId="{BA2F9561-53AC-46D5-9AFD-00A80DBC1AB5}" destId="{B2C60F7F-892E-D647-BCF0-D19869791CE5}" srcOrd="0" destOrd="0" presId="urn:microsoft.com/office/officeart/2016/7/layout/VerticalSolidActionList"/>
    <dgm:cxn modelId="{6D67993E-B3DD-7B48-8D88-4EF64C43A7EA}" type="presOf" srcId="{91961C36-4C61-49D8-9604-BE0F477EB8FD}" destId="{DC590BD4-F25C-574B-9D43-984959F9D54E}" srcOrd="0" destOrd="0" presId="urn:microsoft.com/office/officeart/2016/7/layout/VerticalSolidActionList"/>
    <dgm:cxn modelId="{58C7C84E-8016-4A88-AFAF-7971630EB211}" srcId="{26CF69A4-9276-4361-A15B-29B0287EA68D}" destId="{3572E441-B313-4151-9366-2B1DB8D34F7A}" srcOrd="0" destOrd="0" parTransId="{341AFFC0-82C2-4DDE-8967-29EAF78D38D6}" sibTransId="{B94CCA95-F9AA-4BEB-89DB-B0AA45BDC77E}"/>
    <dgm:cxn modelId="{7290F450-551B-DF4D-BD9B-75D66D7F0080}" type="presOf" srcId="{23018115-C299-4BA2-AA80-B2A50B53518D}" destId="{51608E4A-CA5D-074D-B19A-76D9EFC8691E}" srcOrd="0" destOrd="0" presId="urn:microsoft.com/office/officeart/2016/7/layout/VerticalSolidActionList"/>
    <dgm:cxn modelId="{222E6371-8B29-40E5-8DE9-A4EADA1A921F}" srcId="{BA2F9561-53AC-46D5-9AFD-00A80DBC1AB5}" destId="{26CF69A4-9276-4361-A15B-29B0287EA68D}" srcOrd="2" destOrd="0" parTransId="{E941964B-F6E6-4B60-A0DD-C55A6BA03F95}" sibTransId="{FBE0F705-B88E-4899-AA27-C255B9EF58F9}"/>
    <dgm:cxn modelId="{ECDD7271-F555-4D25-8DC5-91278911099F}" srcId="{1FA7E402-1B2C-4518-AA2B-862695F50381}" destId="{23018115-C299-4BA2-AA80-B2A50B53518D}" srcOrd="0" destOrd="0" parTransId="{79EB5B69-78C1-46FA-AC0C-6773C887B9B9}" sibTransId="{0E95EC22-2974-4C1E-96A3-DD418E8257BA}"/>
    <dgm:cxn modelId="{2BB54955-F0C3-344D-A167-F27E5DA12459}" type="presOf" srcId="{3572E441-B313-4151-9366-2B1DB8D34F7A}" destId="{C64B560B-4666-1C42-BE2B-03C5E1760883}" srcOrd="0" destOrd="0" presId="urn:microsoft.com/office/officeart/2016/7/layout/VerticalSolidActionList"/>
    <dgm:cxn modelId="{E71F2176-4F99-4636-91BA-45CF153E93B2}" srcId="{5883632B-9D8A-4EAA-BA30-B40E87F5526E}" destId="{F1B74EFD-C9F7-490D-ACBF-4A6A4DA5AAB6}" srcOrd="0" destOrd="0" parTransId="{E637E3AA-1D80-4DF1-946E-D5BD987FE1E4}" sibTransId="{9F7CD32D-DFE9-4D0F-8CA3-CB4924E6195E}"/>
    <dgm:cxn modelId="{68492156-447E-F04F-9EEB-316C48F0D84F}" type="presOf" srcId="{26CF69A4-9276-4361-A15B-29B0287EA68D}" destId="{FCAF973B-8C5D-C847-8632-520F28EB8215}" srcOrd="0" destOrd="0" presId="urn:microsoft.com/office/officeart/2016/7/layout/VerticalSolidActionList"/>
    <dgm:cxn modelId="{2343D683-26AF-4F4B-97F2-3D20F0273E25}" type="presOf" srcId="{5D8A0F44-C2EC-408D-ADBE-6FC3E5135C7B}" destId="{0C85F4AD-ED36-6F4B-9BCF-64251B4E6F3A}" srcOrd="0" destOrd="0" presId="urn:microsoft.com/office/officeart/2016/7/layout/VerticalSolidActionList"/>
    <dgm:cxn modelId="{F863928E-AEC5-1143-A092-D193AE98B44F}" type="presOf" srcId="{F1B74EFD-C9F7-490D-ACBF-4A6A4DA5AAB6}" destId="{43C20D75-522B-6840-97A0-5191D75369B9}" srcOrd="0" destOrd="0" presId="urn:microsoft.com/office/officeart/2016/7/layout/VerticalSolidActionList"/>
    <dgm:cxn modelId="{33F21D98-CE95-BA42-BA97-16F888981792}" type="presOf" srcId="{FD08192F-C5A7-48C4-B327-28B53B1C88BE}" destId="{74294469-A3A0-0340-9F66-75019B160D91}" srcOrd="0" destOrd="0" presId="urn:microsoft.com/office/officeart/2016/7/layout/VerticalSolidActionList"/>
    <dgm:cxn modelId="{BEFE19AA-45DE-4354-BEF8-19C0A2E29459}" srcId="{BA2F9561-53AC-46D5-9AFD-00A80DBC1AB5}" destId="{0BD8F8B6-0382-4F3E-BDFF-BA1EA6D9BBD5}" srcOrd="5" destOrd="0" parTransId="{FA36B5C7-83B1-4D02-B851-AA1D18286C02}" sibTransId="{14256E01-E29F-4D33-8990-676B99A510F0}"/>
    <dgm:cxn modelId="{B7397DAA-9DD8-5342-AFBE-439C0D36249F}" type="presOf" srcId="{5883632B-9D8A-4EAA-BA30-B40E87F5526E}" destId="{CE541C7A-15A9-BB49-B71D-96C4CD81409F}" srcOrd="0" destOrd="0" presId="urn:microsoft.com/office/officeart/2016/7/layout/VerticalSolidActionList"/>
    <dgm:cxn modelId="{203CDFB3-DA9E-4308-94FA-E141AC22E228}" srcId="{BA2F9561-53AC-46D5-9AFD-00A80DBC1AB5}" destId="{CD374332-BB18-426D-8D10-431C49AA22AA}" srcOrd="3" destOrd="0" parTransId="{0D4F137A-C5A1-4E66-8986-DED172C49410}" sibTransId="{0F42098B-73D2-460F-B4E6-1626D62A109F}"/>
    <dgm:cxn modelId="{7C46B3D7-76E8-B04E-83A1-F5A1555FD105}" type="presOf" srcId="{0BD8F8B6-0382-4F3E-BDFF-BA1EA6D9BBD5}" destId="{C591B54F-5218-694C-927C-CCA22E565CB6}" srcOrd="0" destOrd="0" presId="urn:microsoft.com/office/officeart/2016/7/layout/VerticalSolidActionList"/>
    <dgm:cxn modelId="{B5A380E1-3845-4AF7-BA46-F64FF751F188}" srcId="{CD374332-BB18-426D-8D10-431C49AA22AA}" destId="{FD08192F-C5A7-48C4-B327-28B53B1C88BE}" srcOrd="0" destOrd="0" parTransId="{BD9B303A-071A-4D2B-8038-F38C5043E525}" sibTransId="{B54E0B0E-0906-4F39-AE2D-4AF865D14D29}"/>
    <dgm:cxn modelId="{6AFBA8E2-EB82-6F43-B7D3-38B1317B2347}" type="presOf" srcId="{CD374332-BB18-426D-8D10-431C49AA22AA}" destId="{C2D04B24-4B74-2C44-BD13-4789F527BC3B}" srcOrd="0" destOrd="0" presId="urn:microsoft.com/office/officeart/2016/7/layout/VerticalSolidActionList"/>
    <dgm:cxn modelId="{EDC3B9E3-701D-4B70-A096-8DF7BF65ECF9}" srcId="{BA2F9561-53AC-46D5-9AFD-00A80DBC1AB5}" destId="{1FA7E402-1B2C-4518-AA2B-862695F50381}" srcOrd="0" destOrd="0" parTransId="{BAE28577-94CB-43BF-9FF1-636DF90F00AF}" sibTransId="{B2F54DC4-C53D-4D36-8CF7-5ED3FF97DC8C}"/>
    <dgm:cxn modelId="{6FD982E9-059D-48E3-9980-FE90E779B827}" srcId="{0BD8F8B6-0382-4F3E-BDFF-BA1EA6D9BBD5}" destId="{1D93BC62-F60F-455C-BCDB-A5394A2D36C5}" srcOrd="0" destOrd="0" parTransId="{A2AC2448-766E-4969-918E-A6A11168EA9D}" sibTransId="{7CB88081-E2D8-4E32-B64A-7CFB12A575D1}"/>
    <dgm:cxn modelId="{E49725EA-8962-714D-8B9A-7D09317F360D}" type="presOf" srcId="{1FA7E402-1B2C-4518-AA2B-862695F50381}" destId="{A5DE318F-876A-7244-938E-9ACAD1346F1A}" srcOrd="0" destOrd="0" presId="urn:microsoft.com/office/officeart/2016/7/layout/VerticalSolidActionList"/>
    <dgm:cxn modelId="{384046EF-E2E3-184A-839F-A01513DA6D15}" type="presOf" srcId="{1D93BC62-F60F-455C-BCDB-A5394A2D36C5}" destId="{ED62E4DD-C4D3-7F48-BC56-AF89834AE246}" srcOrd="0" destOrd="0" presId="urn:microsoft.com/office/officeart/2016/7/layout/VerticalSolidActionList"/>
    <dgm:cxn modelId="{EB75CAA0-FCC4-BC4F-A2B9-5F20AAAF7662}" type="presParOf" srcId="{B2C60F7F-892E-D647-BCF0-D19869791CE5}" destId="{F0CE1029-58CA-AC45-9D58-6518477F2643}" srcOrd="0" destOrd="0" presId="urn:microsoft.com/office/officeart/2016/7/layout/VerticalSolidActionList"/>
    <dgm:cxn modelId="{703CFF9E-C2B8-8145-A6F7-7A986DF29EED}" type="presParOf" srcId="{F0CE1029-58CA-AC45-9D58-6518477F2643}" destId="{A5DE318F-876A-7244-938E-9ACAD1346F1A}" srcOrd="0" destOrd="0" presId="urn:microsoft.com/office/officeart/2016/7/layout/VerticalSolidActionList"/>
    <dgm:cxn modelId="{BCF82C12-18A4-9F40-8A77-6482B89E0DB5}" type="presParOf" srcId="{F0CE1029-58CA-AC45-9D58-6518477F2643}" destId="{51608E4A-CA5D-074D-B19A-76D9EFC8691E}" srcOrd="1" destOrd="0" presId="urn:microsoft.com/office/officeart/2016/7/layout/VerticalSolidActionList"/>
    <dgm:cxn modelId="{775ECEDC-7DFC-5A47-A251-A992F028EF30}" type="presParOf" srcId="{B2C60F7F-892E-D647-BCF0-D19869791CE5}" destId="{B6C9B213-5566-604A-BCFA-7F285BFCD8B1}" srcOrd="1" destOrd="0" presId="urn:microsoft.com/office/officeart/2016/7/layout/VerticalSolidActionList"/>
    <dgm:cxn modelId="{C58D9B12-8837-E44A-91EF-610B464A791F}" type="presParOf" srcId="{B2C60F7F-892E-D647-BCF0-D19869791CE5}" destId="{FA1575E1-C262-AA4D-BC37-129043E1D5EC}" srcOrd="2" destOrd="0" presId="urn:microsoft.com/office/officeart/2016/7/layout/VerticalSolidActionList"/>
    <dgm:cxn modelId="{9F12FB6F-4844-C648-9E6B-4A6B00F4D65A}" type="presParOf" srcId="{FA1575E1-C262-AA4D-BC37-129043E1D5EC}" destId="{DC590BD4-F25C-574B-9D43-984959F9D54E}" srcOrd="0" destOrd="0" presId="urn:microsoft.com/office/officeart/2016/7/layout/VerticalSolidActionList"/>
    <dgm:cxn modelId="{FB5B82ED-614F-0E45-A304-7B8306AE9640}" type="presParOf" srcId="{FA1575E1-C262-AA4D-BC37-129043E1D5EC}" destId="{0C85F4AD-ED36-6F4B-9BCF-64251B4E6F3A}" srcOrd="1" destOrd="0" presId="urn:microsoft.com/office/officeart/2016/7/layout/VerticalSolidActionList"/>
    <dgm:cxn modelId="{3C1D393B-AF48-1441-83D6-A38A5E78A2D0}" type="presParOf" srcId="{B2C60F7F-892E-D647-BCF0-D19869791CE5}" destId="{AF8A5B6C-BFDC-8A4F-8660-C0196EBEDFF6}" srcOrd="3" destOrd="0" presId="urn:microsoft.com/office/officeart/2016/7/layout/VerticalSolidActionList"/>
    <dgm:cxn modelId="{ED3F5763-B18F-6941-83F6-DA3A6DC72713}" type="presParOf" srcId="{B2C60F7F-892E-D647-BCF0-D19869791CE5}" destId="{85DAD67C-C430-3B47-ADC4-669315E0DE57}" srcOrd="4" destOrd="0" presId="urn:microsoft.com/office/officeart/2016/7/layout/VerticalSolidActionList"/>
    <dgm:cxn modelId="{E0574246-621E-C047-8C00-A7A052F61E44}" type="presParOf" srcId="{85DAD67C-C430-3B47-ADC4-669315E0DE57}" destId="{FCAF973B-8C5D-C847-8632-520F28EB8215}" srcOrd="0" destOrd="0" presId="urn:microsoft.com/office/officeart/2016/7/layout/VerticalSolidActionList"/>
    <dgm:cxn modelId="{B3C559CB-C922-CD40-ADE1-CA7BC727DC1F}" type="presParOf" srcId="{85DAD67C-C430-3B47-ADC4-669315E0DE57}" destId="{C64B560B-4666-1C42-BE2B-03C5E1760883}" srcOrd="1" destOrd="0" presId="urn:microsoft.com/office/officeart/2016/7/layout/VerticalSolidActionList"/>
    <dgm:cxn modelId="{1B5C3713-D40D-2043-97D9-7F10F9444F93}" type="presParOf" srcId="{B2C60F7F-892E-D647-BCF0-D19869791CE5}" destId="{E4EA34F4-224A-E34C-964E-215557AAFEE9}" srcOrd="5" destOrd="0" presId="urn:microsoft.com/office/officeart/2016/7/layout/VerticalSolidActionList"/>
    <dgm:cxn modelId="{C0457E74-3BE7-DF4E-A3CB-D3EF1D3943BA}" type="presParOf" srcId="{B2C60F7F-892E-D647-BCF0-D19869791CE5}" destId="{9F7214B0-19BA-BF4F-A4F6-E935CD7FD505}" srcOrd="6" destOrd="0" presId="urn:microsoft.com/office/officeart/2016/7/layout/VerticalSolidActionList"/>
    <dgm:cxn modelId="{B17AE7FA-A9B1-854C-ACA2-7FF381C66179}" type="presParOf" srcId="{9F7214B0-19BA-BF4F-A4F6-E935CD7FD505}" destId="{C2D04B24-4B74-2C44-BD13-4789F527BC3B}" srcOrd="0" destOrd="0" presId="urn:microsoft.com/office/officeart/2016/7/layout/VerticalSolidActionList"/>
    <dgm:cxn modelId="{FD7403C7-AB74-7F44-8E6E-AA8DDCBF0E72}" type="presParOf" srcId="{9F7214B0-19BA-BF4F-A4F6-E935CD7FD505}" destId="{74294469-A3A0-0340-9F66-75019B160D91}" srcOrd="1" destOrd="0" presId="urn:microsoft.com/office/officeart/2016/7/layout/VerticalSolidActionList"/>
    <dgm:cxn modelId="{51790CDF-CEFE-D64B-8B8B-CC2D07C97822}" type="presParOf" srcId="{B2C60F7F-892E-D647-BCF0-D19869791CE5}" destId="{8011F24E-09B4-FE4F-A9FC-5BC092DBE136}" srcOrd="7" destOrd="0" presId="urn:microsoft.com/office/officeart/2016/7/layout/VerticalSolidActionList"/>
    <dgm:cxn modelId="{5AE5B7DA-3ADE-4E4B-A873-4D6E97C0E055}" type="presParOf" srcId="{B2C60F7F-892E-D647-BCF0-D19869791CE5}" destId="{91CD9E66-7D91-4946-8669-725C2C26A077}" srcOrd="8" destOrd="0" presId="urn:microsoft.com/office/officeart/2016/7/layout/VerticalSolidActionList"/>
    <dgm:cxn modelId="{7D0C1AFF-D018-7641-9719-0AEEE9D04177}" type="presParOf" srcId="{91CD9E66-7D91-4946-8669-725C2C26A077}" destId="{CE541C7A-15A9-BB49-B71D-96C4CD81409F}" srcOrd="0" destOrd="0" presId="urn:microsoft.com/office/officeart/2016/7/layout/VerticalSolidActionList"/>
    <dgm:cxn modelId="{0CF3F1D4-4D7A-154F-AB07-187FC8995231}" type="presParOf" srcId="{91CD9E66-7D91-4946-8669-725C2C26A077}" destId="{43C20D75-522B-6840-97A0-5191D75369B9}" srcOrd="1" destOrd="0" presId="urn:microsoft.com/office/officeart/2016/7/layout/VerticalSolidActionList"/>
    <dgm:cxn modelId="{1CE5B14B-E1F0-CF49-BDB6-9A0752709DE5}" type="presParOf" srcId="{B2C60F7F-892E-D647-BCF0-D19869791CE5}" destId="{877C5419-F053-664D-9E85-BA5A0584E5D6}" srcOrd="9" destOrd="0" presId="urn:microsoft.com/office/officeart/2016/7/layout/VerticalSolidActionList"/>
    <dgm:cxn modelId="{8D190AC7-9CAB-714E-B518-89BDED0E07AE}" type="presParOf" srcId="{B2C60F7F-892E-D647-BCF0-D19869791CE5}" destId="{92B1DB3D-681D-FD42-AE60-D5307BE8DE96}" srcOrd="10" destOrd="0" presId="urn:microsoft.com/office/officeart/2016/7/layout/VerticalSolidActionList"/>
    <dgm:cxn modelId="{E0FC99D4-7301-504B-8958-7415100C869D}" type="presParOf" srcId="{92B1DB3D-681D-FD42-AE60-D5307BE8DE96}" destId="{C591B54F-5218-694C-927C-CCA22E565CB6}" srcOrd="0" destOrd="0" presId="urn:microsoft.com/office/officeart/2016/7/layout/VerticalSolidActionList"/>
    <dgm:cxn modelId="{40670B9D-0949-CE43-8F3B-47887AD2CB1E}" type="presParOf" srcId="{92B1DB3D-681D-FD42-AE60-D5307BE8DE96}" destId="{ED62E4DD-C4D3-7F48-BC56-AF89834AE246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9816D63-968C-4A55-9BEC-59743BC029E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 rtlCol="1"/>
        <a:lstStyle/>
        <a:p>
          <a:pPr rtl="1"/>
          <a:endParaRPr lang="en-US"/>
        </a:p>
      </dgm:t>
    </dgm:pt>
    <dgm:pt modelId="{12B01A0F-D3DB-4483-A684-EB3CDDB8C402}">
      <dgm:prSet/>
      <dgm:spPr>
        <a:solidFill>
          <a:schemeClr val="accent6">
            <a:lumMod val="20000"/>
            <a:lumOff val="80000"/>
          </a:schemeClr>
        </a:solidFill>
      </dgm:spPr>
      <dgm:t>
        <a:bodyPr rtlCol="1"/>
        <a:lstStyle/>
        <a:p>
          <a:pPr rtl="1">
            <a:lnSpc>
              <a:spcPct val="100000"/>
            </a:lnSpc>
          </a:pPr>
          <a:r>
            <a:rPr lang="ar" sz="2400" b="1" dirty="0">
              <a:latin typeface="Arial"/>
              <a:cs typeface="Arial"/>
            </a:rPr>
            <a:t>أ: </a:t>
          </a:r>
          <a:r>
            <a:rPr lang="ar" sz="2400" b="0" dirty="0">
              <a:latin typeface="Arial"/>
              <a:cs typeface="Arial"/>
            </a:rPr>
            <a:t>استكشاف القواعد والقوانين واللوائح والأدوار والمسؤوليات المنوطة بالحكام في </a:t>
          </a:r>
          <a:r>
            <a:rPr lang="ar" sz="2400" dirty="0">
              <a:latin typeface="Arial"/>
              <a:cs typeface="Arial"/>
            </a:rPr>
            <a:t>بعض الرياضات المُختارة</a:t>
          </a:r>
        </a:p>
      </dgm:t>
    </dgm:pt>
    <dgm:pt modelId="{244FE7CD-09C9-4649-8078-2981EDCAFAF5}" type="parTrans" cxnId="{7C02C89A-B90E-4191-82FD-9CE4845EA376}">
      <dgm:prSet/>
      <dgm:spPr/>
      <dgm:t>
        <a:bodyPr rtlCol="1"/>
        <a:lstStyle/>
        <a:p>
          <a:pPr rtl="1"/>
          <a:endParaRPr lang="en-US"/>
        </a:p>
      </dgm:t>
    </dgm:pt>
    <dgm:pt modelId="{213FB626-D022-4DCE-A47B-D3479E29F97C}" type="sibTrans" cxnId="{7C02C89A-B90E-4191-82FD-9CE4845EA376}">
      <dgm:prSet/>
      <dgm:spPr/>
      <dgm:t>
        <a:bodyPr rtlCol="1"/>
        <a:lstStyle/>
        <a:p>
          <a:pPr rtl="1"/>
          <a:endParaRPr lang="en-US"/>
        </a:p>
      </dgm:t>
    </dgm:pt>
    <dgm:pt modelId="{56923969-828A-4BA8-B3D8-0D78B3954F0B}">
      <dgm:prSet/>
      <dgm:spPr>
        <a:solidFill>
          <a:schemeClr val="accent5"/>
        </a:solidFill>
      </dgm:spPr>
      <dgm:t>
        <a:bodyPr rtlCol="1"/>
        <a:lstStyle/>
        <a:p>
          <a:pPr rtl="1">
            <a:lnSpc>
              <a:spcPct val="100000"/>
            </a:lnSpc>
          </a:pPr>
          <a:r>
            <a:rPr lang="ar" sz="2400" b="1" dirty="0">
              <a:latin typeface="Arial"/>
              <a:cs typeface="Arial"/>
            </a:rPr>
            <a:t>ب: </a:t>
          </a:r>
          <a:r>
            <a:rPr lang="ar" sz="2400" b="0" dirty="0">
              <a:latin typeface="Arial"/>
              <a:cs typeface="Arial"/>
            </a:rPr>
            <a:t>معرفة المهارات والأساليب والتكتيكات اللازمة لممارسة </a:t>
          </a:r>
          <a:r>
            <a:rPr lang="ar" sz="2400" dirty="0">
              <a:latin typeface="Arial"/>
              <a:cs typeface="Arial"/>
            </a:rPr>
            <a:t>بعض الرياضات المُختارة</a:t>
          </a:r>
        </a:p>
      </dgm:t>
    </dgm:pt>
    <dgm:pt modelId="{EDE96EA5-4272-4597-87C5-810736A70304}" type="parTrans" cxnId="{E1B2C347-2E28-49E0-B2E7-EDCC0F166AA5}">
      <dgm:prSet/>
      <dgm:spPr/>
      <dgm:t>
        <a:bodyPr rtlCol="1"/>
        <a:lstStyle/>
        <a:p>
          <a:pPr rtl="1"/>
          <a:endParaRPr lang="en-US"/>
        </a:p>
      </dgm:t>
    </dgm:pt>
    <dgm:pt modelId="{70055B61-415C-4256-B450-DFA4CB0F7EED}" type="sibTrans" cxnId="{E1B2C347-2E28-49E0-B2E7-EDCC0F166AA5}">
      <dgm:prSet/>
      <dgm:spPr/>
      <dgm:t>
        <a:bodyPr rtlCol="1"/>
        <a:lstStyle/>
        <a:p>
          <a:pPr rtl="1"/>
          <a:endParaRPr lang="en-US"/>
        </a:p>
      </dgm:t>
    </dgm:pt>
    <dgm:pt modelId="{598D8A68-E8AD-4E27-A32D-3D74B2BA7A6D}">
      <dgm:prSet/>
      <dgm:spPr>
        <a:solidFill>
          <a:schemeClr val="accent6">
            <a:lumMod val="20000"/>
            <a:lumOff val="80000"/>
          </a:schemeClr>
        </a:solidFill>
        <a:ln>
          <a:solidFill>
            <a:schemeClr val="accent6"/>
          </a:solidFill>
        </a:ln>
      </dgm:spPr>
      <dgm:t>
        <a:bodyPr rtlCol="1"/>
        <a:lstStyle/>
        <a:p>
          <a:pPr rtl="1">
            <a:lnSpc>
              <a:spcPct val="100000"/>
            </a:lnSpc>
          </a:pPr>
          <a:r>
            <a:rPr lang="ar" sz="2400" b="1">
              <a:latin typeface="Arial"/>
              <a:cs typeface="Arial"/>
            </a:rPr>
            <a:t>ج: </a:t>
          </a:r>
          <a:r>
            <a:rPr lang="ar" sz="2400" b="0">
              <a:latin typeface="Arial"/>
              <a:cs typeface="Arial"/>
            </a:rPr>
            <a:t>إظهار المهارات في رياضات محددة وأساليبها وتكتيكاتها</a:t>
          </a:r>
          <a:endParaRPr lang="en-US" sz="2400" b="0">
            <a:latin typeface="Arial"/>
            <a:cs typeface="Arial"/>
          </a:endParaRPr>
        </a:p>
      </dgm:t>
    </dgm:pt>
    <dgm:pt modelId="{EA6FABF3-11AF-411B-82BF-6182842CCEF1}" type="parTrans" cxnId="{E19F1C02-E2E7-4263-B5BC-C09B8E53EF5C}">
      <dgm:prSet/>
      <dgm:spPr/>
      <dgm:t>
        <a:bodyPr rtlCol="1"/>
        <a:lstStyle/>
        <a:p>
          <a:pPr rtl="1"/>
          <a:endParaRPr lang="en-US"/>
        </a:p>
      </dgm:t>
    </dgm:pt>
    <dgm:pt modelId="{B9AE1657-59C9-45E6-AF59-CFC463F25A19}" type="sibTrans" cxnId="{E19F1C02-E2E7-4263-B5BC-C09B8E53EF5C}">
      <dgm:prSet/>
      <dgm:spPr/>
      <dgm:t>
        <a:bodyPr rtlCol="1"/>
        <a:lstStyle/>
        <a:p>
          <a:pPr rtl="1"/>
          <a:endParaRPr lang="en-US"/>
        </a:p>
      </dgm:t>
    </dgm:pt>
    <dgm:pt modelId="{DE684DB6-173F-4611-A599-73E316733548}">
      <dgm:prSet phldr="0"/>
      <dgm:spPr/>
      <dgm:t>
        <a:bodyPr rtlCol="1"/>
        <a:lstStyle/>
        <a:p>
          <a:pPr rtl="1">
            <a:lnSpc>
              <a:spcPct val="100000"/>
            </a:lnSpc>
          </a:pPr>
          <a:r>
            <a:rPr lang="ar" sz="2400" b="1" dirty="0">
              <a:latin typeface="Arial"/>
              <a:cs typeface="Arial"/>
            </a:rPr>
            <a:t>د:</a:t>
          </a:r>
          <a:r>
            <a:rPr lang="ar" sz="2400" b="0" dirty="0">
              <a:latin typeface="Arial"/>
              <a:cs typeface="Arial"/>
            </a:rPr>
            <a:t> مراجعة </a:t>
          </a:r>
          <a:r>
            <a:rPr lang="ar" sz="2400" dirty="0">
              <a:latin typeface="Arial"/>
              <a:cs typeface="Arial"/>
            </a:rPr>
            <a:t>أدائك الشخصي وأداء الآخرين في رياضات محددة</a:t>
          </a:r>
          <a:endParaRPr lang="en-US" sz="2400" dirty="0">
            <a:latin typeface="Arial"/>
            <a:cs typeface="Arial"/>
          </a:endParaRPr>
        </a:p>
      </dgm:t>
    </dgm:pt>
    <dgm:pt modelId="{BEDCCAC2-20BD-4E3C-AF77-4954217A6607}" type="parTrans" cxnId="{5B135251-F978-46E1-8543-FEA3A45F823A}">
      <dgm:prSet/>
      <dgm:spPr/>
      <dgm:t>
        <a:bodyPr rtlCol="1"/>
        <a:lstStyle/>
        <a:p>
          <a:pPr rtl="1"/>
          <a:endParaRPr lang="en-GB"/>
        </a:p>
      </dgm:t>
    </dgm:pt>
    <dgm:pt modelId="{FBC48138-861A-4614-A222-9C3A8E7FF05F}" type="sibTrans" cxnId="{5B135251-F978-46E1-8543-FEA3A45F823A}">
      <dgm:prSet/>
      <dgm:spPr/>
      <dgm:t>
        <a:bodyPr rtlCol="1"/>
        <a:lstStyle/>
        <a:p>
          <a:pPr rtl="1"/>
          <a:endParaRPr lang="en-GB"/>
        </a:p>
      </dgm:t>
    </dgm:pt>
    <dgm:pt modelId="{61067BF9-26D6-4B13-BDFD-7E74DD3567ED}" type="pres">
      <dgm:prSet presAssocID="{49816D63-968C-4A55-9BEC-59743BC029E6}" presName="root" presStyleCnt="0">
        <dgm:presLayoutVars>
          <dgm:dir/>
          <dgm:resizeHandles val="exact"/>
        </dgm:presLayoutVars>
      </dgm:prSet>
      <dgm:spPr/>
    </dgm:pt>
    <dgm:pt modelId="{EE92A8AE-98EB-489C-B356-A192728D5660}" type="pres">
      <dgm:prSet presAssocID="{12B01A0F-D3DB-4483-A684-EB3CDDB8C402}" presName="compNode" presStyleCnt="0"/>
      <dgm:spPr/>
    </dgm:pt>
    <dgm:pt modelId="{C459F91B-A412-4046-9AE9-167787D1DE0B}" type="pres">
      <dgm:prSet presAssocID="{12B01A0F-D3DB-4483-A684-EB3CDDB8C402}" presName="bgRect" presStyleLbl="bgShp" presStyleIdx="0" presStyleCnt="4"/>
      <dgm:spPr>
        <a:solidFill>
          <a:schemeClr val="accent6">
            <a:lumMod val="20000"/>
            <a:lumOff val="80000"/>
          </a:schemeClr>
        </a:solidFill>
      </dgm:spPr>
    </dgm:pt>
    <dgm:pt modelId="{F189B75D-60E8-4A38-AC23-0DC503925009}" type="pres">
      <dgm:prSet presAssocID="{12B01A0F-D3DB-4483-A684-EB3CDDB8C402}" presName="iconRect" presStyleLbl="node1" presStyleIdx="0" presStyleCnt="4" custLinFactX="800000" custLinFactNeighborX="83027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ort Balls"/>
        </a:ext>
      </dgm:extLst>
    </dgm:pt>
    <dgm:pt modelId="{2A0C591D-F2EB-412E-9E5F-4B0B488D452A}" type="pres">
      <dgm:prSet presAssocID="{12B01A0F-D3DB-4483-A684-EB3CDDB8C402}" presName="spaceRect" presStyleCnt="0"/>
      <dgm:spPr/>
    </dgm:pt>
    <dgm:pt modelId="{BA239B92-C7E8-4937-BA2F-63BBE1282096}" type="pres">
      <dgm:prSet presAssocID="{12B01A0F-D3DB-4483-A684-EB3CDDB8C402}" presName="parTx" presStyleLbl="revTx" presStyleIdx="0" presStyleCnt="4" custLinFactNeighborX="-12209">
        <dgm:presLayoutVars>
          <dgm:chMax val="0"/>
          <dgm:chPref val="0"/>
        </dgm:presLayoutVars>
      </dgm:prSet>
      <dgm:spPr/>
    </dgm:pt>
    <dgm:pt modelId="{25B81F6A-4678-4CB6-B870-DCC32B8BE308}" type="pres">
      <dgm:prSet presAssocID="{213FB626-D022-4DCE-A47B-D3479E29F97C}" presName="sibTrans" presStyleCnt="0"/>
      <dgm:spPr/>
    </dgm:pt>
    <dgm:pt modelId="{580F3AD1-2DCA-4977-8677-DFF4FB7EA121}" type="pres">
      <dgm:prSet presAssocID="{56923969-828A-4BA8-B3D8-0D78B3954F0B}" presName="compNode" presStyleCnt="0"/>
      <dgm:spPr/>
    </dgm:pt>
    <dgm:pt modelId="{F43D942C-5076-405B-826A-BC7DA2026AC7}" type="pres">
      <dgm:prSet presAssocID="{56923969-828A-4BA8-B3D8-0D78B3954F0B}" presName="bgRect" presStyleLbl="bgShp" presStyleIdx="1" presStyleCnt="4"/>
      <dgm:spPr>
        <a:solidFill>
          <a:schemeClr val="accent5"/>
        </a:solidFill>
      </dgm:spPr>
    </dgm:pt>
    <dgm:pt modelId="{8ED43BA3-C6FA-40D0-98FE-78504CE20FC3}" type="pres">
      <dgm:prSet presAssocID="{56923969-828A-4BA8-B3D8-0D78B3954F0B}" presName="iconRect" presStyleLbl="node1" presStyleIdx="1" presStyleCnt="4" custLinFactX="800000" custLinFactNeighborX="830276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 with solid fill"/>
        </a:ext>
      </dgm:extLst>
    </dgm:pt>
    <dgm:pt modelId="{379730B0-BB0B-40F6-B12D-8E859490F291}" type="pres">
      <dgm:prSet presAssocID="{56923969-828A-4BA8-B3D8-0D78B3954F0B}" presName="spaceRect" presStyleCnt="0"/>
      <dgm:spPr/>
    </dgm:pt>
    <dgm:pt modelId="{C2A8200A-96B4-428C-8E55-83C8FFDC1FB3}" type="pres">
      <dgm:prSet presAssocID="{56923969-828A-4BA8-B3D8-0D78B3954F0B}" presName="parTx" presStyleLbl="revTx" presStyleIdx="1" presStyleCnt="4" custLinFactNeighborX="-13123">
        <dgm:presLayoutVars>
          <dgm:chMax val="0"/>
          <dgm:chPref val="0"/>
        </dgm:presLayoutVars>
      </dgm:prSet>
      <dgm:spPr/>
    </dgm:pt>
    <dgm:pt modelId="{482FED42-60A7-4FE7-BD43-C9E3D9677997}" type="pres">
      <dgm:prSet presAssocID="{70055B61-415C-4256-B450-DFA4CB0F7EED}" presName="sibTrans" presStyleCnt="0"/>
      <dgm:spPr/>
    </dgm:pt>
    <dgm:pt modelId="{46D7A108-654E-406E-BCC7-B53E4001F28C}" type="pres">
      <dgm:prSet presAssocID="{598D8A68-E8AD-4E27-A32D-3D74B2BA7A6D}" presName="compNode" presStyleCnt="0"/>
      <dgm:spPr/>
    </dgm:pt>
    <dgm:pt modelId="{875D741C-CAD9-4AF6-B4FA-DE20C2DFD952}" type="pres">
      <dgm:prSet presAssocID="{598D8A68-E8AD-4E27-A32D-3D74B2BA7A6D}" presName="bgRect" presStyleLbl="bgShp" presStyleIdx="2" presStyleCnt="4"/>
      <dgm:spPr>
        <a:solidFill>
          <a:schemeClr val="accent6">
            <a:lumMod val="20000"/>
            <a:lumOff val="80000"/>
          </a:schemeClr>
        </a:solidFill>
      </dgm:spPr>
    </dgm:pt>
    <dgm:pt modelId="{848AB56E-E0E6-4724-B224-7DF8D29317AC}" type="pres">
      <dgm:prSet presAssocID="{598D8A68-E8AD-4E27-A32D-3D74B2BA7A6D}" presName="iconRect" presStyleLbl="node1" presStyleIdx="2" presStyleCnt="4" custLinFactX="800000" custLinFactNeighborX="830276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ipboard with solid fill"/>
        </a:ext>
      </dgm:extLst>
    </dgm:pt>
    <dgm:pt modelId="{A7CBF6A5-1ACE-4DC2-AC44-C42A787C6B4C}" type="pres">
      <dgm:prSet presAssocID="{598D8A68-E8AD-4E27-A32D-3D74B2BA7A6D}" presName="spaceRect" presStyleCnt="0"/>
      <dgm:spPr/>
    </dgm:pt>
    <dgm:pt modelId="{27D209A1-A39C-4A34-A67B-7F58F8B67DCB}" type="pres">
      <dgm:prSet presAssocID="{598D8A68-E8AD-4E27-A32D-3D74B2BA7A6D}" presName="parTx" presStyleLbl="revTx" presStyleIdx="2" presStyleCnt="4" custLinFactNeighborX="-13123">
        <dgm:presLayoutVars>
          <dgm:chMax val="0"/>
          <dgm:chPref val="0"/>
        </dgm:presLayoutVars>
      </dgm:prSet>
      <dgm:spPr/>
    </dgm:pt>
    <dgm:pt modelId="{43B6DEFA-9068-4561-ADBD-E51558A98CEC}" type="pres">
      <dgm:prSet presAssocID="{B9AE1657-59C9-45E6-AF59-CFC463F25A19}" presName="sibTrans" presStyleCnt="0"/>
      <dgm:spPr/>
    </dgm:pt>
    <dgm:pt modelId="{E26C2170-C001-487D-9745-8A0FF765A98D}" type="pres">
      <dgm:prSet presAssocID="{DE684DB6-173F-4611-A599-73E316733548}" presName="compNode" presStyleCnt="0"/>
      <dgm:spPr/>
    </dgm:pt>
    <dgm:pt modelId="{DCED25EF-ED71-4547-A3CA-090843BEB47C}" type="pres">
      <dgm:prSet presAssocID="{DE684DB6-173F-4611-A599-73E316733548}" presName="bgRect" presStyleLbl="bgShp" presStyleIdx="3" presStyleCnt="4"/>
      <dgm:spPr/>
    </dgm:pt>
    <dgm:pt modelId="{A1411DD8-CBF5-4E36-932B-DD15B1AED1D9}" type="pres">
      <dgm:prSet presAssocID="{DE684DB6-173F-4611-A599-73E316733548}" presName="iconRect" presStyleLbl="node1" presStyleIdx="3" presStyleCnt="4" custLinFactX="800000" custLinFactNeighborX="835583" custLinFactNeighborY="-512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solidFill>
            <a:schemeClr val="accent6">
              <a:lumMod val="20000"/>
              <a:lumOff val="80000"/>
            </a:schemeClr>
          </a:solidFill>
        </a:ln>
      </dgm:spPr>
    </dgm:pt>
    <dgm:pt modelId="{5E099583-17AE-4129-A9D3-41EBC41EA2F1}" type="pres">
      <dgm:prSet presAssocID="{DE684DB6-173F-4611-A599-73E316733548}" presName="spaceRect" presStyleCnt="0"/>
      <dgm:spPr/>
    </dgm:pt>
    <dgm:pt modelId="{9CAE170F-79FC-4874-A3EF-DA37A7AB3A18}" type="pres">
      <dgm:prSet presAssocID="{DE684DB6-173F-4611-A599-73E316733548}" presName="parTx" presStyleLbl="revTx" presStyleIdx="3" presStyleCnt="4" custLinFactNeighborX="-13123">
        <dgm:presLayoutVars>
          <dgm:chMax val="0"/>
          <dgm:chPref val="0"/>
        </dgm:presLayoutVars>
      </dgm:prSet>
      <dgm:spPr/>
    </dgm:pt>
  </dgm:ptLst>
  <dgm:cxnLst>
    <dgm:cxn modelId="{E19F1C02-E2E7-4263-B5BC-C09B8E53EF5C}" srcId="{49816D63-968C-4A55-9BEC-59743BC029E6}" destId="{598D8A68-E8AD-4E27-A32D-3D74B2BA7A6D}" srcOrd="2" destOrd="0" parTransId="{EA6FABF3-11AF-411B-82BF-6182842CCEF1}" sibTransId="{B9AE1657-59C9-45E6-AF59-CFC463F25A19}"/>
    <dgm:cxn modelId="{4A1E9E5E-B5D6-4310-B73E-52220E0CDD0E}" type="presOf" srcId="{56923969-828A-4BA8-B3D8-0D78B3954F0B}" destId="{C2A8200A-96B4-428C-8E55-83C8FFDC1FB3}" srcOrd="0" destOrd="0" presId="urn:microsoft.com/office/officeart/2018/2/layout/IconVerticalSolidList"/>
    <dgm:cxn modelId="{E1B2C347-2E28-49E0-B2E7-EDCC0F166AA5}" srcId="{49816D63-968C-4A55-9BEC-59743BC029E6}" destId="{56923969-828A-4BA8-B3D8-0D78B3954F0B}" srcOrd="1" destOrd="0" parTransId="{EDE96EA5-4272-4597-87C5-810736A70304}" sibTransId="{70055B61-415C-4256-B450-DFA4CB0F7EED}"/>
    <dgm:cxn modelId="{5B135251-F978-46E1-8543-FEA3A45F823A}" srcId="{49816D63-968C-4A55-9BEC-59743BC029E6}" destId="{DE684DB6-173F-4611-A599-73E316733548}" srcOrd="3" destOrd="0" parTransId="{BEDCCAC2-20BD-4E3C-AF77-4954217A6607}" sibTransId="{FBC48138-861A-4614-A222-9C3A8E7FF05F}"/>
    <dgm:cxn modelId="{A269F67D-4AC0-4D37-A23B-11B5B2F39994}" type="presOf" srcId="{12B01A0F-D3DB-4483-A684-EB3CDDB8C402}" destId="{BA239B92-C7E8-4937-BA2F-63BBE1282096}" srcOrd="0" destOrd="0" presId="urn:microsoft.com/office/officeart/2018/2/layout/IconVerticalSolidList"/>
    <dgm:cxn modelId="{F20DD18E-EC05-4930-BF29-019D7519C550}" type="presOf" srcId="{598D8A68-E8AD-4E27-A32D-3D74B2BA7A6D}" destId="{27D209A1-A39C-4A34-A67B-7F58F8B67DCB}" srcOrd="0" destOrd="0" presId="urn:microsoft.com/office/officeart/2018/2/layout/IconVerticalSolidList"/>
    <dgm:cxn modelId="{5884B998-CEB8-4D68-B06B-18F3559C16C4}" type="presOf" srcId="{DE684DB6-173F-4611-A599-73E316733548}" destId="{9CAE170F-79FC-4874-A3EF-DA37A7AB3A18}" srcOrd="0" destOrd="0" presId="urn:microsoft.com/office/officeart/2018/2/layout/IconVerticalSolidList"/>
    <dgm:cxn modelId="{7C02C89A-B90E-4191-82FD-9CE4845EA376}" srcId="{49816D63-968C-4A55-9BEC-59743BC029E6}" destId="{12B01A0F-D3DB-4483-A684-EB3CDDB8C402}" srcOrd="0" destOrd="0" parTransId="{244FE7CD-09C9-4649-8078-2981EDCAFAF5}" sibTransId="{213FB626-D022-4DCE-A47B-D3479E29F97C}"/>
    <dgm:cxn modelId="{390716D4-D918-415D-BB23-40D401583C72}" type="presOf" srcId="{49816D63-968C-4A55-9BEC-59743BC029E6}" destId="{61067BF9-26D6-4B13-BDFD-7E74DD3567ED}" srcOrd="0" destOrd="0" presId="urn:microsoft.com/office/officeart/2018/2/layout/IconVerticalSolidList"/>
    <dgm:cxn modelId="{D241BB3D-4726-4A36-895C-5FB00C9AF52F}" type="presParOf" srcId="{61067BF9-26D6-4B13-BDFD-7E74DD3567ED}" destId="{EE92A8AE-98EB-489C-B356-A192728D5660}" srcOrd="0" destOrd="0" presId="urn:microsoft.com/office/officeart/2018/2/layout/IconVerticalSolidList"/>
    <dgm:cxn modelId="{20F05A39-EFC0-4763-A7DA-EDDDFEFB9759}" type="presParOf" srcId="{EE92A8AE-98EB-489C-B356-A192728D5660}" destId="{C459F91B-A412-4046-9AE9-167787D1DE0B}" srcOrd="0" destOrd="0" presId="urn:microsoft.com/office/officeart/2018/2/layout/IconVerticalSolidList"/>
    <dgm:cxn modelId="{2147F008-6674-47F2-8A3A-DE3EDB6A6949}" type="presParOf" srcId="{EE92A8AE-98EB-489C-B356-A192728D5660}" destId="{F189B75D-60E8-4A38-AC23-0DC503925009}" srcOrd="1" destOrd="0" presId="urn:microsoft.com/office/officeart/2018/2/layout/IconVerticalSolidList"/>
    <dgm:cxn modelId="{2A83D006-81C5-4762-ACA6-0D256B97567B}" type="presParOf" srcId="{EE92A8AE-98EB-489C-B356-A192728D5660}" destId="{2A0C591D-F2EB-412E-9E5F-4B0B488D452A}" srcOrd="2" destOrd="0" presId="urn:microsoft.com/office/officeart/2018/2/layout/IconVerticalSolidList"/>
    <dgm:cxn modelId="{2F6DF3A4-1798-4A7A-B98A-976BAC631DF9}" type="presParOf" srcId="{EE92A8AE-98EB-489C-B356-A192728D5660}" destId="{BA239B92-C7E8-4937-BA2F-63BBE1282096}" srcOrd="3" destOrd="0" presId="urn:microsoft.com/office/officeart/2018/2/layout/IconVerticalSolidList"/>
    <dgm:cxn modelId="{31BDB717-8FD1-4D0A-86F5-114E28A73D0B}" type="presParOf" srcId="{61067BF9-26D6-4B13-BDFD-7E74DD3567ED}" destId="{25B81F6A-4678-4CB6-B870-DCC32B8BE308}" srcOrd="1" destOrd="0" presId="urn:microsoft.com/office/officeart/2018/2/layout/IconVerticalSolidList"/>
    <dgm:cxn modelId="{F48F132E-9B28-4A76-90E7-0F44B7DABECB}" type="presParOf" srcId="{61067BF9-26D6-4B13-BDFD-7E74DD3567ED}" destId="{580F3AD1-2DCA-4977-8677-DFF4FB7EA121}" srcOrd="2" destOrd="0" presId="urn:microsoft.com/office/officeart/2018/2/layout/IconVerticalSolidList"/>
    <dgm:cxn modelId="{4627A394-462D-429B-BC1C-089A10E7526F}" type="presParOf" srcId="{580F3AD1-2DCA-4977-8677-DFF4FB7EA121}" destId="{F43D942C-5076-405B-826A-BC7DA2026AC7}" srcOrd="0" destOrd="0" presId="urn:microsoft.com/office/officeart/2018/2/layout/IconVerticalSolidList"/>
    <dgm:cxn modelId="{38BBCDD7-EF71-4B6E-9D01-F2B54B07DD5B}" type="presParOf" srcId="{580F3AD1-2DCA-4977-8677-DFF4FB7EA121}" destId="{8ED43BA3-C6FA-40D0-98FE-78504CE20FC3}" srcOrd="1" destOrd="0" presId="urn:microsoft.com/office/officeart/2018/2/layout/IconVerticalSolidList"/>
    <dgm:cxn modelId="{A553D6A3-5491-417F-AAD3-CE0D6157A744}" type="presParOf" srcId="{580F3AD1-2DCA-4977-8677-DFF4FB7EA121}" destId="{379730B0-BB0B-40F6-B12D-8E859490F291}" srcOrd="2" destOrd="0" presId="urn:microsoft.com/office/officeart/2018/2/layout/IconVerticalSolidList"/>
    <dgm:cxn modelId="{80661FB2-A4AE-4B9F-A944-3AC408132CC8}" type="presParOf" srcId="{580F3AD1-2DCA-4977-8677-DFF4FB7EA121}" destId="{C2A8200A-96B4-428C-8E55-83C8FFDC1FB3}" srcOrd="3" destOrd="0" presId="urn:microsoft.com/office/officeart/2018/2/layout/IconVerticalSolidList"/>
    <dgm:cxn modelId="{BD36115A-3756-4983-9AFC-3AD8583058B4}" type="presParOf" srcId="{61067BF9-26D6-4B13-BDFD-7E74DD3567ED}" destId="{482FED42-60A7-4FE7-BD43-C9E3D9677997}" srcOrd="3" destOrd="0" presId="urn:microsoft.com/office/officeart/2018/2/layout/IconVerticalSolidList"/>
    <dgm:cxn modelId="{F677D46E-CBAD-44A3-BDC2-4C53F1A853E7}" type="presParOf" srcId="{61067BF9-26D6-4B13-BDFD-7E74DD3567ED}" destId="{46D7A108-654E-406E-BCC7-B53E4001F28C}" srcOrd="4" destOrd="0" presId="urn:microsoft.com/office/officeart/2018/2/layout/IconVerticalSolidList"/>
    <dgm:cxn modelId="{0930AAEF-EC60-4E60-899A-D831AD58748A}" type="presParOf" srcId="{46D7A108-654E-406E-BCC7-B53E4001F28C}" destId="{875D741C-CAD9-4AF6-B4FA-DE20C2DFD952}" srcOrd="0" destOrd="0" presId="urn:microsoft.com/office/officeart/2018/2/layout/IconVerticalSolidList"/>
    <dgm:cxn modelId="{6ACFF451-F964-4629-A837-312053DB844C}" type="presParOf" srcId="{46D7A108-654E-406E-BCC7-B53E4001F28C}" destId="{848AB56E-E0E6-4724-B224-7DF8D29317AC}" srcOrd="1" destOrd="0" presId="urn:microsoft.com/office/officeart/2018/2/layout/IconVerticalSolidList"/>
    <dgm:cxn modelId="{23654B36-7911-4B59-89D4-320AAEF989BF}" type="presParOf" srcId="{46D7A108-654E-406E-BCC7-B53E4001F28C}" destId="{A7CBF6A5-1ACE-4DC2-AC44-C42A787C6B4C}" srcOrd="2" destOrd="0" presId="urn:microsoft.com/office/officeart/2018/2/layout/IconVerticalSolidList"/>
    <dgm:cxn modelId="{8AC002A8-749E-4C4C-BA4B-AF24BC5BC2EE}" type="presParOf" srcId="{46D7A108-654E-406E-BCC7-B53E4001F28C}" destId="{27D209A1-A39C-4A34-A67B-7F58F8B67DCB}" srcOrd="3" destOrd="0" presId="urn:microsoft.com/office/officeart/2018/2/layout/IconVerticalSolidList"/>
    <dgm:cxn modelId="{68ECF6E4-A99A-4278-BB24-5F6C7D7A1EB4}" type="presParOf" srcId="{61067BF9-26D6-4B13-BDFD-7E74DD3567ED}" destId="{43B6DEFA-9068-4561-ADBD-E51558A98CEC}" srcOrd="5" destOrd="0" presId="urn:microsoft.com/office/officeart/2018/2/layout/IconVerticalSolidList"/>
    <dgm:cxn modelId="{83BC07A3-8B93-41A6-924E-A0E55FFAEEAD}" type="presParOf" srcId="{61067BF9-26D6-4B13-BDFD-7E74DD3567ED}" destId="{E26C2170-C001-487D-9745-8A0FF765A98D}" srcOrd="6" destOrd="0" presId="urn:microsoft.com/office/officeart/2018/2/layout/IconVerticalSolidList"/>
    <dgm:cxn modelId="{BE4934DF-F039-4391-881E-FD95DB0DC402}" type="presParOf" srcId="{E26C2170-C001-487D-9745-8A0FF765A98D}" destId="{DCED25EF-ED71-4547-A3CA-090843BEB47C}" srcOrd="0" destOrd="0" presId="urn:microsoft.com/office/officeart/2018/2/layout/IconVerticalSolidList"/>
    <dgm:cxn modelId="{00BD0A83-37B6-46A4-83AB-73E4CDCE2EB1}" type="presParOf" srcId="{E26C2170-C001-487D-9745-8A0FF765A98D}" destId="{A1411DD8-CBF5-4E36-932B-DD15B1AED1D9}" srcOrd="1" destOrd="0" presId="urn:microsoft.com/office/officeart/2018/2/layout/IconVerticalSolidList"/>
    <dgm:cxn modelId="{691E0F92-1E9C-440C-868F-8E859DC357D1}" type="presParOf" srcId="{E26C2170-C001-487D-9745-8A0FF765A98D}" destId="{5E099583-17AE-4129-A9D3-41EBC41EA2F1}" srcOrd="2" destOrd="0" presId="urn:microsoft.com/office/officeart/2018/2/layout/IconVerticalSolidList"/>
    <dgm:cxn modelId="{EFE1146B-25F7-438A-AA56-73808A063317}" type="presParOf" srcId="{E26C2170-C001-487D-9745-8A0FF765A98D}" destId="{9CAE170F-79FC-4874-A3EF-DA37A7AB3A1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73F4FFB-BF9F-4EE8-B58E-FFED8E01943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 rtlCol="1"/>
        <a:lstStyle/>
        <a:p>
          <a:pPr rtl="1"/>
          <a:endParaRPr lang="en-US"/>
        </a:p>
      </dgm:t>
    </dgm:pt>
    <dgm:pt modelId="{5FE25653-A7BA-47FB-8073-2B4FA7940492}">
      <dgm:prSet custT="1"/>
      <dgm:spPr>
        <a:solidFill>
          <a:schemeClr val="accent5"/>
        </a:solidFill>
      </dgm:spPr>
      <dgm:t>
        <a:bodyPr rtlCol="1"/>
        <a:lstStyle/>
        <a:p>
          <a:pPr rtl="1">
            <a:lnSpc>
              <a:spcPct val="100000"/>
            </a:lnSpc>
          </a:pPr>
          <a:r>
            <a:rPr lang="ar" sz="2000" b="1" kern="1200" dirty="0">
              <a:solidFill>
                <a:schemeClr val="tx1"/>
              </a:solidFill>
              <a:latin typeface="Arial"/>
              <a:ea typeface="Open Sans"/>
              <a:cs typeface="Open Sans"/>
            </a:rPr>
            <a:t>أ1</a:t>
          </a:r>
          <a:r>
            <a:rPr lang="ar" sz="2000" kern="1200" dirty="0">
              <a:solidFill>
                <a:schemeClr val="tx1"/>
              </a:solidFill>
              <a:latin typeface="Arial"/>
              <a:ea typeface="Calibri"/>
              <a:cs typeface="Calibri"/>
            </a:rPr>
            <a:t> </a:t>
          </a:r>
          <a:r>
            <a:rPr lang="ar" sz="2000" kern="1200" dirty="0">
              <a:solidFill>
                <a:schemeClr val="tx1"/>
              </a:solidFill>
              <a:latin typeface="Arial"/>
              <a:ea typeface="Open Sans"/>
              <a:cs typeface="Open Sans"/>
            </a:rPr>
            <a:t>قواعد رياضات محددة وقوانينها وأنظمتها </a:t>
          </a:r>
          <a:endParaRPr lang="en-US" sz="2000" kern="1200" dirty="0">
            <a:solidFill>
              <a:schemeClr val="tx1"/>
            </a:solidFill>
            <a:latin typeface="Arial"/>
            <a:ea typeface="Open Sans"/>
            <a:cs typeface="Open Sans"/>
          </a:endParaRPr>
        </a:p>
      </dgm:t>
    </dgm:pt>
    <dgm:pt modelId="{2FF7EEA5-BA7F-4838-809B-A6AA6FFC522A}" type="parTrans" cxnId="{2A0C2303-6DF6-4B31-916D-18CE0E3115D3}">
      <dgm:prSet/>
      <dgm:spPr/>
      <dgm:t>
        <a:bodyPr rtlCol="1"/>
        <a:lstStyle/>
        <a:p>
          <a:pPr rtl="1"/>
          <a:endParaRPr lang="en-US"/>
        </a:p>
      </dgm:t>
    </dgm:pt>
    <dgm:pt modelId="{FD9ABB40-9682-4D97-B80C-F7F64D08F683}" type="sibTrans" cxnId="{2A0C2303-6DF6-4B31-916D-18CE0E3115D3}">
      <dgm:prSet/>
      <dgm:spPr/>
      <dgm:t>
        <a:bodyPr rtlCol="1"/>
        <a:lstStyle/>
        <a:p>
          <a:pPr rtl="1"/>
          <a:endParaRPr lang="en-US"/>
        </a:p>
      </dgm:t>
    </dgm:pt>
    <dgm:pt modelId="{CCCABDE4-D42F-4A79-80D9-607472E8A4AF}">
      <dgm:prSet custT="1"/>
      <dgm:spPr/>
      <dgm:t>
        <a:bodyPr rtlCol="1"/>
        <a:lstStyle/>
        <a:p>
          <a:pPr rtl="1">
            <a:lnSpc>
              <a:spcPct val="100000"/>
            </a:lnSpc>
          </a:pPr>
          <a:r>
            <a:rPr lang="ar" sz="2000" b="1" dirty="0">
              <a:solidFill>
                <a:schemeClr val="tx1"/>
              </a:solidFill>
              <a:latin typeface="Arial"/>
              <a:ea typeface="Open Sans"/>
              <a:cs typeface="Open Sans"/>
            </a:rPr>
            <a:t>أ2</a:t>
          </a:r>
          <a:r>
            <a:rPr lang="ar" sz="2000" dirty="0">
              <a:solidFill>
                <a:schemeClr val="tx1"/>
              </a:solidFill>
              <a:latin typeface="Arial"/>
              <a:ea typeface="Calibri"/>
              <a:cs typeface="Calibri"/>
            </a:rPr>
            <a:t> </a:t>
          </a:r>
          <a:r>
            <a:rPr lang="ar" sz="2000" dirty="0">
              <a:solidFill>
                <a:schemeClr val="tx1"/>
              </a:solidFill>
              <a:latin typeface="Arial"/>
              <a:ea typeface="Open Sans"/>
              <a:cs typeface="Open Sans"/>
            </a:rPr>
            <a:t>أنواع الحكام</a:t>
          </a:r>
        </a:p>
      </dgm:t>
    </dgm:pt>
    <dgm:pt modelId="{EAAD90EE-0E21-4401-A75A-1643B5084443}" type="parTrans" cxnId="{1154BE59-1B58-418C-9504-EC0D688BA33C}">
      <dgm:prSet/>
      <dgm:spPr/>
      <dgm:t>
        <a:bodyPr rtlCol="1"/>
        <a:lstStyle/>
        <a:p>
          <a:pPr rtl="1"/>
          <a:endParaRPr lang="en-US"/>
        </a:p>
      </dgm:t>
    </dgm:pt>
    <dgm:pt modelId="{F2E7893A-50A6-440B-AD9A-267ED4D45C29}" type="sibTrans" cxnId="{1154BE59-1B58-418C-9504-EC0D688BA33C}">
      <dgm:prSet/>
      <dgm:spPr/>
      <dgm:t>
        <a:bodyPr rtlCol="1"/>
        <a:lstStyle/>
        <a:p>
          <a:pPr rtl="1"/>
          <a:endParaRPr lang="en-US"/>
        </a:p>
      </dgm:t>
    </dgm:pt>
    <dgm:pt modelId="{C8A36B54-2CB1-ED4B-B9C0-FC8A2D0861F4}">
      <dgm:prSet custT="1"/>
      <dgm:spPr/>
      <dgm:t>
        <a:bodyPr rtlCol="1"/>
        <a:lstStyle/>
        <a:p>
          <a:pPr rtl="1">
            <a:lnSpc>
              <a:spcPct val="100000"/>
            </a:lnSpc>
          </a:pPr>
          <a:r>
            <a:rPr lang="ar" sz="2000" b="1" dirty="0">
              <a:solidFill>
                <a:schemeClr val="tx1"/>
              </a:solidFill>
              <a:latin typeface="Arial"/>
              <a:cs typeface="Arial"/>
            </a:rPr>
            <a:t>مجالات المحتوى الرئيسة</a:t>
          </a:r>
        </a:p>
      </dgm:t>
    </dgm:pt>
    <dgm:pt modelId="{C3FBB647-007B-4C4D-8ADA-182C0F5A47A6}" type="parTrans" cxnId="{E5F187BC-C410-5E49-93BC-3C584F5DC389}">
      <dgm:prSet/>
      <dgm:spPr/>
      <dgm:t>
        <a:bodyPr rtlCol="1"/>
        <a:lstStyle/>
        <a:p>
          <a:pPr rtl="1"/>
          <a:endParaRPr lang="en-GB"/>
        </a:p>
      </dgm:t>
    </dgm:pt>
    <dgm:pt modelId="{692C18A0-ECE4-024B-B525-1D7488D3C7CB}" type="sibTrans" cxnId="{E5F187BC-C410-5E49-93BC-3C584F5DC389}">
      <dgm:prSet/>
      <dgm:spPr/>
      <dgm:t>
        <a:bodyPr rtlCol="1"/>
        <a:lstStyle/>
        <a:p>
          <a:pPr rtl="1"/>
          <a:endParaRPr lang="en-GB"/>
        </a:p>
      </dgm:t>
    </dgm:pt>
    <dgm:pt modelId="{079C226E-4A04-3A49-B58F-BDA579843144}">
      <dgm:prSet custT="1"/>
      <dgm:spPr/>
      <dgm:t>
        <a:bodyPr rtlCol="1"/>
        <a:lstStyle/>
        <a:p>
          <a:pPr rtl="1">
            <a:lnSpc>
              <a:spcPct val="100000"/>
            </a:lnSpc>
          </a:pPr>
          <a:r>
            <a:rPr lang="ar" sz="2000" b="1" kern="1200" dirty="0">
              <a:solidFill>
                <a:schemeClr val="tx1"/>
              </a:solidFill>
              <a:latin typeface="Arial"/>
              <a:ea typeface="Open Sans"/>
              <a:cs typeface="Open Sans"/>
            </a:rPr>
            <a:t>أ3</a:t>
          </a:r>
          <a:r>
            <a:rPr lang="ar" sz="2000" kern="1200" dirty="0">
              <a:solidFill>
                <a:schemeClr val="tx1"/>
              </a:solidFill>
              <a:latin typeface="Arial"/>
              <a:ea typeface="Calibri"/>
              <a:cs typeface="Calibri"/>
            </a:rPr>
            <a:t> </a:t>
          </a:r>
          <a:r>
            <a:rPr lang="ar" sz="2000" kern="1200" dirty="0">
              <a:solidFill>
                <a:schemeClr val="tx1"/>
              </a:solidFill>
              <a:latin typeface="Arial"/>
              <a:ea typeface="Open Sans"/>
              <a:cs typeface="Open Sans"/>
            </a:rPr>
            <a:t>أدوار الحكام ومسؤولياتهم </a:t>
          </a:r>
        </a:p>
      </dgm:t>
    </dgm:pt>
    <dgm:pt modelId="{F11DF70A-E949-954E-8348-C4C4D2D2397E}" type="parTrans" cxnId="{275F89BC-B6BC-C34F-947A-6863587440F4}">
      <dgm:prSet/>
      <dgm:spPr/>
      <dgm:t>
        <a:bodyPr rtlCol="1"/>
        <a:lstStyle/>
        <a:p>
          <a:pPr rtl="1"/>
          <a:endParaRPr lang="en-GB"/>
        </a:p>
      </dgm:t>
    </dgm:pt>
    <dgm:pt modelId="{BCF63CBC-8368-BB40-ACAA-DB53440715B7}" type="sibTrans" cxnId="{275F89BC-B6BC-C34F-947A-6863587440F4}">
      <dgm:prSet/>
      <dgm:spPr/>
      <dgm:t>
        <a:bodyPr rtlCol="1"/>
        <a:lstStyle/>
        <a:p>
          <a:pPr rtl="1"/>
          <a:endParaRPr lang="en-GB"/>
        </a:p>
      </dgm:t>
    </dgm:pt>
    <dgm:pt modelId="{8B7B664D-6846-4A5B-911E-08B9B4C3E566}">
      <dgm:prSet phldr="0" custT="1"/>
      <dgm:spPr/>
      <dgm:t>
        <a:bodyPr rtlCol="1"/>
        <a:lstStyle/>
        <a:p>
          <a:pPr rtl="1">
            <a:lnSpc>
              <a:spcPct val="100000"/>
            </a:lnSpc>
          </a:pPr>
          <a:r>
            <a:rPr lang="ar" sz="2000" b="1" kern="1200" dirty="0">
              <a:solidFill>
                <a:schemeClr val="tx1"/>
              </a:solidFill>
              <a:latin typeface="Arial"/>
              <a:ea typeface="Open Sans"/>
              <a:cs typeface="Open Sans"/>
            </a:rPr>
            <a:t>أ4</a:t>
          </a:r>
          <a:r>
            <a:rPr lang="ar" sz="2000" kern="1200" dirty="0">
              <a:solidFill>
                <a:schemeClr val="tx1"/>
              </a:solidFill>
              <a:latin typeface="Arial"/>
              <a:ea typeface="Calibri"/>
              <a:cs typeface="Calibri"/>
            </a:rPr>
            <a:t> </a:t>
          </a:r>
          <a:r>
            <a:rPr lang="ar" sz="2000" kern="1200" dirty="0">
              <a:solidFill>
                <a:schemeClr val="tx1"/>
              </a:solidFill>
              <a:latin typeface="Arial"/>
              <a:ea typeface="Open Sans"/>
              <a:cs typeface="Open Sans"/>
            </a:rPr>
            <a:t>تطبيق القواعد والقوانين واللوائح</a:t>
          </a:r>
          <a:endParaRPr lang="en-GB" sz="2000" kern="1200" dirty="0">
            <a:solidFill>
              <a:schemeClr val="tx1"/>
            </a:solidFill>
            <a:latin typeface="Arial"/>
            <a:cs typeface="Arial"/>
          </a:endParaRPr>
        </a:p>
      </dgm:t>
    </dgm:pt>
    <dgm:pt modelId="{1ECF9827-6466-401A-B300-8ED3A00BD5A1}" type="parTrans" cxnId="{0BE6FE69-69F7-4EC0-91D5-A3D6D8C7A723}">
      <dgm:prSet/>
      <dgm:spPr/>
      <dgm:t>
        <a:bodyPr rtlCol="1"/>
        <a:lstStyle/>
        <a:p>
          <a:pPr rtl="1"/>
          <a:endParaRPr lang="en-GB"/>
        </a:p>
      </dgm:t>
    </dgm:pt>
    <dgm:pt modelId="{E50FC1EF-3D45-4666-93EC-E178265979DF}" type="sibTrans" cxnId="{0BE6FE69-69F7-4EC0-91D5-A3D6D8C7A723}">
      <dgm:prSet/>
      <dgm:spPr/>
      <dgm:t>
        <a:bodyPr rtlCol="1"/>
        <a:lstStyle/>
        <a:p>
          <a:pPr rtl="1"/>
          <a:endParaRPr lang="en-GB"/>
        </a:p>
      </dgm:t>
    </dgm:pt>
    <dgm:pt modelId="{B3B44CE8-9EB0-4E94-AC20-BBFD45B3B64F}" type="pres">
      <dgm:prSet presAssocID="{273F4FFB-BF9F-4EE8-B58E-FFED8E01943B}" presName="root" presStyleCnt="0">
        <dgm:presLayoutVars>
          <dgm:dir/>
          <dgm:resizeHandles val="exact"/>
        </dgm:presLayoutVars>
      </dgm:prSet>
      <dgm:spPr/>
    </dgm:pt>
    <dgm:pt modelId="{11C7BEF1-2345-4A6C-BADC-E727F100EB5A}" type="pres">
      <dgm:prSet presAssocID="{C8A36B54-2CB1-ED4B-B9C0-FC8A2D0861F4}" presName="compNode" presStyleCnt="0"/>
      <dgm:spPr/>
    </dgm:pt>
    <dgm:pt modelId="{4DC6443E-F6CB-4E39-B8B4-8735A3F35C81}" type="pres">
      <dgm:prSet presAssocID="{C8A36B54-2CB1-ED4B-B9C0-FC8A2D0861F4}" presName="bgRect" presStyleLbl="bgShp" presStyleIdx="0" presStyleCnt="5"/>
      <dgm:spPr>
        <a:solidFill>
          <a:schemeClr val="accent6">
            <a:lumMod val="20000"/>
            <a:lumOff val="80000"/>
          </a:schemeClr>
        </a:solidFill>
        <a:ln>
          <a:solidFill>
            <a:srgbClr val="CDCDDE"/>
          </a:solidFill>
        </a:ln>
      </dgm:spPr>
    </dgm:pt>
    <dgm:pt modelId="{B1E01E3D-6D85-4BA8-8D47-D67B5A12AA05}" type="pres">
      <dgm:prSet presAssocID="{C8A36B54-2CB1-ED4B-B9C0-FC8A2D0861F4}" presName="iconRect" presStyleLbl="node1" presStyleIdx="0" presStyleCnt="5" custLinFactX="478365" custLinFactNeighborX="500000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FB69FCB6-C1BD-49E5-97C3-13958B8ACDB1}" type="pres">
      <dgm:prSet presAssocID="{C8A36B54-2CB1-ED4B-B9C0-FC8A2D0861F4}" presName="spaceRect" presStyleCnt="0"/>
      <dgm:spPr/>
    </dgm:pt>
    <dgm:pt modelId="{A964A834-0AE3-40C9-B5C8-75BE27C4EBF8}" type="pres">
      <dgm:prSet presAssocID="{C8A36B54-2CB1-ED4B-B9C0-FC8A2D0861F4}" presName="parTx" presStyleLbl="revTx" presStyleIdx="0" presStyleCnt="5" custLinFactNeighborX="-21049">
        <dgm:presLayoutVars>
          <dgm:chMax val="0"/>
          <dgm:chPref val="0"/>
        </dgm:presLayoutVars>
      </dgm:prSet>
      <dgm:spPr/>
    </dgm:pt>
    <dgm:pt modelId="{4A8D0571-C022-0942-856F-1235BB03BBE1}" type="pres">
      <dgm:prSet presAssocID="{692C18A0-ECE4-024B-B525-1D7488D3C7CB}" presName="sibTrans" presStyleCnt="0"/>
      <dgm:spPr/>
    </dgm:pt>
    <dgm:pt modelId="{5EBAB49B-8F61-427A-8EB6-147E5E00CCB3}" type="pres">
      <dgm:prSet presAssocID="{5FE25653-A7BA-47FB-8073-2B4FA7940492}" presName="compNode" presStyleCnt="0"/>
      <dgm:spPr/>
    </dgm:pt>
    <dgm:pt modelId="{CF774ABA-3244-4408-901F-6CCE877A456B}" type="pres">
      <dgm:prSet presAssocID="{5FE25653-A7BA-47FB-8073-2B4FA7940492}" presName="bgRect" presStyleLbl="bgShp" presStyleIdx="1" presStyleCnt="5"/>
      <dgm:spPr>
        <a:solidFill>
          <a:schemeClr val="accent5"/>
        </a:solidFill>
      </dgm:spPr>
    </dgm:pt>
    <dgm:pt modelId="{407EE78B-D7B9-41CD-B540-6B48BF9CD5D7}" type="pres">
      <dgm:prSet presAssocID="{5FE25653-A7BA-47FB-8073-2B4FA7940492}" presName="iconRect" presStyleLbl="node1" presStyleIdx="1" presStyleCnt="5" custLinFactX="478365" custLinFactNeighborX="500000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outline"/>
        </a:ext>
      </dgm:extLst>
    </dgm:pt>
    <dgm:pt modelId="{589689BB-44B5-4EF3-AD55-DE4BE0B2B633}" type="pres">
      <dgm:prSet presAssocID="{5FE25653-A7BA-47FB-8073-2B4FA7940492}" presName="spaceRect" presStyleCnt="0"/>
      <dgm:spPr/>
    </dgm:pt>
    <dgm:pt modelId="{93BE2D37-BA8E-4389-9AA8-5F0BF3C22FB2}" type="pres">
      <dgm:prSet presAssocID="{5FE25653-A7BA-47FB-8073-2B4FA7940492}" presName="parTx" presStyleLbl="revTx" presStyleIdx="1" presStyleCnt="5" custLinFactNeighborX="-21049">
        <dgm:presLayoutVars>
          <dgm:chMax val="0"/>
          <dgm:chPref val="0"/>
        </dgm:presLayoutVars>
      </dgm:prSet>
      <dgm:spPr/>
    </dgm:pt>
    <dgm:pt modelId="{3DD1CBBC-2D4F-445E-BEC6-772E550D633A}" type="pres">
      <dgm:prSet presAssocID="{FD9ABB40-9682-4D97-B80C-F7F64D08F683}" presName="sibTrans" presStyleCnt="0"/>
      <dgm:spPr/>
    </dgm:pt>
    <dgm:pt modelId="{4D315DB8-C065-4BD9-91B8-C43A61E5098B}" type="pres">
      <dgm:prSet presAssocID="{CCCABDE4-D42F-4A79-80D9-607472E8A4AF}" presName="compNode" presStyleCnt="0"/>
      <dgm:spPr/>
    </dgm:pt>
    <dgm:pt modelId="{3DCFFCF7-9656-439F-BBA1-13F8CDCDF580}" type="pres">
      <dgm:prSet presAssocID="{CCCABDE4-D42F-4A79-80D9-607472E8A4AF}" presName="bgRect" presStyleLbl="bgShp" presStyleIdx="2" presStyleCnt="5"/>
      <dgm:spPr>
        <a:solidFill>
          <a:schemeClr val="accent6">
            <a:lumMod val="20000"/>
            <a:lumOff val="80000"/>
          </a:schemeClr>
        </a:solidFill>
      </dgm:spPr>
    </dgm:pt>
    <dgm:pt modelId="{0F9FDF15-0AA0-473D-88E0-CE97E32171A0}" type="pres">
      <dgm:prSet presAssocID="{CCCABDE4-D42F-4A79-80D9-607472E8A4AF}" presName="iconRect" presStyleLbl="node1" presStyleIdx="2" presStyleCnt="5" custLinFactX="478365" custLinFactNeighborX="500000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ntt Chart with solid fill"/>
        </a:ext>
      </dgm:extLst>
    </dgm:pt>
    <dgm:pt modelId="{BEAD7674-1BCA-4A65-915F-23B0136F2371}" type="pres">
      <dgm:prSet presAssocID="{CCCABDE4-D42F-4A79-80D9-607472E8A4AF}" presName="spaceRect" presStyleCnt="0"/>
      <dgm:spPr/>
    </dgm:pt>
    <dgm:pt modelId="{4E9A5E81-88A1-48A0-AFE5-8C2E829447C6}" type="pres">
      <dgm:prSet presAssocID="{CCCABDE4-D42F-4A79-80D9-607472E8A4AF}" presName="parTx" presStyleLbl="revTx" presStyleIdx="2" presStyleCnt="5" custLinFactNeighborX="-21595">
        <dgm:presLayoutVars>
          <dgm:chMax val="0"/>
          <dgm:chPref val="0"/>
        </dgm:presLayoutVars>
      </dgm:prSet>
      <dgm:spPr/>
    </dgm:pt>
    <dgm:pt modelId="{0544ADE7-2690-B44D-9D7A-FB172D269A17}" type="pres">
      <dgm:prSet presAssocID="{F2E7893A-50A6-440B-AD9A-267ED4D45C29}" presName="sibTrans" presStyleCnt="0"/>
      <dgm:spPr/>
    </dgm:pt>
    <dgm:pt modelId="{84C6B9C9-0037-5A4D-A1CB-D4DA4E29FC82}" type="pres">
      <dgm:prSet presAssocID="{079C226E-4A04-3A49-B58F-BDA579843144}" presName="compNode" presStyleCnt="0"/>
      <dgm:spPr/>
    </dgm:pt>
    <dgm:pt modelId="{ADECAE07-2184-2A47-8AE2-CAD102EF394E}" type="pres">
      <dgm:prSet presAssocID="{079C226E-4A04-3A49-B58F-BDA579843144}" presName="bgRect" presStyleLbl="bgShp" presStyleIdx="3" presStyleCnt="5"/>
      <dgm:spPr>
        <a:solidFill>
          <a:schemeClr val="accent5"/>
        </a:solidFill>
      </dgm:spPr>
    </dgm:pt>
    <dgm:pt modelId="{4E4A5A69-05A2-9745-8A54-4F236E4A4ABE}" type="pres">
      <dgm:prSet presAssocID="{079C226E-4A04-3A49-B58F-BDA579843144}" presName="iconRect" presStyleLbl="node1" presStyleIdx="3" presStyleCnt="5" custLinFactX="478365" custLinFactNeighborX="500000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solidFill>
            <a:schemeClr val="accent5"/>
          </a:solidFill>
        </a:ln>
      </dgm:spPr>
      <dgm:extLst>
        <a:ext uri="{E40237B7-FDA0-4F09-8148-C483321AD2D9}">
          <dgm14:cNvPr xmlns:dgm14="http://schemas.microsoft.com/office/drawing/2010/diagram" id="0" name="" descr="Blueprint with solid fill"/>
        </a:ext>
      </dgm:extLst>
    </dgm:pt>
    <dgm:pt modelId="{9F2BBA2F-A7DC-0E4E-ABF2-94CB07B97389}" type="pres">
      <dgm:prSet presAssocID="{079C226E-4A04-3A49-B58F-BDA579843144}" presName="spaceRect" presStyleCnt="0"/>
      <dgm:spPr/>
    </dgm:pt>
    <dgm:pt modelId="{75185E06-AC53-8048-ADA5-06CC82F05F1D}" type="pres">
      <dgm:prSet presAssocID="{079C226E-4A04-3A49-B58F-BDA579843144}" presName="parTx" presStyleLbl="revTx" presStyleIdx="3" presStyleCnt="5" custLinFactNeighborX="-21735" custLinFactNeighborY="197">
        <dgm:presLayoutVars>
          <dgm:chMax val="0"/>
          <dgm:chPref val="0"/>
        </dgm:presLayoutVars>
      </dgm:prSet>
      <dgm:spPr/>
    </dgm:pt>
    <dgm:pt modelId="{D6B6A348-264D-4382-A9E4-4931C64015E2}" type="pres">
      <dgm:prSet presAssocID="{BCF63CBC-8368-BB40-ACAA-DB53440715B7}" presName="sibTrans" presStyleCnt="0"/>
      <dgm:spPr/>
    </dgm:pt>
    <dgm:pt modelId="{EE85E9AA-C9A8-4D59-9BF0-4E3A4419F5AC}" type="pres">
      <dgm:prSet presAssocID="{8B7B664D-6846-4A5B-911E-08B9B4C3E566}" presName="compNode" presStyleCnt="0"/>
      <dgm:spPr/>
    </dgm:pt>
    <dgm:pt modelId="{1BDC6275-FD05-4700-89D8-D8343535CA33}" type="pres">
      <dgm:prSet presAssocID="{8B7B664D-6846-4A5B-911E-08B9B4C3E566}" presName="bgRect" presStyleLbl="bgShp" presStyleIdx="4" presStyleCnt="5" custLinFactNeighborX="-8483" custLinFactNeighborY="-8452"/>
      <dgm:spPr>
        <a:solidFill>
          <a:schemeClr val="accent6">
            <a:lumMod val="20000"/>
            <a:lumOff val="80000"/>
          </a:schemeClr>
        </a:solidFill>
        <a:ln>
          <a:solidFill>
            <a:schemeClr val="accent6">
              <a:lumMod val="20000"/>
              <a:lumOff val="80000"/>
            </a:schemeClr>
          </a:solidFill>
        </a:ln>
      </dgm:spPr>
    </dgm:pt>
    <dgm:pt modelId="{EC18968B-77BC-4FD0-AA00-28D73652A777}" type="pres">
      <dgm:prSet presAssocID="{8B7B664D-6846-4A5B-911E-08B9B4C3E566}" presName="iconRect" presStyleLbl="node1" presStyleIdx="4" presStyleCnt="5" custLinFactX="485683" custLinFactNeighborX="500000" custLinFactNeighborY="-9203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solidFill>
            <a:schemeClr val="accent6">
              <a:lumMod val="20000"/>
              <a:lumOff val="80000"/>
            </a:schemeClr>
          </a:solidFill>
        </a:ln>
      </dgm:spPr>
      <dgm:extLst>
        <a:ext uri="{E40237B7-FDA0-4F09-8148-C483321AD2D9}">
          <dgm14:cNvPr xmlns:dgm14="http://schemas.microsoft.com/office/drawing/2010/diagram" id="0" name="" descr="Sort with solid fill"/>
        </a:ext>
      </dgm:extLst>
    </dgm:pt>
    <dgm:pt modelId="{976BBF5C-F8C2-4E8A-827B-6697BC36B812}" type="pres">
      <dgm:prSet presAssocID="{8B7B664D-6846-4A5B-911E-08B9B4C3E566}" presName="spaceRect" presStyleCnt="0"/>
      <dgm:spPr/>
    </dgm:pt>
    <dgm:pt modelId="{E3A3D29E-B6BD-4180-9C47-2C9D556CB32A}" type="pres">
      <dgm:prSet presAssocID="{8B7B664D-6846-4A5B-911E-08B9B4C3E566}" presName="parTx" presStyleLbl="revTx" presStyleIdx="4" presStyleCnt="5" custLinFactNeighborX="-20940">
        <dgm:presLayoutVars>
          <dgm:chMax val="0"/>
          <dgm:chPref val="0"/>
        </dgm:presLayoutVars>
      </dgm:prSet>
      <dgm:spPr/>
    </dgm:pt>
  </dgm:ptLst>
  <dgm:cxnLst>
    <dgm:cxn modelId="{2A0C2303-6DF6-4B31-916D-18CE0E3115D3}" srcId="{273F4FFB-BF9F-4EE8-B58E-FFED8E01943B}" destId="{5FE25653-A7BA-47FB-8073-2B4FA7940492}" srcOrd="1" destOrd="0" parTransId="{2FF7EEA5-BA7F-4838-809B-A6AA6FFC522A}" sibTransId="{FD9ABB40-9682-4D97-B80C-F7F64D08F683}"/>
    <dgm:cxn modelId="{F5F9AD09-1BAB-4AD5-B783-100C2752FBFE}" type="presOf" srcId="{8B7B664D-6846-4A5B-911E-08B9B4C3E566}" destId="{E3A3D29E-B6BD-4180-9C47-2C9D556CB32A}" srcOrd="0" destOrd="0" presId="urn:microsoft.com/office/officeart/2018/2/layout/IconVerticalSolidList"/>
    <dgm:cxn modelId="{0B3B720F-15B5-9B4E-B972-A8DD41163097}" type="presOf" srcId="{273F4FFB-BF9F-4EE8-B58E-FFED8E01943B}" destId="{B3B44CE8-9EB0-4E94-AC20-BBFD45B3B64F}" srcOrd="0" destOrd="0" presId="urn:microsoft.com/office/officeart/2018/2/layout/IconVerticalSolidList"/>
    <dgm:cxn modelId="{A8303F2F-A5F4-470B-A1FB-0EF914FAE9AA}" type="presOf" srcId="{C8A36B54-2CB1-ED4B-B9C0-FC8A2D0861F4}" destId="{A964A834-0AE3-40C9-B5C8-75BE27C4EBF8}" srcOrd="0" destOrd="0" presId="urn:microsoft.com/office/officeart/2018/2/layout/IconVerticalSolidList"/>
    <dgm:cxn modelId="{0BE6FE69-69F7-4EC0-91D5-A3D6D8C7A723}" srcId="{273F4FFB-BF9F-4EE8-B58E-FFED8E01943B}" destId="{8B7B664D-6846-4A5B-911E-08B9B4C3E566}" srcOrd="4" destOrd="0" parTransId="{1ECF9827-6466-401A-B300-8ED3A00BD5A1}" sibTransId="{E50FC1EF-3D45-4666-93EC-E178265979DF}"/>
    <dgm:cxn modelId="{1154BE59-1B58-418C-9504-EC0D688BA33C}" srcId="{273F4FFB-BF9F-4EE8-B58E-FFED8E01943B}" destId="{CCCABDE4-D42F-4A79-80D9-607472E8A4AF}" srcOrd="2" destOrd="0" parTransId="{EAAD90EE-0E21-4401-A75A-1643B5084443}" sibTransId="{F2E7893A-50A6-440B-AD9A-267ED4D45C29}"/>
    <dgm:cxn modelId="{F645BD99-E2A3-4340-B93E-E05F5AA6B657}" type="presOf" srcId="{CCCABDE4-D42F-4A79-80D9-607472E8A4AF}" destId="{4E9A5E81-88A1-48A0-AFE5-8C2E829447C6}" srcOrd="0" destOrd="0" presId="urn:microsoft.com/office/officeart/2018/2/layout/IconVerticalSolidList"/>
    <dgm:cxn modelId="{E5F187BC-C410-5E49-93BC-3C584F5DC389}" srcId="{273F4FFB-BF9F-4EE8-B58E-FFED8E01943B}" destId="{C8A36B54-2CB1-ED4B-B9C0-FC8A2D0861F4}" srcOrd="0" destOrd="0" parTransId="{C3FBB647-007B-4C4D-8ADA-182C0F5A47A6}" sibTransId="{692C18A0-ECE4-024B-B525-1D7488D3C7CB}"/>
    <dgm:cxn modelId="{275F89BC-B6BC-C34F-947A-6863587440F4}" srcId="{273F4FFB-BF9F-4EE8-B58E-FFED8E01943B}" destId="{079C226E-4A04-3A49-B58F-BDA579843144}" srcOrd="3" destOrd="0" parTransId="{F11DF70A-E949-954E-8348-C4C4D2D2397E}" sibTransId="{BCF63CBC-8368-BB40-ACAA-DB53440715B7}"/>
    <dgm:cxn modelId="{3B00BBE9-F0C7-4823-BAB9-94859CD1C04B}" type="presOf" srcId="{079C226E-4A04-3A49-B58F-BDA579843144}" destId="{75185E06-AC53-8048-ADA5-06CC82F05F1D}" srcOrd="0" destOrd="0" presId="urn:microsoft.com/office/officeart/2018/2/layout/IconVerticalSolidList"/>
    <dgm:cxn modelId="{CB461FF4-95AE-408E-95A1-D55137094B19}" type="presOf" srcId="{5FE25653-A7BA-47FB-8073-2B4FA7940492}" destId="{93BE2D37-BA8E-4389-9AA8-5F0BF3C22FB2}" srcOrd="0" destOrd="0" presId="urn:microsoft.com/office/officeart/2018/2/layout/IconVerticalSolidList"/>
    <dgm:cxn modelId="{18BE00A7-DCB9-42C5-A4F0-55539E705A69}" type="presParOf" srcId="{B3B44CE8-9EB0-4E94-AC20-BBFD45B3B64F}" destId="{11C7BEF1-2345-4A6C-BADC-E727F100EB5A}" srcOrd="0" destOrd="0" presId="urn:microsoft.com/office/officeart/2018/2/layout/IconVerticalSolidList"/>
    <dgm:cxn modelId="{8D0B8ACF-EE24-44F5-93C9-D2EBD4EA4179}" type="presParOf" srcId="{11C7BEF1-2345-4A6C-BADC-E727F100EB5A}" destId="{4DC6443E-F6CB-4E39-B8B4-8735A3F35C81}" srcOrd="0" destOrd="0" presId="urn:microsoft.com/office/officeart/2018/2/layout/IconVerticalSolidList"/>
    <dgm:cxn modelId="{5EF80F39-383B-4CD0-BFEC-3EA1B8EA2D46}" type="presParOf" srcId="{11C7BEF1-2345-4A6C-BADC-E727F100EB5A}" destId="{B1E01E3D-6D85-4BA8-8D47-D67B5A12AA05}" srcOrd="1" destOrd="0" presId="urn:microsoft.com/office/officeart/2018/2/layout/IconVerticalSolidList"/>
    <dgm:cxn modelId="{18BBF3E5-6201-4600-8276-6A29032E39D3}" type="presParOf" srcId="{11C7BEF1-2345-4A6C-BADC-E727F100EB5A}" destId="{FB69FCB6-C1BD-49E5-97C3-13958B8ACDB1}" srcOrd="2" destOrd="0" presId="urn:microsoft.com/office/officeart/2018/2/layout/IconVerticalSolidList"/>
    <dgm:cxn modelId="{9564FB29-696B-4577-994B-F36638E1BF72}" type="presParOf" srcId="{11C7BEF1-2345-4A6C-BADC-E727F100EB5A}" destId="{A964A834-0AE3-40C9-B5C8-75BE27C4EBF8}" srcOrd="3" destOrd="0" presId="urn:microsoft.com/office/officeart/2018/2/layout/IconVerticalSolidList"/>
    <dgm:cxn modelId="{75CCA66D-3E88-4E3E-8044-9D83F5688B29}" type="presParOf" srcId="{B3B44CE8-9EB0-4E94-AC20-BBFD45B3B64F}" destId="{4A8D0571-C022-0942-856F-1235BB03BBE1}" srcOrd="1" destOrd="0" presId="urn:microsoft.com/office/officeart/2018/2/layout/IconVerticalSolidList"/>
    <dgm:cxn modelId="{EA90760A-9409-4017-9045-EB38AB843CFB}" type="presParOf" srcId="{B3B44CE8-9EB0-4E94-AC20-BBFD45B3B64F}" destId="{5EBAB49B-8F61-427A-8EB6-147E5E00CCB3}" srcOrd="2" destOrd="0" presId="urn:microsoft.com/office/officeart/2018/2/layout/IconVerticalSolidList"/>
    <dgm:cxn modelId="{316ACA07-CD0F-41DC-AB9B-E81C5332BCB7}" type="presParOf" srcId="{5EBAB49B-8F61-427A-8EB6-147E5E00CCB3}" destId="{CF774ABA-3244-4408-901F-6CCE877A456B}" srcOrd="0" destOrd="0" presId="urn:microsoft.com/office/officeart/2018/2/layout/IconVerticalSolidList"/>
    <dgm:cxn modelId="{FC2AB690-C92F-495C-AE49-7ABCC657C08E}" type="presParOf" srcId="{5EBAB49B-8F61-427A-8EB6-147E5E00CCB3}" destId="{407EE78B-D7B9-41CD-B540-6B48BF9CD5D7}" srcOrd="1" destOrd="0" presId="urn:microsoft.com/office/officeart/2018/2/layout/IconVerticalSolidList"/>
    <dgm:cxn modelId="{B6F6BC89-5237-4F11-8F3C-4BC7795B10FF}" type="presParOf" srcId="{5EBAB49B-8F61-427A-8EB6-147E5E00CCB3}" destId="{589689BB-44B5-4EF3-AD55-DE4BE0B2B633}" srcOrd="2" destOrd="0" presId="urn:microsoft.com/office/officeart/2018/2/layout/IconVerticalSolidList"/>
    <dgm:cxn modelId="{F9FACD13-174C-46C2-9EC0-37ED615F1CFE}" type="presParOf" srcId="{5EBAB49B-8F61-427A-8EB6-147E5E00CCB3}" destId="{93BE2D37-BA8E-4389-9AA8-5F0BF3C22FB2}" srcOrd="3" destOrd="0" presId="urn:microsoft.com/office/officeart/2018/2/layout/IconVerticalSolidList"/>
    <dgm:cxn modelId="{B0120230-36E7-4BD6-B762-9EF68F9B00E5}" type="presParOf" srcId="{B3B44CE8-9EB0-4E94-AC20-BBFD45B3B64F}" destId="{3DD1CBBC-2D4F-445E-BEC6-772E550D633A}" srcOrd="3" destOrd="0" presId="urn:microsoft.com/office/officeart/2018/2/layout/IconVerticalSolidList"/>
    <dgm:cxn modelId="{DE167633-2AB2-4A31-A8BC-74A3A24B3D48}" type="presParOf" srcId="{B3B44CE8-9EB0-4E94-AC20-BBFD45B3B64F}" destId="{4D315DB8-C065-4BD9-91B8-C43A61E5098B}" srcOrd="4" destOrd="0" presId="urn:microsoft.com/office/officeart/2018/2/layout/IconVerticalSolidList"/>
    <dgm:cxn modelId="{F7246671-1B8E-4D6B-935D-BCCC6EC51F74}" type="presParOf" srcId="{4D315DB8-C065-4BD9-91B8-C43A61E5098B}" destId="{3DCFFCF7-9656-439F-BBA1-13F8CDCDF580}" srcOrd="0" destOrd="0" presId="urn:microsoft.com/office/officeart/2018/2/layout/IconVerticalSolidList"/>
    <dgm:cxn modelId="{FEDC725C-4B37-41EC-B420-211FA4FA28EC}" type="presParOf" srcId="{4D315DB8-C065-4BD9-91B8-C43A61E5098B}" destId="{0F9FDF15-0AA0-473D-88E0-CE97E32171A0}" srcOrd="1" destOrd="0" presId="urn:microsoft.com/office/officeart/2018/2/layout/IconVerticalSolidList"/>
    <dgm:cxn modelId="{622D2537-D8B4-4227-93E0-337668FC0410}" type="presParOf" srcId="{4D315DB8-C065-4BD9-91B8-C43A61E5098B}" destId="{BEAD7674-1BCA-4A65-915F-23B0136F2371}" srcOrd="2" destOrd="0" presId="urn:microsoft.com/office/officeart/2018/2/layout/IconVerticalSolidList"/>
    <dgm:cxn modelId="{F28B47C0-98D9-4755-9D18-F645E2EDE72B}" type="presParOf" srcId="{4D315DB8-C065-4BD9-91B8-C43A61E5098B}" destId="{4E9A5E81-88A1-48A0-AFE5-8C2E829447C6}" srcOrd="3" destOrd="0" presId="urn:microsoft.com/office/officeart/2018/2/layout/IconVerticalSolidList"/>
    <dgm:cxn modelId="{ABCA7481-C443-4214-9E3F-B93DB20E5016}" type="presParOf" srcId="{B3B44CE8-9EB0-4E94-AC20-BBFD45B3B64F}" destId="{0544ADE7-2690-B44D-9D7A-FB172D269A17}" srcOrd="5" destOrd="0" presId="urn:microsoft.com/office/officeart/2018/2/layout/IconVerticalSolidList"/>
    <dgm:cxn modelId="{C7F14D48-9ED0-44A4-8C22-55DF0052BCBC}" type="presParOf" srcId="{B3B44CE8-9EB0-4E94-AC20-BBFD45B3B64F}" destId="{84C6B9C9-0037-5A4D-A1CB-D4DA4E29FC82}" srcOrd="6" destOrd="0" presId="urn:microsoft.com/office/officeart/2018/2/layout/IconVerticalSolidList"/>
    <dgm:cxn modelId="{090753E4-338D-418C-86E6-184FD1ECF9F8}" type="presParOf" srcId="{84C6B9C9-0037-5A4D-A1CB-D4DA4E29FC82}" destId="{ADECAE07-2184-2A47-8AE2-CAD102EF394E}" srcOrd="0" destOrd="0" presId="urn:microsoft.com/office/officeart/2018/2/layout/IconVerticalSolidList"/>
    <dgm:cxn modelId="{FE9AC968-D09B-4832-9859-838393FA9F60}" type="presParOf" srcId="{84C6B9C9-0037-5A4D-A1CB-D4DA4E29FC82}" destId="{4E4A5A69-05A2-9745-8A54-4F236E4A4ABE}" srcOrd="1" destOrd="0" presId="urn:microsoft.com/office/officeart/2018/2/layout/IconVerticalSolidList"/>
    <dgm:cxn modelId="{568AA973-21A7-4A4F-A4CC-F9411F6003C6}" type="presParOf" srcId="{84C6B9C9-0037-5A4D-A1CB-D4DA4E29FC82}" destId="{9F2BBA2F-A7DC-0E4E-ABF2-94CB07B97389}" srcOrd="2" destOrd="0" presId="urn:microsoft.com/office/officeart/2018/2/layout/IconVerticalSolidList"/>
    <dgm:cxn modelId="{75D0C2F8-1128-437A-9CC4-7ED6389E33B0}" type="presParOf" srcId="{84C6B9C9-0037-5A4D-A1CB-D4DA4E29FC82}" destId="{75185E06-AC53-8048-ADA5-06CC82F05F1D}" srcOrd="3" destOrd="0" presId="urn:microsoft.com/office/officeart/2018/2/layout/IconVerticalSolidList"/>
    <dgm:cxn modelId="{34A613D2-520F-4342-9B9C-A97C82D532A5}" type="presParOf" srcId="{B3B44CE8-9EB0-4E94-AC20-BBFD45B3B64F}" destId="{D6B6A348-264D-4382-A9E4-4931C64015E2}" srcOrd="7" destOrd="0" presId="urn:microsoft.com/office/officeart/2018/2/layout/IconVerticalSolidList"/>
    <dgm:cxn modelId="{136C5BD7-CD19-48D8-8823-C15D53DF25D9}" type="presParOf" srcId="{B3B44CE8-9EB0-4E94-AC20-BBFD45B3B64F}" destId="{EE85E9AA-C9A8-4D59-9BF0-4E3A4419F5AC}" srcOrd="8" destOrd="0" presId="urn:microsoft.com/office/officeart/2018/2/layout/IconVerticalSolidList"/>
    <dgm:cxn modelId="{B08054D8-CF01-4A15-B878-F128BC6F999C}" type="presParOf" srcId="{EE85E9AA-C9A8-4D59-9BF0-4E3A4419F5AC}" destId="{1BDC6275-FD05-4700-89D8-D8343535CA33}" srcOrd="0" destOrd="0" presId="urn:microsoft.com/office/officeart/2018/2/layout/IconVerticalSolidList"/>
    <dgm:cxn modelId="{051AE1BA-5E2F-4B4C-AEA3-C8B14001FFDD}" type="presParOf" srcId="{EE85E9AA-C9A8-4D59-9BF0-4E3A4419F5AC}" destId="{EC18968B-77BC-4FD0-AA00-28D73652A777}" srcOrd="1" destOrd="0" presId="urn:microsoft.com/office/officeart/2018/2/layout/IconVerticalSolidList"/>
    <dgm:cxn modelId="{17777321-376F-46DF-B53B-EF24806ACDA4}" type="presParOf" srcId="{EE85E9AA-C9A8-4D59-9BF0-4E3A4419F5AC}" destId="{976BBF5C-F8C2-4E8A-827B-6697BC36B812}" srcOrd="2" destOrd="0" presId="urn:microsoft.com/office/officeart/2018/2/layout/IconVerticalSolidList"/>
    <dgm:cxn modelId="{FE7F84E7-32ED-4BA9-A88B-B27C1DF68864}" type="presParOf" srcId="{EE85E9AA-C9A8-4D59-9BF0-4E3A4419F5AC}" destId="{E3A3D29E-B6BD-4180-9C47-2C9D556CB32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6880C19-6726-425F-9F1C-0D88DCEDCC2F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/>
      <dgm:spPr/>
      <dgm:t>
        <a:bodyPr rtlCol="1"/>
        <a:lstStyle/>
        <a:p>
          <a:pPr rtl="1"/>
          <a:endParaRPr lang="en-US"/>
        </a:p>
      </dgm:t>
    </dgm:pt>
    <dgm:pt modelId="{2EA3D7FA-2459-420D-A8BB-A4EB617EFFB9}">
      <dgm:prSet/>
      <dgm:spPr/>
      <dgm:t>
        <a:bodyPr rtlCol="1"/>
        <a:lstStyle/>
        <a:p>
          <a:pPr rtl="1"/>
          <a:r>
            <a:rPr lang="ar" b="0">
              <a:solidFill>
                <a:schemeClr val="tx1"/>
              </a:solidFill>
              <a:latin typeface="Arial"/>
              <a:cs typeface="Arial"/>
            </a:rPr>
            <a:t>شاهد مقطع فيديو أو احضر مباراة مباشرة</a:t>
          </a:r>
          <a:endParaRPr lang="en-US" b="0">
            <a:solidFill>
              <a:schemeClr val="tx1"/>
            </a:solidFill>
            <a:latin typeface="Arial"/>
            <a:cs typeface="Arial"/>
          </a:endParaRPr>
        </a:p>
      </dgm:t>
    </dgm:pt>
    <dgm:pt modelId="{DF940F21-84BE-4A03-B70C-60E7F20053CA}" type="parTrans" cxnId="{1D0F92DF-2FB8-43E5-BC52-B87B13105A06}">
      <dgm:prSet/>
      <dgm:spPr/>
      <dgm:t>
        <a:bodyPr rtlCol="1"/>
        <a:lstStyle/>
        <a:p>
          <a:pPr rtl="1"/>
          <a:endParaRPr lang="en-US"/>
        </a:p>
      </dgm:t>
    </dgm:pt>
    <dgm:pt modelId="{507A2BC6-616E-419B-B840-33DF14B3317A}" type="sibTrans" cxnId="{1D0F92DF-2FB8-43E5-BC52-B87B13105A06}">
      <dgm:prSet/>
      <dgm:spPr/>
      <dgm:t>
        <a:bodyPr rtlCol="1"/>
        <a:lstStyle/>
        <a:p>
          <a:pPr rtl="1"/>
          <a:endParaRPr lang="en-US"/>
        </a:p>
      </dgm:t>
    </dgm:pt>
    <dgm:pt modelId="{748B785A-E757-4C3B-AF02-99FED0D66A07}">
      <dgm:prSet/>
      <dgm:spPr/>
      <dgm:t>
        <a:bodyPr rtlCol="1"/>
        <a:lstStyle/>
        <a:p>
          <a:pPr rtl="1"/>
          <a:r>
            <a:rPr lang="ar" b="0">
              <a:solidFill>
                <a:schemeClr val="tx1"/>
              </a:solidFill>
              <a:latin typeface="Arial"/>
              <a:cs typeface="Arial"/>
            </a:rPr>
            <a:t>ابحث عن القرارات الأساسية التي يتخذها الحكام</a:t>
          </a:r>
          <a:endParaRPr lang="en-US" b="0">
            <a:solidFill>
              <a:schemeClr val="tx1"/>
            </a:solidFill>
            <a:latin typeface="Arial"/>
            <a:cs typeface="Arial"/>
          </a:endParaRPr>
        </a:p>
      </dgm:t>
    </dgm:pt>
    <dgm:pt modelId="{756261DD-E281-440B-830C-7CC285368E49}" type="parTrans" cxnId="{79FCA90D-30A5-4E13-93BC-CA9905B41768}">
      <dgm:prSet/>
      <dgm:spPr/>
      <dgm:t>
        <a:bodyPr rtlCol="1"/>
        <a:lstStyle/>
        <a:p>
          <a:pPr rtl="1"/>
          <a:endParaRPr lang="en-US"/>
        </a:p>
      </dgm:t>
    </dgm:pt>
    <dgm:pt modelId="{FA2B81C6-2131-479A-A30F-738E3096BCDB}" type="sibTrans" cxnId="{79FCA90D-30A5-4E13-93BC-CA9905B41768}">
      <dgm:prSet/>
      <dgm:spPr/>
      <dgm:t>
        <a:bodyPr rtlCol="1"/>
        <a:lstStyle/>
        <a:p>
          <a:pPr rtl="1"/>
          <a:endParaRPr lang="en-US"/>
        </a:p>
      </dgm:t>
    </dgm:pt>
    <dgm:pt modelId="{77BCDBD2-51B0-4F54-81E6-391A60B35A33}">
      <dgm:prSet/>
      <dgm:spPr/>
      <dgm:t>
        <a:bodyPr rtlCol="1"/>
        <a:lstStyle/>
        <a:p>
          <a:pPr rtl="1"/>
          <a:r>
            <a:rPr lang="ar" b="0">
              <a:solidFill>
                <a:schemeClr val="tx1"/>
              </a:solidFill>
              <a:latin typeface="Arial"/>
              <a:cs typeface="Arial"/>
            </a:rPr>
            <a:t>استخدم قائمة مرجعية لتسجيل أمثلة على القرارات الصحيحة أو القرارات الخاطئة</a:t>
          </a:r>
          <a:endParaRPr lang="en-US" b="0">
            <a:solidFill>
              <a:schemeClr val="tx1"/>
            </a:solidFill>
            <a:latin typeface="Arial"/>
            <a:cs typeface="Arial"/>
          </a:endParaRPr>
        </a:p>
      </dgm:t>
    </dgm:pt>
    <dgm:pt modelId="{7220D07B-4736-4098-BEC5-3BE766543318}" type="parTrans" cxnId="{13F22439-97A0-43B2-A868-8AB191FD56A2}">
      <dgm:prSet/>
      <dgm:spPr/>
      <dgm:t>
        <a:bodyPr rtlCol="1"/>
        <a:lstStyle/>
        <a:p>
          <a:pPr rtl="1"/>
          <a:endParaRPr lang="en-US"/>
        </a:p>
      </dgm:t>
    </dgm:pt>
    <dgm:pt modelId="{67DCC56B-5A3A-4464-AD5F-C75C1F27059A}" type="sibTrans" cxnId="{13F22439-97A0-43B2-A868-8AB191FD56A2}">
      <dgm:prSet/>
      <dgm:spPr/>
      <dgm:t>
        <a:bodyPr rtlCol="1"/>
        <a:lstStyle/>
        <a:p>
          <a:pPr rtl="1"/>
          <a:endParaRPr lang="en-US"/>
        </a:p>
      </dgm:t>
    </dgm:pt>
    <dgm:pt modelId="{19D6B786-108B-4D43-BD9E-B8B95DB19F94}">
      <dgm:prSet/>
      <dgm:spPr/>
      <dgm:t>
        <a:bodyPr rtlCol="1"/>
        <a:lstStyle/>
        <a:p>
          <a:pPr rtl="1"/>
          <a:r>
            <a:rPr lang="ar" b="0">
              <a:solidFill>
                <a:schemeClr val="tx1"/>
              </a:solidFill>
              <a:latin typeface="Arial"/>
              <a:cs typeface="Arial"/>
            </a:rPr>
            <a:t>مهمة تكميلية:</a:t>
          </a:r>
          <a:br>
            <a:rPr lang="en-GB" b="0">
              <a:solidFill>
                <a:schemeClr val="tx1"/>
              </a:solidFill>
              <a:latin typeface="Arial"/>
              <a:cs typeface="Arial"/>
            </a:rPr>
          </a:br>
          <a:r>
            <a:rPr lang="ar" b="0">
              <a:solidFill>
                <a:schemeClr val="tx1"/>
              </a:solidFill>
              <a:latin typeface="Arial"/>
              <a:cs typeface="Arial"/>
            </a:rPr>
            <a:t>ما الذي نُفِّذ جيدًا؟ ماذا الذي يمكن تحسينه؟</a:t>
          </a:r>
          <a:endParaRPr lang="en-US" b="0">
            <a:solidFill>
              <a:schemeClr val="tx1"/>
            </a:solidFill>
            <a:latin typeface="Verdana"/>
            <a:ea typeface="Verdana"/>
            <a:cs typeface="Arial"/>
          </a:endParaRPr>
        </a:p>
      </dgm:t>
    </dgm:pt>
    <dgm:pt modelId="{2373F3F3-5876-4781-981C-16483549DF96}" type="parTrans" cxnId="{13F1D7CA-A948-42E0-B3F7-43F4648760BB}">
      <dgm:prSet/>
      <dgm:spPr/>
      <dgm:t>
        <a:bodyPr rtlCol="1"/>
        <a:lstStyle/>
        <a:p>
          <a:pPr rtl="1"/>
          <a:endParaRPr lang="en-US"/>
        </a:p>
      </dgm:t>
    </dgm:pt>
    <dgm:pt modelId="{0D945A08-0DAB-49E4-9BCF-1D4AA014AD19}" type="sibTrans" cxnId="{13F1D7CA-A948-42E0-B3F7-43F4648760BB}">
      <dgm:prSet/>
      <dgm:spPr/>
      <dgm:t>
        <a:bodyPr rtlCol="1"/>
        <a:lstStyle/>
        <a:p>
          <a:pPr rtl="1"/>
          <a:endParaRPr lang="en-US"/>
        </a:p>
      </dgm:t>
    </dgm:pt>
    <dgm:pt modelId="{135FAFA0-2BDE-8044-9495-CD09655B744A}" type="pres">
      <dgm:prSet presAssocID="{E6880C19-6726-425F-9F1C-0D88DCEDCC2F}" presName="linear" presStyleCnt="0">
        <dgm:presLayoutVars>
          <dgm:animLvl val="lvl"/>
          <dgm:resizeHandles val="exact"/>
        </dgm:presLayoutVars>
      </dgm:prSet>
      <dgm:spPr/>
    </dgm:pt>
    <dgm:pt modelId="{51FAF1D2-7E0F-184D-9B93-DE6D8840D5FF}" type="pres">
      <dgm:prSet presAssocID="{2EA3D7FA-2459-420D-A8BB-A4EB617EFFB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E515FE6-C9B7-7347-B901-5CD45D68821E}" type="pres">
      <dgm:prSet presAssocID="{507A2BC6-616E-419B-B840-33DF14B3317A}" presName="spacer" presStyleCnt="0"/>
      <dgm:spPr/>
    </dgm:pt>
    <dgm:pt modelId="{9412A764-B143-DF4E-ADAD-647B185D5D4E}" type="pres">
      <dgm:prSet presAssocID="{748B785A-E757-4C3B-AF02-99FED0D66A0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045F856-4878-0344-BAAE-06ED7AAA811E}" type="pres">
      <dgm:prSet presAssocID="{FA2B81C6-2131-479A-A30F-738E3096BCDB}" presName="spacer" presStyleCnt="0"/>
      <dgm:spPr/>
    </dgm:pt>
    <dgm:pt modelId="{97B10039-8459-2C47-83D5-9ED79C218538}" type="pres">
      <dgm:prSet presAssocID="{77BCDBD2-51B0-4F54-81E6-391A60B35A3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9AB0E54-A959-2947-A9E2-B73065102923}" type="pres">
      <dgm:prSet presAssocID="{67DCC56B-5A3A-4464-AD5F-C75C1F27059A}" presName="spacer" presStyleCnt="0"/>
      <dgm:spPr/>
    </dgm:pt>
    <dgm:pt modelId="{A367C96F-6AD8-F743-9E6B-D431AE8B89F6}" type="pres">
      <dgm:prSet presAssocID="{19D6B786-108B-4D43-BD9E-B8B95DB19F9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1F6FE0A-B66F-204E-850C-E60F30D12142}" type="presOf" srcId="{2EA3D7FA-2459-420D-A8BB-A4EB617EFFB9}" destId="{51FAF1D2-7E0F-184D-9B93-DE6D8840D5FF}" srcOrd="0" destOrd="0" presId="urn:microsoft.com/office/officeart/2005/8/layout/vList2"/>
    <dgm:cxn modelId="{79FCA90D-30A5-4E13-93BC-CA9905B41768}" srcId="{E6880C19-6726-425F-9F1C-0D88DCEDCC2F}" destId="{748B785A-E757-4C3B-AF02-99FED0D66A07}" srcOrd="1" destOrd="0" parTransId="{756261DD-E281-440B-830C-7CC285368E49}" sibTransId="{FA2B81C6-2131-479A-A30F-738E3096BCDB}"/>
    <dgm:cxn modelId="{5C83D516-5B81-9B47-BF9F-E610FAE76941}" type="presOf" srcId="{77BCDBD2-51B0-4F54-81E6-391A60B35A33}" destId="{97B10039-8459-2C47-83D5-9ED79C218538}" srcOrd="0" destOrd="0" presId="urn:microsoft.com/office/officeart/2005/8/layout/vList2"/>
    <dgm:cxn modelId="{211A3025-D2C0-F849-AEAD-4941D01AE913}" type="presOf" srcId="{19D6B786-108B-4D43-BD9E-B8B95DB19F94}" destId="{A367C96F-6AD8-F743-9E6B-D431AE8B89F6}" srcOrd="0" destOrd="0" presId="urn:microsoft.com/office/officeart/2005/8/layout/vList2"/>
    <dgm:cxn modelId="{13F22439-97A0-43B2-A868-8AB191FD56A2}" srcId="{E6880C19-6726-425F-9F1C-0D88DCEDCC2F}" destId="{77BCDBD2-51B0-4F54-81E6-391A60B35A33}" srcOrd="2" destOrd="0" parTransId="{7220D07B-4736-4098-BEC5-3BE766543318}" sibTransId="{67DCC56B-5A3A-4464-AD5F-C75C1F27059A}"/>
    <dgm:cxn modelId="{B5B1EC8A-6C76-E645-A98C-D0896A5A9ECE}" type="presOf" srcId="{E6880C19-6726-425F-9F1C-0D88DCEDCC2F}" destId="{135FAFA0-2BDE-8044-9495-CD09655B744A}" srcOrd="0" destOrd="0" presId="urn:microsoft.com/office/officeart/2005/8/layout/vList2"/>
    <dgm:cxn modelId="{13F1D7CA-A948-42E0-B3F7-43F4648760BB}" srcId="{E6880C19-6726-425F-9F1C-0D88DCEDCC2F}" destId="{19D6B786-108B-4D43-BD9E-B8B95DB19F94}" srcOrd="3" destOrd="0" parTransId="{2373F3F3-5876-4781-981C-16483549DF96}" sibTransId="{0D945A08-0DAB-49E4-9BCF-1D4AA014AD19}"/>
    <dgm:cxn modelId="{E32355CE-0265-3645-9B45-979A21DB46CA}" type="presOf" srcId="{748B785A-E757-4C3B-AF02-99FED0D66A07}" destId="{9412A764-B143-DF4E-ADAD-647B185D5D4E}" srcOrd="0" destOrd="0" presId="urn:microsoft.com/office/officeart/2005/8/layout/vList2"/>
    <dgm:cxn modelId="{1D0F92DF-2FB8-43E5-BC52-B87B13105A06}" srcId="{E6880C19-6726-425F-9F1C-0D88DCEDCC2F}" destId="{2EA3D7FA-2459-420D-A8BB-A4EB617EFFB9}" srcOrd="0" destOrd="0" parTransId="{DF940F21-84BE-4A03-B70C-60E7F20053CA}" sibTransId="{507A2BC6-616E-419B-B840-33DF14B3317A}"/>
    <dgm:cxn modelId="{F898976E-8D13-BB48-BE79-EA13FA61B544}" type="presParOf" srcId="{135FAFA0-2BDE-8044-9495-CD09655B744A}" destId="{51FAF1D2-7E0F-184D-9B93-DE6D8840D5FF}" srcOrd="0" destOrd="0" presId="urn:microsoft.com/office/officeart/2005/8/layout/vList2"/>
    <dgm:cxn modelId="{CEB9AAB6-740F-6C4A-8F6F-154A04495171}" type="presParOf" srcId="{135FAFA0-2BDE-8044-9495-CD09655B744A}" destId="{BE515FE6-C9B7-7347-B901-5CD45D68821E}" srcOrd="1" destOrd="0" presId="urn:microsoft.com/office/officeart/2005/8/layout/vList2"/>
    <dgm:cxn modelId="{763578F1-D9B5-BE45-97A9-09A474E65323}" type="presParOf" srcId="{135FAFA0-2BDE-8044-9495-CD09655B744A}" destId="{9412A764-B143-DF4E-ADAD-647B185D5D4E}" srcOrd="2" destOrd="0" presId="urn:microsoft.com/office/officeart/2005/8/layout/vList2"/>
    <dgm:cxn modelId="{8B788691-C33E-644B-BBF6-75B3C788AA10}" type="presParOf" srcId="{135FAFA0-2BDE-8044-9495-CD09655B744A}" destId="{F045F856-4878-0344-BAAE-06ED7AAA811E}" srcOrd="3" destOrd="0" presId="urn:microsoft.com/office/officeart/2005/8/layout/vList2"/>
    <dgm:cxn modelId="{023EE8B2-998F-FC49-97BC-FDD9FA1B952B}" type="presParOf" srcId="{135FAFA0-2BDE-8044-9495-CD09655B744A}" destId="{97B10039-8459-2C47-83D5-9ED79C218538}" srcOrd="4" destOrd="0" presId="urn:microsoft.com/office/officeart/2005/8/layout/vList2"/>
    <dgm:cxn modelId="{979A7A9F-02F6-404D-A985-C78F9139D5E2}" type="presParOf" srcId="{135FAFA0-2BDE-8044-9495-CD09655B744A}" destId="{99AB0E54-A959-2947-A9E2-B73065102923}" srcOrd="5" destOrd="0" presId="urn:microsoft.com/office/officeart/2005/8/layout/vList2"/>
    <dgm:cxn modelId="{8C6F588C-F79D-0B46-BEEC-44BFE58832FF}" type="presParOf" srcId="{135FAFA0-2BDE-8044-9495-CD09655B744A}" destId="{A367C96F-6AD8-F743-9E6B-D431AE8B89F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608E4A-CA5D-074D-B19A-76D9EFC8691E}">
      <dsp:nvSpPr>
        <dsp:cNvPr id="0" name=""/>
        <dsp:cNvSpPr/>
      </dsp:nvSpPr>
      <dsp:spPr>
        <a:xfrm>
          <a:off x="0" y="473"/>
          <a:ext cx="6565900" cy="6154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397" tIns="156331" rIns="127397" bIns="156331" numCol="1" spcCol="1270" rtlCol="1" anchor="ctr" anchorCtr="0">
          <a:noAutofit/>
        </a:bodyPr>
        <a:lstStyle/>
        <a:p>
          <a:pPr marL="0" lvl="0" indent="0" algn="r" defTabSz="7556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700" kern="1200" dirty="0"/>
            <a:t>استكشاف القواعد والقوانين واللوائح والأدوار والمسؤوليات المنوطة بالحكام في بعض الرياضات المُختارة</a:t>
          </a:r>
        </a:p>
      </dsp:txBody>
      <dsp:txXfrm>
        <a:off x="0" y="473"/>
        <a:ext cx="6565900" cy="615474"/>
      </dsp:txXfrm>
    </dsp:sp>
    <dsp:sp modelId="{A5DE318F-876A-7244-938E-9ACAD1346F1A}">
      <dsp:nvSpPr>
        <dsp:cNvPr id="0" name=""/>
        <dsp:cNvSpPr/>
      </dsp:nvSpPr>
      <dsp:spPr>
        <a:xfrm>
          <a:off x="6565900" y="473"/>
          <a:ext cx="1641475" cy="6154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61" tIns="60795" rIns="86861" bIns="60795" numCol="1" spcCol="1270" rtlCol="1" anchor="ctr" anchorCtr="0">
          <a:noAutofit/>
        </a:bodyPr>
        <a:lstStyle/>
        <a:p>
          <a:pPr marL="0" lvl="0" indent="0" algn="ctr" defTabSz="1022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300" kern="1200" dirty="0"/>
            <a:t>الاستكشاف</a:t>
          </a:r>
        </a:p>
      </dsp:txBody>
      <dsp:txXfrm>
        <a:off x="6565900" y="473"/>
        <a:ext cx="1641475" cy="615474"/>
      </dsp:txXfrm>
    </dsp:sp>
    <dsp:sp modelId="{0C85F4AD-ED36-6F4B-9BCF-64251B4E6F3A}">
      <dsp:nvSpPr>
        <dsp:cNvPr id="0" name=""/>
        <dsp:cNvSpPr/>
      </dsp:nvSpPr>
      <dsp:spPr>
        <a:xfrm>
          <a:off x="0" y="652876"/>
          <a:ext cx="6565900" cy="6154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397" tIns="156331" rIns="127397" bIns="156331" numCol="1" spcCol="1270" rtlCol="1" anchor="ctr" anchorCtr="0">
          <a:noAutofit/>
        </a:bodyPr>
        <a:lstStyle/>
        <a:p>
          <a:pPr marL="0" lvl="0" indent="0" algn="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700" kern="1200">
              <a:latin typeface="Verdana"/>
            </a:rPr>
            <a:t>سوف تتعلم</a:t>
          </a:r>
          <a:r>
            <a:rPr lang="ar" sz="1700" kern="1200"/>
            <a:t>:</a:t>
          </a:r>
        </a:p>
      </dsp:txBody>
      <dsp:txXfrm>
        <a:off x="0" y="652876"/>
        <a:ext cx="6565900" cy="615474"/>
      </dsp:txXfrm>
    </dsp:sp>
    <dsp:sp modelId="{DC590BD4-F25C-574B-9D43-984959F9D54E}">
      <dsp:nvSpPr>
        <dsp:cNvPr id="0" name=""/>
        <dsp:cNvSpPr/>
      </dsp:nvSpPr>
      <dsp:spPr>
        <a:xfrm>
          <a:off x="6565900" y="652876"/>
          <a:ext cx="1641475" cy="6154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61" tIns="60795" rIns="86861" bIns="60795" numCol="1" spcCol="1270" rtlCol="1" anchor="ctr" anchorCtr="0">
          <a:noAutofit/>
        </a:bodyPr>
        <a:lstStyle/>
        <a:p>
          <a:pPr marL="0" lvl="0" indent="0" algn="ctr" defTabSz="1022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300" kern="1200"/>
            <a:t>التعلّم</a:t>
          </a:r>
        </a:p>
      </dsp:txBody>
      <dsp:txXfrm>
        <a:off x="6565900" y="652876"/>
        <a:ext cx="1641475" cy="615474"/>
      </dsp:txXfrm>
    </dsp:sp>
    <dsp:sp modelId="{C64B560B-4666-1C42-BE2B-03C5E1760883}">
      <dsp:nvSpPr>
        <dsp:cNvPr id="0" name=""/>
        <dsp:cNvSpPr/>
      </dsp:nvSpPr>
      <dsp:spPr>
        <a:xfrm>
          <a:off x="0" y="1305279"/>
          <a:ext cx="6565900" cy="6154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397" tIns="156331" rIns="127397" bIns="156331" numCol="1" spcCol="1270" rtlCol="1" anchor="ctr" anchorCtr="0">
          <a:noAutofit/>
        </a:bodyPr>
        <a:lstStyle/>
        <a:p>
          <a:pPr marL="0" lvl="0" indent="0" algn="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700" kern="1200"/>
            <a:t>غرض القواعد والقوانين واللوائح في الرياضة</a:t>
          </a:r>
        </a:p>
      </dsp:txBody>
      <dsp:txXfrm>
        <a:off x="0" y="1305279"/>
        <a:ext cx="6565900" cy="615474"/>
      </dsp:txXfrm>
    </dsp:sp>
    <dsp:sp modelId="{FCAF973B-8C5D-C847-8632-520F28EB8215}">
      <dsp:nvSpPr>
        <dsp:cNvPr id="0" name=""/>
        <dsp:cNvSpPr/>
      </dsp:nvSpPr>
      <dsp:spPr>
        <a:xfrm>
          <a:off x="6565900" y="1305279"/>
          <a:ext cx="1641475" cy="6154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61" tIns="60795" rIns="86861" bIns="60795" numCol="1" spcCol="1270" rtlCol="1" anchor="ctr" anchorCtr="0">
          <a:noAutofit/>
        </a:bodyPr>
        <a:lstStyle/>
        <a:p>
          <a:pPr marL="0" lvl="0" indent="0" algn="ctr" defTabSz="1022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300" kern="1200"/>
            <a:t>الفهم</a:t>
          </a:r>
        </a:p>
      </dsp:txBody>
      <dsp:txXfrm>
        <a:off x="6565900" y="1305279"/>
        <a:ext cx="1641475" cy="615474"/>
      </dsp:txXfrm>
    </dsp:sp>
    <dsp:sp modelId="{74294469-A3A0-0340-9F66-75019B160D91}">
      <dsp:nvSpPr>
        <dsp:cNvPr id="0" name=""/>
        <dsp:cNvSpPr/>
      </dsp:nvSpPr>
      <dsp:spPr>
        <a:xfrm>
          <a:off x="0" y="1957682"/>
          <a:ext cx="6565900" cy="6154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397" tIns="156331" rIns="127397" bIns="156331" numCol="1" spcCol="1270" rtlCol="1" anchor="ctr" anchorCtr="0">
          <a:noAutofit/>
        </a:bodyPr>
        <a:lstStyle/>
        <a:p>
          <a:pPr marL="0" lvl="0" indent="0" algn="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700" kern="1200" dirty="0"/>
            <a:t>الأنواع المختلفة للحكام في الرياضات الجماعية والفردية</a:t>
          </a:r>
        </a:p>
      </dsp:txBody>
      <dsp:txXfrm>
        <a:off x="0" y="1957682"/>
        <a:ext cx="6565900" cy="615474"/>
      </dsp:txXfrm>
    </dsp:sp>
    <dsp:sp modelId="{C2D04B24-4B74-2C44-BD13-4789F527BC3B}">
      <dsp:nvSpPr>
        <dsp:cNvPr id="0" name=""/>
        <dsp:cNvSpPr/>
      </dsp:nvSpPr>
      <dsp:spPr>
        <a:xfrm>
          <a:off x="6565900" y="1957682"/>
          <a:ext cx="1641475" cy="6154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61" tIns="60795" rIns="86861" bIns="60795" numCol="1" spcCol="1270" rtlCol="1" anchor="ctr" anchorCtr="0">
          <a:noAutofit/>
        </a:bodyPr>
        <a:lstStyle/>
        <a:p>
          <a:pPr marL="0" lvl="0" indent="0" algn="ctr" defTabSz="1022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300" kern="1200"/>
            <a:t>التعرّف</a:t>
          </a:r>
        </a:p>
      </dsp:txBody>
      <dsp:txXfrm>
        <a:off x="6565900" y="1957682"/>
        <a:ext cx="1641475" cy="615474"/>
      </dsp:txXfrm>
    </dsp:sp>
    <dsp:sp modelId="{43C20D75-522B-6840-97A0-5191D75369B9}">
      <dsp:nvSpPr>
        <dsp:cNvPr id="0" name=""/>
        <dsp:cNvSpPr/>
      </dsp:nvSpPr>
      <dsp:spPr>
        <a:xfrm>
          <a:off x="0" y="2610085"/>
          <a:ext cx="6565900" cy="6154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397" tIns="156331" rIns="127397" bIns="156331" numCol="1" spcCol="1270" rtlCol="1" anchor="ctr" anchorCtr="0">
          <a:noAutofit/>
        </a:bodyPr>
        <a:lstStyle/>
        <a:p>
          <a:pPr marL="0" lvl="0" indent="0" algn="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700" kern="1200"/>
            <a:t>أدوار المسؤولين ومسؤولياتهم</a:t>
          </a:r>
        </a:p>
      </dsp:txBody>
      <dsp:txXfrm>
        <a:off x="0" y="2610085"/>
        <a:ext cx="6565900" cy="615474"/>
      </dsp:txXfrm>
    </dsp:sp>
    <dsp:sp modelId="{CE541C7A-15A9-BB49-B71D-96C4CD81409F}">
      <dsp:nvSpPr>
        <dsp:cNvPr id="0" name=""/>
        <dsp:cNvSpPr/>
      </dsp:nvSpPr>
      <dsp:spPr>
        <a:xfrm>
          <a:off x="6565900" y="2610085"/>
          <a:ext cx="1641475" cy="6154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61" tIns="60795" rIns="86861" bIns="60795" numCol="1" spcCol="1270" rtlCol="1" anchor="ctr" anchorCtr="0">
          <a:noAutofit/>
        </a:bodyPr>
        <a:lstStyle/>
        <a:p>
          <a:pPr marL="0" lvl="0" indent="0" algn="ctr" defTabSz="1022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300" kern="1200"/>
            <a:t>الشرح</a:t>
          </a:r>
        </a:p>
      </dsp:txBody>
      <dsp:txXfrm>
        <a:off x="6565900" y="2610085"/>
        <a:ext cx="1641475" cy="615474"/>
      </dsp:txXfrm>
    </dsp:sp>
    <dsp:sp modelId="{ED62E4DD-C4D3-7F48-BC56-AF89834AE246}">
      <dsp:nvSpPr>
        <dsp:cNvPr id="0" name=""/>
        <dsp:cNvSpPr/>
      </dsp:nvSpPr>
      <dsp:spPr>
        <a:xfrm>
          <a:off x="0" y="3262488"/>
          <a:ext cx="6565900" cy="6154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397" tIns="156331" rIns="127397" bIns="156331" numCol="1" spcCol="1270" rtlCol="1" anchor="ctr" anchorCtr="0">
          <a:noAutofit/>
        </a:bodyPr>
        <a:lstStyle/>
        <a:p>
          <a:pPr marL="0" lvl="0" indent="0" algn="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700" kern="1200"/>
            <a:t>التحكيم في المواقف الواقعية والمسجّلة</a:t>
          </a:r>
        </a:p>
      </dsp:txBody>
      <dsp:txXfrm>
        <a:off x="0" y="3262488"/>
        <a:ext cx="6565900" cy="615474"/>
      </dsp:txXfrm>
    </dsp:sp>
    <dsp:sp modelId="{C591B54F-5218-694C-927C-CCA22E565CB6}">
      <dsp:nvSpPr>
        <dsp:cNvPr id="0" name=""/>
        <dsp:cNvSpPr/>
      </dsp:nvSpPr>
      <dsp:spPr>
        <a:xfrm>
          <a:off x="6565900" y="3262488"/>
          <a:ext cx="1641475" cy="6154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61" tIns="60795" rIns="86861" bIns="60795" numCol="1" spcCol="1270" rtlCol="1" anchor="ctr" anchorCtr="0">
          <a:noAutofit/>
        </a:bodyPr>
        <a:lstStyle/>
        <a:p>
          <a:pPr marL="0" lvl="0" indent="0" algn="ctr" defTabSz="1022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300" kern="1200"/>
            <a:t>المراقبة والتقييم</a:t>
          </a:r>
        </a:p>
      </dsp:txBody>
      <dsp:txXfrm>
        <a:off x="6565900" y="3262488"/>
        <a:ext cx="1641475" cy="6154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59F91B-A412-4046-9AE9-167787D1DE0B}">
      <dsp:nvSpPr>
        <dsp:cNvPr id="0" name=""/>
        <dsp:cNvSpPr/>
      </dsp:nvSpPr>
      <dsp:spPr>
        <a:xfrm>
          <a:off x="0" y="1609"/>
          <a:ext cx="8207375" cy="815835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89B75D-60E8-4A38-AC23-0DC503925009}">
      <dsp:nvSpPr>
        <dsp:cNvPr id="0" name=""/>
        <dsp:cNvSpPr/>
      </dsp:nvSpPr>
      <dsp:spPr>
        <a:xfrm>
          <a:off x="7561989" y="185172"/>
          <a:ext cx="448709" cy="4487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239B92-C7E8-4937-BA2F-63BBE1282096}">
      <dsp:nvSpPr>
        <dsp:cNvPr id="0" name=""/>
        <dsp:cNvSpPr/>
      </dsp:nvSpPr>
      <dsp:spPr>
        <a:xfrm>
          <a:off x="55295" y="1609"/>
          <a:ext cx="7265085" cy="815835"/>
        </a:xfrm>
        <a:prstGeom prst="rect">
          <a:avLst/>
        </a:prstGeom>
        <a:solidFill>
          <a:schemeClr val="accent6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343" tIns="86343" rIns="86343" bIns="86343" numCol="1" spcCol="1270" rtlCol="1" anchor="ctr" anchorCtr="0">
          <a:noAutofit/>
        </a:bodyPr>
        <a:lstStyle/>
        <a:p>
          <a:pPr marL="0" lvl="0" indent="0" algn="r" defTabSz="97790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200" b="1" kern="1200" dirty="0">
              <a:latin typeface="Arial"/>
              <a:cs typeface="Arial"/>
            </a:rPr>
            <a:t>أ: </a:t>
          </a:r>
          <a:r>
            <a:rPr lang="ar" sz="2200" b="0" kern="1200" dirty="0">
              <a:latin typeface="Arial"/>
              <a:cs typeface="Arial"/>
            </a:rPr>
            <a:t>استكشاف القواعد والقوانين واللوائح والأدوار والمسؤوليات المنوطة بالحكام في </a:t>
          </a:r>
          <a:r>
            <a:rPr lang="ar" sz="2200" kern="1200" dirty="0">
              <a:latin typeface="Arial"/>
              <a:cs typeface="Arial"/>
            </a:rPr>
            <a:t>بعض الرياضات المُختارة</a:t>
          </a:r>
        </a:p>
      </dsp:txBody>
      <dsp:txXfrm>
        <a:off x="55295" y="1609"/>
        <a:ext cx="7265085" cy="815835"/>
      </dsp:txXfrm>
    </dsp:sp>
    <dsp:sp modelId="{F43D942C-5076-405B-826A-BC7DA2026AC7}">
      <dsp:nvSpPr>
        <dsp:cNvPr id="0" name=""/>
        <dsp:cNvSpPr/>
      </dsp:nvSpPr>
      <dsp:spPr>
        <a:xfrm>
          <a:off x="0" y="1021403"/>
          <a:ext cx="8207375" cy="815835"/>
        </a:xfrm>
        <a:prstGeom prst="roundRect">
          <a:avLst>
            <a:gd name="adj" fmla="val 10000"/>
          </a:avLst>
        </a:prstGeom>
        <a:solidFill>
          <a:schemeClr val="accent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D43BA3-C6FA-40D0-98FE-78504CE20FC3}">
      <dsp:nvSpPr>
        <dsp:cNvPr id="0" name=""/>
        <dsp:cNvSpPr/>
      </dsp:nvSpPr>
      <dsp:spPr>
        <a:xfrm>
          <a:off x="7561989" y="1204966"/>
          <a:ext cx="448709" cy="4487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A8200A-96B4-428C-8E55-83C8FFDC1FB3}">
      <dsp:nvSpPr>
        <dsp:cNvPr id="0" name=""/>
        <dsp:cNvSpPr/>
      </dsp:nvSpPr>
      <dsp:spPr>
        <a:xfrm>
          <a:off x="0" y="1021403"/>
          <a:ext cx="7265085" cy="815835"/>
        </a:xfrm>
        <a:prstGeom prst="rect">
          <a:avLst/>
        </a:prstGeom>
        <a:solidFill>
          <a:schemeClr val="accent5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343" tIns="86343" rIns="86343" bIns="86343" numCol="1" spcCol="1270" rtlCol="1" anchor="ctr" anchorCtr="0">
          <a:noAutofit/>
        </a:bodyPr>
        <a:lstStyle/>
        <a:p>
          <a:pPr marL="0" lvl="0" indent="0" algn="r" defTabSz="97790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200" b="1" kern="1200" dirty="0">
              <a:latin typeface="Arial"/>
              <a:cs typeface="Arial"/>
            </a:rPr>
            <a:t>ب: </a:t>
          </a:r>
          <a:r>
            <a:rPr lang="ar" sz="2200" b="0" kern="1200" dirty="0">
              <a:latin typeface="Arial"/>
              <a:cs typeface="Arial"/>
            </a:rPr>
            <a:t>معرفة المهارات والأساليب والتكتيكات اللازمة لممارسة </a:t>
          </a:r>
          <a:r>
            <a:rPr lang="ar" sz="2200" kern="1200" dirty="0">
              <a:latin typeface="Arial"/>
              <a:cs typeface="Arial"/>
            </a:rPr>
            <a:t>بعض الرياضات المُختارة</a:t>
          </a:r>
        </a:p>
      </dsp:txBody>
      <dsp:txXfrm>
        <a:off x="0" y="1021403"/>
        <a:ext cx="7265085" cy="815835"/>
      </dsp:txXfrm>
    </dsp:sp>
    <dsp:sp modelId="{875D741C-CAD9-4AF6-B4FA-DE20C2DFD952}">
      <dsp:nvSpPr>
        <dsp:cNvPr id="0" name=""/>
        <dsp:cNvSpPr/>
      </dsp:nvSpPr>
      <dsp:spPr>
        <a:xfrm>
          <a:off x="0" y="2041197"/>
          <a:ext cx="8207375" cy="815835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8AB56E-E0E6-4724-B224-7DF8D29317AC}">
      <dsp:nvSpPr>
        <dsp:cNvPr id="0" name=""/>
        <dsp:cNvSpPr/>
      </dsp:nvSpPr>
      <dsp:spPr>
        <a:xfrm>
          <a:off x="7561989" y="2224760"/>
          <a:ext cx="448709" cy="4487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D209A1-A39C-4A34-A67B-7F58F8B67DCB}">
      <dsp:nvSpPr>
        <dsp:cNvPr id="0" name=""/>
        <dsp:cNvSpPr/>
      </dsp:nvSpPr>
      <dsp:spPr>
        <a:xfrm>
          <a:off x="0" y="2041197"/>
          <a:ext cx="7265085" cy="815835"/>
        </a:xfrm>
        <a:prstGeom prst="rect">
          <a:avLst/>
        </a:prstGeom>
        <a:solidFill>
          <a:schemeClr val="accent6">
            <a:lumMod val="20000"/>
            <a:lumOff val="80000"/>
          </a:schemeClr>
        </a:solidFill>
        <a:ln>
          <a:solidFill>
            <a:schemeClr val="accent6"/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343" tIns="86343" rIns="86343" bIns="86343" numCol="1" spcCol="1270" rtlCol="1" anchor="ctr" anchorCtr="0">
          <a:noAutofit/>
        </a:bodyPr>
        <a:lstStyle/>
        <a:p>
          <a:pPr marL="0" lvl="0" indent="0" algn="r" defTabSz="97790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200" b="1" kern="1200">
              <a:latin typeface="Arial"/>
              <a:cs typeface="Arial"/>
            </a:rPr>
            <a:t>ج: </a:t>
          </a:r>
          <a:r>
            <a:rPr lang="ar" sz="2200" b="0" kern="1200">
              <a:latin typeface="Arial"/>
              <a:cs typeface="Arial"/>
            </a:rPr>
            <a:t>إظهار المهارات في رياضات محددة وأساليبها وتكتيكاتها</a:t>
          </a:r>
          <a:endParaRPr lang="en-US" sz="2200" b="0" kern="1200">
            <a:latin typeface="Arial"/>
            <a:cs typeface="Arial"/>
          </a:endParaRPr>
        </a:p>
      </dsp:txBody>
      <dsp:txXfrm>
        <a:off x="0" y="2041197"/>
        <a:ext cx="7265085" cy="815835"/>
      </dsp:txXfrm>
    </dsp:sp>
    <dsp:sp modelId="{DCED25EF-ED71-4547-A3CA-090843BEB47C}">
      <dsp:nvSpPr>
        <dsp:cNvPr id="0" name=""/>
        <dsp:cNvSpPr/>
      </dsp:nvSpPr>
      <dsp:spPr>
        <a:xfrm>
          <a:off x="0" y="3060991"/>
          <a:ext cx="8207375" cy="8158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411DD8-CBF5-4E36-932B-DD15B1AED1D9}">
      <dsp:nvSpPr>
        <dsp:cNvPr id="0" name=""/>
        <dsp:cNvSpPr/>
      </dsp:nvSpPr>
      <dsp:spPr>
        <a:xfrm>
          <a:off x="7585802" y="3242256"/>
          <a:ext cx="448709" cy="4487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accent6">
              <a:lumMod val="20000"/>
              <a:lumOff val="8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AE170F-79FC-4874-A3EF-DA37A7AB3A18}">
      <dsp:nvSpPr>
        <dsp:cNvPr id="0" name=""/>
        <dsp:cNvSpPr/>
      </dsp:nvSpPr>
      <dsp:spPr>
        <a:xfrm>
          <a:off x="0" y="3060991"/>
          <a:ext cx="7265085" cy="815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343" tIns="86343" rIns="86343" bIns="86343" numCol="1" spcCol="1270" rtlCol="1" anchor="ctr" anchorCtr="0">
          <a:noAutofit/>
        </a:bodyPr>
        <a:lstStyle/>
        <a:p>
          <a:pPr marL="0" lvl="0" indent="0" algn="r" defTabSz="97790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200" b="1" kern="1200" dirty="0">
              <a:latin typeface="Arial"/>
              <a:cs typeface="Arial"/>
            </a:rPr>
            <a:t>د:</a:t>
          </a:r>
          <a:r>
            <a:rPr lang="ar" sz="2200" b="0" kern="1200" dirty="0">
              <a:latin typeface="Arial"/>
              <a:cs typeface="Arial"/>
            </a:rPr>
            <a:t> مراجعة </a:t>
          </a:r>
          <a:r>
            <a:rPr lang="ar" sz="2200" kern="1200" dirty="0">
              <a:latin typeface="Arial"/>
              <a:cs typeface="Arial"/>
            </a:rPr>
            <a:t>أدائك الشخصي وأداء الآخرين في رياضات محددة</a:t>
          </a:r>
          <a:endParaRPr lang="en-US" sz="2200" kern="1200" dirty="0">
            <a:latin typeface="Arial"/>
            <a:cs typeface="Arial"/>
          </a:endParaRPr>
        </a:p>
      </dsp:txBody>
      <dsp:txXfrm>
        <a:off x="0" y="3060991"/>
        <a:ext cx="7265085" cy="8158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C6443E-F6CB-4E39-B8B4-8735A3F35C81}">
      <dsp:nvSpPr>
        <dsp:cNvPr id="0" name=""/>
        <dsp:cNvSpPr/>
      </dsp:nvSpPr>
      <dsp:spPr>
        <a:xfrm>
          <a:off x="0" y="3738"/>
          <a:ext cx="5111751" cy="796319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>
          <a:solidFill>
            <a:srgbClr val="CDCDDE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E01E3D-6D85-4BA8-8D47-D67B5A12AA05}">
      <dsp:nvSpPr>
        <dsp:cNvPr id="0" name=""/>
        <dsp:cNvSpPr/>
      </dsp:nvSpPr>
      <dsp:spPr>
        <a:xfrm>
          <a:off x="4525888" y="182910"/>
          <a:ext cx="437975" cy="437975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64A834-0AE3-40C9-B5C8-75BE27C4EBF8}">
      <dsp:nvSpPr>
        <dsp:cNvPr id="0" name=""/>
        <dsp:cNvSpPr/>
      </dsp:nvSpPr>
      <dsp:spPr>
        <a:xfrm>
          <a:off x="37374" y="3738"/>
          <a:ext cx="4192001" cy="796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77" tIns="84277" rIns="84277" bIns="84277" numCol="1" spcCol="1270" rtlCol="1" anchor="ctr" anchorCtr="0">
          <a:noAutofit/>
        </a:bodyPr>
        <a:lstStyle/>
        <a:p>
          <a:pPr marL="0" lvl="0" indent="0" algn="r" defTabSz="88900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b="1" kern="1200" dirty="0">
              <a:solidFill>
                <a:schemeClr val="tx1"/>
              </a:solidFill>
              <a:latin typeface="Arial"/>
              <a:cs typeface="Arial"/>
            </a:rPr>
            <a:t>مجالات المحتوى الرئيسة</a:t>
          </a:r>
        </a:p>
      </dsp:txBody>
      <dsp:txXfrm>
        <a:off x="37374" y="3738"/>
        <a:ext cx="4192001" cy="796319"/>
      </dsp:txXfrm>
    </dsp:sp>
    <dsp:sp modelId="{CF774ABA-3244-4408-901F-6CCE877A456B}">
      <dsp:nvSpPr>
        <dsp:cNvPr id="0" name=""/>
        <dsp:cNvSpPr/>
      </dsp:nvSpPr>
      <dsp:spPr>
        <a:xfrm>
          <a:off x="0" y="999138"/>
          <a:ext cx="5111751" cy="796319"/>
        </a:xfrm>
        <a:prstGeom prst="roundRect">
          <a:avLst>
            <a:gd name="adj" fmla="val 10000"/>
          </a:avLst>
        </a:prstGeom>
        <a:solidFill>
          <a:schemeClr val="accent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7EE78B-D7B9-41CD-B540-6B48BF9CD5D7}">
      <dsp:nvSpPr>
        <dsp:cNvPr id="0" name=""/>
        <dsp:cNvSpPr/>
      </dsp:nvSpPr>
      <dsp:spPr>
        <a:xfrm>
          <a:off x="4525888" y="1178310"/>
          <a:ext cx="437975" cy="4379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BE2D37-BA8E-4389-9AA8-5F0BF3C22FB2}">
      <dsp:nvSpPr>
        <dsp:cNvPr id="0" name=""/>
        <dsp:cNvSpPr/>
      </dsp:nvSpPr>
      <dsp:spPr>
        <a:xfrm>
          <a:off x="37374" y="999138"/>
          <a:ext cx="4192001" cy="796319"/>
        </a:xfrm>
        <a:prstGeom prst="rect">
          <a:avLst/>
        </a:prstGeom>
        <a:solidFill>
          <a:schemeClr val="accent5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77" tIns="84277" rIns="84277" bIns="84277" numCol="1" spcCol="1270" rtlCol="1" anchor="ctr" anchorCtr="0">
          <a:noAutofit/>
        </a:bodyPr>
        <a:lstStyle/>
        <a:p>
          <a:pPr marL="0" lvl="0" indent="0" algn="r" defTabSz="88900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b="1" kern="1200" dirty="0">
              <a:solidFill>
                <a:schemeClr val="tx1"/>
              </a:solidFill>
              <a:latin typeface="Arial"/>
              <a:ea typeface="Open Sans"/>
              <a:cs typeface="Open Sans"/>
            </a:rPr>
            <a:t>أ1</a:t>
          </a:r>
          <a:r>
            <a:rPr lang="ar" sz="2000" kern="1200" dirty="0">
              <a:solidFill>
                <a:schemeClr val="tx1"/>
              </a:solidFill>
              <a:latin typeface="Arial"/>
              <a:ea typeface="Calibri"/>
              <a:cs typeface="Calibri"/>
            </a:rPr>
            <a:t> </a:t>
          </a:r>
          <a:r>
            <a:rPr lang="ar" sz="2000" kern="1200" dirty="0">
              <a:solidFill>
                <a:schemeClr val="tx1"/>
              </a:solidFill>
              <a:latin typeface="Arial"/>
              <a:ea typeface="Open Sans"/>
              <a:cs typeface="Open Sans"/>
            </a:rPr>
            <a:t>قواعد رياضات محددة وقوانينها وأنظمتها </a:t>
          </a:r>
          <a:endParaRPr lang="en-US" sz="2000" kern="1200" dirty="0">
            <a:solidFill>
              <a:schemeClr val="tx1"/>
            </a:solidFill>
            <a:latin typeface="Arial"/>
            <a:ea typeface="Open Sans"/>
            <a:cs typeface="Open Sans"/>
          </a:endParaRPr>
        </a:p>
      </dsp:txBody>
      <dsp:txXfrm>
        <a:off x="37374" y="999138"/>
        <a:ext cx="4192001" cy="796319"/>
      </dsp:txXfrm>
    </dsp:sp>
    <dsp:sp modelId="{3DCFFCF7-9656-439F-BBA1-13F8CDCDF580}">
      <dsp:nvSpPr>
        <dsp:cNvPr id="0" name=""/>
        <dsp:cNvSpPr/>
      </dsp:nvSpPr>
      <dsp:spPr>
        <a:xfrm>
          <a:off x="0" y="1994537"/>
          <a:ext cx="5111751" cy="796319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9FDF15-0AA0-473D-88E0-CE97E32171A0}">
      <dsp:nvSpPr>
        <dsp:cNvPr id="0" name=""/>
        <dsp:cNvSpPr/>
      </dsp:nvSpPr>
      <dsp:spPr>
        <a:xfrm>
          <a:off x="4525888" y="2173709"/>
          <a:ext cx="437975" cy="4379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9A5E81-88A1-48A0-AFE5-8C2E829447C6}">
      <dsp:nvSpPr>
        <dsp:cNvPr id="0" name=""/>
        <dsp:cNvSpPr/>
      </dsp:nvSpPr>
      <dsp:spPr>
        <a:xfrm>
          <a:off x="14486" y="1994537"/>
          <a:ext cx="4192001" cy="796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77" tIns="84277" rIns="84277" bIns="84277" numCol="1" spcCol="1270" rtlCol="1" anchor="ctr" anchorCtr="0">
          <a:noAutofit/>
        </a:bodyPr>
        <a:lstStyle/>
        <a:p>
          <a:pPr marL="0" lvl="0" indent="0" algn="r" defTabSz="88900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b="1" kern="1200" dirty="0">
              <a:solidFill>
                <a:schemeClr val="tx1"/>
              </a:solidFill>
              <a:latin typeface="Arial"/>
              <a:ea typeface="Open Sans"/>
              <a:cs typeface="Open Sans"/>
            </a:rPr>
            <a:t>أ2</a:t>
          </a:r>
          <a:r>
            <a:rPr lang="ar" sz="2000" kern="1200" dirty="0">
              <a:solidFill>
                <a:schemeClr val="tx1"/>
              </a:solidFill>
              <a:latin typeface="Arial"/>
              <a:ea typeface="Calibri"/>
              <a:cs typeface="Calibri"/>
            </a:rPr>
            <a:t> </a:t>
          </a:r>
          <a:r>
            <a:rPr lang="ar" sz="2000" kern="1200" dirty="0">
              <a:solidFill>
                <a:schemeClr val="tx1"/>
              </a:solidFill>
              <a:latin typeface="Arial"/>
              <a:ea typeface="Open Sans"/>
              <a:cs typeface="Open Sans"/>
            </a:rPr>
            <a:t>أنواع الحكام</a:t>
          </a:r>
        </a:p>
      </dsp:txBody>
      <dsp:txXfrm>
        <a:off x="14486" y="1994537"/>
        <a:ext cx="4192001" cy="796319"/>
      </dsp:txXfrm>
    </dsp:sp>
    <dsp:sp modelId="{ADECAE07-2184-2A47-8AE2-CAD102EF394E}">
      <dsp:nvSpPr>
        <dsp:cNvPr id="0" name=""/>
        <dsp:cNvSpPr/>
      </dsp:nvSpPr>
      <dsp:spPr>
        <a:xfrm>
          <a:off x="0" y="2989937"/>
          <a:ext cx="5111751" cy="796319"/>
        </a:xfrm>
        <a:prstGeom prst="roundRect">
          <a:avLst>
            <a:gd name="adj" fmla="val 10000"/>
          </a:avLst>
        </a:prstGeom>
        <a:solidFill>
          <a:schemeClr val="accent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4A5A69-05A2-9745-8A54-4F236E4A4ABE}">
      <dsp:nvSpPr>
        <dsp:cNvPr id="0" name=""/>
        <dsp:cNvSpPr/>
      </dsp:nvSpPr>
      <dsp:spPr>
        <a:xfrm>
          <a:off x="4525888" y="3169109"/>
          <a:ext cx="437975" cy="4379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accent5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185E06-AC53-8048-ADA5-06CC82F05F1D}">
      <dsp:nvSpPr>
        <dsp:cNvPr id="0" name=""/>
        <dsp:cNvSpPr/>
      </dsp:nvSpPr>
      <dsp:spPr>
        <a:xfrm>
          <a:off x="8617" y="2991505"/>
          <a:ext cx="4192001" cy="796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77" tIns="84277" rIns="84277" bIns="84277" numCol="1" spcCol="1270" rtlCol="1" anchor="ctr" anchorCtr="0">
          <a:noAutofit/>
        </a:bodyPr>
        <a:lstStyle/>
        <a:p>
          <a:pPr marL="0" lvl="0" indent="0" algn="r" defTabSz="88900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b="1" kern="1200" dirty="0">
              <a:solidFill>
                <a:schemeClr val="tx1"/>
              </a:solidFill>
              <a:latin typeface="Arial"/>
              <a:ea typeface="Open Sans"/>
              <a:cs typeface="Open Sans"/>
            </a:rPr>
            <a:t>أ3</a:t>
          </a:r>
          <a:r>
            <a:rPr lang="ar" sz="2000" kern="1200" dirty="0">
              <a:solidFill>
                <a:schemeClr val="tx1"/>
              </a:solidFill>
              <a:latin typeface="Arial"/>
              <a:ea typeface="Calibri"/>
              <a:cs typeface="Calibri"/>
            </a:rPr>
            <a:t> </a:t>
          </a:r>
          <a:r>
            <a:rPr lang="ar" sz="2000" kern="1200" dirty="0">
              <a:solidFill>
                <a:schemeClr val="tx1"/>
              </a:solidFill>
              <a:latin typeface="Arial"/>
              <a:ea typeface="Open Sans"/>
              <a:cs typeface="Open Sans"/>
            </a:rPr>
            <a:t>أدوار الحكام ومسؤولياتهم </a:t>
          </a:r>
        </a:p>
      </dsp:txBody>
      <dsp:txXfrm>
        <a:off x="8617" y="2991505"/>
        <a:ext cx="4192001" cy="796319"/>
      </dsp:txXfrm>
    </dsp:sp>
    <dsp:sp modelId="{1BDC6275-FD05-4700-89D8-D8343535CA33}">
      <dsp:nvSpPr>
        <dsp:cNvPr id="0" name=""/>
        <dsp:cNvSpPr/>
      </dsp:nvSpPr>
      <dsp:spPr>
        <a:xfrm>
          <a:off x="0" y="3918031"/>
          <a:ext cx="5111751" cy="796319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>
          <a:solidFill>
            <a:schemeClr val="accent6">
              <a:lumMod val="20000"/>
              <a:lumOff val="8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18968B-77BC-4FD0-AA00-28D73652A777}">
      <dsp:nvSpPr>
        <dsp:cNvPr id="0" name=""/>
        <dsp:cNvSpPr/>
      </dsp:nvSpPr>
      <dsp:spPr>
        <a:xfrm>
          <a:off x="4557939" y="4124201"/>
          <a:ext cx="437975" cy="43797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accent6">
              <a:lumMod val="20000"/>
              <a:lumOff val="8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A3D29E-B6BD-4180-9C47-2C9D556CB32A}">
      <dsp:nvSpPr>
        <dsp:cNvPr id="0" name=""/>
        <dsp:cNvSpPr/>
      </dsp:nvSpPr>
      <dsp:spPr>
        <a:xfrm>
          <a:off x="41943" y="3985336"/>
          <a:ext cx="4192001" cy="796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77" tIns="84277" rIns="84277" bIns="84277" numCol="1" spcCol="1270" rtlCol="1" anchor="ctr" anchorCtr="0">
          <a:noAutofit/>
        </a:bodyPr>
        <a:lstStyle/>
        <a:p>
          <a:pPr marL="0" lvl="0" indent="0" algn="r" defTabSz="88900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b="1" kern="1200" dirty="0">
              <a:solidFill>
                <a:schemeClr val="tx1"/>
              </a:solidFill>
              <a:latin typeface="Arial"/>
              <a:ea typeface="Open Sans"/>
              <a:cs typeface="Open Sans"/>
            </a:rPr>
            <a:t>أ4</a:t>
          </a:r>
          <a:r>
            <a:rPr lang="ar" sz="2000" kern="1200" dirty="0">
              <a:solidFill>
                <a:schemeClr val="tx1"/>
              </a:solidFill>
              <a:latin typeface="Arial"/>
              <a:ea typeface="Calibri"/>
              <a:cs typeface="Calibri"/>
            </a:rPr>
            <a:t> </a:t>
          </a:r>
          <a:r>
            <a:rPr lang="ar" sz="2000" kern="1200" dirty="0">
              <a:solidFill>
                <a:schemeClr val="tx1"/>
              </a:solidFill>
              <a:latin typeface="Arial"/>
              <a:ea typeface="Open Sans"/>
              <a:cs typeface="Open Sans"/>
            </a:rPr>
            <a:t>تطبيق القواعد والقوانين واللوائح</a:t>
          </a:r>
          <a:endParaRPr lang="en-GB" sz="2000" kern="1200" dirty="0">
            <a:solidFill>
              <a:schemeClr val="tx1"/>
            </a:solidFill>
            <a:latin typeface="Arial"/>
            <a:cs typeface="Arial"/>
          </a:endParaRPr>
        </a:p>
      </dsp:txBody>
      <dsp:txXfrm>
        <a:off x="41943" y="3985336"/>
        <a:ext cx="4192001" cy="7963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FAF1D2-7E0F-184D-9B93-DE6D8840D5FF}">
      <dsp:nvSpPr>
        <dsp:cNvPr id="0" name=""/>
        <dsp:cNvSpPr/>
      </dsp:nvSpPr>
      <dsp:spPr>
        <a:xfrm>
          <a:off x="0" y="75793"/>
          <a:ext cx="5111751" cy="109797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rtlCol="1" anchor="ctr" anchorCtr="0">
          <a:noAutofit/>
        </a:bodyPr>
        <a:lstStyle/>
        <a:p>
          <a:pPr marL="0" lvl="0" indent="0" algn="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800" b="0" kern="1200">
              <a:solidFill>
                <a:schemeClr val="tx1"/>
              </a:solidFill>
              <a:latin typeface="Arial"/>
              <a:cs typeface="Arial"/>
            </a:rPr>
            <a:t>شاهد مقطع فيديو أو احضر مباراة مباشرة</a:t>
          </a:r>
          <a:endParaRPr lang="en-US" sz="2800" b="0" kern="1200">
            <a:solidFill>
              <a:schemeClr val="tx1"/>
            </a:solidFill>
            <a:latin typeface="Arial"/>
            <a:cs typeface="Arial"/>
          </a:endParaRPr>
        </a:p>
      </dsp:txBody>
      <dsp:txXfrm>
        <a:off x="53599" y="129392"/>
        <a:ext cx="5004553" cy="990773"/>
      </dsp:txXfrm>
    </dsp:sp>
    <dsp:sp modelId="{9412A764-B143-DF4E-ADAD-647B185D5D4E}">
      <dsp:nvSpPr>
        <dsp:cNvPr id="0" name=""/>
        <dsp:cNvSpPr/>
      </dsp:nvSpPr>
      <dsp:spPr>
        <a:xfrm>
          <a:off x="0" y="1254405"/>
          <a:ext cx="5111751" cy="109797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rtlCol="1" anchor="ctr" anchorCtr="0">
          <a:noAutofit/>
        </a:bodyPr>
        <a:lstStyle/>
        <a:p>
          <a:pPr marL="0" lvl="0" indent="0" algn="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800" b="0" kern="1200">
              <a:solidFill>
                <a:schemeClr val="tx1"/>
              </a:solidFill>
              <a:latin typeface="Arial"/>
              <a:cs typeface="Arial"/>
            </a:rPr>
            <a:t>ابحث عن القرارات الأساسية التي يتخذها الحكام</a:t>
          </a:r>
          <a:endParaRPr lang="en-US" sz="2800" b="0" kern="1200">
            <a:solidFill>
              <a:schemeClr val="tx1"/>
            </a:solidFill>
            <a:latin typeface="Arial"/>
            <a:cs typeface="Arial"/>
          </a:endParaRPr>
        </a:p>
      </dsp:txBody>
      <dsp:txXfrm>
        <a:off x="53599" y="1308004"/>
        <a:ext cx="5004553" cy="990773"/>
      </dsp:txXfrm>
    </dsp:sp>
    <dsp:sp modelId="{97B10039-8459-2C47-83D5-9ED79C218538}">
      <dsp:nvSpPr>
        <dsp:cNvPr id="0" name=""/>
        <dsp:cNvSpPr/>
      </dsp:nvSpPr>
      <dsp:spPr>
        <a:xfrm>
          <a:off x="0" y="2433017"/>
          <a:ext cx="5111751" cy="109797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rtlCol="1" anchor="ctr" anchorCtr="0">
          <a:noAutofit/>
        </a:bodyPr>
        <a:lstStyle/>
        <a:p>
          <a:pPr marL="0" lvl="0" indent="0" algn="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800" b="0" kern="1200">
              <a:solidFill>
                <a:schemeClr val="tx1"/>
              </a:solidFill>
              <a:latin typeface="Arial"/>
              <a:cs typeface="Arial"/>
            </a:rPr>
            <a:t>استخدم قائمة مرجعية لتسجيل أمثلة على القرارات الصحيحة أو القرارات الخاطئة</a:t>
          </a:r>
          <a:endParaRPr lang="en-US" sz="2800" b="0" kern="1200">
            <a:solidFill>
              <a:schemeClr val="tx1"/>
            </a:solidFill>
            <a:latin typeface="Arial"/>
            <a:cs typeface="Arial"/>
          </a:endParaRPr>
        </a:p>
      </dsp:txBody>
      <dsp:txXfrm>
        <a:off x="53599" y="2486616"/>
        <a:ext cx="5004553" cy="990773"/>
      </dsp:txXfrm>
    </dsp:sp>
    <dsp:sp modelId="{A367C96F-6AD8-F743-9E6B-D431AE8B89F6}">
      <dsp:nvSpPr>
        <dsp:cNvPr id="0" name=""/>
        <dsp:cNvSpPr/>
      </dsp:nvSpPr>
      <dsp:spPr>
        <a:xfrm>
          <a:off x="0" y="3611629"/>
          <a:ext cx="5111751" cy="109797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rtlCol="1" anchor="ctr" anchorCtr="0">
          <a:noAutofit/>
        </a:bodyPr>
        <a:lstStyle/>
        <a:p>
          <a:pPr marL="0" lvl="0" indent="0" algn="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800" b="0" kern="1200">
              <a:solidFill>
                <a:schemeClr val="tx1"/>
              </a:solidFill>
              <a:latin typeface="Arial"/>
              <a:cs typeface="Arial"/>
            </a:rPr>
            <a:t>مهمة تكميلية:</a:t>
          </a:r>
          <a:br>
            <a:rPr lang="en-GB" sz="2800" b="0" kern="1200">
              <a:solidFill>
                <a:schemeClr val="tx1"/>
              </a:solidFill>
              <a:latin typeface="Arial"/>
              <a:cs typeface="Arial"/>
            </a:rPr>
          </a:br>
          <a:r>
            <a:rPr lang="ar" sz="2800" b="0" kern="1200">
              <a:solidFill>
                <a:schemeClr val="tx1"/>
              </a:solidFill>
              <a:latin typeface="Arial"/>
              <a:cs typeface="Arial"/>
            </a:rPr>
            <a:t>ما الذي نُفِّذ جيدًا؟ ماذا الذي يمكن تحسينه؟</a:t>
          </a:r>
          <a:endParaRPr lang="en-US" sz="2800" b="0" kern="1200">
            <a:solidFill>
              <a:schemeClr val="tx1"/>
            </a:solidFill>
            <a:latin typeface="Verdana"/>
            <a:ea typeface="Verdana"/>
            <a:cs typeface="Arial"/>
          </a:endParaRPr>
        </a:p>
      </dsp:txBody>
      <dsp:txXfrm>
        <a:off x="53599" y="3665228"/>
        <a:ext cx="5004553" cy="9907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BAA5BC-A9B8-C36D-8F0A-E2155FFCA3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rtl="1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7AE051-C6BA-26BA-CCDA-1D27F9911E3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rtl="1"/>
            <a:fld id="{FB7D1C25-2465-4CCC-8AD1-79A088F63130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621011-AFB3-EDC1-EE95-9EBBBC3B0D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rtl="1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CC167F-AF8E-52B8-1733-1105F253C0E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rtl="1"/>
            <a:fld id="{0D9491DC-8778-4E64-9451-80C0023349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2527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noProof="0"/>
              <a:t>Click to edit Master text styles</a:t>
            </a:r>
          </a:p>
          <a:p>
            <a:pPr lvl="1" rtl="1"/>
            <a:r>
              <a:rPr lang="ar" noProof="0"/>
              <a:t>Second level</a:t>
            </a:r>
          </a:p>
          <a:p>
            <a:pPr lvl="2" rtl="1"/>
            <a:r>
              <a:rPr lang="ar" noProof="0"/>
              <a:t>Third level</a:t>
            </a:r>
          </a:p>
          <a:p>
            <a:pPr lvl="3" rtl="1"/>
            <a:r>
              <a:rPr lang="ar" noProof="0"/>
              <a:t>Fourth level</a:t>
            </a:r>
          </a:p>
          <a:p>
            <a:pPr lvl="4" rtl="1"/>
            <a:r>
              <a:rPr lang="ar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fld id="{4D3E6F70-5D4D-4B7F-8590-7D87CFB0B67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D6F72BC-0F0F-4CC6-9390-4A76262B3721}" type="slidenum">
              <a:rPr lang="en-GB" altLang="en-US" smtClean="0"/>
              <a:pPr/>
              <a:t>1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r>
              <a:rPr lang="ar">
                <a:latin typeface="Arial" panose="020B0604020202020204" pitchFamily="34" charset="0"/>
              </a:rPr>
              <a:t>A basic introduction to the unit.</a:t>
            </a:r>
          </a:p>
          <a:p>
            <a:pPr rtl="1"/>
            <a:endParaRPr lang="en-GB" altLang="en-US" b="1">
              <a:latin typeface="Arial" panose="020B0604020202020204" pitchFamily="34" charset="0"/>
            </a:endParaRPr>
          </a:p>
          <a:p>
            <a:pPr rtl="1"/>
            <a:r>
              <a:rPr lang="ar" b="1">
                <a:latin typeface="Arial" panose="020B0604020202020204" pitchFamily="34" charset="0"/>
              </a:rPr>
              <a:t>Useful websites:</a:t>
            </a:r>
          </a:p>
          <a:p>
            <a:pPr rtl="1"/>
            <a:endParaRPr lang="en-GB" altLang="en-US" b="1">
              <a:latin typeface="Arial" panose="020B0604020202020204" pitchFamily="34" charset="0"/>
            </a:endParaRPr>
          </a:p>
          <a:p>
            <a:pPr rtl="1"/>
            <a:r>
              <a:rPr lang="ar" b="0">
                <a:latin typeface="Arial" panose="020B0604020202020204" pitchFamily="34" charset="0"/>
              </a:rPr>
              <a:t>Country dependant.</a:t>
            </a:r>
          </a:p>
          <a:p>
            <a:pPr rtl="1"/>
            <a:endParaRPr lang="en-GB" altLang="en-US">
              <a:latin typeface="Arial" panose="020B0604020202020204" pitchFamily="34" charset="0"/>
            </a:endParaRPr>
          </a:p>
          <a:p>
            <a:pPr rtl="1"/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96034ED-D7F7-483D-8544-ED89FE784A02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ar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4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68751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412229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E9A6C-0027-9855-C6A8-B12339EF9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B56BBBFF-7EBD-2B87-7C00-DACB694906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8B7E7C2A-C58F-333A-8024-AF00E15985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r>
              <a:rPr lang="ar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9486DDF3-54FC-9B0E-2D98-633C4636FD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 rtl="1"/>
              <a:t>13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966205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DD5C1-A1A8-F15B-64F9-797848C05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4F62D672-9769-D0F3-6F79-6D061F3B2C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EE3E1473-BDF5-3D97-5719-3B10F32C19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r>
              <a:rPr lang="ar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3CC9EE29-EB22-83EF-B6A7-C004510F5B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 rtl="1"/>
              <a:t>21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779776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95D05-83BA-499B-EA42-DC0EA9FE4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228E6539-040D-831F-7C99-5137AB8541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2F19B9D7-2BE6-4676-59C2-F146CA452A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r>
              <a:rPr lang="ar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8B927E1A-A09E-B421-C413-B2125EBE2F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 rtl="1"/>
              <a:t>29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96796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 rtl="1"/>
              <a:t>31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01968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Unit X: xxxxxxxxxxxxxxxxxxxxx</a:t>
            </a:r>
            <a:endParaRPr lang="en-GB" altLang="en-US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</a:lstStyle>
          <a:p>
            <a:pPr rtl="1"/>
            <a:r>
              <a:rPr lang="ar"/>
              <a:t>Learning aim x</a:t>
            </a:r>
            <a:endParaRPr lang="en-US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  <a:endParaRPr lang="en-GB" altLang="en-US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/>
          </a:p>
          <a:p>
            <a:pPr rtl="1"/>
            <a:endParaRPr lang="en-GB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490771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495666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214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18874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0514318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31324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04925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27089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9772700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5408964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538709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4077996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6045543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494557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240118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696440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084674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93973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583960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1687068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382738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7463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86515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1601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315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150173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488785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494968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04946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5799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446139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23134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502595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641484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305782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3484972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634887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7713983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91334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736936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520529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4430843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635048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66328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59867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511092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88982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196636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70722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396624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01142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663959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70731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3131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2894497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8319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audio" Target="../media/audio1.bin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5" Type="http://schemas.openxmlformats.org/officeDocument/2006/relationships/image" Target="../media/image6.jpeg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audio" Target="../media/audio1.bin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5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6" Type="http://schemas.openxmlformats.org/officeDocument/2006/relationships/image" Target="../media/image7.jpeg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8.xml"/><Relationship Id="rId7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0.xml"/><Relationship Id="rId15" Type="http://schemas.openxmlformats.org/officeDocument/2006/relationships/image" Target="../media/image8.jpeg"/><Relationship Id="rId10" Type="http://schemas.openxmlformats.org/officeDocument/2006/relationships/slideLayout" Target="../slideLayouts/slideLayout85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14" Type="http://schemas.openxmlformats.org/officeDocument/2006/relationships/audio" Target="../media/audio1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5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9.xml"/><Relationship Id="rId2" Type="http://schemas.openxmlformats.org/officeDocument/2006/relationships/slideLayout" Target="../slideLayouts/slideLayout89.xml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2.xml"/><Relationship Id="rId15" Type="http://schemas.openxmlformats.org/officeDocument/2006/relationships/image" Target="../media/image9.jpeg"/><Relationship Id="rId10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12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01.xml"/><Relationship Id="rId16" Type="http://schemas.openxmlformats.org/officeDocument/2006/relationships/image" Target="../media/image10.jpeg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0.xml"/><Relationship Id="rId13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15.xml"/><Relationship Id="rId7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14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16.xml"/><Relationship Id="rId9" Type="http://schemas.openxmlformats.org/officeDocument/2006/relationships/slideLayout" Target="../slideLayouts/slideLayout121.xml"/><Relationship Id="rId1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3.xml"/><Relationship Id="rId13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128.xml"/><Relationship Id="rId7" Type="http://schemas.openxmlformats.org/officeDocument/2006/relationships/slideLayout" Target="../slideLayouts/slideLayout132.xml"/><Relationship Id="rId12" Type="http://schemas.openxmlformats.org/officeDocument/2006/relationships/slideLayout" Target="../slideLayouts/slideLayout137.xml"/><Relationship Id="rId2" Type="http://schemas.openxmlformats.org/officeDocument/2006/relationships/slideLayout" Target="../slideLayouts/slideLayout127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26.xml"/><Relationship Id="rId6" Type="http://schemas.openxmlformats.org/officeDocument/2006/relationships/slideLayout" Target="../slideLayouts/slideLayout131.xml"/><Relationship Id="rId11" Type="http://schemas.openxmlformats.org/officeDocument/2006/relationships/slideLayout" Target="../slideLayouts/slideLayout136.xml"/><Relationship Id="rId5" Type="http://schemas.openxmlformats.org/officeDocument/2006/relationships/slideLayout" Target="../slideLayouts/slideLayout1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135.xml"/><Relationship Id="rId4" Type="http://schemas.openxmlformats.org/officeDocument/2006/relationships/slideLayout" Target="../slideLayouts/slideLayout129.xml"/><Relationship Id="rId9" Type="http://schemas.openxmlformats.org/officeDocument/2006/relationships/slideLayout" Target="../slideLayouts/slideLayout134.xml"/><Relationship Id="rId1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6.xml"/><Relationship Id="rId13" Type="http://schemas.openxmlformats.org/officeDocument/2006/relationships/slideLayout" Target="../slideLayouts/slideLayout151.xml"/><Relationship Id="rId3" Type="http://schemas.openxmlformats.org/officeDocument/2006/relationships/slideLayout" Target="../slideLayouts/slideLayout141.xml"/><Relationship Id="rId7" Type="http://schemas.openxmlformats.org/officeDocument/2006/relationships/slideLayout" Target="../slideLayouts/slideLayout145.xml"/><Relationship Id="rId12" Type="http://schemas.openxmlformats.org/officeDocument/2006/relationships/slideLayout" Target="../slideLayouts/slideLayout150.xml"/><Relationship Id="rId2" Type="http://schemas.openxmlformats.org/officeDocument/2006/relationships/slideLayout" Target="../slideLayouts/slideLayout140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44.xml"/><Relationship Id="rId11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143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42.xml"/><Relationship Id="rId9" Type="http://schemas.openxmlformats.org/officeDocument/2006/relationships/slideLayout" Target="../slideLayouts/slideLayout147.xml"/><Relationship Id="rId14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9.xml"/><Relationship Id="rId13" Type="http://schemas.openxmlformats.org/officeDocument/2006/relationships/theme" Target="../theme/theme13.xml"/><Relationship Id="rId3" Type="http://schemas.openxmlformats.org/officeDocument/2006/relationships/slideLayout" Target="../slideLayouts/slideLayout154.xml"/><Relationship Id="rId7" Type="http://schemas.openxmlformats.org/officeDocument/2006/relationships/slideLayout" Target="../slideLayouts/slideLayout158.xml"/><Relationship Id="rId12" Type="http://schemas.openxmlformats.org/officeDocument/2006/relationships/slideLayout" Target="../slideLayouts/slideLayout163.xml"/><Relationship Id="rId2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52.xml"/><Relationship Id="rId6" Type="http://schemas.openxmlformats.org/officeDocument/2006/relationships/slideLayout" Target="../slideLayouts/slideLayout157.xml"/><Relationship Id="rId11" Type="http://schemas.openxmlformats.org/officeDocument/2006/relationships/slideLayout" Target="../slideLayouts/slideLayout162.xml"/><Relationship Id="rId5" Type="http://schemas.openxmlformats.org/officeDocument/2006/relationships/slideLayout" Target="../slideLayouts/slideLayout156.xml"/><Relationship Id="rId15" Type="http://schemas.openxmlformats.org/officeDocument/2006/relationships/image" Target="../media/image14.png"/><Relationship Id="rId10" Type="http://schemas.openxmlformats.org/officeDocument/2006/relationships/slideLayout" Target="../slideLayouts/slideLayout161.xml"/><Relationship Id="rId4" Type="http://schemas.openxmlformats.org/officeDocument/2006/relationships/slideLayout" Target="../slideLayouts/slideLayout155.xml"/><Relationship Id="rId9" Type="http://schemas.openxmlformats.org/officeDocument/2006/relationships/slideLayout" Target="../slideLayouts/slideLayout160.xml"/><Relationship Id="rId14" Type="http://schemas.openxmlformats.org/officeDocument/2006/relationships/audio" Target="../media/audio1.bin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1.xml"/><Relationship Id="rId13" Type="http://schemas.openxmlformats.org/officeDocument/2006/relationships/slideLayout" Target="../slideLayouts/slideLayout176.xml"/><Relationship Id="rId3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70.xml"/><Relationship Id="rId12" Type="http://schemas.openxmlformats.org/officeDocument/2006/relationships/slideLayout" Target="../slideLayouts/slideLayout175.xml"/><Relationship Id="rId2" Type="http://schemas.openxmlformats.org/officeDocument/2006/relationships/slideLayout" Target="../slideLayouts/slideLayout165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64.xml"/><Relationship Id="rId6" Type="http://schemas.openxmlformats.org/officeDocument/2006/relationships/slideLayout" Target="../slideLayouts/slideLayout169.xml"/><Relationship Id="rId11" Type="http://schemas.openxmlformats.org/officeDocument/2006/relationships/slideLayout" Target="../slideLayouts/slideLayout174.xml"/><Relationship Id="rId5" Type="http://schemas.openxmlformats.org/officeDocument/2006/relationships/slideLayout" Target="../slideLayouts/slideLayout168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173.xml"/><Relationship Id="rId4" Type="http://schemas.openxmlformats.org/officeDocument/2006/relationships/slideLayout" Target="../slideLayouts/slideLayout167.xml"/><Relationship Id="rId9" Type="http://schemas.openxmlformats.org/officeDocument/2006/relationships/slideLayout" Target="../slideLayouts/slideLayout172.xml"/><Relationship Id="rId14" Type="http://schemas.openxmlformats.org/officeDocument/2006/relationships/theme" Target="../theme/theme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  <p:sldLayoutId id="2147484987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384E05-9E1C-E490-9AFD-934E80BEE906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1112"/>
            <a:ext cx="914400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  <p:sldLayoutId id="2147484986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08BF29-9A3B-CF6C-9FC1-DF71046C0764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27384"/>
            <a:ext cx="914400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902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33" r:id="rId1"/>
    <p:sldLayoutId id="2147484934" r:id="rId2"/>
    <p:sldLayoutId id="2147484935" r:id="rId3"/>
    <p:sldLayoutId id="2147484936" r:id="rId4"/>
    <p:sldLayoutId id="2147484937" r:id="rId5"/>
    <p:sldLayoutId id="2147484938" r:id="rId6"/>
    <p:sldLayoutId id="2147484939" r:id="rId7"/>
    <p:sldLayoutId id="2147484940" r:id="rId8"/>
    <p:sldLayoutId id="2147484941" r:id="rId9"/>
    <p:sldLayoutId id="2147484942" r:id="rId10"/>
    <p:sldLayoutId id="2147484943" r:id="rId11"/>
    <p:sldLayoutId id="2147484944" r:id="rId12"/>
    <p:sldLayoutId id="2147484985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828300-C9A3-A6C9-BCC9-A9F536AAE611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16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46" r:id="rId1"/>
    <p:sldLayoutId id="2147484947" r:id="rId2"/>
    <p:sldLayoutId id="2147484948" r:id="rId3"/>
    <p:sldLayoutId id="2147484949" r:id="rId4"/>
    <p:sldLayoutId id="2147484950" r:id="rId5"/>
    <p:sldLayoutId id="2147484951" r:id="rId6"/>
    <p:sldLayoutId id="2147484952" r:id="rId7"/>
    <p:sldLayoutId id="2147484953" r:id="rId8"/>
    <p:sldLayoutId id="2147484954" r:id="rId9"/>
    <p:sldLayoutId id="2147484955" r:id="rId10"/>
    <p:sldLayoutId id="2147484956" r:id="rId11"/>
    <p:sldLayoutId id="2147484957" r:id="rId12"/>
    <p:sldLayoutId id="2147484984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444E42-22D5-3C44-D060-73B1D9BC95A7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419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59" r:id="rId1"/>
    <p:sldLayoutId id="2147484960" r:id="rId2"/>
    <p:sldLayoutId id="2147484961" r:id="rId3"/>
    <p:sldLayoutId id="2147484962" r:id="rId4"/>
    <p:sldLayoutId id="2147484963" r:id="rId5"/>
    <p:sldLayoutId id="2147484964" r:id="rId6"/>
    <p:sldLayoutId id="2147484965" r:id="rId7"/>
    <p:sldLayoutId id="2147484966" r:id="rId8"/>
    <p:sldLayoutId id="2147484967" r:id="rId9"/>
    <p:sldLayoutId id="2147484968" r:id="rId10"/>
    <p:sldLayoutId id="2147484969" r:id="rId11"/>
    <p:sldLayoutId id="2147484970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084CCC-2836-BEFD-D3FA-58984FD410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4089"/>
            <a:ext cx="9144000" cy="1076325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236C43C-E77D-4FD6-8973-6AE32845FC98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3408" y="111067"/>
            <a:ext cx="5187829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algn="l"/>
            <a:r>
              <a:rPr lang="ar-EG" sz="2600" b="1" kern="0" noProof="0">
                <a:latin typeface="Sakkal Majalla" panose="02000000000000000000" pitchFamily="2" charset="-78"/>
                <a:cs typeface="Sakkal Majalla" panose="02000000000000000000" pitchFamily="2" charset="-78"/>
              </a:rPr>
              <a:t>شهادات BTEC International للمستوى 2 </a:t>
            </a:r>
            <a:br>
              <a:rPr lang="ar-EG" sz="2600" b="1" kern="0" noProof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-EG" sz="2600" b="1" kern="0" noProof="0">
                <a:latin typeface="Sakkal Majalla" panose="02000000000000000000" pitchFamily="2" charset="-78"/>
                <a:cs typeface="Sakkal Majalla" panose="02000000000000000000" pitchFamily="2" charset="-78"/>
              </a:rPr>
              <a:t>في الرياضة</a:t>
            </a:r>
            <a:endParaRPr lang="ar-EG" altLang="en-US" sz="2600" b="1" kern="0" noProof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68742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72" r:id="rId1"/>
    <p:sldLayoutId id="2147484973" r:id="rId2"/>
    <p:sldLayoutId id="2147484974" r:id="rId3"/>
    <p:sldLayoutId id="2147484975" r:id="rId4"/>
    <p:sldLayoutId id="2147484976" r:id="rId5"/>
    <p:sldLayoutId id="2147484977" r:id="rId6"/>
    <p:sldLayoutId id="2147484978" r:id="rId7"/>
    <p:sldLayoutId id="2147484979" r:id="rId8"/>
    <p:sldLayoutId id="2147484980" r:id="rId9"/>
    <p:sldLayoutId id="2147484981" r:id="rId10"/>
    <p:sldLayoutId id="2147484982" r:id="rId11"/>
    <p:sldLayoutId id="2147484983" r:id="rId12"/>
    <p:sldLayoutId id="2147484988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4.xml"/><Relationship Id="rId4" Type="http://schemas.openxmlformats.org/officeDocument/2006/relationships/image" Target="../media/image16.jpe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5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6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6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audio" Target="../media/audio1.bin"/><Relationship Id="rId7" Type="http://schemas.openxmlformats.org/officeDocument/2006/relationships/image" Target="../media/image3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1.xml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Relationship Id="rId9" Type="http://schemas.openxmlformats.org/officeDocument/2006/relationships/image" Target="../media/image2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7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6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7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7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42.jpeg"/><Relationship Id="rId4" Type="http://schemas.openxmlformats.org/officeDocument/2006/relationships/diagramLayout" Target="../diagrams/layout4.xml"/><Relationship Id="rId9" Type="http://schemas.openxmlformats.org/officeDocument/2006/relationships/image" Target="../media/image4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7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6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audio" Target="../media/audio1.bin"/><Relationship Id="rId7" Type="http://schemas.openxmlformats.org/officeDocument/2006/relationships/image" Target="../media/image4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1.xml"/><Relationship Id="rId6" Type="http://schemas.openxmlformats.org/officeDocument/2006/relationships/image" Target="../media/image44.png"/><Relationship Id="rId11" Type="http://schemas.openxmlformats.org/officeDocument/2006/relationships/image" Target="../media/image49.svg"/><Relationship Id="rId5" Type="http://schemas.openxmlformats.org/officeDocument/2006/relationships/image" Target="../media/image26.svg"/><Relationship Id="rId10" Type="http://schemas.openxmlformats.org/officeDocument/2006/relationships/image" Target="../media/image48.png"/><Relationship Id="rId4" Type="http://schemas.openxmlformats.org/officeDocument/2006/relationships/image" Target="../media/image25.png"/><Relationship Id="rId9" Type="http://schemas.openxmlformats.org/officeDocument/2006/relationships/image" Target="../media/image47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7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7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6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6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7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67.xml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10" Type="http://schemas.openxmlformats.org/officeDocument/2006/relationships/image" Target="../media/image59.svg"/><Relationship Id="rId4" Type="http://schemas.openxmlformats.org/officeDocument/2006/relationships/image" Target="../media/image53.svg"/><Relationship Id="rId9" Type="http://schemas.openxmlformats.org/officeDocument/2006/relationships/image" Target="../media/image5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6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audio" Target="../media/audio1.bin"/><Relationship Id="rId7" Type="http://schemas.openxmlformats.org/officeDocument/2006/relationships/image" Target="../media/image4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1.xml"/><Relationship Id="rId6" Type="http://schemas.openxmlformats.org/officeDocument/2006/relationships/image" Target="../media/image48.png"/><Relationship Id="rId11" Type="http://schemas.openxmlformats.org/officeDocument/2006/relationships/image" Target="../media/image63.svg"/><Relationship Id="rId5" Type="http://schemas.openxmlformats.org/officeDocument/2006/relationships/image" Target="../media/image26.svg"/><Relationship Id="rId10" Type="http://schemas.openxmlformats.org/officeDocument/2006/relationships/image" Target="../media/image62.png"/><Relationship Id="rId4" Type="http://schemas.openxmlformats.org/officeDocument/2006/relationships/image" Target="../media/image25.png"/><Relationship Id="rId9" Type="http://schemas.openxmlformats.org/officeDocument/2006/relationships/image" Target="../media/image61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6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7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7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6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6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7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6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audio" Target="../media/audio1.bin"/><Relationship Id="rId7" Type="http://schemas.openxmlformats.org/officeDocument/2006/relationships/image" Target="../media/image6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1.xml"/><Relationship Id="rId6" Type="http://schemas.openxmlformats.org/officeDocument/2006/relationships/image" Target="../media/image65.png"/><Relationship Id="rId11" Type="http://schemas.openxmlformats.org/officeDocument/2006/relationships/image" Target="../media/image70.svg"/><Relationship Id="rId5" Type="http://schemas.openxmlformats.org/officeDocument/2006/relationships/image" Target="../media/image26.svg"/><Relationship Id="rId10" Type="http://schemas.openxmlformats.org/officeDocument/2006/relationships/image" Target="../media/image69.png"/><Relationship Id="rId4" Type="http://schemas.openxmlformats.org/officeDocument/2006/relationships/image" Target="../media/image25.png"/><Relationship Id="rId9" Type="http://schemas.openxmlformats.org/officeDocument/2006/relationships/image" Target="../media/image68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6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7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7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field hockey stick and ball in a stadium&#10;&#10;AI-generated content may be incorrect.">
            <a:extLst>
              <a:ext uri="{FF2B5EF4-FFF2-40B4-BE49-F238E27FC236}">
                <a16:creationId xmlns:a16="http://schemas.microsoft.com/office/drawing/2014/main" id="{EDB80C0F-B476-C01F-CA37-24F4AA61E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64172"/>
            <a:ext cx="9144000" cy="579382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86D29E0-B089-110D-BF1E-B3C37F2C37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567559" y="2125556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الوحدة 5</a:t>
            </a:r>
            <a:br>
              <a:rPr lang="en-GB" altLang="en-US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الرياضة التطبيقية</a:t>
            </a:r>
            <a:br>
              <a:rPr lang="en-GB" altLang="en-US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>
              <a:solidFill>
                <a:srgbClr val="FFFFFF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8680" name="Footer Placeholder 2">
            <a:extLst>
              <a:ext uri="{FF2B5EF4-FFF2-40B4-BE49-F238E27FC236}">
                <a16:creationId xmlns:a16="http://schemas.microsoft.com/office/drawing/2014/main" id="{250B1923-7747-07CF-317E-05CAA217CF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-1" y="6623762"/>
            <a:ext cx="9144000" cy="287337"/>
          </a:xfrm>
        </p:spPr>
        <p:txBody>
          <a:bodyPr wrap="square" rtlCol="1" anchor="t">
            <a:normAutofit/>
          </a:bodyPr>
          <a:lstStyle/>
          <a:p>
            <a:pPr algn="ctr" rtl="1">
              <a:lnSpc>
                <a:spcPct val="90000"/>
              </a:lnSpc>
              <a:spcAft>
                <a:spcPts val="600"/>
              </a:spcAft>
              <a:defRPr/>
            </a:pPr>
            <a:r>
              <a:rPr lang="ar" sz="1200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© حقوق التأليف والنشر لعام 2025 محفوظة لشركة بيرسون إديوكيشن ليمتد. يُسمح بالنسخ للمؤسسة المشترية فقط.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01FD25-DF1E-9DAB-D669-437ED62AF594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07516149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الرياضة التطبيقية</a:t>
            </a:r>
          </a:p>
        </p:txBody>
      </p:sp>
      <p:graphicFrame>
        <p:nvGraphicFramePr>
          <p:cNvPr id="30725" name="Content Placeholder 3">
            <a:extLst>
              <a:ext uri="{FF2B5EF4-FFF2-40B4-BE49-F238E27FC236}">
                <a16:creationId xmlns:a16="http://schemas.microsoft.com/office/drawing/2014/main" id="{BA627FE0-C657-E716-FE4D-81BC9DE4EF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5565942"/>
              </p:ext>
            </p:extLst>
          </p:nvPr>
        </p:nvGraphicFramePr>
        <p:xfrm>
          <a:off x="468311" y="2196000"/>
          <a:ext cx="8207375" cy="3878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0F457C2-ECC2-BAA8-0463-111E70058861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27403079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نتاجا التعلم أ - د</a:t>
            </a: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2771" name="Content Placeholder 3">
            <a:extLst>
              <a:ext uri="{FF2B5EF4-FFF2-40B4-BE49-F238E27FC236}">
                <a16:creationId xmlns:a16="http://schemas.microsoft.com/office/drawing/2014/main" id="{44DFA49F-83B7-E61C-00EB-D6046D571A0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316230" y="1918824"/>
            <a:ext cx="7991475" cy="3609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defTabSz="431800" rtl="1">
              <a:spcBef>
                <a:spcPts val="1200"/>
              </a:spcBef>
              <a:buNone/>
            </a:pPr>
            <a:endParaRPr lang="en-GB" altLang="en-US" b="1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b="1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br>
              <a:rPr lang="en-GB" altLang="en-US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	</a:t>
            </a:r>
          </a:p>
        </p:txBody>
      </p:sp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B617BCA7-F402-EA08-9C0C-630C9DA79D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939722"/>
              </p:ext>
            </p:extLst>
          </p:nvPr>
        </p:nvGraphicFramePr>
        <p:xfrm>
          <a:off x="468311" y="2196000"/>
          <a:ext cx="8207375" cy="3878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2BACFE1-E91A-EDA9-4578-F7F1DAD194C4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15416485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649891" y="4163496"/>
            <a:ext cx="2933854" cy="187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buNone/>
            </a:pPr>
            <a:endParaRPr lang="en-GB" sz="1000">
              <a:solidFill>
                <a:srgbClr val="FF0000"/>
              </a:solidFill>
              <a:latin typeface="Sakkal Majalla" panose="02000000000000000000" pitchFamily="2" charset="-78"/>
              <a:ea typeface="Open Sans"/>
              <a:cs typeface="Sakkal Majalla" panose="02000000000000000000" pitchFamily="2" charset="-78"/>
            </a:endParaRP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>
              <a:solidFill>
                <a:srgbClr val="FF000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5033" y="1943120"/>
            <a:ext cx="373621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endParaRPr lang="en-GB" sz="24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endParaRPr lang="en-GB" altLang="en-US" sz="3600" b="1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4972FC8C-DE48-E72E-644B-B7FEA8508A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83305"/>
              </p:ext>
            </p:extLst>
          </p:nvPr>
        </p:nvGraphicFramePr>
        <p:xfrm>
          <a:off x="99153" y="1459113"/>
          <a:ext cx="5111751" cy="4785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5109" name="Text Placeholder 2">
            <a:extLst>
              <a:ext uri="{FF2B5EF4-FFF2-40B4-BE49-F238E27FC236}">
                <a16:creationId xmlns:a16="http://schemas.microsoft.com/office/drawing/2014/main" id="{11174F65-4DDD-B67D-6F81-2CDC2253F244}"/>
              </a:ext>
            </a:extLst>
          </p:cNvPr>
          <p:cNvSpPr>
            <a:spLocks noGrp="1"/>
          </p:cNvSpPr>
          <p:nvPr/>
        </p:nvSpPr>
        <p:spPr bwMode="auto">
          <a:xfrm>
            <a:off x="5422912" y="1456851"/>
            <a:ext cx="3321749" cy="4792867"/>
          </a:xfrm>
          <a:prstGeom prst="rect">
            <a:avLst/>
          </a:pr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4572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9144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0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3716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9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18288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9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2860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6pPr>
            <a:lvl7pPr marL="27432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7pPr>
            <a:lvl8pPr marL="32004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8pPr>
            <a:lvl9pPr marL="36576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9pPr>
          </a:lstStyle>
          <a:p>
            <a:pPr algn="ctr" rtl="1"/>
            <a:r>
              <a:rPr lang="ar" sz="24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نتاج التعلم أ</a:t>
            </a:r>
          </a:p>
          <a:p>
            <a:pPr rtl="1"/>
            <a:endParaRPr lang="en-GB" sz="2400" dirty="0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-EG" sz="24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استكشاف </a:t>
            </a:r>
            <a:r>
              <a:rPr lang="ar" sz="24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القواعد والقوانين واللوائح والأدوار والمسؤوليات المنوطة بالحكام في بعض الرياضات المُختارة</a:t>
            </a:r>
            <a:endParaRPr lang="en-US" altLang="en-US" sz="2000" dirty="0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18FD97-0214-066C-1749-1B64B55E7B55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76153485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8486" y="1195200"/>
            <a:ext cx="3008313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>
              <a:spcAft>
                <a:spcPts val="600"/>
              </a:spcAft>
            </a:pPr>
            <a:r>
              <a:rPr lang="ar" sz="20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ما المقصود بالقواعد والقوانين واللوائح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678486" y="2132857"/>
            <a:ext cx="3008313" cy="399330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أ1_ القواعد والقوانين واللوائح</a:t>
            </a:r>
          </a:p>
          <a:p>
            <a:pPr rtl="1"/>
            <a:endParaRPr lang="en-US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US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36DD8C2-E93A-1A23-C6D8-AABB110FE0EF}"/>
              </a:ext>
            </a:extLst>
          </p:cNvPr>
          <p:cNvGrpSpPr/>
          <p:nvPr/>
        </p:nvGrpSpPr>
        <p:grpSpPr>
          <a:xfrm>
            <a:off x="301696" y="2040272"/>
            <a:ext cx="5907056" cy="4063280"/>
            <a:chOff x="301696" y="2040272"/>
            <a:chExt cx="5907056" cy="406328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672DF3C-9366-52A0-ACCF-9E38980251F4}"/>
                </a:ext>
              </a:extLst>
            </p:cNvPr>
            <p:cNvSpPr/>
            <p:nvPr/>
          </p:nvSpPr>
          <p:spPr>
            <a:xfrm>
              <a:off x="301696" y="2040272"/>
              <a:ext cx="5907056" cy="1119599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" name="Rectangle 4" descr="Basketball">
              <a:extLst>
                <a:ext uri="{FF2B5EF4-FFF2-40B4-BE49-F238E27FC236}">
                  <a16:creationId xmlns:a16="http://schemas.microsoft.com/office/drawing/2014/main" id="{B73EFB06-F2EF-F102-7151-42FC0A18DEE6}"/>
                </a:ext>
              </a:extLst>
            </p:cNvPr>
            <p:cNvSpPr/>
            <p:nvPr/>
          </p:nvSpPr>
          <p:spPr>
            <a:xfrm>
              <a:off x="5446613" y="2401330"/>
              <a:ext cx="615779" cy="615779"/>
            </a:xfrm>
            <a:prstGeom prst="rect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1380737-92EE-9E88-B537-243181940E70}"/>
                </a:ext>
              </a:extLst>
            </p:cNvPr>
            <p:cNvSpPr/>
            <p:nvPr/>
          </p:nvSpPr>
          <p:spPr>
            <a:xfrm>
              <a:off x="681802" y="2119639"/>
              <a:ext cx="4573528" cy="776563"/>
            </a:xfrm>
            <a:custGeom>
              <a:avLst/>
              <a:gdLst>
                <a:gd name="connsiteX0" fmla="*/ 0 w 4573528"/>
                <a:gd name="connsiteY0" fmla="*/ 0 h 776563"/>
                <a:gd name="connsiteX1" fmla="*/ 4573528 w 4573528"/>
                <a:gd name="connsiteY1" fmla="*/ 0 h 776563"/>
                <a:gd name="connsiteX2" fmla="*/ 4573528 w 4573528"/>
                <a:gd name="connsiteY2" fmla="*/ 776563 h 776563"/>
                <a:gd name="connsiteX3" fmla="*/ 0 w 4573528"/>
                <a:gd name="connsiteY3" fmla="*/ 776563 h 776563"/>
                <a:gd name="connsiteX4" fmla="*/ 0 w 4573528"/>
                <a:gd name="connsiteY4" fmla="*/ 0 h 776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3528" h="776563">
                  <a:moveTo>
                    <a:pt x="0" y="0"/>
                  </a:moveTo>
                  <a:lnTo>
                    <a:pt x="4573528" y="0"/>
                  </a:lnTo>
                  <a:lnTo>
                    <a:pt x="4573528" y="776563"/>
                  </a:lnTo>
                  <a:lnTo>
                    <a:pt x="0" y="77656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2186" tIns="82186" rIns="82186" bIns="82186" numCol="1" spcCol="1270" rtlCol="1" anchor="ctr" anchorCtr="0">
              <a:noAutofit/>
            </a:bodyPr>
            <a:lstStyle/>
            <a:p>
              <a:pPr marL="0" lvl="0" indent="0" algn="r" defTabSz="75565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700" b="1" kern="1200">
                  <a:latin typeface="Arial"/>
                  <a:cs typeface="Arial"/>
                </a:rPr>
                <a:t>                                                                   القواعد</a:t>
              </a:r>
              <a:r>
                <a:rPr lang="ar" sz="1700" kern="1200">
                  <a:latin typeface="Arial"/>
                  <a:cs typeface="Arial"/>
                </a:rPr>
                <a:t> تعليمات عامة تهدف إلى توجيه سير اللعب (مثل: التنطيط المزدوج بمسك الكرة باليدين في كرة السلة)</a:t>
              </a:r>
              <a:endParaRPr lang="en-US" sz="1700" b="1" kern="1200">
                <a:latin typeface="Arial"/>
                <a:cs typeface="Arial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C087155-15F0-F4FE-136A-5CE7F5A3334D}"/>
                </a:ext>
              </a:extLst>
            </p:cNvPr>
            <p:cNvSpPr/>
            <p:nvPr/>
          </p:nvSpPr>
          <p:spPr>
            <a:xfrm>
              <a:off x="301696" y="3566686"/>
              <a:ext cx="5907056" cy="1119599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Rectangle 7" descr="Football">
              <a:extLst>
                <a:ext uri="{FF2B5EF4-FFF2-40B4-BE49-F238E27FC236}">
                  <a16:creationId xmlns:a16="http://schemas.microsoft.com/office/drawing/2014/main" id="{E194A25B-2840-529F-DEA6-541BF3AB4F18}"/>
                </a:ext>
              </a:extLst>
            </p:cNvPr>
            <p:cNvSpPr/>
            <p:nvPr/>
          </p:nvSpPr>
          <p:spPr>
            <a:xfrm>
              <a:off x="5446613" y="3818596"/>
              <a:ext cx="615779" cy="615779"/>
            </a:xfrm>
            <a:prstGeom prst="rect">
              <a:avLst/>
            </a:prstGeom>
            <a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5565FB8-8147-9037-8B8C-BC1C6353B206}"/>
                </a:ext>
              </a:extLst>
            </p:cNvPr>
            <p:cNvSpPr/>
            <p:nvPr/>
          </p:nvSpPr>
          <p:spPr>
            <a:xfrm>
              <a:off x="676817" y="3808011"/>
              <a:ext cx="4573528" cy="626842"/>
            </a:xfrm>
            <a:custGeom>
              <a:avLst/>
              <a:gdLst>
                <a:gd name="connsiteX0" fmla="*/ 0 w 4573528"/>
                <a:gd name="connsiteY0" fmla="*/ 0 h 626842"/>
                <a:gd name="connsiteX1" fmla="*/ 4573528 w 4573528"/>
                <a:gd name="connsiteY1" fmla="*/ 0 h 626842"/>
                <a:gd name="connsiteX2" fmla="*/ 4573528 w 4573528"/>
                <a:gd name="connsiteY2" fmla="*/ 626842 h 626842"/>
                <a:gd name="connsiteX3" fmla="*/ 0 w 4573528"/>
                <a:gd name="connsiteY3" fmla="*/ 626842 h 626842"/>
                <a:gd name="connsiteX4" fmla="*/ 0 w 4573528"/>
                <a:gd name="connsiteY4" fmla="*/ 0 h 626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3528" h="626842">
                  <a:moveTo>
                    <a:pt x="0" y="0"/>
                  </a:moveTo>
                  <a:lnTo>
                    <a:pt x="4573528" y="0"/>
                  </a:lnTo>
                  <a:lnTo>
                    <a:pt x="4573528" y="626842"/>
                  </a:lnTo>
                  <a:lnTo>
                    <a:pt x="0" y="62684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2186" tIns="82186" rIns="82186" bIns="82186" numCol="1" spcCol="1270" rtlCol="1" anchor="ctr" anchorCtr="0">
              <a:noAutofit/>
            </a:bodyPr>
            <a:lstStyle/>
            <a:p>
              <a:pPr marL="0" lvl="0" indent="0" algn="r" defTabSz="75565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700" b="1" kern="1200">
                  <a:latin typeface="Arial" panose="020B0604020202020204" pitchFamily="34" charset="0"/>
                  <a:cs typeface="Arial" panose="020B0604020202020204" pitchFamily="34" charset="0"/>
                </a:rPr>
                <a:t>القوانين</a:t>
              </a:r>
              <a:r>
                <a:rPr lang="ar" sz="1700" kern="1200">
                  <a:latin typeface="Arial" panose="020B0604020202020204" pitchFamily="34" charset="0"/>
                  <a:cs typeface="Arial" panose="020B0604020202020204" pitchFamily="34" charset="0"/>
                </a:rPr>
                <a:t> قواعد رسمية لها سلطة قانونية في بعض الرياضات (مثل "القانون 12" لمنح البطاقة الحمراء للسلوك العنيف في كرة القدم)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2C2A741-012F-3AD4-FAEA-58C2E8D6FB70}"/>
                </a:ext>
              </a:extLst>
            </p:cNvPr>
            <p:cNvSpPr/>
            <p:nvPr/>
          </p:nvSpPr>
          <p:spPr>
            <a:xfrm>
              <a:off x="301696" y="4983953"/>
              <a:ext cx="5907056" cy="1119599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10" descr="Tick">
              <a:extLst>
                <a:ext uri="{FF2B5EF4-FFF2-40B4-BE49-F238E27FC236}">
                  <a16:creationId xmlns:a16="http://schemas.microsoft.com/office/drawing/2014/main" id="{C42FA3EE-17BD-665A-D729-F2B1F558FCAE}"/>
                </a:ext>
              </a:extLst>
            </p:cNvPr>
            <p:cNvSpPr/>
            <p:nvPr/>
          </p:nvSpPr>
          <p:spPr>
            <a:xfrm>
              <a:off x="5446613" y="5235862"/>
              <a:ext cx="615779" cy="615779"/>
            </a:xfrm>
            <a:prstGeom prst="rect">
              <a:avLst/>
            </a:prstGeom>
            <a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7D2CEF8-1028-17BF-19E5-8AA6EF3A2067}"/>
                </a:ext>
              </a:extLst>
            </p:cNvPr>
            <p:cNvSpPr/>
            <p:nvPr/>
          </p:nvSpPr>
          <p:spPr>
            <a:xfrm>
              <a:off x="650153" y="5170429"/>
              <a:ext cx="4573528" cy="776563"/>
            </a:xfrm>
            <a:custGeom>
              <a:avLst/>
              <a:gdLst>
                <a:gd name="connsiteX0" fmla="*/ 0 w 4573528"/>
                <a:gd name="connsiteY0" fmla="*/ 0 h 776563"/>
                <a:gd name="connsiteX1" fmla="*/ 4573528 w 4573528"/>
                <a:gd name="connsiteY1" fmla="*/ 0 h 776563"/>
                <a:gd name="connsiteX2" fmla="*/ 4573528 w 4573528"/>
                <a:gd name="connsiteY2" fmla="*/ 776563 h 776563"/>
                <a:gd name="connsiteX3" fmla="*/ 0 w 4573528"/>
                <a:gd name="connsiteY3" fmla="*/ 776563 h 776563"/>
                <a:gd name="connsiteX4" fmla="*/ 0 w 4573528"/>
                <a:gd name="connsiteY4" fmla="*/ 0 h 776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3528" h="776563">
                  <a:moveTo>
                    <a:pt x="0" y="0"/>
                  </a:moveTo>
                  <a:lnTo>
                    <a:pt x="4573528" y="0"/>
                  </a:lnTo>
                  <a:lnTo>
                    <a:pt x="4573528" y="776563"/>
                  </a:lnTo>
                  <a:lnTo>
                    <a:pt x="0" y="77656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2186" tIns="82186" rIns="82186" bIns="82186" numCol="1" spcCol="1270" rtlCol="1" anchor="ctr" anchorCtr="0">
              <a:noAutofit/>
            </a:bodyPr>
            <a:lstStyle/>
            <a:p>
              <a:pPr marL="0" lvl="0" indent="0" algn="r" defTabSz="75565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700" b="1" kern="1200" dirty="0">
                  <a:latin typeface="Arial" panose="020B0604020202020204" pitchFamily="34" charset="0"/>
                  <a:cs typeface="Arial" panose="020B0604020202020204" pitchFamily="34" charset="0"/>
                </a:rPr>
                <a:t>اللوائح</a:t>
              </a:r>
              <a:r>
                <a:rPr lang="ar" sz="17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 تشمل متطلبات الأهلية، أو المعدات، أو إرشادات المسابقات (مثل: حد أقصى ثلاثة لاعبين أجانب لكل فريق في مباراة دوري كرة القدم)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4854B2B-8AD6-C42A-73BD-D145998DE9AE}"/>
              </a:ext>
            </a:extLst>
          </p:cNvPr>
          <p:cNvSpPr txBox="1"/>
          <p:nvPr/>
        </p:nvSpPr>
        <p:spPr>
          <a:xfrm>
            <a:off x="6300192" y="2924944"/>
            <a:ext cx="2386607" cy="2585323"/>
          </a:xfrm>
          <a:prstGeom prst="rect">
            <a:avLst/>
          </a:prstGeom>
          <a:noFill/>
        </p:spPr>
        <p:txBody>
          <a:bodyPr wrap="square" lIns="91440" tIns="45720" rIns="91440" bIns="45720" rtlCol="1" anchor="t">
            <a:spAutoFit/>
          </a:bodyPr>
          <a:lstStyle/>
          <a:p>
            <a:pPr rtl="1"/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مهمة:</a:t>
            </a:r>
            <a:br>
              <a:rPr lang="en-US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US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اذكر مثالًا إضافيًا آخر، إلى جانب الأمثلة المقابلة، للقاعدة أو القانون أو اللائحة في الرياضة التي اخترتها.</a:t>
            </a:r>
          </a:p>
          <a:p>
            <a:pPr rtl="1"/>
            <a:endParaRPr 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مهمة تكميلية:أكمل هذه المهمة لتشمل عدة رياضات.</a:t>
            </a:r>
            <a:endParaRPr 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B40318-C463-1411-658E-5F6B08A1F5EF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05007523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D0574-C125-43B7-5149-8A564E203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1840" y="1052736"/>
            <a:ext cx="5688632" cy="684148"/>
          </a:xfrm>
        </p:spPr>
        <p:txBody>
          <a:bodyPr rtlCol="1"/>
          <a:lstStyle/>
          <a:p>
            <a:pPr algn="r" rtl="1"/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كيف تُطبّق القواعد في مختلف الرياضات - أ1</a:t>
            </a:r>
            <a:endParaRPr lang="en-US" sz="20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2A0CA1A-6605-E146-978A-36395663543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48552226"/>
              </p:ext>
            </p:extLst>
          </p:nvPr>
        </p:nvGraphicFramePr>
        <p:xfrm>
          <a:off x="493314" y="1628800"/>
          <a:ext cx="8164544" cy="3017520"/>
        </p:xfrm>
        <a:graphic>
          <a:graphicData uri="http://schemas.openxmlformats.org/drawingml/2006/table">
            <a:tbl>
              <a:tblPr rtl="1" bandRow="1">
                <a:tableStyleId>{5940675A-B579-460E-94D1-54222C63F5DA}</a:tableStyleId>
              </a:tblPr>
              <a:tblGrid>
                <a:gridCol w="2721515">
                  <a:extLst>
                    <a:ext uri="{9D8B030D-6E8A-4147-A177-3AD203B41FA5}">
                      <a16:colId xmlns:a16="http://schemas.microsoft.com/office/drawing/2014/main" val="1376402331"/>
                    </a:ext>
                  </a:extLst>
                </a:gridCol>
                <a:gridCol w="1702671">
                  <a:extLst>
                    <a:ext uri="{9D8B030D-6E8A-4147-A177-3AD203B41FA5}">
                      <a16:colId xmlns:a16="http://schemas.microsoft.com/office/drawing/2014/main" val="221675623"/>
                    </a:ext>
                  </a:extLst>
                </a:gridCol>
                <a:gridCol w="3740358">
                  <a:extLst>
                    <a:ext uri="{9D8B030D-6E8A-4147-A177-3AD203B41FA5}">
                      <a16:colId xmlns:a16="http://schemas.microsoft.com/office/drawing/2014/main" val="37003709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ar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نوع الرياضة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ar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مثال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ar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قاعدة أو قانون مميز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1839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a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رياضة جماعية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ar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كرة السلة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ar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يجب أن تُسدد الكرة في غضون 24 ثانية (ساعة التسديد)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6721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ar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رياضة فردية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ar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ألعاب القوى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ar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تؤدي الانطلاقة الخاطئة إلى الاستبعاد الفوري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1777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ar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رياضة مضرب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ar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الريشة الطائرة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a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يجب أن تكون ضربة الإرسال أسفل مستوى الخصر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1723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ar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رياضة قتالية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ar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التايكوندو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ar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لا يُسمح بالضربات أسفل الحزام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8375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ar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رياضات التحمّل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ar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الجري لمسافات طويلة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a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يجب على العدّائين البقاء في المضمار عند بداية سباق 800 متر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94141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AEBF809-1E4B-6468-1B38-5BF0901A96DE}"/>
              </a:ext>
            </a:extLst>
          </p:cNvPr>
          <p:cNvSpPr txBox="1"/>
          <p:nvPr/>
        </p:nvSpPr>
        <p:spPr>
          <a:xfrm>
            <a:off x="493314" y="4786082"/>
            <a:ext cx="8164544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/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مناقشة:</a:t>
            </a:r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buFont typeface="Arial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كيف تؤثر القواعد في سير اللعب، والسلامة، والعدالة في المباراة؟</a:t>
            </a:r>
          </a:p>
          <a:p>
            <a:pPr marL="285750" indent="-285750" rtl="1">
              <a:buFont typeface="Arial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هل يمكنك ذكر مثال لقاعدة حسّنت تجربة اللاعبين أو المشجعين؟</a:t>
            </a:r>
          </a:p>
          <a:p>
            <a:pPr marL="285750" indent="-285750" rtl="1">
              <a:buFont typeface="Arial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هل توجد قواعد تجعل الرياضة أكثر صعوبة في الفهم أو المتابعة؟</a:t>
            </a:r>
          </a:p>
          <a:p>
            <a:pPr marL="285750" indent="-285750" rtl="1">
              <a:buFont typeface="Arial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كيف يمكن أن تؤثر شدة الصرامة في تطبيق القواعد أو التساهل المفرط في تطبيقها في مجريات المباراة؟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1BD694-58BD-9D62-8732-A01E9CC36949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52582222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FE4C5-86DA-2574-6000-F2A8E2D14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1045085"/>
            <a:ext cx="4425230" cy="847885"/>
          </a:xfrm>
        </p:spPr>
        <p:txBody>
          <a:bodyPr rtlCol="1"/>
          <a:lstStyle/>
          <a:p>
            <a:pPr rtl="1"/>
            <a:r>
              <a:rPr lang="ar" sz="2400" b="1">
                <a:latin typeface="Sakkal Majalla" panose="02000000000000000000" pitchFamily="2" charset="-78"/>
                <a:cs typeface="Sakkal Majalla" panose="02000000000000000000" pitchFamily="2" charset="-78"/>
              </a:rPr>
              <a:t>من المسؤولون؟ – أ2</a:t>
            </a:r>
            <a:endParaRPr 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53C52-570F-CA38-CEC0-E7D46EC5B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16031" y="1895934"/>
            <a:ext cx="5232629" cy="4423636"/>
          </a:xfrm>
        </p:spPr>
        <p:txBody>
          <a:bodyPr rtlCol="1"/>
          <a:lstStyle/>
          <a:p>
            <a:pPr marL="0" indent="0" rtl="1">
              <a:buNone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تشمل الأنواع الشائعة من الحكام ما يأتي:</a:t>
            </a: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GB" sz="20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الحَكَم الرئيس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– يشرف على سير المباراة ويتخذ القرارات الأساسية (مثل: كرة القدم).</a:t>
            </a: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الحَكَم (حكم الكرسي)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– يدير المباريات في الرياضات التي تعتمد على تشارك السلطة التحكيمية (مثل: الكريكيت، والتنس).</a:t>
            </a: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حَكَم الخط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– يساعد علي قرارات الخطوط والحدود (مثل: الكرة الطائرة، والريشة الطائرة).</a:t>
            </a: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مراقب التسجيل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) – يتولى تسجيل النقاط أو الأهداف في أثناء المباراة (مثل: كرة السلة، والكريكيت).</a:t>
            </a: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مراقب الوقت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– يتابع مدة المباراة ومُدد التوقف (مثل: كرة اليد، وألعاب القوى).</a:t>
            </a: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GB" sz="20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0AB5631-9C7E-7FBA-D364-A33F31154A15}"/>
              </a:ext>
            </a:extLst>
          </p:cNvPr>
          <p:cNvSpPr>
            <a:spLocks noGrp="1"/>
          </p:cNvSpPr>
          <p:nvPr/>
        </p:nvSpPr>
        <p:spPr bwMode="auto">
          <a:xfrm>
            <a:off x="242884" y="1469028"/>
            <a:ext cx="3321749" cy="4430035"/>
          </a:xfrm>
          <a:prstGeom prst="rect">
            <a:avLst/>
          </a:pr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4572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9144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0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3716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9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18288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9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2860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6pPr>
            <a:lvl7pPr marL="27432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7pPr>
            <a:lvl8pPr marL="32004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8pPr>
            <a:lvl9pPr marL="36576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9pPr>
          </a:lstStyle>
          <a:p>
            <a:pPr algn="ctr" rtl="1"/>
            <a:r>
              <a:rPr lang="ar" sz="20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مهمة:</a:t>
            </a:r>
            <a:endParaRPr lang="en-US" altLang="en-US" sz="2000" b="1" dirty="0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endParaRPr lang="en-US" altLang="en-US" sz="2000" b="1" dirty="0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r>
              <a:rPr lang="ar" sz="20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اربط كل نوع من الحكام برياضة مناسبة، ثم اذكر مسؤولياته الأساسية.</a:t>
            </a:r>
            <a:br>
              <a:rPr lang="en-US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واستخدم هذا التنسيق:</a:t>
            </a:r>
            <a:br>
              <a:rPr lang="en-US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0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الحكم – الرياضة – دوره</a:t>
            </a:r>
            <a:endParaRPr lang="en-US" dirty="0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br>
              <a:rPr lang="en-US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مثال: الحَكَم الرئيس – كرة القدم – يتخذ القرارات بشأن الأخطاء، واستئناف اللعب، والأهداف.</a:t>
            </a:r>
            <a:endParaRPr lang="en-US" dirty="0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8B46E3-814C-B1B4-4B6B-9FBCF4F46190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981135717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B1BA3-A4A8-F747-6CF0-5E0FF883E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4980" y="962725"/>
            <a:ext cx="5530312" cy="864000"/>
          </a:xfrm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>
              <a:lnSpc>
                <a:spcPct val="90000"/>
              </a:lnSpc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 الدور الفعلي للحكام؟ - أ3</a:t>
            </a:r>
            <a:endParaRPr lang="en-US" sz="20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921681-4088-955B-6C0E-8E7B1538A64C}"/>
              </a:ext>
            </a:extLst>
          </p:cNvPr>
          <p:cNvSpPr txBox="1"/>
          <p:nvPr/>
        </p:nvSpPr>
        <p:spPr bwMode="auto">
          <a:xfrm>
            <a:off x="4418309" y="1953377"/>
            <a:ext cx="4466695" cy="4168775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/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مهمة:</a:t>
            </a:r>
            <a:br>
              <a:rPr lang="en-US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اعملوا في مجموعات صغيرة للبحث عن أمثلة لحكام يؤدون مسؤولياتهم في رياضات مختلفة.</a:t>
            </a:r>
            <a:b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وينبغي تحديد ما يأتي:</a:t>
            </a:r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buFont typeface="Arial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ماذا فعل الحكم</a:t>
            </a:r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buFont typeface="Arial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أي مسؤولية يرتبط بها هذا الفعل</a:t>
            </a:r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buFont typeface="Arial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هل أثّر القرار إيجابًا أو سلبًا في سير المباراة؟</a:t>
            </a:r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buFont typeface="Arial"/>
              <a:buChar char="•"/>
            </a:pPr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مثال:</a:t>
            </a:r>
            <a:b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 "في الكرة الطائرة، أشار حَكَم الخط إلى خطأ قدمين في أثناء الإرسال – وذلك تطبيقًا للقاعدة وضمانًا للعب العادل."</a:t>
            </a:r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spcBef>
                <a:spcPct val="20000"/>
              </a:spcBef>
            </a:pPr>
            <a:endParaRPr lang="en-US" sz="24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spcBef>
                <a:spcPct val="20000"/>
              </a:spcBef>
            </a:pPr>
            <a:endParaRPr lang="en-US" sz="24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F099D29C-F9D7-8B84-3F52-ED01E8BA6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2922" y="1950611"/>
            <a:ext cx="4027488" cy="3249185"/>
          </a:xfrm>
          <a:ln>
            <a:solidFill>
              <a:srgbClr val="4472C4"/>
            </a:solidFill>
          </a:ln>
        </p:spPr>
        <p:txBody>
          <a:bodyPr rtlCol="1"/>
          <a:lstStyle/>
          <a:p>
            <a:pPr marL="0" indent="0" rtl="1">
              <a:buNone/>
            </a:pP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تشمل المسؤوليات الأساسية للحكام ما يأتي:</a:t>
            </a:r>
          </a:p>
          <a:p>
            <a:pPr rtl="1"/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تطبيق قواعد الرياضة وقوانينها</a:t>
            </a:r>
          </a:p>
          <a:p>
            <a:pPr rtl="1"/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ضمان سلامة جميع المشاركين</a:t>
            </a:r>
          </a:p>
          <a:p>
            <a:pPr rtl="1"/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إدارة المباراة بعدالة وبطريقة متسقة</a:t>
            </a:r>
          </a:p>
          <a:p>
            <a:pPr rtl="1"/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توضيح القرارات والتواصل بشأنها بوضوح وثقة.</a:t>
            </a:r>
          </a:p>
          <a:p>
            <a:pPr rtl="1"/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75B5DF-2C12-E9BB-3937-B4424408814E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69904983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0E529-9400-C735-4EB5-D9178FFF0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6750" y="1056657"/>
            <a:ext cx="3008313" cy="865648"/>
          </a:xfrm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مهمة عملية: تطبيق القواعد–أ4</a:t>
            </a:r>
            <a:endParaRPr 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A03FD2-DFDE-1FCD-96D4-BDD851E81257}"/>
              </a:ext>
            </a:extLst>
          </p:cNvPr>
          <p:cNvSpPr txBox="1"/>
          <p:nvPr/>
        </p:nvSpPr>
        <p:spPr bwMode="auto">
          <a:xfrm>
            <a:off x="5678486" y="2060848"/>
            <a:ext cx="3214958" cy="235490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rtl="1">
              <a:lnSpc>
                <a:spcPct val="110000"/>
              </a:lnSpc>
            </a:pPr>
            <a:r>
              <a:rPr lang="ar" sz="170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بعد المباراة، يعرض المراقبون مثالًا واحدًا على المجموعة.</a:t>
            </a:r>
            <a:endParaRPr lang="en-US" sz="17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110000"/>
              </a:lnSpc>
            </a:pPr>
            <a:endParaRPr lang="en-US" sz="13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lnSpc>
                <a:spcPct val="110000"/>
              </a:lnSpc>
              <a:buFont typeface="Arial"/>
              <a:buChar char="•"/>
            </a:pPr>
            <a:r>
              <a:rPr lang="ar" sz="1700">
                <a:latin typeface="Sakkal Majalla" panose="02000000000000000000" pitchFamily="2" charset="-78"/>
                <a:cs typeface="Sakkal Majalla" panose="02000000000000000000" pitchFamily="2" charset="-78"/>
              </a:rPr>
              <a:t>هل طُبِّقت القاعدة بعدالة ووضوح؟</a:t>
            </a:r>
          </a:p>
          <a:p>
            <a:pPr marL="285750" indent="-285750" rtl="1">
              <a:lnSpc>
                <a:spcPct val="110000"/>
              </a:lnSpc>
              <a:buFont typeface="Arial"/>
              <a:buChar char="•"/>
            </a:pPr>
            <a:r>
              <a:rPr lang="ar" sz="170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هل كان بإمكان الحكم أن يتصرف بطريقة مختلفة؟</a:t>
            </a:r>
            <a:endParaRPr lang="en-US" sz="17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lnSpc>
                <a:spcPct val="110000"/>
              </a:lnSpc>
              <a:buFont typeface="Arial"/>
              <a:buChar char="•"/>
            </a:pPr>
            <a:r>
              <a:rPr lang="ar" sz="170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هل أثّر القرار في سير المباراة؟</a:t>
            </a:r>
            <a:endParaRPr lang="en-US" sz="17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spcBef>
                <a:spcPct val="20000"/>
              </a:spcBef>
            </a:pPr>
            <a:endParaRPr lang="en-US" sz="1400">
              <a:latin typeface="Sakkal Majalla" panose="02000000000000000000" pitchFamily="2" charset="-78"/>
              <a:ea typeface="Arial" charset="0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9BBB0-79B1-6AA8-123D-32C06D291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555" y="1268760"/>
            <a:ext cx="5111751" cy="5355003"/>
          </a:xfrm>
          <a:ln>
            <a:solidFill>
              <a:srgbClr val="4472C4"/>
            </a:solidFill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rtl="1">
              <a:buNone/>
            </a:pPr>
            <a:r>
              <a:rPr lang="ar" sz="6400" b="1">
                <a:latin typeface="Sakkal Majalla" panose="02000000000000000000" pitchFamily="2" charset="-78"/>
                <a:cs typeface="Sakkal Majalla" panose="02000000000000000000" pitchFamily="2" charset="-78"/>
              </a:rPr>
              <a:t>في مجموعات:</a:t>
            </a:r>
            <a:endParaRPr lang="en-US" sz="64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None/>
            </a:pPr>
            <a:endParaRPr lang="en-GB" sz="64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r>
              <a:rPr lang="ar" sz="6400">
                <a:latin typeface="Sakkal Majalla" panose="02000000000000000000" pitchFamily="2" charset="-78"/>
                <a:cs typeface="Sakkal Majalla" panose="02000000000000000000" pitchFamily="2" charset="-78"/>
              </a:rPr>
              <a:t>اختاروا </a:t>
            </a:r>
            <a:r>
              <a:rPr lang="ar" sz="6400" b="1">
                <a:latin typeface="Sakkal Majalla" panose="02000000000000000000" pitchFamily="2" charset="-78"/>
                <a:cs typeface="Sakkal Majalla" panose="02000000000000000000" pitchFamily="2" charset="-78"/>
              </a:rPr>
              <a:t>رياضة جماعية</a:t>
            </a:r>
            <a:r>
              <a:rPr lang="ar" sz="6400">
                <a:latin typeface="Sakkal Majalla" panose="02000000000000000000" pitchFamily="2" charset="-78"/>
                <a:cs typeface="Sakkal Majalla" panose="02000000000000000000" pitchFamily="2" charset="-78"/>
              </a:rPr>
              <a:t> يعرفها جميع أعضاء المجموعة.</a:t>
            </a:r>
          </a:p>
          <a:p>
            <a:pPr marL="0" indent="0" rtl="1">
              <a:buNone/>
            </a:pPr>
            <a:endParaRPr lang="en-GB" sz="48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lnSpc>
                <a:spcPct val="110000"/>
              </a:lnSpc>
              <a:buNone/>
            </a:pPr>
            <a:r>
              <a:rPr lang="ar" sz="6400">
                <a:latin typeface="Sakkal Majalla" panose="02000000000000000000" pitchFamily="2" charset="-78"/>
                <a:cs typeface="Sakkal Majalla" panose="02000000000000000000" pitchFamily="2" charset="-78"/>
              </a:rPr>
              <a:t>توزيع الأدوار:</a:t>
            </a:r>
          </a:p>
          <a:p>
            <a:pPr marL="1028700" lvl="1" rtl="1">
              <a:lnSpc>
                <a:spcPct val="110000"/>
              </a:lnSpc>
              <a:buFont typeface="Wingdings"/>
            </a:pPr>
            <a:r>
              <a:rPr lang="ar" sz="64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اللاعبون </a:t>
            </a:r>
            <a:r>
              <a:rPr lang="ar" sz="6400">
                <a:latin typeface="Sakkal Majalla" panose="02000000000000000000" pitchFamily="2" charset="-78"/>
                <a:cs typeface="Sakkal Majalla" panose="02000000000000000000" pitchFamily="2" charset="-78"/>
              </a:rPr>
              <a:t>– يشاركون في المباراة.</a:t>
            </a:r>
            <a:endParaRPr lang="en-GB" sz="64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28700" lvl="1" rtl="1">
              <a:lnSpc>
                <a:spcPct val="110000"/>
              </a:lnSpc>
              <a:buFont typeface="Wingdings"/>
            </a:pPr>
            <a:r>
              <a:rPr lang="ar" sz="64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الحكام </a:t>
            </a:r>
            <a:r>
              <a:rPr lang="ar" sz="6400">
                <a:latin typeface="Sakkal Majalla" panose="02000000000000000000" pitchFamily="2" charset="-78"/>
                <a:cs typeface="Sakkal Majalla" panose="02000000000000000000" pitchFamily="2" charset="-78"/>
              </a:rPr>
              <a:t>– يطبقون القواعد ويتخذون القرارات.</a:t>
            </a:r>
            <a:endParaRPr lang="en-GB" sz="64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28700" lvl="1" rtl="1">
              <a:lnSpc>
                <a:spcPct val="110000"/>
              </a:lnSpc>
              <a:buFont typeface="Wingdings"/>
            </a:pPr>
            <a:r>
              <a:rPr lang="ar" sz="64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المراقبون </a:t>
            </a:r>
            <a:r>
              <a:rPr lang="ar" sz="6400">
                <a:latin typeface="Sakkal Majalla" panose="02000000000000000000" pitchFamily="2" charset="-78"/>
                <a:cs typeface="Sakkal Majalla" panose="02000000000000000000" pitchFamily="2" charset="-78"/>
              </a:rPr>
              <a:t>– يسجلون كيفية تطبيق القواعد.</a:t>
            </a:r>
            <a:endParaRPr lang="en-GB" sz="64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lvl="1" indent="0" rtl="1">
              <a:buNone/>
            </a:pPr>
            <a:endParaRPr lang="en-GB" sz="48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lvl="1" indent="0" rtl="1">
              <a:buNone/>
            </a:pPr>
            <a:r>
              <a:rPr lang="ar" sz="6400">
                <a:latin typeface="Sakkal Majalla" panose="02000000000000000000" pitchFamily="2" charset="-78"/>
                <a:cs typeface="Sakkal Majalla" panose="02000000000000000000" pitchFamily="2" charset="-78"/>
              </a:rPr>
              <a:t>نشاط المباراة المصغّرة</a:t>
            </a:r>
            <a:endParaRPr lang="en-GB" sz="64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lvl="1" indent="0" rtl="1">
              <a:buNone/>
            </a:pPr>
            <a:endParaRPr lang="en-GB" sz="48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r>
              <a:rPr lang="ar" sz="6400">
                <a:latin typeface="Sakkal Majalla" panose="02000000000000000000" pitchFamily="2" charset="-78"/>
                <a:cs typeface="Sakkal Majalla" panose="02000000000000000000" pitchFamily="2" charset="-78"/>
              </a:rPr>
              <a:t>العبوا مباراة قصيرة ومنظمة باستخدام قواعد متفق عليها.</a:t>
            </a:r>
            <a:endParaRPr lang="en-GB" sz="64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GB" sz="48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r>
              <a:rPr lang="ar" sz="6400">
                <a:latin typeface="Sakkal Majalla" panose="02000000000000000000" pitchFamily="2" charset="-78"/>
                <a:cs typeface="Sakkal Majalla" panose="02000000000000000000" pitchFamily="2" charset="-78"/>
              </a:rPr>
              <a:t>يجب على الحكام تطبيق القواعد بوضوح.</a:t>
            </a:r>
            <a:endParaRPr lang="en-GB" sz="64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GB" sz="48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lnSpc>
                <a:spcPct val="110000"/>
              </a:lnSpc>
              <a:buNone/>
            </a:pPr>
            <a:r>
              <a:rPr lang="ar" sz="6400">
                <a:latin typeface="Sakkal Majalla" panose="02000000000000000000" pitchFamily="2" charset="-78"/>
                <a:cs typeface="Sakkal Majalla" panose="02000000000000000000" pitchFamily="2" charset="-78"/>
              </a:rPr>
              <a:t>على المراقبين تسجيل</a:t>
            </a:r>
            <a:r>
              <a:rPr lang="ar" sz="6400" b="1">
                <a:latin typeface="Sakkal Majalla" panose="02000000000000000000" pitchFamily="2" charset="-78"/>
                <a:cs typeface="Sakkal Majalla" panose="02000000000000000000" pitchFamily="2" charset="-78"/>
              </a:rPr>
              <a:t> 3 أمثلة</a:t>
            </a:r>
            <a:r>
              <a:rPr lang="ar" sz="6400">
                <a:latin typeface="Sakkal Majalla" panose="02000000000000000000" pitchFamily="2" charset="-78"/>
                <a:cs typeface="Sakkal Majalla" panose="02000000000000000000" pitchFamily="2" charset="-78"/>
              </a:rPr>
              <a:t> لتطبيق صحيح لقاعدة ما، مع توضيح:</a:t>
            </a:r>
            <a:endParaRPr lang="en-GB" sz="64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28700" lvl="1" rtl="1">
              <a:lnSpc>
                <a:spcPct val="110000"/>
              </a:lnSpc>
              <a:buFont typeface="Wingdings"/>
            </a:pPr>
            <a:r>
              <a:rPr lang="ar" sz="6400">
                <a:latin typeface="Sakkal Majalla" panose="02000000000000000000" pitchFamily="2" charset="-78"/>
                <a:cs typeface="Sakkal Majalla" panose="02000000000000000000" pitchFamily="2" charset="-78"/>
              </a:rPr>
              <a:t>اسم القاعدة.</a:t>
            </a:r>
            <a:endParaRPr lang="en-GB" sz="64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28700" lvl="1" rtl="1">
              <a:lnSpc>
                <a:spcPct val="110000"/>
              </a:lnSpc>
              <a:buFont typeface="Wingdings"/>
            </a:pPr>
            <a:r>
              <a:rPr lang="ar" sz="6400">
                <a:latin typeface="Sakkal Majalla" panose="02000000000000000000" pitchFamily="2" charset="-78"/>
                <a:cs typeface="Sakkal Majalla" panose="02000000000000000000" pitchFamily="2" charset="-78"/>
              </a:rPr>
              <a:t>كيف طبّقها الحَكَم.</a:t>
            </a:r>
            <a:endParaRPr lang="en-GB" sz="64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28700" lvl="1" rtl="1">
              <a:lnSpc>
                <a:spcPct val="110000"/>
              </a:lnSpc>
              <a:buFont typeface="Wingdings"/>
            </a:pPr>
            <a:r>
              <a:rPr lang="ar" sz="6400">
                <a:latin typeface="Sakkal Majalla" panose="02000000000000000000" pitchFamily="2" charset="-78"/>
                <a:cs typeface="Sakkal Majalla" panose="02000000000000000000" pitchFamily="2" charset="-78"/>
              </a:rPr>
              <a:t>رد فعل اللاعبين.</a:t>
            </a:r>
            <a:endParaRPr lang="en-GB" sz="64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6" name="Picture 5" descr="A group of people playing football&#10;&#10;AI-generated content may be incorrect.">
            <a:extLst>
              <a:ext uri="{FF2B5EF4-FFF2-40B4-BE49-F238E27FC236}">
                <a16:creationId xmlns:a16="http://schemas.microsoft.com/office/drawing/2014/main" id="{83FEA4D9-C388-9984-66F7-0F3BF42ACE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78486" y="4476506"/>
            <a:ext cx="3196577" cy="21521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209957-6BB2-96A6-766C-7793D23D430E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979709698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0543D-4B70-E5E6-3AD9-3BBDF5B7E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48" y="1024407"/>
            <a:ext cx="2587751" cy="865648"/>
          </a:xfrm>
        </p:spPr>
        <p:txBody>
          <a:bodyPr wrap="square" rtlCol="1" anchor="b">
            <a:normAutofit/>
          </a:bodyPr>
          <a:lstStyle/>
          <a:p>
            <a:pPr rtl="1"/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مراقبة الحكام في أثناء أداء دورهم – أ4</a:t>
            </a:r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27EC632-FE7C-42AE-9901-B88EB24227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1764379"/>
              </p:ext>
            </p:extLst>
          </p:nvPr>
        </p:nvGraphicFramePr>
        <p:xfrm>
          <a:off x="430923" y="1589339"/>
          <a:ext cx="5111751" cy="4785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1" name="Picture 20" descr="A football referee with a whistle in his mouth&#10;&#10;AI-generated content may be incorrect.">
            <a:extLst>
              <a:ext uri="{FF2B5EF4-FFF2-40B4-BE49-F238E27FC236}">
                <a16:creationId xmlns:a16="http://schemas.microsoft.com/office/drawing/2014/main" id="{A2484BC3-0B13-4C30-D8FC-29764B4313A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7885" y="1946755"/>
            <a:ext cx="2219064" cy="1479159"/>
          </a:xfrm>
          <a:prstGeom prst="rect">
            <a:avLst/>
          </a:prstGeom>
        </p:spPr>
      </p:pic>
      <p:pic>
        <p:nvPicPr>
          <p:cNvPr id="22" name="Picture 21" descr="A person in a referee shirt&#10;&#10;AI-generated content may be incorrect.">
            <a:extLst>
              <a:ext uri="{FF2B5EF4-FFF2-40B4-BE49-F238E27FC236}">
                <a16:creationId xmlns:a16="http://schemas.microsoft.com/office/drawing/2014/main" id="{3A753E3C-4C50-2BE2-681B-5C3C05D57F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6934" y="3499180"/>
            <a:ext cx="2221846" cy="1483421"/>
          </a:xfrm>
          <a:prstGeom prst="rect">
            <a:avLst/>
          </a:prstGeom>
        </p:spPr>
      </p:pic>
      <p:pic>
        <p:nvPicPr>
          <p:cNvPr id="23" name="Picture 22" descr="A person wearing a tie and sunglasses&#10;&#10;AI-generated content may be incorrect.">
            <a:extLst>
              <a:ext uri="{FF2B5EF4-FFF2-40B4-BE49-F238E27FC236}">
                <a16:creationId xmlns:a16="http://schemas.microsoft.com/office/drawing/2014/main" id="{3A2FE97A-2F3C-BA6D-91BE-4A79711EA82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9885" y="4984372"/>
            <a:ext cx="2221869" cy="14790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CD3C86-2B6E-EC31-0B7A-6EFB1227DC5B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286872315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D2BA7-A934-504B-9524-E0361BB93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5392" y="1195200"/>
            <a:ext cx="3008313" cy="865648"/>
          </a:xfrm>
        </p:spPr>
        <p:txBody>
          <a:bodyPr wrap="square" rtlCol="1" anchor="b">
            <a:normAutofit/>
          </a:bodyPr>
          <a:lstStyle/>
          <a:p>
            <a:pPr rtl="1"/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جلسة مع متحدث ضيف (اختيارية) 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–</a:t>
            </a: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 أ3/أ4</a:t>
            </a:r>
            <a:endParaRPr 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154B764-C35A-24C2-FD3C-AA5CD077A7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65392" y="2470186"/>
            <a:ext cx="3008313" cy="3585654"/>
          </a:xfrm>
          <a:ln>
            <a:solidFill>
              <a:srgbClr val="4472C4"/>
            </a:solidFill>
          </a:ln>
        </p:spPr>
        <p:txBody>
          <a:bodyPr rtlCol="1"/>
          <a:lstStyle/>
          <a:p>
            <a:pPr rtl="1"/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حضّر ثلاثة أسئلة عميقة تود أن تطرحها على المتحدث.</a:t>
            </a:r>
            <a:br>
              <a:rPr lang="en-US" sz="18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ركّز على مجالات مثل:</a:t>
            </a:r>
            <a:endParaRPr lang="en-US" sz="18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buFont typeface="Arial"/>
              <a:buChar char="•"/>
            </a:pP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كيف تحافظ على هدوئك عندما يعترض اللاعبون أو المدربون على القرارات؟</a:t>
            </a:r>
          </a:p>
          <a:p>
            <a:pPr marL="285750" indent="-285750" rtl="1">
              <a:buFont typeface="Arial"/>
              <a:buChar char="•"/>
            </a:pP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ما أصعب جانب في دورك؟</a:t>
            </a:r>
          </a:p>
          <a:p>
            <a:pPr marL="285750" indent="-285750" rtl="1">
              <a:buFont typeface="Arial"/>
              <a:buChar char="•"/>
            </a:pP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كيف تواكب التغييرات في القواعد؟</a:t>
            </a:r>
          </a:p>
          <a:p>
            <a:pPr rtl="1"/>
            <a:endParaRPr 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8A50A-2AEE-A79C-3948-4ADBD0FE7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226" y="1414540"/>
            <a:ext cx="5269902" cy="4785395"/>
          </a:xfrm>
        </p:spPr>
        <p:txBody>
          <a:bodyPr wrap="square" rtlCol="1" anchor="t">
            <a:normAutofit/>
          </a:bodyPr>
          <a:lstStyle/>
          <a:p>
            <a:pPr rtl="1">
              <a:spcBef>
                <a:spcPts val="0"/>
              </a:spcBef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مجالات أساسية للاستماع إليها:</a:t>
            </a: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spcBef>
                <a:spcPts val="0"/>
              </a:spcBef>
            </a:pPr>
            <a:endParaRPr lang="en-GB" sz="20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spcBef>
                <a:spcPts val="0"/>
              </a:spcBef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معلومات أساسية: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ما الرياضة التي يُديرها </a:t>
            </a:r>
            <a:br>
              <a:rPr lang="ar-EG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الحَكَم؟ وكيف كانت بدايته؟</a:t>
            </a: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spcBef>
                <a:spcPts val="0"/>
              </a:spcBef>
            </a:pP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spcBef>
                <a:spcPts val="0"/>
              </a:spcBef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المواقف التي واجهها: 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القرارات الصعبة </a:t>
            </a:r>
            <a:br>
              <a:rPr lang="ar-EG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أو المثيرة للجدل التي اتخذها.</a:t>
            </a:r>
          </a:p>
          <a:p>
            <a:pPr rtl="1">
              <a:spcBef>
                <a:spcPts val="0"/>
              </a:spcBef>
            </a:pPr>
            <a:endParaRPr lang="en-GB" sz="20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spcBef>
                <a:spcPts val="0"/>
              </a:spcBef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الضغط: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كيف يطبق القواعد في اللحظات الحاسمة.</a:t>
            </a: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spcBef>
                <a:spcPts val="0"/>
              </a:spcBef>
            </a:pPr>
            <a:endParaRPr lang="en-GB" sz="20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spcBef>
                <a:spcPts val="0"/>
              </a:spcBef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النصائح: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ما الإرشادات التي ينصح بها ليكون الحَكَم واثقًا، وعادلًا، ويحظى بالاحترام؟</a:t>
            </a: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5" name="Picture 4" descr="A group of question marks with a glowing exclamation mark&#10;&#10;AI-generated content may be incorrect.">
            <a:extLst>
              <a:ext uri="{FF2B5EF4-FFF2-40B4-BE49-F238E27FC236}">
                <a16:creationId xmlns:a16="http://schemas.microsoft.com/office/drawing/2014/main" id="{BD3E85B3-4623-DB9E-A3A6-BBC359A91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" y="1076157"/>
            <a:ext cx="1974606" cy="19746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589B7C-242F-AFD3-F5C3-8FC15C0E2208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709260787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EBD14-D7BA-8AE0-4D14-3E6CC4584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wrap="square" rtlCol="1" anchor="ctr">
            <a:normAutofit/>
          </a:bodyPr>
          <a:lstStyle/>
          <a:p>
            <a:pPr rtl="1"/>
            <a:r>
              <a:rPr lang="ar" sz="2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راجع وفكِّر مليًّا – أ1 – أ4</a:t>
            </a:r>
            <a:endParaRPr lang="en-US" sz="24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C78B4-017B-0BD3-906B-11FBC11A1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8683" y="2196000"/>
            <a:ext cx="4003460" cy="3968842"/>
          </a:xfrm>
          <a:ln>
            <a:solidFill>
              <a:srgbClr val="4472C4"/>
            </a:solidFill>
          </a:ln>
        </p:spPr>
        <p:txBody>
          <a:bodyPr wrap="square" rtlCol="1" anchor="t">
            <a:normAutofit/>
          </a:bodyPr>
          <a:lstStyle/>
          <a:p>
            <a:pPr marL="0" indent="0" rtl="1">
              <a:lnSpc>
                <a:spcPct val="90000"/>
              </a:lnSpc>
              <a:buNone/>
            </a:pPr>
            <a:r>
              <a:rPr lang="ar" sz="1900">
                <a:latin typeface="Sakkal Majalla" panose="02000000000000000000" pitchFamily="2" charset="-78"/>
                <a:cs typeface="Sakkal Majalla" panose="02000000000000000000" pitchFamily="2" charset="-78"/>
              </a:rPr>
              <a:t>فكّر في:</a:t>
            </a:r>
          </a:p>
          <a:p>
            <a:pPr marL="0" indent="0" rtl="1">
              <a:buNone/>
            </a:pPr>
            <a:endParaRPr lang="en-GB" sz="19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1900">
                <a:latin typeface="Sakkal Majalla" panose="02000000000000000000" pitchFamily="2" charset="-78"/>
                <a:cs typeface="Sakkal Majalla" panose="02000000000000000000" pitchFamily="2" charset="-78"/>
              </a:rPr>
              <a:t>ما القاعدة أو القانون الذي كان مفاجئًا أو جديدًا لك؟</a:t>
            </a:r>
          </a:p>
          <a:p>
            <a:pPr rtl="1"/>
            <a:endParaRPr lang="en-GB" sz="19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1900">
                <a:latin typeface="Sakkal Majalla" panose="02000000000000000000" pitchFamily="2" charset="-78"/>
                <a:cs typeface="Sakkal Majalla" panose="02000000000000000000" pitchFamily="2" charset="-78"/>
              </a:rPr>
              <a:t>ما الذي يميز الحَكَم الجيد عن الحَكَم العادي؟</a:t>
            </a:r>
            <a:endParaRPr lang="en-GB" sz="19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 sz="19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1900">
                <a:latin typeface="Sakkal Majalla" panose="02000000000000000000" pitchFamily="2" charset="-78"/>
                <a:cs typeface="Sakkal Majalla" panose="02000000000000000000" pitchFamily="2" charset="-78"/>
              </a:rPr>
              <a:t>كيف يجعل التطبيق العادل للقواعد الرياضة أكثر متعة أو أمانًا أو عدلًا؟</a:t>
            </a:r>
            <a:endParaRPr lang="en-GB" sz="19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 sz="19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1900">
                <a:latin typeface="Sakkal Majalla" panose="02000000000000000000" pitchFamily="2" charset="-78"/>
                <a:cs typeface="Sakkal Majalla" panose="02000000000000000000" pitchFamily="2" charset="-78"/>
              </a:rPr>
              <a:t>ما مدى أهمية التواصل عند تطبيق القواعد؟</a:t>
            </a:r>
            <a:endParaRPr lang="en-GB" sz="19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90000"/>
              </a:lnSpc>
            </a:pP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lnSpc>
                <a:spcPct val="90000"/>
              </a:lnSpc>
              <a:buNone/>
            </a:pP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90000"/>
              </a:lnSpc>
            </a:pP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EBD90C-E2F5-1FFF-F30C-B30AACDACF12}"/>
              </a:ext>
            </a:extLst>
          </p:cNvPr>
          <p:cNvSpPr txBox="1"/>
          <p:nvPr/>
        </p:nvSpPr>
        <p:spPr>
          <a:xfrm>
            <a:off x="458493" y="2195592"/>
            <a:ext cx="3848745" cy="2862322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اكتب فقرة تأملية قصيرة تُلخّص ما تعلمته عن:</a:t>
            </a:r>
            <a:endParaRPr 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buFont typeface="Arial"/>
              <a:buChar char="•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القواعد والقوانين واللوائح (أ1)</a:t>
            </a:r>
          </a:p>
          <a:p>
            <a:pPr marL="285750" indent="-285750" rtl="1">
              <a:buFont typeface="Arial"/>
              <a:buChar char="•"/>
            </a:pP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buFont typeface="Arial"/>
              <a:buChar char="•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أنواع الحكام (أ2)</a:t>
            </a:r>
          </a:p>
          <a:p>
            <a:pPr marL="285750" indent="-285750" rtl="1">
              <a:buFont typeface="Arial"/>
              <a:buChar char="•"/>
            </a:pP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buFont typeface="Arial"/>
              <a:buChar char="•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أدوار المسؤولين ومسؤولياتهم (أ3)</a:t>
            </a: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buFont typeface="Arial"/>
              <a:buChar char="•"/>
            </a:pP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buFont typeface="Arial"/>
              <a:buChar char="•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كيفية تطبيق القواعد عمليًا (أ4)</a:t>
            </a: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l" rtl="1"/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8131A3-E19A-9C57-223E-7F28D1B5F130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94782462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70967-F83A-9321-32D7-B525CD97A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3394CA97-0696-4599-4A2B-9E038A222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8486" y="1195200"/>
            <a:ext cx="3008313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>
              <a:spcAft>
                <a:spcPts val="600"/>
              </a:spcAft>
            </a:pPr>
            <a:endParaRPr lang="en-US" altLang="en-US" sz="2000" b="1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B4896E5-6DF3-7E37-5EB6-974AE8DDB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0791" y="1195200"/>
            <a:ext cx="3321749" cy="5265832"/>
          </a:xfrm>
          <a:solidFill>
            <a:schemeClr val="accent5"/>
          </a:solidFill>
        </p:spPr>
        <p:txBody>
          <a:bodyPr rtlCol="1"/>
          <a:lstStyle/>
          <a:p>
            <a:pPr algn="ctr" rtl="1"/>
            <a:r>
              <a:rPr lang="ar" sz="24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نتاج التعلم ب</a:t>
            </a:r>
          </a:p>
          <a:p>
            <a:pPr algn="ctr" rtl="1"/>
            <a:endParaRPr lang="en-US" altLang="en-US" sz="2400" b="1" dirty="0">
              <a:solidFill>
                <a:schemeClr val="tx2"/>
              </a:solidFill>
              <a:latin typeface="Sakkal Majalla" panose="02000000000000000000" pitchFamily="2" charset="-78"/>
              <a:ea typeface="Open Sans"/>
              <a:cs typeface="Sakkal Majalla" panose="02000000000000000000" pitchFamily="2" charset="-78"/>
            </a:endParaRPr>
          </a:p>
          <a:p>
            <a:pPr rtl="1"/>
            <a:r>
              <a:rPr lang="ar" sz="2400" dirty="0">
                <a:latin typeface="Sakkal Majalla" panose="02000000000000000000" pitchFamily="2" charset="-78"/>
                <a:ea typeface="Open Sans"/>
                <a:cs typeface="Sakkal Majalla" panose="02000000000000000000" pitchFamily="2" charset="-78"/>
              </a:rPr>
              <a:t>معرفة المهارات والأساليب والتكتيكات اللازمة لممارسة بعض الرياضات المُختارة</a:t>
            </a:r>
          </a:p>
          <a:p>
            <a:pPr rtl="1"/>
            <a:endParaRPr lang="en-US" altLang="en-US" sz="2000" b="1" dirty="0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76D6D7C-D6B9-8F7B-9A60-8139BAB5213D}"/>
              </a:ext>
            </a:extLst>
          </p:cNvPr>
          <p:cNvSpPr/>
          <p:nvPr/>
        </p:nvSpPr>
        <p:spPr>
          <a:xfrm>
            <a:off x="457201" y="1433556"/>
            <a:ext cx="5111751" cy="1006615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Rectangle 3" descr="Tick">
            <a:extLst>
              <a:ext uri="{FF2B5EF4-FFF2-40B4-BE49-F238E27FC236}">
                <a16:creationId xmlns:a16="http://schemas.microsoft.com/office/drawing/2014/main" id="{D3EECE66-5C32-CA10-5E01-EC14905E0F43}"/>
              </a:ext>
            </a:extLst>
          </p:cNvPr>
          <p:cNvSpPr/>
          <p:nvPr/>
        </p:nvSpPr>
        <p:spPr>
          <a:xfrm>
            <a:off x="4766515" y="1660044"/>
            <a:ext cx="553638" cy="553638"/>
          </a:xfrm>
          <a:prstGeom prst="rect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23A9B6-76BD-AE3B-5F6E-6A862B00F184}"/>
              </a:ext>
            </a:extLst>
          </p:cNvPr>
          <p:cNvSpPr/>
          <p:nvPr/>
        </p:nvSpPr>
        <p:spPr>
          <a:xfrm>
            <a:off x="474173" y="1433556"/>
            <a:ext cx="3949110" cy="1006615"/>
          </a:xfrm>
          <a:custGeom>
            <a:avLst/>
            <a:gdLst>
              <a:gd name="connsiteX0" fmla="*/ 0 w 3949110"/>
              <a:gd name="connsiteY0" fmla="*/ 0 h 1006615"/>
              <a:gd name="connsiteX1" fmla="*/ 3949110 w 3949110"/>
              <a:gd name="connsiteY1" fmla="*/ 0 h 1006615"/>
              <a:gd name="connsiteX2" fmla="*/ 3949110 w 3949110"/>
              <a:gd name="connsiteY2" fmla="*/ 1006615 h 1006615"/>
              <a:gd name="connsiteX3" fmla="*/ 0 w 3949110"/>
              <a:gd name="connsiteY3" fmla="*/ 1006615 h 1006615"/>
              <a:gd name="connsiteX4" fmla="*/ 0 w 3949110"/>
              <a:gd name="connsiteY4" fmla="*/ 0 h 100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49110" h="1006615">
                <a:moveTo>
                  <a:pt x="0" y="0"/>
                </a:moveTo>
                <a:lnTo>
                  <a:pt x="3949110" y="0"/>
                </a:lnTo>
                <a:lnTo>
                  <a:pt x="3949110" y="1006615"/>
                </a:lnTo>
                <a:lnTo>
                  <a:pt x="0" y="10066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533" tIns="106533" rIns="106533" bIns="106533" numCol="1" spcCol="1270" rtlCol="1" anchor="ctr" anchorCtr="0">
            <a:noAutofit/>
          </a:bodyPr>
          <a:lstStyle/>
          <a:p>
            <a:pPr marL="0" lvl="0" indent="0" algn="r" defTabSz="8890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b="1" kern="1200" dirty="0">
                <a:latin typeface="Arial"/>
                <a:cs typeface="Arial"/>
              </a:rPr>
              <a:t>مجالات المحتوى الرئيسة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88AAACC-A149-D9CE-58AA-FD8D8152C25D}"/>
              </a:ext>
            </a:extLst>
          </p:cNvPr>
          <p:cNvSpPr/>
          <p:nvPr/>
        </p:nvSpPr>
        <p:spPr>
          <a:xfrm>
            <a:off x="457201" y="2691825"/>
            <a:ext cx="5111751" cy="1006615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 descr="Target with solid fill">
            <a:extLst>
              <a:ext uri="{FF2B5EF4-FFF2-40B4-BE49-F238E27FC236}">
                <a16:creationId xmlns:a16="http://schemas.microsoft.com/office/drawing/2014/main" id="{2349FDA6-66D0-482B-D44F-2B1B09F327B5}"/>
              </a:ext>
            </a:extLst>
          </p:cNvPr>
          <p:cNvSpPr/>
          <p:nvPr/>
        </p:nvSpPr>
        <p:spPr>
          <a:xfrm>
            <a:off x="4720718" y="2885455"/>
            <a:ext cx="553638" cy="553638"/>
          </a:xfrm>
          <a:prstGeom prst="rect">
            <a:avLst/>
          </a:pr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a:blipFill>
          <a:ln>
            <a:solidFill>
              <a:srgbClr val="CDCDDE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839F2DF-6D9E-904C-4573-E8A08D974CF6}"/>
              </a:ext>
            </a:extLst>
          </p:cNvPr>
          <p:cNvSpPr/>
          <p:nvPr/>
        </p:nvSpPr>
        <p:spPr>
          <a:xfrm>
            <a:off x="474173" y="2691825"/>
            <a:ext cx="3949110" cy="1006615"/>
          </a:xfrm>
          <a:custGeom>
            <a:avLst/>
            <a:gdLst>
              <a:gd name="connsiteX0" fmla="*/ 0 w 3949110"/>
              <a:gd name="connsiteY0" fmla="*/ 0 h 1006615"/>
              <a:gd name="connsiteX1" fmla="*/ 3949110 w 3949110"/>
              <a:gd name="connsiteY1" fmla="*/ 0 h 1006615"/>
              <a:gd name="connsiteX2" fmla="*/ 3949110 w 3949110"/>
              <a:gd name="connsiteY2" fmla="*/ 1006615 h 1006615"/>
              <a:gd name="connsiteX3" fmla="*/ 0 w 3949110"/>
              <a:gd name="connsiteY3" fmla="*/ 1006615 h 1006615"/>
              <a:gd name="connsiteX4" fmla="*/ 0 w 3949110"/>
              <a:gd name="connsiteY4" fmla="*/ 0 h 100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49110" h="1006615">
                <a:moveTo>
                  <a:pt x="0" y="0"/>
                </a:moveTo>
                <a:lnTo>
                  <a:pt x="3949110" y="0"/>
                </a:lnTo>
                <a:lnTo>
                  <a:pt x="3949110" y="1006615"/>
                </a:lnTo>
                <a:lnTo>
                  <a:pt x="0" y="10066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533" tIns="106533" rIns="106533" bIns="106533" numCol="1" spcCol="1270" rtlCol="1" anchor="ctr" anchorCtr="0">
            <a:noAutofit/>
          </a:bodyPr>
          <a:lstStyle/>
          <a:p>
            <a:pPr marL="0" lvl="0" indent="0" algn="r" defTabSz="8890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b="1" kern="1200">
                <a:latin typeface="Arial"/>
                <a:ea typeface="Open Sans"/>
                <a:cs typeface="Arial"/>
              </a:rPr>
              <a:t>ب1</a:t>
            </a:r>
            <a:r>
              <a:rPr lang="ar" sz="2000" b="0" kern="1200">
                <a:latin typeface="Arial"/>
                <a:ea typeface="Calibri"/>
                <a:cs typeface="Arial"/>
              </a:rPr>
              <a:t> </a:t>
            </a:r>
            <a:r>
              <a:rPr lang="ar" sz="2000" b="0" kern="1200">
                <a:latin typeface="Arial"/>
                <a:ea typeface="Open Sans"/>
                <a:cs typeface="Arial"/>
              </a:rPr>
              <a:t>المهارات اللازمة لأداء إحدى الرياضات </a:t>
            </a:r>
            <a:endParaRPr lang="en-US" sz="2000" b="0" kern="1200">
              <a:latin typeface="Arial"/>
              <a:ea typeface="Open Sans"/>
              <a:cs typeface="Arial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03D7A94-A5DA-0626-C475-4DAE405DDC92}"/>
              </a:ext>
            </a:extLst>
          </p:cNvPr>
          <p:cNvSpPr/>
          <p:nvPr/>
        </p:nvSpPr>
        <p:spPr>
          <a:xfrm>
            <a:off x="457201" y="3950094"/>
            <a:ext cx="5111751" cy="1006615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 descr="Clipboard with solid fill">
            <a:extLst>
              <a:ext uri="{FF2B5EF4-FFF2-40B4-BE49-F238E27FC236}">
                <a16:creationId xmlns:a16="http://schemas.microsoft.com/office/drawing/2014/main" id="{5FE92573-9BD4-BB80-856A-6F9172149776}"/>
              </a:ext>
            </a:extLst>
          </p:cNvPr>
          <p:cNvSpPr/>
          <p:nvPr/>
        </p:nvSpPr>
        <p:spPr>
          <a:xfrm>
            <a:off x="4766515" y="4176582"/>
            <a:ext cx="553638" cy="553638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a:blipFill>
          <a:ln>
            <a:solidFill>
              <a:srgbClr val="CDCDDE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571796-897C-DE3C-8241-F9DF2A82E0C4}"/>
              </a:ext>
            </a:extLst>
          </p:cNvPr>
          <p:cNvSpPr/>
          <p:nvPr/>
        </p:nvSpPr>
        <p:spPr>
          <a:xfrm>
            <a:off x="474173" y="3950094"/>
            <a:ext cx="3949110" cy="1006615"/>
          </a:xfrm>
          <a:custGeom>
            <a:avLst/>
            <a:gdLst>
              <a:gd name="connsiteX0" fmla="*/ 0 w 3949110"/>
              <a:gd name="connsiteY0" fmla="*/ 0 h 1006615"/>
              <a:gd name="connsiteX1" fmla="*/ 3949110 w 3949110"/>
              <a:gd name="connsiteY1" fmla="*/ 0 h 1006615"/>
              <a:gd name="connsiteX2" fmla="*/ 3949110 w 3949110"/>
              <a:gd name="connsiteY2" fmla="*/ 1006615 h 1006615"/>
              <a:gd name="connsiteX3" fmla="*/ 0 w 3949110"/>
              <a:gd name="connsiteY3" fmla="*/ 1006615 h 1006615"/>
              <a:gd name="connsiteX4" fmla="*/ 0 w 3949110"/>
              <a:gd name="connsiteY4" fmla="*/ 0 h 100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49110" h="1006615">
                <a:moveTo>
                  <a:pt x="0" y="0"/>
                </a:moveTo>
                <a:lnTo>
                  <a:pt x="3949110" y="0"/>
                </a:lnTo>
                <a:lnTo>
                  <a:pt x="3949110" y="1006615"/>
                </a:lnTo>
                <a:lnTo>
                  <a:pt x="0" y="10066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533" tIns="106533" rIns="106533" bIns="106533" numCol="1" spcCol="1270" rtlCol="1" anchor="ctr" anchorCtr="0">
            <a:noAutofit/>
          </a:bodyPr>
          <a:lstStyle/>
          <a:p>
            <a:pPr marL="0" lvl="0" indent="0" algn="r" defTabSz="8890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b="1" kern="1200">
                <a:latin typeface="Arial"/>
                <a:ea typeface="Open Sans"/>
                <a:cs typeface="Arial"/>
              </a:rPr>
              <a:t>ب2</a:t>
            </a:r>
            <a:r>
              <a:rPr lang="ar" sz="2000" b="0" kern="1200">
                <a:latin typeface="Arial"/>
                <a:ea typeface="Calibri"/>
                <a:cs typeface="Arial"/>
              </a:rPr>
              <a:t> </a:t>
            </a:r>
            <a:r>
              <a:rPr lang="ar" sz="2000" b="0" kern="1200">
                <a:latin typeface="Arial"/>
                <a:ea typeface="Open Sans"/>
                <a:cs typeface="Arial"/>
              </a:rPr>
              <a:t>التقنيات اللازمة لكل مهارة </a:t>
            </a:r>
            <a:endParaRPr lang="en-US" sz="2000" b="0" kern="1200">
              <a:latin typeface="Arial"/>
              <a:ea typeface="Open Sans"/>
              <a:cs typeface="Arial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EDBE0F6-A0D4-372F-59FC-60071403C3E1}"/>
              </a:ext>
            </a:extLst>
          </p:cNvPr>
          <p:cNvSpPr/>
          <p:nvPr/>
        </p:nvSpPr>
        <p:spPr>
          <a:xfrm>
            <a:off x="457201" y="5208363"/>
            <a:ext cx="5111751" cy="1006615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 descr="Users with solid fill">
            <a:extLst>
              <a:ext uri="{FF2B5EF4-FFF2-40B4-BE49-F238E27FC236}">
                <a16:creationId xmlns:a16="http://schemas.microsoft.com/office/drawing/2014/main" id="{ABE5E1DE-1FEB-5BD8-9B83-EA5E982737CF}"/>
              </a:ext>
            </a:extLst>
          </p:cNvPr>
          <p:cNvSpPr/>
          <p:nvPr/>
        </p:nvSpPr>
        <p:spPr>
          <a:xfrm>
            <a:off x="4766515" y="5434852"/>
            <a:ext cx="553638" cy="553638"/>
          </a:xfrm>
          <a:prstGeom prst="rect">
            <a:avLst/>
          </a:pr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a:blipFill>
          <a:ln>
            <a:solidFill>
              <a:srgbClr val="CDCDDE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72030D4-F891-3CBA-E01E-4DD8F6F9F76F}"/>
              </a:ext>
            </a:extLst>
          </p:cNvPr>
          <p:cNvSpPr/>
          <p:nvPr/>
        </p:nvSpPr>
        <p:spPr>
          <a:xfrm>
            <a:off x="474173" y="5208363"/>
            <a:ext cx="3949110" cy="1006615"/>
          </a:xfrm>
          <a:custGeom>
            <a:avLst/>
            <a:gdLst>
              <a:gd name="connsiteX0" fmla="*/ 0 w 3949110"/>
              <a:gd name="connsiteY0" fmla="*/ 0 h 1006615"/>
              <a:gd name="connsiteX1" fmla="*/ 3949110 w 3949110"/>
              <a:gd name="connsiteY1" fmla="*/ 0 h 1006615"/>
              <a:gd name="connsiteX2" fmla="*/ 3949110 w 3949110"/>
              <a:gd name="connsiteY2" fmla="*/ 1006615 h 1006615"/>
              <a:gd name="connsiteX3" fmla="*/ 0 w 3949110"/>
              <a:gd name="connsiteY3" fmla="*/ 1006615 h 1006615"/>
              <a:gd name="connsiteX4" fmla="*/ 0 w 3949110"/>
              <a:gd name="connsiteY4" fmla="*/ 0 h 100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49110" h="1006615">
                <a:moveTo>
                  <a:pt x="0" y="0"/>
                </a:moveTo>
                <a:lnTo>
                  <a:pt x="3949110" y="0"/>
                </a:lnTo>
                <a:lnTo>
                  <a:pt x="3949110" y="1006615"/>
                </a:lnTo>
                <a:lnTo>
                  <a:pt x="0" y="10066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533" tIns="106533" rIns="106533" bIns="106533" numCol="1" spcCol="1270" rtlCol="1" anchor="ctr" anchorCtr="0">
            <a:noAutofit/>
          </a:bodyPr>
          <a:lstStyle/>
          <a:p>
            <a:pPr marL="0" lvl="0" indent="0" algn="r" defTabSz="8890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b="1" kern="1200">
                <a:latin typeface="Arial"/>
                <a:ea typeface="Open Sans"/>
                <a:cs typeface="Arial"/>
              </a:rPr>
              <a:t>ب3</a:t>
            </a:r>
            <a:r>
              <a:rPr lang="ar" sz="2000" b="0" kern="1200">
                <a:latin typeface="Arial"/>
                <a:ea typeface="Calibri"/>
                <a:cs typeface="Arial"/>
              </a:rPr>
              <a:t> </a:t>
            </a:r>
            <a:r>
              <a:rPr lang="ar" sz="2000" b="0" kern="1200">
                <a:latin typeface="Arial"/>
                <a:ea typeface="Open Sans"/>
                <a:cs typeface="Arial"/>
              </a:rPr>
              <a:t>المتطلبات التكتيكية اللازمة لممارسة الرياضة</a:t>
            </a:r>
            <a:endParaRPr lang="en-US" sz="2000" b="0" kern="1200">
              <a:latin typeface="Arial"/>
              <a:ea typeface="Open Sans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B574BE-7E94-5F14-3459-A20C425D0D36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08072507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0E51C-6274-794D-9B1B-55F32283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258" y="875266"/>
            <a:ext cx="4726230" cy="863600"/>
          </a:xfrm>
        </p:spPr>
        <p:txBody>
          <a:bodyPr rtlCol="1"/>
          <a:lstStyle/>
          <a:p>
            <a:pPr rtl="1"/>
            <a:r>
              <a:rPr lang="ar" sz="2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 المهارة في الرياضة؟ - ب1 </a:t>
            </a:r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B1C63-F430-C277-DF6B-0F8F814AA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4295" y="2398989"/>
            <a:ext cx="8598979" cy="3768126"/>
          </a:xfrm>
        </p:spPr>
        <p:txBody>
          <a:bodyPr rtlCol="1"/>
          <a:lstStyle/>
          <a:p>
            <a:pPr marL="0" indent="0" rtl="1">
              <a:buNone/>
            </a:pP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يمكن تصنيف المهارات إلى:</a:t>
            </a:r>
            <a:endParaRPr lang="en-GB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GB" sz="1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r>
              <a:rPr lang="ar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أساسية أو معقدة</a:t>
            </a:r>
            <a:endParaRPr lang="en-GB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28700" lvl="1" rtl="1">
              <a:buFont typeface="Wingdings"/>
              <a:buChar char="§"/>
            </a:pPr>
            <a:r>
              <a:rPr lang="ar" sz="1800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المهارات الأساسية:</a:t>
            </a: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بسيطة، وتستلزم قرارات محدودة (مثل: الجري الخفيف).</a:t>
            </a:r>
          </a:p>
          <a:p>
            <a:pPr marL="1028700" lvl="1" rtl="1">
              <a:buFont typeface="Wingdings"/>
              <a:buChar char="§"/>
            </a:pPr>
            <a:r>
              <a:rPr lang="ar" sz="1800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المهارات المعقدة:</a:t>
            </a: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تستلزم قرارات عديدة وتنسيقًا عاليًا (مثل: ركلة عكسية في كرة القدم).</a:t>
            </a:r>
          </a:p>
          <a:p>
            <a:pPr marL="0" indent="0" rtl="1">
              <a:buNone/>
            </a:pPr>
            <a:r>
              <a:rPr lang="ar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مفتوحة أم مغلقة</a:t>
            </a:r>
            <a:endParaRPr lang="en-GB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28700" lvl="1" rtl="1">
              <a:buFont typeface="Wingdings"/>
              <a:buChar char="§"/>
            </a:pPr>
            <a:r>
              <a:rPr lang="ar" sz="1800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مفتوحة:</a:t>
            </a: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تتأثر بالبيئة أو المنافسين (مثل: التمرير في كرة القدم).</a:t>
            </a:r>
          </a:p>
          <a:p>
            <a:pPr marL="1028700" lvl="1" rtl="1">
              <a:buFont typeface="Wingdings"/>
              <a:buChar char="§"/>
            </a:pPr>
            <a:r>
              <a:rPr lang="ar" sz="1800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مغلقة:</a:t>
            </a: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تُؤدى بالطريقة نفسها في كل مرة (مثل: الرمية الحرة).</a:t>
            </a:r>
          </a:p>
          <a:p>
            <a:pPr marL="0" indent="0" rtl="1">
              <a:buNone/>
            </a:pPr>
            <a:r>
              <a:rPr lang="ar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دقيقة أو كبرى</a:t>
            </a:r>
            <a:endParaRPr lang="en-GB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28700" lvl="1" rtl="1">
              <a:buFont typeface="Wingdings"/>
              <a:buChar char="§"/>
            </a:pPr>
            <a:r>
              <a:rPr lang="ar" sz="1800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دقيقة:</a:t>
            </a: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حركات صغيرة تستلزم دقة عالية (مثل: رمية السهام).</a:t>
            </a:r>
          </a:p>
          <a:p>
            <a:pPr marL="1028700" lvl="1" rtl="1">
              <a:buFont typeface="Wingdings"/>
              <a:buChar char="§"/>
            </a:pPr>
            <a:r>
              <a:rPr lang="ar" sz="1800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كبرى:</a:t>
            </a: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تعتمد على مجموعات عضلية كبيرة (مثل: العدو السريع).</a:t>
            </a:r>
          </a:p>
          <a:p>
            <a:pPr marL="0" indent="0" rtl="1">
              <a:buNone/>
            </a:pP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6F8628-77C2-5B43-AD70-DD8DC1E67719}"/>
              </a:ext>
            </a:extLst>
          </p:cNvPr>
          <p:cNvSpPr txBox="1"/>
          <p:nvPr/>
        </p:nvSpPr>
        <p:spPr>
          <a:xfrm>
            <a:off x="768458" y="1711270"/>
            <a:ext cx="80048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هي القدرة على أداء حركة أو فعل ما بسيطرة ودقة بهدف تلبية متطلبات الرياضة.</a:t>
            </a:r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A3784D-379D-A7CA-FAC8-730F36979850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384931620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B9406-2B55-BCB4-78F5-7AAED8F7D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3640" y="633386"/>
            <a:ext cx="4726041" cy="865648"/>
          </a:xfrm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كيف تدعم التقنية المهارة- ب2</a:t>
            </a:r>
            <a:endParaRPr 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43D34165-EE32-EA0B-2F57-844853F40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538" y="1673065"/>
            <a:ext cx="8605327" cy="4785395"/>
          </a:xfrm>
        </p:spPr>
        <p:txBody>
          <a:bodyPr rtlCol="1"/>
          <a:lstStyle/>
          <a:p>
            <a:pPr rtl="1"/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ما التقنية؟</a:t>
            </a:r>
            <a:br>
              <a:rPr lang="en-GB" sz="1800" b="1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sz="18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التقنية = </a:t>
            </a:r>
            <a:r>
              <a:rPr lang="ar" sz="1800" b="1">
                <a:latin typeface="Sakkal Majalla" panose="02000000000000000000" pitchFamily="2" charset="-78"/>
                <a:cs typeface="Sakkal Majalla" panose="02000000000000000000" pitchFamily="2" charset="-78"/>
              </a:rPr>
              <a:t>كيفية</a:t>
            </a: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 أداء المهارة (وضعية الجسم، ونمط الحركة، والتوقيت).</a:t>
            </a: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 sz="18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ما أهمية التقنية؟</a:t>
            </a: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br>
              <a:rPr lang="en-GB" sz="1800" b="1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800" b="1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0B835-F3EE-9297-E416-62581C7905C1}"/>
              </a:ext>
            </a:extLst>
          </p:cNvPr>
          <p:cNvSpPr txBox="1"/>
          <p:nvPr/>
        </p:nvSpPr>
        <p:spPr>
          <a:xfrm>
            <a:off x="5204142" y="3528231"/>
            <a:ext cx="3660540" cy="26284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>
              <a:spcBef>
                <a:spcPct val="20000"/>
              </a:spcBef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تُحسّن التقنية الجيدة من:</a:t>
            </a:r>
          </a:p>
          <a:p>
            <a:pPr rtl="1">
              <a:spcBef>
                <a:spcPct val="20000"/>
              </a:spcBef>
            </a:pPr>
            <a:br>
              <a:rPr lang="en-GB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-الدقة 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- إذ توفر تحكمًا أكبر (مثل: التمرير الدقيق في كرة القدم).</a:t>
            </a:r>
            <a:br>
              <a:rPr lang="en-GB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sz="14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spcBef>
                <a:spcPct val="20000"/>
              </a:spcBef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-الكفاءة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 - إذ تستهلك طاقة أو حركة أقل.</a:t>
            </a:r>
            <a:br>
              <a:rPr lang="en-GB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sz="14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spcBef>
                <a:spcPct val="20000"/>
              </a:spcBef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-السلامة - 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إذ تقلل من خطر الإصابة (مثل: الوضع الصحيح في رفع الأثقال).</a:t>
            </a:r>
          </a:p>
        </p:txBody>
      </p:sp>
      <p:pic>
        <p:nvPicPr>
          <p:cNvPr id="5" name="Picture 4" descr="A person jumping over a pole&#10;&#10;AI-generated content may be incorrect.">
            <a:extLst>
              <a:ext uri="{FF2B5EF4-FFF2-40B4-BE49-F238E27FC236}">
                <a16:creationId xmlns:a16="http://schemas.microsoft.com/office/drawing/2014/main" id="{8578D5A8-A8B3-0884-2FFE-8BDD766C57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135" y="2924621"/>
            <a:ext cx="5052506" cy="33687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1E843D-0B24-0F1B-CE41-E5595BD18C21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788859655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95462-0B38-8464-7564-C3E899F2D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algn="r" rtl="1">
              <a:lnSpc>
                <a:spcPct val="90000"/>
              </a:lnSpc>
            </a:pPr>
            <a:r>
              <a:rPr lang="ar" sz="2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إظهار المهارات عمليًا- ب1/ب2</a:t>
            </a:r>
            <a:endParaRPr lang="en-US" sz="24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BD5605-5866-5F14-7205-6CC4B8A2F1F5}"/>
              </a:ext>
            </a:extLst>
          </p:cNvPr>
          <p:cNvSpPr txBox="1"/>
          <p:nvPr/>
        </p:nvSpPr>
        <p:spPr bwMode="auto">
          <a:xfrm>
            <a:off x="4662576" y="2052227"/>
            <a:ext cx="4027487" cy="402410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342900" indent="-342900" rtl="1">
              <a:spcBef>
                <a:spcPct val="20000"/>
              </a:spcBef>
              <a:buFont typeface="Wingdings" pitchFamily="2" charset="2"/>
              <a:buChar char="§"/>
            </a:pPr>
            <a:r>
              <a:rPr lang="ar" sz="2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المراقبون:</a:t>
            </a:r>
            <a:r>
              <a:rPr lang="ar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 </a:t>
            </a:r>
          </a:p>
          <a:p>
            <a:pPr rtl="1">
              <a:spcBef>
                <a:spcPct val="20000"/>
              </a:spcBef>
            </a:pPr>
            <a:r>
              <a:rPr lang="ar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سجل كيفية تنفيذ التقنية في كل مرحلة.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CE48682-A1FE-DF36-59C0-42B50A9A6EB4}"/>
              </a:ext>
            </a:extLst>
          </p:cNvPr>
          <p:cNvGrpSpPr/>
          <p:nvPr/>
        </p:nvGrpSpPr>
        <p:grpSpPr>
          <a:xfrm>
            <a:off x="468312" y="2272375"/>
            <a:ext cx="4027488" cy="3871351"/>
            <a:chOff x="468312" y="2272375"/>
            <a:chExt cx="4027488" cy="38713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95F1B8C-FF74-40DA-D5CA-9D843EFB41E5}"/>
                </a:ext>
              </a:extLst>
            </p:cNvPr>
            <p:cNvSpPr/>
            <p:nvPr/>
          </p:nvSpPr>
          <p:spPr>
            <a:xfrm>
              <a:off x="468312" y="2479015"/>
              <a:ext cx="4027488" cy="352800"/>
            </a:xfrm>
            <a:prstGeom prst="rect">
              <a:avLst/>
            </a:prstGeom>
          </p:spPr>
          <p:style>
            <a:lnRef idx="1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A83E854-BEC8-246E-3DB8-E282614567C7}"/>
                </a:ext>
              </a:extLst>
            </p:cNvPr>
            <p:cNvSpPr/>
            <p:nvPr/>
          </p:nvSpPr>
          <p:spPr>
            <a:xfrm>
              <a:off x="1456070" y="2272375"/>
              <a:ext cx="2819241" cy="413280"/>
            </a:xfrm>
            <a:custGeom>
              <a:avLst/>
              <a:gdLst>
                <a:gd name="connsiteX0" fmla="*/ 0 w 2819241"/>
                <a:gd name="connsiteY0" fmla="*/ 68881 h 413280"/>
                <a:gd name="connsiteX1" fmla="*/ 68881 w 2819241"/>
                <a:gd name="connsiteY1" fmla="*/ 0 h 413280"/>
                <a:gd name="connsiteX2" fmla="*/ 2750360 w 2819241"/>
                <a:gd name="connsiteY2" fmla="*/ 0 h 413280"/>
                <a:gd name="connsiteX3" fmla="*/ 2819241 w 2819241"/>
                <a:gd name="connsiteY3" fmla="*/ 68881 h 413280"/>
                <a:gd name="connsiteX4" fmla="*/ 2819241 w 2819241"/>
                <a:gd name="connsiteY4" fmla="*/ 344399 h 413280"/>
                <a:gd name="connsiteX5" fmla="*/ 2750360 w 2819241"/>
                <a:gd name="connsiteY5" fmla="*/ 413280 h 413280"/>
                <a:gd name="connsiteX6" fmla="*/ 68881 w 2819241"/>
                <a:gd name="connsiteY6" fmla="*/ 413280 h 413280"/>
                <a:gd name="connsiteX7" fmla="*/ 0 w 2819241"/>
                <a:gd name="connsiteY7" fmla="*/ 344399 h 413280"/>
                <a:gd name="connsiteX8" fmla="*/ 0 w 2819241"/>
                <a:gd name="connsiteY8" fmla="*/ 68881 h 413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19241" h="413280">
                  <a:moveTo>
                    <a:pt x="0" y="68881"/>
                  </a:moveTo>
                  <a:cubicBezTo>
                    <a:pt x="0" y="30839"/>
                    <a:pt x="30839" y="0"/>
                    <a:pt x="68881" y="0"/>
                  </a:cubicBezTo>
                  <a:lnTo>
                    <a:pt x="2750360" y="0"/>
                  </a:lnTo>
                  <a:cubicBezTo>
                    <a:pt x="2788402" y="0"/>
                    <a:pt x="2819241" y="30839"/>
                    <a:pt x="2819241" y="68881"/>
                  </a:cubicBezTo>
                  <a:lnTo>
                    <a:pt x="2819241" y="344399"/>
                  </a:lnTo>
                  <a:cubicBezTo>
                    <a:pt x="2819241" y="382441"/>
                    <a:pt x="2788402" y="413280"/>
                    <a:pt x="2750360" y="413280"/>
                  </a:cubicBezTo>
                  <a:lnTo>
                    <a:pt x="68881" y="413280"/>
                  </a:lnTo>
                  <a:cubicBezTo>
                    <a:pt x="30839" y="413280"/>
                    <a:pt x="0" y="382441"/>
                    <a:pt x="0" y="344399"/>
                  </a:cubicBezTo>
                  <a:lnTo>
                    <a:pt x="0" y="68881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6736" tIns="20175" rIns="126736" bIns="20175" numCol="1" spcCol="1270" rtlCol="1" anchor="ctr" anchorCtr="0">
              <a:noAutofit/>
            </a:bodyPr>
            <a:lstStyle/>
            <a:p>
              <a:pPr marL="0" lvl="0" indent="0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b="1" kern="1200">
                  <a:latin typeface="Arial" panose="020B0604020202020204" pitchFamily="34" charset="0"/>
                  <a:cs typeface="Arial" panose="020B0604020202020204" pitchFamily="34" charset="0"/>
                </a:rPr>
                <a:t>مهمة:</a:t>
              </a:r>
              <a:endParaRPr lang="en-US" sz="1600" kern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4608BDB-4B19-690D-8E22-90CBE0EF45C2}"/>
                </a:ext>
              </a:extLst>
            </p:cNvPr>
            <p:cNvSpPr/>
            <p:nvPr/>
          </p:nvSpPr>
          <p:spPr>
            <a:xfrm>
              <a:off x="468312" y="3114055"/>
              <a:ext cx="4027488" cy="352800"/>
            </a:xfrm>
            <a:prstGeom prst="rect">
              <a:avLst/>
            </a:prstGeom>
          </p:spPr>
          <p:style>
            <a:lnRef idx="1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864AAB-E6C5-5D79-2908-B62AA966D691}"/>
                </a:ext>
              </a:extLst>
            </p:cNvPr>
            <p:cNvSpPr/>
            <p:nvPr/>
          </p:nvSpPr>
          <p:spPr>
            <a:xfrm>
              <a:off x="1456070" y="2907415"/>
              <a:ext cx="2819241" cy="413280"/>
            </a:xfrm>
            <a:custGeom>
              <a:avLst/>
              <a:gdLst>
                <a:gd name="connsiteX0" fmla="*/ 0 w 2819241"/>
                <a:gd name="connsiteY0" fmla="*/ 68881 h 413280"/>
                <a:gd name="connsiteX1" fmla="*/ 68881 w 2819241"/>
                <a:gd name="connsiteY1" fmla="*/ 0 h 413280"/>
                <a:gd name="connsiteX2" fmla="*/ 2750360 w 2819241"/>
                <a:gd name="connsiteY2" fmla="*/ 0 h 413280"/>
                <a:gd name="connsiteX3" fmla="*/ 2819241 w 2819241"/>
                <a:gd name="connsiteY3" fmla="*/ 68881 h 413280"/>
                <a:gd name="connsiteX4" fmla="*/ 2819241 w 2819241"/>
                <a:gd name="connsiteY4" fmla="*/ 344399 h 413280"/>
                <a:gd name="connsiteX5" fmla="*/ 2750360 w 2819241"/>
                <a:gd name="connsiteY5" fmla="*/ 413280 h 413280"/>
                <a:gd name="connsiteX6" fmla="*/ 68881 w 2819241"/>
                <a:gd name="connsiteY6" fmla="*/ 413280 h 413280"/>
                <a:gd name="connsiteX7" fmla="*/ 0 w 2819241"/>
                <a:gd name="connsiteY7" fmla="*/ 344399 h 413280"/>
                <a:gd name="connsiteX8" fmla="*/ 0 w 2819241"/>
                <a:gd name="connsiteY8" fmla="*/ 68881 h 413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19241" h="413280">
                  <a:moveTo>
                    <a:pt x="0" y="68881"/>
                  </a:moveTo>
                  <a:cubicBezTo>
                    <a:pt x="0" y="30839"/>
                    <a:pt x="30839" y="0"/>
                    <a:pt x="68881" y="0"/>
                  </a:cubicBezTo>
                  <a:lnTo>
                    <a:pt x="2750360" y="0"/>
                  </a:lnTo>
                  <a:cubicBezTo>
                    <a:pt x="2788402" y="0"/>
                    <a:pt x="2819241" y="30839"/>
                    <a:pt x="2819241" y="68881"/>
                  </a:cubicBezTo>
                  <a:lnTo>
                    <a:pt x="2819241" y="344399"/>
                  </a:lnTo>
                  <a:cubicBezTo>
                    <a:pt x="2819241" y="382441"/>
                    <a:pt x="2788402" y="413280"/>
                    <a:pt x="2750360" y="413280"/>
                  </a:cubicBezTo>
                  <a:lnTo>
                    <a:pt x="68881" y="413280"/>
                  </a:lnTo>
                  <a:cubicBezTo>
                    <a:pt x="30839" y="413280"/>
                    <a:pt x="0" y="382441"/>
                    <a:pt x="0" y="344399"/>
                  </a:cubicBezTo>
                  <a:lnTo>
                    <a:pt x="0" y="68881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6736" tIns="20175" rIns="126736" bIns="20175" numCol="1" spcCol="1270" rtlCol="1" anchor="ctr" anchorCtr="0">
              <a:noAutofit/>
            </a:bodyPr>
            <a:lstStyle/>
            <a:p>
              <a:pPr marL="0" lvl="0" indent="0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b="1" kern="1200">
                  <a:latin typeface="Arial" panose="020B0604020202020204" pitchFamily="34" charset="0"/>
                  <a:cs typeface="Arial" panose="020B0604020202020204" pitchFamily="34" charset="0"/>
                </a:rPr>
                <a:t>في مجموعات صغيرة:</a:t>
              </a:r>
              <a:endParaRPr lang="en-US" sz="1600" kern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D3EADD9-72D1-AD63-030F-3808E94B2021}"/>
                </a:ext>
              </a:extLst>
            </p:cNvPr>
            <p:cNvSpPr/>
            <p:nvPr/>
          </p:nvSpPr>
          <p:spPr>
            <a:xfrm>
              <a:off x="468312" y="3749095"/>
              <a:ext cx="4027488" cy="352800"/>
            </a:xfrm>
            <a:prstGeom prst="rect">
              <a:avLst/>
            </a:prstGeom>
          </p:spPr>
          <p:style>
            <a:lnRef idx="1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B1BB599-AB99-7B99-258C-5837910888B7}"/>
                </a:ext>
              </a:extLst>
            </p:cNvPr>
            <p:cNvSpPr/>
            <p:nvPr/>
          </p:nvSpPr>
          <p:spPr>
            <a:xfrm>
              <a:off x="1456070" y="3542455"/>
              <a:ext cx="2819241" cy="413280"/>
            </a:xfrm>
            <a:custGeom>
              <a:avLst/>
              <a:gdLst>
                <a:gd name="connsiteX0" fmla="*/ 0 w 2819241"/>
                <a:gd name="connsiteY0" fmla="*/ 68881 h 413280"/>
                <a:gd name="connsiteX1" fmla="*/ 68881 w 2819241"/>
                <a:gd name="connsiteY1" fmla="*/ 0 h 413280"/>
                <a:gd name="connsiteX2" fmla="*/ 2750360 w 2819241"/>
                <a:gd name="connsiteY2" fmla="*/ 0 h 413280"/>
                <a:gd name="connsiteX3" fmla="*/ 2819241 w 2819241"/>
                <a:gd name="connsiteY3" fmla="*/ 68881 h 413280"/>
                <a:gd name="connsiteX4" fmla="*/ 2819241 w 2819241"/>
                <a:gd name="connsiteY4" fmla="*/ 344399 h 413280"/>
                <a:gd name="connsiteX5" fmla="*/ 2750360 w 2819241"/>
                <a:gd name="connsiteY5" fmla="*/ 413280 h 413280"/>
                <a:gd name="connsiteX6" fmla="*/ 68881 w 2819241"/>
                <a:gd name="connsiteY6" fmla="*/ 413280 h 413280"/>
                <a:gd name="connsiteX7" fmla="*/ 0 w 2819241"/>
                <a:gd name="connsiteY7" fmla="*/ 344399 h 413280"/>
                <a:gd name="connsiteX8" fmla="*/ 0 w 2819241"/>
                <a:gd name="connsiteY8" fmla="*/ 68881 h 413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19241" h="413280">
                  <a:moveTo>
                    <a:pt x="0" y="68881"/>
                  </a:moveTo>
                  <a:cubicBezTo>
                    <a:pt x="0" y="30839"/>
                    <a:pt x="30839" y="0"/>
                    <a:pt x="68881" y="0"/>
                  </a:cubicBezTo>
                  <a:lnTo>
                    <a:pt x="2750360" y="0"/>
                  </a:lnTo>
                  <a:cubicBezTo>
                    <a:pt x="2788402" y="0"/>
                    <a:pt x="2819241" y="30839"/>
                    <a:pt x="2819241" y="68881"/>
                  </a:cubicBezTo>
                  <a:lnTo>
                    <a:pt x="2819241" y="344399"/>
                  </a:lnTo>
                  <a:cubicBezTo>
                    <a:pt x="2819241" y="382441"/>
                    <a:pt x="2788402" y="413280"/>
                    <a:pt x="2750360" y="413280"/>
                  </a:cubicBezTo>
                  <a:lnTo>
                    <a:pt x="68881" y="413280"/>
                  </a:lnTo>
                  <a:cubicBezTo>
                    <a:pt x="30839" y="413280"/>
                    <a:pt x="0" y="382441"/>
                    <a:pt x="0" y="344399"/>
                  </a:cubicBezTo>
                  <a:lnTo>
                    <a:pt x="0" y="68881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6736" tIns="20175" rIns="126736" bIns="20175" numCol="1" spcCol="1270" rtlCol="1" anchor="ctr" anchorCtr="0">
              <a:noAutofit/>
            </a:bodyPr>
            <a:lstStyle/>
            <a:p>
              <a:pPr marL="0" lvl="0" indent="0" defTabSz="6667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500" kern="1200">
                  <a:latin typeface="Arial" panose="020B0604020202020204" pitchFamily="34" charset="0"/>
                  <a:cs typeface="Arial" panose="020B0604020202020204" pitchFamily="34" charset="0"/>
                </a:rPr>
                <a:t>اختر مهارة تناسب رياضة جماعية</a:t>
              </a:r>
              <a:endParaRPr lang="en-US" sz="1500" kern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CD1F3E4-4F51-311A-36B4-B890A853715D}"/>
                </a:ext>
              </a:extLst>
            </p:cNvPr>
            <p:cNvSpPr/>
            <p:nvPr/>
          </p:nvSpPr>
          <p:spPr>
            <a:xfrm>
              <a:off x="468312" y="4384135"/>
              <a:ext cx="4027488" cy="352800"/>
            </a:xfrm>
            <a:prstGeom prst="rect">
              <a:avLst/>
            </a:prstGeom>
          </p:spPr>
          <p:style>
            <a:lnRef idx="1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DD58979-B33B-D050-166C-E795E7A172BB}"/>
                </a:ext>
              </a:extLst>
            </p:cNvPr>
            <p:cNvSpPr/>
            <p:nvPr/>
          </p:nvSpPr>
          <p:spPr>
            <a:xfrm>
              <a:off x="1456070" y="4177496"/>
              <a:ext cx="2819241" cy="413280"/>
            </a:xfrm>
            <a:custGeom>
              <a:avLst/>
              <a:gdLst>
                <a:gd name="connsiteX0" fmla="*/ 0 w 2819241"/>
                <a:gd name="connsiteY0" fmla="*/ 68881 h 413280"/>
                <a:gd name="connsiteX1" fmla="*/ 68881 w 2819241"/>
                <a:gd name="connsiteY1" fmla="*/ 0 h 413280"/>
                <a:gd name="connsiteX2" fmla="*/ 2750360 w 2819241"/>
                <a:gd name="connsiteY2" fmla="*/ 0 h 413280"/>
                <a:gd name="connsiteX3" fmla="*/ 2819241 w 2819241"/>
                <a:gd name="connsiteY3" fmla="*/ 68881 h 413280"/>
                <a:gd name="connsiteX4" fmla="*/ 2819241 w 2819241"/>
                <a:gd name="connsiteY4" fmla="*/ 344399 h 413280"/>
                <a:gd name="connsiteX5" fmla="*/ 2750360 w 2819241"/>
                <a:gd name="connsiteY5" fmla="*/ 413280 h 413280"/>
                <a:gd name="connsiteX6" fmla="*/ 68881 w 2819241"/>
                <a:gd name="connsiteY6" fmla="*/ 413280 h 413280"/>
                <a:gd name="connsiteX7" fmla="*/ 0 w 2819241"/>
                <a:gd name="connsiteY7" fmla="*/ 344399 h 413280"/>
                <a:gd name="connsiteX8" fmla="*/ 0 w 2819241"/>
                <a:gd name="connsiteY8" fmla="*/ 68881 h 413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19241" h="413280">
                  <a:moveTo>
                    <a:pt x="0" y="68881"/>
                  </a:moveTo>
                  <a:cubicBezTo>
                    <a:pt x="0" y="30839"/>
                    <a:pt x="30839" y="0"/>
                    <a:pt x="68881" y="0"/>
                  </a:cubicBezTo>
                  <a:lnTo>
                    <a:pt x="2750360" y="0"/>
                  </a:lnTo>
                  <a:cubicBezTo>
                    <a:pt x="2788402" y="0"/>
                    <a:pt x="2819241" y="30839"/>
                    <a:pt x="2819241" y="68881"/>
                  </a:cubicBezTo>
                  <a:lnTo>
                    <a:pt x="2819241" y="344399"/>
                  </a:lnTo>
                  <a:cubicBezTo>
                    <a:pt x="2819241" y="382441"/>
                    <a:pt x="2788402" y="413280"/>
                    <a:pt x="2750360" y="413280"/>
                  </a:cubicBezTo>
                  <a:lnTo>
                    <a:pt x="68881" y="413280"/>
                  </a:lnTo>
                  <a:cubicBezTo>
                    <a:pt x="30839" y="413280"/>
                    <a:pt x="0" y="382441"/>
                    <a:pt x="0" y="344399"/>
                  </a:cubicBezTo>
                  <a:lnTo>
                    <a:pt x="0" y="68881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6736" tIns="20175" rIns="126736" bIns="20175" numCol="1" spcCol="1270" rtlCol="1" anchor="ctr" anchorCtr="0">
              <a:noAutofit/>
            </a:bodyPr>
            <a:lstStyle/>
            <a:p>
              <a:pPr marL="0" lvl="0" indent="0" defTabSz="6667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500" kern="1200">
                  <a:latin typeface="Arial" panose="020B0604020202020204" pitchFamily="34" charset="0"/>
                  <a:cs typeface="Arial" panose="020B0604020202020204" pitchFamily="34" charset="0"/>
                </a:rPr>
                <a:t>ثم علّمها لأعضاء المجموعة</a:t>
              </a:r>
              <a:endParaRPr lang="en-US" sz="1500" kern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F6DFA11-7AE4-B7FF-C6EC-44BEB4A9BA53}"/>
                </a:ext>
              </a:extLst>
            </p:cNvPr>
            <p:cNvSpPr/>
            <p:nvPr/>
          </p:nvSpPr>
          <p:spPr>
            <a:xfrm>
              <a:off x="468312" y="5019176"/>
              <a:ext cx="4027488" cy="1124550"/>
            </a:xfrm>
            <a:custGeom>
              <a:avLst/>
              <a:gdLst>
                <a:gd name="connsiteX0" fmla="*/ 0 w 4027488"/>
                <a:gd name="connsiteY0" fmla="*/ 0 h 1124550"/>
                <a:gd name="connsiteX1" fmla="*/ 4027488 w 4027488"/>
                <a:gd name="connsiteY1" fmla="*/ 0 h 1124550"/>
                <a:gd name="connsiteX2" fmla="*/ 4027488 w 4027488"/>
                <a:gd name="connsiteY2" fmla="*/ 1124550 h 1124550"/>
                <a:gd name="connsiteX3" fmla="*/ 0 w 4027488"/>
                <a:gd name="connsiteY3" fmla="*/ 1124550 h 1124550"/>
                <a:gd name="connsiteX4" fmla="*/ 0 w 4027488"/>
                <a:gd name="connsiteY4" fmla="*/ 0 h 1124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27488" h="1124550">
                  <a:moveTo>
                    <a:pt x="0" y="0"/>
                  </a:moveTo>
                  <a:lnTo>
                    <a:pt x="4027488" y="0"/>
                  </a:lnTo>
                  <a:lnTo>
                    <a:pt x="4027488" y="1124550"/>
                  </a:lnTo>
                  <a:lnTo>
                    <a:pt x="0" y="112455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12578" tIns="291592" rIns="312578" bIns="113792" numCol="1" spcCol="1270" rtlCol="1" anchor="t" anchorCtr="0">
              <a:noAutofit/>
            </a:bodyPr>
            <a:lstStyle/>
            <a:p>
              <a:pPr marL="171450" lvl="1" indent="-171450" algn="r" defTabSz="7112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1600" i="1" kern="1200" dirty="0">
                  <a:latin typeface="Arial" panose="020B0604020202020204" pitchFamily="34" charset="0"/>
                  <a:cs typeface="Arial" panose="020B0604020202020204" pitchFamily="34" charset="0"/>
                </a:rPr>
                <a:t>التمارين المنفصلة</a:t>
              </a:r>
              <a:endParaRPr lang="en-US" sz="1600" kern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lvl="1" indent="-171450" algn="r" defTabSz="7112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1600" i="1" kern="1200" dirty="0">
                  <a:latin typeface="Arial" panose="020B0604020202020204" pitchFamily="34" charset="0"/>
                  <a:cs typeface="Arial" panose="020B0604020202020204" pitchFamily="34" charset="0"/>
                </a:rPr>
                <a:t>التمارين الموجهة</a:t>
              </a:r>
              <a:endParaRPr lang="en-US" sz="1600" kern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lvl="1" indent="-171450" algn="r" defTabSz="7112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1600" i="1" kern="1200" dirty="0">
                  <a:latin typeface="Arial" panose="020B0604020202020204" pitchFamily="34" charset="0"/>
                  <a:cs typeface="Arial" panose="020B0604020202020204" pitchFamily="34" charset="0"/>
                </a:rPr>
                <a:t>المباريات المُقلّصة</a:t>
              </a:r>
              <a:endParaRPr lang="en-US" sz="1600" kern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C1849CB-2227-1590-AE76-E572E4B0BF50}"/>
                </a:ext>
              </a:extLst>
            </p:cNvPr>
            <p:cNvSpPr/>
            <p:nvPr/>
          </p:nvSpPr>
          <p:spPr>
            <a:xfrm>
              <a:off x="1456070" y="4812536"/>
              <a:ext cx="2819241" cy="413280"/>
            </a:xfrm>
            <a:custGeom>
              <a:avLst/>
              <a:gdLst>
                <a:gd name="connsiteX0" fmla="*/ 0 w 2819241"/>
                <a:gd name="connsiteY0" fmla="*/ 68881 h 413280"/>
                <a:gd name="connsiteX1" fmla="*/ 68881 w 2819241"/>
                <a:gd name="connsiteY1" fmla="*/ 0 h 413280"/>
                <a:gd name="connsiteX2" fmla="*/ 2750360 w 2819241"/>
                <a:gd name="connsiteY2" fmla="*/ 0 h 413280"/>
                <a:gd name="connsiteX3" fmla="*/ 2819241 w 2819241"/>
                <a:gd name="connsiteY3" fmla="*/ 68881 h 413280"/>
                <a:gd name="connsiteX4" fmla="*/ 2819241 w 2819241"/>
                <a:gd name="connsiteY4" fmla="*/ 344399 h 413280"/>
                <a:gd name="connsiteX5" fmla="*/ 2750360 w 2819241"/>
                <a:gd name="connsiteY5" fmla="*/ 413280 h 413280"/>
                <a:gd name="connsiteX6" fmla="*/ 68881 w 2819241"/>
                <a:gd name="connsiteY6" fmla="*/ 413280 h 413280"/>
                <a:gd name="connsiteX7" fmla="*/ 0 w 2819241"/>
                <a:gd name="connsiteY7" fmla="*/ 344399 h 413280"/>
                <a:gd name="connsiteX8" fmla="*/ 0 w 2819241"/>
                <a:gd name="connsiteY8" fmla="*/ 68881 h 413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19241" h="413280">
                  <a:moveTo>
                    <a:pt x="0" y="68881"/>
                  </a:moveTo>
                  <a:cubicBezTo>
                    <a:pt x="0" y="30839"/>
                    <a:pt x="30839" y="0"/>
                    <a:pt x="68881" y="0"/>
                  </a:cubicBezTo>
                  <a:lnTo>
                    <a:pt x="2750360" y="0"/>
                  </a:lnTo>
                  <a:cubicBezTo>
                    <a:pt x="2788402" y="0"/>
                    <a:pt x="2819241" y="30839"/>
                    <a:pt x="2819241" y="68881"/>
                  </a:cubicBezTo>
                  <a:lnTo>
                    <a:pt x="2819241" y="344399"/>
                  </a:lnTo>
                  <a:cubicBezTo>
                    <a:pt x="2819241" y="382441"/>
                    <a:pt x="2788402" y="413280"/>
                    <a:pt x="2750360" y="413280"/>
                  </a:cubicBezTo>
                  <a:lnTo>
                    <a:pt x="68881" y="413280"/>
                  </a:lnTo>
                  <a:cubicBezTo>
                    <a:pt x="30839" y="413280"/>
                    <a:pt x="0" y="382441"/>
                    <a:pt x="0" y="344399"/>
                  </a:cubicBezTo>
                  <a:lnTo>
                    <a:pt x="0" y="68881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6736" tIns="20175" rIns="126736" bIns="20175" numCol="1" spcCol="1270" rtlCol="1" anchor="ctr" anchorCtr="0">
              <a:noAutofit/>
            </a:bodyPr>
            <a:lstStyle/>
            <a:p>
              <a:pPr marL="0" lvl="0" indent="0" defTabSz="6667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500" kern="1200">
                  <a:latin typeface="Arial" panose="020B0604020202020204" pitchFamily="34" charset="0"/>
                  <a:cs typeface="Arial" panose="020B0604020202020204" pitchFamily="34" charset="0"/>
                </a:rPr>
                <a:t>تقدّم عبر المراحل الآتية:</a:t>
              </a:r>
              <a:endParaRPr lang="en-US" sz="1500" kern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7" name="Picture 16" descr="A chalkboard with a diagram&#10;&#10;AI-generated content may be incorrect.">
            <a:extLst>
              <a:ext uri="{FF2B5EF4-FFF2-40B4-BE49-F238E27FC236}">
                <a16:creationId xmlns:a16="http://schemas.microsoft.com/office/drawing/2014/main" id="{CE7346DF-9195-76E7-2504-3836B66E24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56837" y="3431130"/>
            <a:ext cx="3616702" cy="24111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DC306D-8F75-7BEE-A5D9-94ED34564275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588090832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0E3E3-C76D-79BC-9C23-D065A162E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1800" y="903997"/>
            <a:ext cx="6129077" cy="864000"/>
          </a:xfrm>
        </p:spPr>
        <p:txBody>
          <a:bodyPr wrap="square" rtlCol="1" anchor="ctr">
            <a:normAutofit/>
          </a:bodyPr>
          <a:lstStyle/>
          <a:p>
            <a:pPr rtl="1">
              <a:lnSpc>
                <a:spcPct val="90000"/>
              </a:lnSpc>
            </a:pPr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تطبيق التقنية في الرياضات الفردية – ب1/ب2</a:t>
            </a:r>
            <a:endParaRPr lang="en-US" sz="20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6C9B8-446E-CFF2-9403-FED79FC127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50776" y="1711679"/>
            <a:ext cx="4950926" cy="4742967"/>
          </a:xfrm>
          <a:ln>
            <a:solidFill>
              <a:srgbClr val="4472C4"/>
            </a:solidFill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Autofit/>
          </a:bodyPr>
          <a:lstStyle/>
          <a:p>
            <a:pPr rtl="1">
              <a:buNone/>
            </a:pPr>
            <a:r>
              <a:rPr lang="ar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التعليمات:</a:t>
            </a:r>
            <a:endParaRPr lang="en-US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</a:pP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قدّم نشاطًا قصيرًا يوضّح كيفية استخدام مهارة واحدة في </a:t>
            </a:r>
            <a:r>
              <a:rPr lang="ar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رياضة فردية</a:t>
            </a: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(مثل: القفز الطويل، أو بداية السباحة، أو الإرسال كرة الطاولة).</a:t>
            </a:r>
            <a:endParaRPr lang="en-GB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</a:pP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التقدم عبر المراحل:</a:t>
            </a:r>
            <a:endParaRPr lang="en-GB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28700" lvl="1" rtl="1">
              <a:buFont typeface="Wingdings"/>
            </a:pP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تمرين منفصل (تكرار المهارة دون ضغط)</a:t>
            </a:r>
            <a:endParaRPr lang="en-GB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28700" lvl="1" rtl="1">
              <a:buFont typeface="Wingdings"/>
            </a:pP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محاكاة المنافسة (مثل فرض قيود زمنية أو على تسجيل النقاط)</a:t>
            </a:r>
            <a:endParaRPr lang="en-GB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br>
              <a:rPr lang="en-GB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 أكبر اختلاف بين التمارين المنفصلة والموقف التنافسي؟</a:t>
            </a:r>
            <a:endParaRPr lang="en-GB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هل شعرت بمزيد من العجلة؟</a:t>
            </a:r>
            <a:endParaRPr lang="en-GB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هل اختلف مستوى تركيزك؟</a:t>
            </a:r>
            <a:endParaRPr lang="en-GB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هل تغيرت التقنية التي استخدمتها؟</a:t>
            </a:r>
            <a:endParaRPr lang="en-GB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lnSpc>
                <a:spcPct val="90000"/>
              </a:lnSpc>
              <a:buNone/>
            </a:pPr>
            <a:endParaRPr lang="en-GB" sz="20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90000"/>
              </a:lnSpc>
            </a:pP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BD7E6C2-3A81-A5AE-C0F7-725FFAD9F2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957" y="1711679"/>
            <a:ext cx="3155708" cy="3791624"/>
          </a:xfrm>
          <a:ln>
            <a:solidFill>
              <a:srgbClr val="4472C4"/>
            </a:solidFill>
          </a:ln>
        </p:spPr>
        <p:txBody>
          <a:bodyPr rtlCol="1"/>
          <a:lstStyle/>
          <a:p>
            <a:pPr rtl="1"/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المراقبون:</a:t>
            </a:r>
            <a:endParaRPr 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US" sz="20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سجّل كيف تُعدّل التقنية أو تنهار تحت الضغط.</a:t>
            </a:r>
          </a:p>
          <a:p>
            <a:pPr marL="0" indent="0" rtl="1">
              <a:buNone/>
            </a:pPr>
            <a:endParaRPr 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راقب التغييرات في:</a:t>
            </a:r>
          </a:p>
          <a:p>
            <a:pPr lvl="1"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التوقيت</a:t>
            </a:r>
          </a:p>
          <a:p>
            <a:pPr lvl="1"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الاتساق</a:t>
            </a:r>
          </a:p>
          <a:p>
            <a:pPr lvl="1"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الثقة</a:t>
            </a:r>
          </a:p>
          <a:p>
            <a:pPr rtl="1"/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8C5046-C250-9327-8869-25D4E9099F2F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54251096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E965D-4ABB-3ADB-2C9F-F76CAF7CA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197" y="910546"/>
            <a:ext cx="6344858" cy="863600"/>
          </a:xfrm>
        </p:spPr>
        <p:txBody>
          <a:bodyPr rtlCol="1"/>
          <a:lstStyle/>
          <a:p>
            <a:pPr rtl="1"/>
            <a:r>
              <a:rPr lang="ar" sz="2400" b="1">
                <a:latin typeface="Sakkal Majalla" panose="02000000000000000000" pitchFamily="2" charset="-78"/>
                <a:cs typeface="Sakkal Majalla" panose="02000000000000000000" pitchFamily="2" charset="-78"/>
              </a:rPr>
              <a:t>فهم المتطلبات التكتيكية - ب3</a:t>
            </a:r>
            <a:endParaRPr lang="en-US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B5B4D-D943-525B-27AC-8BB90F8389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64465" y="2912309"/>
            <a:ext cx="5576322" cy="3364586"/>
          </a:xfrm>
          <a:ln>
            <a:solidFill>
              <a:srgbClr val="4472C4"/>
            </a:solidFill>
          </a:ln>
        </p:spPr>
        <p:txBody>
          <a:bodyPr rtlCol="1"/>
          <a:lstStyle/>
          <a:p>
            <a:pPr rtl="1">
              <a:buFont typeface="Calibri" panose="05000000000000000000" pitchFamily="2" charset="2"/>
              <a:buChar char="-"/>
            </a:pPr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التمركز </a:t>
            </a: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– تحديد الموقع المناسب على الملعب أو المضمار</a:t>
            </a:r>
            <a:endParaRPr lang="en-GB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Calibri"/>
              <a:buChar char="-"/>
            </a:pPr>
            <a:endParaRPr lang="en-GB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Calibri"/>
              <a:buChar char="-"/>
            </a:pPr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التوقيت</a:t>
            </a: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 – معرفة اللحظة المناسبة للتحرك أو التمرير أو التسديد</a:t>
            </a:r>
            <a:endParaRPr lang="en-GB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Calibri"/>
              <a:buChar char="-"/>
            </a:pPr>
            <a:endParaRPr lang="en-GB" sz="20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Calibri"/>
              <a:buChar char="-"/>
            </a:pPr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التواصل</a:t>
            </a: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 – إعطاء التعليمات أو تنظيم الخطط في أثناء اللعب</a:t>
            </a:r>
            <a:endParaRPr lang="en-GB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Calibri"/>
              <a:buChar char="-"/>
            </a:pPr>
            <a:endParaRPr lang="en-GB" sz="20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Calibri"/>
              <a:buChar char="-"/>
            </a:pPr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فهم الخصم </a:t>
            </a: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– توقع الحركة الآتية للفريق المنافس</a:t>
            </a:r>
            <a:endParaRPr lang="en-GB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Calibri" panose="05000000000000000000" pitchFamily="2" charset="2"/>
              <a:buChar char="-"/>
            </a:pP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789DEB-198F-78EF-1B5C-30DD842F48C8}"/>
              </a:ext>
            </a:extLst>
          </p:cNvPr>
          <p:cNvSpPr txBox="1"/>
          <p:nvPr/>
        </p:nvSpPr>
        <p:spPr>
          <a:xfrm>
            <a:off x="216790" y="2909110"/>
            <a:ext cx="2725892" cy="2031325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/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مهمة:</a:t>
            </a:r>
            <a:br>
              <a:rPr lang="en-GB" b="1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اذكر تكتيكين اثنين يُستخدمان في:</a:t>
            </a:r>
            <a:endParaRPr 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buFont typeface="Arial"/>
              <a:buChar char="•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رياضة جماعية</a:t>
            </a:r>
          </a:p>
          <a:p>
            <a:pPr marL="285750" indent="-285750" rtl="1">
              <a:buFont typeface="Arial"/>
              <a:buChar char="•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رياضة فردية</a:t>
            </a:r>
          </a:p>
          <a:p>
            <a:pPr algn="l" rtl="1"/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F9F775-2E13-FC9A-D64A-D7BF61FFD318}"/>
              </a:ext>
            </a:extLst>
          </p:cNvPr>
          <p:cNvSpPr txBox="1"/>
          <p:nvPr/>
        </p:nvSpPr>
        <p:spPr>
          <a:xfrm>
            <a:off x="322640" y="1674839"/>
            <a:ext cx="8511151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rtl="1">
              <a:spcBef>
                <a:spcPct val="20000"/>
              </a:spcBef>
            </a:pPr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التعريف:</a:t>
            </a:r>
            <a:endParaRPr lang="en-GB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42900" indent="-342900" rtl="1">
              <a:spcBef>
                <a:spcPct val="20000"/>
              </a:spcBef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التكتيك إجراء أو قرار مُخطط له يُتخذ في أثناء المباراة من أجل تحقيق ميزة على الخصم.</a:t>
            </a: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11305B-5349-7F42-C8FF-E3021AD9EBE2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136563368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90180-D2B7-D104-339B-11B9EB3D4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algn="r" rtl="1">
              <a:lnSpc>
                <a:spcPct val="90000"/>
              </a:lnSpc>
            </a:pPr>
            <a:r>
              <a:rPr lang="ar" sz="2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الممارسة التكتيكية – رياضة جماعية- ب3</a:t>
            </a:r>
            <a:endParaRPr lang="en-US" sz="24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01A27-6EFD-5EDE-DCE1-76067E4B4D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48199" y="2196001"/>
            <a:ext cx="4027487" cy="4024100"/>
          </a:xfrm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buNone/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مهمة:</a:t>
            </a:r>
            <a:br>
              <a:rPr lang="en-GB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</a:p>
          <a:p>
            <a:pPr marL="0" indent="0" rtl="1">
              <a:buNone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صمّم وحدة قصيرة توضّح تكتيكًا واحدًا في رياضة جماعية وقدّمها، مثل:</a:t>
            </a:r>
          </a:p>
          <a:p>
            <a:pPr marL="0" indent="0" rtl="1"/>
            <a:endParaRPr lang="en-GB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الضغط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دفاع المنطقة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الانطلاقات المتداخلة</a:t>
            </a:r>
          </a:p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C781989-F512-2F72-6709-1D55FB3F56FE}"/>
              </a:ext>
            </a:extLst>
          </p:cNvPr>
          <p:cNvSpPr/>
          <p:nvPr/>
        </p:nvSpPr>
        <p:spPr>
          <a:xfrm>
            <a:off x="468312" y="2197671"/>
            <a:ext cx="4027488" cy="846475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 descr="Paperclip">
            <a:extLst>
              <a:ext uri="{FF2B5EF4-FFF2-40B4-BE49-F238E27FC236}">
                <a16:creationId xmlns:a16="http://schemas.microsoft.com/office/drawing/2014/main" id="{6FCF9F19-E603-1D2F-F79F-FE6568A6A379}"/>
              </a:ext>
            </a:extLst>
          </p:cNvPr>
          <p:cNvSpPr/>
          <p:nvPr/>
        </p:nvSpPr>
        <p:spPr>
          <a:xfrm>
            <a:off x="3873657" y="2388128"/>
            <a:ext cx="465561" cy="465561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1F58545-1C7F-3344-FF8C-989F150CA4D1}"/>
              </a:ext>
            </a:extLst>
          </p:cNvPr>
          <p:cNvSpPr/>
          <p:nvPr/>
        </p:nvSpPr>
        <p:spPr>
          <a:xfrm>
            <a:off x="457200" y="2197671"/>
            <a:ext cx="3049808" cy="846475"/>
          </a:xfrm>
          <a:custGeom>
            <a:avLst/>
            <a:gdLst>
              <a:gd name="connsiteX0" fmla="*/ 0 w 3049808"/>
              <a:gd name="connsiteY0" fmla="*/ 0 h 846475"/>
              <a:gd name="connsiteX1" fmla="*/ 3049808 w 3049808"/>
              <a:gd name="connsiteY1" fmla="*/ 0 h 846475"/>
              <a:gd name="connsiteX2" fmla="*/ 3049808 w 3049808"/>
              <a:gd name="connsiteY2" fmla="*/ 846475 h 846475"/>
              <a:gd name="connsiteX3" fmla="*/ 0 w 3049808"/>
              <a:gd name="connsiteY3" fmla="*/ 846475 h 846475"/>
              <a:gd name="connsiteX4" fmla="*/ 0 w 3049808"/>
              <a:gd name="connsiteY4" fmla="*/ 0 h 846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9808" h="846475">
                <a:moveTo>
                  <a:pt x="0" y="0"/>
                </a:moveTo>
                <a:lnTo>
                  <a:pt x="3049808" y="0"/>
                </a:lnTo>
                <a:lnTo>
                  <a:pt x="3049808" y="846475"/>
                </a:lnTo>
                <a:lnTo>
                  <a:pt x="0" y="84647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9585" tIns="89585" rIns="89585" bIns="89585" numCol="1" spcCol="1270" rtlCol="1" anchor="ctr" anchorCtr="0">
            <a:noAutofit/>
          </a:bodyPr>
          <a:lstStyle/>
          <a:p>
            <a:pPr marL="0" lvl="0" indent="0" algn="r" defTabSz="9779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kern="1200"/>
              <a:t>ويجب أن تشمل الوحدة:</a:t>
            </a:r>
            <a:endParaRPr lang="en-US" sz="2200" kern="12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40988FC-F15F-7317-0FF0-7007F4F7CE48}"/>
              </a:ext>
            </a:extLst>
          </p:cNvPr>
          <p:cNvSpPr/>
          <p:nvPr/>
        </p:nvSpPr>
        <p:spPr>
          <a:xfrm>
            <a:off x="468312" y="3255765"/>
            <a:ext cx="4027488" cy="846475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 descr="Head with Gears">
            <a:extLst>
              <a:ext uri="{FF2B5EF4-FFF2-40B4-BE49-F238E27FC236}">
                <a16:creationId xmlns:a16="http://schemas.microsoft.com/office/drawing/2014/main" id="{D7AE1801-AC17-8348-AF6F-DC39DEBAFF08}"/>
              </a:ext>
            </a:extLst>
          </p:cNvPr>
          <p:cNvSpPr/>
          <p:nvPr/>
        </p:nvSpPr>
        <p:spPr>
          <a:xfrm>
            <a:off x="3873657" y="3446222"/>
            <a:ext cx="465561" cy="465561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9D1DBE9-BB89-D78C-2E2F-3F9B0DCA271C}"/>
              </a:ext>
            </a:extLst>
          </p:cNvPr>
          <p:cNvSpPr/>
          <p:nvPr/>
        </p:nvSpPr>
        <p:spPr>
          <a:xfrm>
            <a:off x="457200" y="3255765"/>
            <a:ext cx="3049808" cy="846475"/>
          </a:xfrm>
          <a:custGeom>
            <a:avLst/>
            <a:gdLst>
              <a:gd name="connsiteX0" fmla="*/ 0 w 3049808"/>
              <a:gd name="connsiteY0" fmla="*/ 0 h 846475"/>
              <a:gd name="connsiteX1" fmla="*/ 3049808 w 3049808"/>
              <a:gd name="connsiteY1" fmla="*/ 0 h 846475"/>
              <a:gd name="connsiteX2" fmla="*/ 3049808 w 3049808"/>
              <a:gd name="connsiteY2" fmla="*/ 846475 h 846475"/>
              <a:gd name="connsiteX3" fmla="*/ 0 w 3049808"/>
              <a:gd name="connsiteY3" fmla="*/ 846475 h 846475"/>
              <a:gd name="connsiteX4" fmla="*/ 0 w 3049808"/>
              <a:gd name="connsiteY4" fmla="*/ 0 h 846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9808" h="846475">
                <a:moveTo>
                  <a:pt x="0" y="0"/>
                </a:moveTo>
                <a:lnTo>
                  <a:pt x="3049808" y="0"/>
                </a:lnTo>
                <a:lnTo>
                  <a:pt x="3049808" y="846475"/>
                </a:lnTo>
                <a:lnTo>
                  <a:pt x="0" y="84647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9585" tIns="89585" rIns="89585" bIns="89585" numCol="1" spcCol="1270" rtlCol="1" anchor="ctr" anchorCtr="0">
            <a:noAutofit/>
          </a:bodyPr>
          <a:lstStyle/>
          <a:p>
            <a:pPr marL="0" lvl="0" indent="0" algn="r" defTabSz="9779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kern="1200"/>
              <a:t>شرح الغرض من التكتيك</a:t>
            </a:r>
            <a:endParaRPr lang="en-US" sz="2200" kern="12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1DE5BC8-C6A0-8A4C-7781-2931B17D1B02}"/>
              </a:ext>
            </a:extLst>
          </p:cNvPr>
          <p:cNvSpPr/>
          <p:nvPr/>
        </p:nvSpPr>
        <p:spPr>
          <a:xfrm>
            <a:off x="468312" y="4313860"/>
            <a:ext cx="4027488" cy="846475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465241-A8B9-D530-31DA-9AB3459AD74E}"/>
              </a:ext>
            </a:extLst>
          </p:cNvPr>
          <p:cNvSpPr/>
          <p:nvPr/>
        </p:nvSpPr>
        <p:spPr>
          <a:xfrm>
            <a:off x="3873657" y="4504317"/>
            <a:ext cx="465561" cy="465561"/>
          </a:xfrm>
          <a:prstGeom prst="rect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74D6A8C-9C73-4A96-AF56-F1F09C7E9AF1}"/>
              </a:ext>
            </a:extLst>
          </p:cNvPr>
          <p:cNvSpPr/>
          <p:nvPr/>
        </p:nvSpPr>
        <p:spPr>
          <a:xfrm>
            <a:off x="457200" y="4313860"/>
            <a:ext cx="3049808" cy="846475"/>
          </a:xfrm>
          <a:custGeom>
            <a:avLst/>
            <a:gdLst>
              <a:gd name="connsiteX0" fmla="*/ 0 w 3049808"/>
              <a:gd name="connsiteY0" fmla="*/ 0 h 846475"/>
              <a:gd name="connsiteX1" fmla="*/ 3049808 w 3049808"/>
              <a:gd name="connsiteY1" fmla="*/ 0 h 846475"/>
              <a:gd name="connsiteX2" fmla="*/ 3049808 w 3049808"/>
              <a:gd name="connsiteY2" fmla="*/ 846475 h 846475"/>
              <a:gd name="connsiteX3" fmla="*/ 0 w 3049808"/>
              <a:gd name="connsiteY3" fmla="*/ 846475 h 846475"/>
              <a:gd name="connsiteX4" fmla="*/ 0 w 3049808"/>
              <a:gd name="connsiteY4" fmla="*/ 0 h 846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9808" h="846475">
                <a:moveTo>
                  <a:pt x="0" y="0"/>
                </a:moveTo>
                <a:lnTo>
                  <a:pt x="3049808" y="0"/>
                </a:lnTo>
                <a:lnTo>
                  <a:pt x="3049808" y="846475"/>
                </a:lnTo>
                <a:lnTo>
                  <a:pt x="0" y="84647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9585" tIns="89585" rIns="89585" bIns="89585" numCol="1" spcCol="1270" rtlCol="1" anchor="ctr" anchorCtr="0">
            <a:noAutofit/>
          </a:bodyPr>
          <a:lstStyle/>
          <a:p>
            <a:pPr marL="0" lvl="0" indent="0" algn="r" defTabSz="9779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kern="1200"/>
              <a:t>تدريب تكراري أو لعبة موجهة</a:t>
            </a:r>
            <a:endParaRPr lang="en-US" sz="2200" kern="120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1B4CF09-979D-962B-A001-B31E25D249AB}"/>
              </a:ext>
            </a:extLst>
          </p:cNvPr>
          <p:cNvSpPr/>
          <p:nvPr/>
        </p:nvSpPr>
        <p:spPr>
          <a:xfrm>
            <a:off x="468312" y="5371955"/>
            <a:ext cx="4027488" cy="846475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5BEFD3-C06B-9A8F-2098-FA260721D0AA}"/>
              </a:ext>
            </a:extLst>
          </p:cNvPr>
          <p:cNvSpPr/>
          <p:nvPr/>
        </p:nvSpPr>
        <p:spPr>
          <a:xfrm>
            <a:off x="3873657" y="5562412"/>
            <a:ext cx="465561" cy="465561"/>
          </a:xfrm>
          <a:prstGeom prst="rect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2EB3E5A-D6FA-FF09-6D2C-EA13AA9FCE4A}"/>
              </a:ext>
            </a:extLst>
          </p:cNvPr>
          <p:cNvSpPr/>
          <p:nvPr/>
        </p:nvSpPr>
        <p:spPr>
          <a:xfrm>
            <a:off x="457200" y="5371955"/>
            <a:ext cx="3049808" cy="846475"/>
          </a:xfrm>
          <a:custGeom>
            <a:avLst/>
            <a:gdLst>
              <a:gd name="connsiteX0" fmla="*/ 0 w 3049808"/>
              <a:gd name="connsiteY0" fmla="*/ 0 h 846475"/>
              <a:gd name="connsiteX1" fmla="*/ 3049808 w 3049808"/>
              <a:gd name="connsiteY1" fmla="*/ 0 h 846475"/>
              <a:gd name="connsiteX2" fmla="*/ 3049808 w 3049808"/>
              <a:gd name="connsiteY2" fmla="*/ 846475 h 846475"/>
              <a:gd name="connsiteX3" fmla="*/ 0 w 3049808"/>
              <a:gd name="connsiteY3" fmla="*/ 846475 h 846475"/>
              <a:gd name="connsiteX4" fmla="*/ 0 w 3049808"/>
              <a:gd name="connsiteY4" fmla="*/ 0 h 846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9808" h="846475">
                <a:moveTo>
                  <a:pt x="0" y="0"/>
                </a:moveTo>
                <a:lnTo>
                  <a:pt x="3049808" y="0"/>
                </a:lnTo>
                <a:lnTo>
                  <a:pt x="3049808" y="846475"/>
                </a:lnTo>
                <a:lnTo>
                  <a:pt x="0" y="84647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9585" tIns="89585" rIns="89585" bIns="89585" numCol="1" spcCol="1270" rtlCol="1" anchor="ctr" anchorCtr="0">
            <a:noAutofit/>
          </a:bodyPr>
          <a:lstStyle/>
          <a:p>
            <a:pPr marL="0" lvl="0" indent="0" algn="r" defTabSz="9779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kern="1200" dirty="0"/>
              <a:t>تطبيق لمباراة مُصغّرة</a:t>
            </a:r>
            <a:endParaRPr lang="en-US" sz="2200" kern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C2C82D-C6D0-E9C8-0EB9-DCAD32E52E7C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19531926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C5B35-AE2A-469F-9007-723E44B20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745" y="1281464"/>
            <a:ext cx="6552727" cy="864000"/>
          </a:xfrm>
        </p:spPr>
        <p:txBody>
          <a:bodyPr wrap="square" rtlCol="1" anchor="ctr">
            <a:normAutofit/>
          </a:bodyPr>
          <a:lstStyle/>
          <a:p>
            <a:pPr rtl="1">
              <a:lnSpc>
                <a:spcPct val="90000"/>
              </a:lnSpc>
            </a:pPr>
            <a:r>
              <a:rPr lang="ar" sz="2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التطبيق التكتيكي – رياضة فردية – ب3</a:t>
            </a:r>
            <a:endParaRPr lang="en-US" sz="24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F3052-F341-C0EE-41FE-D690946F9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1" y="2196000"/>
            <a:ext cx="8207375" cy="3878436"/>
          </a:xfrm>
        </p:spPr>
        <p:txBody>
          <a:bodyPr wrap="square" rtlCol="1" anchor="t">
            <a:normAutofit/>
          </a:bodyPr>
          <a:lstStyle/>
          <a:p>
            <a:pPr marL="0" indent="0" rtl="1">
              <a:buNone/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التعليمات:</a:t>
            </a: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اختر</a:t>
            </a: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تكتيكًا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من رياضة فردية (مثل: تنويع الضربات في الريشة الطائرة، أو الإرسال والتقدم نحو الشبكة في التنس، أو ضبط الوتيرة في الجري لمسافات طويلة).</a:t>
            </a:r>
          </a:p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None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طبّق التكتيك في ثلاث مراحل:</a:t>
            </a:r>
          </a:p>
          <a:p>
            <a:pPr rtl="1">
              <a:buFont typeface="Wingdings"/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التمرين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 - تكرار المهارة دون ضغط</a:t>
            </a: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موقف مقيَّد- 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حصر خيارات الخصم أو خياراتك.</a:t>
            </a: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محاكاة المباراة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- استخدام التكتيك في موقف تنافسي.</a:t>
            </a: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1CD672-2412-6AA7-8E57-222A61C6B6BF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998613481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5741D-3BFE-98BC-4C9A-454E09829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9191CE77-D154-66EE-5BAE-EF7D74F01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8486" y="1195200"/>
            <a:ext cx="3008313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>
              <a:spcAft>
                <a:spcPts val="600"/>
              </a:spcAft>
            </a:pPr>
            <a:endParaRPr lang="en-US" altLang="en-US" sz="2000" b="1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45A282F-4E3C-7171-B31D-08B5D5074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0791" y="1195200"/>
            <a:ext cx="3321749" cy="5265832"/>
          </a:xfrm>
          <a:solidFill>
            <a:schemeClr val="accent5"/>
          </a:solidFill>
        </p:spPr>
        <p:txBody>
          <a:bodyPr rtlCol="1"/>
          <a:lstStyle/>
          <a:p>
            <a:pPr algn="ctr" rtl="1"/>
            <a:r>
              <a:rPr lang="ar" sz="24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نتاج التعلّم ج</a:t>
            </a:r>
          </a:p>
          <a:p>
            <a:pPr algn="ctr" rtl="1"/>
            <a:endParaRPr lang="en-US" altLang="en-US" sz="2400" b="1" dirty="0">
              <a:solidFill>
                <a:schemeClr val="tx2"/>
              </a:solidFill>
              <a:latin typeface="Sakkal Majalla" panose="02000000000000000000" pitchFamily="2" charset="-78"/>
              <a:ea typeface="Open Sans"/>
              <a:cs typeface="Sakkal Majalla" panose="02000000000000000000" pitchFamily="2" charset="-78"/>
            </a:endParaRPr>
          </a:p>
          <a:p>
            <a:pPr rtl="1"/>
            <a:r>
              <a:rPr lang="ar" sz="2400" dirty="0">
                <a:latin typeface="Sakkal Majalla" panose="02000000000000000000" pitchFamily="2" charset="-78"/>
                <a:ea typeface="Open Sans"/>
                <a:cs typeface="Sakkal Majalla" panose="02000000000000000000" pitchFamily="2" charset="-78"/>
              </a:rPr>
              <a:t>إظهار المهارات في رياضات محددة وأساليبها وتكتيكاتها</a:t>
            </a:r>
          </a:p>
          <a:p>
            <a:pPr rtl="1"/>
            <a:endParaRPr lang="en-US" altLang="en-US" sz="2000" b="1" dirty="0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A4C3B7A-E085-8D76-6668-60DD701F73A6}"/>
              </a:ext>
            </a:extLst>
          </p:cNvPr>
          <p:cNvSpPr/>
          <p:nvPr/>
        </p:nvSpPr>
        <p:spPr>
          <a:xfrm>
            <a:off x="457201" y="1433556"/>
            <a:ext cx="5111751" cy="1006615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Rectangle 3" descr="Tick">
            <a:extLst>
              <a:ext uri="{FF2B5EF4-FFF2-40B4-BE49-F238E27FC236}">
                <a16:creationId xmlns:a16="http://schemas.microsoft.com/office/drawing/2014/main" id="{D6809054-1815-B31D-9668-B7B7523BBCCB}"/>
              </a:ext>
            </a:extLst>
          </p:cNvPr>
          <p:cNvSpPr/>
          <p:nvPr/>
        </p:nvSpPr>
        <p:spPr>
          <a:xfrm>
            <a:off x="4887835" y="1660044"/>
            <a:ext cx="553638" cy="553638"/>
          </a:xfrm>
          <a:prstGeom prst="rect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1E6FB71-55D4-F35D-99ED-9F335B07A316}"/>
              </a:ext>
            </a:extLst>
          </p:cNvPr>
          <p:cNvSpPr/>
          <p:nvPr/>
        </p:nvSpPr>
        <p:spPr>
          <a:xfrm>
            <a:off x="457201" y="1433556"/>
            <a:ext cx="3949110" cy="1006615"/>
          </a:xfrm>
          <a:custGeom>
            <a:avLst/>
            <a:gdLst>
              <a:gd name="connsiteX0" fmla="*/ 0 w 3949110"/>
              <a:gd name="connsiteY0" fmla="*/ 0 h 1006615"/>
              <a:gd name="connsiteX1" fmla="*/ 3949110 w 3949110"/>
              <a:gd name="connsiteY1" fmla="*/ 0 h 1006615"/>
              <a:gd name="connsiteX2" fmla="*/ 3949110 w 3949110"/>
              <a:gd name="connsiteY2" fmla="*/ 1006615 h 1006615"/>
              <a:gd name="connsiteX3" fmla="*/ 0 w 3949110"/>
              <a:gd name="connsiteY3" fmla="*/ 1006615 h 1006615"/>
              <a:gd name="connsiteX4" fmla="*/ 0 w 3949110"/>
              <a:gd name="connsiteY4" fmla="*/ 0 h 100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49110" h="1006615">
                <a:moveTo>
                  <a:pt x="0" y="0"/>
                </a:moveTo>
                <a:lnTo>
                  <a:pt x="3949110" y="0"/>
                </a:lnTo>
                <a:lnTo>
                  <a:pt x="3949110" y="1006615"/>
                </a:lnTo>
                <a:lnTo>
                  <a:pt x="0" y="10066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533" tIns="106533" rIns="106533" bIns="106533" numCol="1" spcCol="1270" rtlCol="1" anchor="ctr" anchorCtr="0">
            <a:noAutofit/>
          </a:bodyPr>
          <a:lstStyle/>
          <a:p>
            <a:pPr marL="0" lvl="0" indent="0" algn="r" defTabSz="8890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b="1" kern="1200">
                <a:latin typeface="Arial" panose="020B0604020202020204" pitchFamily="34" charset="0"/>
                <a:cs typeface="Arial" panose="020B0604020202020204" pitchFamily="34" charset="0"/>
              </a:rPr>
              <a:t>مجالات المحتوى الرئيسة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003CB92-C44B-F7CA-E29A-FDC2FC6B74B2}"/>
              </a:ext>
            </a:extLst>
          </p:cNvPr>
          <p:cNvSpPr/>
          <p:nvPr/>
        </p:nvSpPr>
        <p:spPr>
          <a:xfrm>
            <a:off x="457201" y="2691825"/>
            <a:ext cx="5111751" cy="1006615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 descr="Users with solid fill">
            <a:extLst>
              <a:ext uri="{FF2B5EF4-FFF2-40B4-BE49-F238E27FC236}">
                <a16:creationId xmlns:a16="http://schemas.microsoft.com/office/drawing/2014/main" id="{5FF998D0-B130-DC0A-EF1D-6183BA047168}"/>
              </a:ext>
            </a:extLst>
          </p:cNvPr>
          <p:cNvSpPr/>
          <p:nvPr/>
        </p:nvSpPr>
        <p:spPr>
          <a:xfrm>
            <a:off x="4887835" y="2928511"/>
            <a:ext cx="553638" cy="553638"/>
          </a:xfrm>
          <a:prstGeom prst="rect">
            <a:avLst/>
          </a:pr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a:blipFill>
          <a:ln>
            <a:solidFill>
              <a:srgbClr val="CDCDDE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0F6B7A-48A7-7E42-92C3-91EDA8F2CC9A}"/>
              </a:ext>
            </a:extLst>
          </p:cNvPr>
          <p:cNvSpPr/>
          <p:nvPr/>
        </p:nvSpPr>
        <p:spPr>
          <a:xfrm>
            <a:off x="457201" y="2691825"/>
            <a:ext cx="3949110" cy="1006615"/>
          </a:xfrm>
          <a:custGeom>
            <a:avLst/>
            <a:gdLst>
              <a:gd name="connsiteX0" fmla="*/ 0 w 3949110"/>
              <a:gd name="connsiteY0" fmla="*/ 0 h 1006615"/>
              <a:gd name="connsiteX1" fmla="*/ 3949110 w 3949110"/>
              <a:gd name="connsiteY1" fmla="*/ 0 h 1006615"/>
              <a:gd name="connsiteX2" fmla="*/ 3949110 w 3949110"/>
              <a:gd name="connsiteY2" fmla="*/ 1006615 h 1006615"/>
              <a:gd name="connsiteX3" fmla="*/ 0 w 3949110"/>
              <a:gd name="connsiteY3" fmla="*/ 1006615 h 1006615"/>
              <a:gd name="connsiteX4" fmla="*/ 0 w 3949110"/>
              <a:gd name="connsiteY4" fmla="*/ 0 h 100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49110" h="1006615">
                <a:moveTo>
                  <a:pt x="0" y="0"/>
                </a:moveTo>
                <a:lnTo>
                  <a:pt x="3949110" y="0"/>
                </a:lnTo>
                <a:lnTo>
                  <a:pt x="3949110" y="1006615"/>
                </a:lnTo>
                <a:lnTo>
                  <a:pt x="0" y="10066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533" tIns="106533" rIns="106533" bIns="106533" numCol="1" spcCol="1270" rtlCol="1" anchor="ctr" anchorCtr="0">
            <a:noAutofit/>
          </a:bodyPr>
          <a:lstStyle/>
          <a:p>
            <a:pPr marL="0" lvl="0" indent="0" algn="r" defTabSz="8890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b="1" kern="120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ج1</a:t>
            </a:r>
            <a:r>
              <a:rPr lang="ar" sz="2000" b="0" kern="120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</a:t>
            </a:r>
            <a:r>
              <a:rPr lang="ar" sz="2000" b="0" kern="120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المشاركة الآمنة واللائقة 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D66516A-CA46-B2F1-F3A6-A8EF884046C3}"/>
              </a:ext>
            </a:extLst>
          </p:cNvPr>
          <p:cNvSpPr/>
          <p:nvPr/>
        </p:nvSpPr>
        <p:spPr>
          <a:xfrm>
            <a:off x="457201" y="3950094"/>
            <a:ext cx="5111751" cy="1006615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 descr="Body builder with solid fill">
            <a:extLst>
              <a:ext uri="{FF2B5EF4-FFF2-40B4-BE49-F238E27FC236}">
                <a16:creationId xmlns:a16="http://schemas.microsoft.com/office/drawing/2014/main" id="{C53850E2-2AD4-1FAC-55EB-C28B4B9862DC}"/>
              </a:ext>
            </a:extLst>
          </p:cNvPr>
          <p:cNvSpPr/>
          <p:nvPr/>
        </p:nvSpPr>
        <p:spPr>
          <a:xfrm>
            <a:off x="4880776" y="4209834"/>
            <a:ext cx="553638" cy="553638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a:blipFill>
          <a:ln>
            <a:solidFill>
              <a:srgbClr val="CDCDDE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099E382-BB4E-2322-D646-F4E4741459D4}"/>
              </a:ext>
            </a:extLst>
          </p:cNvPr>
          <p:cNvSpPr/>
          <p:nvPr/>
        </p:nvSpPr>
        <p:spPr>
          <a:xfrm>
            <a:off x="457201" y="3950094"/>
            <a:ext cx="3949110" cy="1006615"/>
          </a:xfrm>
          <a:custGeom>
            <a:avLst/>
            <a:gdLst>
              <a:gd name="connsiteX0" fmla="*/ 0 w 3949110"/>
              <a:gd name="connsiteY0" fmla="*/ 0 h 1006615"/>
              <a:gd name="connsiteX1" fmla="*/ 3949110 w 3949110"/>
              <a:gd name="connsiteY1" fmla="*/ 0 h 1006615"/>
              <a:gd name="connsiteX2" fmla="*/ 3949110 w 3949110"/>
              <a:gd name="connsiteY2" fmla="*/ 1006615 h 1006615"/>
              <a:gd name="connsiteX3" fmla="*/ 0 w 3949110"/>
              <a:gd name="connsiteY3" fmla="*/ 1006615 h 1006615"/>
              <a:gd name="connsiteX4" fmla="*/ 0 w 3949110"/>
              <a:gd name="connsiteY4" fmla="*/ 0 h 100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49110" h="1006615">
                <a:moveTo>
                  <a:pt x="0" y="0"/>
                </a:moveTo>
                <a:lnTo>
                  <a:pt x="3949110" y="0"/>
                </a:lnTo>
                <a:lnTo>
                  <a:pt x="3949110" y="1006615"/>
                </a:lnTo>
                <a:lnTo>
                  <a:pt x="0" y="10066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533" tIns="106533" rIns="106533" bIns="106533" numCol="1" spcCol="1270" rtlCol="1" anchor="ctr" anchorCtr="0">
            <a:noAutofit/>
          </a:bodyPr>
          <a:lstStyle/>
          <a:p>
            <a:pPr marL="0" lvl="0" indent="0" algn="r" defTabSz="8890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b="1" kern="120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ج2</a:t>
            </a:r>
            <a:r>
              <a:rPr lang="ar" sz="2000" b="0" kern="120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</a:t>
            </a:r>
            <a:r>
              <a:rPr lang="ar" sz="2000" b="0" kern="120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التطبيق الصحيح للمهارات والتقنيات والتكتيكات 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3BA0EB1-5215-FDC5-76AB-5B82F8B10A44}"/>
              </a:ext>
            </a:extLst>
          </p:cNvPr>
          <p:cNvSpPr/>
          <p:nvPr/>
        </p:nvSpPr>
        <p:spPr>
          <a:xfrm>
            <a:off x="457201" y="5208363"/>
            <a:ext cx="5111751" cy="1006615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 descr="Scales of justice with solid fill">
            <a:extLst>
              <a:ext uri="{FF2B5EF4-FFF2-40B4-BE49-F238E27FC236}">
                <a16:creationId xmlns:a16="http://schemas.microsoft.com/office/drawing/2014/main" id="{4CC4A776-A95A-CC70-C9C4-9E299DFE1ACF}"/>
              </a:ext>
            </a:extLst>
          </p:cNvPr>
          <p:cNvSpPr/>
          <p:nvPr/>
        </p:nvSpPr>
        <p:spPr>
          <a:xfrm>
            <a:off x="4887835" y="5434852"/>
            <a:ext cx="553638" cy="553638"/>
          </a:xfrm>
          <a:prstGeom prst="rect">
            <a:avLst/>
          </a:pr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a:blipFill>
          <a:ln>
            <a:solidFill>
              <a:srgbClr val="CDCDDE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D08A579-83B8-0083-7565-65E0D289770E}"/>
              </a:ext>
            </a:extLst>
          </p:cNvPr>
          <p:cNvSpPr/>
          <p:nvPr/>
        </p:nvSpPr>
        <p:spPr>
          <a:xfrm>
            <a:off x="457201" y="5208363"/>
            <a:ext cx="3949110" cy="1006615"/>
          </a:xfrm>
          <a:custGeom>
            <a:avLst/>
            <a:gdLst>
              <a:gd name="connsiteX0" fmla="*/ 0 w 3949110"/>
              <a:gd name="connsiteY0" fmla="*/ 0 h 1006615"/>
              <a:gd name="connsiteX1" fmla="*/ 3949110 w 3949110"/>
              <a:gd name="connsiteY1" fmla="*/ 0 h 1006615"/>
              <a:gd name="connsiteX2" fmla="*/ 3949110 w 3949110"/>
              <a:gd name="connsiteY2" fmla="*/ 1006615 h 1006615"/>
              <a:gd name="connsiteX3" fmla="*/ 0 w 3949110"/>
              <a:gd name="connsiteY3" fmla="*/ 1006615 h 1006615"/>
              <a:gd name="connsiteX4" fmla="*/ 0 w 3949110"/>
              <a:gd name="connsiteY4" fmla="*/ 0 h 100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49110" h="1006615">
                <a:moveTo>
                  <a:pt x="0" y="0"/>
                </a:moveTo>
                <a:lnTo>
                  <a:pt x="3949110" y="0"/>
                </a:lnTo>
                <a:lnTo>
                  <a:pt x="3949110" y="1006615"/>
                </a:lnTo>
                <a:lnTo>
                  <a:pt x="0" y="10066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533" tIns="106533" rIns="106533" bIns="106533" numCol="1" spcCol="1270" rtlCol="1" anchor="ctr" anchorCtr="0">
            <a:noAutofit/>
          </a:bodyPr>
          <a:lstStyle/>
          <a:p>
            <a:pPr marL="0" lvl="0" indent="0" algn="r" defTabSz="8890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b="1" kern="1200" dirty="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ج3</a:t>
            </a:r>
            <a:r>
              <a:rPr lang="ar" sz="2000" b="0" kern="1200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</a:t>
            </a:r>
            <a:r>
              <a:rPr lang="ar" sz="2000" b="0" kern="1200" dirty="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التوظيف الفعال للمهارات والتقنيات والتكتيكات في أداءٍ أو وضعٍ محدّدٍ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64E962-11E2-661A-D390-09C45EFC5E4A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95402936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79966-F55D-E447-A47B-63ADF309C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7100" y="1108605"/>
            <a:ext cx="5437388" cy="864000"/>
          </a:xfrm>
        </p:spPr>
        <p:txBody>
          <a:bodyPr wrap="square" rtlCol="1" anchor="ctr">
            <a:normAutofit/>
          </a:bodyPr>
          <a:lstStyle/>
          <a:p>
            <a:pPr rtl="1"/>
            <a:r>
              <a:rPr lang="ar" sz="24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اللعب الآمن والفعال- ج1</a:t>
            </a:r>
            <a:endParaRPr lang="en-US" sz="24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04689-9649-F750-E0CA-E910D65E0B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6313" y="2196000"/>
            <a:ext cx="4271901" cy="4113319"/>
          </a:xfrm>
        </p:spPr>
        <p:txBody>
          <a:bodyPr wrap="square" rtlCol="1" anchor="t">
            <a:normAutofit fontScale="92500"/>
          </a:bodyPr>
          <a:lstStyle/>
          <a:p>
            <a:pPr marL="0" indent="0" rtl="1">
              <a:lnSpc>
                <a:spcPct val="90000"/>
              </a:lnSpc>
              <a:buNone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الاعتبارات الرئيسة:</a:t>
            </a:r>
            <a:endParaRPr lang="en-GB" sz="22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lnSpc>
                <a:spcPct val="90000"/>
              </a:lnSpc>
              <a:buNone/>
            </a:pPr>
            <a:endParaRPr lang="en-GB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120000"/>
              </a:lnSpc>
            </a:pPr>
            <a:r>
              <a:rPr lang="ar" sz="2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الإحماء والتهدئة</a:t>
            </a: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- للوقاية من الإصابات والمساعدة في التعافي.</a:t>
            </a:r>
            <a:endParaRPr lang="en-GB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120000"/>
              </a:lnSpc>
            </a:pPr>
            <a:r>
              <a:rPr lang="ar" sz="2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استخدام المعدات الصحيحة </a:t>
            </a: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- مثل الأحذية، وأدوات الوقاية، والأدوات المناسبة لسطح اللعب.</a:t>
            </a:r>
            <a:endParaRPr lang="en-GB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120000"/>
              </a:lnSpc>
            </a:pPr>
            <a:r>
              <a:rPr lang="ar" sz="2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تقييم المخاطر والانتباه للمساحة - </a:t>
            </a: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فحص المخاطر المحتملة وتنظيم المسافات في أثناء التمرينات.</a:t>
            </a:r>
            <a:endParaRPr lang="en-GB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120000"/>
              </a:lnSpc>
            </a:pPr>
            <a:r>
              <a:rPr lang="ar" sz="2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احترام الآخرين</a:t>
            </a: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- تجنب اللعب العنيف، والحرص على وضوح التواصل.</a:t>
            </a:r>
            <a:endParaRPr lang="en-GB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lvl="1" rtl="1">
              <a:lnSpc>
                <a:spcPct val="90000"/>
              </a:lnSpc>
            </a:pP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lvl="1" rtl="1">
              <a:lnSpc>
                <a:spcPct val="90000"/>
              </a:lnSpc>
            </a:pPr>
            <a:endParaRPr lang="en-GB" sz="20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lvl="1" rtl="1">
              <a:lnSpc>
                <a:spcPct val="90000"/>
              </a:lnSpc>
            </a:pPr>
            <a:endParaRPr lang="en-GB" sz="20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90000"/>
              </a:lnSpc>
            </a:pP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099041F-294B-C401-B454-C0BEED4A5B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7029" y="2181624"/>
            <a:ext cx="4027488" cy="4024100"/>
          </a:xfrm>
          <a:ln>
            <a:solidFill>
              <a:srgbClr val="4472C4"/>
            </a:solidFill>
          </a:ln>
        </p:spPr>
        <p:txBody>
          <a:bodyPr rtlCol="1"/>
          <a:lstStyle/>
          <a:p>
            <a:pPr marL="0" indent="0" rtl="1">
              <a:buNone/>
            </a:pPr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مهمة:</a:t>
            </a:r>
            <a:endParaRPr lang="en-US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اذكر ثلاث طرق يمكنك بها ضمان السلامة في أثناء الوحدة في:</a:t>
            </a:r>
            <a:endParaRPr lang="en-US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US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457200" indent="-457200" rtl="1">
              <a:buAutoNum type="arabicPeriod"/>
            </a:pPr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رياضة جماعية </a:t>
            </a: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(مثل: ترك مسافات كافية بين اللاعبين في كرة السلة، أو استخدام واقيات الساق في كرة القدم).</a:t>
            </a:r>
          </a:p>
          <a:p>
            <a:pPr marL="0" indent="0" rtl="1">
              <a:buNone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   أو</a:t>
            </a:r>
          </a:p>
          <a:p>
            <a:pPr marL="0" indent="0" rtl="1">
              <a:buNone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2. </a:t>
            </a:r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رياضة فردية</a:t>
            </a: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 (مثل: فحص سطح الأرضية في رياضة الجمباز).</a:t>
            </a:r>
          </a:p>
          <a:p>
            <a:pPr rtl="1">
              <a:buAutoNum type="arabicPeriod"/>
            </a:pPr>
            <a:endParaRPr 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941267-1412-FA05-AAD6-C2782CFE0A33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750461690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E58A4-6AEB-08E3-72C7-F7AD4F6DC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520" y="747069"/>
            <a:ext cx="7349022" cy="865648"/>
          </a:xfrm>
        </p:spPr>
        <p:txBody>
          <a:bodyPr wrap="square" rtlCol="1" anchor="b">
            <a:normAutofit/>
          </a:bodyPr>
          <a:lstStyle/>
          <a:p>
            <a:pPr rtl="1">
              <a:lnSpc>
                <a:spcPct val="90000"/>
              </a:lnSpc>
            </a:pPr>
            <a:r>
              <a:rPr lang="ar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تنفيذ المهارات والتكتيكات - رياضة جماعية- ج2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6D21D60-3CE0-7BC0-F63F-5A4142629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0130" y="2326586"/>
            <a:ext cx="2943736" cy="3622694"/>
          </a:xfrm>
          <a:ln>
            <a:solidFill>
              <a:srgbClr val="4472C4"/>
            </a:solidFill>
          </a:ln>
        </p:spPr>
        <p:txBody>
          <a:bodyPr rtlCol="1"/>
          <a:lstStyle/>
          <a:p>
            <a:pPr rtl="1"/>
            <a:r>
              <a:rPr lang="ar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المراقبون:</a:t>
            </a:r>
            <a:br>
              <a:rPr lang="en-US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US" sz="1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استخدم قائمة مرجعية لتقييم ما يأتي:</a:t>
            </a:r>
            <a:endParaRPr lang="en-US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US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buFont typeface="Arial"/>
              <a:buChar char="•"/>
            </a:pP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الدقة</a:t>
            </a:r>
          </a:p>
          <a:p>
            <a:pPr marL="285750" indent="-285750" rtl="1">
              <a:buFont typeface="Arial"/>
              <a:buChar char="•"/>
            </a:pP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الاتساق</a:t>
            </a:r>
          </a:p>
          <a:p>
            <a:pPr marL="285750" indent="-285750" rtl="1">
              <a:buFont typeface="Arial"/>
              <a:buChar char="•"/>
            </a:pP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اتخاذ القرار</a:t>
            </a:r>
          </a:p>
          <a:p>
            <a:pPr marL="285750" indent="-285750" rtl="1">
              <a:buFont typeface="Arial"/>
              <a:buChar char="•"/>
            </a:pP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التواصل</a:t>
            </a:r>
          </a:p>
          <a:p>
            <a:pPr marL="285750" indent="-285750" rtl="1">
              <a:buFont typeface="Arial"/>
              <a:buChar char="•"/>
            </a:pP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الوعي التكتيكي</a:t>
            </a:r>
          </a:p>
          <a:p>
            <a:pPr rtl="1"/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9DCC5-FEAB-8FBC-0BD7-37A9B09EA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8555" y="1735228"/>
            <a:ext cx="5692937" cy="4766023"/>
          </a:xfrm>
        </p:spPr>
        <p:txBody>
          <a:bodyPr wrap="square" rtlCol="1" anchor="t">
            <a:normAutofit/>
          </a:bodyPr>
          <a:lstStyle/>
          <a:p>
            <a:pPr marL="0" indent="11113" rtl="1">
              <a:buNone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في وحدة منظمة قائمة على اللعب، ينبغي للمتعلمين أن يُظهِروا ما يأتي:</a:t>
            </a:r>
            <a:endParaRPr 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  <a:buChar char="§"/>
            </a:pPr>
            <a:endParaRPr lang="en-GB" sz="20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  <a:buChar char="§"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المهارات الأساسية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- مثل التمرير، والمراوغة، والتدخل، والتسديد.</a:t>
            </a: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</a:pPr>
            <a:endParaRPr lang="en-GB" sz="20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العناصر التكتيكية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- مثل الضغط، والتمركز، ودعم الزملاء، وتغيير اتجاه اللعب.</a:t>
            </a: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</a:pPr>
            <a:endParaRPr lang="en-GB" sz="20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التقنية الصحيحة 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في:</a:t>
            </a: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28700" lvl="1" rtl="1">
              <a:buFont typeface="Wingdings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التدريبات المنفصلة</a:t>
            </a: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28700" lvl="1" rtl="1">
              <a:buFont typeface="Wingdings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المواقف الموجهة</a:t>
            </a: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28700" lvl="1" rtl="1">
              <a:buFont typeface="Wingdings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المباريات المُصغّرة والكاملة</a:t>
            </a: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lnSpc>
                <a:spcPct val="90000"/>
              </a:lnSpc>
              <a:buNone/>
            </a:pPr>
            <a:endParaRPr lang="en-GB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90000"/>
              </a:lnSpc>
            </a:pP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36C9C3-4C5F-1A9A-617C-DEE1F548932D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961326624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4AB68-3C75-C1D3-9E43-EAF98E092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0093" y="902588"/>
            <a:ext cx="7422427" cy="917399"/>
          </a:xfrm>
        </p:spPr>
        <p:txBody>
          <a:bodyPr rtlCol="1"/>
          <a:lstStyle/>
          <a:p>
            <a:pPr rtl="1"/>
            <a:r>
              <a:rPr lang="ar" sz="24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الارتقاء بالأداء- رياضة جماعية- ج3</a:t>
            </a:r>
            <a:endParaRPr lang="en-US" sz="24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009EF-CD8D-E60B-6FE3-CE4E0A803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09311" y="1719360"/>
            <a:ext cx="5987665" cy="4733976"/>
          </a:xfrm>
        </p:spPr>
        <p:txBody>
          <a:bodyPr rtlCol="1"/>
          <a:lstStyle/>
          <a:p>
            <a:pPr marL="0" indent="11113" rtl="1">
              <a:buNone/>
            </a:pP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 الذي يجعل الأداء فعّالًا، وليس مجرد أداءً صحيحًا من الناحية التقنية؟</a:t>
            </a:r>
            <a:endParaRPr lang="en-US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None/>
            </a:pPr>
            <a:endParaRPr lang="en-GB" sz="1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None/>
            </a:pP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عوامل أساسية لتقييم اللعب الفعّال:</a:t>
            </a:r>
            <a:endParaRPr lang="en-US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</a:pPr>
            <a:endParaRPr lang="en-GB" sz="1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</a:pPr>
            <a:r>
              <a:rPr lang="ar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التوقيت</a:t>
            </a: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- اختيار اللحظة المناسبة للتمرير أو التسديد أو الضغط.</a:t>
            </a:r>
            <a:endParaRPr lang="en-GB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</a:pPr>
            <a:endParaRPr lang="en-GB" sz="1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</a:pPr>
            <a:r>
              <a:rPr lang="ar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الاستجابة للضغط</a:t>
            </a: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- اتخاذ القرارات تحت الضغط.</a:t>
            </a:r>
            <a:endParaRPr lang="en-GB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</a:pPr>
            <a:endParaRPr lang="en-GB" sz="1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</a:pPr>
            <a:r>
              <a:rPr lang="ar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التمركز </a:t>
            </a: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- الوجود في المكان الصحيح لدعم اللعب.</a:t>
            </a:r>
            <a:endParaRPr lang="en-GB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</a:pPr>
            <a:endParaRPr lang="en-GB" sz="1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</a:pPr>
            <a:r>
              <a:rPr lang="ar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الربط بين المهارات والتكتيكات</a:t>
            </a: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- دمج التصرفات لتحقيق أكبر تأثير.</a:t>
            </a:r>
            <a:endParaRPr lang="en-GB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lvl="1"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5F04FA-7C96-CC83-9BB0-F73C9658040F}"/>
              </a:ext>
            </a:extLst>
          </p:cNvPr>
          <p:cNvSpPr txBox="1"/>
          <p:nvPr/>
        </p:nvSpPr>
        <p:spPr>
          <a:xfrm>
            <a:off x="297052" y="1737102"/>
            <a:ext cx="2415152" cy="341632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/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مهمة (في مجموعات ثنائية):</a:t>
            </a:r>
            <a:br>
              <a:rPr lang="en-GB" b="1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حدد لحظة واحدة في مباراة جماعية حقيقية أو مُحاكاة لمباراة نفّذ فيها لاعب مهارة أو تكتيكًا تنفيذًا فعّالًا.</a:t>
            </a:r>
            <a:br>
              <a:rPr lang="en-GB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واشرح ما يأتي:</a:t>
            </a:r>
            <a:endParaRPr 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buFont typeface="Wingdings" panose="05000000000000000000" pitchFamily="2" charset="2"/>
              <a:buChar char="§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ما سبب فاعلية التنفيذ؟</a:t>
            </a:r>
          </a:p>
          <a:p>
            <a:pPr marL="285750" indent="-285750" rtl="1">
              <a:buFont typeface="Calibri"/>
              <a:buChar char="-"/>
            </a:pP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buFont typeface="Wingdings" panose="05000000000000000000" pitchFamily="2" charset="2"/>
              <a:buChar char="§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ما النتيجة التي ترتبت عليه؟</a:t>
            </a:r>
          </a:p>
          <a:p>
            <a:pPr algn="l" rtl="1"/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2A2D0F-ED93-9E39-EAD3-7013488CE5D0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149286697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066C6-567E-AC3C-06A4-71390CD92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3729" y="955143"/>
            <a:ext cx="6635907" cy="864000"/>
          </a:xfrm>
        </p:spPr>
        <p:txBody>
          <a:bodyPr wrap="square" rtlCol="1" anchor="ctr">
            <a:normAutofit/>
          </a:bodyPr>
          <a:lstStyle/>
          <a:p>
            <a:pPr rtl="1">
              <a:lnSpc>
                <a:spcPct val="90000"/>
              </a:lnSpc>
            </a:pPr>
            <a:r>
              <a:rPr lang="ar" sz="2400" b="1">
                <a:latin typeface="Sakkal Majalla" panose="02000000000000000000" pitchFamily="2" charset="-78"/>
                <a:cs typeface="Sakkal Majalla" panose="02000000000000000000" pitchFamily="2" charset="-78"/>
              </a:rPr>
              <a:t>إظهار المهارات - رياضة فردية - ج2</a:t>
            </a:r>
            <a:endParaRPr lang="en-US" sz="24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62AF0-3EE4-8095-B610-809B36807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819143"/>
            <a:ext cx="8220084" cy="3255823"/>
          </a:xfrm>
        </p:spPr>
        <p:txBody>
          <a:bodyPr wrap="square" rtlCol="1" anchor="t">
            <a:normAutofit fontScale="25000" lnSpcReduction="20000"/>
          </a:bodyPr>
          <a:lstStyle/>
          <a:p>
            <a:pPr marL="0" indent="0" rtl="1">
              <a:lnSpc>
                <a:spcPct val="110000"/>
              </a:lnSpc>
              <a:buNone/>
            </a:pPr>
            <a:r>
              <a:rPr lang="ar" sz="7200" b="1">
                <a:latin typeface="Sakkal Majalla" panose="02000000000000000000" pitchFamily="2" charset="-78"/>
                <a:cs typeface="Sakkal Majalla" panose="02000000000000000000" pitchFamily="2" charset="-78"/>
              </a:rPr>
              <a:t>نقاط التركيز في النشاط:</a:t>
            </a:r>
            <a:endParaRPr lang="en-US" sz="72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lnSpc>
                <a:spcPct val="110000"/>
              </a:lnSpc>
              <a:buNone/>
            </a:pPr>
            <a:br>
              <a:rPr lang="en-GB" sz="4800" b="1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7200">
                <a:latin typeface="Sakkal Majalla" panose="02000000000000000000" pitchFamily="2" charset="-78"/>
                <a:cs typeface="Sakkal Majalla" panose="02000000000000000000" pitchFamily="2" charset="-78"/>
              </a:rPr>
              <a:t>شارك في رياضة فردية واعرض:</a:t>
            </a:r>
            <a:endParaRPr lang="en-GB" sz="72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lnSpc>
                <a:spcPct val="110000"/>
              </a:lnSpc>
              <a:buNone/>
            </a:pPr>
            <a:endParaRPr lang="en-GB" sz="48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110000"/>
              </a:lnSpc>
            </a:pPr>
            <a:r>
              <a:rPr lang="ar" sz="7200" b="1">
                <a:latin typeface="Sakkal Majalla" panose="02000000000000000000" pitchFamily="2" charset="-78"/>
                <a:cs typeface="Sakkal Majalla" panose="02000000000000000000" pitchFamily="2" charset="-78"/>
              </a:rPr>
              <a:t>تنفيذ المهارة التقنية -</a:t>
            </a:r>
            <a:r>
              <a:rPr lang="ar" sz="7200">
                <a:latin typeface="Sakkal Majalla" panose="02000000000000000000" pitchFamily="2" charset="-78"/>
                <a:cs typeface="Sakkal Majalla" panose="02000000000000000000" pitchFamily="2" charset="-78"/>
              </a:rPr>
              <a:t> مثل طريقة الإمساك، وحركة القدمين، ووضعية الجسم.</a:t>
            </a:r>
            <a:endParaRPr lang="en-GB" sz="72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110000"/>
              </a:lnSpc>
            </a:pPr>
            <a:r>
              <a:rPr lang="ar" sz="72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الوعي التكتيكي </a:t>
            </a:r>
            <a:r>
              <a:rPr lang="ar" sz="7200">
                <a:latin typeface="Sakkal Majalla" panose="02000000000000000000" pitchFamily="2" charset="-78"/>
                <a:cs typeface="Sakkal Majalla" panose="02000000000000000000" pitchFamily="2" charset="-78"/>
              </a:rPr>
              <a:t>- مثل تعديل أسلوب الإرسال، أو تعديل التمركز.</a:t>
            </a:r>
            <a:endParaRPr lang="en-GB" sz="72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110000"/>
              </a:lnSpc>
            </a:pPr>
            <a:r>
              <a:rPr lang="ar" sz="7200">
                <a:latin typeface="Sakkal Majalla" panose="02000000000000000000" pitchFamily="2" charset="-78"/>
                <a:cs typeface="Sakkal Majalla" panose="02000000000000000000" pitchFamily="2" charset="-78"/>
              </a:rPr>
              <a:t>مراحل </a:t>
            </a:r>
            <a:r>
              <a:rPr lang="ar" sz="72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التقدم </a:t>
            </a:r>
            <a:r>
              <a:rPr lang="ar" sz="7200">
                <a:latin typeface="Sakkal Majalla" panose="02000000000000000000" pitchFamily="2" charset="-78"/>
                <a:cs typeface="Sakkal Majalla" panose="02000000000000000000" pitchFamily="2" charset="-78"/>
              </a:rPr>
              <a:t>الثلاث:</a:t>
            </a:r>
            <a:endParaRPr lang="en-GB" sz="72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110000"/>
              </a:lnSpc>
            </a:pPr>
            <a:endParaRPr lang="en-GB" sz="48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28700" lvl="1" rtl="1">
              <a:lnSpc>
                <a:spcPct val="110000"/>
              </a:lnSpc>
            </a:pPr>
            <a:r>
              <a:rPr lang="ar" sz="7200">
                <a:latin typeface="Sakkal Majalla" panose="02000000000000000000" pitchFamily="2" charset="-78"/>
                <a:cs typeface="Sakkal Majalla" panose="02000000000000000000" pitchFamily="2" charset="-78"/>
              </a:rPr>
              <a:t>التدريبات المنفصلة (مثل: التدريب على الإرسال)</a:t>
            </a:r>
            <a:endParaRPr lang="en-GB" sz="72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28700" lvl="1" rtl="1">
              <a:lnSpc>
                <a:spcPct val="110000"/>
              </a:lnSpc>
            </a:pPr>
            <a:r>
              <a:rPr lang="ar" sz="7200">
                <a:latin typeface="Sakkal Majalla" panose="02000000000000000000" pitchFamily="2" charset="-78"/>
                <a:cs typeface="Sakkal Majalla" panose="02000000000000000000" pitchFamily="2" charset="-78"/>
              </a:rPr>
              <a:t>تمارين موجهة (مثل: مناطق استهداف محددة)</a:t>
            </a:r>
            <a:endParaRPr lang="en-GB" sz="72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28700" lvl="1" rtl="1">
              <a:lnSpc>
                <a:spcPct val="110000"/>
              </a:lnSpc>
            </a:pPr>
            <a:r>
              <a:rPr lang="ar" sz="7200">
                <a:latin typeface="Sakkal Majalla" panose="02000000000000000000" pitchFamily="2" charset="-78"/>
                <a:cs typeface="Sakkal Majalla" panose="02000000000000000000" pitchFamily="2" charset="-78"/>
              </a:rPr>
              <a:t>محاكاة مباراة كاملة</a:t>
            </a:r>
            <a:endParaRPr lang="en-GB" sz="72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GB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1F318F-2AFD-222D-9284-AF0FF433C17B}"/>
              </a:ext>
            </a:extLst>
          </p:cNvPr>
          <p:cNvSpPr txBox="1"/>
          <p:nvPr/>
        </p:nvSpPr>
        <p:spPr>
          <a:xfrm>
            <a:off x="326111" y="4937998"/>
            <a:ext cx="8491778" cy="1643527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>
              <a:spcBef>
                <a:spcPct val="20000"/>
              </a:spcBef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مهمة:</a:t>
            </a:r>
            <a:br>
              <a:rPr lang="en-GB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قيّم أداءك ذاتيًا باستخدام نموذج تحديد سمات الأداء الذي يقيّم:</a:t>
            </a:r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spcBef>
                <a:spcPct val="20000"/>
              </a:spcBef>
              <a:buFont typeface="Arial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فاعلية تنفيذ المهارة</a:t>
            </a:r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spcBef>
                <a:spcPct val="20000"/>
              </a:spcBef>
              <a:buFont typeface="Arial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اتخاذ القرارات التكتيكية</a:t>
            </a:r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spcBef>
                <a:spcPct val="20000"/>
              </a:spcBef>
              <a:buFont typeface="Arial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الثقة والاتساق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07B31-6C88-BA89-7156-203F9EA37C35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026725477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69647-DCF1-BEC0-8DCD-4ED48A26B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B8859-C055-85F2-88BE-D60E2EC77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030" y="960907"/>
            <a:ext cx="6783970" cy="864000"/>
          </a:xfrm>
        </p:spPr>
        <p:txBody>
          <a:bodyPr wrap="square" rtlCol="1" anchor="ctr">
            <a:normAutofit/>
          </a:bodyPr>
          <a:lstStyle/>
          <a:p>
            <a:pPr rtl="1">
              <a:lnSpc>
                <a:spcPct val="90000"/>
              </a:lnSpc>
            </a:pPr>
            <a:r>
              <a:rPr lang="ar" sz="2400" b="1">
                <a:latin typeface="Sakkal Majalla" panose="02000000000000000000" pitchFamily="2" charset="-78"/>
                <a:cs typeface="Sakkal Majalla" panose="02000000000000000000" pitchFamily="2" charset="-78"/>
              </a:rPr>
              <a:t>إظهار المهارات - رياضة فردية - ج2</a:t>
            </a:r>
            <a:endParaRPr lang="en-US" sz="24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4FCC9-A0DB-BD7B-9329-50E168824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6098" y="1756008"/>
            <a:ext cx="5552329" cy="3121000"/>
          </a:xfrm>
        </p:spPr>
        <p:txBody>
          <a:bodyPr wrap="square" rtlCol="1" anchor="t">
            <a:normAutofit fontScale="70000" lnSpcReduction="20000"/>
          </a:bodyPr>
          <a:lstStyle/>
          <a:p>
            <a:pPr marL="0" indent="0" rtl="1">
              <a:lnSpc>
                <a:spcPct val="120000"/>
              </a:lnSpc>
              <a:buNone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نقاط التركيز في النشاط: 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شارك في رياضة فردية واعرض:</a:t>
            </a:r>
            <a:endParaRPr lang="en-GB" sz="26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lnSpc>
                <a:spcPct val="120000"/>
              </a:lnSpc>
              <a:buNone/>
            </a:pPr>
            <a:br>
              <a:rPr lang="en-GB" sz="2600" b="1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تنفيذ المهارة التقنية -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مثل طريقة الإمساك، وحركة القدمين، ووضعية الجسم.</a:t>
            </a:r>
            <a:endParaRPr lang="en-GB" sz="26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120000"/>
              </a:lnSpc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الوعي التكتيكي 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- مثل تعديل أسلوب الإرسال، أو تعديل التمركز.</a:t>
            </a:r>
            <a:endParaRPr lang="en-GB" sz="26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120000"/>
              </a:lnSpc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مراحل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التقدم 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الثلاث:</a:t>
            </a:r>
            <a:endParaRPr lang="en-GB" sz="26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120000"/>
              </a:lnSpc>
            </a:pPr>
            <a:endParaRPr lang="en-GB" sz="26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28700" lvl="1" rtl="1">
              <a:lnSpc>
                <a:spcPct val="120000"/>
              </a:lnSpc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التدريبات المنفصلة (مثل: التدريب على الإرسال)</a:t>
            </a:r>
            <a:endParaRPr lang="en-GB" sz="26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28700" lvl="1" rtl="1">
              <a:lnSpc>
                <a:spcPct val="120000"/>
              </a:lnSpc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تمارين موجهة (مثل: مناطق استهداف محددة)</a:t>
            </a:r>
            <a:endParaRPr lang="en-GB" sz="26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28700" lvl="1" rtl="1">
              <a:lnSpc>
                <a:spcPct val="120000"/>
              </a:lnSpc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محاكاة مباراة كاملة</a:t>
            </a:r>
            <a:endParaRPr lang="en-GB" sz="26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GB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16DEC6-3D43-C284-D0C4-26CFB2F683C2}"/>
              </a:ext>
            </a:extLst>
          </p:cNvPr>
          <p:cNvSpPr txBox="1"/>
          <p:nvPr/>
        </p:nvSpPr>
        <p:spPr>
          <a:xfrm>
            <a:off x="537033" y="4940143"/>
            <a:ext cx="8491778" cy="1471172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>
              <a:spcBef>
                <a:spcPct val="20000"/>
              </a:spcBef>
            </a:pPr>
            <a:r>
              <a:rPr lang="ar" sz="1600" b="1">
                <a:latin typeface="Sakkal Majalla" panose="02000000000000000000" pitchFamily="2" charset="-78"/>
                <a:cs typeface="Sakkal Majalla" panose="02000000000000000000" pitchFamily="2" charset="-78"/>
              </a:rPr>
              <a:t>مهمة:</a:t>
            </a:r>
            <a:br>
              <a:rPr lang="en-GB" sz="1600" b="1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600">
                <a:latin typeface="Sakkal Majalla" panose="02000000000000000000" pitchFamily="2" charset="-78"/>
                <a:cs typeface="Sakkal Majalla" panose="02000000000000000000" pitchFamily="2" charset="-78"/>
              </a:rPr>
              <a:t>قيّم أداءك ذاتيًا باستخدام نموذج تحديد سمات الأداء الذي يقيّم:</a:t>
            </a:r>
            <a:endParaRPr lang="en-US" sz="16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ar" sz="1600">
                <a:latin typeface="Sakkal Majalla" panose="02000000000000000000" pitchFamily="2" charset="-78"/>
                <a:cs typeface="Sakkal Majalla" panose="02000000000000000000" pitchFamily="2" charset="-78"/>
              </a:rPr>
              <a:t>فاعلية تنفيذ المهارة		</a:t>
            </a:r>
            <a:endParaRPr lang="en-US" sz="16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ar" sz="1600">
                <a:latin typeface="Sakkal Majalla" panose="02000000000000000000" pitchFamily="2" charset="-78"/>
                <a:cs typeface="Sakkal Majalla" panose="02000000000000000000" pitchFamily="2" charset="-78"/>
              </a:rPr>
              <a:t>اتخاذ القرارات التكتيكية</a:t>
            </a:r>
          </a:p>
          <a:p>
            <a:pPr marL="285750" indent="-285750" rtl="1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ar" sz="1600">
                <a:latin typeface="Sakkal Majalla" panose="02000000000000000000" pitchFamily="2" charset="-78"/>
                <a:cs typeface="Sakkal Majalla" panose="02000000000000000000" pitchFamily="2" charset="-78"/>
              </a:rPr>
              <a:t>الثقة والاتساق</a:t>
            </a:r>
          </a:p>
        </p:txBody>
      </p:sp>
      <p:pic>
        <p:nvPicPr>
          <p:cNvPr id="5" name="Picture 4" descr="A person holding a tennis racket&#10;&#10;AI-generated content may be incorrect.">
            <a:extLst>
              <a:ext uri="{FF2B5EF4-FFF2-40B4-BE49-F238E27FC236}">
                <a16:creationId xmlns:a16="http://schemas.microsoft.com/office/drawing/2014/main" id="{84010DED-132D-9305-1F55-BA19F1A364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9561" y="2518255"/>
            <a:ext cx="3276537" cy="21948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890D1A-A11B-C351-E763-49D677B91345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699449146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2C1AA-53E1-69ED-CB01-FA6EB3032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0227" y="1052736"/>
            <a:ext cx="7244261" cy="863600"/>
          </a:xfrm>
        </p:spPr>
        <p:txBody>
          <a:bodyPr rtlCol="1"/>
          <a:lstStyle/>
          <a:p>
            <a:pPr rtl="1"/>
            <a:r>
              <a:rPr lang="ar" sz="2400" b="1">
                <a:latin typeface="Sakkal Majalla" panose="02000000000000000000" pitchFamily="2" charset="-78"/>
                <a:cs typeface="Sakkal Majalla" panose="02000000000000000000" pitchFamily="2" charset="-78"/>
              </a:rPr>
              <a:t>تعزيز الأداء – رياضة فردية - ج3</a:t>
            </a:r>
            <a:endParaRPr lang="en-GB" sz="24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5EABB-6AD9-ADF2-1C7C-3B9CBC34F2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567" y="1717649"/>
            <a:ext cx="8176592" cy="4447655"/>
          </a:xfrm>
        </p:spPr>
        <p:txBody>
          <a:bodyPr rtlCol="1"/>
          <a:lstStyle/>
          <a:p>
            <a:pPr rtl="1">
              <a:buNone/>
            </a:pPr>
            <a:endParaRPr lang="en-GB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None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معرفة التوقيت المناسب لتعديل تكتيكاتك وكيفية فعل ذلك في أثناء الأداء:</a:t>
            </a:r>
            <a:endParaRPr lang="en-US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</a:pPr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الحفاظ على الهدوء تحت الضغط</a:t>
            </a: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 (مثل: بعد خسارة نقاط أو مواجهة خصم قوي).</a:t>
            </a:r>
            <a:endParaRPr lang="en-GB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</a:pPr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التفاعل مع نقاط قوة الخصم أو نقاط ضعفه </a:t>
            </a: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(مثل: تغيير موقع الإرسال، أو تنويع السرعة).</a:t>
            </a:r>
            <a:endParaRPr lang="en-GB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None/>
            </a:pPr>
            <a:endParaRPr lang="en-GB" sz="2000" i="1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None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اكتب تغييرًا تكتيكيًا واحدًا نفّذته في أثناء مباراة، واشرح:</a:t>
            </a:r>
            <a:endParaRPr lang="en-GB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  <a:buChar char="§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لماذا نفّذته؟</a:t>
            </a:r>
            <a:endParaRPr lang="en-GB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  <a:buChar char="§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كيف أثّر في أدائك.</a:t>
            </a:r>
            <a:endParaRPr lang="en-GB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  <a:buChar char="§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هل حسّن من نتيجتك؟</a:t>
            </a:r>
            <a:endParaRPr lang="en-GB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GB" sz="20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CCBF0B-36DF-DA16-99EB-56968D781E7D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649098831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4C89F-0122-7D22-38A2-7ED150F88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wrap="square" rtlCol="1" anchor="ctr">
            <a:normAutofit/>
          </a:bodyPr>
          <a:lstStyle/>
          <a:p>
            <a:pPr rtl="1">
              <a:lnSpc>
                <a:spcPct val="90000"/>
              </a:lnSpc>
            </a:pPr>
            <a:r>
              <a:rPr lang="ar" sz="24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الاستعداد للواجب الثاني -ج1 -ج4</a:t>
            </a:r>
            <a:endParaRPr lang="en-US" sz="24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75F3C-097C-71C2-B232-563BD0CA13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48199" y="2196001"/>
            <a:ext cx="4027487" cy="4024100"/>
          </a:xfrm>
          <a:ln>
            <a:solidFill>
              <a:srgbClr val="4472C4"/>
            </a:solidFill>
          </a:ln>
        </p:spPr>
        <p:txBody>
          <a:bodyPr wrap="square" rtlCol="1" anchor="t">
            <a:normAutofit/>
          </a:bodyPr>
          <a:lstStyle/>
          <a:p>
            <a:pPr marL="0" indent="0" rtl="1">
              <a:buNone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يجب عليك إظهار ما يأتي:</a:t>
            </a:r>
            <a:endParaRPr lang="en-GB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مشاركة آمنة ومنظمة (الإحماء، وارتداء الزي المناسب، والالتزام بالقواعد)</a:t>
            </a: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تنفيذًا صحيحًا من الناحية التقنية للمهارات والتقنيات</a:t>
            </a: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تطبيقًا فعّالًا ومتسقًا في المواقف التنافسية</a:t>
            </a: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اتخاذ قرارات واضحة ومناسبة تحت الضغط</a:t>
            </a: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lnSpc>
                <a:spcPct val="90000"/>
              </a:lnSpc>
              <a:buNone/>
            </a:pPr>
            <a:endParaRPr lang="en-GB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lnSpc>
                <a:spcPct val="90000"/>
              </a:lnSpc>
              <a:buNone/>
            </a:pPr>
            <a:endParaRPr lang="en-GB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lnSpc>
                <a:spcPct val="90000"/>
              </a:lnSpc>
              <a:buNone/>
            </a:pPr>
            <a:endParaRPr lang="en-GB" sz="20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90000"/>
              </a:lnSpc>
            </a:pPr>
            <a:endParaRPr lang="en-GB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888BE08-3490-3ACD-D5E0-A106C7FE7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0007" y="2196001"/>
            <a:ext cx="4027488" cy="4024100"/>
          </a:xfrm>
          <a:ln>
            <a:solidFill>
              <a:srgbClr val="4472C4"/>
            </a:solidFill>
          </a:ln>
        </p:spPr>
        <p:txBody>
          <a:bodyPr rtlCol="1"/>
          <a:lstStyle/>
          <a:p>
            <a:pPr rtl="1"/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مهمة:</a:t>
            </a:r>
            <a:endParaRPr lang="en-US" sz="20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أكمل قائمة المرجعية لأدائك في رياضة جماعية ورياضة فردية.</a:t>
            </a:r>
            <a:br>
              <a:rPr lang="en-US" sz="20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US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ابدأ بجمع الأدلة عن طريق:</a:t>
            </a:r>
            <a:endParaRPr lang="en-US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لقطات فيديو</a:t>
            </a:r>
          </a:p>
          <a:p>
            <a:pPr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ملاحظات المدرب أوالمعلم</a:t>
            </a:r>
          </a:p>
          <a:p>
            <a:pPr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تعليقات الزملاء (اختياري)</a:t>
            </a:r>
          </a:p>
          <a:p>
            <a:pPr rtl="1"/>
            <a:endParaRPr 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96890A-5F5E-09AB-3108-5963A668F28B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023973010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0A534-C5A0-4AE6-3CF8-16AD0825C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4E6AA0A-4B5A-A9CA-5F1D-7140094A3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8486" y="1195200"/>
            <a:ext cx="3008313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>
              <a:spcAft>
                <a:spcPts val="600"/>
              </a:spcAft>
            </a:pPr>
            <a:endParaRPr lang="en-US" altLang="en-US" sz="2000" b="1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176AA92-71A5-CFD4-3DB8-6CDC4AC89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0791" y="1195200"/>
            <a:ext cx="3321749" cy="5265832"/>
          </a:xfrm>
          <a:solidFill>
            <a:schemeClr val="accent5"/>
          </a:solidFill>
        </p:spPr>
        <p:txBody>
          <a:bodyPr rtlCol="1"/>
          <a:lstStyle/>
          <a:p>
            <a:pPr algn="ctr" rtl="1"/>
            <a:r>
              <a:rPr lang="ar" sz="24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نتاج التعلم د</a:t>
            </a:r>
            <a:endParaRPr lang="en-US" dirty="0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endParaRPr lang="en-US" altLang="en-US" sz="2400" b="1" dirty="0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r>
              <a:rPr lang="ar" sz="2400" dirty="0">
                <a:solidFill>
                  <a:schemeClr val="tx2"/>
                </a:solidFill>
                <a:latin typeface="Sakkal Majalla" panose="02000000000000000000" pitchFamily="2" charset="-78"/>
                <a:ea typeface="Open Sans"/>
                <a:cs typeface="Sakkal Majalla" panose="02000000000000000000" pitchFamily="2" charset="-78"/>
              </a:rPr>
              <a:t>مراجعة </a:t>
            </a:r>
            <a:r>
              <a:rPr lang="ar" sz="2400" dirty="0">
                <a:latin typeface="Sakkal Majalla" panose="02000000000000000000" pitchFamily="2" charset="-78"/>
                <a:ea typeface="Open Sans"/>
                <a:cs typeface="Sakkal Majalla" panose="02000000000000000000" pitchFamily="2" charset="-78"/>
              </a:rPr>
              <a:t>أدائك الشخصي وأداء الآخرين في رياضات محددة</a:t>
            </a:r>
            <a:endParaRPr lang="en-US" sz="24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US" altLang="en-US" sz="2000" b="1" dirty="0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446EC1-DC94-A85C-7DF3-DD27EAC0D57C}"/>
              </a:ext>
            </a:extLst>
          </p:cNvPr>
          <p:cNvSpPr/>
          <p:nvPr/>
        </p:nvSpPr>
        <p:spPr>
          <a:xfrm>
            <a:off x="457201" y="1433556"/>
            <a:ext cx="5111751" cy="1006615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Rectangle 3" descr="Tick">
            <a:extLst>
              <a:ext uri="{FF2B5EF4-FFF2-40B4-BE49-F238E27FC236}">
                <a16:creationId xmlns:a16="http://schemas.microsoft.com/office/drawing/2014/main" id="{A9BC60A2-BC7C-42B5-14A5-411AF021AFA6}"/>
              </a:ext>
            </a:extLst>
          </p:cNvPr>
          <p:cNvSpPr/>
          <p:nvPr/>
        </p:nvSpPr>
        <p:spPr>
          <a:xfrm>
            <a:off x="4789414" y="1660044"/>
            <a:ext cx="553638" cy="553638"/>
          </a:xfrm>
          <a:prstGeom prst="rect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B9CFF7C-985B-82EB-771F-5A757774DC0C}"/>
              </a:ext>
            </a:extLst>
          </p:cNvPr>
          <p:cNvSpPr/>
          <p:nvPr/>
        </p:nvSpPr>
        <p:spPr>
          <a:xfrm>
            <a:off x="457201" y="1433556"/>
            <a:ext cx="3949110" cy="1006615"/>
          </a:xfrm>
          <a:custGeom>
            <a:avLst/>
            <a:gdLst>
              <a:gd name="connsiteX0" fmla="*/ 0 w 3949110"/>
              <a:gd name="connsiteY0" fmla="*/ 0 h 1006615"/>
              <a:gd name="connsiteX1" fmla="*/ 3949110 w 3949110"/>
              <a:gd name="connsiteY1" fmla="*/ 0 h 1006615"/>
              <a:gd name="connsiteX2" fmla="*/ 3949110 w 3949110"/>
              <a:gd name="connsiteY2" fmla="*/ 1006615 h 1006615"/>
              <a:gd name="connsiteX3" fmla="*/ 0 w 3949110"/>
              <a:gd name="connsiteY3" fmla="*/ 1006615 h 1006615"/>
              <a:gd name="connsiteX4" fmla="*/ 0 w 3949110"/>
              <a:gd name="connsiteY4" fmla="*/ 0 h 100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49110" h="1006615">
                <a:moveTo>
                  <a:pt x="0" y="0"/>
                </a:moveTo>
                <a:lnTo>
                  <a:pt x="3949110" y="0"/>
                </a:lnTo>
                <a:lnTo>
                  <a:pt x="3949110" y="1006615"/>
                </a:lnTo>
                <a:lnTo>
                  <a:pt x="0" y="10066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533" tIns="106533" rIns="106533" bIns="106533" numCol="1" spcCol="1270" rtlCol="1" anchor="ctr" anchorCtr="0">
            <a:noAutofit/>
          </a:bodyPr>
          <a:lstStyle/>
          <a:p>
            <a:pPr marL="0" lvl="0" indent="0" algn="r" defTabSz="9779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b="1" kern="1200">
                <a:latin typeface="Arial" panose="020B0604020202020204" pitchFamily="34" charset="0"/>
                <a:cs typeface="Arial" panose="020B0604020202020204" pitchFamily="34" charset="0"/>
              </a:rPr>
              <a:t>مجالات المحتوى الرئيسة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97765DA-77A3-CC33-4A67-71C4AFA465FB}"/>
              </a:ext>
            </a:extLst>
          </p:cNvPr>
          <p:cNvSpPr/>
          <p:nvPr/>
        </p:nvSpPr>
        <p:spPr>
          <a:xfrm>
            <a:off x="457201" y="2691825"/>
            <a:ext cx="5111751" cy="1006615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 descr="List with solid fill">
            <a:extLst>
              <a:ext uri="{FF2B5EF4-FFF2-40B4-BE49-F238E27FC236}">
                <a16:creationId xmlns:a16="http://schemas.microsoft.com/office/drawing/2014/main" id="{F7898EC4-5D78-6901-66E2-B36F638F87F7}"/>
              </a:ext>
            </a:extLst>
          </p:cNvPr>
          <p:cNvSpPr/>
          <p:nvPr/>
        </p:nvSpPr>
        <p:spPr>
          <a:xfrm>
            <a:off x="4789414" y="2918313"/>
            <a:ext cx="553638" cy="553638"/>
          </a:xfrm>
          <a:prstGeom prst="rect">
            <a:avLst/>
          </a:pr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a:blipFill>
          <a:ln>
            <a:solidFill>
              <a:srgbClr val="CDCDDE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5F2B5E3-CC23-14FA-76F9-650AE4ADDF34}"/>
              </a:ext>
            </a:extLst>
          </p:cNvPr>
          <p:cNvSpPr/>
          <p:nvPr/>
        </p:nvSpPr>
        <p:spPr>
          <a:xfrm>
            <a:off x="457201" y="2691825"/>
            <a:ext cx="3949110" cy="1006615"/>
          </a:xfrm>
          <a:custGeom>
            <a:avLst/>
            <a:gdLst>
              <a:gd name="connsiteX0" fmla="*/ 0 w 3949110"/>
              <a:gd name="connsiteY0" fmla="*/ 0 h 1006615"/>
              <a:gd name="connsiteX1" fmla="*/ 3949110 w 3949110"/>
              <a:gd name="connsiteY1" fmla="*/ 0 h 1006615"/>
              <a:gd name="connsiteX2" fmla="*/ 3949110 w 3949110"/>
              <a:gd name="connsiteY2" fmla="*/ 1006615 h 1006615"/>
              <a:gd name="connsiteX3" fmla="*/ 0 w 3949110"/>
              <a:gd name="connsiteY3" fmla="*/ 1006615 h 1006615"/>
              <a:gd name="connsiteX4" fmla="*/ 0 w 3949110"/>
              <a:gd name="connsiteY4" fmla="*/ 0 h 100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49110" h="1006615">
                <a:moveTo>
                  <a:pt x="0" y="0"/>
                </a:moveTo>
                <a:lnTo>
                  <a:pt x="3949110" y="0"/>
                </a:lnTo>
                <a:lnTo>
                  <a:pt x="3949110" y="1006615"/>
                </a:lnTo>
                <a:lnTo>
                  <a:pt x="0" y="10066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533" tIns="106533" rIns="106533" bIns="106533" numCol="1" spcCol="1270" rtlCol="1" anchor="ctr" anchorCtr="0">
            <a:noAutofit/>
          </a:bodyPr>
          <a:lstStyle/>
          <a:p>
            <a:pPr marL="0" lvl="0" indent="0" algn="r" defTabSz="9779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b="1" kern="120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د1 طرق التقييم لمراجعة أداء المهارات والأساليب في رياضات محددة 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36E39ED-2656-8CD2-5D40-231CE81A15BA}"/>
              </a:ext>
            </a:extLst>
          </p:cNvPr>
          <p:cNvSpPr/>
          <p:nvPr/>
        </p:nvSpPr>
        <p:spPr>
          <a:xfrm>
            <a:off x="457201" y="3950094"/>
            <a:ext cx="5111751" cy="1006615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 descr="Classroom with solid fill">
            <a:extLst>
              <a:ext uri="{FF2B5EF4-FFF2-40B4-BE49-F238E27FC236}">
                <a16:creationId xmlns:a16="http://schemas.microsoft.com/office/drawing/2014/main" id="{3B110B5D-CB9F-BB36-D1D6-6F4CC8E1A990}"/>
              </a:ext>
            </a:extLst>
          </p:cNvPr>
          <p:cNvSpPr/>
          <p:nvPr/>
        </p:nvSpPr>
        <p:spPr>
          <a:xfrm>
            <a:off x="4789414" y="4176582"/>
            <a:ext cx="553638" cy="553638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a:blipFill>
          <a:ln>
            <a:solidFill>
              <a:srgbClr val="CDCDDE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996D8BD-B796-1B05-4CB5-68FBC0AF41EF}"/>
              </a:ext>
            </a:extLst>
          </p:cNvPr>
          <p:cNvSpPr/>
          <p:nvPr/>
        </p:nvSpPr>
        <p:spPr>
          <a:xfrm>
            <a:off x="457201" y="3950094"/>
            <a:ext cx="3949110" cy="1006615"/>
          </a:xfrm>
          <a:custGeom>
            <a:avLst/>
            <a:gdLst>
              <a:gd name="connsiteX0" fmla="*/ 0 w 3949110"/>
              <a:gd name="connsiteY0" fmla="*/ 0 h 1006615"/>
              <a:gd name="connsiteX1" fmla="*/ 3949110 w 3949110"/>
              <a:gd name="connsiteY1" fmla="*/ 0 h 1006615"/>
              <a:gd name="connsiteX2" fmla="*/ 3949110 w 3949110"/>
              <a:gd name="connsiteY2" fmla="*/ 1006615 h 1006615"/>
              <a:gd name="connsiteX3" fmla="*/ 0 w 3949110"/>
              <a:gd name="connsiteY3" fmla="*/ 1006615 h 1006615"/>
              <a:gd name="connsiteX4" fmla="*/ 0 w 3949110"/>
              <a:gd name="connsiteY4" fmla="*/ 0 h 100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49110" h="1006615">
                <a:moveTo>
                  <a:pt x="0" y="0"/>
                </a:moveTo>
                <a:lnTo>
                  <a:pt x="3949110" y="0"/>
                </a:lnTo>
                <a:lnTo>
                  <a:pt x="3949110" y="1006615"/>
                </a:lnTo>
                <a:lnTo>
                  <a:pt x="0" y="10066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533" tIns="106533" rIns="106533" bIns="106533" numCol="1" spcCol="1270" rtlCol="1" anchor="ctr" anchorCtr="0">
            <a:noAutofit/>
          </a:bodyPr>
          <a:lstStyle/>
          <a:p>
            <a:pPr marL="0" lvl="0" indent="0" algn="r" defTabSz="9779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b="1" kern="120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د2 مراجعة الأداء في رياضات محددة 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60C0D34-EA16-0E04-9103-BE21F38CE756}"/>
              </a:ext>
            </a:extLst>
          </p:cNvPr>
          <p:cNvSpPr/>
          <p:nvPr/>
        </p:nvSpPr>
        <p:spPr>
          <a:xfrm>
            <a:off x="457201" y="5208363"/>
            <a:ext cx="5111751" cy="1006615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 descr="Abacus with solid fill">
            <a:extLst>
              <a:ext uri="{FF2B5EF4-FFF2-40B4-BE49-F238E27FC236}">
                <a16:creationId xmlns:a16="http://schemas.microsoft.com/office/drawing/2014/main" id="{814B5F8F-48CD-554D-F53F-F30DD6971AB0}"/>
              </a:ext>
            </a:extLst>
          </p:cNvPr>
          <p:cNvSpPr/>
          <p:nvPr/>
        </p:nvSpPr>
        <p:spPr>
          <a:xfrm>
            <a:off x="4789414" y="5434852"/>
            <a:ext cx="553638" cy="553638"/>
          </a:xfrm>
          <a:prstGeom prst="rect">
            <a:avLst/>
          </a:pr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a:blipFill>
          <a:ln>
            <a:solidFill>
              <a:srgbClr val="CDCDDE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DAD3213-73A4-E2FE-E2D5-D60F30EF77C9}"/>
              </a:ext>
            </a:extLst>
          </p:cNvPr>
          <p:cNvSpPr/>
          <p:nvPr/>
        </p:nvSpPr>
        <p:spPr>
          <a:xfrm>
            <a:off x="457201" y="5208363"/>
            <a:ext cx="3949110" cy="1006615"/>
          </a:xfrm>
          <a:custGeom>
            <a:avLst/>
            <a:gdLst>
              <a:gd name="connsiteX0" fmla="*/ 0 w 3949110"/>
              <a:gd name="connsiteY0" fmla="*/ 0 h 1006615"/>
              <a:gd name="connsiteX1" fmla="*/ 3949110 w 3949110"/>
              <a:gd name="connsiteY1" fmla="*/ 0 h 1006615"/>
              <a:gd name="connsiteX2" fmla="*/ 3949110 w 3949110"/>
              <a:gd name="connsiteY2" fmla="*/ 1006615 h 1006615"/>
              <a:gd name="connsiteX3" fmla="*/ 0 w 3949110"/>
              <a:gd name="connsiteY3" fmla="*/ 1006615 h 1006615"/>
              <a:gd name="connsiteX4" fmla="*/ 0 w 3949110"/>
              <a:gd name="connsiteY4" fmla="*/ 0 h 100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49110" h="1006615">
                <a:moveTo>
                  <a:pt x="0" y="0"/>
                </a:moveTo>
                <a:lnTo>
                  <a:pt x="3949110" y="0"/>
                </a:lnTo>
                <a:lnTo>
                  <a:pt x="3949110" y="1006615"/>
                </a:lnTo>
                <a:lnTo>
                  <a:pt x="0" y="10066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533" tIns="106533" rIns="106533" bIns="106533" numCol="1" spcCol="1270" rtlCol="1" anchor="ctr" anchorCtr="0">
            <a:noAutofit/>
          </a:bodyPr>
          <a:lstStyle/>
          <a:p>
            <a:pPr marL="0" lvl="0" indent="0" algn="r" defTabSz="9779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b="1" kern="1200" dirty="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د3 إجراء تطورات لتحسين الأداء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4DFB17-1B1D-8644-5448-F51F47DAF334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02591071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5712F-4A40-7E1B-F3F4-A86E7E0E7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187" y="155076"/>
            <a:ext cx="8229600" cy="864000"/>
          </a:xfrm>
        </p:spPr>
        <p:txBody>
          <a:bodyPr wrap="square" rtlCol="1" anchor="ctr">
            <a:normAutofit/>
          </a:bodyPr>
          <a:lstStyle/>
          <a:p>
            <a:pPr algn="l" rtl="1">
              <a:lnSpc>
                <a:spcPct val="90000"/>
              </a:lnSpc>
            </a:pPr>
            <a:r>
              <a:rPr lang="ar" sz="2400" b="1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ما الذي برُعت في أدائه؟ </a:t>
            </a:r>
            <a:br>
              <a:rPr lang="en-GB" sz="2400" b="1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400" b="1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ما الذي يمكن تحسينه؟ -د1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A0E08-49C3-25B7-2183-E7C0E1529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331" y="2872714"/>
            <a:ext cx="6935000" cy="4036092"/>
          </a:xfrm>
        </p:spPr>
        <p:txBody>
          <a:bodyPr wrap="square" rtlCol="1" anchor="t">
            <a:normAutofit/>
          </a:bodyPr>
          <a:lstStyle/>
          <a:p>
            <a:pPr marL="0" indent="0" algn="r" rtl="1">
              <a:lnSpc>
                <a:spcPct val="90000"/>
              </a:lnSpc>
              <a:buNone/>
            </a:pPr>
            <a:endParaRPr lang="en-GB" sz="1600" b="1" dirty="0">
              <a:solidFill>
                <a:schemeClr val="bg1"/>
              </a:solidFill>
              <a:highlight>
                <a:srgbClr val="A4A2A3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r" rtl="1">
              <a:buNone/>
            </a:pPr>
            <a:r>
              <a:rPr lang="ar" sz="1600" b="1" dirty="0">
                <a:solidFill>
                  <a:schemeClr val="bg1"/>
                </a:solidFill>
                <a:highlight>
                  <a:srgbClr val="000000"/>
                </a:highlight>
                <a:latin typeface="Sakkal Majalla" panose="02000000000000000000" pitchFamily="2" charset="-78"/>
                <a:cs typeface="Sakkal Majalla" panose="02000000000000000000" pitchFamily="2" charset="-78"/>
              </a:rPr>
              <a:t>طرق مراجعة الأداء:</a:t>
            </a:r>
          </a:p>
          <a:p>
            <a:pPr marL="0" indent="0" algn="r" rtl="1">
              <a:buNone/>
            </a:pPr>
            <a:endParaRPr lang="en-GB" sz="1600" b="1" dirty="0">
              <a:solidFill>
                <a:schemeClr val="bg1"/>
              </a:solidFill>
              <a:highlight>
                <a:srgbClr val="0000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r" rtl="1"/>
            <a:r>
              <a:rPr lang="ar" sz="1600" b="1" dirty="0">
                <a:solidFill>
                  <a:schemeClr val="bg1"/>
                </a:solidFill>
                <a:highlight>
                  <a:srgbClr val="000000"/>
                </a:highlight>
                <a:latin typeface="Sakkal Majalla" panose="02000000000000000000" pitchFamily="2" charset="-78"/>
                <a:cs typeface="Sakkal Majalla" panose="02000000000000000000" pitchFamily="2" charset="-78"/>
              </a:rPr>
              <a:t>تحليل (SWOT) - تحديد نقاط قوتك، ونقاط ضعفك، والفرص المتاحة أمامك، والتهديدات التي قد تواجهك.</a:t>
            </a:r>
            <a:endParaRPr lang="en-GB" sz="1600" b="1" dirty="0">
              <a:solidFill>
                <a:schemeClr val="bg1"/>
              </a:solidFill>
              <a:highlight>
                <a:srgbClr val="0000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r" rtl="1"/>
            <a:r>
              <a:rPr lang="ar" sz="1600" b="1" dirty="0">
                <a:solidFill>
                  <a:schemeClr val="bg1"/>
                </a:solidFill>
                <a:highlight>
                  <a:srgbClr val="000000"/>
                </a:highlight>
                <a:latin typeface="Sakkal Majalla" panose="02000000000000000000" pitchFamily="2" charset="-78"/>
                <a:cs typeface="Sakkal Majalla" panose="02000000000000000000" pitchFamily="2" charset="-78"/>
              </a:rPr>
              <a:t>قوائم الملاحظة- استخدام قوائم المعلم أو الزملاء المرجعية لتقييم الاتساق والدقة.</a:t>
            </a:r>
            <a:endParaRPr lang="en-GB" sz="1600" b="1" dirty="0">
              <a:solidFill>
                <a:schemeClr val="bg1"/>
              </a:solidFill>
              <a:highlight>
                <a:srgbClr val="0000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r" rtl="1"/>
            <a:r>
              <a:rPr lang="ar" sz="1600" b="1" dirty="0">
                <a:solidFill>
                  <a:schemeClr val="bg1"/>
                </a:solidFill>
                <a:highlight>
                  <a:srgbClr val="000000"/>
                </a:highlight>
                <a:latin typeface="Sakkal Majalla" panose="02000000000000000000" pitchFamily="2" charset="-78"/>
                <a:cs typeface="Sakkal Majalla" panose="02000000000000000000" pitchFamily="2" charset="-78"/>
              </a:rPr>
              <a:t>تعليقات الزملاء أو المعلم - الحصول على رؤى من الآخرين الذين راقبوا أدائك.</a:t>
            </a:r>
            <a:endParaRPr lang="en-GB" sz="1600" b="1" dirty="0">
              <a:solidFill>
                <a:schemeClr val="bg1"/>
              </a:solidFill>
              <a:highlight>
                <a:srgbClr val="0000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r" rtl="1"/>
            <a:r>
              <a:rPr lang="ar" sz="1600" b="1" dirty="0">
                <a:solidFill>
                  <a:schemeClr val="bg1"/>
                </a:solidFill>
                <a:highlight>
                  <a:srgbClr val="000000"/>
                </a:highlight>
                <a:latin typeface="Sakkal Majalla" panose="02000000000000000000" pitchFamily="2" charset="-78"/>
                <a:cs typeface="Sakkal Majalla" panose="02000000000000000000" pitchFamily="2" charset="-78"/>
              </a:rPr>
              <a:t>المراجعة بالفيديو - مشاهدة أدائك وانتقاد القرارات والمهارات وتنفيذها.</a:t>
            </a:r>
            <a:endParaRPr lang="en-GB" sz="1600" b="1" dirty="0">
              <a:solidFill>
                <a:schemeClr val="bg1"/>
              </a:solidFill>
              <a:highlight>
                <a:srgbClr val="0000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r" rtl="1">
              <a:lnSpc>
                <a:spcPct val="90000"/>
              </a:lnSpc>
            </a:pPr>
            <a:endParaRPr lang="en-GB" sz="1600" dirty="0">
              <a:solidFill>
                <a:srgbClr val="FFFFFF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r" rtl="1">
              <a:lnSpc>
                <a:spcPct val="90000"/>
              </a:lnSpc>
              <a:buNone/>
            </a:pPr>
            <a:endParaRPr lang="en-GB" sz="1600" dirty="0">
              <a:solidFill>
                <a:srgbClr val="FFFFFF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r" rtl="1">
              <a:lnSpc>
                <a:spcPct val="90000"/>
              </a:lnSpc>
            </a:pPr>
            <a:endParaRPr lang="en-GB" sz="1600" b="1" dirty="0">
              <a:solidFill>
                <a:srgbClr val="FFFFFF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r" rtl="1">
              <a:lnSpc>
                <a:spcPct val="90000"/>
              </a:lnSpc>
            </a:pPr>
            <a:endParaRPr lang="en-GB" sz="1600" dirty="0">
              <a:solidFill>
                <a:srgbClr val="FFFFFF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AC1213-B204-8754-55C4-4973AB16672E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443350323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3311" y="1653961"/>
            <a:ext cx="8208712" cy="4969801"/>
          </a:xfr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buNone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يجب أن تتضمن خطة تطويرك ما يأتي:</a:t>
            </a:r>
            <a:endParaRPr lang="en-GB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None/>
            </a:pPr>
            <a:endParaRPr lang="en-GB" sz="1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  <a:buChar char="§"/>
            </a:pPr>
            <a:r>
              <a:rPr lang="ar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أهداف ذكية تحقق معيار (SMART) </a:t>
            </a: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- أهداف محددة وقابلة للقياس وقابلة للتحقيق وذات صلة ومحددة زمنيًا</a:t>
            </a:r>
            <a:endParaRPr lang="en-GB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  <a:buChar char="§"/>
            </a:pPr>
            <a:r>
              <a:rPr lang="ar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نشاطات - </a:t>
            </a: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مثل</a:t>
            </a:r>
            <a:r>
              <a:rPr lang="en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en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تدريبات تكرارية أو ممارسات لتطوير المهارات التقنية أو التكتيكية.</a:t>
            </a:r>
            <a:endParaRPr lang="en-GB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  <a:buChar char="§"/>
            </a:pPr>
            <a:r>
              <a:rPr lang="ar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أُطُر زمنية</a:t>
            </a: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- أسبوعية أو على مستوى الوحدة لتحديد متى ستُنجز الإجراءات.</a:t>
            </a:r>
            <a:endParaRPr lang="en-GB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  <a:buChar char="§"/>
            </a:pPr>
            <a:r>
              <a:rPr lang="ar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متابعة التقدّم</a:t>
            </a: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en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المُحرز</a:t>
            </a:r>
            <a:r>
              <a:rPr lang="en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- باستخدام القوائم المرجعية، وتعليقات الزملاء، أو تكرار التدريبات لمراقبة التحسين.</a:t>
            </a:r>
            <a:endParaRPr lang="en-GB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  <a:buChar char="§"/>
            </a:pPr>
            <a:endParaRPr lang="en-GB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r>
              <a:rPr lang="ar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مهمة:</a:t>
            </a:r>
            <a:br>
              <a:rPr lang="en-GB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استخدم مراجعتك من مجال المحتوى د1 لإعداد خطة تطوير لما يأتي:
 ✔</a:t>
            </a:r>
            <a:r>
              <a:rPr lang="ar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رياضة جماعية واحدة</a:t>
            </a: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و</a:t>
            </a:r>
            <a:r>
              <a:rPr lang="ar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أخرى فردية </a:t>
            </a:r>
            <a:endParaRPr lang="ar-EG" sz="1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✔ </a:t>
            </a:r>
            <a:r>
              <a:rPr lang="ar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حدد من 2–3 أهداف ذكية تحقق معيار (SMART) </a:t>
            </a: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لكل منهما</a:t>
            </a:r>
            <a:br>
              <a:rPr lang="en-GB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✔ ابدأ بتحديد 1–2 نشاط محدد لكل هدف لدعم عملية التحسين.</a:t>
            </a:r>
            <a:endParaRPr lang="en-GB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algn="ctr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algn="ctr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2707" y="1124744"/>
            <a:ext cx="417776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التخطيط للتطور -د2</a:t>
            </a:r>
            <a:endParaRPr lang="en-US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2CFE7B-5FCC-69DD-7D66-C9120F37D701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17991300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046AA-6013-FDF5-1208-F610E5C76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901" y="1131850"/>
            <a:ext cx="8383587" cy="863600"/>
          </a:xfrm>
        </p:spPr>
        <p:txBody>
          <a:bodyPr rtlCol="1"/>
          <a:lstStyle/>
          <a:p>
            <a:pPr rtl="1"/>
            <a:r>
              <a:rPr lang="ar" sz="2400" b="1">
                <a:latin typeface="Sakkal Majalla" panose="02000000000000000000" pitchFamily="2" charset="-78"/>
                <a:cs typeface="Sakkal Majalla" panose="02000000000000000000" pitchFamily="2" charset="-78"/>
              </a:rPr>
              <a:t>لما تُعد هذه الأهداف والنشاطات مناسبة لك؟ – د3</a:t>
            </a:r>
            <a:endParaRPr lang="en-GB" sz="24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C8E12-F539-64BB-AE45-4183D29440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74670" y="2066361"/>
            <a:ext cx="3966117" cy="3622890"/>
          </a:xfrm>
          <a:ln>
            <a:solidFill>
              <a:srgbClr val="4472C4"/>
            </a:solidFill>
          </a:ln>
        </p:spPr>
        <p:txBody>
          <a:bodyPr rtlCol="1"/>
          <a:lstStyle/>
          <a:p>
            <a:pPr rtl="1">
              <a:buNone/>
            </a:pP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نصائح للتبرير:</a:t>
            </a:r>
            <a:endParaRPr lang="en-US" sz="18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  <a:buChar char="§"/>
            </a:pP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اربط الأهداف بنقاط الضعف المحددة في مراجعتك من مجال المحتوى د1</a:t>
            </a:r>
            <a:endParaRPr lang="en-US" sz="18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</a:pP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اشرح لماذا يُعد كل نشاط مناسبًا وكيف يستهدف تحسين أدائك</a:t>
            </a:r>
            <a:endParaRPr lang="en-GB" sz="18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</a:pP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يُرجى مراعاة نوع الرياضة، ومستوى قدراتك الحالي، والوقت أو الموارد المتاحة.</a:t>
            </a:r>
            <a:endParaRPr lang="en-GB" sz="18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</a:pP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ارجع إلى سياق أدائك – هل أديت في رياضة جماعية أم فردية.</a:t>
            </a:r>
            <a:endParaRPr lang="en-GB" sz="18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GB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091102-D358-5D3F-B0E7-40ABE6A3C51E}"/>
              </a:ext>
            </a:extLst>
          </p:cNvPr>
          <p:cNvSpPr txBox="1"/>
          <p:nvPr/>
        </p:nvSpPr>
        <p:spPr>
          <a:xfrm>
            <a:off x="282542" y="2068152"/>
            <a:ext cx="4160306" cy="3139321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/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مهمة:</a:t>
            </a:r>
            <a:endParaRPr lang="en-US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br>
              <a:rPr lang="en-GB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اكتب فقرة قصيرة تبرر فيها كل هدف وكل نشاط في خطتك.</a:t>
            </a: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br>
              <a:rPr lang="en-GB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استخدم بدايات الجمل الآتية لدعم شرحك:</a:t>
            </a: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buFont typeface="Calibri"/>
              <a:buChar char="-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"سيساعدني هذا النشاط لأن…"</a:t>
            </a:r>
            <a:endParaRPr 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buFont typeface="Calibri"/>
              <a:buChar char="-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"اخترت هذا لأن مراجعتي أوضحت…"</a:t>
            </a: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buFont typeface="Calibri"/>
              <a:buChar char="-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"هذا الهدف واقعي لي لأن…"</a:t>
            </a: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buFont typeface="Calibri"/>
              <a:buChar char="-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"سيساعدني هذا على تحسين [المهارة/التكتيك/اتخاذ القرار] عن طريق…"</a:t>
            </a: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4F89DB-E27B-54A5-1117-E2DF3486CCBB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003260414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275D6-BF4F-3A13-FE36-072F2D562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47509"/>
            <a:ext cx="8229600" cy="863600"/>
          </a:xfrm>
        </p:spPr>
        <p:txBody>
          <a:bodyPr rtlCol="1"/>
          <a:lstStyle/>
          <a:p>
            <a:pPr rtl="1"/>
            <a:r>
              <a:rPr lang="ar" sz="24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الاستعداد للواجب الثالث -د1 -د3</a:t>
            </a:r>
            <a:endParaRPr lang="en-US" sz="24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B9F6C-DB10-ED72-A15B-A89CF590A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2403" y="1809923"/>
            <a:ext cx="8576745" cy="4746088"/>
          </a:xfrm>
        </p:spPr>
        <p:txBody>
          <a:bodyPr rtlCol="1"/>
          <a:lstStyle/>
          <a:p>
            <a:pPr rtl="1">
              <a:buNone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يجب أن تُقدّم:</a:t>
            </a:r>
            <a:endParaRPr lang="en-US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 1. مراجعة لأدائك في رياضة جماعية وأخرى فردية.</a:t>
            </a:r>
            <a:br>
              <a:rPr lang="en-GB" sz="20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 2. خطة تطوير شخصية تتضمن 2–3 أهداف ذكية تحقق معيار (SMART) لكل رياضة.</a:t>
            </a:r>
            <a:br>
              <a:rPr lang="en-GB" sz="20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 3. تبرير لكل هدف ونشاط استنادًا إلى تحليل أدائك.</a:t>
            </a:r>
            <a:endParaRPr lang="en-GB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GB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None/>
            </a:pPr>
            <a:r>
              <a:rPr lang="ar" sz="1800" b="1">
                <a:latin typeface="Sakkal Majalla" panose="02000000000000000000" pitchFamily="2" charset="-78"/>
                <a:cs typeface="Sakkal Majalla" panose="02000000000000000000" pitchFamily="2" charset="-78"/>
              </a:rPr>
              <a:t>نشاط القائمة المرجعية:</a:t>
            </a: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None/>
            </a:pP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قبل التسليم، استخدم موجز الواجب الثالث للتقييم الذاتي:</a:t>
            </a: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  <a:buChar char="§"/>
            </a:pP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هل أدرجت نقاط قوة معينة ومجالات محددة تحتاج إلى تحسين؟</a:t>
            </a: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  <a:buChar char="§"/>
            </a:pP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هل الأهداف الذكية التي تحقق معيار (SMART) التي وضعتها </a:t>
            </a:r>
            <a:r>
              <a:rPr lang="ar" sz="1800" b="1">
                <a:latin typeface="Sakkal Majalla" panose="02000000000000000000" pitchFamily="2" charset="-78"/>
                <a:cs typeface="Sakkal Majalla" panose="02000000000000000000" pitchFamily="2" charset="-78"/>
              </a:rPr>
              <a:t>واضحة وقابلة للتحقق</a:t>
            </a: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؟</a:t>
            </a: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Wingdings"/>
              <a:buChar char="§"/>
            </a:pP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هل </a:t>
            </a:r>
            <a:r>
              <a:rPr lang="ar" sz="1800" b="1">
                <a:latin typeface="Sakkal Majalla" panose="02000000000000000000" pitchFamily="2" charset="-78"/>
                <a:cs typeface="Sakkal Majalla" panose="02000000000000000000" pitchFamily="2" charset="-78"/>
              </a:rPr>
              <a:t>بررت كل هدف</a:t>
            </a: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 باستخدام أدلة من مراجعتك؟</a:t>
            </a: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None/>
            </a:pP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🔍 </a:t>
            </a:r>
            <a:r>
              <a:rPr lang="ar" sz="1800" i="1">
                <a:latin typeface="Sakkal Majalla" panose="02000000000000000000" pitchFamily="2" charset="-78"/>
                <a:cs typeface="Sakkal Majalla" panose="02000000000000000000" pitchFamily="2" charset="-78"/>
              </a:rPr>
              <a:t>مراجعة الزملاء: تبادل الخطة مع زميل لك وقدم له تعليقًا واحدًا حول ما يمكن تحسينه.</a:t>
            </a:r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GB" sz="18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F1942C-3DCF-2DA3-A5C3-F1C4FF6AC801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19852628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EB83A-F3FF-7F4A-B0E6-7F69FC475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9EFF56A7-02D6-C771-2571-A10B7B48A0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9512" y="1195388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>
                <a:latin typeface="Times New Roman" panose="02020603050405020304" pitchFamily="18" charset="0"/>
                <a:cs typeface="Times New Roman" panose="02020603050405020304" pitchFamily="18" charset="0"/>
              </a:rPr>
              <a:t>شكر وتقدير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9FDB783-D7F9-BAE3-873E-F6FB4F79B3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7544" y="2205038"/>
            <a:ext cx="8371656" cy="2657475"/>
          </a:xfrm>
        </p:spPr>
        <p:txBody>
          <a:bodyPr rtlCol="1"/>
          <a:lstStyle/>
          <a:p>
            <a:pPr marL="0" indent="0" rtl="1">
              <a:lnSpc>
                <a:spcPct val="110000"/>
              </a:lnSpc>
              <a:buNone/>
            </a:pPr>
            <a:r>
              <a:rPr lang="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الصور:</a:t>
            </a:r>
            <a:r>
              <a:rPr lang="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rtl="1">
              <a:lnSpc>
                <a:spcPct val="110000"/>
              </a:lnSpc>
            </a:pPr>
            <a:r>
              <a:rPr lang="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(دليل الاختصارات: l-يسار، r-يمين، c-وسط، t-أعلى، b-أسفل) </a:t>
            </a:r>
          </a:p>
          <a:p>
            <a:pPr rtl="1">
              <a:lnSpc>
                <a:spcPct val="110000"/>
              </a:lnSpc>
            </a:pPr>
            <a:r>
              <a:rPr lang="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ألامي ستوك فوتو:</a:t>
            </a:r>
            <a:r>
              <a:rPr lang="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كولا إيميجز (الشريحة 9)، نيل جي باترسون (الشريحة 10 بالأعلى)، بن كوينبورو (الشريحة 10 بالأسفل)، ماريانو غارسيا (الشريحة 15)، نيكولا كريستيتش (الشريحة 26)، </a:t>
            </a:r>
            <a:r>
              <a:rPr lang="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stock.adobe.com: </a:t>
            </a:r>
            <a:r>
              <a:rPr lang="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رونيشوا (الشريحة 1)، ويفبريك ميديا مايكرو (الشريحة 10 بالوسط)، 1 إكسبرت (الشريحة 11)، Fotografiche.eu (الشريحة 16)، فيكتورفيوجن آرت (الشريحة 30). </a:t>
            </a:r>
          </a:p>
          <a:p>
            <a:pPr marL="0" indent="0" rtl="1">
              <a:lnSpc>
                <a:spcPct val="110000"/>
              </a:lnSpc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3F125A-DB17-A277-2D04-C61CC02035C0}"/>
              </a:ext>
            </a:extLst>
          </p:cNvPr>
          <p:cNvSpPr txBox="1"/>
          <p:nvPr/>
        </p:nvSpPr>
        <p:spPr>
          <a:xfrm>
            <a:off x="-2" y="6619608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A103000424354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505912965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theme/theme1.xml><?xml version="1.0" encoding="utf-8"?>
<a:theme xmlns:a="http://schemas.openxmlformats.org/drawingml/2006/main" name="1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Agriculture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1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2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3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4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a26a0597-d0d1-4250-940c-88e9bf9d5597" xsi:nil="true"/>
    <lcf76f155ced4ddcb4097134ff3c332f xmlns="6881431a-e3b2-481e-ba90-fae26e2fa83c">
      <Terms xmlns="http://schemas.microsoft.com/office/infopath/2007/PartnerControls"/>
    </lcf76f155ced4ddcb4097134ff3c332f>
    <SharedWithUsers xmlns="a26a0597-d0d1-4250-940c-88e9bf9d5597">
      <UserInfo>
        <DisplayName/>
        <AccountId xsi:nil="true"/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5CA97BB98D954187A61B8775138C0A" ma:contentTypeVersion="18" ma:contentTypeDescription="Create a new document." ma:contentTypeScope="" ma:versionID="de24caa4c0e3be310f88c5303a429eda">
  <xsd:schema xmlns:xsd="http://www.w3.org/2001/XMLSchema" xmlns:xs="http://www.w3.org/2001/XMLSchema" xmlns:p="http://schemas.microsoft.com/office/2006/metadata/properties" xmlns:ns1="http://schemas.microsoft.com/sharepoint/v3" xmlns:ns2="a26a0597-d0d1-4250-940c-88e9bf9d5597" xmlns:ns3="6881431a-e3b2-481e-ba90-fae26e2fa83c" targetNamespace="http://schemas.microsoft.com/office/2006/metadata/properties" ma:root="true" ma:fieldsID="13345d94bc33d60197014d8f23048d11" ns1:_="" ns2:_="" ns3:_="">
    <xsd:import namespace="http://schemas.microsoft.com/sharepoint/v3"/>
    <xsd:import namespace="a26a0597-d0d1-4250-940c-88e9bf9d5597"/>
    <xsd:import namespace="6881431a-e3b2-481e-ba90-fae26e2fa83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6a0597-d0d1-4250-940c-88e9bf9d559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3b19cccf-beb9-4e4d-a7ce-d3aacf7fbe52}" ma:internalName="TaxCatchAll" ma:showField="CatchAllData" ma:web="a26a0597-d0d1-4250-940c-88e9bf9d559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81431a-e3b2-481e-ba90-fae26e2fa8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48C615-482B-4AB5-9FE7-A2F3E6CFF2B1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sharepoint/v3"/>
    <ds:schemaRef ds:uri="http://purl.org/dc/dcmitype/"/>
    <ds:schemaRef ds:uri="7c1bd8dc-4e40-424f-a15f-9ffcd522197f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6125ffc9-2c56-435e-8267-1393444907b2"/>
  </ds:schemaRefs>
</ds:datastoreItem>
</file>

<file path=customXml/itemProps3.xml><?xml version="1.0" encoding="utf-8"?>
<ds:datastoreItem xmlns:ds="http://schemas.openxmlformats.org/officeDocument/2006/customXml" ds:itemID="{E2063FFC-3B3C-4854-A7DD-F33D91F129EE}"/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2877</Words>
  <Application>Microsoft Office PowerPoint</Application>
  <PresentationFormat>On-screen Show (4:3)</PresentationFormat>
  <Paragraphs>468</Paragraphs>
  <Slides>34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14</vt:i4>
      </vt:variant>
      <vt:variant>
        <vt:lpstr>Slide Titles</vt:lpstr>
      </vt:variant>
      <vt:variant>
        <vt:i4>34</vt:i4>
      </vt:variant>
    </vt:vector>
  </HeadingPairs>
  <TitlesOfParts>
    <vt:vector size="54" baseType="lpstr">
      <vt:lpstr>Arial</vt:lpstr>
      <vt:lpstr>Calibri</vt:lpstr>
      <vt:lpstr>Sakkal Majalla</vt:lpstr>
      <vt:lpstr>Times New Roman</vt:lpstr>
      <vt:lpstr>Verdana</vt:lpstr>
      <vt:lpstr>Wingdings</vt:lpstr>
      <vt:lpstr>1_Information Technology</vt:lpstr>
      <vt:lpstr>2_Construction</vt:lpstr>
      <vt:lpstr>3_Business</vt:lpstr>
      <vt:lpstr>4_Engineering</vt:lpstr>
      <vt:lpstr>5_Art and Design</vt:lpstr>
      <vt:lpstr>6_Hospitality</vt:lpstr>
      <vt:lpstr>7_Agriculture</vt:lpstr>
      <vt:lpstr>8_Travel and Tourism</vt:lpstr>
      <vt:lpstr>9_Creative Media</vt:lpstr>
      <vt:lpstr>10_Beauty Therapy</vt:lpstr>
      <vt:lpstr>11_Beauty Therapy</vt:lpstr>
      <vt:lpstr>12_Beauty Therapy</vt:lpstr>
      <vt:lpstr>13_Beauty Therapy</vt:lpstr>
      <vt:lpstr>14_Beauty Therapy</vt:lpstr>
      <vt:lpstr>الوحدة 5 الرياضة التطبيقية  </vt:lpstr>
      <vt:lpstr>الرياضة التطبيقية</vt:lpstr>
      <vt:lpstr>نتاجا التعلم أ - د</vt:lpstr>
      <vt:lpstr>PowerPoint Presentation</vt:lpstr>
      <vt:lpstr>PowerPoint Presentation</vt:lpstr>
      <vt:lpstr>كيف تُطبّق القواعد في مختلف الرياضات - أ1</vt:lpstr>
      <vt:lpstr>من المسؤولون؟ – أ2</vt:lpstr>
      <vt:lpstr>ما الدور الفعلي للحكام؟ - أ3</vt:lpstr>
      <vt:lpstr>مهمة عملية: تطبيق القواعد–أ4</vt:lpstr>
      <vt:lpstr>مراقبة الحكام في أثناء أداء دورهم – أ4</vt:lpstr>
      <vt:lpstr>جلسة مع متحدث ضيف (اختيارية) – أ3/أ4</vt:lpstr>
      <vt:lpstr>راجع وفكِّر مليًّا – أ1 – أ4</vt:lpstr>
      <vt:lpstr>PowerPoint Presentation</vt:lpstr>
      <vt:lpstr>ما المهارة في الرياضة؟ - ب1 </vt:lpstr>
      <vt:lpstr>كيف تدعم التقنية المهارة- ب2</vt:lpstr>
      <vt:lpstr>إظهار المهارات عمليًا- ب1/ب2</vt:lpstr>
      <vt:lpstr>تطبيق التقنية في الرياضات الفردية – ب1/ب2</vt:lpstr>
      <vt:lpstr>فهم المتطلبات التكتيكية - ب3</vt:lpstr>
      <vt:lpstr>الممارسة التكتيكية – رياضة جماعية- ب3</vt:lpstr>
      <vt:lpstr>التطبيق التكتيكي – رياضة فردية – ب3</vt:lpstr>
      <vt:lpstr>PowerPoint Presentation</vt:lpstr>
      <vt:lpstr>اللعب الآمن والفعال- ج1</vt:lpstr>
      <vt:lpstr>تنفيذ المهارات والتكتيكات - رياضة جماعية- ج2</vt:lpstr>
      <vt:lpstr>الارتقاء بالأداء- رياضة جماعية- ج3</vt:lpstr>
      <vt:lpstr>إظهار المهارات - رياضة فردية - ج2</vt:lpstr>
      <vt:lpstr>إظهار المهارات - رياضة فردية - ج2</vt:lpstr>
      <vt:lpstr>تعزيز الأداء – رياضة فردية - ج3</vt:lpstr>
      <vt:lpstr>الاستعداد للواجب الثاني -ج1 -ج4</vt:lpstr>
      <vt:lpstr>PowerPoint Presentation</vt:lpstr>
      <vt:lpstr>ما الذي برُعت في أدائه؟  ما الذي يمكن تحسينه؟ -د1</vt:lpstr>
      <vt:lpstr>PowerPoint Presentation</vt:lpstr>
      <vt:lpstr>لما تُعد هذه الأهداف والنشاطات مناسبة لك؟ – د3</vt:lpstr>
      <vt:lpstr>الاستعداد للواجب الثالث -د1 -د3</vt:lpstr>
      <vt:lpstr>شكر وتقدير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 </dc:title>
  <dc:creator>Microsoft Office User</dc:creator>
  <cp:lastModifiedBy>Paul Winser</cp:lastModifiedBy>
  <cp:revision>9</cp:revision>
  <dcterms:created xsi:type="dcterms:W3CDTF">2020-07-15T07:14:47Z</dcterms:created>
  <dcterms:modified xsi:type="dcterms:W3CDTF">2025-09-26T08:13:16Z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0x010100105CA97BB98D954187A61B8775138C0A</vt:lpwstr>
  </property>
  <property fmtid="{D5CDD505-2E9C-101B-9397-08002B2CF9AE}" pid="4" name="MediaServiceImageTags">
    <vt:lpwstr/>
  </property>
  <property fmtid="{D5CDD505-2E9C-101B-9397-08002B2CF9AE}" pid="5" name="Order">
    <vt:r8>17596500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</Properties>
</file>