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0.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1.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2.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13.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47"/>
  </p:notesMasterIdLst>
  <p:handoutMasterIdLst>
    <p:handoutMasterId r:id="rId48"/>
  </p:handoutMasterIdLst>
  <p:sldIdLst>
    <p:sldId id="256" r:id="rId18"/>
    <p:sldId id="257" r:id="rId19"/>
    <p:sldId id="258" r:id="rId20"/>
    <p:sldId id="272" r:id="rId21"/>
    <p:sldId id="310" r:id="rId22"/>
    <p:sldId id="311" r:id="rId23"/>
    <p:sldId id="339" r:id="rId24"/>
    <p:sldId id="319" r:id="rId25"/>
    <p:sldId id="335" r:id="rId26"/>
    <p:sldId id="306" r:id="rId27"/>
    <p:sldId id="307" r:id="rId28"/>
    <p:sldId id="338" r:id="rId29"/>
    <p:sldId id="320" r:id="rId30"/>
    <p:sldId id="321" r:id="rId31"/>
    <p:sldId id="322" r:id="rId32"/>
    <p:sldId id="323" r:id="rId33"/>
    <p:sldId id="324" r:id="rId34"/>
    <p:sldId id="325" r:id="rId35"/>
    <p:sldId id="326" r:id="rId36"/>
    <p:sldId id="327" r:id="rId37"/>
    <p:sldId id="328" r:id="rId38"/>
    <p:sldId id="308" r:id="rId39"/>
    <p:sldId id="331" r:id="rId40"/>
    <p:sldId id="330" r:id="rId41"/>
    <p:sldId id="329" r:id="rId42"/>
    <p:sldId id="332" r:id="rId43"/>
    <p:sldId id="333" r:id="rId44"/>
    <p:sldId id="334" r:id="rId45"/>
    <p:sldId id="340" r:id="rId46"/>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B218C-8ABD-492C-9A8E-AF2E1B1B75C6}" v="31" dt="2025-09-24T10:36:28.779"/>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575" autoAdjust="0"/>
    <p:restoredTop sz="84064" autoAdjust="0"/>
  </p:normalViewPr>
  <p:slideViewPr>
    <p:cSldViewPr snapToGrid="0">
      <p:cViewPr>
        <p:scale>
          <a:sx n="110" d="100"/>
          <a:sy n="110" d="100"/>
        </p:scale>
        <p:origin x="3162" y="630"/>
      </p:cViewPr>
      <p:guideLst>
        <p:guide orient="horz" pos="1933"/>
        <p:guide pos="2880"/>
        <p:guide pos="1791"/>
        <p:guide orient="horz" pos="3657"/>
        <p:guide pos="106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handoutMaster" Target="handoutMasters/handout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20" Type="http://schemas.openxmlformats.org/officeDocument/2006/relationships/slide" Target="slides/slide3.xml"/><Relationship Id="rId41" Type="http://schemas.openxmlformats.org/officeDocument/2006/relationships/slide" Target="slides/slide2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ika Dhokia" userId="S::sonika.dhokia@pearson.com::e3071910-c06c-4ed9-8429-19415f4c99b0" providerId="AD" clId="Web-{77DD3568-9AD6-9BEA-C21B-E72B0ED04ED2}"/>
    <pc:docChg chg="modSld">
      <pc:chgData name="Sonika Dhokia" userId="S::sonika.dhokia@pearson.com::e3071910-c06c-4ed9-8429-19415f4c99b0" providerId="AD" clId="Web-{77DD3568-9AD6-9BEA-C21B-E72B0ED04ED2}" dt="2025-08-05T07:47:29.111" v="26" actId="1076"/>
      <pc:docMkLst>
        <pc:docMk/>
      </pc:docMkLst>
      <pc:sldChg chg="addSp modSp mod setBg">
        <pc:chgData name="Sonika Dhokia" userId="S::sonika.dhokia@pearson.com::e3071910-c06c-4ed9-8429-19415f4c99b0" providerId="AD" clId="Web-{77DD3568-9AD6-9BEA-C21B-E72B0ED04ED2}" dt="2025-08-05T07:44:25.562" v="6" actId="14100"/>
        <pc:sldMkLst>
          <pc:docMk/>
          <pc:sldMk cId="0" sldId="256"/>
        </pc:sldMkLst>
      </pc:sldChg>
      <pc:sldChg chg="delSp">
        <pc:chgData name="Sonika Dhokia" userId="S::sonika.dhokia@pearson.com::e3071910-c06c-4ed9-8429-19415f4c99b0" providerId="AD" clId="Web-{77DD3568-9AD6-9BEA-C21B-E72B0ED04ED2}" dt="2025-08-05T07:45:40.828" v="13"/>
        <pc:sldMkLst>
          <pc:docMk/>
          <pc:sldMk cId="3941042245" sldId="321"/>
        </pc:sldMkLst>
      </pc:sldChg>
      <pc:sldChg chg="modSp">
        <pc:chgData name="Sonika Dhokia" userId="S::sonika.dhokia@pearson.com::e3071910-c06c-4ed9-8429-19415f4c99b0" providerId="AD" clId="Web-{77DD3568-9AD6-9BEA-C21B-E72B0ED04ED2}" dt="2025-08-05T07:46:03.907" v="16" actId="14100"/>
        <pc:sldMkLst>
          <pc:docMk/>
          <pc:sldMk cId="449287162" sldId="324"/>
        </pc:sldMkLst>
      </pc:sldChg>
      <pc:sldChg chg="modSp mod setBg">
        <pc:chgData name="Sonika Dhokia" userId="S::sonika.dhokia@pearson.com::e3071910-c06c-4ed9-8429-19415f4c99b0" providerId="AD" clId="Web-{77DD3568-9AD6-9BEA-C21B-E72B0ED04ED2}" dt="2025-08-05T07:46:29.704" v="18" actId="1076"/>
        <pc:sldMkLst>
          <pc:docMk/>
          <pc:sldMk cId="3213106198" sldId="325"/>
        </pc:sldMkLst>
      </pc:sldChg>
      <pc:sldChg chg="modSp">
        <pc:chgData name="Sonika Dhokia" userId="S::sonika.dhokia@pearson.com::e3071910-c06c-4ed9-8429-19415f4c99b0" providerId="AD" clId="Web-{77DD3568-9AD6-9BEA-C21B-E72B0ED04ED2}" dt="2025-08-05T07:46:42.876" v="20" actId="1076"/>
        <pc:sldMkLst>
          <pc:docMk/>
          <pc:sldMk cId="3109222463" sldId="326"/>
        </pc:sldMkLst>
      </pc:sldChg>
      <pc:sldChg chg="addSp delSp modSp">
        <pc:chgData name="Sonika Dhokia" userId="S::sonika.dhokia@pearson.com::e3071910-c06c-4ed9-8429-19415f4c99b0" providerId="AD" clId="Web-{77DD3568-9AD6-9BEA-C21B-E72B0ED04ED2}" dt="2025-08-05T07:47:29.111" v="26" actId="1076"/>
        <pc:sldMkLst>
          <pc:docMk/>
          <pc:sldMk cId="2698516347" sldId="333"/>
        </pc:sldMkLst>
      </pc:sldChg>
      <pc:sldChg chg="modSp">
        <pc:chgData name="Sonika Dhokia" userId="S::sonika.dhokia@pearson.com::e3071910-c06c-4ed9-8429-19415f4c99b0" providerId="AD" clId="Web-{77DD3568-9AD6-9BEA-C21B-E72B0ED04ED2}" dt="2025-08-05T07:45:08.328" v="12" actId="14100"/>
        <pc:sldMkLst>
          <pc:docMk/>
          <pc:sldMk cId="4108598663" sldId="339"/>
        </pc:sldMkLst>
      </pc:sldChg>
    </pc:docChg>
  </pc:docChgLst>
  <pc:docChgLst>
    <pc:chgData name="Paul Winser" userId="c3146a91-e6bd-4264-bd86-e164e04bc32d" providerId="ADAL" clId="{92DB218C-8ABD-492C-9A8E-AF2E1B1B75C6}"/>
    <pc:docChg chg="addSld modSld">
      <pc:chgData name="Paul Winser" userId="c3146a91-e6bd-4264-bd86-e164e04bc32d" providerId="ADAL" clId="{92DB218C-8ABD-492C-9A8E-AF2E1B1B75C6}" dt="2025-09-24T10:36:17.536" v="33"/>
      <pc:docMkLst>
        <pc:docMk/>
      </pc:docMkLst>
      <pc:sldChg chg="addSp modSp mod">
        <pc:chgData name="Paul Winser" userId="c3146a91-e6bd-4264-bd86-e164e04bc32d" providerId="ADAL" clId="{92DB218C-8ABD-492C-9A8E-AF2E1B1B75C6}" dt="2025-09-24T10:35:16.927" v="4" actId="20577"/>
        <pc:sldMkLst>
          <pc:docMk/>
          <pc:sldMk cId="0" sldId="256"/>
        </pc:sldMkLst>
        <pc:spChg chg="add mod">
          <ac:chgData name="Paul Winser" userId="c3146a91-e6bd-4264-bd86-e164e04bc32d" providerId="ADAL" clId="{92DB218C-8ABD-492C-9A8E-AF2E1B1B75C6}" dt="2025-09-24T10:35:16.927" v="4" actId="20577"/>
          <ac:spMkLst>
            <pc:docMk/>
            <pc:sldMk cId="0" sldId="256"/>
            <ac:spMk id="4" creationId="{C658372F-DCAD-581C-6343-87D419E3B625}"/>
          </ac:spMkLst>
        </pc:spChg>
      </pc:sldChg>
      <pc:sldChg chg="addSp modSp">
        <pc:chgData name="Paul Winser" userId="c3146a91-e6bd-4264-bd86-e164e04bc32d" providerId="ADAL" clId="{92DB218C-8ABD-492C-9A8E-AF2E1B1B75C6}" dt="2025-09-24T10:35:25.211" v="5"/>
        <pc:sldMkLst>
          <pc:docMk/>
          <pc:sldMk cId="0" sldId="257"/>
        </pc:sldMkLst>
        <pc:spChg chg="add mod">
          <ac:chgData name="Paul Winser" userId="c3146a91-e6bd-4264-bd86-e164e04bc32d" providerId="ADAL" clId="{92DB218C-8ABD-492C-9A8E-AF2E1B1B75C6}" dt="2025-09-24T10:35:25.211" v="5"/>
          <ac:spMkLst>
            <pc:docMk/>
            <pc:sldMk cId="0" sldId="257"/>
            <ac:spMk id="2" creationId="{74004861-A896-67C5-9DCB-8853D0D1895E}"/>
          </ac:spMkLst>
        </pc:spChg>
      </pc:sldChg>
      <pc:sldChg chg="addSp modSp">
        <pc:chgData name="Paul Winser" userId="c3146a91-e6bd-4264-bd86-e164e04bc32d" providerId="ADAL" clId="{92DB218C-8ABD-492C-9A8E-AF2E1B1B75C6}" dt="2025-09-24T10:35:26.154" v="6"/>
        <pc:sldMkLst>
          <pc:docMk/>
          <pc:sldMk cId="0" sldId="258"/>
        </pc:sldMkLst>
        <pc:spChg chg="add mod">
          <ac:chgData name="Paul Winser" userId="c3146a91-e6bd-4264-bd86-e164e04bc32d" providerId="ADAL" clId="{92DB218C-8ABD-492C-9A8E-AF2E1B1B75C6}" dt="2025-09-24T10:35:26.154" v="6"/>
          <ac:spMkLst>
            <pc:docMk/>
            <pc:sldMk cId="0" sldId="258"/>
            <ac:spMk id="2" creationId="{A555BDCE-7F1B-00DA-6E09-3C36A4C497B6}"/>
          </ac:spMkLst>
        </pc:spChg>
      </pc:sldChg>
      <pc:sldChg chg="addSp modSp">
        <pc:chgData name="Paul Winser" userId="c3146a91-e6bd-4264-bd86-e164e04bc32d" providerId="ADAL" clId="{92DB218C-8ABD-492C-9A8E-AF2E1B1B75C6}" dt="2025-09-24T10:35:27.574" v="7"/>
        <pc:sldMkLst>
          <pc:docMk/>
          <pc:sldMk cId="0" sldId="272"/>
        </pc:sldMkLst>
        <pc:spChg chg="add mod">
          <ac:chgData name="Paul Winser" userId="c3146a91-e6bd-4264-bd86-e164e04bc32d" providerId="ADAL" clId="{92DB218C-8ABD-492C-9A8E-AF2E1B1B75C6}" dt="2025-09-24T10:35:27.574" v="7"/>
          <ac:spMkLst>
            <pc:docMk/>
            <pc:sldMk cId="0" sldId="272"/>
            <ac:spMk id="2" creationId="{4B7ECB5D-BC3A-F870-D9B1-869C4BB7F985}"/>
          </ac:spMkLst>
        </pc:spChg>
      </pc:sldChg>
      <pc:sldChg chg="addSp modSp">
        <pc:chgData name="Paul Winser" userId="c3146a91-e6bd-4264-bd86-e164e04bc32d" providerId="ADAL" clId="{92DB218C-8ABD-492C-9A8E-AF2E1B1B75C6}" dt="2025-09-24T10:35:36.698" v="13"/>
        <pc:sldMkLst>
          <pc:docMk/>
          <pc:sldMk cId="588007661" sldId="306"/>
        </pc:sldMkLst>
        <pc:spChg chg="add mod">
          <ac:chgData name="Paul Winser" userId="c3146a91-e6bd-4264-bd86-e164e04bc32d" providerId="ADAL" clId="{92DB218C-8ABD-492C-9A8E-AF2E1B1B75C6}" dt="2025-09-24T10:35:36.698" v="13"/>
          <ac:spMkLst>
            <pc:docMk/>
            <pc:sldMk cId="588007661" sldId="306"/>
            <ac:spMk id="2" creationId="{3731885F-0698-DB90-CF5C-CF8030D8F480}"/>
          </ac:spMkLst>
        </pc:spChg>
      </pc:sldChg>
      <pc:sldChg chg="addSp modSp">
        <pc:chgData name="Paul Winser" userId="c3146a91-e6bd-4264-bd86-e164e04bc32d" providerId="ADAL" clId="{92DB218C-8ABD-492C-9A8E-AF2E1B1B75C6}" dt="2025-09-24T10:35:38.181" v="14"/>
        <pc:sldMkLst>
          <pc:docMk/>
          <pc:sldMk cId="3621417310" sldId="307"/>
        </pc:sldMkLst>
        <pc:spChg chg="add mod">
          <ac:chgData name="Paul Winser" userId="c3146a91-e6bd-4264-bd86-e164e04bc32d" providerId="ADAL" clId="{92DB218C-8ABD-492C-9A8E-AF2E1B1B75C6}" dt="2025-09-24T10:35:38.181" v="14"/>
          <ac:spMkLst>
            <pc:docMk/>
            <pc:sldMk cId="3621417310" sldId="307"/>
            <ac:spMk id="2" creationId="{164FC112-4CA4-8799-2CF3-8B1F6BED5301}"/>
          </ac:spMkLst>
        </pc:spChg>
      </pc:sldChg>
      <pc:sldChg chg="addSp modSp">
        <pc:chgData name="Paul Winser" userId="c3146a91-e6bd-4264-bd86-e164e04bc32d" providerId="ADAL" clId="{92DB218C-8ABD-492C-9A8E-AF2E1B1B75C6}" dt="2025-09-24T10:35:53.050" v="25"/>
        <pc:sldMkLst>
          <pc:docMk/>
          <pc:sldMk cId="2005355495" sldId="308"/>
        </pc:sldMkLst>
        <pc:spChg chg="add mod">
          <ac:chgData name="Paul Winser" userId="c3146a91-e6bd-4264-bd86-e164e04bc32d" providerId="ADAL" clId="{92DB218C-8ABD-492C-9A8E-AF2E1B1B75C6}" dt="2025-09-24T10:35:53.050" v="25"/>
          <ac:spMkLst>
            <pc:docMk/>
            <pc:sldMk cId="2005355495" sldId="308"/>
            <ac:spMk id="2" creationId="{3951FF0D-CF2A-5860-40E9-648A08C5B232}"/>
          </ac:spMkLst>
        </pc:spChg>
      </pc:sldChg>
      <pc:sldChg chg="addSp modSp">
        <pc:chgData name="Paul Winser" userId="c3146a91-e6bd-4264-bd86-e164e04bc32d" providerId="ADAL" clId="{92DB218C-8ABD-492C-9A8E-AF2E1B1B75C6}" dt="2025-09-24T10:35:29.274" v="8"/>
        <pc:sldMkLst>
          <pc:docMk/>
          <pc:sldMk cId="3820338088" sldId="310"/>
        </pc:sldMkLst>
        <pc:spChg chg="add mod">
          <ac:chgData name="Paul Winser" userId="c3146a91-e6bd-4264-bd86-e164e04bc32d" providerId="ADAL" clId="{92DB218C-8ABD-492C-9A8E-AF2E1B1B75C6}" dt="2025-09-24T10:35:29.274" v="8"/>
          <ac:spMkLst>
            <pc:docMk/>
            <pc:sldMk cId="3820338088" sldId="310"/>
            <ac:spMk id="4" creationId="{0B2BD38E-237D-51E9-CF97-45BF2E49B0B5}"/>
          </ac:spMkLst>
        </pc:spChg>
      </pc:sldChg>
      <pc:sldChg chg="addSp modSp">
        <pc:chgData name="Paul Winser" userId="c3146a91-e6bd-4264-bd86-e164e04bc32d" providerId="ADAL" clId="{92DB218C-8ABD-492C-9A8E-AF2E1B1B75C6}" dt="2025-09-24T10:35:30.799" v="9"/>
        <pc:sldMkLst>
          <pc:docMk/>
          <pc:sldMk cId="3697293838" sldId="311"/>
        </pc:sldMkLst>
        <pc:spChg chg="add mod">
          <ac:chgData name="Paul Winser" userId="c3146a91-e6bd-4264-bd86-e164e04bc32d" providerId="ADAL" clId="{92DB218C-8ABD-492C-9A8E-AF2E1B1B75C6}" dt="2025-09-24T10:35:30.799" v="9"/>
          <ac:spMkLst>
            <pc:docMk/>
            <pc:sldMk cId="3697293838" sldId="311"/>
            <ac:spMk id="3" creationId="{B8A749BB-2079-2579-9233-6249C8311257}"/>
          </ac:spMkLst>
        </pc:spChg>
      </pc:sldChg>
      <pc:sldChg chg="addSp modSp">
        <pc:chgData name="Paul Winser" userId="c3146a91-e6bd-4264-bd86-e164e04bc32d" providerId="ADAL" clId="{92DB218C-8ABD-492C-9A8E-AF2E1B1B75C6}" dt="2025-09-24T10:35:33.905" v="11"/>
        <pc:sldMkLst>
          <pc:docMk/>
          <pc:sldMk cId="3767194329" sldId="319"/>
        </pc:sldMkLst>
        <pc:spChg chg="add mod">
          <ac:chgData name="Paul Winser" userId="c3146a91-e6bd-4264-bd86-e164e04bc32d" providerId="ADAL" clId="{92DB218C-8ABD-492C-9A8E-AF2E1B1B75C6}" dt="2025-09-24T10:35:33.905" v="11"/>
          <ac:spMkLst>
            <pc:docMk/>
            <pc:sldMk cId="3767194329" sldId="319"/>
            <ac:spMk id="4" creationId="{AD1B78E4-2842-BFAD-572A-4FDEE5780228}"/>
          </ac:spMkLst>
        </pc:spChg>
      </pc:sldChg>
      <pc:sldChg chg="addSp modSp">
        <pc:chgData name="Paul Winser" userId="c3146a91-e6bd-4264-bd86-e164e04bc32d" providerId="ADAL" clId="{92DB218C-8ABD-492C-9A8E-AF2E1B1B75C6}" dt="2025-09-24T10:35:40.827" v="16"/>
        <pc:sldMkLst>
          <pc:docMk/>
          <pc:sldMk cId="2331177561" sldId="320"/>
        </pc:sldMkLst>
        <pc:spChg chg="add mod">
          <ac:chgData name="Paul Winser" userId="c3146a91-e6bd-4264-bd86-e164e04bc32d" providerId="ADAL" clId="{92DB218C-8ABD-492C-9A8E-AF2E1B1B75C6}" dt="2025-09-24T10:35:40.827" v="16"/>
          <ac:spMkLst>
            <pc:docMk/>
            <pc:sldMk cId="2331177561" sldId="320"/>
            <ac:spMk id="4" creationId="{ACF5E312-7C85-9672-1D73-9A743FB1AEC0}"/>
          </ac:spMkLst>
        </pc:spChg>
      </pc:sldChg>
      <pc:sldChg chg="addSp modSp">
        <pc:chgData name="Paul Winser" userId="c3146a91-e6bd-4264-bd86-e164e04bc32d" providerId="ADAL" clId="{92DB218C-8ABD-492C-9A8E-AF2E1B1B75C6}" dt="2025-09-24T10:35:42.217" v="17"/>
        <pc:sldMkLst>
          <pc:docMk/>
          <pc:sldMk cId="3941042245" sldId="321"/>
        </pc:sldMkLst>
        <pc:spChg chg="add mod">
          <ac:chgData name="Paul Winser" userId="c3146a91-e6bd-4264-bd86-e164e04bc32d" providerId="ADAL" clId="{92DB218C-8ABD-492C-9A8E-AF2E1B1B75C6}" dt="2025-09-24T10:35:42.217" v="17"/>
          <ac:spMkLst>
            <pc:docMk/>
            <pc:sldMk cId="3941042245" sldId="321"/>
            <ac:spMk id="4" creationId="{CE3EA646-6CEC-A365-BC20-C0D8AE957AE8}"/>
          </ac:spMkLst>
        </pc:spChg>
      </pc:sldChg>
      <pc:sldChg chg="addSp modSp">
        <pc:chgData name="Paul Winser" userId="c3146a91-e6bd-4264-bd86-e164e04bc32d" providerId="ADAL" clId="{92DB218C-8ABD-492C-9A8E-AF2E1B1B75C6}" dt="2025-09-24T10:35:43.417" v="18"/>
        <pc:sldMkLst>
          <pc:docMk/>
          <pc:sldMk cId="2358899907" sldId="322"/>
        </pc:sldMkLst>
        <pc:spChg chg="add mod">
          <ac:chgData name="Paul Winser" userId="c3146a91-e6bd-4264-bd86-e164e04bc32d" providerId="ADAL" clId="{92DB218C-8ABD-492C-9A8E-AF2E1B1B75C6}" dt="2025-09-24T10:35:43.417" v="18"/>
          <ac:spMkLst>
            <pc:docMk/>
            <pc:sldMk cId="2358899907" sldId="322"/>
            <ac:spMk id="4" creationId="{CB4A2A58-9EC2-6E57-FB09-AFF903BA3932}"/>
          </ac:spMkLst>
        </pc:spChg>
      </pc:sldChg>
      <pc:sldChg chg="addSp modSp">
        <pc:chgData name="Paul Winser" userId="c3146a91-e6bd-4264-bd86-e164e04bc32d" providerId="ADAL" clId="{92DB218C-8ABD-492C-9A8E-AF2E1B1B75C6}" dt="2025-09-24T10:35:44.604" v="19"/>
        <pc:sldMkLst>
          <pc:docMk/>
          <pc:sldMk cId="2913748750" sldId="323"/>
        </pc:sldMkLst>
        <pc:spChg chg="add mod">
          <ac:chgData name="Paul Winser" userId="c3146a91-e6bd-4264-bd86-e164e04bc32d" providerId="ADAL" clId="{92DB218C-8ABD-492C-9A8E-AF2E1B1B75C6}" dt="2025-09-24T10:35:44.604" v="19"/>
          <ac:spMkLst>
            <pc:docMk/>
            <pc:sldMk cId="2913748750" sldId="323"/>
            <ac:spMk id="3" creationId="{760ABCBA-38C6-2A66-7442-45CAADA42D03}"/>
          </ac:spMkLst>
        </pc:spChg>
      </pc:sldChg>
      <pc:sldChg chg="addSp modSp">
        <pc:chgData name="Paul Winser" userId="c3146a91-e6bd-4264-bd86-e164e04bc32d" providerId="ADAL" clId="{92DB218C-8ABD-492C-9A8E-AF2E1B1B75C6}" dt="2025-09-24T10:35:45.937" v="20"/>
        <pc:sldMkLst>
          <pc:docMk/>
          <pc:sldMk cId="449287162" sldId="324"/>
        </pc:sldMkLst>
        <pc:spChg chg="add mod">
          <ac:chgData name="Paul Winser" userId="c3146a91-e6bd-4264-bd86-e164e04bc32d" providerId="ADAL" clId="{92DB218C-8ABD-492C-9A8E-AF2E1B1B75C6}" dt="2025-09-24T10:35:45.937" v="20"/>
          <ac:spMkLst>
            <pc:docMk/>
            <pc:sldMk cId="449287162" sldId="324"/>
            <ac:spMk id="4" creationId="{C62FEA38-7943-037C-ADD3-6FB4D3E3DCB0}"/>
          </ac:spMkLst>
        </pc:spChg>
      </pc:sldChg>
      <pc:sldChg chg="addSp modSp">
        <pc:chgData name="Paul Winser" userId="c3146a91-e6bd-4264-bd86-e164e04bc32d" providerId="ADAL" clId="{92DB218C-8ABD-492C-9A8E-AF2E1B1B75C6}" dt="2025-09-24T10:35:47.318" v="21"/>
        <pc:sldMkLst>
          <pc:docMk/>
          <pc:sldMk cId="3213106198" sldId="325"/>
        </pc:sldMkLst>
        <pc:spChg chg="add mod">
          <ac:chgData name="Paul Winser" userId="c3146a91-e6bd-4264-bd86-e164e04bc32d" providerId="ADAL" clId="{92DB218C-8ABD-492C-9A8E-AF2E1B1B75C6}" dt="2025-09-24T10:35:47.318" v="21"/>
          <ac:spMkLst>
            <pc:docMk/>
            <pc:sldMk cId="3213106198" sldId="325"/>
            <ac:spMk id="5" creationId="{E6051DC7-6F21-5EF9-185F-5389C2AAD387}"/>
          </ac:spMkLst>
        </pc:spChg>
      </pc:sldChg>
      <pc:sldChg chg="addSp modSp">
        <pc:chgData name="Paul Winser" userId="c3146a91-e6bd-4264-bd86-e164e04bc32d" providerId="ADAL" clId="{92DB218C-8ABD-492C-9A8E-AF2E1B1B75C6}" dt="2025-09-24T10:35:48.992" v="22"/>
        <pc:sldMkLst>
          <pc:docMk/>
          <pc:sldMk cId="3109222463" sldId="326"/>
        </pc:sldMkLst>
        <pc:spChg chg="add mod">
          <ac:chgData name="Paul Winser" userId="c3146a91-e6bd-4264-bd86-e164e04bc32d" providerId="ADAL" clId="{92DB218C-8ABD-492C-9A8E-AF2E1B1B75C6}" dt="2025-09-24T10:35:48.992" v="22"/>
          <ac:spMkLst>
            <pc:docMk/>
            <pc:sldMk cId="3109222463" sldId="326"/>
            <ac:spMk id="4" creationId="{E17469DE-C9E6-0DCF-A554-10C6E6BF12E0}"/>
          </ac:spMkLst>
        </pc:spChg>
      </pc:sldChg>
      <pc:sldChg chg="addSp modSp">
        <pc:chgData name="Paul Winser" userId="c3146a91-e6bd-4264-bd86-e164e04bc32d" providerId="ADAL" clId="{92DB218C-8ABD-492C-9A8E-AF2E1B1B75C6}" dt="2025-09-24T10:35:50.609" v="23"/>
        <pc:sldMkLst>
          <pc:docMk/>
          <pc:sldMk cId="3333655330" sldId="327"/>
        </pc:sldMkLst>
        <pc:spChg chg="add mod">
          <ac:chgData name="Paul Winser" userId="c3146a91-e6bd-4264-bd86-e164e04bc32d" providerId="ADAL" clId="{92DB218C-8ABD-492C-9A8E-AF2E1B1B75C6}" dt="2025-09-24T10:35:50.609" v="23"/>
          <ac:spMkLst>
            <pc:docMk/>
            <pc:sldMk cId="3333655330" sldId="327"/>
            <ac:spMk id="4" creationId="{A88E02AD-2956-BEBF-FC5B-2357E59A0A0B}"/>
          </ac:spMkLst>
        </pc:spChg>
      </pc:sldChg>
      <pc:sldChg chg="addSp modSp">
        <pc:chgData name="Paul Winser" userId="c3146a91-e6bd-4264-bd86-e164e04bc32d" providerId="ADAL" clId="{92DB218C-8ABD-492C-9A8E-AF2E1B1B75C6}" dt="2025-09-24T10:35:51.955" v="24"/>
        <pc:sldMkLst>
          <pc:docMk/>
          <pc:sldMk cId="3941614824" sldId="328"/>
        </pc:sldMkLst>
        <pc:spChg chg="add mod">
          <ac:chgData name="Paul Winser" userId="c3146a91-e6bd-4264-bd86-e164e04bc32d" providerId="ADAL" clId="{92DB218C-8ABD-492C-9A8E-AF2E1B1B75C6}" dt="2025-09-24T10:35:51.955" v="24"/>
          <ac:spMkLst>
            <pc:docMk/>
            <pc:sldMk cId="3941614824" sldId="328"/>
            <ac:spMk id="3" creationId="{03D6EA07-D48A-7B84-92C7-D795C935402D}"/>
          </ac:spMkLst>
        </pc:spChg>
      </pc:sldChg>
      <pc:sldChg chg="addSp modSp">
        <pc:chgData name="Paul Winser" userId="c3146a91-e6bd-4264-bd86-e164e04bc32d" providerId="ADAL" clId="{92DB218C-8ABD-492C-9A8E-AF2E1B1B75C6}" dt="2025-09-24T10:35:56.582" v="28"/>
        <pc:sldMkLst>
          <pc:docMk/>
          <pc:sldMk cId="3018264010" sldId="329"/>
        </pc:sldMkLst>
        <pc:spChg chg="add mod">
          <ac:chgData name="Paul Winser" userId="c3146a91-e6bd-4264-bd86-e164e04bc32d" providerId="ADAL" clId="{92DB218C-8ABD-492C-9A8E-AF2E1B1B75C6}" dt="2025-09-24T10:35:56.582" v="28"/>
          <ac:spMkLst>
            <pc:docMk/>
            <pc:sldMk cId="3018264010" sldId="329"/>
            <ac:spMk id="3" creationId="{20C6DDFF-1E0E-F5F0-E814-1E76BB8BC83A}"/>
          </ac:spMkLst>
        </pc:spChg>
      </pc:sldChg>
      <pc:sldChg chg="addSp modSp">
        <pc:chgData name="Paul Winser" userId="c3146a91-e6bd-4264-bd86-e164e04bc32d" providerId="ADAL" clId="{92DB218C-8ABD-492C-9A8E-AF2E1B1B75C6}" dt="2025-09-24T10:35:55.376" v="27"/>
        <pc:sldMkLst>
          <pc:docMk/>
          <pc:sldMk cId="216255651" sldId="330"/>
        </pc:sldMkLst>
        <pc:spChg chg="add mod">
          <ac:chgData name="Paul Winser" userId="c3146a91-e6bd-4264-bd86-e164e04bc32d" providerId="ADAL" clId="{92DB218C-8ABD-492C-9A8E-AF2E1B1B75C6}" dt="2025-09-24T10:35:55.376" v="27"/>
          <ac:spMkLst>
            <pc:docMk/>
            <pc:sldMk cId="216255651" sldId="330"/>
            <ac:spMk id="4" creationId="{80483A19-2AC5-F236-5BF3-4F575E422E08}"/>
          </ac:spMkLst>
        </pc:spChg>
      </pc:sldChg>
      <pc:sldChg chg="addSp modSp">
        <pc:chgData name="Paul Winser" userId="c3146a91-e6bd-4264-bd86-e164e04bc32d" providerId="ADAL" clId="{92DB218C-8ABD-492C-9A8E-AF2E1B1B75C6}" dt="2025-09-24T10:35:54.236" v="26"/>
        <pc:sldMkLst>
          <pc:docMk/>
          <pc:sldMk cId="4255641385" sldId="331"/>
        </pc:sldMkLst>
        <pc:spChg chg="add mod">
          <ac:chgData name="Paul Winser" userId="c3146a91-e6bd-4264-bd86-e164e04bc32d" providerId="ADAL" clId="{92DB218C-8ABD-492C-9A8E-AF2E1B1B75C6}" dt="2025-09-24T10:35:54.236" v="26"/>
          <ac:spMkLst>
            <pc:docMk/>
            <pc:sldMk cId="4255641385" sldId="331"/>
            <ac:spMk id="4" creationId="{B22DEC75-AB4B-7196-E4AA-3C7FE2F0B35C}"/>
          </ac:spMkLst>
        </pc:spChg>
      </pc:sldChg>
      <pc:sldChg chg="addSp modSp">
        <pc:chgData name="Paul Winser" userId="c3146a91-e6bd-4264-bd86-e164e04bc32d" providerId="ADAL" clId="{92DB218C-8ABD-492C-9A8E-AF2E1B1B75C6}" dt="2025-09-24T10:35:57.703" v="29"/>
        <pc:sldMkLst>
          <pc:docMk/>
          <pc:sldMk cId="1928559327" sldId="332"/>
        </pc:sldMkLst>
        <pc:spChg chg="add mod">
          <ac:chgData name="Paul Winser" userId="c3146a91-e6bd-4264-bd86-e164e04bc32d" providerId="ADAL" clId="{92DB218C-8ABD-492C-9A8E-AF2E1B1B75C6}" dt="2025-09-24T10:35:57.703" v="29"/>
          <ac:spMkLst>
            <pc:docMk/>
            <pc:sldMk cId="1928559327" sldId="332"/>
            <ac:spMk id="4" creationId="{C77F3C4E-3336-CD0D-1A0E-F014883CA052}"/>
          </ac:spMkLst>
        </pc:spChg>
      </pc:sldChg>
      <pc:sldChg chg="addSp modSp">
        <pc:chgData name="Paul Winser" userId="c3146a91-e6bd-4264-bd86-e164e04bc32d" providerId="ADAL" clId="{92DB218C-8ABD-492C-9A8E-AF2E1B1B75C6}" dt="2025-09-24T10:35:59.005" v="30"/>
        <pc:sldMkLst>
          <pc:docMk/>
          <pc:sldMk cId="2698516347" sldId="333"/>
        </pc:sldMkLst>
        <pc:spChg chg="add mod">
          <ac:chgData name="Paul Winser" userId="c3146a91-e6bd-4264-bd86-e164e04bc32d" providerId="ADAL" clId="{92DB218C-8ABD-492C-9A8E-AF2E1B1B75C6}" dt="2025-09-24T10:35:59.005" v="30"/>
          <ac:spMkLst>
            <pc:docMk/>
            <pc:sldMk cId="2698516347" sldId="333"/>
            <ac:spMk id="5" creationId="{972A6B49-CDB1-C205-1B78-BFF26CE7AB36}"/>
          </ac:spMkLst>
        </pc:spChg>
      </pc:sldChg>
      <pc:sldChg chg="addSp modSp">
        <pc:chgData name="Paul Winser" userId="c3146a91-e6bd-4264-bd86-e164e04bc32d" providerId="ADAL" clId="{92DB218C-8ABD-492C-9A8E-AF2E1B1B75C6}" dt="2025-09-24T10:36:00.413" v="31"/>
        <pc:sldMkLst>
          <pc:docMk/>
          <pc:sldMk cId="368362640" sldId="334"/>
        </pc:sldMkLst>
        <pc:spChg chg="add mod">
          <ac:chgData name="Paul Winser" userId="c3146a91-e6bd-4264-bd86-e164e04bc32d" providerId="ADAL" clId="{92DB218C-8ABD-492C-9A8E-AF2E1B1B75C6}" dt="2025-09-24T10:36:00.413" v="31"/>
          <ac:spMkLst>
            <pc:docMk/>
            <pc:sldMk cId="368362640" sldId="334"/>
            <ac:spMk id="4" creationId="{8C2AA41A-141B-B6C3-C0C1-BFC28A53DDEC}"/>
          </ac:spMkLst>
        </pc:spChg>
      </pc:sldChg>
      <pc:sldChg chg="addSp modSp">
        <pc:chgData name="Paul Winser" userId="c3146a91-e6bd-4264-bd86-e164e04bc32d" providerId="ADAL" clId="{92DB218C-8ABD-492C-9A8E-AF2E1B1B75C6}" dt="2025-09-24T10:35:35.466" v="12"/>
        <pc:sldMkLst>
          <pc:docMk/>
          <pc:sldMk cId="3723760587" sldId="335"/>
        </pc:sldMkLst>
        <pc:spChg chg="add mod">
          <ac:chgData name="Paul Winser" userId="c3146a91-e6bd-4264-bd86-e164e04bc32d" providerId="ADAL" clId="{92DB218C-8ABD-492C-9A8E-AF2E1B1B75C6}" dt="2025-09-24T10:35:35.466" v="12"/>
          <ac:spMkLst>
            <pc:docMk/>
            <pc:sldMk cId="3723760587" sldId="335"/>
            <ac:spMk id="2" creationId="{AFBE864E-26B9-F191-A331-172785EC3B6D}"/>
          </ac:spMkLst>
        </pc:spChg>
      </pc:sldChg>
      <pc:sldChg chg="addSp modSp">
        <pc:chgData name="Paul Winser" userId="c3146a91-e6bd-4264-bd86-e164e04bc32d" providerId="ADAL" clId="{92DB218C-8ABD-492C-9A8E-AF2E1B1B75C6}" dt="2025-09-24T10:35:39.519" v="15"/>
        <pc:sldMkLst>
          <pc:docMk/>
          <pc:sldMk cId="733152717" sldId="338"/>
        </pc:sldMkLst>
        <pc:spChg chg="add mod">
          <ac:chgData name="Paul Winser" userId="c3146a91-e6bd-4264-bd86-e164e04bc32d" providerId="ADAL" clId="{92DB218C-8ABD-492C-9A8E-AF2E1B1B75C6}" dt="2025-09-24T10:35:39.519" v="15"/>
          <ac:spMkLst>
            <pc:docMk/>
            <pc:sldMk cId="733152717" sldId="338"/>
            <ac:spMk id="3" creationId="{6B72252B-D3E7-B866-E903-C11717C92BB2}"/>
          </ac:spMkLst>
        </pc:spChg>
      </pc:sldChg>
      <pc:sldChg chg="addSp modSp">
        <pc:chgData name="Paul Winser" userId="c3146a91-e6bd-4264-bd86-e164e04bc32d" providerId="ADAL" clId="{92DB218C-8ABD-492C-9A8E-AF2E1B1B75C6}" dt="2025-09-24T10:35:32.430" v="10"/>
        <pc:sldMkLst>
          <pc:docMk/>
          <pc:sldMk cId="4108598663" sldId="339"/>
        </pc:sldMkLst>
        <pc:spChg chg="add mod">
          <ac:chgData name="Paul Winser" userId="c3146a91-e6bd-4264-bd86-e164e04bc32d" providerId="ADAL" clId="{92DB218C-8ABD-492C-9A8E-AF2E1B1B75C6}" dt="2025-09-24T10:35:32.430" v="10"/>
          <ac:spMkLst>
            <pc:docMk/>
            <pc:sldMk cId="4108598663" sldId="339"/>
            <ac:spMk id="4" creationId="{961E0A01-C371-E32F-CB6C-0DD1B4E14549}"/>
          </ac:spMkLst>
        </pc:spChg>
      </pc:sldChg>
      <pc:sldChg chg="addSp modSp add modTransition">
        <pc:chgData name="Paul Winser" userId="c3146a91-e6bd-4264-bd86-e164e04bc32d" providerId="ADAL" clId="{92DB218C-8ABD-492C-9A8E-AF2E1B1B75C6}" dt="2025-09-24T10:36:17.536" v="33"/>
        <pc:sldMkLst>
          <pc:docMk/>
          <pc:sldMk cId="763834867" sldId="340"/>
        </pc:sldMkLst>
        <pc:spChg chg="add mod">
          <ac:chgData name="Paul Winser" userId="c3146a91-e6bd-4264-bd86-e164e04bc32d" providerId="ADAL" clId="{92DB218C-8ABD-492C-9A8E-AF2E1B1B75C6}" dt="2025-09-24T10:36:17.536" v="33"/>
          <ac:spMkLst>
            <pc:docMk/>
            <pc:sldMk cId="763834867" sldId="340"/>
            <ac:spMk id="2" creationId="{7D7FDE09-E6FA-8C04-1A48-DA1659BD9EE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6247A8-B4CB-4D00-9896-AD695E397877}"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85D602E-A6BE-4D52-B36A-A8075EF7FABF}">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الخدمات المقدمة من القطاع العام.</a:t>
          </a:r>
          <a:r>
            <a:rPr lang="ar" dirty="0">
              <a:latin typeface="Times New Roman" panose="02020603050405020304" pitchFamily="18" charset="0"/>
              <a:cs typeface="Times New Roman" panose="02020603050405020304" pitchFamily="18" charset="0"/>
            </a:rPr>
            <a:t> خدمات تمولها الحكومة أو المجالس المحلية (مثل المراكز الترفيهية وأحواض السباحة المجتمعية).</a:t>
          </a:r>
          <a:endParaRPr lang="en-US" dirty="0">
            <a:latin typeface="Times New Roman" panose="02020603050405020304" pitchFamily="18" charset="0"/>
            <a:cs typeface="Times New Roman" panose="02020603050405020304" pitchFamily="18" charset="0"/>
          </a:endParaRPr>
        </a:p>
      </dgm:t>
    </dgm:pt>
    <dgm:pt modelId="{A29C7C39-41D7-4500-8D8D-EF8ED5EDD44A}" type="parTrans" cxnId="{239ADB6D-72CA-41C5-9C69-228F42AD7AEB}">
      <dgm:prSet/>
      <dgm:spPr/>
      <dgm:t>
        <a:bodyPr rtlCol="1"/>
        <a:lstStyle/>
        <a:p>
          <a:pPr rtl="1"/>
          <a:endParaRPr lang="en-US"/>
        </a:p>
      </dgm:t>
    </dgm:pt>
    <dgm:pt modelId="{184B7CC6-1674-4E18-BF8E-741A05B4D80F}" type="sibTrans" cxnId="{239ADB6D-72CA-41C5-9C69-228F42AD7AEB}">
      <dgm:prSet/>
      <dgm:spPr/>
      <dgm:t>
        <a:bodyPr rtlCol="1"/>
        <a:lstStyle/>
        <a:p>
          <a:pPr rtl="1"/>
          <a:endParaRPr lang="en-US"/>
        </a:p>
      </dgm:t>
    </dgm:pt>
    <dgm:pt modelId="{AF4745CB-4826-4EC7-BA8C-7BA2D2DF5D69}">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الخدمات المقدمة من القطاع الخاص</a:t>
          </a:r>
          <a:r>
            <a:rPr lang="ar" dirty="0">
              <a:latin typeface="Times New Roman" panose="02020603050405020304" pitchFamily="18" charset="0"/>
              <a:cs typeface="Times New Roman" panose="02020603050405020304" pitchFamily="18" charset="0"/>
            </a:rPr>
            <a:t> خدمات تديرها شركات أو أندية أو صالات رياضية مدفوعة (مثل سلاسل مراكز اللياقة البدنية، وأكاديميات التنس).</a:t>
          </a:r>
          <a:endParaRPr lang="en-US" dirty="0">
            <a:latin typeface="Times New Roman" panose="02020603050405020304" pitchFamily="18" charset="0"/>
            <a:cs typeface="Times New Roman" panose="02020603050405020304" pitchFamily="18" charset="0"/>
          </a:endParaRPr>
        </a:p>
      </dgm:t>
    </dgm:pt>
    <dgm:pt modelId="{B1F88D6A-5515-4529-8E25-B9AD96A72D89}" type="parTrans" cxnId="{5091EB31-131D-4394-AD47-DE09A418BEAE}">
      <dgm:prSet/>
      <dgm:spPr/>
      <dgm:t>
        <a:bodyPr rtlCol="1"/>
        <a:lstStyle/>
        <a:p>
          <a:pPr rtl="1"/>
          <a:endParaRPr lang="en-US"/>
        </a:p>
      </dgm:t>
    </dgm:pt>
    <dgm:pt modelId="{9FF7E98B-C40F-46FE-8D2F-8E758CEE277A}" type="sibTrans" cxnId="{5091EB31-131D-4394-AD47-DE09A418BEAE}">
      <dgm:prSet/>
      <dgm:spPr/>
      <dgm:t>
        <a:bodyPr rtlCol="1"/>
        <a:lstStyle/>
        <a:p>
          <a:pPr rtl="1"/>
          <a:endParaRPr lang="en-US"/>
        </a:p>
      </dgm:t>
    </dgm:pt>
    <dgm:pt modelId="{A1FCA192-52AA-45EC-A658-1345866929DF}">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الخدمات المقدمة من القطاع التطوعي</a:t>
          </a:r>
          <a:r>
            <a:rPr lang="ar" dirty="0">
              <a:latin typeface="Times New Roman" panose="02020603050405020304" pitchFamily="18" charset="0"/>
              <a:cs typeface="Times New Roman" panose="02020603050405020304" pitchFamily="18" charset="0"/>
            </a:rPr>
            <a:t> خدمات يديرها متطوعون، ولا تهدف للربح، وتكون عادة على مستوى القاعدة الشعبية (مثل الأندية المحلية لكرة القدم، والجمعيات الخيرية الرياضية للشباب).</a:t>
          </a:r>
          <a:endParaRPr lang="en-US" dirty="0">
            <a:latin typeface="Times New Roman" panose="02020603050405020304" pitchFamily="18" charset="0"/>
            <a:cs typeface="Times New Roman" panose="02020603050405020304" pitchFamily="18" charset="0"/>
          </a:endParaRPr>
        </a:p>
      </dgm:t>
    </dgm:pt>
    <dgm:pt modelId="{EBBF70B7-F616-4AEC-A642-457B50989DB2}" type="parTrans" cxnId="{F15D0B0B-A795-4071-9CF3-19448331A82F}">
      <dgm:prSet/>
      <dgm:spPr/>
      <dgm:t>
        <a:bodyPr rtlCol="1"/>
        <a:lstStyle/>
        <a:p>
          <a:pPr rtl="1"/>
          <a:endParaRPr lang="en-US"/>
        </a:p>
      </dgm:t>
    </dgm:pt>
    <dgm:pt modelId="{37B31602-4ADD-4379-A010-91DBC8ADDF72}" type="sibTrans" cxnId="{F15D0B0B-A795-4071-9CF3-19448331A82F}">
      <dgm:prSet/>
      <dgm:spPr/>
      <dgm:t>
        <a:bodyPr rtlCol="1"/>
        <a:lstStyle/>
        <a:p>
          <a:pPr rtl="1"/>
          <a:endParaRPr lang="en-US"/>
        </a:p>
      </dgm:t>
    </dgm:pt>
    <dgm:pt modelId="{6CF2B083-D354-4A86-B405-A507C8AC2814}" type="pres">
      <dgm:prSet presAssocID="{F56247A8-B4CB-4D00-9896-AD695E397877}" presName="root" presStyleCnt="0">
        <dgm:presLayoutVars>
          <dgm:dir/>
          <dgm:resizeHandles val="exact"/>
        </dgm:presLayoutVars>
      </dgm:prSet>
      <dgm:spPr/>
    </dgm:pt>
    <dgm:pt modelId="{B9BFD288-DBDE-4134-977A-3CBEAB8A9AB0}" type="pres">
      <dgm:prSet presAssocID="{185D602E-A6BE-4D52-B36A-A8075EF7FABF}" presName="compNode" presStyleCnt="0"/>
      <dgm:spPr/>
    </dgm:pt>
    <dgm:pt modelId="{65EC7992-C5FB-4296-82DF-7E5B8FF6661D}" type="pres">
      <dgm:prSet presAssocID="{185D602E-A6BE-4D52-B36A-A8075EF7FABF}" presName="bgRect" presStyleLbl="bgShp" presStyleIdx="0" presStyleCnt="3"/>
      <dgm:spPr/>
    </dgm:pt>
    <dgm:pt modelId="{21E82D3D-97A7-4BC9-A66A-606450A09F38}" type="pres">
      <dgm:prSet presAssocID="{185D602E-A6BE-4D52-B36A-A8075EF7FABF}" presName="iconRect" presStyleLbl="node1" presStyleIdx="0" presStyleCnt="3" custLinFactX="200000" custLinFactNeighborX="29232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6F6962B-87EF-43B5-AC26-A4238A0BF182}" type="pres">
      <dgm:prSet presAssocID="{185D602E-A6BE-4D52-B36A-A8075EF7FABF}" presName="spaceRect" presStyleCnt="0"/>
      <dgm:spPr/>
    </dgm:pt>
    <dgm:pt modelId="{933CBEC9-9859-4623-AD46-DC50C22017C8}" type="pres">
      <dgm:prSet presAssocID="{185D602E-A6BE-4D52-B36A-A8075EF7FABF}" presName="parTx" presStyleLbl="revTx" presStyleIdx="0" presStyleCnt="3" custLinFactNeighborX="-44734">
        <dgm:presLayoutVars>
          <dgm:chMax val="0"/>
          <dgm:chPref val="0"/>
        </dgm:presLayoutVars>
      </dgm:prSet>
      <dgm:spPr/>
    </dgm:pt>
    <dgm:pt modelId="{3F1DA536-3819-435D-BC3F-8120E7696406}" type="pres">
      <dgm:prSet presAssocID="{184B7CC6-1674-4E18-BF8E-741A05B4D80F}" presName="sibTrans" presStyleCnt="0"/>
      <dgm:spPr/>
    </dgm:pt>
    <dgm:pt modelId="{6932D27E-B815-4F33-BFC2-B369FD05727E}" type="pres">
      <dgm:prSet presAssocID="{AF4745CB-4826-4EC7-BA8C-7BA2D2DF5D69}" presName="compNode" presStyleCnt="0"/>
      <dgm:spPr/>
    </dgm:pt>
    <dgm:pt modelId="{36879DCB-66A4-4C3B-BBA6-789CA1294532}" type="pres">
      <dgm:prSet presAssocID="{AF4745CB-4826-4EC7-BA8C-7BA2D2DF5D69}" presName="bgRect" presStyleLbl="bgShp" presStyleIdx="1" presStyleCnt="3"/>
      <dgm:spPr/>
    </dgm:pt>
    <dgm:pt modelId="{16E50F21-329B-45EC-BB52-99CE7ADE8FFD}" type="pres">
      <dgm:prSet presAssocID="{AF4745CB-4826-4EC7-BA8C-7BA2D2DF5D69}" presName="iconRect" presStyleLbl="node1" presStyleIdx="1" presStyleCnt="3" custLinFactX="200000" custLinFactNeighborX="29232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nnis racket and ball"/>
        </a:ext>
      </dgm:extLst>
    </dgm:pt>
    <dgm:pt modelId="{A4C16B16-05C0-4F21-B745-521425E53AA1}" type="pres">
      <dgm:prSet presAssocID="{AF4745CB-4826-4EC7-BA8C-7BA2D2DF5D69}" presName="spaceRect" presStyleCnt="0"/>
      <dgm:spPr/>
    </dgm:pt>
    <dgm:pt modelId="{DC436EDF-4DE0-482D-9D04-53E6EBCB53EF}" type="pres">
      <dgm:prSet presAssocID="{AF4745CB-4826-4EC7-BA8C-7BA2D2DF5D69}" presName="parTx" presStyleLbl="revTx" presStyleIdx="1" presStyleCnt="3" custLinFactNeighborX="-44734">
        <dgm:presLayoutVars>
          <dgm:chMax val="0"/>
          <dgm:chPref val="0"/>
        </dgm:presLayoutVars>
      </dgm:prSet>
      <dgm:spPr/>
    </dgm:pt>
    <dgm:pt modelId="{C9DECF3C-A097-4292-A70C-68481019D0DE}" type="pres">
      <dgm:prSet presAssocID="{9FF7E98B-C40F-46FE-8D2F-8E758CEE277A}" presName="sibTrans" presStyleCnt="0"/>
      <dgm:spPr/>
    </dgm:pt>
    <dgm:pt modelId="{FFCC26F0-0BE8-4146-806F-9E596B8F9DDC}" type="pres">
      <dgm:prSet presAssocID="{A1FCA192-52AA-45EC-A658-1345866929DF}" presName="compNode" presStyleCnt="0"/>
      <dgm:spPr/>
    </dgm:pt>
    <dgm:pt modelId="{DD5EDC04-AE24-4778-9826-9276EAEEB3AE}" type="pres">
      <dgm:prSet presAssocID="{A1FCA192-52AA-45EC-A658-1345866929DF}" presName="bgRect" presStyleLbl="bgShp" presStyleIdx="2" presStyleCnt="3"/>
      <dgm:spPr/>
    </dgm:pt>
    <dgm:pt modelId="{3BE430ED-5BC5-4E71-94BD-FF3A666A990E}" type="pres">
      <dgm:prSet presAssocID="{A1FCA192-52AA-45EC-A658-1345866929DF}" presName="iconRect" presStyleLbl="node1" presStyleIdx="2" presStyleCnt="3" custLinFactX="200000" custLinFactNeighborX="29232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ort Balls"/>
        </a:ext>
      </dgm:extLst>
    </dgm:pt>
    <dgm:pt modelId="{048CF128-2EBC-4616-842E-84C4B4DC5348}" type="pres">
      <dgm:prSet presAssocID="{A1FCA192-52AA-45EC-A658-1345866929DF}" presName="spaceRect" presStyleCnt="0"/>
      <dgm:spPr/>
    </dgm:pt>
    <dgm:pt modelId="{FCB9B71D-4249-486E-9B59-48D4AC6CF8C9}" type="pres">
      <dgm:prSet presAssocID="{A1FCA192-52AA-45EC-A658-1345866929DF}" presName="parTx" presStyleLbl="revTx" presStyleIdx="2" presStyleCnt="3" custLinFactNeighborX="-44734">
        <dgm:presLayoutVars>
          <dgm:chMax val="0"/>
          <dgm:chPref val="0"/>
        </dgm:presLayoutVars>
      </dgm:prSet>
      <dgm:spPr/>
    </dgm:pt>
  </dgm:ptLst>
  <dgm:cxnLst>
    <dgm:cxn modelId="{3DDB3103-C476-4F41-973A-9CFD20EBB28A}" type="presOf" srcId="{185D602E-A6BE-4D52-B36A-A8075EF7FABF}" destId="{933CBEC9-9859-4623-AD46-DC50C22017C8}" srcOrd="0" destOrd="0" presId="urn:microsoft.com/office/officeart/2018/2/layout/IconVerticalSolidList"/>
    <dgm:cxn modelId="{33110D09-0E4F-C345-8322-D95596C4E6F8}" type="presOf" srcId="{AF4745CB-4826-4EC7-BA8C-7BA2D2DF5D69}" destId="{DC436EDF-4DE0-482D-9D04-53E6EBCB53EF}" srcOrd="0" destOrd="0" presId="urn:microsoft.com/office/officeart/2018/2/layout/IconVerticalSolidList"/>
    <dgm:cxn modelId="{F15D0B0B-A795-4071-9CF3-19448331A82F}" srcId="{F56247A8-B4CB-4D00-9896-AD695E397877}" destId="{A1FCA192-52AA-45EC-A658-1345866929DF}" srcOrd="2" destOrd="0" parTransId="{EBBF70B7-F616-4AEC-A642-457B50989DB2}" sibTransId="{37B31602-4ADD-4379-A010-91DBC8ADDF72}"/>
    <dgm:cxn modelId="{5091EB31-131D-4394-AD47-DE09A418BEAE}" srcId="{F56247A8-B4CB-4D00-9896-AD695E397877}" destId="{AF4745CB-4826-4EC7-BA8C-7BA2D2DF5D69}" srcOrd="1" destOrd="0" parTransId="{B1F88D6A-5515-4529-8E25-B9AD96A72D89}" sibTransId="{9FF7E98B-C40F-46FE-8D2F-8E758CEE277A}"/>
    <dgm:cxn modelId="{239ADB6D-72CA-41C5-9C69-228F42AD7AEB}" srcId="{F56247A8-B4CB-4D00-9896-AD695E397877}" destId="{185D602E-A6BE-4D52-B36A-A8075EF7FABF}" srcOrd="0" destOrd="0" parTransId="{A29C7C39-41D7-4500-8D8D-EF8ED5EDD44A}" sibTransId="{184B7CC6-1674-4E18-BF8E-741A05B4D80F}"/>
    <dgm:cxn modelId="{CAFC149B-BFCC-6D40-B7C1-39900E9D8B1D}" type="presOf" srcId="{A1FCA192-52AA-45EC-A658-1345866929DF}" destId="{FCB9B71D-4249-486E-9B59-48D4AC6CF8C9}" srcOrd="0" destOrd="0" presId="urn:microsoft.com/office/officeart/2018/2/layout/IconVerticalSolidList"/>
    <dgm:cxn modelId="{1BA435F3-54CC-644C-ACFE-D2CFDBD7CEEA}" type="presOf" srcId="{F56247A8-B4CB-4D00-9896-AD695E397877}" destId="{6CF2B083-D354-4A86-B405-A507C8AC2814}" srcOrd="0" destOrd="0" presId="urn:microsoft.com/office/officeart/2018/2/layout/IconVerticalSolidList"/>
    <dgm:cxn modelId="{27E80AB4-CB2C-B947-9D0E-AABB542C4A9F}" type="presParOf" srcId="{6CF2B083-D354-4A86-B405-A507C8AC2814}" destId="{B9BFD288-DBDE-4134-977A-3CBEAB8A9AB0}" srcOrd="0" destOrd="0" presId="urn:microsoft.com/office/officeart/2018/2/layout/IconVerticalSolidList"/>
    <dgm:cxn modelId="{D4D23030-3168-A949-82D4-D93E8558E2C1}" type="presParOf" srcId="{B9BFD288-DBDE-4134-977A-3CBEAB8A9AB0}" destId="{65EC7992-C5FB-4296-82DF-7E5B8FF6661D}" srcOrd="0" destOrd="0" presId="urn:microsoft.com/office/officeart/2018/2/layout/IconVerticalSolidList"/>
    <dgm:cxn modelId="{D94B8594-2AE4-F247-A2E3-9387A24C6F85}" type="presParOf" srcId="{B9BFD288-DBDE-4134-977A-3CBEAB8A9AB0}" destId="{21E82D3D-97A7-4BC9-A66A-606450A09F38}" srcOrd="1" destOrd="0" presId="urn:microsoft.com/office/officeart/2018/2/layout/IconVerticalSolidList"/>
    <dgm:cxn modelId="{120BFAA3-27AC-AA43-A5C2-F3A16C5F7346}" type="presParOf" srcId="{B9BFD288-DBDE-4134-977A-3CBEAB8A9AB0}" destId="{26F6962B-87EF-43B5-AC26-A4238A0BF182}" srcOrd="2" destOrd="0" presId="urn:microsoft.com/office/officeart/2018/2/layout/IconVerticalSolidList"/>
    <dgm:cxn modelId="{85941D50-EA74-A547-9ABC-965E9CD3BA08}" type="presParOf" srcId="{B9BFD288-DBDE-4134-977A-3CBEAB8A9AB0}" destId="{933CBEC9-9859-4623-AD46-DC50C22017C8}" srcOrd="3" destOrd="0" presId="urn:microsoft.com/office/officeart/2018/2/layout/IconVerticalSolidList"/>
    <dgm:cxn modelId="{119C157F-B245-574F-94B8-E7C130A5D4F4}" type="presParOf" srcId="{6CF2B083-D354-4A86-B405-A507C8AC2814}" destId="{3F1DA536-3819-435D-BC3F-8120E7696406}" srcOrd="1" destOrd="0" presId="urn:microsoft.com/office/officeart/2018/2/layout/IconVerticalSolidList"/>
    <dgm:cxn modelId="{BCAF2396-1D16-DB41-931F-050C2CCC1EA1}" type="presParOf" srcId="{6CF2B083-D354-4A86-B405-A507C8AC2814}" destId="{6932D27E-B815-4F33-BFC2-B369FD05727E}" srcOrd="2" destOrd="0" presId="urn:microsoft.com/office/officeart/2018/2/layout/IconVerticalSolidList"/>
    <dgm:cxn modelId="{CF90C5AB-F0FF-8041-832E-2111BA45AFC5}" type="presParOf" srcId="{6932D27E-B815-4F33-BFC2-B369FD05727E}" destId="{36879DCB-66A4-4C3B-BBA6-789CA1294532}" srcOrd="0" destOrd="0" presId="urn:microsoft.com/office/officeart/2018/2/layout/IconVerticalSolidList"/>
    <dgm:cxn modelId="{E918C726-6A01-DE4B-A318-0C856BE29C5B}" type="presParOf" srcId="{6932D27E-B815-4F33-BFC2-B369FD05727E}" destId="{16E50F21-329B-45EC-BB52-99CE7ADE8FFD}" srcOrd="1" destOrd="0" presId="urn:microsoft.com/office/officeart/2018/2/layout/IconVerticalSolidList"/>
    <dgm:cxn modelId="{7334F9AD-D0CC-0E46-A938-17D9F99118DE}" type="presParOf" srcId="{6932D27E-B815-4F33-BFC2-B369FD05727E}" destId="{A4C16B16-05C0-4F21-B745-521425E53AA1}" srcOrd="2" destOrd="0" presId="urn:microsoft.com/office/officeart/2018/2/layout/IconVerticalSolidList"/>
    <dgm:cxn modelId="{01A08DF0-BC9A-7E45-A477-807CCE31CE0E}" type="presParOf" srcId="{6932D27E-B815-4F33-BFC2-B369FD05727E}" destId="{DC436EDF-4DE0-482D-9D04-53E6EBCB53EF}" srcOrd="3" destOrd="0" presId="urn:microsoft.com/office/officeart/2018/2/layout/IconVerticalSolidList"/>
    <dgm:cxn modelId="{CD8DE0BB-E0BE-C647-8055-E6D57CB0099F}" type="presParOf" srcId="{6CF2B083-D354-4A86-B405-A507C8AC2814}" destId="{C9DECF3C-A097-4292-A70C-68481019D0DE}" srcOrd="3" destOrd="0" presId="urn:microsoft.com/office/officeart/2018/2/layout/IconVerticalSolidList"/>
    <dgm:cxn modelId="{5B65C9B2-55CE-DD49-8EA5-1D4896EA51DF}" type="presParOf" srcId="{6CF2B083-D354-4A86-B405-A507C8AC2814}" destId="{FFCC26F0-0BE8-4146-806F-9E596B8F9DDC}" srcOrd="4" destOrd="0" presId="urn:microsoft.com/office/officeart/2018/2/layout/IconVerticalSolidList"/>
    <dgm:cxn modelId="{FAA740B8-F3FD-CC4E-9865-6A4EF830C8E7}" type="presParOf" srcId="{FFCC26F0-0BE8-4146-806F-9E596B8F9DDC}" destId="{DD5EDC04-AE24-4778-9826-9276EAEEB3AE}" srcOrd="0" destOrd="0" presId="urn:microsoft.com/office/officeart/2018/2/layout/IconVerticalSolidList"/>
    <dgm:cxn modelId="{21C30C63-3844-4742-85F9-9184B1A335DB}" type="presParOf" srcId="{FFCC26F0-0BE8-4146-806F-9E596B8F9DDC}" destId="{3BE430ED-5BC5-4E71-94BD-FF3A666A990E}" srcOrd="1" destOrd="0" presId="urn:microsoft.com/office/officeart/2018/2/layout/IconVerticalSolidList"/>
    <dgm:cxn modelId="{5F8A6B3F-25B1-FF4C-A115-4DBC1634BF51}" type="presParOf" srcId="{FFCC26F0-0BE8-4146-806F-9E596B8F9DDC}" destId="{048CF128-2EBC-4616-842E-84C4B4DC5348}" srcOrd="2" destOrd="0" presId="urn:microsoft.com/office/officeart/2018/2/layout/IconVerticalSolidList"/>
    <dgm:cxn modelId="{A3ED7018-C6F4-3940-B7A5-D0358AE82C0F}" type="presParOf" srcId="{FFCC26F0-0BE8-4146-806F-9E596B8F9DDC}" destId="{FCB9B71D-4249-486E-9B59-48D4AC6CF8C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746880-52F3-FD4F-9B5D-64A260038594}" type="doc">
      <dgm:prSet loTypeId="urn:microsoft.com/office/officeart/2005/8/layout/orgChart1" loCatId="hierarchy" qsTypeId="urn:microsoft.com/office/officeart/2005/8/quickstyle/simple1" qsCatId="simple" csTypeId="urn:microsoft.com/office/officeart/2005/8/colors/accent1_2" csCatId="accent1" phldr="1"/>
      <dgm:spPr/>
      <dgm:t>
        <a:bodyPr rtlCol="1"/>
        <a:lstStyle/>
        <a:p>
          <a:pPr rtl="1"/>
          <a:endParaRPr lang="en-GB"/>
        </a:p>
      </dgm:t>
    </dgm:pt>
    <dgm:pt modelId="{DFDD9D0B-706C-C24E-A5D1-92D30F712AB6}">
      <dgm:prSet/>
      <dgm:spPr>
        <a:solidFill>
          <a:srgbClr val="E0A6CF"/>
        </a:solidFill>
      </dgm:spPr>
      <dgm:t>
        <a:bodyPr rtlCol="1"/>
        <a:lstStyle/>
        <a:p>
          <a:pPr rtl="1"/>
          <a:r>
            <a:rPr lang="ar" dirty="0">
              <a:latin typeface="Times New Roman" panose="02020603050405020304" pitchFamily="18" charset="0"/>
              <a:cs typeface="Times New Roman" panose="02020603050405020304" pitchFamily="18" charset="0"/>
            </a:rPr>
            <a:t>الهيكل التنظيمي</a:t>
          </a:r>
          <a:endParaRPr lang="en-GB" dirty="0">
            <a:latin typeface="Times New Roman" panose="02020603050405020304" pitchFamily="18" charset="0"/>
            <a:cs typeface="Times New Roman" panose="02020603050405020304" pitchFamily="18" charset="0"/>
          </a:endParaRPr>
        </a:p>
      </dgm:t>
    </dgm:pt>
    <dgm:pt modelId="{EC660A2B-3393-7046-AE03-96CD7554D320}" type="parTrans" cxnId="{DC8A1C11-BE35-F94B-A308-E9C4AF932312}">
      <dgm:prSet/>
      <dgm:spPr/>
      <dgm:t>
        <a:bodyPr rtlCol="1"/>
        <a:lstStyle/>
        <a:p>
          <a:pPr rtl="1"/>
          <a:endParaRPr lang="en-GB"/>
        </a:p>
      </dgm:t>
    </dgm:pt>
    <dgm:pt modelId="{8F0BD443-B3BD-254C-B9F2-823D652415B9}" type="sibTrans" cxnId="{DC8A1C11-BE35-F94B-A308-E9C4AF932312}">
      <dgm:prSet/>
      <dgm:spPr/>
      <dgm:t>
        <a:bodyPr rtlCol="1"/>
        <a:lstStyle/>
        <a:p>
          <a:pPr rtl="1"/>
          <a:endParaRPr lang="en-GB"/>
        </a:p>
      </dgm:t>
    </dgm:pt>
    <dgm:pt modelId="{7A800E38-98F1-F742-9C1B-105B2F7BE0BF}">
      <dgm:prSet/>
      <dgm:spPr/>
      <dgm:t>
        <a:bodyPr rtlCol="1"/>
        <a:lstStyle/>
        <a:p>
          <a:pPr rtl="1"/>
          <a:r>
            <a:rPr lang="ar" dirty="0">
              <a:latin typeface="Times New Roman" panose="02020603050405020304" pitchFamily="18" charset="0"/>
              <a:cs typeface="Times New Roman" panose="02020603050405020304" pitchFamily="18" charset="0"/>
            </a:rPr>
            <a:t>اللجان</a:t>
          </a:r>
        </a:p>
      </dgm:t>
    </dgm:pt>
    <dgm:pt modelId="{28F6E126-BEDA-9C4E-88B5-D300F14EA02D}" type="parTrans" cxnId="{CCDB0A4C-DC09-0049-9C43-377211774AF0}">
      <dgm:prSet/>
      <dgm:spPr/>
      <dgm:t>
        <a:bodyPr rtlCol="1"/>
        <a:lstStyle/>
        <a:p>
          <a:pPr rtl="1"/>
          <a:endParaRPr lang="en-GB"/>
        </a:p>
      </dgm:t>
    </dgm:pt>
    <dgm:pt modelId="{46414987-3BAE-9741-9940-CF78F7DCC133}" type="sibTrans" cxnId="{CCDB0A4C-DC09-0049-9C43-377211774AF0}">
      <dgm:prSet/>
      <dgm:spPr/>
      <dgm:t>
        <a:bodyPr rtlCol="1"/>
        <a:lstStyle/>
        <a:p>
          <a:pPr rtl="1"/>
          <a:endParaRPr lang="en-GB"/>
        </a:p>
      </dgm:t>
    </dgm:pt>
    <dgm:pt modelId="{45638CF7-A153-8646-82A1-6AFF8A1D7965}">
      <dgm:prSet/>
      <dgm:spPr/>
      <dgm:t>
        <a:bodyPr rtlCol="1"/>
        <a:lstStyle/>
        <a:p>
          <a:pPr rtl="1"/>
          <a:r>
            <a:rPr lang="ar" dirty="0">
              <a:latin typeface="Times New Roman" panose="02020603050405020304" pitchFamily="18" charset="0"/>
              <a:cs typeface="Times New Roman" panose="02020603050405020304" pitchFamily="18" charset="0"/>
            </a:rPr>
            <a:t>فرق العمل</a:t>
          </a:r>
        </a:p>
      </dgm:t>
    </dgm:pt>
    <dgm:pt modelId="{2DADC394-6B1D-1644-A086-5154FACA50E4}" type="parTrans" cxnId="{9BBE91B2-42E3-E14F-9065-8C8A2D2FB81C}">
      <dgm:prSet/>
      <dgm:spPr/>
      <dgm:t>
        <a:bodyPr rtlCol="1"/>
        <a:lstStyle/>
        <a:p>
          <a:pPr rtl="1"/>
          <a:endParaRPr lang="en-GB"/>
        </a:p>
      </dgm:t>
    </dgm:pt>
    <dgm:pt modelId="{6C4807C5-AE60-7344-B585-9F5A3D84127D}" type="sibTrans" cxnId="{9BBE91B2-42E3-E14F-9065-8C8A2D2FB81C}">
      <dgm:prSet/>
      <dgm:spPr/>
      <dgm:t>
        <a:bodyPr rtlCol="1"/>
        <a:lstStyle/>
        <a:p>
          <a:pPr rtl="1"/>
          <a:endParaRPr lang="en-GB"/>
        </a:p>
      </dgm:t>
    </dgm:pt>
    <dgm:pt modelId="{BC65C747-2893-3E4B-9C1C-E7E1230967A5}">
      <dgm:prSet/>
      <dgm:spPr/>
      <dgm:t>
        <a:bodyPr rtlCol="1"/>
        <a:lstStyle/>
        <a:p>
          <a:pPr rtl="1"/>
          <a:r>
            <a:rPr lang="ar" dirty="0">
              <a:latin typeface="Times New Roman" panose="02020603050405020304" pitchFamily="18" charset="0"/>
              <a:cs typeface="Times New Roman" panose="02020603050405020304" pitchFamily="18" charset="0"/>
            </a:rPr>
            <a:t>المنتديات</a:t>
          </a:r>
        </a:p>
      </dgm:t>
    </dgm:pt>
    <dgm:pt modelId="{F58D371E-3850-9E4D-A4DD-B6C5D4E41372}" type="parTrans" cxnId="{8E1FE83E-1909-CE4C-B981-056A88EAD82D}">
      <dgm:prSet/>
      <dgm:spPr/>
      <dgm:t>
        <a:bodyPr rtlCol="1"/>
        <a:lstStyle/>
        <a:p>
          <a:pPr rtl="1"/>
          <a:endParaRPr lang="en-GB"/>
        </a:p>
      </dgm:t>
    </dgm:pt>
    <dgm:pt modelId="{AF9FCE3B-01C0-4C4F-BE5B-05CA6F415922}" type="sibTrans" cxnId="{8E1FE83E-1909-CE4C-B981-056A88EAD82D}">
      <dgm:prSet/>
      <dgm:spPr/>
      <dgm:t>
        <a:bodyPr rtlCol="1"/>
        <a:lstStyle/>
        <a:p>
          <a:pPr rtl="1"/>
          <a:endParaRPr lang="en-GB"/>
        </a:p>
      </dgm:t>
    </dgm:pt>
    <dgm:pt modelId="{A1319655-4E99-FB4B-8EE4-A09C805309DF}">
      <dgm:prSet/>
      <dgm:spPr/>
      <dgm:t>
        <a:bodyPr rtlCol="1"/>
        <a:lstStyle/>
        <a:p>
          <a:pPr rtl="1"/>
          <a:r>
            <a:rPr lang="ar" dirty="0">
              <a:latin typeface="Times New Roman" panose="02020603050405020304" pitchFamily="18" charset="0"/>
              <a:cs typeface="Times New Roman" panose="02020603050405020304" pitchFamily="18" charset="0"/>
            </a:rPr>
            <a:t>فرق الاستشارة</a:t>
          </a:r>
        </a:p>
      </dgm:t>
    </dgm:pt>
    <dgm:pt modelId="{40C0EAAD-20BB-3447-B970-F02567166D85}" type="parTrans" cxnId="{8212CF1B-EB1C-044C-A7E9-1BE68E26DDA2}">
      <dgm:prSet/>
      <dgm:spPr/>
      <dgm:t>
        <a:bodyPr rtlCol="1"/>
        <a:lstStyle/>
        <a:p>
          <a:pPr rtl="1"/>
          <a:endParaRPr lang="en-GB"/>
        </a:p>
      </dgm:t>
    </dgm:pt>
    <dgm:pt modelId="{D5966B3A-C222-854F-951D-1DB56EB5FBBB}" type="sibTrans" cxnId="{8212CF1B-EB1C-044C-A7E9-1BE68E26DDA2}">
      <dgm:prSet/>
      <dgm:spPr/>
      <dgm:t>
        <a:bodyPr rtlCol="1"/>
        <a:lstStyle/>
        <a:p>
          <a:pPr rtl="1"/>
          <a:endParaRPr lang="en-GB"/>
        </a:p>
      </dgm:t>
    </dgm:pt>
    <dgm:pt modelId="{194F4D7E-EEA1-AF44-837C-B2F69DCA5979}">
      <dgm:prSet/>
      <dgm:spPr/>
      <dgm:t>
        <a:bodyPr rtlCol="1"/>
        <a:lstStyle/>
        <a:p>
          <a:pPr rtl="1"/>
          <a:r>
            <a:rPr lang="ar" dirty="0">
              <a:latin typeface="Times New Roman" panose="02020603050405020304" pitchFamily="18" charset="0"/>
              <a:cs typeface="Times New Roman" panose="02020603050405020304" pitchFamily="18" charset="0"/>
            </a:rPr>
            <a:t>الموظَّفون</a:t>
          </a:r>
        </a:p>
      </dgm:t>
    </dgm:pt>
    <dgm:pt modelId="{292CC843-2C58-D249-A871-058F7A4D1F1F}" type="parTrans" cxnId="{9CDDEC42-F8D2-4345-8250-D1E6FE074A02}">
      <dgm:prSet/>
      <dgm:spPr/>
      <dgm:t>
        <a:bodyPr rtlCol="1"/>
        <a:lstStyle/>
        <a:p>
          <a:pPr rtl="1"/>
          <a:endParaRPr lang="en-GB"/>
        </a:p>
      </dgm:t>
    </dgm:pt>
    <dgm:pt modelId="{968E9D9C-3853-294C-8106-A551745AA239}" type="sibTrans" cxnId="{9CDDEC42-F8D2-4345-8250-D1E6FE074A02}">
      <dgm:prSet/>
      <dgm:spPr/>
      <dgm:t>
        <a:bodyPr rtlCol="1"/>
        <a:lstStyle/>
        <a:p>
          <a:pPr rtl="1"/>
          <a:endParaRPr lang="en-GB"/>
        </a:p>
      </dgm:t>
    </dgm:pt>
    <dgm:pt modelId="{6626785D-CB12-424A-B5DB-CC5E29ACD215}">
      <dgm:prSet/>
      <dgm:spPr/>
      <dgm:t>
        <a:bodyPr rtlCol="1"/>
        <a:lstStyle/>
        <a:p>
          <a:pPr rtl="1"/>
          <a:r>
            <a:rPr lang="ar" dirty="0">
              <a:latin typeface="Times New Roman" panose="02020603050405020304" pitchFamily="18" charset="0"/>
              <a:cs typeface="Times New Roman" panose="02020603050405020304" pitchFamily="18" charset="0"/>
            </a:rPr>
            <a:t>الفرق المجتمعية</a:t>
          </a:r>
          <a:endParaRPr lang="en-GB" dirty="0">
            <a:latin typeface="Times New Roman" panose="02020603050405020304" pitchFamily="18" charset="0"/>
            <a:cs typeface="Times New Roman" panose="02020603050405020304" pitchFamily="18" charset="0"/>
          </a:endParaRPr>
        </a:p>
      </dgm:t>
    </dgm:pt>
    <dgm:pt modelId="{7270E44A-2B1A-D247-87D2-12D4502C19F2}" type="parTrans" cxnId="{0616D960-0A3C-FF4F-AA3D-018BAF34B603}">
      <dgm:prSet/>
      <dgm:spPr/>
      <dgm:t>
        <a:bodyPr rtlCol="1"/>
        <a:lstStyle/>
        <a:p>
          <a:pPr rtl="1"/>
          <a:endParaRPr lang="en-GB"/>
        </a:p>
      </dgm:t>
    </dgm:pt>
    <dgm:pt modelId="{7F39BF1E-D9F7-E845-A7CA-2CE9C960AC35}" type="sibTrans" cxnId="{0616D960-0A3C-FF4F-AA3D-018BAF34B603}">
      <dgm:prSet/>
      <dgm:spPr/>
      <dgm:t>
        <a:bodyPr rtlCol="1"/>
        <a:lstStyle/>
        <a:p>
          <a:pPr rtl="1"/>
          <a:endParaRPr lang="en-GB"/>
        </a:p>
      </dgm:t>
    </dgm:pt>
    <dgm:pt modelId="{CE65F791-BC78-5943-8328-3060EF8C7E4C}" type="pres">
      <dgm:prSet presAssocID="{3A746880-52F3-FD4F-9B5D-64A260038594}" presName="hierChild1" presStyleCnt="0">
        <dgm:presLayoutVars>
          <dgm:orgChart val="1"/>
          <dgm:chPref val="1"/>
          <dgm:dir val="rev"/>
          <dgm:animOne val="branch"/>
          <dgm:animLvl val="lvl"/>
          <dgm:resizeHandles/>
        </dgm:presLayoutVars>
      </dgm:prSet>
      <dgm:spPr/>
    </dgm:pt>
    <dgm:pt modelId="{08EE5D2D-C3D1-7048-B0F5-56541A0D5555}" type="pres">
      <dgm:prSet presAssocID="{DFDD9D0B-706C-C24E-A5D1-92D30F712AB6}" presName="hierRoot1" presStyleCnt="0">
        <dgm:presLayoutVars>
          <dgm:hierBranch val="init"/>
        </dgm:presLayoutVars>
      </dgm:prSet>
      <dgm:spPr/>
    </dgm:pt>
    <dgm:pt modelId="{3A7D8FA9-B847-794A-BB1B-C0E0F671C699}" type="pres">
      <dgm:prSet presAssocID="{DFDD9D0B-706C-C24E-A5D1-92D30F712AB6}" presName="rootComposite1" presStyleCnt="0"/>
      <dgm:spPr/>
    </dgm:pt>
    <dgm:pt modelId="{AD12132D-D4C1-8145-96DB-7BCA480E2662}" type="pres">
      <dgm:prSet presAssocID="{DFDD9D0B-706C-C24E-A5D1-92D30F712AB6}" presName="rootText1" presStyleLbl="node0" presStyleIdx="0" presStyleCnt="1" custScaleX="184963">
        <dgm:presLayoutVars>
          <dgm:chPref val="3"/>
        </dgm:presLayoutVars>
      </dgm:prSet>
      <dgm:spPr/>
    </dgm:pt>
    <dgm:pt modelId="{18447AD2-31AE-9444-9768-2B7EE766CAE7}" type="pres">
      <dgm:prSet presAssocID="{DFDD9D0B-706C-C24E-A5D1-92D30F712AB6}" presName="rootConnector1" presStyleLbl="node1" presStyleIdx="0" presStyleCnt="0"/>
      <dgm:spPr/>
    </dgm:pt>
    <dgm:pt modelId="{0FF3C29B-E1B4-BD45-A6B0-AEC4958682AF}" type="pres">
      <dgm:prSet presAssocID="{DFDD9D0B-706C-C24E-A5D1-92D30F712AB6}" presName="hierChild2" presStyleCnt="0"/>
      <dgm:spPr/>
    </dgm:pt>
    <dgm:pt modelId="{9566BAB3-BD55-6B45-8CA0-E379543E15D4}" type="pres">
      <dgm:prSet presAssocID="{28F6E126-BEDA-9C4E-88B5-D300F14EA02D}" presName="Name37" presStyleLbl="parChTrans1D2" presStyleIdx="0" presStyleCnt="3"/>
      <dgm:spPr/>
    </dgm:pt>
    <dgm:pt modelId="{9332A664-2DD9-AA4B-84E0-CC7852C8DE60}" type="pres">
      <dgm:prSet presAssocID="{7A800E38-98F1-F742-9C1B-105B2F7BE0BF}" presName="hierRoot2" presStyleCnt="0">
        <dgm:presLayoutVars>
          <dgm:hierBranch val="init"/>
        </dgm:presLayoutVars>
      </dgm:prSet>
      <dgm:spPr/>
    </dgm:pt>
    <dgm:pt modelId="{720A3341-7BCA-CC4C-A3AD-C46FE7156756}" type="pres">
      <dgm:prSet presAssocID="{7A800E38-98F1-F742-9C1B-105B2F7BE0BF}" presName="rootComposite" presStyleCnt="0"/>
      <dgm:spPr/>
    </dgm:pt>
    <dgm:pt modelId="{E8FA97D0-8A9C-A841-A38B-CB158C4C8C0B}" type="pres">
      <dgm:prSet presAssocID="{7A800E38-98F1-F742-9C1B-105B2F7BE0BF}" presName="rootText" presStyleLbl="node2" presStyleIdx="0" presStyleCnt="3">
        <dgm:presLayoutVars>
          <dgm:chPref val="3"/>
        </dgm:presLayoutVars>
      </dgm:prSet>
      <dgm:spPr/>
    </dgm:pt>
    <dgm:pt modelId="{66A62CBE-6E83-4E4A-98C5-CBFC18F58686}" type="pres">
      <dgm:prSet presAssocID="{7A800E38-98F1-F742-9C1B-105B2F7BE0BF}" presName="rootConnector" presStyleLbl="node2" presStyleIdx="0" presStyleCnt="3"/>
      <dgm:spPr/>
    </dgm:pt>
    <dgm:pt modelId="{A003E63C-3ED7-BE4A-8337-00B1A67F7396}" type="pres">
      <dgm:prSet presAssocID="{7A800E38-98F1-F742-9C1B-105B2F7BE0BF}" presName="hierChild4" presStyleCnt="0"/>
      <dgm:spPr/>
    </dgm:pt>
    <dgm:pt modelId="{164A3912-CFFD-1A4C-AE3A-CEBDF665335A}" type="pres">
      <dgm:prSet presAssocID="{7270E44A-2B1A-D247-87D2-12D4502C19F2}" presName="Name37" presStyleLbl="parChTrans1D3" presStyleIdx="0" presStyleCnt="3"/>
      <dgm:spPr/>
    </dgm:pt>
    <dgm:pt modelId="{D035FEAA-22E3-2149-B554-C4A256034287}" type="pres">
      <dgm:prSet presAssocID="{6626785D-CB12-424A-B5DB-CC5E29ACD215}" presName="hierRoot2" presStyleCnt="0">
        <dgm:presLayoutVars>
          <dgm:hierBranch val="init"/>
        </dgm:presLayoutVars>
      </dgm:prSet>
      <dgm:spPr/>
    </dgm:pt>
    <dgm:pt modelId="{919D7186-78DA-7E4A-87D7-621DD4BD9A00}" type="pres">
      <dgm:prSet presAssocID="{6626785D-CB12-424A-B5DB-CC5E29ACD215}" presName="rootComposite" presStyleCnt="0"/>
      <dgm:spPr/>
    </dgm:pt>
    <dgm:pt modelId="{0339E293-C4C6-FB43-A56C-D917100C2A24}" type="pres">
      <dgm:prSet presAssocID="{6626785D-CB12-424A-B5DB-CC5E29ACD215}" presName="rootText" presStyleLbl="node3" presStyleIdx="0" presStyleCnt="3">
        <dgm:presLayoutVars>
          <dgm:chPref val="3"/>
        </dgm:presLayoutVars>
      </dgm:prSet>
      <dgm:spPr/>
    </dgm:pt>
    <dgm:pt modelId="{5FBB8985-F4CE-804A-82F1-3CD408165555}" type="pres">
      <dgm:prSet presAssocID="{6626785D-CB12-424A-B5DB-CC5E29ACD215}" presName="rootConnector" presStyleLbl="node3" presStyleIdx="0" presStyleCnt="3"/>
      <dgm:spPr/>
    </dgm:pt>
    <dgm:pt modelId="{9CA8BA4C-F132-5542-8AA2-E268E2ABD59D}" type="pres">
      <dgm:prSet presAssocID="{6626785D-CB12-424A-B5DB-CC5E29ACD215}" presName="hierChild4" presStyleCnt="0"/>
      <dgm:spPr/>
    </dgm:pt>
    <dgm:pt modelId="{ABFAAE70-55F9-CD4C-B36A-C808B969636F}" type="pres">
      <dgm:prSet presAssocID="{6626785D-CB12-424A-B5DB-CC5E29ACD215}" presName="hierChild5" presStyleCnt="0"/>
      <dgm:spPr/>
    </dgm:pt>
    <dgm:pt modelId="{22D2D050-AE82-694C-9DB8-2DEF707E8097}" type="pres">
      <dgm:prSet presAssocID="{7A800E38-98F1-F742-9C1B-105B2F7BE0BF}" presName="hierChild5" presStyleCnt="0"/>
      <dgm:spPr/>
    </dgm:pt>
    <dgm:pt modelId="{A1AF68E8-A789-A941-96E1-0B5DB506548B}" type="pres">
      <dgm:prSet presAssocID="{2DADC394-6B1D-1644-A086-5154FACA50E4}" presName="Name37" presStyleLbl="parChTrans1D2" presStyleIdx="1" presStyleCnt="3"/>
      <dgm:spPr/>
    </dgm:pt>
    <dgm:pt modelId="{06412D93-1FF8-6047-8DC0-C5234101FE79}" type="pres">
      <dgm:prSet presAssocID="{45638CF7-A153-8646-82A1-6AFF8A1D7965}" presName="hierRoot2" presStyleCnt="0">
        <dgm:presLayoutVars>
          <dgm:hierBranch val="init"/>
        </dgm:presLayoutVars>
      </dgm:prSet>
      <dgm:spPr/>
    </dgm:pt>
    <dgm:pt modelId="{71226616-3056-554E-8DF9-77B7C1E14B44}" type="pres">
      <dgm:prSet presAssocID="{45638CF7-A153-8646-82A1-6AFF8A1D7965}" presName="rootComposite" presStyleCnt="0"/>
      <dgm:spPr/>
    </dgm:pt>
    <dgm:pt modelId="{6A4FC75B-02D7-A647-8075-DB3D072257D3}" type="pres">
      <dgm:prSet presAssocID="{45638CF7-A153-8646-82A1-6AFF8A1D7965}" presName="rootText" presStyleLbl="node2" presStyleIdx="1" presStyleCnt="3">
        <dgm:presLayoutVars>
          <dgm:chPref val="3"/>
        </dgm:presLayoutVars>
      </dgm:prSet>
      <dgm:spPr/>
    </dgm:pt>
    <dgm:pt modelId="{828B12E7-CE60-D64D-AE31-C2B15CDA8114}" type="pres">
      <dgm:prSet presAssocID="{45638CF7-A153-8646-82A1-6AFF8A1D7965}" presName="rootConnector" presStyleLbl="node2" presStyleIdx="1" presStyleCnt="3"/>
      <dgm:spPr/>
    </dgm:pt>
    <dgm:pt modelId="{B6789770-97D2-E74A-A13A-1EAF483D25E4}" type="pres">
      <dgm:prSet presAssocID="{45638CF7-A153-8646-82A1-6AFF8A1D7965}" presName="hierChild4" presStyleCnt="0"/>
      <dgm:spPr/>
    </dgm:pt>
    <dgm:pt modelId="{143CDE77-990C-0F43-93E7-CC41E46B04F1}" type="pres">
      <dgm:prSet presAssocID="{292CC843-2C58-D249-A871-058F7A4D1F1F}" presName="Name37" presStyleLbl="parChTrans1D3" presStyleIdx="1" presStyleCnt="3"/>
      <dgm:spPr/>
    </dgm:pt>
    <dgm:pt modelId="{F6BC5A1F-A8F0-1149-B183-DF6974475955}" type="pres">
      <dgm:prSet presAssocID="{194F4D7E-EEA1-AF44-837C-B2F69DCA5979}" presName="hierRoot2" presStyleCnt="0">
        <dgm:presLayoutVars>
          <dgm:hierBranch val="init"/>
        </dgm:presLayoutVars>
      </dgm:prSet>
      <dgm:spPr/>
    </dgm:pt>
    <dgm:pt modelId="{57A04050-847D-594B-9EAA-19D4C90C3721}" type="pres">
      <dgm:prSet presAssocID="{194F4D7E-EEA1-AF44-837C-B2F69DCA5979}" presName="rootComposite" presStyleCnt="0"/>
      <dgm:spPr/>
    </dgm:pt>
    <dgm:pt modelId="{F7D6D189-A718-FD40-921F-22D9B1308615}" type="pres">
      <dgm:prSet presAssocID="{194F4D7E-EEA1-AF44-837C-B2F69DCA5979}" presName="rootText" presStyleLbl="node3" presStyleIdx="1" presStyleCnt="3">
        <dgm:presLayoutVars>
          <dgm:chPref val="3"/>
        </dgm:presLayoutVars>
      </dgm:prSet>
      <dgm:spPr/>
    </dgm:pt>
    <dgm:pt modelId="{29833648-B3CF-0541-AFD8-7A89FBF9E08E}" type="pres">
      <dgm:prSet presAssocID="{194F4D7E-EEA1-AF44-837C-B2F69DCA5979}" presName="rootConnector" presStyleLbl="node3" presStyleIdx="1" presStyleCnt="3"/>
      <dgm:spPr/>
    </dgm:pt>
    <dgm:pt modelId="{E0B3A738-AEEA-E749-B674-DE615F9CE8E8}" type="pres">
      <dgm:prSet presAssocID="{194F4D7E-EEA1-AF44-837C-B2F69DCA5979}" presName="hierChild4" presStyleCnt="0"/>
      <dgm:spPr/>
    </dgm:pt>
    <dgm:pt modelId="{3CB3C5D5-9EEB-A54A-80ED-945F43BE3484}" type="pres">
      <dgm:prSet presAssocID="{194F4D7E-EEA1-AF44-837C-B2F69DCA5979}" presName="hierChild5" presStyleCnt="0"/>
      <dgm:spPr/>
    </dgm:pt>
    <dgm:pt modelId="{8FBE6FD2-F47C-E241-A739-552D8F37B64A}" type="pres">
      <dgm:prSet presAssocID="{45638CF7-A153-8646-82A1-6AFF8A1D7965}" presName="hierChild5" presStyleCnt="0"/>
      <dgm:spPr/>
    </dgm:pt>
    <dgm:pt modelId="{860C773C-137F-DB49-A9B3-4D02D0B17B15}" type="pres">
      <dgm:prSet presAssocID="{F58D371E-3850-9E4D-A4DD-B6C5D4E41372}" presName="Name37" presStyleLbl="parChTrans1D2" presStyleIdx="2" presStyleCnt="3"/>
      <dgm:spPr/>
    </dgm:pt>
    <dgm:pt modelId="{F14AFA24-0B3C-114D-B160-D356B8A0322C}" type="pres">
      <dgm:prSet presAssocID="{BC65C747-2893-3E4B-9C1C-E7E1230967A5}" presName="hierRoot2" presStyleCnt="0">
        <dgm:presLayoutVars>
          <dgm:hierBranch val="init"/>
        </dgm:presLayoutVars>
      </dgm:prSet>
      <dgm:spPr/>
    </dgm:pt>
    <dgm:pt modelId="{37840948-6E5C-7D4A-9A5A-A1C6041CBA3D}" type="pres">
      <dgm:prSet presAssocID="{BC65C747-2893-3E4B-9C1C-E7E1230967A5}" presName="rootComposite" presStyleCnt="0"/>
      <dgm:spPr/>
    </dgm:pt>
    <dgm:pt modelId="{DB625CF6-E057-F949-9540-D344B38EF562}" type="pres">
      <dgm:prSet presAssocID="{BC65C747-2893-3E4B-9C1C-E7E1230967A5}" presName="rootText" presStyleLbl="node2" presStyleIdx="2" presStyleCnt="3">
        <dgm:presLayoutVars>
          <dgm:chPref val="3"/>
        </dgm:presLayoutVars>
      </dgm:prSet>
      <dgm:spPr/>
    </dgm:pt>
    <dgm:pt modelId="{CA50E88E-DF41-A646-B9CE-7A41F0483CE3}" type="pres">
      <dgm:prSet presAssocID="{BC65C747-2893-3E4B-9C1C-E7E1230967A5}" presName="rootConnector" presStyleLbl="node2" presStyleIdx="2" presStyleCnt="3"/>
      <dgm:spPr/>
    </dgm:pt>
    <dgm:pt modelId="{E60F6058-54C3-DD4A-B0D6-F8ADCF600A81}" type="pres">
      <dgm:prSet presAssocID="{BC65C747-2893-3E4B-9C1C-E7E1230967A5}" presName="hierChild4" presStyleCnt="0"/>
      <dgm:spPr/>
    </dgm:pt>
    <dgm:pt modelId="{1958F025-1B2B-D043-B3E1-9584529A52CB}" type="pres">
      <dgm:prSet presAssocID="{40C0EAAD-20BB-3447-B970-F02567166D85}" presName="Name37" presStyleLbl="parChTrans1D3" presStyleIdx="2" presStyleCnt="3"/>
      <dgm:spPr/>
    </dgm:pt>
    <dgm:pt modelId="{F9212ACC-896C-8F4B-A856-501A5A3C5D5F}" type="pres">
      <dgm:prSet presAssocID="{A1319655-4E99-FB4B-8EE4-A09C805309DF}" presName="hierRoot2" presStyleCnt="0">
        <dgm:presLayoutVars>
          <dgm:hierBranch val="init"/>
        </dgm:presLayoutVars>
      </dgm:prSet>
      <dgm:spPr/>
    </dgm:pt>
    <dgm:pt modelId="{002F0095-D2C4-F143-88F9-8CA04A97CD74}" type="pres">
      <dgm:prSet presAssocID="{A1319655-4E99-FB4B-8EE4-A09C805309DF}" presName="rootComposite" presStyleCnt="0"/>
      <dgm:spPr/>
    </dgm:pt>
    <dgm:pt modelId="{B3BB5CD9-1F34-0F47-ACCB-3277D953E46D}" type="pres">
      <dgm:prSet presAssocID="{A1319655-4E99-FB4B-8EE4-A09C805309DF}" presName="rootText" presStyleLbl="node3" presStyleIdx="2" presStyleCnt="3">
        <dgm:presLayoutVars>
          <dgm:chPref val="3"/>
        </dgm:presLayoutVars>
      </dgm:prSet>
      <dgm:spPr/>
    </dgm:pt>
    <dgm:pt modelId="{FE314B75-04C1-FD41-9C81-1DC26752559D}" type="pres">
      <dgm:prSet presAssocID="{A1319655-4E99-FB4B-8EE4-A09C805309DF}" presName="rootConnector" presStyleLbl="node3" presStyleIdx="2" presStyleCnt="3"/>
      <dgm:spPr/>
    </dgm:pt>
    <dgm:pt modelId="{A1EAD971-5352-6F4A-A15C-935466D27B9D}" type="pres">
      <dgm:prSet presAssocID="{A1319655-4E99-FB4B-8EE4-A09C805309DF}" presName="hierChild4" presStyleCnt="0"/>
      <dgm:spPr/>
    </dgm:pt>
    <dgm:pt modelId="{D91555B5-7F97-B44C-87B9-E981D64417FD}" type="pres">
      <dgm:prSet presAssocID="{A1319655-4E99-FB4B-8EE4-A09C805309DF}" presName="hierChild5" presStyleCnt="0"/>
      <dgm:spPr/>
    </dgm:pt>
    <dgm:pt modelId="{635D595A-A01C-124B-998A-4E71507FF46F}" type="pres">
      <dgm:prSet presAssocID="{BC65C747-2893-3E4B-9C1C-E7E1230967A5}" presName="hierChild5" presStyleCnt="0"/>
      <dgm:spPr/>
    </dgm:pt>
    <dgm:pt modelId="{9E255C24-FFE0-A049-83F0-EACF26629D6F}" type="pres">
      <dgm:prSet presAssocID="{DFDD9D0B-706C-C24E-A5D1-92D30F712AB6}" presName="hierChild3" presStyleCnt="0"/>
      <dgm:spPr/>
    </dgm:pt>
  </dgm:ptLst>
  <dgm:cxnLst>
    <dgm:cxn modelId="{976DDB03-52AA-BF44-A0CC-61FD12A59BB1}" type="presOf" srcId="{45638CF7-A153-8646-82A1-6AFF8A1D7965}" destId="{828B12E7-CE60-D64D-AE31-C2B15CDA8114}" srcOrd="1" destOrd="0" presId="urn:microsoft.com/office/officeart/2005/8/layout/orgChart1"/>
    <dgm:cxn modelId="{29BFF20B-CF43-CF4B-B51C-DE0F1A3E59CF}" type="presOf" srcId="{194F4D7E-EEA1-AF44-837C-B2F69DCA5979}" destId="{29833648-B3CF-0541-AFD8-7A89FBF9E08E}" srcOrd="1" destOrd="0" presId="urn:microsoft.com/office/officeart/2005/8/layout/orgChart1"/>
    <dgm:cxn modelId="{DC8A1C11-BE35-F94B-A308-E9C4AF932312}" srcId="{3A746880-52F3-FD4F-9B5D-64A260038594}" destId="{DFDD9D0B-706C-C24E-A5D1-92D30F712AB6}" srcOrd="0" destOrd="0" parTransId="{EC660A2B-3393-7046-AE03-96CD7554D320}" sibTransId="{8F0BD443-B3BD-254C-B9F2-823D652415B9}"/>
    <dgm:cxn modelId="{5BCC4514-597F-084A-93DF-21CBA02BB798}" type="presOf" srcId="{6626785D-CB12-424A-B5DB-CC5E29ACD215}" destId="{5FBB8985-F4CE-804A-82F1-3CD408165555}" srcOrd="1" destOrd="0" presId="urn:microsoft.com/office/officeart/2005/8/layout/orgChart1"/>
    <dgm:cxn modelId="{CF4AA818-6C9B-5947-BDA6-9EC7E74D3E06}" type="presOf" srcId="{194F4D7E-EEA1-AF44-837C-B2F69DCA5979}" destId="{F7D6D189-A718-FD40-921F-22D9B1308615}" srcOrd="0" destOrd="0" presId="urn:microsoft.com/office/officeart/2005/8/layout/orgChart1"/>
    <dgm:cxn modelId="{8212CF1B-EB1C-044C-A7E9-1BE68E26DDA2}" srcId="{BC65C747-2893-3E4B-9C1C-E7E1230967A5}" destId="{A1319655-4E99-FB4B-8EE4-A09C805309DF}" srcOrd="0" destOrd="0" parTransId="{40C0EAAD-20BB-3447-B970-F02567166D85}" sibTransId="{D5966B3A-C222-854F-951D-1DB56EB5FBBB}"/>
    <dgm:cxn modelId="{37869B1C-7246-6A41-A511-BBBB8EEE1D78}" type="presOf" srcId="{2DADC394-6B1D-1644-A086-5154FACA50E4}" destId="{A1AF68E8-A789-A941-96E1-0B5DB506548B}" srcOrd="0" destOrd="0" presId="urn:microsoft.com/office/officeart/2005/8/layout/orgChart1"/>
    <dgm:cxn modelId="{C1855537-B6AD-724D-80E7-DE9668F0E3B2}" type="presOf" srcId="{6626785D-CB12-424A-B5DB-CC5E29ACD215}" destId="{0339E293-C4C6-FB43-A56C-D917100C2A24}" srcOrd="0" destOrd="0" presId="urn:microsoft.com/office/officeart/2005/8/layout/orgChart1"/>
    <dgm:cxn modelId="{55A8003A-0C71-3642-89BA-2B311CE1CDA2}" type="presOf" srcId="{292CC843-2C58-D249-A871-058F7A4D1F1F}" destId="{143CDE77-990C-0F43-93E7-CC41E46B04F1}" srcOrd="0" destOrd="0" presId="urn:microsoft.com/office/officeart/2005/8/layout/orgChart1"/>
    <dgm:cxn modelId="{8E1FE83E-1909-CE4C-B981-056A88EAD82D}" srcId="{DFDD9D0B-706C-C24E-A5D1-92D30F712AB6}" destId="{BC65C747-2893-3E4B-9C1C-E7E1230967A5}" srcOrd="2" destOrd="0" parTransId="{F58D371E-3850-9E4D-A4DD-B6C5D4E41372}" sibTransId="{AF9FCE3B-01C0-4C4F-BE5B-05CA6F415922}"/>
    <dgm:cxn modelId="{0D0F6B5D-FBE9-6B40-8CCD-4324C79BC0FD}" type="presOf" srcId="{DFDD9D0B-706C-C24E-A5D1-92D30F712AB6}" destId="{AD12132D-D4C1-8145-96DB-7BCA480E2662}" srcOrd="0" destOrd="0" presId="urn:microsoft.com/office/officeart/2005/8/layout/orgChart1"/>
    <dgm:cxn modelId="{0616D960-0A3C-FF4F-AA3D-018BAF34B603}" srcId="{7A800E38-98F1-F742-9C1B-105B2F7BE0BF}" destId="{6626785D-CB12-424A-B5DB-CC5E29ACD215}" srcOrd="0" destOrd="0" parTransId="{7270E44A-2B1A-D247-87D2-12D4502C19F2}" sibTransId="{7F39BF1E-D9F7-E845-A7CA-2CE9C960AC35}"/>
    <dgm:cxn modelId="{9CDDEC42-F8D2-4345-8250-D1E6FE074A02}" srcId="{45638CF7-A153-8646-82A1-6AFF8A1D7965}" destId="{194F4D7E-EEA1-AF44-837C-B2F69DCA5979}" srcOrd="0" destOrd="0" parTransId="{292CC843-2C58-D249-A871-058F7A4D1F1F}" sibTransId="{968E9D9C-3853-294C-8106-A551745AA239}"/>
    <dgm:cxn modelId="{CCDB0A4C-DC09-0049-9C43-377211774AF0}" srcId="{DFDD9D0B-706C-C24E-A5D1-92D30F712AB6}" destId="{7A800E38-98F1-F742-9C1B-105B2F7BE0BF}" srcOrd="0" destOrd="0" parTransId="{28F6E126-BEDA-9C4E-88B5-D300F14EA02D}" sibTransId="{46414987-3BAE-9741-9940-CF78F7DCC133}"/>
    <dgm:cxn modelId="{B9F4984F-B4C9-8440-98D1-522EFDCDA2F1}" type="presOf" srcId="{F58D371E-3850-9E4D-A4DD-B6C5D4E41372}" destId="{860C773C-137F-DB49-A9B3-4D02D0B17B15}" srcOrd="0" destOrd="0" presId="urn:microsoft.com/office/officeart/2005/8/layout/orgChart1"/>
    <dgm:cxn modelId="{2D5F3974-8B27-4140-90C9-FBD468A7AA76}" type="presOf" srcId="{7270E44A-2B1A-D247-87D2-12D4502C19F2}" destId="{164A3912-CFFD-1A4C-AE3A-CEBDF665335A}" srcOrd="0" destOrd="0" presId="urn:microsoft.com/office/officeart/2005/8/layout/orgChart1"/>
    <dgm:cxn modelId="{FAB53779-6115-104B-B40E-06E4004845AC}" type="presOf" srcId="{7A800E38-98F1-F742-9C1B-105B2F7BE0BF}" destId="{E8FA97D0-8A9C-A841-A38B-CB158C4C8C0B}" srcOrd="0" destOrd="0" presId="urn:microsoft.com/office/officeart/2005/8/layout/orgChart1"/>
    <dgm:cxn modelId="{81695081-5F3C-8940-B848-951FFFE43548}" type="presOf" srcId="{BC65C747-2893-3E4B-9C1C-E7E1230967A5}" destId="{DB625CF6-E057-F949-9540-D344B38EF562}" srcOrd="0" destOrd="0" presId="urn:microsoft.com/office/officeart/2005/8/layout/orgChart1"/>
    <dgm:cxn modelId="{EC3CDD85-2B3C-1249-AA40-E5353FFFE272}" type="presOf" srcId="{7A800E38-98F1-F742-9C1B-105B2F7BE0BF}" destId="{66A62CBE-6E83-4E4A-98C5-CBFC18F58686}" srcOrd="1" destOrd="0" presId="urn:microsoft.com/office/officeart/2005/8/layout/orgChart1"/>
    <dgm:cxn modelId="{087D1CAA-E9E6-FE48-8F38-94E2A5AF909D}" type="presOf" srcId="{40C0EAAD-20BB-3447-B970-F02567166D85}" destId="{1958F025-1B2B-D043-B3E1-9584529A52CB}" srcOrd="0" destOrd="0" presId="urn:microsoft.com/office/officeart/2005/8/layout/orgChart1"/>
    <dgm:cxn modelId="{746250AB-B54F-884B-A16E-B05E698D6BDA}" type="presOf" srcId="{DFDD9D0B-706C-C24E-A5D1-92D30F712AB6}" destId="{18447AD2-31AE-9444-9768-2B7EE766CAE7}" srcOrd="1" destOrd="0" presId="urn:microsoft.com/office/officeart/2005/8/layout/orgChart1"/>
    <dgm:cxn modelId="{9BBE91B2-42E3-E14F-9065-8C8A2D2FB81C}" srcId="{DFDD9D0B-706C-C24E-A5D1-92D30F712AB6}" destId="{45638CF7-A153-8646-82A1-6AFF8A1D7965}" srcOrd="1" destOrd="0" parTransId="{2DADC394-6B1D-1644-A086-5154FACA50E4}" sibTransId="{6C4807C5-AE60-7344-B585-9F5A3D84127D}"/>
    <dgm:cxn modelId="{148336B4-97DB-A44A-AD9F-D3102F6C785D}" type="presOf" srcId="{A1319655-4E99-FB4B-8EE4-A09C805309DF}" destId="{B3BB5CD9-1F34-0F47-ACCB-3277D953E46D}" srcOrd="0" destOrd="0" presId="urn:microsoft.com/office/officeart/2005/8/layout/orgChart1"/>
    <dgm:cxn modelId="{059549C2-C831-8546-9F50-2FB8470BEA4A}" type="presOf" srcId="{A1319655-4E99-FB4B-8EE4-A09C805309DF}" destId="{FE314B75-04C1-FD41-9C81-1DC26752559D}" srcOrd="1" destOrd="0" presId="urn:microsoft.com/office/officeart/2005/8/layout/orgChart1"/>
    <dgm:cxn modelId="{14CFB4D5-B64A-7E46-A41D-9091184C273D}" type="presOf" srcId="{45638CF7-A153-8646-82A1-6AFF8A1D7965}" destId="{6A4FC75B-02D7-A647-8075-DB3D072257D3}" srcOrd="0" destOrd="0" presId="urn:microsoft.com/office/officeart/2005/8/layout/orgChart1"/>
    <dgm:cxn modelId="{500724E8-2EA1-6B48-8CE8-3E6A93C66983}" type="presOf" srcId="{28F6E126-BEDA-9C4E-88B5-D300F14EA02D}" destId="{9566BAB3-BD55-6B45-8CA0-E379543E15D4}" srcOrd="0" destOrd="0" presId="urn:microsoft.com/office/officeart/2005/8/layout/orgChart1"/>
    <dgm:cxn modelId="{EEB258E9-B054-5E4D-826C-C597FFFFFE90}" type="presOf" srcId="{BC65C747-2893-3E4B-9C1C-E7E1230967A5}" destId="{CA50E88E-DF41-A646-B9CE-7A41F0483CE3}" srcOrd="1" destOrd="0" presId="urn:microsoft.com/office/officeart/2005/8/layout/orgChart1"/>
    <dgm:cxn modelId="{A46B1FF7-4400-1E42-84B2-DCDDF7860F8A}" type="presOf" srcId="{3A746880-52F3-FD4F-9B5D-64A260038594}" destId="{CE65F791-BC78-5943-8328-3060EF8C7E4C}" srcOrd="0" destOrd="0" presId="urn:microsoft.com/office/officeart/2005/8/layout/orgChart1"/>
    <dgm:cxn modelId="{53286856-FECE-1548-931B-816777351C89}" type="presParOf" srcId="{CE65F791-BC78-5943-8328-3060EF8C7E4C}" destId="{08EE5D2D-C3D1-7048-B0F5-56541A0D5555}" srcOrd="0" destOrd="0" presId="urn:microsoft.com/office/officeart/2005/8/layout/orgChart1"/>
    <dgm:cxn modelId="{236C3C54-0F36-DD42-AD77-CBEF98C25724}" type="presParOf" srcId="{08EE5D2D-C3D1-7048-B0F5-56541A0D5555}" destId="{3A7D8FA9-B847-794A-BB1B-C0E0F671C699}" srcOrd="0" destOrd="0" presId="urn:microsoft.com/office/officeart/2005/8/layout/orgChart1"/>
    <dgm:cxn modelId="{91B6DDC6-521D-FE4C-A501-49C627C4A464}" type="presParOf" srcId="{3A7D8FA9-B847-794A-BB1B-C0E0F671C699}" destId="{AD12132D-D4C1-8145-96DB-7BCA480E2662}" srcOrd="0" destOrd="0" presId="urn:microsoft.com/office/officeart/2005/8/layout/orgChart1"/>
    <dgm:cxn modelId="{FB75E547-E222-4349-A0B9-ECC5076BC13D}" type="presParOf" srcId="{3A7D8FA9-B847-794A-BB1B-C0E0F671C699}" destId="{18447AD2-31AE-9444-9768-2B7EE766CAE7}" srcOrd="1" destOrd="0" presId="urn:microsoft.com/office/officeart/2005/8/layout/orgChart1"/>
    <dgm:cxn modelId="{D46ECCEA-35C2-8347-9B02-8F67971C0557}" type="presParOf" srcId="{08EE5D2D-C3D1-7048-B0F5-56541A0D5555}" destId="{0FF3C29B-E1B4-BD45-A6B0-AEC4958682AF}" srcOrd="1" destOrd="0" presId="urn:microsoft.com/office/officeart/2005/8/layout/orgChart1"/>
    <dgm:cxn modelId="{F7D86C09-D7F4-134C-A38A-325C39EC9D8F}" type="presParOf" srcId="{0FF3C29B-E1B4-BD45-A6B0-AEC4958682AF}" destId="{9566BAB3-BD55-6B45-8CA0-E379543E15D4}" srcOrd="0" destOrd="0" presId="urn:microsoft.com/office/officeart/2005/8/layout/orgChart1"/>
    <dgm:cxn modelId="{DBA4C958-11B9-284A-8522-DCA0B76951D9}" type="presParOf" srcId="{0FF3C29B-E1B4-BD45-A6B0-AEC4958682AF}" destId="{9332A664-2DD9-AA4B-84E0-CC7852C8DE60}" srcOrd="1" destOrd="0" presId="urn:microsoft.com/office/officeart/2005/8/layout/orgChart1"/>
    <dgm:cxn modelId="{A0946072-51FB-EF4F-8D30-FDA43300E971}" type="presParOf" srcId="{9332A664-2DD9-AA4B-84E0-CC7852C8DE60}" destId="{720A3341-7BCA-CC4C-A3AD-C46FE7156756}" srcOrd="0" destOrd="0" presId="urn:microsoft.com/office/officeart/2005/8/layout/orgChart1"/>
    <dgm:cxn modelId="{29045C65-554A-2349-8E11-1C47B7805600}" type="presParOf" srcId="{720A3341-7BCA-CC4C-A3AD-C46FE7156756}" destId="{E8FA97D0-8A9C-A841-A38B-CB158C4C8C0B}" srcOrd="0" destOrd="0" presId="urn:microsoft.com/office/officeart/2005/8/layout/orgChart1"/>
    <dgm:cxn modelId="{851A7827-F8E7-8D46-99E0-069F514AC37E}" type="presParOf" srcId="{720A3341-7BCA-CC4C-A3AD-C46FE7156756}" destId="{66A62CBE-6E83-4E4A-98C5-CBFC18F58686}" srcOrd="1" destOrd="0" presId="urn:microsoft.com/office/officeart/2005/8/layout/orgChart1"/>
    <dgm:cxn modelId="{3779847F-32B7-5A48-897E-380C6016E3F3}" type="presParOf" srcId="{9332A664-2DD9-AA4B-84E0-CC7852C8DE60}" destId="{A003E63C-3ED7-BE4A-8337-00B1A67F7396}" srcOrd="1" destOrd="0" presId="urn:microsoft.com/office/officeart/2005/8/layout/orgChart1"/>
    <dgm:cxn modelId="{43F7C909-330B-3E4E-90F5-9C2F46F3A35D}" type="presParOf" srcId="{A003E63C-3ED7-BE4A-8337-00B1A67F7396}" destId="{164A3912-CFFD-1A4C-AE3A-CEBDF665335A}" srcOrd="0" destOrd="0" presId="urn:microsoft.com/office/officeart/2005/8/layout/orgChart1"/>
    <dgm:cxn modelId="{D6EA990C-2E20-6448-8EB1-69CF5C94A799}" type="presParOf" srcId="{A003E63C-3ED7-BE4A-8337-00B1A67F7396}" destId="{D035FEAA-22E3-2149-B554-C4A256034287}" srcOrd="1" destOrd="0" presId="urn:microsoft.com/office/officeart/2005/8/layout/orgChart1"/>
    <dgm:cxn modelId="{85E7A31D-9693-BB42-959B-37C05DDF17A7}" type="presParOf" srcId="{D035FEAA-22E3-2149-B554-C4A256034287}" destId="{919D7186-78DA-7E4A-87D7-621DD4BD9A00}" srcOrd="0" destOrd="0" presId="urn:microsoft.com/office/officeart/2005/8/layout/orgChart1"/>
    <dgm:cxn modelId="{F254D7FE-786C-074B-B03C-3442402D9F3D}" type="presParOf" srcId="{919D7186-78DA-7E4A-87D7-621DD4BD9A00}" destId="{0339E293-C4C6-FB43-A56C-D917100C2A24}" srcOrd="0" destOrd="0" presId="urn:microsoft.com/office/officeart/2005/8/layout/orgChart1"/>
    <dgm:cxn modelId="{43852A3B-145C-E443-A1EB-75D0A29D5FA4}" type="presParOf" srcId="{919D7186-78DA-7E4A-87D7-621DD4BD9A00}" destId="{5FBB8985-F4CE-804A-82F1-3CD408165555}" srcOrd="1" destOrd="0" presId="urn:microsoft.com/office/officeart/2005/8/layout/orgChart1"/>
    <dgm:cxn modelId="{AC111422-14CD-A84F-8BA0-A6903FCB2566}" type="presParOf" srcId="{D035FEAA-22E3-2149-B554-C4A256034287}" destId="{9CA8BA4C-F132-5542-8AA2-E268E2ABD59D}" srcOrd="1" destOrd="0" presId="urn:microsoft.com/office/officeart/2005/8/layout/orgChart1"/>
    <dgm:cxn modelId="{42B9ED3F-833A-8646-918A-98D78A18179D}" type="presParOf" srcId="{D035FEAA-22E3-2149-B554-C4A256034287}" destId="{ABFAAE70-55F9-CD4C-B36A-C808B969636F}" srcOrd="2" destOrd="0" presId="urn:microsoft.com/office/officeart/2005/8/layout/orgChart1"/>
    <dgm:cxn modelId="{BB097561-E2FD-8D4D-AA8C-9E532D74153B}" type="presParOf" srcId="{9332A664-2DD9-AA4B-84E0-CC7852C8DE60}" destId="{22D2D050-AE82-694C-9DB8-2DEF707E8097}" srcOrd="2" destOrd="0" presId="urn:microsoft.com/office/officeart/2005/8/layout/orgChart1"/>
    <dgm:cxn modelId="{E72F9325-34FA-C846-9FB6-76B054EFD1F3}" type="presParOf" srcId="{0FF3C29B-E1B4-BD45-A6B0-AEC4958682AF}" destId="{A1AF68E8-A789-A941-96E1-0B5DB506548B}" srcOrd="2" destOrd="0" presId="urn:microsoft.com/office/officeart/2005/8/layout/orgChart1"/>
    <dgm:cxn modelId="{3727CFA5-2454-C049-A7FA-20C3D14ACF24}" type="presParOf" srcId="{0FF3C29B-E1B4-BD45-A6B0-AEC4958682AF}" destId="{06412D93-1FF8-6047-8DC0-C5234101FE79}" srcOrd="3" destOrd="0" presId="urn:microsoft.com/office/officeart/2005/8/layout/orgChart1"/>
    <dgm:cxn modelId="{FAFC091B-5F05-7E4C-B2D4-6755D890B8A9}" type="presParOf" srcId="{06412D93-1FF8-6047-8DC0-C5234101FE79}" destId="{71226616-3056-554E-8DF9-77B7C1E14B44}" srcOrd="0" destOrd="0" presId="urn:microsoft.com/office/officeart/2005/8/layout/orgChart1"/>
    <dgm:cxn modelId="{4E184BF8-1E67-874E-813E-CF82B2A75BD6}" type="presParOf" srcId="{71226616-3056-554E-8DF9-77B7C1E14B44}" destId="{6A4FC75B-02D7-A647-8075-DB3D072257D3}" srcOrd="0" destOrd="0" presId="urn:microsoft.com/office/officeart/2005/8/layout/orgChart1"/>
    <dgm:cxn modelId="{2E3AFAFB-8183-5241-9FB6-B97FD968866F}" type="presParOf" srcId="{71226616-3056-554E-8DF9-77B7C1E14B44}" destId="{828B12E7-CE60-D64D-AE31-C2B15CDA8114}" srcOrd="1" destOrd="0" presId="urn:microsoft.com/office/officeart/2005/8/layout/orgChart1"/>
    <dgm:cxn modelId="{5AD63CF2-2EF9-894C-BCC1-2A1DBB6FB2DD}" type="presParOf" srcId="{06412D93-1FF8-6047-8DC0-C5234101FE79}" destId="{B6789770-97D2-E74A-A13A-1EAF483D25E4}" srcOrd="1" destOrd="0" presId="urn:microsoft.com/office/officeart/2005/8/layout/orgChart1"/>
    <dgm:cxn modelId="{5BEBDE64-83FF-2D4C-AD68-D79DD5F382C9}" type="presParOf" srcId="{B6789770-97D2-E74A-A13A-1EAF483D25E4}" destId="{143CDE77-990C-0F43-93E7-CC41E46B04F1}" srcOrd="0" destOrd="0" presId="urn:microsoft.com/office/officeart/2005/8/layout/orgChart1"/>
    <dgm:cxn modelId="{235C90E7-30EC-9E46-844D-8BB54BCCE950}" type="presParOf" srcId="{B6789770-97D2-E74A-A13A-1EAF483D25E4}" destId="{F6BC5A1F-A8F0-1149-B183-DF6974475955}" srcOrd="1" destOrd="0" presId="urn:microsoft.com/office/officeart/2005/8/layout/orgChart1"/>
    <dgm:cxn modelId="{ED2A30BB-20AF-7E41-AE83-FD84387BE3CB}" type="presParOf" srcId="{F6BC5A1F-A8F0-1149-B183-DF6974475955}" destId="{57A04050-847D-594B-9EAA-19D4C90C3721}" srcOrd="0" destOrd="0" presId="urn:microsoft.com/office/officeart/2005/8/layout/orgChart1"/>
    <dgm:cxn modelId="{3CDCEF68-D715-9248-86F1-E1E6D38EF8B7}" type="presParOf" srcId="{57A04050-847D-594B-9EAA-19D4C90C3721}" destId="{F7D6D189-A718-FD40-921F-22D9B1308615}" srcOrd="0" destOrd="0" presId="urn:microsoft.com/office/officeart/2005/8/layout/orgChart1"/>
    <dgm:cxn modelId="{B9F5648D-1799-954A-9325-333D71BF9B98}" type="presParOf" srcId="{57A04050-847D-594B-9EAA-19D4C90C3721}" destId="{29833648-B3CF-0541-AFD8-7A89FBF9E08E}" srcOrd="1" destOrd="0" presId="urn:microsoft.com/office/officeart/2005/8/layout/orgChart1"/>
    <dgm:cxn modelId="{E3685A9A-5436-7944-AE1E-B7E4367058CE}" type="presParOf" srcId="{F6BC5A1F-A8F0-1149-B183-DF6974475955}" destId="{E0B3A738-AEEA-E749-B674-DE615F9CE8E8}" srcOrd="1" destOrd="0" presId="urn:microsoft.com/office/officeart/2005/8/layout/orgChart1"/>
    <dgm:cxn modelId="{46ECB71C-49FB-824C-A464-98A41E1014E5}" type="presParOf" srcId="{F6BC5A1F-A8F0-1149-B183-DF6974475955}" destId="{3CB3C5D5-9EEB-A54A-80ED-945F43BE3484}" srcOrd="2" destOrd="0" presId="urn:microsoft.com/office/officeart/2005/8/layout/orgChart1"/>
    <dgm:cxn modelId="{D227CE07-AE8B-DA4E-BAFC-7885E55A0DF1}" type="presParOf" srcId="{06412D93-1FF8-6047-8DC0-C5234101FE79}" destId="{8FBE6FD2-F47C-E241-A739-552D8F37B64A}" srcOrd="2" destOrd="0" presId="urn:microsoft.com/office/officeart/2005/8/layout/orgChart1"/>
    <dgm:cxn modelId="{41128D57-AFF1-3940-B880-B27E323BFC33}" type="presParOf" srcId="{0FF3C29B-E1B4-BD45-A6B0-AEC4958682AF}" destId="{860C773C-137F-DB49-A9B3-4D02D0B17B15}" srcOrd="4" destOrd="0" presId="urn:microsoft.com/office/officeart/2005/8/layout/orgChart1"/>
    <dgm:cxn modelId="{649E1592-533F-A446-A07B-A2EC76B3CBD7}" type="presParOf" srcId="{0FF3C29B-E1B4-BD45-A6B0-AEC4958682AF}" destId="{F14AFA24-0B3C-114D-B160-D356B8A0322C}" srcOrd="5" destOrd="0" presId="urn:microsoft.com/office/officeart/2005/8/layout/orgChart1"/>
    <dgm:cxn modelId="{292CAC83-9957-4849-8582-BFBCD77CF15A}" type="presParOf" srcId="{F14AFA24-0B3C-114D-B160-D356B8A0322C}" destId="{37840948-6E5C-7D4A-9A5A-A1C6041CBA3D}" srcOrd="0" destOrd="0" presId="urn:microsoft.com/office/officeart/2005/8/layout/orgChart1"/>
    <dgm:cxn modelId="{D7E9EF0A-EB37-9D4E-A4CF-02C4F62CA991}" type="presParOf" srcId="{37840948-6E5C-7D4A-9A5A-A1C6041CBA3D}" destId="{DB625CF6-E057-F949-9540-D344B38EF562}" srcOrd="0" destOrd="0" presId="urn:microsoft.com/office/officeart/2005/8/layout/orgChart1"/>
    <dgm:cxn modelId="{F1787FAB-130B-1A45-AFB5-45B7684C901F}" type="presParOf" srcId="{37840948-6E5C-7D4A-9A5A-A1C6041CBA3D}" destId="{CA50E88E-DF41-A646-B9CE-7A41F0483CE3}" srcOrd="1" destOrd="0" presId="urn:microsoft.com/office/officeart/2005/8/layout/orgChart1"/>
    <dgm:cxn modelId="{752A634E-1BCA-CB48-A923-44EC584B84F1}" type="presParOf" srcId="{F14AFA24-0B3C-114D-B160-D356B8A0322C}" destId="{E60F6058-54C3-DD4A-B0D6-F8ADCF600A81}" srcOrd="1" destOrd="0" presId="urn:microsoft.com/office/officeart/2005/8/layout/orgChart1"/>
    <dgm:cxn modelId="{19BDFF79-A674-794F-92CB-CD1E2E047002}" type="presParOf" srcId="{E60F6058-54C3-DD4A-B0D6-F8ADCF600A81}" destId="{1958F025-1B2B-D043-B3E1-9584529A52CB}" srcOrd="0" destOrd="0" presId="urn:microsoft.com/office/officeart/2005/8/layout/orgChart1"/>
    <dgm:cxn modelId="{7604C88E-EEA3-5540-A3EF-D0A095DD5688}" type="presParOf" srcId="{E60F6058-54C3-DD4A-B0D6-F8ADCF600A81}" destId="{F9212ACC-896C-8F4B-A856-501A5A3C5D5F}" srcOrd="1" destOrd="0" presId="urn:microsoft.com/office/officeart/2005/8/layout/orgChart1"/>
    <dgm:cxn modelId="{CE12312A-F538-1E4E-ABCA-3FF31CAE64AD}" type="presParOf" srcId="{F9212ACC-896C-8F4B-A856-501A5A3C5D5F}" destId="{002F0095-D2C4-F143-88F9-8CA04A97CD74}" srcOrd="0" destOrd="0" presId="urn:microsoft.com/office/officeart/2005/8/layout/orgChart1"/>
    <dgm:cxn modelId="{D4F42803-3B02-4E49-AE7D-54ACC622D08A}" type="presParOf" srcId="{002F0095-D2C4-F143-88F9-8CA04A97CD74}" destId="{B3BB5CD9-1F34-0F47-ACCB-3277D953E46D}" srcOrd="0" destOrd="0" presId="urn:microsoft.com/office/officeart/2005/8/layout/orgChart1"/>
    <dgm:cxn modelId="{30E86AD1-B9E5-5244-8DFA-7C67F44C0B23}" type="presParOf" srcId="{002F0095-D2C4-F143-88F9-8CA04A97CD74}" destId="{FE314B75-04C1-FD41-9C81-1DC26752559D}" srcOrd="1" destOrd="0" presId="urn:microsoft.com/office/officeart/2005/8/layout/orgChart1"/>
    <dgm:cxn modelId="{D3D0C5B1-B726-2740-9AAB-2BB94AC77909}" type="presParOf" srcId="{F9212ACC-896C-8F4B-A856-501A5A3C5D5F}" destId="{A1EAD971-5352-6F4A-A15C-935466D27B9D}" srcOrd="1" destOrd="0" presId="urn:microsoft.com/office/officeart/2005/8/layout/orgChart1"/>
    <dgm:cxn modelId="{CDDC6B00-9680-9D45-9897-8DB8EFEE5769}" type="presParOf" srcId="{F9212ACC-896C-8F4B-A856-501A5A3C5D5F}" destId="{D91555B5-7F97-B44C-87B9-E981D64417FD}" srcOrd="2" destOrd="0" presId="urn:microsoft.com/office/officeart/2005/8/layout/orgChart1"/>
    <dgm:cxn modelId="{EF279521-197D-AF4D-B9FA-EA53C0D9D2AD}" type="presParOf" srcId="{F14AFA24-0B3C-114D-B160-D356B8A0322C}" destId="{635D595A-A01C-124B-998A-4E71507FF46F}" srcOrd="2" destOrd="0" presId="urn:microsoft.com/office/officeart/2005/8/layout/orgChart1"/>
    <dgm:cxn modelId="{011D913D-105E-7344-BB29-7CA50E12C907}" type="presParOf" srcId="{08EE5D2D-C3D1-7048-B0F5-56541A0D5555}" destId="{9E255C24-FFE0-A049-83F0-EACF26629D6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8716F5-E454-6A42-B5D4-B5686F9A93F0}" type="doc">
      <dgm:prSet loTypeId="urn:microsoft.com/office/officeart/2005/8/layout/pyramid2" loCatId="" qsTypeId="urn:microsoft.com/office/officeart/2005/8/quickstyle/simple1" qsCatId="simple" csTypeId="urn:microsoft.com/office/officeart/2005/8/colors/accent1_2" csCatId="accent1" phldr="1"/>
      <dgm:spPr/>
    </dgm:pt>
    <dgm:pt modelId="{F68EB1B0-7F4B-FC4E-9013-202FB7D42EB4}">
      <dgm:prSet phldrT="[Text]"/>
      <dgm:spPr/>
      <dgm:t>
        <a:bodyPr rtlCol="1"/>
        <a:lstStyle/>
        <a:p>
          <a:pPr rtl="1"/>
          <a:r>
            <a:rPr lang="ar-EG" b="1" dirty="0">
              <a:latin typeface="Times New Roman" panose="02020603050405020304" pitchFamily="18" charset="0"/>
              <a:cs typeface="Times New Roman" panose="02020603050405020304" pitchFamily="18" charset="0"/>
            </a:rPr>
            <a:t>التميّز</a:t>
          </a:r>
          <a:endParaRPr lang="ar" b="1"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أعلى مستوى في ممارسة الرياضة؛ على المستوى الوطني </a:t>
          </a:r>
          <a:br>
            <a:rPr 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أو الدولي</a:t>
          </a:r>
          <a:r>
            <a:rPr lang="en-US" dirty="0">
              <a:latin typeface="Times New Roman" panose="02020603050405020304" pitchFamily="18" charset="0"/>
              <a:cs typeface="Times New Roman" panose="02020603050405020304" pitchFamily="18" charset="0"/>
            </a:rPr>
            <a:t> </a:t>
          </a:r>
          <a:r>
            <a:rPr lang="ar" dirty="0">
              <a:latin typeface="Times New Roman" panose="02020603050405020304" pitchFamily="18" charset="0"/>
              <a:cs typeface="Times New Roman" panose="02020603050405020304" pitchFamily="18" charset="0"/>
            </a:rPr>
            <a:t>ويشمل الرياضيين المحترفين والأولمبيين</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dgm:t>
    </dgm:pt>
    <dgm:pt modelId="{BEF5215E-6CF7-1844-B900-F7A2D7FEE5DF}" type="parTrans" cxnId="{8F1DA683-00EB-9543-B055-9651B90F1B66}">
      <dgm:prSet/>
      <dgm:spPr/>
      <dgm:t>
        <a:bodyPr rtlCol="1"/>
        <a:lstStyle/>
        <a:p>
          <a:pPr rtl="1"/>
          <a:endParaRPr lang="en-GB"/>
        </a:p>
      </dgm:t>
    </dgm:pt>
    <dgm:pt modelId="{088030EA-E2BF-C54F-95D1-10B31607DCF2}" type="sibTrans" cxnId="{8F1DA683-00EB-9543-B055-9651B90F1B66}">
      <dgm:prSet/>
      <dgm:spPr/>
      <dgm:t>
        <a:bodyPr rtlCol="1"/>
        <a:lstStyle/>
        <a:p>
          <a:pPr rtl="1"/>
          <a:endParaRPr lang="en-GB"/>
        </a:p>
      </dgm:t>
    </dgm:pt>
    <dgm:pt modelId="{6D5C1AED-3CC8-4440-8D42-5139B398B9C5}">
      <dgm:prSet phldrT="[Text]"/>
      <dgm:spPr/>
      <dgm:t>
        <a:bodyPr rtlCol="1"/>
        <a:lstStyle/>
        <a:p>
          <a:pPr rtl="1"/>
          <a:r>
            <a:rPr lang="ar" b="1" dirty="0">
              <a:latin typeface="Times New Roman" panose="02020603050405020304" pitchFamily="18" charset="0"/>
              <a:cs typeface="Times New Roman" panose="02020603050405020304" pitchFamily="18" charset="0"/>
            </a:rPr>
            <a:t>الأداء</a:t>
          </a:r>
        </a:p>
        <a:p>
          <a:pPr rtl="1"/>
          <a:r>
            <a:rPr lang="ar" dirty="0">
              <a:latin typeface="Times New Roman" panose="02020603050405020304" pitchFamily="18" charset="0"/>
              <a:cs typeface="Times New Roman" panose="02020603050405020304" pitchFamily="18" charset="0"/>
            </a:rPr>
            <a:t>ممارسة رياضة تنافسية مصحوبة بالتدريب المنظّم،</a:t>
          </a:r>
        </a:p>
        <a:p>
          <a:pPr rtl="1"/>
          <a:r>
            <a:rPr lang="ar" dirty="0">
              <a:latin typeface="Times New Roman" panose="02020603050405020304" pitchFamily="18" charset="0"/>
              <a:cs typeface="Times New Roman" panose="02020603050405020304" pitchFamily="18" charset="0"/>
            </a:rPr>
            <a:t>وتضم الرياضيين على مستوى المحافظة أو الإقليم </a:t>
          </a:r>
          <a:br>
            <a:rPr 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أو الأكاديميات الرياضية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dgm:t>
    </dgm:pt>
    <dgm:pt modelId="{47E895CD-3B80-0B47-AC50-099607B209ED}" type="parTrans" cxnId="{9A20C162-41BF-7542-9CCD-0F8DA7CA8FDE}">
      <dgm:prSet/>
      <dgm:spPr/>
      <dgm:t>
        <a:bodyPr rtlCol="1"/>
        <a:lstStyle/>
        <a:p>
          <a:pPr rtl="1"/>
          <a:endParaRPr lang="en-GB"/>
        </a:p>
      </dgm:t>
    </dgm:pt>
    <dgm:pt modelId="{1D7E6FF2-D30D-1A40-A87B-A63483CF32A6}" type="sibTrans" cxnId="{9A20C162-41BF-7542-9CCD-0F8DA7CA8FDE}">
      <dgm:prSet/>
      <dgm:spPr/>
      <dgm:t>
        <a:bodyPr rtlCol="1"/>
        <a:lstStyle/>
        <a:p>
          <a:pPr rtl="1"/>
          <a:endParaRPr lang="en-GB"/>
        </a:p>
      </dgm:t>
    </dgm:pt>
    <dgm:pt modelId="{F03DCD65-4408-B44B-8D7E-E137FD94A7B2}">
      <dgm:prSet phldrT="[Text]"/>
      <dgm:spPr/>
      <dgm:t>
        <a:bodyPr rtlCol="1"/>
        <a:lstStyle/>
        <a:p>
          <a:pPr rtl="1"/>
          <a:r>
            <a:rPr lang="ar" b="1" dirty="0">
              <a:latin typeface="Times New Roman" panose="02020603050405020304" pitchFamily="18" charset="0"/>
              <a:cs typeface="Times New Roman" panose="02020603050405020304" pitchFamily="18" charset="0"/>
            </a:rPr>
            <a:t>المشاركة</a:t>
          </a:r>
        </a:p>
        <a:p>
          <a:pPr rtl="1"/>
          <a:r>
            <a:rPr lang="ar" dirty="0">
              <a:latin typeface="Times New Roman" panose="02020603050405020304" pitchFamily="18" charset="0"/>
              <a:cs typeface="Times New Roman" panose="02020603050405020304" pitchFamily="18" charset="0"/>
            </a:rPr>
            <a:t>مشاركة منتظمة وممتعة في الرياضة أو التمارين البدنية</a:t>
          </a:r>
        </a:p>
        <a:p>
          <a:pPr rtl="1"/>
          <a:r>
            <a:rPr lang="ar" dirty="0">
              <a:latin typeface="Times New Roman" panose="02020603050405020304" pitchFamily="18" charset="0"/>
              <a:cs typeface="Times New Roman" panose="02020603050405020304" pitchFamily="18" charset="0"/>
            </a:rPr>
            <a:t>وتشمل ممارسة الرياضة في الأندية، والفرق المدرسية، وحصص اللياقة البدنية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dgm:t>
    </dgm:pt>
    <dgm:pt modelId="{447D277D-B213-C143-9EDF-5CBEDF251942}" type="parTrans" cxnId="{58841AD8-97E3-D640-9B01-B1F3C64A087D}">
      <dgm:prSet/>
      <dgm:spPr/>
      <dgm:t>
        <a:bodyPr rtlCol="1"/>
        <a:lstStyle/>
        <a:p>
          <a:pPr rtl="1"/>
          <a:endParaRPr lang="en-GB"/>
        </a:p>
      </dgm:t>
    </dgm:pt>
    <dgm:pt modelId="{30CC243D-E1B3-8F4D-86FC-E4E5F753CD50}" type="sibTrans" cxnId="{58841AD8-97E3-D640-9B01-B1F3C64A087D}">
      <dgm:prSet/>
      <dgm:spPr/>
      <dgm:t>
        <a:bodyPr rtlCol="1"/>
        <a:lstStyle/>
        <a:p>
          <a:pPr rtl="1"/>
          <a:endParaRPr lang="en-GB"/>
        </a:p>
      </dgm:t>
    </dgm:pt>
    <dgm:pt modelId="{0F957FA4-B77F-454F-B521-B94AF0A584C4}">
      <dgm:prSet/>
      <dgm:spPr/>
      <dgm:t>
        <a:bodyPr rtlCol="1"/>
        <a:lstStyle/>
        <a:p>
          <a:pPr rtl="1"/>
          <a:r>
            <a:rPr lang="ar" b="1" dirty="0">
              <a:latin typeface="Times New Roman" panose="02020603050405020304" pitchFamily="18" charset="0"/>
              <a:cs typeface="Times New Roman" panose="02020603050405020304" pitchFamily="18" charset="0"/>
            </a:rPr>
            <a:t>التأسيس</a:t>
          </a:r>
        </a:p>
        <a:p>
          <a:pPr rtl="1"/>
          <a:r>
            <a:rPr lang="ar" dirty="0">
              <a:latin typeface="Times New Roman" panose="02020603050405020304" pitchFamily="18" charset="0"/>
              <a:cs typeface="Times New Roman" panose="02020603050405020304" pitchFamily="18" charset="0"/>
            </a:rPr>
            <a:t>نشاطات تهدف إلى التعريف بالحركات الأساسية والنشاط البدني</a:t>
          </a:r>
        </a:p>
        <a:p>
          <a:pPr rtl="1"/>
          <a:r>
            <a:rPr lang="ar" dirty="0">
              <a:latin typeface="Times New Roman" panose="02020603050405020304" pitchFamily="18" charset="0"/>
              <a:cs typeface="Times New Roman" panose="02020603050405020304" pitchFamily="18" charset="0"/>
            </a:rPr>
            <a:t>وتُمارس غالبًا في دروس التربية البدنية في المدارس الابتدائية أو في جلسات اللعب المجتمعية.</a:t>
          </a:r>
        </a:p>
      </dgm:t>
    </dgm:pt>
    <dgm:pt modelId="{245FE022-3B12-C648-AEEA-72ED3B6A87EC}" type="parTrans" cxnId="{E540F88E-E7A6-E447-A76F-F7CE9402542F}">
      <dgm:prSet/>
      <dgm:spPr/>
      <dgm:t>
        <a:bodyPr rtlCol="1"/>
        <a:lstStyle/>
        <a:p>
          <a:pPr rtl="1"/>
          <a:endParaRPr lang="en-GB"/>
        </a:p>
      </dgm:t>
    </dgm:pt>
    <dgm:pt modelId="{CC03B801-487F-BF47-943D-2645871FD863}" type="sibTrans" cxnId="{E540F88E-E7A6-E447-A76F-F7CE9402542F}">
      <dgm:prSet/>
      <dgm:spPr/>
      <dgm:t>
        <a:bodyPr rtlCol="1"/>
        <a:lstStyle/>
        <a:p>
          <a:pPr rtl="1"/>
          <a:endParaRPr lang="en-GB"/>
        </a:p>
      </dgm:t>
    </dgm:pt>
    <dgm:pt modelId="{8F3D06AB-805E-4047-B85D-29420F54A2A7}" type="pres">
      <dgm:prSet presAssocID="{7B8716F5-E454-6A42-B5D4-B5686F9A93F0}" presName="compositeShape" presStyleCnt="0">
        <dgm:presLayoutVars>
          <dgm:dir val="rev"/>
          <dgm:resizeHandles/>
        </dgm:presLayoutVars>
      </dgm:prSet>
      <dgm:spPr/>
    </dgm:pt>
    <dgm:pt modelId="{7FA9A9AB-CB5C-3A4C-993B-BB8B6BD8594E}" type="pres">
      <dgm:prSet presAssocID="{7B8716F5-E454-6A42-B5D4-B5686F9A93F0}" presName="pyramid" presStyleLbl="node1" presStyleIdx="0" presStyleCnt="1"/>
      <dgm:spPr/>
    </dgm:pt>
    <dgm:pt modelId="{2C3BA935-00BA-AB40-98DC-2EAB1E20EFC8}" type="pres">
      <dgm:prSet presAssocID="{7B8716F5-E454-6A42-B5D4-B5686F9A93F0}" presName="theList" presStyleCnt="0"/>
      <dgm:spPr/>
    </dgm:pt>
    <dgm:pt modelId="{DFDB59FE-13AA-084A-9DFB-8F39BECD6EEF}" type="pres">
      <dgm:prSet presAssocID="{F68EB1B0-7F4B-FC4E-9013-202FB7D42EB4}" presName="aNode" presStyleLbl="fgAcc1" presStyleIdx="0" presStyleCnt="4" custLinFactNeighborX="635">
        <dgm:presLayoutVars>
          <dgm:bulletEnabled val="1"/>
        </dgm:presLayoutVars>
      </dgm:prSet>
      <dgm:spPr/>
    </dgm:pt>
    <dgm:pt modelId="{21350B86-232D-2043-BD9B-307CDC3A9A55}" type="pres">
      <dgm:prSet presAssocID="{F68EB1B0-7F4B-FC4E-9013-202FB7D42EB4}" presName="aSpace" presStyleCnt="0"/>
      <dgm:spPr/>
    </dgm:pt>
    <dgm:pt modelId="{79F3D648-1383-E74A-890B-FB93C750ECFD}" type="pres">
      <dgm:prSet presAssocID="{6D5C1AED-3CC8-4440-8D42-5139B398B9C5}" presName="aNode" presStyleLbl="fgAcc1" presStyleIdx="1" presStyleCnt="4">
        <dgm:presLayoutVars>
          <dgm:bulletEnabled val="1"/>
        </dgm:presLayoutVars>
      </dgm:prSet>
      <dgm:spPr/>
    </dgm:pt>
    <dgm:pt modelId="{7A125B0E-F8BD-8345-AA51-8AFF12FD0396}" type="pres">
      <dgm:prSet presAssocID="{6D5C1AED-3CC8-4440-8D42-5139B398B9C5}" presName="aSpace" presStyleCnt="0"/>
      <dgm:spPr/>
    </dgm:pt>
    <dgm:pt modelId="{D0100CC7-F96F-1D48-A042-B292BD175248}" type="pres">
      <dgm:prSet presAssocID="{F03DCD65-4408-B44B-8D7E-E137FD94A7B2}" presName="aNode" presStyleLbl="fgAcc1" presStyleIdx="2" presStyleCnt="4">
        <dgm:presLayoutVars>
          <dgm:bulletEnabled val="1"/>
        </dgm:presLayoutVars>
      </dgm:prSet>
      <dgm:spPr/>
    </dgm:pt>
    <dgm:pt modelId="{A1541985-F006-2C42-B0A8-3221A4E77890}" type="pres">
      <dgm:prSet presAssocID="{F03DCD65-4408-B44B-8D7E-E137FD94A7B2}" presName="aSpace" presStyleCnt="0"/>
      <dgm:spPr/>
    </dgm:pt>
    <dgm:pt modelId="{265D7CD0-26F0-B742-B870-2F0FAE8B41D6}" type="pres">
      <dgm:prSet presAssocID="{0F957FA4-B77F-454F-B521-B94AF0A584C4}" presName="aNode" presStyleLbl="fgAcc1" presStyleIdx="3" presStyleCnt="4">
        <dgm:presLayoutVars>
          <dgm:bulletEnabled val="1"/>
        </dgm:presLayoutVars>
      </dgm:prSet>
      <dgm:spPr/>
    </dgm:pt>
    <dgm:pt modelId="{62DE8912-4810-8F49-9265-CBBACA2FDA76}" type="pres">
      <dgm:prSet presAssocID="{0F957FA4-B77F-454F-B521-B94AF0A584C4}" presName="aSpace" presStyleCnt="0"/>
      <dgm:spPr/>
    </dgm:pt>
  </dgm:ptLst>
  <dgm:cxnLst>
    <dgm:cxn modelId="{33F88E37-8367-0A4C-BE80-51EAFC5AF2B3}" type="presOf" srcId="{6D5C1AED-3CC8-4440-8D42-5139B398B9C5}" destId="{79F3D648-1383-E74A-890B-FB93C750ECFD}" srcOrd="0" destOrd="0" presId="urn:microsoft.com/office/officeart/2005/8/layout/pyramid2"/>
    <dgm:cxn modelId="{A16EF137-D7F6-5943-8637-9C2BE34D4329}" type="presOf" srcId="{F03DCD65-4408-B44B-8D7E-E137FD94A7B2}" destId="{D0100CC7-F96F-1D48-A042-B292BD175248}" srcOrd="0" destOrd="0" presId="urn:microsoft.com/office/officeart/2005/8/layout/pyramid2"/>
    <dgm:cxn modelId="{12562D5C-174B-4E46-9129-59A5A14CE45C}" type="presOf" srcId="{0F957FA4-B77F-454F-B521-B94AF0A584C4}" destId="{265D7CD0-26F0-B742-B870-2F0FAE8B41D6}" srcOrd="0" destOrd="0" presId="urn:microsoft.com/office/officeart/2005/8/layout/pyramid2"/>
    <dgm:cxn modelId="{9A20C162-41BF-7542-9CCD-0F8DA7CA8FDE}" srcId="{7B8716F5-E454-6A42-B5D4-B5686F9A93F0}" destId="{6D5C1AED-3CC8-4440-8D42-5139B398B9C5}" srcOrd="1" destOrd="0" parTransId="{47E895CD-3B80-0B47-AC50-099607B209ED}" sibTransId="{1D7E6FF2-D30D-1A40-A87B-A63483CF32A6}"/>
    <dgm:cxn modelId="{F7FC0672-A60D-5F42-A2DF-E4CF9C246C56}" type="presOf" srcId="{7B8716F5-E454-6A42-B5D4-B5686F9A93F0}" destId="{8F3D06AB-805E-4047-B85D-29420F54A2A7}" srcOrd="0" destOrd="0" presId="urn:microsoft.com/office/officeart/2005/8/layout/pyramid2"/>
    <dgm:cxn modelId="{8F1DA683-00EB-9543-B055-9651B90F1B66}" srcId="{7B8716F5-E454-6A42-B5D4-B5686F9A93F0}" destId="{F68EB1B0-7F4B-FC4E-9013-202FB7D42EB4}" srcOrd="0" destOrd="0" parTransId="{BEF5215E-6CF7-1844-B900-F7A2D7FEE5DF}" sibTransId="{088030EA-E2BF-C54F-95D1-10B31607DCF2}"/>
    <dgm:cxn modelId="{2E92DE86-E043-0C43-822F-86040DB375DE}" type="presOf" srcId="{F68EB1B0-7F4B-FC4E-9013-202FB7D42EB4}" destId="{DFDB59FE-13AA-084A-9DFB-8F39BECD6EEF}" srcOrd="0" destOrd="0" presId="urn:microsoft.com/office/officeart/2005/8/layout/pyramid2"/>
    <dgm:cxn modelId="{E540F88E-E7A6-E447-A76F-F7CE9402542F}" srcId="{7B8716F5-E454-6A42-B5D4-B5686F9A93F0}" destId="{0F957FA4-B77F-454F-B521-B94AF0A584C4}" srcOrd="3" destOrd="0" parTransId="{245FE022-3B12-C648-AEEA-72ED3B6A87EC}" sibTransId="{CC03B801-487F-BF47-943D-2645871FD863}"/>
    <dgm:cxn modelId="{58841AD8-97E3-D640-9B01-B1F3C64A087D}" srcId="{7B8716F5-E454-6A42-B5D4-B5686F9A93F0}" destId="{F03DCD65-4408-B44B-8D7E-E137FD94A7B2}" srcOrd="2" destOrd="0" parTransId="{447D277D-B213-C143-9EDF-5CBEDF251942}" sibTransId="{30CC243D-E1B3-8F4D-86FC-E4E5F753CD50}"/>
    <dgm:cxn modelId="{E062647C-6F4D-804E-A3B1-9B1F1540D5FD}" type="presParOf" srcId="{8F3D06AB-805E-4047-B85D-29420F54A2A7}" destId="{7FA9A9AB-CB5C-3A4C-993B-BB8B6BD8594E}" srcOrd="0" destOrd="0" presId="urn:microsoft.com/office/officeart/2005/8/layout/pyramid2"/>
    <dgm:cxn modelId="{CFA152E4-BA71-DA45-A4F1-6D82AE0C7047}" type="presParOf" srcId="{8F3D06AB-805E-4047-B85D-29420F54A2A7}" destId="{2C3BA935-00BA-AB40-98DC-2EAB1E20EFC8}" srcOrd="1" destOrd="0" presId="urn:microsoft.com/office/officeart/2005/8/layout/pyramid2"/>
    <dgm:cxn modelId="{D23FCD19-B3E5-8D4C-9BC5-154F3CF90D6F}" type="presParOf" srcId="{2C3BA935-00BA-AB40-98DC-2EAB1E20EFC8}" destId="{DFDB59FE-13AA-084A-9DFB-8F39BECD6EEF}" srcOrd="0" destOrd="0" presId="urn:microsoft.com/office/officeart/2005/8/layout/pyramid2"/>
    <dgm:cxn modelId="{48C273C2-B831-374B-993B-922FD9B36AC7}" type="presParOf" srcId="{2C3BA935-00BA-AB40-98DC-2EAB1E20EFC8}" destId="{21350B86-232D-2043-BD9B-307CDC3A9A55}" srcOrd="1" destOrd="0" presId="urn:microsoft.com/office/officeart/2005/8/layout/pyramid2"/>
    <dgm:cxn modelId="{B9E84C74-C42C-3F40-931E-A894F82CEEB7}" type="presParOf" srcId="{2C3BA935-00BA-AB40-98DC-2EAB1E20EFC8}" destId="{79F3D648-1383-E74A-890B-FB93C750ECFD}" srcOrd="2" destOrd="0" presId="urn:microsoft.com/office/officeart/2005/8/layout/pyramid2"/>
    <dgm:cxn modelId="{10A593AB-CC4F-EE41-9E7C-AD43B17D91FF}" type="presParOf" srcId="{2C3BA935-00BA-AB40-98DC-2EAB1E20EFC8}" destId="{7A125B0E-F8BD-8345-AA51-8AFF12FD0396}" srcOrd="3" destOrd="0" presId="urn:microsoft.com/office/officeart/2005/8/layout/pyramid2"/>
    <dgm:cxn modelId="{AA293704-AA6B-504A-A3D1-307BBEBD0679}" type="presParOf" srcId="{2C3BA935-00BA-AB40-98DC-2EAB1E20EFC8}" destId="{D0100CC7-F96F-1D48-A042-B292BD175248}" srcOrd="4" destOrd="0" presId="urn:microsoft.com/office/officeart/2005/8/layout/pyramid2"/>
    <dgm:cxn modelId="{036F5CB2-0D46-0341-9594-045AEAF7C027}" type="presParOf" srcId="{2C3BA935-00BA-AB40-98DC-2EAB1E20EFC8}" destId="{A1541985-F006-2C42-B0A8-3221A4E77890}" srcOrd="5" destOrd="0" presId="urn:microsoft.com/office/officeart/2005/8/layout/pyramid2"/>
    <dgm:cxn modelId="{64F95AE1-B006-B34D-9896-BC4E7A61563D}" type="presParOf" srcId="{2C3BA935-00BA-AB40-98DC-2EAB1E20EFC8}" destId="{265D7CD0-26F0-B742-B870-2F0FAE8B41D6}" srcOrd="6" destOrd="0" presId="urn:microsoft.com/office/officeart/2005/8/layout/pyramid2"/>
    <dgm:cxn modelId="{9672143E-6B27-3043-8E4C-70B751A9DFF6}" type="presParOf" srcId="{2C3BA935-00BA-AB40-98DC-2EAB1E20EFC8}" destId="{62DE8912-4810-8F49-9265-CBBACA2FDA76}" srcOrd="7"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6F9951-F1AD-4946-94F5-3ED6FE829D46}" type="doc">
      <dgm:prSet loTypeId="urn:microsoft.com/office/officeart/2005/8/layout/cycle2" loCatId="" qsTypeId="urn:microsoft.com/office/officeart/2005/8/quickstyle/simple5" qsCatId="simple" csTypeId="urn:microsoft.com/office/officeart/2005/8/colors/accent2_2" csCatId="accent2" phldr="1"/>
      <dgm:spPr/>
      <dgm:t>
        <a:bodyPr rtlCol="1"/>
        <a:lstStyle/>
        <a:p>
          <a:pPr rtl="1"/>
          <a:endParaRPr lang="en-GB"/>
        </a:p>
      </dgm:t>
    </dgm:pt>
    <dgm:pt modelId="{0314DD14-950D-DE4F-8715-FC86CCA46892}">
      <dgm:prSet phldrT="[Text]"/>
      <dgm:spPr/>
      <dgm:t>
        <a:bodyPr rtlCol="1"/>
        <a:lstStyle/>
        <a:p>
          <a:pPr rtl="1"/>
          <a:r>
            <a:rPr lang="ar" dirty="0">
              <a:latin typeface="Times New Roman" panose="02020603050405020304" pitchFamily="18" charset="0"/>
              <a:cs typeface="Times New Roman" panose="02020603050405020304" pitchFamily="18" charset="0"/>
            </a:rPr>
            <a:t>تنمية المهارات</a:t>
          </a:r>
        </a:p>
      </dgm:t>
    </dgm:pt>
    <dgm:pt modelId="{220BD5FC-42BB-FC41-A5F6-0C551513CAB5}" type="parTrans" cxnId="{85A3B758-3652-B740-9FA1-0FA247301CDA}">
      <dgm:prSet/>
      <dgm:spPr/>
      <dgm:t>
        <a:bodyPr rtlCol="1"/>
        <a:lstStyle/>
        <a:p>
          <a:pPr rtl="1"/>
          <a:endParaRPr lang="en-GB"/>
        </a:p>
      </dgm:t>
    </dgm:pt>
    <dgm:pt modelId="{9A3A0D2B-0211-5747-A170-302F0AB7965F}" type="sibTrans" cxnId="{85A3B758-3652-B740-9FA1-0FA247301CDA}">
      <dgm:prSet/>
      <dgm:spPr/>
      <dgm:t>
        <a:bodyPr rtlCol="1"/>
        <a:lstStyle/>
        <a:p>
          <a:pPr rtl="1"/>
          <a:endParaRPr lang="en-GB"/>
        </a:p>
      </dgm:t>
    </dgm:pt>
    <dgm:pt modelId="{29FCEEBB-57FA-F447-A3DF-9D617B1BAC7E}">
      <dgm:prSet phldrT="[Text]"/>
      <dgm:spPr/>
      <dgm:t>
        <a:bodyPr rtlCol="1"/>
        <a:lstStyle/>
        <a:p>
          <a:pPr rtl="1"/>
          <a:r>
            <a:rPr lang="ar" dirty="0">
              <a:latin typeface="Times New Roman" panose="02020603050405020304" pitchFamily="18" charset="0"/>
              <a:cs typeface="Times New Roman" panose="02020603050405020304" pitchFamily="18" charset="0"/>
            </a:rPr>
            <a:t>زيادة معدلات النشاط البدني</a:t>
          </a:r>
        </a:p>
      </dgm:t>
    </dgm:pt>
    <dgm:pt modelId="{B600DFFC-D92B-E447-A14B-0980A49EDF93}" type="parTrans" cxnId="{C01FB2E8-120A-C242-A4A1-55D157DCB577}">
      <dgm:prSet/>
      <dgm:spPr/>
      <dgm:t>
        <a:bodyPr rtlCol="1"/>
        <a:lstStyle/>
        <a:p>
          <a:pPr rtl="1"/>
          <a:endParaRPr lang="en-GB"/>
        </a:p>
      </dgm:t>
    </dgm:pt>
    <dgm:pt modelId="{9879948A-E846-6349-9ACE-4F07B36F7E58}" type="sibTrans" cxnId="{C01FB2E8-120A-C242-A4A1-55D157DCB577}">
      <dgm:prSet/>
      <dgm:spPr/>
      <dgm:t>
        <a:bodyPr rtlCol="1"/>
        <a:lstStyle/>
        <a:p>
          <a:pPr rtl="1"/>
          <a:endParaRPr lang="en-GB"/>
        </a:p>
      </dgm:t>
    </dgm:pt>
    <dgm:pt modelId="{FC58D43F-F61E-8A4A-B61B-75045B8F3828}">
      <dgm:prSet phldrT="[Text]"/>
      <dgm:spPr/>
      <dgm:t>
        <a:bodyPr rtlCol="1"/>
        <a:lstStyle/>
        <a:p>
          <a:pPr rtl="1"/>
          <a:r>
            <a:rPr lang="ar" dirty="0">
              <a:latin typeface="Times New Roman" panose="02020603050405020304" pitchFamily="18" charset="0"/>
              <a:cs typeface="Times New Roman" panose="02020603050405020304" pitchFamily="18" charset="0"/>
            </a:rPr>
            <a:t>تحسين الصحة والعافية</a:t>
          </a:r>
        </a:p>
      </dgm:t>
    </dgm:pt>
    <dgm:pt modelId="{EC52A97D-D658-4A48-ACE6-73B5D6E58021}" type="parTrans" cxnId="{1B941499-D30A-3E4B-8C8A-6C66CFFC60FF}">
      <dgm:prSet/>
      <dgm:spPr/>
      <dgm:t>
        <a:bodyPr rtlCol="1"/>
        <a:lstStyle/>
        <a:p>
          <a:pPr rtl="1"/>
          <a:endParaRPr lang="en-GB"/>
        </a:p>
      </dgm:t>
    </dgm:pt>
    <dgm:pt modelId="{23A1C34F-71B2-5144-8B9E-97EE0366F089}" type="sibTrans" cxnId="{1B941499-D30A-3E4B-8C8A-6C66CFFC60FF}">
      <dgm:prSet/>
      <dgm:spPr/>
      <dgm:t>
        <a:bodyPr rtlCol="1"/>
        <a:lstStyle/>
        <a:p>
          <a:pPr rtl="1"/>
          <a:endParaRPr lang="en-GB"/>
        </a:p>
      </dgm:t>
    </dgm:pt>
    <dgm:pt modelId="{DD6E6FB6-9F72-7047-B778-FD4FCA82F422}">
      <dgm:prSet phldrT="[Text]"/>
      <dgm:spPr/>
      <dgm:t>
        <a:bodyPr rtlCol="1"/>
        <a:lstStyle/>
        <a:p>
          <a:pPr rtl="1"/>
          <a:r>
            <a:rPr lang="ar" dirty="0">
              <a:latin typeface="Times New Roman" panose="02020603050405020304" pitchFamily="18" charset="0"/>
              <a:cs typeface="Times New Roman" panose="02020603050405020304" pitchFamily="18" charset="0"/>
            </a:rPr>
            <a:t>استهداف الفئات الأكثر عرضة للخطر</a:t>
          </a:r>
        </a:p>
      </dgm:t>
    </dgm:pt>
    <dgm:pt modelId="{324D95D9-A59A-D24A-8759-E581EEDF0740}" type="parTrans" cxnId="{1D483F5F-9A5C-AE4E-A2D0-9496298A0587}">
      <dgm:prSet/>
      <dgm:spPr/>
      <dgm:t>
        <a:bodyPr rtlCol="1"/>
        <a:lstStyle/>
        <a:p>
          <a:pPr rtl="1"/>
          <a:endParaRPr lang="en-GB"/>
        </a:p>
      </dgm:t>
    </dgm:pt>
    <dgm:pt modelId="{0AEC65C0-C987-BF46-BEFD-EEA847B51FDC}" type="sibTrans" cxnId="{1D483F5F-9A5C-AE4E-A2D0-9496298A0587}">
      <dgm:prSet/>
      <dgm:spPr/>
      <dgm:t>
        <a:bodyPr rtlCol="1"/>
        <a:lstStyle/>
        <a:p>
          <a:pPr rtl="1"/>
          <a:endParaRPr lang="en-GB"/>
        </a:p>
      </dgm:t>
    </dgm:pt>
    <dgm:pt modelId="{150EEC28-6D79-3E4A-BCF1-C70308089974}">
      <dgm:prSet phldrT="[Text]"/>
      <dgm:spPr/>
      <dgm:t>
        <a:bodyPr rtlCol="1"/>
        <a:lstStyle/>
        <a:p>
          <a:pPr rtl="1"/>
          <a:r>
            <a:rPr lang="ar" dirty="0">
              <a:latin typeface="Times New Roman" panose="02020603050405020304" pitchFamily="18" charset="0"/>
              <a:cs typeface="Times New Roman" panose="02020603050405020304" pitchFamily="18" charset="0"/>
            </a:rPr>
            <a:t>تعزيز المشاركة المُستدامة</a:t>
          </a:r>
        </a:p>
      </dgm:t>
    </dgm:pt>
    <dgm:pt modelId="{727744F5-D700-234C-97FC-9BBDBC44932F}" type="parTrans" cxnId="{6765D076-810D-8B46-9142-D72058A5A2B7}">
      <dgm:prSet/>
      <dgm:spPr/>
      <dgm:t>
        <a:bodyPr rtlCol="1"/>
        <a:lstStyle/>
        <a:p>
          <a:pPr rtl="1"/>
          <a:endParaRPr lang="en-GB"/>
        </a:p>
      </dgm:t>
    </dgm:pt>
    <dgm:pt modelId="{7FDA4385-30A4-9040-8442-48931311E983}" type="sibTrans" cxnId="{6765D076-810D-8B46-9142-D72058A5A2B7}">
      <dgm:prSet/>
      <dgm:spPr/>
      <dgm:t>
        <a:bodyPr rtlCol="1"/>
        <a:lstStyle/>
        <a:p>
          <a:pPr rtl="1"/>
          <a:endParaRPr lang="en-GB"/>
        </a:p>
      </dgm:t>
    </dgm:pt>
    <dgm:pt modelId="{E3A2D435-C33B-324E-93AE-71A83EDBF40E}" type="pres">
      <dgm:prSet presAssocID="{2F6F9951-F1AD-4946-94F5-3ED6FE829D46}" presName="cycle" presStyleCnt="0">
        <dgm:presLayoutVars>
          <dgm:dir val="rev"/>
          <dgm:resizeHandles val="exact"/>
        </dgm:presLayoutVars>
      </dgm:prSet>
      <dgm:spPr/>
    </dgm:pt>
    <dgm:pt modelId="{8B77C1BC-62F1-FE4E-B075-AA8E26B3944B}" type="pres">
      <dgm:prSet presAssocID="{0314DD14-950D-DE4F-8715-FC86CCA46892}" presName="node" presStyleLbl="node1" presStyleIdx="0" presStyleCnt="5">
        <dgm:presLayoutVars>
          <dgm:bulletEnabled val="1"/>
        </dgm:presLayoutVars>
      </dgm:prSet>
      <dgm:spPr/>
    </dgm:pt>
    <dgm:pt modelId="{1820A5E8-F9BA-FB42-8517-55D69ED9D248}" type="pres">
      <dgm:prSet presAssocID="{9A3A0D2B-0211-5747-A170-302F0AB7965F}" presName="sibTrans" presStyleLbl="sibTrans2D1" presStyleIdx="0" presStyleCnt="5"/>
      <dgm:spPr/>
    </dgm:pt>
    <dgm:pt modelId="{5EDA4711-EDC3-D44B-A101-6C7FEEBE7640}" type="pres">
      <dgm:prSet presAssocID="{9A3A0D2B-0211-5747-A170-302F0AB7965F}" presName="connectorText" presStyleLbl="sibTrans2D1" presStyleIdx="0" presStyleCnt="5"/>
      <dgm:spPr/>
    </dgm:pt>
    <dgm:pt modelId="{631205C4-7669-B14A-B9BE-0621325979E0}" type="pres">
      <dgm:prSet presAssocID="{29FCEEBB-57FA-F447-A3DF-9D617B1BAC7E}" presName="node" presStyleLbl="node1" presStyleIdx="1" presStyleCnt="5">
        <dgm:presLayoutVars>
          <dgm:bulletEnabled val="1"/>
        </dgm:presLayoutVars>
      </dgm:prSet>
      <dgm:spPr/>
    </dgm:pt>
    <dgm:pt modelId="{02A780DC-229F-5644-ADC9-45893853E1C5}" type="pres">
      <dgm:prSet presAssocID="{9879948A-E846-6349-9ACE-4F07B36F7E58}" presName="sibTrans" presStyleLbl="sibTrans2D1" presStyleIdx="1" presStyleCnt="5"/>
      <dgm:spPr/>
    </dgm:pt>
    <dgm:pt modelId="{6D096A52-8DCC-0348-B3F2-74DEE802EDE1}" type="pres">
      <dgm:prSet presAssocID="{9879948A-E846-6349-9ACE-4F07B36F7E58}" presName="connectorText" presStyleLbl="sibTrans2D1" presStyleIdx="1" presStyleCnt="5"/>
      <dgm:spPr/>
    </dgm:pt>
    <dgm:pt modelId="{7A99B91B-66DE-474C-A7A0-8E6E55914F69}" type="pres">
      <dgm:prSet presAssocID="{FC58D43F-F61E-8A4A-B61B-75045B8F3828}" presName="node" presStyleLbl="node1" presStyleIdx="2" presStyleCnt="5">
        <dgm:presLayoutVars>
          <dgm:bulletEnabled val="1"/>
        </dgm:presLayoutVars>
      </dgm:prSet>
      <dgm:spPr/>
    </dgm:pt>
    <dgm:pt modelId="{8562AD05-0176-864D-ADB9-D5A3191A1FC0}" type="pres">
      <dgm:prSet presAssocID="{23A1C34F-71B2-5144-8B9E-97EE0366F089}" presName="sibTrans" presStyleLbl="sibTrans2D1" presStyleIdx="2" presStyleCnt="5"/>
      <dgm:spPr/>
    </dgm:pt>
    <dgm:pt modelId="{ACB7F14B-4FB8-1646-BE3C-96D53697F6AF}" type="pres">
      <dgm:prSet presAssocID="{23A1C34F-71B2-5144-8B9E-97EE0366F089}" presName="connectorText" presStyleLbl="sibTrans2D1" presStyleIdx="2" presStyleCnt="5"/>
      <dgm:spPr/>
    </dgm:pt>
    <dgm:pt modelId="{8514CE91-56D4-E24D-B0AD-D70AA18716FE}" type="pres">
      <dgm:prSet presAssocID="{DD6E6FB6-9F72-7047-B778-FD4FCA82F422}" presName="node" presStyleLbl="node1" presStyleIdx="3" presStyleCnt="5">
        <dgm:presLayoutVars>
          <dgm:bulletEnabled val="1"/>
        </dgm:presLayoutVars>
      </dgm:prSet>
      <dgm:spPr/>
    </dgm:pt>
    <dgm:pt modelId="{FEB41B72-A577-2545-A16C-5DE1DA6C87EC}" type="pres">
      <dgm:prSet presAssocID="{0AEC65C0-C987-BF46-BEFD-EEA847B51FDC}" presName="sibTrans" presStyleLbl="sibTrans2D1" presStyleIdx="3" presStyleCnt="5"/>
      <dgm:spPr/>
    </dgm:pt>
    <dgm:pt modelId="{B47D9ACE-E42A-9B4D-A4DA-242D688A184D}" type="pres">
      <dgm:prSet presAssocID="{0AEC65C0-C987-BF46-BEFD-EEA847B51FDC}" presName="connectorText" presStyleLbl="sibTrans2D1" presStyleIdx="3" presStyleCnt="5"/>
      <dgm:spPr/>
    </dgm:pt>
    <dgm:pt modelId="{D809A029-5619-1F4B-BA35-A494935AB113}" type="pres">
      <dgm:prSet presAssocID="{150EEC28-6D79-3E4A-BCF1-C70308089974}" presName="node" presStyleLbl="node1" presStyleIdx="4" presStyleCnt="5">
        <dgm:presLayoutVars>
          <dgm:bulletEnabled val="1"/>
        </dgm:presLayoutVars>
      </dgm:prSet>
      <dgm:spPr/>
    </dgm:pt>
    <dgm:pt modelId="{618F365D-AB25-864B-81DF-468BFA7F64F6}" type="pres">
      <dgm:prSet presAssocID="{7FDA4385-30A4-9040-8442-48931311E983}" presName="sibTrans" presStyleLbl="sibTrans2D1" presStyleIdx="4" presStyleCnt="5"/>
      <dgm:spPr/>
    </dgm:pt>
    <dgm:pt modelId="{4F23C951-6C8E-CE4C-BBD2-8B669C2AC5BD}" type="pres">
      <dgm:prSet presAssocID="{7FDA4385-30A4-9040-8442-48931311E983}" presName="connectorText" presStyleLbl="sibTrans2D1" presStyleIdx="4" presStyleCnt="5"/>
      <dgm:spPr/>
    </dgm:pt>
  </dgm:ptLst>
  <dgm:cxnLst>
    <dgm:cxn modelId="{6B89CB00-FA0A-5248-9E31-0DF52E8B650D}" type="presOf" srcId="{150EEC28-6D79-3E4A-BCF1-C70308089974}" destId="{D809A029-5619-1F4B-BA35-A494935AB113}" srcOrd="0" destOrd="0" presId="urn:microsoft.com/office/officeart/2005/8/layout/cycle2"/>
    <dgm:cxn modelId="{3C919202-F360-0A4B-AE5D-B7CDF4909496}" type="presOf" srcId="{7FDA4385-30A4-9040-8442-48931311E983}" destId="{4F23C951-6C8E-CE4C-BBD2-8B669C2AC5BD}" srcOrd="1" destOrd="0" presId="urn:microsoft.com/office/officeart/2005/8/layout/cycle2"/>
    <dgm:cxn modelId="{194D0726-0DEF-8F4A-B7CE-DE1BB7F922B9}" type="presOf" srcId="{9A3A0D2B-0211-5747-A170-302F0AB7965F}" destId="{5EDA4711-EDC3-D44B-A101-6C7FEEBE7640}" srcOrd="1" destOrd="0" presId="urn:microsoft.com/office/officeart/2005/8/layout/cycle2"/>
    <dgm:cxn modelId="{E2CB5D3F-124A-2E4B-B476-C929BAB50B26}" type="presOf" srcId="{0314DD14-950D-DE4F-8715-FC86CCA46892}" destId="{8B77C1BC-62F1-FE4E-B075-AA8E26B3944B}" srcOrd="0" destOrd="0" presId="urn:microsoft.com/office/officeart/2005/8/layout/cycle2"/>
    <dgm:cxn modelId="{1D483F5F-9A5C-AE4E-A2D0-9496298A0587}" srcId="{2F6F9951-F1AD-4946-94F5-3ED6FE829D46}" destId="{DD6E6FB6-9F72-7047-B778-FD4FCA82F422}" srcOrd="3" destOrd="0" parTransId="{324D95D9-A59A-D24A-8759-E581EEDF0740}" sibTransId="{0AEC65C0-C987-BF46-BEFD-EEA847B51FDC}"/>
    <dgm:cxn modelId="{52F0756E-F588-4443-BFFE-2E01BF9FD6F0}" type="presOf" srcId="{0AEC65C0-C987-BF46-BEFD-EEA847B51FDC}" destId="{FEB41B72-A577-2545-A16C-5DE1DA6C87EC}" srcOrd="0" destOrd="0" presId="urn:microsoft.com/office/officeart/2005/8/layout/cycle2"/>
    <dgm:cxn modelId="{6B3E696F-D06D-9749-BA2C-6EE7C4E989C9}" type="presOf" srcId="{9879948A-E846-6349-9ACE-4F07B36F7E58}" destId="{02A780DC-229F-5644-ADC9-45893853E1C5}" srcOrd="0" destOrd="0" presId="urn:microsoft.com/office/officeart/2005/8/layout/cycle2"/>
    <dgm:cxn modelId="{FDF9C075-8BA5-474D-B04D-1F5F9F5516F1}" type="presOf" srcId="{29FCEEBB-57FA-F447-A3DF-9D617B1BAC7E}" destId="{631205C4-7669-B14A-B9BE-0621325979E0}" srcOrd="0" destOrd="0" presId="urn:microsoft.com/office/officeart/2005/8/layout/cycle2"/>
    <dgm:cxn modelId="{6765D076-810D-8B46-9142-D72058A5A2B7}" srcId="{2F6F9951-F1AD-4946-94F5-3ED6FE829D46}" destId="{150EEC28-6D79-3E4A-BCF1-C70308089974}" srcOrd="4" destOrd="0" parTransId="{727744F5-D700-234C-97FC-9BBDBC44932F}" sibTransId="{7FDA4385-30A4-9040-8442-48931311E983}"/>
    <dgm:cxn modelId="{53FFCF77-F90C-FB4C-9A5B-CF0777D8574F}" type="presOf" srcId="{2F6F9951-F1AD-4946-94F5-3ED6FE829D46}" destId="{E3A2D435-C33B-324E-93AE-71A83EDBF40E}" srcOrd="0" destOrd="0" presId="urn:microsoft.com/office/officeart/2005/8/layout/cycle2"/>
    <dgm:cxn modelId="{85A3B758-3652-B740-9FA1-0FA247301CDA}" srcId="{2F6F9951-F1AD-4946-94F5-3ED6FE829D46}" destId="{0314DD14-950D-DE4F-8715-FC86CCA46892}" srcOrd="0" destOrd="0" parTransId="{220BD5FC-42BB-FC41-A5F6-0C551513CAB5}" sibTransId="{9A3A0D2B-0211-5747-A170-302F0AB7965F}"/>
    <dgm:cxn modelId="{1765FA84-8272-7347-AF1A-5D32EE719AFA}" type="presOf" srcId="{FC58D43F-F61E-8A4A-B61B-75045B8F3828}" destId="{7A99B91B-66DE-474C-A7A0-8E6E55914F69}" srcOrd="0" destOrd="0" presId="urn:microsoft.com/office/officeart/2005/8/layout/cycle2"/>
    <dgm:cxn modelId="{72A5EB87-23CD-F44E-A17F-7E19BD5C5F6B}" type="presOf" srcId="{DD6E6FB6-9F72-7047-B778-FD4FCA82F422}" destId="{8514CE91-56D4-E24D-B0AD-D70AA18716FE}" srcOrd="0" destOrd="0" presId="urn:microsoft.com/office/officeart/2005/8/layout/cycle2"/>
    <dgm:cxn modelId="{E1432F89-7349-4740-81B6-3EC557AEE617}" type="presOf" srcId="{7FDA4385-30A4-9040-8442-48931311E983}" destId="{618F365D-AB25-864B-81DF-468BFA7F64F6}" srcOrd="0" destOrd="0" presId="urn:microsoft.com/office/officeart/2005/8/layout/cycle2"/>
    <dgm:cxn modelId="{68941291-2A5D-BA42-A100-18478D0ABB93}" type="presOf" srcId="{9879948A-E846-6349-9ACE-4F07B36F7E58}" destId="{6D096A52-8DCC-0348-B3F2-74DEE802EDE1}" srcOrd="1" destOrd="0" presId="urn:microsoft.com/office/officeart/2005/8/layout/cycle2"/>
    <dgm:cxn modelId="{1B941499-D30A-3E4B-8C8A-6C66CFFC60FF}" srcId="{2F6F9951-F1AD-4946-94F5-3ED6FE829D46}" destId="{FC58D43F-F61E-8A4A-B61B-75045B8F3828}" srcOrd="2" destOrd="0" parTransId="{EC52A97D-D658-4A48-ACE6-73B5D6E58021}" sibTransId="{23A1C34F-71B2-5144-8B9E-97EE0366F089}"/>
    <dgm:cxn modelId="{4F1F9ABB-EF14-FF47-90B3-E2A2F3FA079C}" type="presOf" srcId="{23A1C34F-71B2-5144-8B9E-97EE0366F089}" destId="{8562AD05-0176-864D-ADB9-D5A3191A1FC0}" srcOrd="0" destOrd="0" presId="urn:microsoft.com/office/officeart/2005/8/layout/cycle2"/>
    <dgm:cxn modelId="{246BD9BE-3F3A-B840-AA4E-DAE0E85B4741}" type="presOf" srcId="{23A1C34F-71B2-5144-8B9E-97EE0366F089}" destId="{ACB7F14B-4FB8-1646-BE3C-96D53697F6AF}" srcOrd="1" destOrd="0" presId="urn:microsoft.com/office/officeart/2005/8/layout/cycle2"/>
    <dgm:cxn modelId="{962E71DF-AC3F-474A-8F41-4FD349CEAD53}" type="presOf" srcId="{0AEC65C0-C987-BF46-BEFD-EEA847B51FDC}" destId="{B47D9ACE-E42A-9B4D-A4DA-242D688A184D}" srcOrd="1" destOrd="0" presId="urn:microsoft.com/office/officeart/2005/8/layout/cycle2"/>
    <dgm:cxn modelId="{C01FB2E8-120A-C242-A4A1-55D157DCB577}" srcId="{2F6F9951-F1AD-4946-94F5-3ED6FE829D46}" destId="{29FCEEBB-57FA-F447-A3DF-9D617B1BAC7E}" srcOrd="1" destOrd="0" parTransId="{B600DFFC-D92B-E447-A14B-0980A49EDF93}" sibTransId="{9879948A-E846-6349-9ACE-4F07B36F7E58}"/>
    <dgm:cxn modelId="{D99240F8-D9AB-AA4E-A134-001520DA4EC4}" type="presOf" srcId="{9A3A0D2B-0211-5747-A170-302F0AB7965F}" destId="{1820A5E8-F9BA-FB42-8517-55D69ED9D248}" srcOrd="0" destOrd="0" presId="urn:microsoft.com/office/officeart/2005/8/layout/cycle2"/>
    <dgm:cxn modelId="{C4A5CBFE-3722-FB47-BE8D-3CCCC8E38C50}" type="presParOf" srcId="{E3A2D435-C33B-324E-93AE-71A83EDBF40E}" destId="{8B77C1BC-62F1-FE4E-B075-AA8E26B3944B}" srcOrd="0" destOrd="0" presId="urn:microsoft.com/office/officeart/2005/8/layout/cycle2"/>
    <dgm:cxn modelId="{31FDA330-234C-F548-A576-B853739FBBE4}" type="presParOf" srcId="{E3A2D435-C33B-324E-93AE-71A83EDBF40E}" destId="{1820A5E8-F9BA-FB42-8517-55D69ED9D248}" srcOrd="1" destOrd="0" presId="urn:microsoft.com/office/officeart/2005/8/layout/cycle2"/>
    <dgm:cxn modelId="{D74E4250-862D-1E4D-AE6C-CA184DC54C1C}" type="presParOf" srcId="{1820A5E8-F9BA-FB42-8517-55D69ED9D248}" destId="{5EDA4711-EDC3-D44B-A101-6C7FEEBE7640}" srcOrd="0" destOrd="0" presId="urn:microsoft.com/office/officeart/2005/8/layout/cycle2"/>
    <dgm:cxn modelId="{2D05811F-7C70-6D4A-BCF0-BCB935EAEF91}" type="presParOf" srcId="{E3A2D435-C33B-324E-93AE-71A83EDBF40E}" destId="{631205C4-7669-B14A-B9BE-0621325979E0}" srcOrd="2" destOrd="0" presId="urn:microsoft.com/office/officeart/2005/8/layout/cycle2"/>
    <dgm:cxn modelId="{0F117E77-C268-AE44-B651-37048EE1911A}" type="presParOf" srcId="{E3A2D435-C33B-324E-93AE-71A83EDBF40E}" destId="{02A780DC-229F-5644-ADC9-45893853E1C5}" srcOrd="3" destOrd="0" presId="urn:microsoft.com/office/officeart/2005/8/layout/cycle2"/>
    <dgm:cxn modelId="{42D42950-A1F1-C941-BF36-F899D19DAF3F}" type="presParOf" srcId="{02A780DC-229F-5644-ADC9-45893853E1C5}" destId="{6D096A52-8DCC-0348-B3F2-74DEE802EDE1}" srcOrd="0" destOrd="0" presId="urn:microsoft.com/office/officeart/2005/8/layout/cycle2"/>
    <dgm:cxn modelId="{4207374B-D70F-EB40-9F14-D7C312165196}" type="presParOf" srcId="{E3A2D435-C33B-324E-93AE-71A83EDBF40E}" destId="{7A99B91B-66DE-474C-A7A0-8E6E55914F69}" srcOrd="4" destOrd="0" presId="urn:microsoft.com/office/officeart/2005/8/layout/cycle2"/>
    <dgm:cxn modelId="{80249327-FA93-054A-9748-4B40CC08039C}" type="presParOf" srcId="{E3A2D435-C33B-324E-93AE-71A83EDBF40E}" destId="{8562AD05-0176-864D-ADB9-D5A3191A1FC0}" srcOrd="5" destOrd="0" presId="urn:microsoft.com/office/officeart/2005/8/layout/cycle2"/>
    <dgm:cxn modelId="{A8AB2323-626B-9649-A426-1A306DE60198}" type="presParOf" srcId="{8562AD05-0176-864D-ADB9-D5A3191A1FC0}" destId="{ACB7F14B-4FB8-1646-BE3C-96D53697F6AF}" srcOrd="0" destOrd="0" presId="urn:microsoft.com/office/officeart/2005/8/layout/cycle2"/>
    <dgm:cxn modelId="{91AD5AA2-633D-6848-A320-26888FA0F8B0}" type="presParOf" srcId="{E3A2D435-C33B-324E-93AE-71A83EDBF40E}" destId="{8514CE91-56D4-E24D-B0AD-D70AA18716FE}" srcOrd="6" destOrd="0" presId="urn:microsoft.com/office/officeart/2005/8/layout/cycle2"/>
    <dgm:cxn modelId="{7C2F85CF-C99D-6740-A583-629C1F76F21A}" type="presParOf" srcId="{E3A2D435-C33B-324E-93AE-71A83EDBF40E}" destId="{FEB41B72-A577-2545-A16C-5DE1DA6C87EC}" srcOrd="7" destOrd="0" presId="urn:microsoft.com/office/officeart/2005/8/layout/cycle2"/>
    <dgm:cxn modelId="{7DDE9FBC-DE4F-C647-ABAC-502238287B77}" type="presParOf" srcId="{FEB41B72-A577-2545-A16C-5DE1DA6C87EC}" destId="{B47D9ACE-E42A-9B4D-A4DA-242D688A184D}" srcOrd="0" destOrd="0" presId="urn:microsoft.com/office/officeart/2005/8/layout/cycle2"/>
    <dgm:cxn modelId="{73A924D0-BCA0-0445-9AE1-4825413CC659}" type="presParOf" srcId="{E3A2D435-C33B-324E-93AE-71A83EDBF40E}" destId="{D809A029-5619-1F4B-BA35-A494935AB113}" srcOrd="8" destOrd="0" presId="urn:microsoft.com/office/officeart/2005/8/layout/cycle2"/>
    <dgm:cxn modelId="{68F80865-D3B8-C74F-8479-7C19539049D1}" type="presParOf" srcId="{E3A2D435-C33B-324E-93AE-71A83EDBF40E}" destId="{618F365D-AB25-864B-81DF-468BFA7F64F6}" srcOrd="9" destOrd="0" presId="urn:microsoft.com/office/officeart/2005/8/layout/cycle2"/>
    <dgm:cxn modelId="{9C6D89E2-278B-D54E-84A8-A88C17CBCDC1}" type="presParOf" srcId="{618F365D-AB25-864B-81DF-468BFA7F64F6}" destId="{4F23C951-6C8E-CE4C-BBD2-8B669C2AC5BD}"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E7D5705-27BC-4E54-9207-F0CEA2E7EF63}"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027ECFDB-397B-4CC5-9AAB-3E843A1F8D59}">
      <dgm:prSet/>
      <dgm:spPr/>
      <dgm:t>
        <a:bodyPr rtlCol="1"/>
        <a:lstStyle/>
        <a:p>
          <a:pPr rtl="1"/>
          <a:r>
            <a:rPr lang="ar" dirty="0">
              <a:latin typeface="Arial"/>
              <a:cs typeface="Arial"/>
            </a:rPr>
            <a:t>تصميم الجلسات الرياضية </a:t>
          </a:r>
          <a:br>
            <a:rPr lang="en-US" dirty="0">
              <a:latin typeface="Arial"/>
              <a:cs typeface="Arial"/>
            </a:rPr>
          </a:br>
          <a:r>
            <a:rPr lang="ar" b="0" dirty="0">
              <a:latin typeface="Arial"/>
              <a:cs typeface="Arial"/>
            </a:rPr>
            <a:t>مع مراعاة إمكانية الوصول </a:t>
          </a:r>
          <a:br>
            <a:rPr lang="en-US" b="0" dirty="0">
              <a:latin typeface="Arial"/>
              <a:cs typeface="Arial"/>
            </a:rPr>
          </a:br>
          <a:r>
            <a:rPr lang="ar" b="1" dirty="0">
              <a:latin typeface="Arial"/>
              <a:cs typeface="Arial"/>
            </a:rPr>
            <a:t>و</a:t>
          </a:r>
          <a:r>
            <a:rPr lang="ar" b="0" dirty="0">
              <a:latin typeface="Arial"/>
              <a:cs typeface="Arial"/>
            </a:rPr>
            <a:t> الدعم</a:t>
          </a:r>
          <a:r>
            <a:rPr lang="ar" dirty="0">
              <a:latin typeface="Arial"/>
              <a:cs typeface="Arial"/>
            </a:rPr>
            <a:t> والتحفيز</a:t>
          </a:r>
          <a:r>
            <a:rPr lang="ar-EG" dirty="0">
              <a:latin typeface="Arial"/>
              <a:cs typeface="Arial"/>
            </a:rPr>
            <a:t>.</a:t>
          </a:r>
          <a:endParaRPr lang="en-US" dirty="0">
            <a:latin typeface="Arial"/>
            <a:cs typeface="Arial"/>
          </a:endParaRPr>
        </a:p>
      </dgm:t>
    </dgm:pt>
    <dgm:pt modelId="{73C89C25-7F80-40EC-A269-20C92683822A}" type="parTrans" cxnId="{FC13A54E-56CB-4A47-B79A-21B8772E67A2}">
      <dgm:prSet/>
      <dgm:spPr/>
      <dgm:t>
        <a:bodyPr rtlCol="1"/>
        <a:lstStyle/>
        <a:p>
          <a:pPr rtl="1"/>
          <a:endParaRPr lang="en-US"/>
        </a:p>
      </dgm:t>
    </dgm:pt>
    <dgm:pt modelId="{D9B92823-DB77-4355-BE9D-95D6013AD907}" type="sibTrans" cxnId="{FC13A54E-56CB-4A47-B79A-21B8772E67A2}">
      <dgm:prSet/>
      <dgm:spPr/>
      <dgm:t>
        <a:bodyPr rtlCol="1"/>
        <a:lstStyle/>
        <a:p>
          <a:pPr rtl="1"/>
          <a:endParaRPr lang="en-US"/>
        </a:p>
      </dgm:t>
    </dgm:pt>
    <dgm:pt modelId="{EAAC43E6-9310-4B8F-BFDC-7FE36E74877B}">
      <dgm:prSet/>
      <dgm:spPr/>
      <dgm:t>
        <a:bodyPr rtlCol="1"/>
        <a:lstStyle/>
        <a:p>
          <a:pPr rtl="1"/>
          <a:r>
            <a:rPr lang="ar" dirty="0">
              <a:latin typeface="Arial"/>
              <a:cs typeface="Arial"/>
            </a:rPr>
            <a:t>صمم النشاطات بما يتناسب </a:t>
          </a:r>
          <a:br>
            <a:rPr lang="en-US" dirty="0">
              <a:latin typeface="Arial"/>
              <a:cs typeface="Arial"/>
            </a:rPr>
          </a:br>
          <a:r>
            <a:rPr lang="ar" dirty="0">
              <a:latin typeface="Arial"/>
              <a:cs typeface="Arial"/>
            </a:rPr>
            <a:t>مع احتياجات الفئات المستهدفة.</a:t>
          </a:r>
          <a:endParaRPr lang="en-US" dirty="0">
            <a:latin typeface="Arial"/>
            <a:cs typeface="Arial"/>
          </a:endParaRPr>
        </a:p>
      </dgm:t>
    </dgm:pt>
    <dgm:pt modelId="{4DA420D9-839F-4146-AAA9-304A53DB9D42}" type="parTrans" cxnId="{A71E3C14-46CD-4218-970A-88ED0ED355B1}">
      <dgm:prSet/>
      <dgm:spPr/>
      <dgm:t>
        <a:bodyPr rtlCol="1"/>
        <a:lstStyle/>
        <a:p>
          <a:pPr rtl="1"/>
          <a:endParaRPr lang="en-US"/>
        </a:p>
      </dgm:t>
    </dgm:pt>
    <dgm:pt modelId="{CE23B68E-96D7-4F17-91E9-9A3F6F0B3C83}" type="sibTrans" cxnId="{A71E3C14-46CD-4218-970A-88ED0ED355B1}">
      <dgm:prSet/>
      <dgm:spPr/>
      <dgm:t>
        <a:bodyPr rtlCol="1"/>
        <a:lstStyle/>
        <a:p>
          <a:pPr rtl="1"/>
          <a:endParaRPr lang="en-US"/>
        </a:p>
      </dgm:t>
    </dgm:pt>
    <dgm:pt modelId="{CD80F283-5CDD-40D7-A713-7645F4A8776B}">
      <dgm:prSet/>
      <dgm:spPr/>
      <dgm:t>
        <a:bodyPr rtlCol="1"/>
        <a:lstStyle/>
        <a:p>
          <a:pPr rtl="1"/>
          <a:r>
            <a:rPr lang="ar">
              <a:latin typeface="Arial"/>
              <a:cs typeface="Arial"/>
            </a:rPr>
            <a:t>راقب البرامج وعدّلها باستمرار لضمان الشمول والمشاركة.</a:t>
          </a:r>
          <a:endParaRPr lang="en-US" dirty="0">
            <a:latin typeface="Arial"/>
            <a:cs typeface="Arial"/>
          </a:endParaRPr>
        </a:p>
      </dgm:t>
    </dgm:pt>
    <dgm:pt modelId="{52ECEA36-E73F-4C37-AB2F-81D61944F44A}" type="parTrans" cxnId="{256AAC36-A4E1-4E47-9E70-04B375C1CF6D}">
      <dgm:prSet/>
      <dgm:spPr/>
      <dgm:t>
        <a:bodyPr rtlCol="1"/>
        <a:lstStyle/>
        <a:p>
          <a:pPr rtl="1"/>
          <a:endParaRPr lang="en-US"/>
        </a:p>
      </dgm:t>
    </dgm:pt>
    <dgm:pt modelId="{E4596890-A645-4DBE-A9D8-A1272B7B1180}" type="sibTrans" cxnId="{256AAC36-A4E1-4E47-9E70-04B375C1CF6D}">
      <dgm:prSet/>
      <dgm:spPr/>
      <dgm:t>
        <a:bodyPr rtlCol="1"/>
        <a:lstStyle/>
        <a:p>
          <a:pPr rtl="1"/>
          <a:endParaRPr lang="en-US"/>
        </a:p>
      </dgm:t>
    </dgm:pt>
    <dgm:pt modelId="{365285F6-B76B-41F3-8847-997FEB9953AD}" type="pres">
      <dgm:prSet presAssocID="{AE7D5705-27BC-4E54-9207-F0CEA2E7EF63}" presName="root" presStyleCnt="0">
        <dgm:presLayoutVars>
          <dgm:dir/>
          <dgm:resizeHandles val="exact"/>
        </dgm:presLayoutVars>
      </dgm:prSet>
      <dgm:spPr/>
    </dgm:pt>
    <dgm:pt modelId="{8C3CEAF4-2954-4764-9F50-7D4F14345D59}" type="pres">
      <dgm:prSet presAssocID="{027ECFDB-397B-4CC5-9AAB-3E843A1F8D59}" presName="compNode" presStyleCnt="0"/>
      <dgm:spPr/>
    </dgm:pt>
    <dgm:pt modelId="{8DE7F163-C174-4C3A-9ADF-6264A4E72292}" type="pres">
      <dgm:prSet presAssocID="{027ECFDB-397B-4CC5-9AAB-3E843A1F8D59}" presName="bgRect" presStyleLbl="bgShp" presStyleIdx="0" presStyleCnt="3"/>
      <dgm:spPr/>
    </dgm:pt>
    <dgm:pt modelId="{90E1BB2D-B6D9-4265-B693-20B23A395E3D}" type="pres">
      <dgm:prSet presAssocID="{027ECFDB-397B-4CC5-9AAB-3E843A1F8D59}" presName="iconRect" presStyleLbl="node1" presStyleIdx="0" presStyleCnt="3" custLinFactX="200000" custLinFactNeighborX="26730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CED6868F-10F5-40F9-8470-0B7C6FA60D8E}" type="pres">
      <dgm:prSet presAssocID="{027ECFDB-397B-4CC5-9AAB-3E843A1F8D59}" presName="spaceRect" presStyleCnt="0"/>
      <dgm:spPr/>
    </dgm:pt>
    <dgm:pt modelId="{919B2ABA-63E0-483B-8F8C-98E2B805D6C1}" type="pres">
      <dgm:prSet presAssocID="{027ECFDB-397B-4CC5-9AAB-3E843A1F8D59}" presName="parTx" presStyleLbl="revTx" presStyleIdx="0" presStyleCnt="3" custLinFactNeighborX="-44688">
        <dgm:presLayoutVars>
          <dgm:chMax val="0"/>
          <dgm:chPref val="0"/>
        </dgm:presLayoutVars>
      </dgm:prSet>
      <dgm:spPr/>
    </dgm:pt>
    <dgm:pt modelId="{CA507CAF-E5C9-40E6-9E14-851935DF50E5}" type="pres">
      <dgm:prSet presAssocID="{D9B92823-DB77-4355-BE9D-95D6013AD907}" presName="sibTrans" presStyleCnt="0"/>
      <dgm:spPr/>
    </dgm:pt>
    <dgm:pt modelId="{B1BAB5E4-767E-458F-8950-D4B4D5BD8327}" type="pres">
      <dgm:prSet presAssocID="{EAAC43E6-9310-4B8F-BFDC-7FE36E74877B}" presName="compNode" presStyleCnt="0"/>
      <dgm:spPr/>
    </dgm:pt>
    <dgm:pt modelId="{47AB84EC-8DA2-4033-BB2C-5733905D885C}" type="pres">
      <dgm:prSet presAssocID="{EAAC43E6-9310-4B8F-BFDC-7FE36E74877B}" presName="bgRect" presStyleLbl="bgShp" presStyleIdx="1" presStyleCnt="3"/>
      <dgm:spPr/>
    </dgm:pt>
    <dgm:pt modelId="{80D41577-C68F-4D1A-AAD7-CA23B12793C4}" type="pres">
      <dgm:prSet presAssocID="{EAAC43E6-9310-4B8F-BFDC-7FE36E74877B}" presName="iconRect" presStyleLbl="node1" presStyleIdx="1" presStyleCnt="3" custLinFactX="200000" custLinFactNeighborX="26730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ma"/>
        </a:ext>
      </dgm:extLst>
    </dgm:pt>
    <dgm:pt modelId="{D84085BF-5E20-4D28-90BC-94E8DA6C44F9}" type="pres">
      <dgm:prSet presAssocID="{EAAC43E6-9310-4B8F-BFDC-7FE36E74877B}" presName="spaceRect" presStyleCnt="0"/>
      <dgm:spPr/>
    </dgm:pt>
    <dgm:pt modelId="{305977E1-1F85-4DEB-A59D-CD19B1DB3DB7}" type="pres">
      <dgm:prSet presAssocID="{EAAC43E6-9310-4B8F-BFDC-7FE36E74877B}" presName="parTx" presStyleLbl="revTx" presStyleIdx="1" presStyleCnt="3" custLinFactNeighborX="-44688">
        <dgm:presLayoutVars>
          <dgm:chMax val="0"/>
          <dgm:chPref val="0"/>
        </dgm:presLayoutVars>
      </dgm:prSet>
      <dgm:spPr/>
    </dgm:pt>
    <dgm:pt modelId="{9354DFAD-2884-4CA9-A998-BB415EE7DEEB}" type="pres">
      <dgm:prSet presAssocID="{CE23B68E-96D7-4F17-91E9-9A3F6F0B3C83}" presName="sibTrans" presStyleCnt="0"/>
      <dgm:spPr/>
    </dgm:pt>
    <dgm:pt modelId="{E9173267-3580-470D-9720-072FDCFA643F}" type="pres">
      <dgm:prSet presAssocID="{CD80F283-5CDD-40D7-A713-7645F4A8776B}" presName="compNode" presStyleCnt="0"/>
      <dgm:spPr/>
    </dgm:pt>
    <dgm:pt modelId="{0CB15F21-A4E3-4D84-B532-98F8C7652D4A}" type="pres">
      <dgm:prSet presAssocID="{CD80F283-5CDD-40D7-A713-7645F4A8776B}" presName="bgRect" presStyleLbl="bgShp" presStyleIdx="2" presStyleCnt="3"/>
      <dgm:spPr/>
    </dgm:pt>
    <dgm:pt modelId="{CBFE0571-BDDB-4AC7-BDC9-7A0FA29D84FF}" type="pres">
      <dgm:prSet presAssocID="{CD80F283-5CDD-40D7-A713-7645F4A8776B}" presName="iconRect" presStyleLbl="node1" presStyleIdx="2" presStyleCnt="3" custLinFactX="200000" custLinFactNeighborX="26730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44A5F08E-1733-4B48-9DCD-3E47693326D6}" type="pres">
      <dgm:prSet presAssocID="{CD80F283-5CDD-40D7-A713-7645F4A8776B}" presName="spaceRect" presStyleCnt="0"/>
      <dgm:spPr/>
    </dgm:pt>
    <dgm:pt modelId="{6DFF3293-E1BD-45F2-8248-F1C94C8CDDFB}" type="pres">
      <dgm:prSet presAssocID="{CD80F283-5CDD-40D7-A713-7645F4A8776B}" presName="parTx" presStyleLbl="revTx" presStyleIdx="2" presStyleCnt="3" custLinFactNeighborX="-44688">
        <dgm:presLayoutVars>
          <dgm:chMax val="0"/>
          <dgm:chPref val="0"/>
        </dgm:presLayoutVars>
      </dgm:prSet>
      <dgm:spPr/>
    </dgm:pt>
  </dgm:ptLst>
  <dgm:cxnLst>
    <dgm:cxn modelId="{A71E3C14-46CD-4218-970A-88ED0ED355B1}" srcId="{AE7D5705-27BC-4E54-9207-F0CEA2E7EF63}" destId="{EAAC43E6-9310-4B8F-BFDC-7FE36E74877B}" srcOrd="1" destOrd="0" parTransId="{4DA420D9-839F-4146-AAA9-304A53DB9D42}" sibTransId="{CE23B68E-96D7-4F17-91E9-9A3F6F0B3C83}"/>
    <dgm:cxn modelId="{256AAC36-A4E1-4E47-9E70-04B375C1CF6D}" srcId="{AE7D5705-27BC-4E54-9207-F0CEA2E7EF63}" destId="{CD80F283-5CDD-40D7-A713-7645F4A8776B}" srcOrd="2" destOrd="0" parTransId="{52ECEA36-E73F-4C37-AB2F-81D61944F44A}" sibTransId="{E4596890-A645-4DBE-A9D8-A1272B7B1180}"/>
    <dgm:cxn modelId="{FC13A54E-56CB-4A47-B79A-21B8772E67A2}" srcId="{AE7D5705-27BC-4E54-9207-F0CEA2E7EF63}" destId="{027ECFDB-397B-4CC5-9AAB-3E843A1F8D59}" srcOrd="0" destOrd="0" parTransId="{73C89C25-7F80-40EC-A269-20C92683822A}" sibTransId="{D9B92823-DB77-4355-BE9D-95D6013AD907}"/>
    <dgm:cxn modelId="{6F8A6E7C-4E76-474E-879D-097F95AEB4C5}" type="presOf" srcId="{027ECFDB-397B-4CC5-9AAB-3E843A1F8D59}" destId="{919B2ABA-63E0-483B-8F8C-98E2B805D6C1}" srcOrd="0" destOrd="0" presId="urn:microsoft.com/office/officeart/2018/2/layout/IconVerticalSolidList"/>
    <dgm:cxn modelId="{BA81F8B2-F0DB-4D99-A017-F5A016F50AC9}" type="presOf" srcId="{CD80F283-5CDD-40D7-A713-7645F4A8776B}" destId="{6DFF3293-E1BD-45F2-8248-F1C94C8CDDFB}" srcOrd="0" destOrd="0" presId="urn:microsoft.com/office/officeart/2018/2/layout/IconVerticalSolidList"/>
    <dgm:cxn modelId="{B40D9FE3-6508-445D-81DE-020A7C2C1500}" type="presOf" srcId="{AE7D5705-27BC-4E54-9207-F0CEA2E7EF63}" destId="{365285F6-B76B-41F3-8847-997FEB9953AD}" srcOrd="0" destOrd="0" presId="urn:microsoft.com/office/officeart/2018/2/layout/IconVerticalSolidList"/>
    <dgm:cxn modelId="{C5FED1E3-4C99-4325-A27A-E5EECB8BCD47}" type="presOf" srcId="{EAAC43E6-9310-4B8F-BFDC-7FE36E74877B}" destId="{305977E1-1F85-4DEB-A59D-CD19B1DB3DB7}" srcOrd="0" destOrd="0" presId="urn:microsoft.com/office/officeart/2018/2/layout/IconVerticalSolidList"/>
    <dgm:cxn modelId="{5F6C8A44-EEDF-4865-BBB6-C827A99C749C}" type="presParOf" srcId="{365285F6-B76B-41F3-8847-997FEB9953AD}" destId="{8C3CEAF4-2954-4764-9F50-7D4F14345D59}" srcOrd="0" destOrd="0" presId="urn:microsoft.com/office/officeart/2018/2/layout/IconVerticalSolidList"/>
    <dgm:cxn modelId="{D67BAE88-BB5B-4CAB-B884-4D2A40392267}" type="presParOf" srcId="{8C3CEAF4-2954-4764-9F50-7D4F14345D59}" destId="{8DE7F163-C174-4C3A-9ADF-6264A4E72292}" srcOrd="0" destOrd="0" presId="urn:microsoft.com/office/officeart/2018/2/layout/IconVerticalSolidList"/>
    <dgm:cxn modelId="{60D9309A-7F0D-43DA-8740-DA422B34776F}" type="presParOf" srcId="{8C3CEAF4-2954-4764-9F50-7D4F14345D59}" destId="{90E1BB2D-B6D9-4265-B693-20B23A395E3D}" srcOrd="1" destOrd="0" presId="urn:microsoft.com/office/officeart/2018/2/layout/IconVerticalSolidList"/>
    <dgm:cxn modelId="{744FBFB4-90EE-4483-8CFA-B38DF81B61AB}" type="presParOf" srcId="{8C3CEAF4-2954-4764-9F50-7D4F14345D59}" destId="{CED6868F-10F5-40F9-8470-0B7C6FA60D8E}" srcOrd="2" destOrd="0" presId="urn:microsoft.com/office/officeart/2018/2/layout/IconVerticalSolidList"/>
    <dgm:cxn modelId="{491A28E9-F6C0-4BB4-B6D6-D8A62B0E0325}" type="presParOf" srcId="{8C3CEAF4-2954-4764-9F50-7D4F14345D59}" destId="{919B2ABA-63E0-483B-8F8C-98E2B805D6C1}" srcOrd="3" destOrd="0" presId="urn:microsoft.com/office/officeart/2018/2/layout/IconVerticalSolidList"/>
    <dgm:cxn modelId="{33B7F452-2205-4867-9C2A-A5A9F6CCCC62}" type="presParOf" srcId="{365285F6-B76B-41F3-8847-997FEB9953AD}" destId="{CA507CAF-E5C9-40E6-9E14-851935DF50E5}" srcOrd="1" destOrd="0" presId="urn:microsoft.com/office/officeart/2018/2/layout/IconVerticalSolidList"/>
    <dgm:cxn modelId="{32B8DDD3-AADA-4763-BC9A-2A1EEAB5F074}" type="presParOf" srcId="{365285F6-B76B-41F3-8847-997FEB9953AD}" destId="{B1BAB5E4-767E-458F-8950-D4B4D5BD8327}" srcOrd="2" destOrd="0" presId="urn:microsoft.com/office/officeart/2018/2/layout/IconVerticalSolidList"/>
    <dgm:cxn modelId="{5D5CF630-1C37-40AF-8557-46E56D911C77}" type="presParOf" srcId="{B1BAB5E4-767E-458F-8950-D4B4D5BD8327}" destId="{47AB84EC-8DA2-4033-BB2C-5733905D885C}" srcOrd="0" destOrd="0" presId="urn:microsoft.com/office/officeart/2018/2/layout/IconVerticalSolidList"/>
    <dgm:cxn modelId="{B51DDAD7-18F2-4B35-B23E-1B768507B700}" type="presParOf" srcId="{B1BAB5E4-767E-458F-8950-D4B4D5BD8327}" destId="{80D41577-C68F-4D1A-AAD7-CA23B12793C4}" srcOrd="1" destOrd="0" presId="urn:microsoft.com/office/officeart/2018/2/layout/IconVerticalSolidList"/>
    <dgm:cxn modelId="{6E1C6B16-3E0B-416D-B372-A211F1E3FD95}" type="presParOf" srcId="{B1BAB5E4-767E-458F-8950-D4B4D5BD8327}" destId="{D84085BF-5E20-4D28-90BC-94E8DA6C44F9}" srcOrd="2" destOrd="0" presId="urn:microsoft.com/office/officeart/2018/2/layout/IconVerticalSolidList"/>
    <dgm:cxn modelId="{3A88876F-9F28-48B6-915C-828849B8F2C1}" type="presParOf" srcId="{B1BAB5E4-767E-458F-8950-D4B4D5BD8327}" destId="{305977E1-1F85-4DEB-A59D-CD19B1DB3DB7}" srcOrd="3" destOrd="0" presId="urn:microsoft.com/office/officeart/2018/2/layout/IconVerticalSolidList"/>
    <dgm:cxn modelId="{723356A6-0A54-42A6-A6CF-EA0E41C593F2}" type="presParOf" srcId="{365285F6-B76B-41F3-8847-997FEB9953AD}" destId="{9354DFAD-2884-4CA9-A998-BB415EE7DEEB}" srcOrd="3" destOrd="0" presId="urn:microsoft.com/office/officeart/2018/2/layout/IconVerticalSolidList"/>
    <dgm:cxn modelId="{CDAA9B23-C832-4A86-95FC-78A2CB1F3819}" type="presParOf" srcId="{365285F6-B76B-41F3-8847-997FEB9953AD}" destId="{E9173267-3580-470D-9720-072FDCFA643F}" srcOrd="4" destOrd="0" presId="urn:microsoft.com/office/officeart/2018/2/layout/IconVerticalSolidList"/>
    <dgm:cxn modelId="{82B36C6E-BC69-4DA7-A7FE-E5241C413C54}" type="presParOf" srcId="{E9173267-3580-470D-9720-072FDCFA643F}" destId="{0CB15F21-A4E3-4D84-B532-98F8C7652D4A}" srcOrd="0" destOrd="0" presId="urn:microsoft.com/office/officeart/2018/2/layout/IconVerticalSolidList"/>
    <dgm:cxn modelId="{996CA86E-A950-4B72-965D-336763F622E1}" type="presParOf" srcId="{E9173267-3580-470D-9720-072FDCFA643F}" destId="{CBFE0571-BDDB-4AC7-BDC9-7A0FA29D84FF}" srcOrd="1" destOrd="0" presId="urn:microsoft.com/office/officeart/2018/2/layout/IconVerticalSolidList"/>
    <dgm:cxn modelId="{BAE65D7F-2232-468A-926B-7A649384EBFC}" type="presParOf" srcId="{E9173267-3580-470D-9720-072FDCFA643F}" destId="{44A5F08E-1733-4B48-9DCD-3E47693326D6}" srcOrd="2" destOrd="0" presId="urn:microsoft.com/office/officeart/2018/2/layout/IconVerticalSolidList"/>
    <dgm:cxn modelId="{2D32439B-9849-43EC-9D3D-94B01F3B30D9}" type="presParOf" srcId="{E9173267-3580-470D-9720-072FDCFA643F}" destId="{6DFF3293-E1BD-45F2-8248-F1C94C8CDDF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3CAE11-9040-4CD7-A082-7CDA84262A1F}"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4A074E1A-0385-480A-8A25-67FF3498205B}">
      <dgm:prSet/>
      <dgm:spPr/>
      <dgm:t>
        <a:bodyPr rtlCol="1"/>
        <a:lstStyle/>
        <a:p>
          <a:pPr rtl="1"/>
          <a:r>
            <a:rPr lang="ar" dirty="0">
              <a:latin typeface="Arial"/>
              <a:cs typeface="Arial"/>
            </a:rPr>
            <a:t>يمكن أن تتخذ </a:t>
          </a:r>
          <a:r>
            <a:rPr lang="ar" b="0" dirty="0">
              <a:latin typeface="Arial"/>
              <a:cs typeface="Arial"/>
            </a:rPr>
            <a:t>مؤسسات تطوير الرياضة عدة أشكال تنظيمية </a:t>
          </a:r>
          <a:br>
            <a:rPr lang="en-US" b="0" dirty="0">
              <a:latin typeface="Arial"/>
              <a:cs typeface="Arial"/>
            </a:rPr>
          </a:br>
          <a:r>
            <a:rPr lang="ar" b="0" dirty="0">
              <a:latin typeface="Arial"/>
              <a:cs typeface="Arial"/>
            </a:rPr>
            <a:t>منها الهيكل الهرمي</a:t>
          </a:r>
          <a:r>
            <a:rPr lang="ar" dirty="0">
              <a:latin typeface="Arial"/>
              <a:cs typeface="Arial"/>
            </a:rPr>
            <a:t>، </a:t>
          </a:r>
          <a:r>
            <a:rPr lang="ar" b="0" dirty="0">
              <a:latin typeface="Arial"/>
              <a:cs typeface="Arial"/>
            </a:rPr>
            <a:t>والهيكل المسطح</a:t>
          </a:r>
          <a:r>
            <a:rPr lang="ar" dirty="0">
              <a:latin typeface="Arial"/>
              <a:cs typeface="Arial"/>
            </a:rPr>
            <a:t> </a:t>
          </a:r>
          <a:r>
            <a:rPr lang="ar" b="0" dirty="0">
              <a:latin typeface="Arial"/>
              <a:cs typeface="Arial"/>
            </a:rPr>
            <a:t>والهيكل القطاعي</a:t>
          </a:r>
          <a:r>
            <a:rPr lang="ar-EG" b="0" dirty="0">
              <a:latin typeface="Arial"/>
              <a:cs typeface="Arial"/>
            </a:rPr>
            <a:t>.</a:t>
          </a:r>
          <a:endParaRPr lang="en-US" b="0" dirty="0">
            <a:latin typeface="Arial"/>
            <a:cs typeface="Arial"/>
          </a:endParaRPr>
        </a:p>
      </dgm:t>
    </dgm:pt>
    <dgm:pt modelId="{52D2E964-4CB0-47FF-B126-DD0534596BDD}" type="parTrans" cxnId="{2C0A7F57-95D6-42E3-B7BD-B54615432858}">
      <dgm:prSet/>
      <dgm:spPr/>
      <dgm:t>
        <a:bodyPr rtlCol="1"/>
        <a:lstStyle/>
        <a:p>
          <a:pPr rtl="1"/>
          <a:endParaRPr lang="en-US"/>
        </a:p>
      </dgm:t>
    </dgm:pt>
    <dgm:pt modelId="{88C3D2EE-CBA4-47D5-A587-090E1DAEC154}" type="sibTrans" cxnId="{2C0A7F57-95D6-42E3-B7BD-B54615432858}">
      <dgm:prSet/>
      <dgm:spPr/>
      <dgm:t>
        <a:bodyPr rtlCol="1"/>
        <a:lstStyle/>
        <a:p>
          <a:pPr rtl="1"/>
          <a:endParaRPr lang="en-US"/>
        </a:p>
      </dgm:t>
    </dgm:pt>
    <dgm:pt modelId="{FFC11494-EB07-4184-BE7B-452C71247377}">
      <dgm:prSet/>
      <dgm:spPr/>
      <dgm:t>
        <a:bodyPr rtlCol="1"/>
        <a:lstStyle/>
        <a:p>
          <a:pPr rtl="1"/>
          <a:r>
            <a:rPr lang="ar" dirty="0">
              <a:latin typeface="Arial"/>
              <a:cs typeface="Arial"/>
            </a:rPr>
            <a:t>مساعدة الهياكل التنظيمية الواضحة المؤسسات على اتخاذ </a:t>
          </a:r>
          <a:br>
            <a:rPr lang="en-US" dirty="0">
              <a:latin typeface="Arial"/>
              <a:cs typeface="Arial"/>
            </a:rPr>
          </a:br>
          <a:r>
            <a:rPr lang="ar" dirty="0">
              <a:latin typeface="Arial"/>
              <a:cs typeface="Arial"/>
            </a:rPr>
            <a:t>القرارات وتنفيذ البرامج بكفاءة.</a:t>
          </a:r>
          <a:endParaRPr lang="en-US" dirty="0">
            <a:latin typeface="Arial"/>
            <a:cs typeface="Arial"/>
          </a:endParaRPr>
        </a:p>
      </dgm:t>
    </dgm:pt>
    <dgm:pt modelId="{26A77919-F732-4073-875C-DFE3C0B44865}" type="parTrans" cxnId="{7138ED95-0A69-47F5-BB73-D9C31C6D3776}">
      <dgm:prSet/>
      <dgm:spPr/>
      <dgm:t>
        <a:bodyPr rtlCol="1"/>
        <a:lstStyle/>
        <a:p>
          <a:pPr rtl="1"/>
          <a:endParaRPr lang="en-US"/>
        </a:p>
      </dgm:t>
    </dgm:pt>
    <dgm:pt modelId="{09BDA689-A90A-4B49-974C-8335DD85181E}" type="sibTrans" cxnId="{7138ED95-0A69-47F5-BB73-D9C31C6D3776}">
      <dgm:prSet/>
      <dgm:spPr/>
      <dgm:t>
        <a:bodyPr rtlCol="1"/>
        <a:lstStyle/>
        <a:p>
          <a:pPr rtl="1"/>
          <a:endParaRPr lang="en-US"/>
        </a:p>
      </dgm:t>
    </dgm:pt>
    <dgm:pt modelId="{90767B83-B52D-4371-AC5A-D7A17CA93AE8}">
      <dgm:prSet/>
      <dgm:spPr/>
      <dgm:t>
        <a:bodyPr rtlCol="1"/>
        <a:lstStyle/>
        <a:p>
          <a:pPr rtl="1"/>
          <a:r>
            <a:rPr lang="ar">
              <a:latin typeface="Arial"/>
              <a:cs typeface="Arial"/>
            </a:rPr>
            <a:t>مساعدة فهم التسلسل الإداري عند العمل داخل مؤسسات تقديم الخدمات الرياضية أو عند التعاون معها.</a:t>
          </a:r>
          <a:endParaRPr lang="en-US" dirty="0">
            <a:latin typeface="Arial"/>
            <a:cs typeface="Arial"/>
          </a:endParaRPr>
        </a:p>
      </dgm:t>
    </dgm:pt>
    <dgm:pt modelId="{6121A45B-528D-4B2A-AC63-AB77168E46CB}" type="parTrans" cxnId="{052DDDD0-0158-4F1C-B52E-15ACDE0F3CC8}">
      <dgm:prSet/>
      <dgm:spPr/>
      <dgm:t>
        <a:bodyPr rtlCol="1"/>
        <a:lstStyle/>
        <a:p>
          <a:pPr rtl="1"/>
          <a:endParaRPr lang="en-US"/>
        </a:p>
      </dgm:t>
    </dgm:pt>
    <dgm:pt modelId="{A2B834A0-6E96-4CD4-9011-58A87257FAED}" type="sibTrans" cxnId="{052DDDD0-0158-4F1C-B52E-15ACDE0F3CC8}">
      <dgm:prSet/>
      <dgm:spPr/>
      <dgm:t>
        <a:bodyPr rtlCol="1"/>
        <a:lstStyle/>
        <a:p>
          <a:pPr rtl="1"/>
          <a:endParaRPr lang="en-US"/>
        </a:p>
      </dgm:t>
    </dgm:pt>
    <dgm:pt modelId="{8A14651B-5894-44EA-95BB-005D128436FB}" type="pres">
      <dgm:prSet presAssocID="{4E3CAE11-9040-4CD7-A082-7CDA84262A1F}" presName="root" presStyleCnt="0">
        <dgm:presLayoutVars>
          <dgm:dir/>
          <dgm:resizeHandles val="exact"/>
        </dgm:presLayoutVars>
      </dgm:prSet>
      <dgm:spPr/>
    </dgm:pt>
    <dgm:pt modelId="{A3047246-4D16-4CC7-BCD8-90A18112D0DC}" type="pres">
      <dgm:prSet presAssocID="{4A074E1A-0385-480A-8A25-67FF3498205B}" presName="compNode" presStyleCnt="0"/>
      <dgm:spPr/>
    </dgm:pt>
    <dgm:pt modelId="{B3841010-172B-4475-A1F7-CD4B95A46644}" type="pres">
      <dgm:prSet presAssocID="{4A074E1A-0385-480A-8A25-67FF3498205B}" presName="bgRect" presStyleLbl="bgShp" presStyleIdx="0" presStyleCnt="3"/>
      <dgm:spPr/>
    </dgm:pt>
    <dgm:pt modelId="{86FEE7D2-BBC0-4246-9FC5-C80FF2E62D5F}" type="pres">
      <dgm:prSet presAssocID="{4A074E1A-0385-480A-8A25-67FF3498205B}" presName="iconRect" presStyleLbl="node1" presStyleIdx="0" presStyleCnt="3" custLinFactX="500000" custLinFactNeighborX="56415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2AA2DE0E-AA59-4B94-A473-227B85E77963}" type="pres">
      <dgm:prSet presAssocID="{4A074E1A-0385-480A-8A25-67FF3498205B}" presName="spaceRect" presStyleCnt="0"/>
      <dgm:spPr/>
    </dgm:pt>
    <dgm:pt modelId="{5F37362E-EAE9-445C-92B9-85AEF8554016}" type="pres">
      <dgm:prSet presAssocID="{4A074E1A-0385-480A-8A25-67FF3498205B}" presName="parTx" presStyleLbl="revTx" presStyleIdx="0" presStyleCnt="3" custLinFactNeighborX="-19214">
        <dgm:presLayoutVars>
          <dgm:chMax val="0"/>
          <dgm:chPref val="0"/>
        </dgm:presLayoutVars>
      </dgm:prSet>
      <dgm:spPr/>
    </dgm:pt>
    <dgm:pt modelId="{60328267-004E-4C21-A1CE-D660DB42990F}" type="pres">
      <dgm:prSet presAssocID="{88C3D2EE-CBA4-47D5-A587-090E1DAEC154}" presName="sibTrans" presStyleCnt="0"/>
      <dgm:spPr/>
    </dgm:pt>
    <dgm:pt modelId="{E9E4369A-E08F-4A44-BDCA-3DF276FE0AAE}" type="pres">
      <dgm:prSet presAssocID="{FFC11494-EB07-4184-BE7B-452C71247377}" presName="compNode" presStyleCnt="0"/>
      <dgm:spPr/>
    </dgm:pt>
    <dgm:pt modelId="{E7D8206F-AE02-4E8D-8641-B2E80773545F}" type="pres">
      <dgm:prSet presAssocID="{FFC11494-EB07-4184-BE7B-452C71247377}" presName="bgRect" presStyleLbl="bgShp" presStyleIdx="1" presStyleCnt="3"/>
      <dgm:spPr/>
    </dgm:pt>
    <dgm:pt modelId="{0F60ECA2-1749-4769-9E90-F2E23591E405}" type="pres">
      <dgm:prSet presAssocID="{FFC11494-EB07-4184-BE7B-452C71247377}" presName="iconRect" presStyleLbl="node1" presStyleIdx="1" presStyleCnt="3" custLinFactX="500000" custLinFactNeighborX="56415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D9082FCE-88B4-4455-BDD9-D6EEAE877D3C}" type="pres">
      <dgm:prSet presAssocID="{FFC11494-EB07-4184-BE7B-452C71247377}" presName="spaceRect" presStyleCnt="0"/>
      <dgm:spPr/>
    </dgm:pt>
    <dgm:pt modelId="{30C5AECF-5A42-4A0D-9EE7-34DA10F0923A}" type="pres">
      <dgm:prSet presAssocID="{FFC11494-EB07-4184-BE7B-452C71247377}" presName="parTx" presStyleLbl="revTx" presStyleIdx="1" presStyleCnt="3" custLinFactNeighborX="-19214">
        <dgm:presLayoutVars>
          <dgm:chMax val="0"/>
          <dgm:chPref val="0"/>
        </dgm:presLayoutVars>
      </dgm:prSet>
      <dgm:spPr/>
    </dgm:pt>
    <dgm:pt modelId="{E3D6CDF2-5FBD-4F4A-9936-17A8EC47157C}" type="pres">
      <dgm:prSet presAssocID="{09BDA689-A90A-4B49-974C-8335DD85181E}" presName="sibTrans" presStyleCnt="0"/>
      <dgm:spPr/>
    </dgm:pt>
    <dgm:pt modelId="{FA738234-36E4-4DD4-A191-AB84F0151333}" type="pres">
      <dgm:prSet presAssocID="{90767B83-B52D-4371-AC5A-D7A17CA93AE8}" presName="compNode" presStyleCnt="0"/>
      <dgm:spPr/>
    </dgm:pt>
    <dgm:pt modelId="{496C7074-229D-4A74-86C3-3FC28A514940}" type="pres">
      <dgm:prSet presAssocID="{90767B83-B52D-4371-AC5A-D7A17CA93AE8}" presName="bgRect" presStyleLbl="bgShp" presStyleIdx="2" presStyleCnt="3" custLinFactNeighborX="24913"/>
      <dgm:spPr/>
    </dgm:pt>
    <dgm:pt modelId="{BC761783-9372-4748-9A2F-06E1CF8D4570}" type="pres">
      <dgm:prSet presAssocID="{90767B83-B52D-4371-AC5A-D7A17CA93AE8}" presName="iconRect" presStyleLbl="node1" presStyleIdx="2" presStyleCnt="3" custLinFactX="500000" custLinFactNeighborX="56415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otball"/>
        </a:ext>
      </dgm:extLst>
    </dgm:pt>
    <dgm:pt modelId="{6ACDF8EB-8ED5-46C0-A473-BA987054A416}" type="pres">
      <dgm:prSet presAssocID="{90767B83-B52D-4371-AC5A-D7A17CA93AE8}" presName="spaceRect" presStyleCnt="0"/>
      <dgm:spPr/>
    </dgm:pt>
    <dgm:pt modelId="{CCBC57D8-6478-41BF-A52B-0899798C2397}" type="pres">
      <dgm:prSet presAssocID="{90767B83-B52D-4371-AC5A-D7A17CA93AE8}" presName="parTx" presStyleLbl="revTx" presStyleIdx="2" presStyleCnt="3" custLinFactNeighborX="-19214">
        <dgm:presLayoutVars>
          <dgm:chMax val="0"/>
          <dgm:chPref val="0"/>
        </dgm:presLayoutVars>
      </dgm:prSet>
      <dgm:spPr/>
    </dgm:pt>
  </dgm:ptLst>
  <dgm:cxnLst>
    <dgm:cxn modelId="{A7B1B825-0963-49FC-8800-710727085E4E}" type="presOf" srcId="{4E3CAE11-9040-4CD7-A082-7CDA84262A1F}" destId="{8A14651B-5894-44EA-95BB-005D128436FB}" srcOrd="0" destOrd="0" presId="urn:microsoft.com/office/officeart/2018/2/layout/IconVerticalSolidList"/>
    <dgm:cxn modelId="{E4EB2270-5430-4120-8066-9D5369954EFF}" type="presOf" srcId="{4A074E1A-0385-480A-8A25-67FF3498205B}" destId="{5F37362E-EAE9-445C-92B9-85AEF8554016}" srcOrd="0" destOrd="0" presId="urn:microsoft.com/office/officeart/2018/2/layout/IconVerticalSolidList"/>
    <dgm:cxn modelId="{A05ABD53-8A13-4A22-9251-6E0371E5F93B}" type="presOf" srcId="{90767B83-B52D-4371-AC5A-D7A17CA93AE8}" destId="{CCBC57D8-6478-41BF-A52B-0899798C2397}" srcOrd="0" destOrd="0" presId="urn:microsoft.com/office/officeart/2018/2/layout/IconVerticalSolidList"/>
    <dgm:cxn modelId="{2C0A7F57-95D6-42E3-B7BD-B54615432858}" srcId="{4E3CAE11-9040-4CD7-A082-7CDA84262A1F}" destId="{4A074E1A-0385-480A-8A25-67FF3498205B}" srcOrd="0" destOrd="0" parTransId="{52D2E964-4CB0-47FF-B126-DD0534596BDD}" sibTransId="{88C3D2EE-CBA4-47D5-A587-090E1DAEC154}"/>
    <dgm:cxn modelId="{29C0E179-1939-4909-8DC4-C06667B38DFA}" type="presOf" srcId="{FFC11494-EB07-4184-BE7B-452C71247377}" destId="{30C5AECF-5A42-4A0D-9EE7-34DA10F0923A}" srcOrd="0" destOrd="0" presId="urn:microsoft.com/office/officeart/2018/2/layout/IconVerticalSolidList"/>
    <dgm:cxn modelId="{7138ED95-0A69-47F5-BB73-D9C31C6D3776}" srcId="{4E3CAE11-9040-4CD7-A082-7CDA84262A1F}" destId="{FFC11494-EB07-4184-BE7B-452C71247377}" srcOrd="1" destOrd="0" parTransId="{26A77919-F732-4073-875C-DFE3C0B44865}" sibTransId="{09BDA689-A90A-4B49-974C-8335DD85181E}"/>
    <dgm:cxn modelId="{052DDDD0-0158-4F1C-B52E-15ACDE0F3CC8}" srcId="{4E3CAE11-9040-4CD7-A082-7CDA84262A1F}" destId="{90767B83-B52D-4371-AC5A-D7A17CA93AE8}" srcOrd="2" destOrd="0" parTransId="{6121A45B-528D-4B2A-AC63-AB77168E46CB}" sibTransId="{A2B834A0-6E96-4CD4-9011-58A87257FAED}"/>
    <dgm:cxn modelId="{0D085D56-3486-43E6-B915-3FF53D25FFFD}" type="presParOf" srcId="{8A14651B-5894-44EA-95BB-005D128436FB}" destId="{A3047246-4D16-4CC7-BCD8-90A18112D0DC}" srcOrd="0" destOrd="0" presId="urn:microsoft.com/office/officeart/2018/2/layout/IconVerticalSolidList"/>
    <dgm:cxn modelId="{C93ACB17-57B3-4DCE-A278-C8BA1E5AB27F}" type="presParOf" srcId="{A3047246-4D16-4CC7-BCD8-90A18112D0DC}" destId="{B3841010-172B-4475-A1F7-CD4B95A46644}" srcOrd="0" destOrd="0" presId="urn:microsoft.com/office/officeart/2018/2/layout/IconVerticalSolidList"/>
    <dgm:cxn modelId="{604B6395-5B7A-42F9-B061-DDF1B3AB8092}" type="presParOf" srcId="{A3047246-4D16-4CC7-BCD8-90A18112D0DC}" destId="{86FEE7D2-BBC0-4246-9FC5-C80FF2E62D5F}" srcOrd="1" destOrd="0" presId="urn:microsoft.com/office/officeart/2018/2/layout/IconVerticalSolidList"/>
    <dgm:cxn modelId="{B0A9E843-58C5-47F9-8008-DB2B6A51C60F}" type="presParOf" srcId="{A3047246-4D16-4CC7-BCD8-90A18112D0DC}" destId="{2AA2DE0E-AA59-4B94-A473-227B85E77963}" srcOrd="2" destOrd="0" presId="urn:microsoft.com/office/officeart/2018/2/layout/IconVerticalSolidList"/>
    <dgm:cxn modelId="{8C5B9EEF-84C9-4D6F-A2C9-2837BD510F8F}" type="presParOf" srcId="{A3047246-4D16-4CC7-BCD8-90A18112D0DC}" destId="{5F37362E-EAE9-445C-92B9-85AEF8554016}" srcOrd="3" destOrd="0" presId="urn:microsoft.com/office/officeart/2018/2/layout/IconVerticalSolidList"/>
    <dgm:cxn modelId="{22910B86-97CE-4931-9006-C1214D91CA1E}" type="presParOf" srcId="{8A14651B-5894-44EA-95BB-005D128436FB}" destId="{60328267-004E-4C21-A1CE-D660DB42990F}" srcOrd="1" destOrd="0" presId="urn:microsoft.com/office/officeart/2018/2/layout/IconVerticalSolidList"/>
    <dgm:cxn modelId="{8B5DCD0C-EBB1-4226-8EF3-2C052FD8F47D}" type="presParOf" srcId="{8A14651B-5894-44EA-95BB-005D128436FB}" destId="{E9E4369A-E08F-4A44-BDCA-3DF276FE0AAE}" srcOrd="2" destOrd="0" presId="urn:microsoft.com/office/officeart/2018/2/layout/IconVerticalSolidList"/>
    <dgm:cxn modelId="{86CBDD59-204E-455E-A572-F73341A38411}" type="presParOf" srcId="{E9E4369A-E08F-4A44-BDCA-3DF276FE0AAE}" destId="{E7D8206F-AE02-4E8D-8641-B2E80773545F}" srcOrd="0" destOrd="0" presId="urn:microsoft.com/office/officeart/2018/2/layout/IconVerticalSolidList"/>
    <dgm:cxn modelId="{D9B21351-DC74-43D4-91EA-87E6DA8FBAE0}" type="presParOf" srcId="{E9E4369A-E08F-4A44-BDCA-3DF276FE0AAE}" destId="{0F60ECA2-1749-4769-9E90-F2E23591E405}" srcOrd="1" destOrd="0" presId="urn:microsoft.com/office/officeart/2018/2/layout/IconVerticalSolidList"/>
    <dgm:cxn modelId="{BF438DB9-4B8E-4313-B9BC-BBF99F91DDC8}" type="presParOf" srcId="{E9E4369A-E08F-4A44-BDCA-3DF276FE0AAE}" destId="{D9082FCE-88B4-4455-BDD9-D6EEAE877D3C}" srcOrd="2" destOrd="0" presId="urn:microsoft.com/office/officeart/2018/2/layout/IconVerticalSolidList"/>
    <dgm:cxn modelId="{1DE411D1-8984-437D-9386-A0F870060981}" type="presParOf" srcId="{E9E4369A-E08F-4A44-BDCA-3DF276FE0AAE}" destId="{30C5AECF-5A42-4A0D-9EE7-34DA10F0923A}" srcOrd="3" destOrd="0" presId="urn:microsoft.com/office/officeart/2018/2/layout/IconVerticalSolidList"/>
    <dgm:cxn modelId="{F51F4161-EBB7-4CE9-8FBD-58B0D6FE17D5}" type="presParOf" srcId="{8A14651B-5894-44EA-95BB-005D128436FB}" destId="{E3D6CDF2-5FBD-4F4A-9936-17A8EC47157C}" srcOrd="3" destOrd="0" presId="urn:microsoft.com/office/officeart/2018/2/layout/IconVerticalSolidList"/>
    <dgm:cxn modelId="{9093E91F-311F-4221-B37B-0CF5D65EA50F}" type="presParOf" srcId="{8A14651B-5894-44EA-95BB-005D128436FB}" destId="{FA738234-36E4-4DD4-A191-AB84F0151333}" srcOrd="4" destOrd="0" presId="urn:microsoft.com/office/officeart/2018/2/layout/IconVerticalSolidList"/>
    <dgm:cxn modelId="{22A4914C-CE31-479F-BE71-45FEA84D7411}" type="presParOf" srcId="{FA738234-36E4-4DD4-A191-AB84F0151333}" destId="{496C7074-229D-4A74-86C3-3FC28A514940}" srcOrd="0" destOrd="0" presId="urn:microsoft.com/office/officeart/2018/2/layout/IconVerticalSolidList"/>
    <dgm:cxn modelId="{BD262B8F-3410-44E3-92B2-1C9F9A59DE85}" type="presParOf" srcId="{FA738234-36E4-4DD4-A191-AB84F0151333}" destId="{BC761783-9372-4748-9A2F-06E1CF8D4570}" srcOrd="1" destOrd="0" presId="urn:microsoft.com/office/officeart/2018/2/layout/IconVerticalSolidList"/>
    <dgm:cxn modelId="{4C6ED01C-80E4-4836-9402-6AF4A42138AA}" type="presParOf" srcId="{FA738234-36E4-4DD4-A191-AB84F0151333}" destId="{6ACDF8EB-8ED5-46C0-A473-BA987054A416}" srcOrd="2" destOrd="0" presId="urn:microsoft.com/office/officeart/2018/2/layout/IconVerticalSolidList"/>
    <dgm:cxn modelId="{BAA69CB7-5F70-4C26-8F53-37BDA112C805}" type="presParOf" srcId="{FA738234-36E4-4DD4-A191-AB84F0151333}" destId="{CCBC57D8-6478-41BF-A52B-0899798C239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C7992-C5FB-4296-82DF-7E5B8FF6661D}">
      <dsp:nvSpPr>
        <dsp:cNvPr id="0" name=""/>
        <dsp:cNvSpPr/>
      </dsp:nvSpPr>
      <dsp:spPr>
        <a:xfrm>
          <a:off x="0" y="584"/>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82D3D-97A7-4BC9-A66A-606450A09F38}">
      <dsp:nvSpPr>
        <dsp:cNvPr id="0" name=""/>
        <dsp:cNvSpPr/>
      </dsp:nvSpPr>
      <dsp:spPr>
        <a:xfrm>
          <a:off x="4114805" y="308141"/>
          <a:ext cx="751807" cy="7518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3CBEC9-9859-4623-AD46-DC50C22017C8}">
      <dsp:nvSpPr>
        <dsp:cNvPr id="0" name=""/>
        <dsp:cNvSpPr/>
      </dsp:nvSpPr>
      <dsp:spPr>
        <a:xfrm>
          <a:off x="0" y="584"/>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711200" rtl="1">
            <a:lnSpc>
              <a:spcPct val="10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الخدمات المقدمة من القطاع العام.</a:t>
          </a:r>
          <a:r>
            <a:rPr lang="ar" sz="1600" kern="1200" dirty="0">
              <a:latin typeface="Times New Roman" panose="02020603050405020304" pitchFamily="18" charset="0"/>
              <a:cs typeface="Times New Roman" panose="02020603050405020304" pitchFamily="18" charset="0"/>
            </a:rPr>
            <a:t> خدمات تمولها الحكومة أو المجالس المحلية (مثل المراكز الترفيهية وأحواض السباحة المجتمعية).</a:t>
          </a:r>
          <a:endParaRPr lang="en-US" sz="1600" kern="1200" dirty="0">
            <a:latin typeface="Times New Roman" panose="02020603050405020304" pitchFamily="18" charset="0"/>
            <a:cs typeface="Times New Roman" panose="02020603050405020304" pitchFamily="18" charset="0"/>
          </a:endParaRPr>
        </a:p>
      </dsp:txBody>
      <dsp:txXfrm>
        <a:off x="0" y="584"/>
        <a:ext cx="3532956" cy="1366921"/>
      </dsp:txXfrm>
    </dsp:sp>
    <dsp:sp modelId="{36879DCB-66A4-4C3B-BBA6-789CA1294532}">
      <dsp:nvSpPr>
        <dsp:cNvPr id="0" name=""/>
        <dsp:cNvSpPr/>
      </dsp:nvSpPr>
      <dsp:spPr>
        <a:xfrm>
          <a:off x="0" y="1709236"/>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E50F21-329B-45EC-BB52-99CE7ADE8FFD}">
      <dsp:nvSpPr>
        <dsp:cNvPr id="0" name=""/>
        <dsp:cNvSpPr/>
      </dsp:nvSpPr>
      <dsp:spPr>
        <a:xfrm>
          <a:off x="4114805" y="2016793"/>
          <a:ext cx="751807" cy="7518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436EDF-4DE0-482D-9D04-53E6EBCB53EF}">
      <dsp:nvSpPr>
        <dsp:cNvPr id="0" name=""/>
        <dsp:cNvSpPr/>
      </dsp:nvSpPr>
      <dsp:spPr>
        <a:xfrm>
          <a:off x="0" y="1709236"/>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711200" rtl="1">
            <a:lnSpc>
              <a:spcPct val="10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الخدمات المقدمة من القطاع الخاص</a:t>
          </a:r>
          <a:r>
            <a:rPr lang="ar" sz="1600" kern="1200" dirty="0">
              <a:latin typeface="Times New Roman" panose="02020603050405020304" pitchFamily="18" charset="0"/>
              <a:cs typeface="Times New Roman" panose="02020603050405020304" pitchFamily="18" charset="0"/>
            </a:rPr>
            <a:t> خدمات تديرها شركات أو أندية أو صالات رياضية مدفوعة (مثل سلاسل مراكز اللياقة البدنية، وأكاديميات التنس).</a:t>
          </a:r>
          <a:endParaRPr lang="en-US" sz="1600" kern="1200" dirty="0">
            <a:latin typeface="Times New Roman" panose="02020603050405020304" pitchFamily="18" charset="0"/>
            <a:cs typeface="Times New Roman" panose="02020603050405020304" pitchFamily="18" charset="0"/>
          </a:endParaRPr>
        </a:p>
      </dsp:txBody>
      <dsp:txXfrm>
        <a:off x="0" y="1709236"/>
        <a:ext cx="3532956" cy="1366921"/>
      </dsp:txXfrm>
    </dsp:sp>
    <dsp:sp modelId="{DD5EDC04-AE24-4778-9826-9276EAEEB3AE}">
      <dsp:nvSpPr>
        <dsp:cNvPr id="0" name=""/>
        <dsp:cNvSpPr/>
      </dsp:nvSpPr>
      <dsp:spPr>
        <a:xfrm>
          <a:off x="0" y="3417888"/>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430ED-5BC5-4E71-94BD-FF3A666A990E}">
      <dsp:nvSpPr>
        <dsp:cNvPr id="0" name=""/>
        <dsp:cNvSpPr/>
      </dsp:nvSpPr>
      <dsp:spPr>
        <a:xfrm>
          <a:off x="4114805" y="3725446"/>
          <a:ext cx="751807" cy="7518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B9B71D-4249-486E-9B59-48D4AC6CF8C9}">
      <dsp:nvSpPr>
        <dsp:cNvPr id="0" name=""/>
        <dsp:cNvSpPr/>
      </dsp:nvSpPr>
      <dsp:spPr>
        <a:xfrm>
          <a:off x="0" y="3417888"/>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711200" rtl="1">
            <a:lnSpc>
              <a:spcPct val="10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الخدمات المقدمة من القطاع التطوعي</a:t>
          </a:r>
          <a:r>
            <a:rPr lang="ar" sz="1600" kern="1200" dirty="0">
              <a:latin typeface="Times New Roman" panose="02020603050405020304" pitchFamily="18" charset="0"/>
              <a:cs typeface="Times New Roman" panose="02020603050405020304" pitchFamily="18" charset="0"/>
            </a:rPr>
            <a:t> خدمات يديرها متطوعون، ولا تهدف للربح، وتكون عادة على مستوى القاعدة الشعبية (مثل الأندية المحلية لكرة القدم، والجمعيات الخيرية الرياضية للشباب).</a:t>
          </a:r>
          <a:endParaRPr lang="en-US" sz="1600" kern="1200" dirty="0">
            <a:latin typeface="Times New Roman" panose="02020603050405020304" pitchFamily="18" charset="0"/>
            <a:cs typeface="Times New Roman" panose="02020603050405020304" pitchFamily="18" charset="0"/>
          </a:endParaRPr>
        </a:p>
      </dsp:txBody>
      <dsp:txXfrm>
        <a:off x="0" y="3417888"/>
        <a:ext cx="3532956" cy="13669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8F025-1B2B-D043-B3E1-9584529A52CB}">
      <dsp:nvSpPr>
        <dsp:cNvPr id="0" name=""/>
        <dsp:cNvSpPr/>
      </dsp:nvSpPr>
      <dsp:spPr>
        <a:xfrm>
          <a:off x="384900" y="2602252"/>
          <a:ext cx="322508" cy="989027"/>
        </a:xfrm>
        <a:custGeom>
          <a:avLst/>
          <a:gdLst/>
          <a:ahLst/>
          <a:cxnLst/>
          <a:rect l="0" t="0" r="0" b="0"/>
          <a:pathLst>
            <a:path>
              <a:moveTo>
                <a:pt x="0" y="0"/>
              </a:moveTo>
              <a:lnTo>
                <a:pt x="0" y="989027"/>
              </a:lnTo>
              <a:lnTo>
                <a:pt x="322508" y="9890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0C773C-137F-DB49-A9B3-4D02D0B17B15}">
      <dsp:nvSpPr>
        <dsp:cNvPr id="0" name=""/>
        <dsp:cNvSpPr/>
      </dsp:nvSpPr>
      <dsp:spPr>
        <a:xfrm>
          <a:off x="1244924" y="1075710"/>
          <a:ext cx="2601571" cy="451512"/>
        </a:xfrm>
        <a:custGeom>
          <a:avLst/>
          <a:gdLst/>
          <a:ahLst/>
          <a:cxnLst/>
          <a:rect l="0" t="0" r="0" b="0"/>
          <a:pathLst>
            <a:path>
              <a:moveTo>
                <a:pt x="2601571" y="0"/>
              </a:moveTo>
              <a:lnTo>
                <a:pt x="2601571" y="225756"/>
              </a:lnTo>
              <a:lnTo>
                <a:pt x="0" y="225756"/>
              </a:lnTo>
              <a:lnTo>
                <a:pt x="0" y="4515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3CDE77-990C-0F43-93E7-CC41E46B04F1}">
      <dsp:nvSpPr>
        <dsp:cNvPr id="0" name=""/>
        <dsp:cNvSpPr/>
      </dsp:nvSpPr>
      <dsp:spPr>
        <a:xfrm>
          <a:off x="2986472" y="2602252"/>
          <a:ext cx="322508" cy="989027"/>
        </a:xfrm>
        <a:custGeom>
          <a:avLst/>
          <a:gdLst/>
          <a:ahLst/>
          <a:cxnLst/>
          <a:rect l="0" t="0" r="0" b="0"/>
          <a:pathLst>
            <a:path>
              <a:moveTo>
                <a:pt x="0" y="0"/>
              </a:moveTo>
              <a:lnTo>
                <a:pt x="0" y="989027"/>
              </a:lnTo>
              <a:lnTo>
                <a:pt x="322508" y="9890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AF68E8-A789-A941-96E1-0B5DB506548B}">
      <dsp:nvSpPr>
        <dsp:cNvPr id="0" name=""/>
        <dsp:cNvSpPr/>
      </dsp:nvSpPr>
      <dsp:spPr>
        <a:xfrm>
          <a:off x="3800775" y="1075710"/>
          <a:ext cx="91440" cy="451512"/>
        </a:xfrm>
        <a:custGeom>
          <a:avLst/>
          <a:gdLst/>
          <a:ahLst/>
          <a:cxnLst/>
          <a:rect l="0" t="0" r="0" b="0"/>
          <a:pathLst>
            <a:path>
              <a:moveTo>
                <a:pt x="45720" y="0"/>
              </a:moveTo>
              <a:lnTo>
                <a:pt x="45720" y="4515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4A3912-CFFD-1A4C-AE3A-CEBDF665335A}">
      <dsp:nvSpPr>
        <dsp:cNvPr id="0" name=""/>
        <dsp:cNvSpPr/>
      </dsp:nvSpPr>
      <dsp:spPr>
        <a:xfrm>
          <a:off x="5588043" y="2602252"/>
          <a:ext cx="322508" cy="989027"/>
        </a:xfrm>
        <a:custGeom>
          <a:avLst/>
          <a:gdLst/>
          <a:ahLst/>
          <a:cxnLst/>
          <a:rect l="0" t="0" r="0" b="0"/>
          <a:pathLst>
            <a:path>
              <a:moveTo>
                <a:pt x="0" y="0"/>
              </a:moveTo>
              <a:lnTo>
                <a:pt x="0" y="989027"/>
              </a:lnTo>
              <a:lnTo>
                <a:pt x="322508" y="9890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66BAB3-BD55-6B45-8CA0-E379543E15D4}">
      <dsp:nvSpPr>
        <dsp:cNvPr id="0" name=""/>
        <dsp:cNvSpPr/>
      </dsp:nvSpPr>
      <dsp:spPr>
        <a:xfrm>
          <a:off x="3846495" y="1075710"/>
          <a:ext cx="2601571" cy="451512"/>
        </a:xfrm>
        <a:custGeom>
          <a:avLst/>
          <a:gdLst/>
          <a:ahLst/>
          <a:cxnLst/>
          <a:rect l="0" t="0" r="0" b="0"/>
          <a:pathLst>
            <a:path>
              <a:moveTo>
                <a:pt x="0" y="0"/>
              </a:moveTo>
              <a:lnTo>
                <a:pt x="0" y="225756"/>
              </a:lnTo>
              <a:lnTo>
                <a:pt x="2601571" y="225756"/>
              </a:lnTo>
              <a:lnTo>
                <a:pt x="2601571" y="4515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12132D-D4C1-8145-96DB-7BCA480E2662}">
      <dsp:nvSpPr>
        <dsp:cNvPr id="0" name=""/>
        <dsp:cNvSpPr/>
      </dsp:nvSpPr>
      <dsp:spPr>
        <a:xfrm>
          <a:off x="1858088" y="680"/>
          <a:ext cx="3976813" cy="1075029"/>
        </a:xfrm>
        <a:prstGeom prst="rect">
          <a:avLst/>
        </a:prstGeom>
        <a:solidFill>
          <a:srgbClr val="E0A6C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الهيكل التنظيمي</a:t>
          </a:r>
          <a:endParaRPr lang="en-GB" sz="3900" kern="1200" dirty="0">
            <a:latin typeface="Times New Roman" panose="02020603050405020304" pitchFamily="18" charset="0"/>
            <a:cs typeface="Times New Roman" panose="02020603050405020304" pitchFamily="18" charset="0"/>
          </a:endParaRPr>
        </a:p>
      </dsp:txBody>
      <dsp:txXfrm>
        <a:off x="1858088" y="680"/>
        <a:ext cx="3976813" cy="1075029"/>
      </dsp:txXfrm>
    </dsp:sp>
    <dsp:sp modelId="{E8FA97D0-8A9C-A841-A38B-CB158C4C8C0B}">
      <dsp:nvSpPr>
        <dsp:cNvPr id="0" name=""/>
        <dsp:cNvSpPr/>
      </dsp:nvSpPr>
      <dsp:spPr>
        <a:xfrm>
          <a:off x="5373037" y="1527222"/>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اللجان</a:t>
          </a:r>
        </a:p>
      </dsp:txBody>
      <dsp:txXfrm>
        <a:off x="5373037" y="1527222"/>
        <a:ext cx="2150058" cy="1075029"/>
      </dsp:txXfrm>
    </dsp:sp>
    <dsp:sp modelId="{0339E293-C4C6-FB43-A56C-D917100C2A24}">
      <dsp:nvSpPr>
        <dsp:cNvPr id="0" name=""/>
        <dsp:cNvSpPr/>
      </dsp:nvSpPr>
      <dsp:spPr>
        <a:xfrm>
          <a:off x="5910552" y="3053764"/>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الفرق المجتمعية</a:t>
          </a:r>
          <a:endParaRPr lang="en-GB" sz="3900" kern="1200" dirty="0">
            <a:latin typeface="Times New Roman" panose="02020603050405020304" pitchFamily="18" charset="0"/>
            <a:cs typeface="Times New Roman" panose="02020603050405020304" pitchFamily="18" charset="0"/>
          </a:endParaRPr>
        </a:p>
      </dsp:txBody>
      <dsp:txXfrm>
        <a:off x="5910552" y="3053764"/>
        <a:ext cx="2150058" cy="1075029"/>
      </dsp:txXfrm>
    </dsp:sp>
    <dsp:sp modelId="{6A4FC75B-02D7-A647-8075-DB3D072257D3}">
      <dsp:nvSpPr>
        <dsp:cNvPr id="0" name=""/>
        <dsp:cNvSpPr/>
      </dsp:nvSpPr>
      <dsp:spPr>
        <a:xfrm>
          <a:off x="2771466" y="1527222"/>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فرق العمل</a:t>
          </a:r>
        </a:p>
      </dsp:txBody>
      <dsp:txXfrm>
        <a:off x="2771466" y="1527222"/>
        <a:ext cx="2150058" cy="1075029"/>
      </dsp:txXfrm>
    </dsp:sp>
    <dsp:sp modelId="{F7D6D189-A718-FD40-921F-22D9B1308615}">
      <dsp:nvSpPr>
        <dsp:cNvPr id="0" name=""/>
        <dsp:cNvSpPr/>
      </dsp:nvSpPr>
      <dsp:spPr>
        <a:xfrm>
          <a:off x="3308980" y="3053764"/>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الموظَّفون</a:t>
          </a:r>
        </a:p>
      </dsp:txBody>
      <dsp:txXfrm>
        <a:off x="3308980" y="3053764"/>
        <a:ext cx="2150058" cy="1075029"/>
      </dsp:txXfrm>
    </dsp:sp>
    <dsp:sp modelId="{DB625CF6-E057-F949-9540-D344B38EF562}">
      <dsp:nvSpPr>
        <dsp:cNvPr id="0" name=""/>
        <dsp:cNvSpPr/>
      </dsp:nvSpPr>
      <dsp:spPr>
        <a:xfrm>
          <a:off x="169894" y="1527222"/>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المنتديات</a:t>
          </a:r>
        </a:p>
      </dsp:txBody>
      <dsp:txXfrm>
        <a:off x="169894" y="1527222"/>
        <a:ext cx="2150058" cy="1075029"/>
      </dsp:txXfrm>
    </dsp:sp>
    <dsp:sp modelId="{B3BB5CD9-1F34-0F47-ACCB-3277D953E46D}">
      <dsp:nvSpPr>
        <dsp:cNvPr id="0" name=""/>
        <dsp:cNvSpPr/>
      </dsp:nvSpPr>
      <dsp:spPr>
        <a:xfrm>
          <a:off x="707409" y="3053764"/>
          <a:ext cx="2150058" cy="10750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1733550" rtl="1">
            <a:lnSpc>
              <a:spcPct val="90000"/>
            </a:lnSpc>
            <a:spcBef>
              <a:spcPct val="0"/>
            </a:spcBef>
            <a:spcAft>
              <a:spcPct val="35000"/>
            </a:spcAft>
            <a:buNone/>
          </a:pPr>
          <a:r>
            <a:rPr lang="ar" sz="3900" kern="1200" dirty="0">
              <a:latin typeface="Times New Roman" panose="02020603050405020304" pitchFamily="18" charset="0"/>
              <a:cs typeface="Times New Roman" panose="02020603050405020304" pitchFamily="18" charset="0"/>
            </a:rPr>
            <a:t>فرق الاستشارة</a:t>
          </a:r>
        </a:p>
      </dsp:txBody>
      <dsp:txXfrm>
        <a:off x="707409" y="3053764"/>
        <a:ext cx="2150058" cy="1075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9A9AB-CB5C-3A4C-993B-BB8B6BD8594E}">
      <dsp:nvSpPr>
        <dsp:cNvPr id="0" name=""/>
        <dsp:cNvSpPr/>
      </dsp:nvSpPr>
      <dsp:spPr>
        <a:xfrm>
          <a:off x="1613302" y="0"/>
          <a:ext cx="5272360" cy="527236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DB59FE-13AA-084A-9DFB-8F39BECD6EEF}">
      <dsp:nvSpPr>
        <dsp:cNvPr id="0" name=""/>
        <dsp:cNvSpPr/>
      </dsp:nvSpPr>
      <dsp:spPr>
        <a:xfrm>
          <a:off x="844209" y="527750"/>
          <a:ext cx="3427034" cy="937079"/>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EG" sz="1200" b="1" kern="1200" dirty="0">
              <a:latin typeface="Times New Roman" panose="02020603050405020304" pitchFamily="18" charset="0"/>
              <a:cs typeface="Times New Roman" panose="02020603050405020304" pitchFamily="18" charset="0"/>
            </a:rPr>
            <a:t>التميّز</a:t>
          </a:r>
          <a:endParaRPr lang="ar" sz="1200" b="1" kern="1200" dirty="0">
            <a:latin typeface="Times New Roman" panose="02020603050405020304" pitchFamily="18" charset="0"/>
            <a:cs typeface="Times New Roman" panose="02020603050405020304" pitchFamily="18" charset="0"/>
          </a:endParaRP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أعلى مستوى في ممارسة الرياضة؛ على المستوى الوطني </a:t>
          </a:r>
          <a:br>
            <a:rPr lang="en-US" sz="1200" kern="1200" dirty="0">
              <a:latin typeface="Times New Roman" panose="02020603050405020304" pitchFamily="18" charset="0"/>
              <a:cs typeface="Times New Roman" panose="02020603050405020304" pitchFamily="18" charset="0"/>
            </a:rPr>
          </a:br>
          <a:r>
            <a:rPr lang="ar" sz="1200" kern="1200" dirty="0">
              <a:latin typeface="Times New Roman" panose="02020603050405020304" pitchFamily="18" charset="0"/>
              <a:cs typeface="Times New Roman" panose="02020603050405020304" pitchFamily="18" charset="0"/>
            </a:rPr>
            <a:t>أو الدولي</a:t>
          </a:r>
          <a:r>
            <a:rPr lang="en-US" sz="1200" kern="1200" dirty="0">
              <a:latin typeface="Times New Roman" panose="02020603050405020304" pitchFamily="18" charset="0"/>
              <a:cs typeface="Times New Roman" panose="02020603050405020304" pitchFamily="18" charset="0"/>
            </a:rPr>
            <a:t> </a:t>
          </a:r>
          <a:r>
            <a:rPr lang="ar" sz="1200" kern="1200" dirty="0">
              <a:latin typeface="Times New Roman" panose="02020603050405020304" pitchFamily="18" charset="0"/>
              <a:cs typeface="Times New Roman" panose="02020603050405020304" pitchFamily="18" charset="0"/>
            </a:rPr>
            <a:t>ويشمل الرياضيين المحترفين والأولمبيين</a:t>
          </a:r>
          <a:r>
            <a:rPr lang="ar-EG" sz="1200" kern="1200" dirty="0">
              <a:latin typeface="Times New Roman" panose="02020603050405020304" pitchFamily="18" charset="0"/>
              <a:cs typeface="Times New Roman" panose="02020603050405020304" pitchFamily="18" charset="0"/>
            </a:rPr>
            <a:t>.</a:t>
          </a:r>
          <a:endParaRPr lang="ar" sz="1200" kern="1200" dirty="0">
            <a:latin typeface="Times New Roman" panose="02020603050405020304" pitchFamily="18" charset="0"/>
            <a:cs typeface="Times New Roman" panose="02020603050405020304" pitchFamily="18" charset="0"/>
          </a:endParaRPr>
        </a:p>
      </dsp:txBody>
      <dsp:txXfrm>
        <a:off x="889953" y="573494"/>
        <a:ext cx="3335546" cy="845591"/>
      </dsp:txXfrm>
    </dsp:sp>
    <dsp:sp modelId="{79F3D648-1383-E74A-890B-FB93C750ECFD}">
      <dsp:nvSpPr>
        <dsp:cNvPr id="0" name=""/>
        <dsp:cNvSpPr/>
      </dsp:nvSpPr>
      <dsp:spPr>
        <a:xfrm>
          <a:off x="822447" y="1581965"/>
          <a:ext cx="3427034" cy="937079"/>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b="1" kern="1200" dirty="0">
              <a:latin typeface="Times New Roman" panose="02020603050405020304" pitchFamily="18" charset="0"/>
              <a:cs typeface="Times New Roman" panose="02020603050405020304" pitchFamily="18" charset="0"/>
            </a:rPr>
            <a:t>الأداء</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ممارسة رياضة تنافسية مصحوبة بالتدريب المنظّم،</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وتضم الرياضيين على مستوى المحافظة أو الإقليم </a:t>
          </a:r>
          <a:br>
            <a:rPr lang="en-US" sz="1200" kern="1200" dirty="0">
              <a:latin typeface="Times New Roman" panose="02020603050405020304" pitchFamily="18" charset="0"/>
              <a:cs typeface="Times New Roman" panose="02020603050405020304" pitchFamily="18" charset="0"/>
            </a:rPr>
          </a:br>
          <a:r>
            <a:rPr lang="ar" sz="1200" kern="1200" dirty="0">
              <a:latin typeface="Times New Roman" panose="02020603050405020304" pitchFamily="18" charset="0"/>
              <a:cs typeface="Times New Roman" panose="02020603050405020304" pitchFamily="18" charset="0"/>
            </a:rPr>
            <a:t>أو الأكاديميات الرياضية</a:t>
          </a:r>
          <a:r>
            <a:rPr lang="ar-EG" sz="1200" kern="1200" dirty="0">
              <a:latin typeface="Times New Roman" panose="02020603050405020304" pitchFamily="18" charset="0"/>
              <a:cs typeface="Times New Roman" panose="02020603050405020304" pitchFamily="18" charset="0"/>
            </a:rPr>
            <a:t>.</a:t>
          </a:r>
          <a:endParaRPr lang="ar" sz="1200" kern="1200" dirty="0">
            <a:latin typeface="Times New Roman" panose="02020603050405020304" pitchFamily="18" charset="0"/>
            <a:cs typeface="Times New Roman" panose="02020603050405020304" pitchFamily="18" charset="0"/>
          </a:endParaRPr>
        </a:p>
      </dsp:txBody>
      <dsp:txXfrm>
        <a:off x="868191" y="1627709"/>
        <a:ext cx="3335546" cy="845591"/>
      </dsp:txXfrm>
    </dsp:sp>
    <dsp:sp modelId="{D0100CC7-F96F-1D48-A042-B292BD175248}">
      <dsp:nvSpPr>
        <dsp:cNvPr id="0" name=""/>
        <dsp:cNvSpPr/>
      </dsp:nvSpPr>
      <dsp:spPr>
        <a:xfrm>
          <a:off x="822447" y="2636180"/>
          <a:ext cx="3427034" cy="937079"/>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b="1" kern="1200" dirty="0">
              <a:latin typeface="Times New Roman" panose="02020603050405020304" pitchFamily="18" charset="0"/>
              <a:cs typeface="Times New Roman" panose="02020603050405020304" pitchFamily="18" charset="0"/>
            </a:rPr>
            <a:t>المشاركة</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مشاركة منتظمة وممتعة في الرياضة أو التمارين البدنية</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وتشمل ممارسة الرياضة في الأندية، والفرق المدرسية، وحصص اللياقة البدنية</a:t>
          </a:r>
          <a:r>
            <a:rPr lang="ar-EG" sz="1200" kern="1200" dirty="0">
              <a:latin typeface="Times New Roman" panose="02020603050405020304" pitchFamily="18" charset="0"/>
              <a:cs typeface="Times New Roman" panose="02020603050405020304" pitchFamily="18" charset="0"/>
            </a:rPr>
            <a:t>.</a:t>
          </a:r>
          <a:endParaRPr lang="ar" sz="1200" kern="1200" dirty="0">
            <a:latin typeface="Times New Roman" panose="02020603050405020304" pitchFamily="18" charset="0"/>
            <a:cs typeface="Times New Roman" panose="02020603050405020304" pitchFamily="18" charset="0"/>
          </a:endParaRPr>
        </a:p>
      </dsp:txBody>
      <dsp:txXfrm>
        <a:off x="868191" y="2681924"/>
        <a:ext cx="3335546" cy="845591"/>
      </dsp:txXfrm>
    </dsp:sp>
    <dsp:sp modelId="{265D7CD0-26F0-B742-B870-2F0FAE8B41D6}">
      <dsp:nvSpPr>
        <dsp:cNvPr id="0" name=""/>
        <dsp:cNvSpPr/>
      </dsp:nvSpPr>
      <dsp:spPr>
        <a:xfrm>
          <a:off x="822447" y="3690394"/>
          <a:ext cx="3427034" cy="937079"/>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b="1" kern="1200" dirty="0">
              <a:latin typeface="Times New Roman" panose="02020603050405020304" pitchFamily="18" charset="0"/>
              <a:cs typeface="Times New Roman" panose="02020603050405020304" pitchFamily="18" charset="0"/>
            </a:rPr>
            <a:t>التأسيس</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نشاطات تهدف إلى التعريف بالحركات الأساسية والنشاط البدني</a:t>
          </a:r>
        </a:p>
        <a:p>
          <a:pPr marL="0" lvl="0" indent="0" algn="ctr" defTabSz="53340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وتُمارس غالبًا في دروس التربية البدنية في المدارس الابتدائية أو في جلسات اللعب المجتمعية.</a:t>
          </a:r>
        </a:p>
      </dsp:txBody>
      <dsp:txXfrm>
        <a:off x="868191" y="3736138"/>
        <a:ext cx="3335546" cy="8455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7C1BC-62F1-FE4E-B075-AA8E26B3944B}">
      <dsp:nvSpPr>
        <dsp:cNvPr id="0" name=""/>
        <dsp:cNvSpPr/>
      </dsp:nvSpPr>
      <dsp:spPr>
        <a:xfrm>
          <a:off x="1426729" y="69400"/>
          <a:ext cx="1174028" cy="117402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تنمية المهارات</a:t>
          </a:r>
        </a:p>
      </dsp:txBody>
      <dsp:txXfrm>
        <a:off x="1598661" y="241332"/>
        <a:ext cx="830164" cy="830164"/>
      </dsp:txXfrm>
    </dsp:sp>
    <dsp:sp modelId="{1820A5E8-F9BA-FB42-8517-55D69ED9D248}">
      <dsp:nvSpPr>
        <dsp:cNvPr id="0" name=""/>
        <dsp:cNvSpPr/>
      </dsp:nvSpPr>
      <dsp:spPr>
        <a:xfrm rot="8640000">
          <a:off x="1152394" y="970921"/>
          <a:ext cx="311566" cy="39623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a:p>
      </dsp:txBody>
      <dsp:txXfrm rot="10800000">
        <a:off x="1236938" y="1022698"/>
        <a:ext cx="218096" cy="237740"/>
      </dsp:txXfrm>
    </dsp:sp>
    <dsp:sp modelId="{631205C4-7669-B14A-B9BE-0621325979E0}">
      <dsp:nvSpPr>
        <dsp:cNvPr id="0" name=""/>
        <dsp:cNvSpPr/>
      </dsp:nvSpPr>
      <dsp:spPr>
        <a:xfrm>
          <a:off x="1330" y="1105013"/>
          <a:ext cx="1174028" cy="117402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زيادة معدلات النشاط البدني</a:t>
          </a:r>
        </a:p>
      </dsp:txBody>
      <dsp:txXfrm>
        <a:off x="173262" y="1276945"/>
        <a:ext cx="830164" cy="830164"/>
      </dsp:txXfrm>
    </dsp:sp>
    <dsp:sp modelId="{02A780DC-229F-5644-ADC9-45893853E1C5}">
      <dsp:nvSpPr>
        <dsp:cNvPr id="0" name=""/>
        <dsp:cNvSpPr/>
      </dsp:nvSpPr>
      <dsp:spPr>
        <a:xfrm rot="4320000">
          <a:off x="702063" y="2323352"/>
          <a:ext cx="311566" cy="39623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a:p>
      </dsp:txBody>
      <dsp:txXfrm>
        <a:off x="734356" y="2358151"/>
        <a:ext cx="218096" cy="237740"/>
      </dsp:txXfrm>
    </dsp:sp>
    <dsp:sp modelId="{7A99B91B-66DE-474C-A7A0-8E6E55914F69}">
      <dsp:nvSpPr>
        <dsp:cNvPr id="0" name=""/>
        <dsp:cNvSpPr/>
      </dsp:nvSpPr>
      <dsp:spPr>
        <a:xfrm>
          <a:off x="545784" y="2780670"/>
          <a:ext cx="1174028" cy="117402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تحسين الصحة والعافية</a:t>
          </a:r>
        </a:p>
      </dsp:txBody>
      <dsp:txXfrm>
        <a:off x="717716" y="2952602"/>
        <a:ext cx="830164" cy="830164"/>
      </dsp:txXfrm>
    </dsp:sp>
    <dsp:sp modelId="{8562AD05-0176-864D-ADB9-D5A3191A1FC0}">
      <dsp:nvSpPr>
        <dsp:cNvPr id="0" name=""/>
        <dsp:cNvSpPr/>
      </dsp:nvSpPr>
      <dsp:spPr>
        <a:xfrm>
          <a:off x="1849142" y="3169567"/>
          <a:ext cx="311566" cy="39623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a:p>
      </dsp:txBody>
      <dsp:txXfrm>
        <a:off x="1849142" y="3248814"/>
        <a:ext cx="218096" cy="237740"/>
      </dsp:txXfrm>
    </dsp:sp>
    <dsp:sp modelId="{8514CE91-56D4-E24D-B0AD-D70AA18716FE}">
      <dsp:nvSpPr>
        <dsp:cNvPr id="0" name=""/>
        <dsp:cNvSpPr/>
      </dsp:nvSpPr>
      <dsp:spPr>
        <a:xfrm>
          <a:off x="2307674" y="2780670"/>
          <a:ext cx="1174028" cy="117402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استهداف الفئات الأكثر عرضة للخطر</a:t>
          </a:r>
        </a:p>
      </dsp:txBody>
      <dsp:txXfrm>
        <a:off x="2479606" y="2952602"/>
        <a:ext cx="830164" cy="830164"/>
      </dsp:txXfrm>
    </dsp:sp>
    <dsp:sp modelId="{FEB41B72-A577-2545-A16C-5DE1DA6C87EC}">
      <dsp:nvSpPr>
        <dsp:cNvPr id="0" name=""/>
        <dsp:cNvSpPr/>
      </dsp:nvSpPr>
      <dsp:spPr>
        <a:xfrm rot="17280000">
          <a:off x="3008407" y="2340125"/>
          <a:ext cx="311566" cy="39623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a:p>
      </dsp:txBody>
      <dsp:txXfrm>
        <a:off x="3040700" y="2463820"/>
        <a:ext cx="218096" cy="237740"/>
      </dsp:txXfrm>
    </dsp:sp>
    <dsp:sp modelId="{D809A029-5619-1F4B-BA35-A494935AB113}">
      <dsp:nvSpPr>
        <dsp:cNvPr id="0" name=""/>
        <dsp:cNvSpPr/>
      </dsp:nvSpPr>
      <dsp:spPr>
        <a:xfrm>
          <a:off x="2852128" y="1105013"/>
          <a:ext cx="1174028" cy="117402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تعزيز المشاركة المُستدامة</a:t>
          </a:r>
        </a:p>
      </dsp:txBody>
      <dsp:txXfrm>
        <a:off x="3024060" y="1276945"/>
        <a:ext cx="830164" cy="830164"/>
      </dsp:txXfrm>
    </dsp:sp>
    <dsp:sp modelId="{618F365D-AB25-864B-81DF-468BFA7F64F6}">
      <dsp:nvSpPr>
        <dsp:cNvPr id="0" name=""/>
        <dsp:cNvSpPr/>
      </dsp:nvSpPr>
      <dsp:spPr>
        <a:xfrm rot="12960000">
          <a:off x="2577794" y="981287"/>
          <a:ext cx="311566" cy="39623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a:p>
      </dsp:txBody>
      <dsp:txXfrm rot="10800000">
        <a:off x="2662338" y="1088004"/>
        <a:ext cx="218096" cy="2377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E7F163-C174-4C3A-9ADF-6264A4E72292}">
      <dsp:nvSpPr>
        <dsp:cNvPr id="0" name=""/>
        <dsp:cNvSpPr/>
      </dsp:nvSpPr>
      <dsp:spPr>
        <a:xfrm>
          <a:off x="0" y="584"/>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E1BB2D-B6D9-4265-B693-20B23A395E3D}">
      <dsp:nvSpPr>
        <dsp:cNvPr id="0" name=""/>
        <dsp:cNvSpPr/>
      </dsp:nvSpPr>
      <dsp:spPr>
        <a:xfrm>
          <a:off x="3926740" y="308141"/>
          <a:ext cx="751807" cy="7518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9B2ABA-63E0-483B-8F8C-98E2B805D6C1}">
      <dsp:nvSpPr>
        <dsp:cNvPr id="0" name=""/>
        <dsp:cNvSpPr/>
      </dsp:nvSpPr>
      <dsp:spPr>
        <a:xfrm>
          <a:off x="0" y="584"/>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1111250" rtl="1">
            <a:lnSpc>
              <a:spcPct val="90000"/>
            </a:lnSpc>
            <a:spcBef>
              <a:spcPct val="0"/>
            </a:spcBef>
            <a:spcAft>
              <a:spcPct val="35000"/>
            </a:spcAft>
            <a:buNone/>
          </a:pPr>
          <a:r>
            <a:rPr lang="ar" sz="2500" kern="1200" dirty="0">
              <a:latin typeface="Arial"/>
              <a:cs typeface="Arial"/>
            </a:rPr>
            <a:t>تصميم الجلسات الرياضية </a:t>
          </a:r>
          <a:br>
            <a:rPr lang="en-US" sz="2500" kern="1200" dirty="0">
              <a:latin typeface="Arial"/>
              <a:cs typeface="Arial"/>
            </a:rPr>
          </a:br>
          <a:r>
            <a:rPr lang="ar" sz="2500" b="0" kern="1200" dirty="0">
              <a:latin typeface="Arial"/>
              <a:cs typeface="Arial"/>
            </a:rPr>
            <a:t>مع مراعاة إمكانية الوصول </a:t>
          </a:r>
          <a:br>
            <a:rPr lang="en-US" sz="2500" b="0" kern="1200" dirty="0">
              <a:latin typeface="Arial"/>
              <a:cs typeface="Arial"/>
            </a:rPr>
          </a:br>
          <a:r>
            <a:rPr lang="ar" sz="2500" b="1" kern="1200" dirty="0">
              <a:latin typeface="Arial"/>
              <a:cs typeface="Arial"/>
            </a:rPr>
            <a:t>و</a:t>
          </a:r>
          <a:r>
            <a:rPr lang="ar" sz="2500" b="0" kern="1200" dirty="0">
              <a:latin typeface="Arial"/>
              <a:cs typeface="Arial"/>
            </a:rPr>
            <a:t> الدعم</a:t>
          </a:r>
          <a:r>
            <a:rPr lang="ar" sz="2500" kern="1200" dirty="0">
              <a:latin typeface="Arial"/>
              <a:cs typeface="Arial"/>
            </a:rPr>
            <a:t> والتحفيز</a:t>
          </a:r>
          <a:r>
            <a:rPr lang="ar-EG" sz="2500" kern="1200" dirty="0">
              <a:latin typeface="Arial"/>
              <a:cs typeface="Arial"/>
            </a:rPr>
            <a:t>.</a:t>
          </a:r>
          <a:endParaRPr lang="en-US" sz="2500" kern="1200" dirty="0">
            <a:latin typeface="Arial"/>
            <a:cs typeface="Arial"/>
          </a:endParaRPr>
        </a:p>
      </dsp:txBody>
      <dsp:txXfrm>
        <a:off x="0" y="584"/>
        <a:ext cx="3532956" cy="1366921"/>
      </dsp:txXfrm>
    </dsp:sp>
    <dsp:sp modelId="{47AB84EC-8DA2-4033-BB2C-5733905D885C}">
      <dsp:nvSpPr>
        <dsp:cNvPr id="0" name=""/>
        <dsp:cNvSpPr/>
      </dsp:nvSpPr>
      <dsp:spPr>
        <a:xfrm>
          <a:off x="0" y="1709236"/>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D41577-C68F-4D1A-AAD7-CA23B12793C4}">
      <dsp:nvSpPr>
        <dsp:cNvPr id="0" name=""/>
        <dsp:cNvSpPr/>
      </dsp:nvSpPr>
      <dsp:spPr>
        <a:xfrm>
          <a:off x="3926740" y="2016793"/>
          <a:ext cx="751807" cy="7518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5977E1-1F85-4DEB-A59D-CD19B1DB3DB7}">
      <dsp:nvSpPr>
        <dsp:cNvPr id="0" name=""/>
        <dsp:cNvSpPr/>
      </dsp:nvSpPr>
      <dsp:spPr>
        <a:xfrm>
          <a:off x="0" y="1709236"/>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1111250" rtl="1">
            <a:lnSpc>
              <a:spcPct val="90000"/>
            </a:lnSpc>
            <a:spcBef>
              <a:spcPct val="0"/>
            </a:spcBef>
            <a:spcAft>
              <a:spcPct val="35000"/>
            </a:spcAft>
            <a:buNone/>
          </a:pPr>
          <a:r>
            <a:rPr lang="ar" sz="2500" kern="1200" dirty="0">
              <a:latin typeface="Arial"/>
              <a:cs typeface="Arial"/>
            </a:rPr>
            <a:t>صمم النشاطات بما يتناسب </a:t>
          </a:r>
          <a:br>
            <a:rPr lang="en-US" sz="2500" kern="1200" dirty="0">
              <a:latin typeface="Arial"/>
              <a:cs typeface="Arial"/>
            </a:rPr>
          </a:br>
          <a:r>
            <a:rPr lang="ar" sz="2500" kern="1200" dirty="0">
              <a:latin typeface="Arial"/>
              <a:cs typeface="Arial"/>
            </a:rPr>
            <a:t>مع احتياجات الفئات المستهدفة.</a:t>
          </a:r>
          <a:endParaRPr lang="en-US" sz="2500" kern="1200" dirty="0">
            <a:latin typeface="Arial"/>
            <a:cs typeface="Arial"/>
          </a:endParaRPr>
        </a:p>
      </dsp:txBody>
      <dsp:txXfrm>
        <a:off x="0" y="1709236"/>
        <a:ext cx="3532956" cy="1366921"/>
      </dsp:txXfrm>
    </dsp:sp>
    <dsp:sp modelId="{0CB15F21-A4E3-4D84-B532-98F8C7652D4A}">
      <dsp:nvSpPr>
        <dsp:cNvPr id="0" name=""/>
        <dsp:cNvSpPr/>
      </dsp:nvSpPr>
      <dsp:spPr>
        <a:xfrm>
          <a:off x="0" y="3417888"/>
          <a:ext cx="5111751" cy="13669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E0571-BDDB-4AC7-BDC9-7A0FA29D84FF}">
      <dsp:nvSpPr>
        <dsp:cNvPr id="0" name=""/>
        <dsp:cNvSpPr/>
      </dsp:nvSpPr>
      <dsp:spPr>
        <a:xfrm>
          <a:off x="3926740" y="3725446"/>
          <a:ext cx="751807" cy="7518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FF3293-E1BD-45F2-8248-F1C94C8CDDFB}">
      <dsp:nvSpPr>
        <dsp:cNvPr id="0" name=""/>
        <dsp:cNvSpPr/>
      </dsp:nvSpPr>
      <dsp:spPr>
        <a:xfrm>
          <a:off x="0" y="3417888"/>
          <a:ext cx="3532956" cy="136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666" tIns="144666" rIns="144666" bIns="144666" numCol="1" spcCol="1270" rtlCol="1" anchor="ctr" anchorCtr="0">
          <a:noAutofit/>
        </a:bodyPr>
        <a:lstStyle/>
        <a:p>
          <a:pPr marL="0" lvl="0" indent="0" algn="r" defTabSz="1111250" rtl="1">
            <a:lnSpc>
              <a:spcPct val="90000"/>
            </a:lnSpc>
            <a:spcBef>
              <a:spcPct val="0"/>
            </a:spcBef>
            <a:spcAft>
              <a:spcPct val="35000"/>
            </a:spcAft>
            <a:buNone/>
          </a:pPr>
          <a:r>
            <a:rPr lang="ar" sz="2500" kern="1200">
              <a:latin typeface="Arial"/>
              <a:cs typeface="Arial"/>
            </a:rPr>
            <a:t>راقب البرامج وعدّلها باستمرار لضمان الشمول والمشاركة.</a:t>
          </a:r>
          <a:endParaRPr lang="en-US" sz="2500" kern="1200" dirty="0">
            <a:latin typeface="Arial"/>
            <a:cs typeface="Arial"/>
          </a:endParaRPr>
        </a:p>
      </dsp:txBody>
      <dsp:txXfrm>
        <a:off x="0" y="3417888"/>
        <a:ext cx="3532956" cy="136692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41010-172B-4475-A1F7-CD4B95A46644}">
      <dsp:nvSpPr>
        <dsp:cNvPr id="0" name=""/>
        <dsp:cNvSpPr/>
      </dsp:nvSpPr>
      <dsp:spPr>
        <a:xfrm>
          <a:off x="0" y="493"/>
          <a:ext cx="8207375" cy="115437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FEE7D2-BBC0-4246-9FC5-C80FF2E62D5F}">
      <dsp:nvSpPr>
        <dsp:cNvPr id="0" name=""/>
        <dsp:cNvSpPr/>
      </dsp:nvSpPr>
      <dsp:spPr>
        <a:xfrm>
          <a:off x="7105601" y="260228"/>
          <a:ext cx="634908" cy="6349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37362E-EAE9-445C-92B9-85AEF8554016}">
      <dsp:nvSpPr>
        <dsp:cNvPr id="0" name=""/>
        <dsp:cNvSpPr/>
      </dsp:nvSpPr>
      <dsp:spPr>
        <a:xfrm>
          <a:off x="12524" y="493"/>
          <a:ext cx="6874067" cy="1154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72" tIns="122172" rIns="122172" bIns="122172" numCol="1" spcCol="1270" rtlCol="1" anchor="ctr" anchorCtr="0">
          <a:noAutofit/>
        </a:bodyPr>
        <a:lstStyle/>
        <a:p>
          <a:pPr marL="0" lvl="0" indent="0" algn="r" defTabSz="1111250" rtl="1">
            <a:lnSpc>
              <a:spcPct val="90000"/>
            </a:lnSpc>
            <a:spcBef>
              <a:spcPct val="0"/>
            </a:spcBef>
            <a:spcAft>
              <a:spcPct val="35000"/>
            </a:spcAft>
            <a:buNone/>
          </a:pPr>
          <a:r>
            <a:rPr lang="ar" sz="2500" kern="1200" dirty="0">
              <a:latin typeface="Arial"/>
              <a:cs typeface="Arial"/>
            </a:rPr>
            <a:t>يمكن أن تتخذ </a:t>
          </a:r>
          <a:r>
            <a:rPr lang="ar" sz="2500" b="0" kern="1200" dirty="0">
              <a:latin typeface="Arial"/>
              <a:cs typeface="Arial"/>
            </a:rPr>
            <a:t>مؤسسات تطوير الرياضة عدة أشكال تنظيمية </a:t>
          </a:r>
          <a:br>
            <a:rPr lang="en-US" sz="2500" b="0" kern="1200" dirty="0">
              <a:latin typeface="Arial"/>
              <a:cs typeface="Arial"/>
            </a:rPr>
          </a:br>
          <a:r>
            <a:rPr lang="ar" sz="2500" b="0" kern="1200" dirty="0">
              <a:latin typeface="Arial"/>
              <a:cs typeface="Arial"/>
            </a:rPr>
            <a:t>منها الهيكل الهرمي</a:t>
          </a:r>
          <a:r>
            <a:rPr lang="ar" sz="2500" kern="1200" dirty="0">
              <a:latin typeface="Arial"/>
              <a:cs typeface="Arial"/>
            </a:rPr>
            <a:t>، </a:t>
          </a:r>
          <a:r>
            <a:rPr lang="ar" sz="2500" b="0" kern="1200" dirty="0">
              <a:latin typeface="Arial"/>
              <a:cs typeface="Arial"/>
            </a:rPr>
            <a:t>والهيكل المسطح</a:t>
          </a:r>
          <a:r>
            <a:rPr lang="ar" sz="2500" kern="1200" dirty="0">
              <a:latin typeface="Arial"/>
              <a:cs typeface="Arial"/>
            </a:rPr>
            <a:t> </a:t>
          </a:r>
          <a:r>
            <a:rPr lang="ar" sz="2500" b="0" kern="1200" dirty="0">
              <a:latin typeface="Arial"/>
              <a:cs typeface="Arial"/>
            </a:rPr>
            <a:t>والهيكل القطاعي</a:t>
          </a:r>
          <a:r>
            <a:rPr lang="ar-EG" sz="2500" b="0" kern="1200" dirty="0">
              <a:latin typeface="Arial"/>
              <a:cs typeface="Arial"/>
            </a:rPr>
            <a:t>.</a:t>
          </a:r>
          <a:endParaRPr lang="en-US" sz="2500" b="0" kern="1200" dirty="0">
            <a:latin typeface="Arial"/>
            <a:cs typeface="Arial"/>
          </a:endParaRPr>
        </a:p>
      </dsp:txBody>
      <dsp:txXfrm>
        <a:off x="12524" y="493"/>
        <a:ext cx="6874067" cy="1154378"/>
      </dsp:txXfrm>
    </dsp:sp>
    <dsp:sp modelId="{E7D8206F-AE02-4E8D-8641-B2E80773545F}">
      <dsp:nvSpPr>
        <dsp:cNvPr id="0" name=""/>
        <dsp:cNvSpPr/>
      </dsp:nvSpPr>
      <dsp:spPr>
        <a:xfrm>
          <a:off x="0" y="1443466"/>
          <a:ext cx="8207375" cy="115437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60ECA2-1749-4769-9E90-F2E23591E405}">
      <dsp:nvSpPr>
        <dsp:cNvPr id="0" name=""/>
        <dsp:cNvSpPr/>
      </dsp:nvSpPr>
      <dsp:spPr>
        <a:xfrm>
          <a:off x="7105601" y="1703201"/>
          <a:ext cx="634908" cy="6349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C5AECF-5A42-4A0D-9EE7-34DA10F0923A}">
      <dsp:nvSpPr>
        <dsp:cNvPr id="0" name=""/>
        <dsp:cNvSpPr/>
      </dsp:nvSpPr>
      <dsp:spPr>
        <a:xfrm>
          <a:off x="12524" y="1443466"/>
          <a:ext cx="6874067" cy="1154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72" tIns="122172" rIns="122172" bIns="122172" numCol="1" spcCol="1270" rtlCol="1" anchor="ctr" anchorCtr="0">
          <a:noAutofit/>
        </a:bodyPr>
        <a:lstStyle/>
        <a:p>
          <a:pPr marL="0" lvl="0" indent="0" algn="r" defTabSz="1111250" rtl="1">
            <a:lnSpc>
              <a:spcPct val="90000"/>
            </a:lnSpc>
            <a:spcBef>
              <a:spcPct val="0"/>
            </a:spcBef>
            <a:spcAft>
              <a:spcPct val="35000"/>
            </a:spcAft>
            <a:buNone/>
          </a:pPr>
          <a:r>
            <a:rPr lang="ar" sz="2500" kern="1200" dirty="0">
              <a:latin typeface="Arial"/>
              <a:cs typeface="Arial"/>
            </a:rPr>
            <a:t>مساعدة الهياكل التنظيمية الواضحة المؤسسات على اتخاذ </a:t>
          </a:r>
          <a:br>
            <a:rPr lang="en-US" sz="2500" kern="1200" dirty="0">
              <a:latin typeface="Arial"/>
              <a:cs typeface="Arial"/>
            </a:rPr>
          </a:br>
          <a:r>
            <a:rPr lang="ar" sz="2500" kern="1200" dirty="0">
              <a:latin typeface="Arial"/>
              <a:cs typeface="Arial"/>
            </a:rPr>
            <a:t>القرارات وتنفيذ البرامج بكفاءة.</a:t>
          </a:r>
          <a:endParaRPr lang="en-US" sz="2500" kern="1200" dirty="0">
            <a:latin typeface="Arial"/>
            <a:cs typeface="Arial"/>
          </a:endParaRPr>
        </a:p>
      </dsp:txBody>
      <dsp:txXfrm>
        <a:off x="12524" y="1443466"/>
        <a:ext cx="6874067" cy="1154378"/>
      </dsp:txXfrm>
    </dsp:sp>
    <dsp:sp modelId="{496C7074-229D-4A74-86C3-3FC28A514940}">
      <dsp:nvSpPr>
        <dsp:cNvPr id="0" name=""/>
        <dsp:cNvSpPr/>
      </dsp:nvSpPr>
      <dsp:spPr>
        <a:xfrm>
          <a:off x="0" y="2886440"/>
          <a:ext cx="8207375" cy="115437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761783-9372-4748-9A2F-06E1CF8D4570}">
      <dsp:nvSpPr>
        <dsp:cNvPr id="0" name=""/>
        <dsp:cNvSpPr/>
      </dsp:nvSpPr>
      <dsp:spPr>
        <a:xfrm>
          <a:off x="7105601" y="3146175"/>
          <a:ext cx="634908" cy="6349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BC57D8-6478-41BF-A52B-0899798C2397}">
      <dsp:nvSpPr>
        <dsp:cNvPr id="0" name=""/>
        <dsp:cNvSpPr/>
      </dsp:nvSpPr>
      <dsp:spPr>
        <a:xfrm>
          <a:off x="12524" y="2886440"/>
          <a:ext cx="6874067" cy="1154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72" tIns="122172" rIns="122172" bIns="122172" numCol="1" spcCol="1270" rtlCol="1" anchor="ctr" anchorCtr="0">
          <a:noAutofit/>
        </a:bodyPr>
        <a:lstStyle/>
        <a:p>
          <a:pPr marL="0" lvl="0" indent="0" algn="r" defTabSz="1111250" rtl="1">
            <a:lnSpc>
              <a:spcPct val="90000"/>
            </a:lnSpc>
            <a:spcBef>
              <a:spcPct val="0"/>
            </a:spcBef>
            <a:spcAft>
              <a:spcPct val="35000"/>
            </a:spcAft>
            <a:buNone/>
          </a:pPr>
          <a:r>
            <a:rPr lang="ar" sz="2500" kern="1200">
              <a:latin typeface="Arial"/>
              <a:cs typeface="Arial"/>
            </a:rPr>
            <a:t>مساعدة فهم التسلسل الإداري عند العمل داخل مؤسسات تقديم الخدمات الرياضية أو عند التعاون معها.</a:t>
          </a:r>
          <a:endParaRPr lang="en-US" sz="2500" kern="1200" dirty="0">
            <a:latin typeface="Arial"/>
            <a:cs typeface="Arial"/>
          </a:endParaRPr>
        </a:p>
      </dsp:txBody>
      <dsp:txXfrm>
        <a:off x="12524" y="2886440"/>
        <a:ext cx="6874067" cy="11543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6</a:t>
            </a:fld>
            <a:endParaRPr lang="en-GB" altLang="en-US"/>
          </a:p>
        </p:txBody>
      </p:sp>
    </p:spTree>
    <p:extLst>
      <p:ext uri="{BB962C8B-B14F-4D97-AF65-F5344CB8AC3E}">
        <p14:creationId xmlns:p14="http://schemas.microsoft.com/office/powerpoint/2010/main" val="347103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12</a:t>
            </a:fld>
            <a:endParaRPr lang="en-GB" altLang="en-US"/>
          </a:p>
        </p:txBody>
      </p:sp>
    </p:spTree>
    <p:extLst>
      <p:ext uri="{BB962C8B-B14F-4D97-AF65-F5344CB8AC3E}">
        <p14:creationId xmlns:p14="http://schemas.microsoft.com/office/powerpoint/2010/main" val="242774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1361115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18</a:t>
            </a:fld>
            <a:endParaRPr lang="en-GB" altLang="en-US"/>
          </a:p>
        </p:txBody>
      </p:sp>
    </p:spTree>
    <p:extLst>
      <p:ext uri="{BB962C8B-B14F-4D97-AF65-F5344CB8AC3E}">
        <p14:creationId xmlns:p14="http://schemas.microsoft.com/office/powerpoint/2010/main" val="387011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21</a:t>
            </a:fld>
            <a:endParaRPr lang="en-GB" altLang="en-US"/>
          </a:p>
        </p:txBody>
      </p:sp>
    </p:spTree>
    <p:extLst>
      <p:ext uri="{BB962C8B-B14F-4D97-AF65-F5344CB8AC3E}">
        <p14:creationId xmlns:p14="http://schemas.microsoft.com/office/powerpoint/2010/main" val="3019804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1">
              <a:defRPr/>
            </a:pPr>
            <a:fld id="{4D3E6F70-5D4D-4B7F-8590-7D87CFB0B671}" type="slidenum">
              <a:rPr lang="en-GB" altLang="en-US" smtClean="0"/>
              <a:pPr rtl="1">
                <a:defRPr/>
              </a:pPr>
              <a:t>29</a:t>
            </a:fld>
            <a:endParaRPr lang="en-GB" altLang="en-US"/>
          </a:p>
        </p:txBody>
      </p:sp>
    </p:spTree>
    <p:extLst>
      <p:ext uri="{BB962C8B-B14F-4D97-AF65-F5344CB8AC3E}">
        <p14:creationId xmlns:p14="http://schemas.microsoft.com/office/powerpoint/2010/main" val="1158550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25567302"/>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6289991"/>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2586394"/>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647884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audio" Target="../media/audio1.bin"/><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4.jpe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audio" Target="../media/audio1.bin"/><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audio" Target="../media/audio1.bin"/><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image" Target="../media/image6.jpeg"/><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theme" Target="../theme/theme5.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image" Target="../media/image7.jpeg"/><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6" Type="http://schemas.openxmlformats.org/officeDocument/2006/relationships/image" Target="../media/image8.jpeg"/><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audio" Target="../media/audio1.bin"/><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7.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9.jpeg"/><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image" Target="../media/image10.jpeg"/><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theme" Target="../theme/theme9.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1.jpe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10.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2.pn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theme" Target="../theme/theme11.xml"/><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2" Type="http://schemas.openxmlformats.org/officeDocument/2006/relationships/slideLayout" Target="../slideLayouts/slideLayout128.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image" Target="../media/image13.png"/><Relationship Id="rId10" Type="http://schemas.openxmlformats.org/officeDocument/2006/relationships/slideLayout" Target="../slideLayouts/slideLayout136.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audio" Target="../media/audio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theme" Target="../theme/theme12.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image" Target="../media/image14.png"/><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audio" Target="../media/audio1.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8.xml"/><Relationship Id="rId13" Type="http://schemas.openxmlformats.org/officeDocument/2006/relationships/theme" Target="../theme/theme13.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slideLayout" Target="../slideLayouts/slideLayout162.xml"/><Relationship Id="rId2" Type="http://schemas.openxmlformats.org/officeDocument/2006/relationships/slideLayout" Target="../slideLayouts/slideLayout152.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5" Type="http://schemas.openxmlformats.org/officeDocument/2006/relationships/image" Target="../media/image15.png"/><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audio" Target="../media/audio1.bin"/></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0.xml"/><Relationship Id="rId13" Type="http://schemas.openxmlformats.org/officeDocument/2006/relationships/slideLayout" Target="../slideLayouts/slideLayout175.xml"/><Relationship Id="rId3" Type="http://schemas.openxmlformats.org/officeDocument/2006/relationships/slideLayout" Target="../slideLayouts/slideLayout165.xml"/><Relationship Id="rId7" Type="http://schemas.openxmlformats.org/officeDocument/2006/relationships/slideLayout" Target="../slideLayouts/slideLayout169.xml"/><Relationship Id="rId12" Type="http://schemas.openxmlformats.org/officeDocument/2006/relationships/slideLayout" Target="../slideLayouts/slideLayout174.xml"/><Relationship Id="rId2" Type="http://schemas.openxmlformats.org/officeDocument/2006/relationships/slideLayout" Target="../slideLayouts/slideLayout164.xml"/><Relationship Id="rId16" Type="http://schemas.openxmlformats.org/officeDocument/2006/relationships/image" Target="../media/image16.png"/><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5" Type="http://schemas.openxmlformats.org/officeDocument/2006/relationships/slideLayout" Target="../slideLayouts/slideLayout167.xml"/><Relationship Id="rId15" Type="http://schemas.openxmlformats.org/officeDocument/2006/relationships/audio" Target="../media/audio1.bin"/><Relationship Id="rId10" Type="http://schemas.openxmlformats.org/officeDocument/2006/relationships/slideLayout" Target="../slideLayouts/slideLayout172.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9"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a:extLst>
              <a:ext uri="{FF2B5EF4-FFF2-40B4-BE49-F238E27FC236}">
                <a16:creationId xmlns:a16="http://schemas.microsoft.com/office/drawing/2014/main" id="{D610FF49-61B3-1ACA-63D3-01AC0E014B8A}"/>
              </a:ext>
            </a:extLst>
          </p:cNvPr>
          <p:cNvPicPr>
            <a:picLocks noChangeAspect="1" noChangeArrowheads="1"/>
          </p:cNvPicPr>
          <p:nvPr userDrawn="1"/>
        </p:nvPicPr>
        <p:blipFill rotWithShape="1">
          <a:blip r:embed="rId20" cstate="print">
            <a:extLst>
              <a:ext uri="{28A0092B-C50C-407E-A947-70E740481C1C}">
                <a14:useLocalDpi xmlns:a14="http://schemas.microsoft.com/office/drawing/2010/main"/>
              </a:ext>
            </a:extLst>
          </a:blip>
          <a:srcRect/>
          <a:stretch/>
        </p:blipFill>
        <p:spPr bwMode="auto">
          <a:xfrm>
            <a:off x="0" y="-4763"/>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DFB88BE8-7540-742A-33B6-3483AF5F521B}"/>
              </a:ext>
            </a:extLst>
          </p:cNvPr>
          <p:cNvSpPr/>
          <p:nvPr userDrawn="1"/>
        </p:nvSpPr>
        <p:spPr>
          <a:xfrm>
            <a:off x="189038" y="124956"/>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a:t>
            </a:r>
            <a:r>
              <a:rPr lang="ar-EG" sz="2500" b="1" dirty="0">
                <a:latin typeface="Sakkal Majalla" panose="02000000000000000000" pitchFamily="2" charset="-78"/>
                <a:cs typeface="Sakkal Majalla" panose="02000000000000000000" pitchFamily="2" charset="-78"/>
              </a:rPr>
              <a:t>ل</a:t>
            </a:r>
            <a:r>
              <a:rPr lang="ar" sz="2500" b="1" dirty="0">
                <a:latin typeface="Sakkal Majalla" panose="02000000000000000000" pitchFamily="2" charset="-78"/>
                <a:cs typeface="Sakkal Majalla" panose="02000000000000000000" pitchFamily="2" charset="-78"/>
              </a:rPr>
              <a:t>لمستوى </a:t>
            </a:r>
            <a:r>
              <a:rPr lang="ar-EG" sz="2500" b="1" dirty="0">
                <a:latin typeface="Sakkal Majalla" panose="02000000000000000000" pitchFamily="2" charset="-78"/>
                <a:cs typeface="Sakkal Majalla" panose="02000000000000000000" pitchFamily="2" charset="-78"/>
              </a:rPr>
              <a:t>2</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تطوير الرياضة</a:t>
            </a:r>
            <a:endParaRPr lang="ar" sz="2500" b="1" dirty="0">
              <a:latin typeface="Sakkal Majalla" panose="02000000000000000000" pitchFamily="2" charset="-78"/>
              <a:cs typeface="Sakkal Majalla" panose="02000000000000000000" pitchFamily="2" charset="-78"/>
            </a:endParaRPr>
          </a:p>
        </p:txBody>
      </p:sp>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 id="2147484985" r:id="rId13"/>
    <p:sldLayoutId id="2147484986" r:id="rId14"/>
    <p:sldLayoutId id="2147484987" r:id="rId15"/>
  </p:sldLayoutIdLst>
  <p:transition>
    <p:sndAc>
      <p:stSnd>
        <p:snd r:embed="rId17"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6444E42-22D5-3C44-D060-73B1D9BC95A7}"/>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2084CCC-2836-BEFD-D3FA-58984FD41023}"/>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14089"/>
            <a:ext cx="9144000" cy="1076325"/>
          </a:xfrm>
          <a:prstGeom prst="rect">
            <a:avLst/>
          </a:prstGeom>
        </p:spPr>
      </p:pic>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bin"/><Relationship Id="rId1" Type="http://schemas.openxmlformats.org/officeDocument/2006/relationships/slideLayout" Target="../slideLayouts/slideLayout13.xml"/><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audio" Target="../media/audio1.bin"/><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audio" Target="../media/audio1.bin"/><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audio" Target="../media/audio1.bin"/><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in a black shirt on a running track&#10;&#10;AI-generated content may be incorrect.">
            <a:extLst>
              <a:ext uri="{FF2B5EF4-FFF2-40B4-BE49-F238E27FC236}">
                <a16:creationId xmlns:a16="http://schemas.microsoft.com/office/drawing/2014/main" id="{B4413024-BEFC-AAB1-FCB8-45AD5285AE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0" y="1042940"/>
            <a:ext cx="9144000" cy="5816584"/>
          </a:xfrm>
          <a:prstGeom prst="rect">
            <a:avLst/>
          </a:prstGeom>
        </p:spPr>
      </p:pic>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493722" y="3591301"/>
            <a:ext cx="91440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dirty="0">
                <a:solidFill>
                  <a:schemeClr val="bg1"/>
                </a:solidFill>
                <a:latin typeface="Times New Roman" panose="02020603050405020304" pitchFamily="18" charset="0"/>
                <a:cs typeface="Times New Roman" panose="02020603050405020304" pitchFamily="18" charset="0"/>
              </a:rPr>
              <a:t>الوحدة 4</a:t>
            </a:r>
            <a:br>
              <a:rPr lang="ar-EG" altLang="en-US" dirty="0">
                <a:solidFill>
                  <a:schemeClr val="bg1"/>
                </a:solidFill>
                <a:latin typeface="Times New Roman" panose="02020603050405020304" pitchFamily="18" charset="0"/>
                <a:cs typeface="Times New Roman" panose="02020603050405020304" pitchFamily="18" charset="0"/>
              </a:rPr>
            </a:br>
            <a:r>
              <a:rPr lang="ar-EG" dirty="0">
                <a:solidFill>
                  <a:schemeClr val="bg1"/>
                </a:solidFill>
                <a:latin typeface="Times New Roman" panose="02020603050405020304" pitchFamily="18" charset="0"/>
                <a:cs typeface="Times New Roman" panose="02020603050405020304" pitchFamily="18" charset="0"/>
              </a:rPr>
              <a:t>تطوير الرياضة</a:t>
            </a:r>
            <a:br>
              <a:rPr lang="ar-EG" altLang="en-US" dirty="0">
                <a:solidFill>
                  <a:schemeClr val="bg1"/>
                </a:solidFill>
                <a:latin typeface="Times New Roman" panose="02020603050405020304" pitchFamily="18" charset="0"/>
                <a:cs typeface="Times New Roman" panose="02020603050405020304" pitchFamily="18" charset="0"/>
              </a:rPr>
            </a:br>
            <a:br>
              <a:rPr lang="ar-EG" altLang="en-US" dirty="0">
                <a:solidFill>
                  <a:schemeClr val="bg1"/>
                </a:solidFill>
                <a:latin typeface="Times New Roman" panose="02020603050405020304" pitchFamily="18" charset="0"/>
                <a:cs typeface="Times New Roman" panose="02020603050405020304" pitchFamily="18" charset="0"/>
              </a:rPr>
            </a:br>
            <a:endParaRPr lang="ar-EG" altLang="en-US" dirty="0">
              <a:solidFill>
                <a:schemeClr val="bg1"/>
              </a:solidFill>
              <a:latin typeface="Times New Roman" panose="02020603050405020304" pitchFamily="18" charset="0"/>
              <a:cs typeface="Times New Roman" panose="02020603050405020304" pitchFamily="18" charset="0"/>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198408" y="6287009"/>
            <a:ext cx="9144000" cy="287337"/>
          </a:xfrm>
        </p:spPr>
        <p:txBody>
          <a:bodyPr wrap="square" rtlCol="1" anchor="t">
            <a:normAutofit/>
          </a:bodyPr>
          <a:lstStyle/>
          <a:p>
            <a:pPr algn="ctr" rtl="1">
              <a:lnSpc>
                <a:spcPct val="90000"/>
              </a:lnSpc>
              <a:spcAft>
                <a:spcPts val="600"/>
              </a:spcAft>
              <a:defRPr/>
            </a:pPr>
            <a:r>
              <a:rPr lang="ar-EG" sz="1400" b="1"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sp>
        <p:nvSpPr>
          <p:cNvPr id="4" name="TextBox 3">
            <a:extLst>
              <a:ext uri="{FF2B5EF4-FFF2-40B4-BE49-F238E27FC236}">
                <a16:creationId xmlns:a16="http://schemas.microsoft.com/office/drawing/2014/main" id="{C658372F-DCAD-581C-6343-87D419E3B62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179512"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3600" dirty="0">
                <a:latin typeface="Times New Roman" panose="02020603050405020304" pitchFamily="18" charset="0"/>
                <a:cs typeface="Times New Roman" panose="02020603050405020304" pitchFamily="18" charset="0"/>
              </a:rPr>
              <a:t>الوحدة الرابعة من برنامج مجلس التعليم التجاري </a:t>
            </a:r>
            <a:br>
              <a:rPr lang="ar-EG" sz="3600" dirty="0">
                <a:latin typeface="Times New Roman" panose="02020603050405020304" pitchFamily="18" charset="0"/>
                <a:cs typeface="Times New Roman" panose="02020603050405020304" pitchFamily="18" charset="0"/>
              </a:rPr>
            </a:br>
            <a:r>
              <a:rPr lang="ar-EG" sz="3600" dirty="0">
                <a:latin typeface="Times New Roman" panose="02020603050405020304" pitchFamily="18" charset="0"/>
                <a:cs typeface="Times New Roman" panose="02020603050405020304" pitchFamily="18" charset="0"/>
              </a:rPr>
              <a:t>والتقني (BTEC) في الرياضة - تطوير الرياضة</a:t>
            </a:r>
            <a:endParaRPr lang="ar-EG" altLang="en-US" sz="3600" dirty="0">
              <a:latin typeface="Times New Roman" panose="02020603050405020304" pitchFamily="18" charset="0"/>
              <a:cs typeface="Times New Roman" panose="02020603050405020304" pitchFamily="18" charset="0"/>
            </a:endParaRP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6"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ctr" rtl="1">
              <a:buNone/>
            </a:pPr>
            <a:endParaRPr lang="ar-EG" sz="1600" dirty="0">
              <a:latin typeface="Times New Roman" panose="02020603050405020304" pitchFamily="18" charset="0"/>
              <a:ea typeface="Calibri"/>
              <a:cs typeface="Times New Roman" panose="02020603050405020304" pitchFamily="18" charset="0"/>
            </a:endParaRPr>
          </a:p>
          <a:p>
            <a:pPr algn="ctr" rtl="1">
              <a:buNone/>
            </a:pPr>
            <a:endParaRPr lang="ar-EG" sz="1600" dirty="0">
              <a:latin typeface="Times New Roman" panose="02020603050405020304" pitchFamily="18" charset="0"/>
              <a:ea typeface="Calibri"/>
              <a:cs typeface="Times New Roman" panose="02020603050405020304" pitchFamily="18" charset="0"/>
            </a:endParaRPr>
          </a:p>
          <a:p>
            <a:pPr algn="ctr" rtl="1">
              <a:buNone/>
            </a:pPr>
            <a:r>
              <a:rPr lang="ar-EG" sz="1600" dirty="0">
                <a:latin typeface="Times New Roman" panose="02020603050405020304" pitchFamily="18" charset="0"/>
                <a:ea typeface="Calibri"/>
                <a:cs typeface="Times New Roman" panose="02020603050405020304" pitchFamily="18" charset="0"/>
              </a:rPr>
              <a:t>تأخذك هذه الوحدة في رحلة استكشافية لفهم كيفية تطوير الرياضة وتقديمها عبر مختلف القطاعات. ستكتشف الدور المحوري الذي يؤديه تطوير الرياضة في زيادة نسب المشاركة وصقل المواهب الرياضية وتحقيق النفع المجتمعي الشامل.</a:t>
            </a:r>
            <a:endParaRPr lang="ar-EG" sz="1600" dirty="0">
              <a:latin typeface="Times New Roman" panose="02020603050405020304" pitchFamily="18" charset="0"/>
              <a:cs typeface="Times New Roman" panose="02020603050405020304" pitchFamily="18" charset="0"/>
            </a:endParaRPr>
          </a:p>
          <a:p>
            <a:pPr marL="0" indent="0" algn="ctr" rtl="1">
              <a:buNone/>
            </a:pPr>
            <a:endParaRPr lang="ar-EG" altLang="en-US" dirty="0">
              <a:latin typeface="Times New Roman" panose="02020603050405020304" pitchFamily="18" charset="0"/>
              <a:ea typeface="Calibri"/>
              <a:cs typeface="Times New Roman" panose="02020603050405020304" pitchFamily="18" charset="0"/>
            </a:endParaRPr>
          </a:p>
        </p:txBody>
      </p:sp>
      <p:sp>
        <p:nvSpPr>
          <p:cNvPr id="2" name="TextBox 1">
            <a:extLst>
              <a:ext uri="{FF2B5EF4-FFF2-40B4-BE49-F238E27FC236}">
                <a16:creationId xmlns:a16="http://schemas.microsoft.com/office/drawing/2014/main" id="{74004861-A896-67C5-9DCB-8853D0D1895E}"/>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dirty="0">
                <a:latin typeface="Times New Roman" panose="02020603050405020304" pitchFamily="18" charset="0"/>
                <a:cs typeface="Times New Roman" panose="02020603050405020304" pitchFamily="18" charset="0"/>
              </a:rPr>
              <a:t>نتاجات التعلُّم</a:t>
            </a:r>
            <a:endParaRPr lang="ar-EG" altLang="en-US" dirty="0">
              <a:latin typeface="Times New Roman" panose="02020603050405020304" pitchFamily="18" charset="0"/>
              <a:cs typeface="Times New Roman" panose="02020603050405020304" pitchFamily="18" charset="0"/>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495" indent="-387350" defTabSz="431800" rtl="1">
              <a:buNone/>
            </a:pPr>
            <a:r>
              <a:rPr lang="ar-EG" b="1" dirty="0">
                <a:latin typeface="Times New Roman" panose="02020603050405020304" pitchFamily="18" charset="0"/>
                <a:cs typeface="Times New Roman" panose="02020603050405020304" pitchFamily="18" charset="0"/>
              </a:rPr>
              <a:t>أ	</a:t>
            </a:r>
            <a:r>
              <a:rPr lang="ar-EG" dirty="0">
                <a:latin typeface="Times New Roman" panose="02020603050405020304" pitchFamily="18" charset="0"/>
                <a:cs typeface="Times New Roman" panose="02020603050405020304" pitchFamily="18" charset="0"/>
              </a:rPr>
              <a:t>فهم طبيعة تقديم الخدمات الرياضية.</a:t>
            </a:r>
            <a:endParaRPr lang="ar-EG" altLang="en-US" dirty="0">
              <a:highlight>
                <a:srgbClr val="FFFF00"/>
              </a:highlight>
              <a:latin typeface="Times New Roman" panose="02020603050405020304" pitchFamily="18" charset="0"/>
              <a:cs typeface="Times New Roman" panose="02020603050405020304" pitchFamily="18" charset="0"/>
            </a:endParaRPr>
          </a:p>
          <a:p>
            <a:pPr marL="404495" indent="-404495" defTabSz="431800" rtl="1">
              <a:spcBef>
                <a:spcPts val="1200"/>
              </a:spcBef>
              <a:buNone/>
            </a:pPr>
            <a:r>
              <a:rPr lang="ar-EG" b="1" dirty="0">
                <a:latin typeface="Times New Roman" panose="02020603050405020304" pitchFamily="18" charset="0"/>
                <a:cs typeface="Times New Roman" panose="02020603050405020304" pitchFamily="18" charset="0"/>
              </a:rPr>
              <a:t>ب	</a:t>
            </a:r>
            <a:r>
              <a:rPr lang="ar-EG" dirty="0">
                <a:latin typeface="Times New Roman" panose="02020603050405020304" pitchFamily="18" charset="0"/>
                <a:cs typeface="Times New Roman" panose="02020603050405020304" pitchFamily="18" charset="0"/>
              </a:rPr>
              <a:t>استكشاف المفاهيم الأساسية في تطوير الرياضة.</a:t>
            </a:r>
            <a:endParaRPr lang="ar-EG" altLang="en-US" dirty="0">
              <a:highlight>
                <a:srgbClr val="FFFF00"/>
              </a:highlight>
              <a:latin typeface="Times New Roman" panose="02020603050405020304" pitchFamily="18" charset="0"/>
              <a:cs typeface="Times New Roman" panose="02020603050405020304" pitchFamily="18" charset="0"/>
            </a:endParaRPr>
          </a:p>
          <a:p>
            <a:pPr marL="404495" indent="-404495" defTabSz="431800" rtl="1">
              <a:spcBef>
                <a:spcPts val="1200"/>
              </a:spcBef>
              <a:buNone/>
            </a:pPr>
            <a:r>
              <a:rPr lang="ar-EG" b="1" dirty="0">
                <a:latin typeface="Times New Roman" panose="02020603050405020304" pitchFamily="18" charset="0"/>
                <a:cs typeface="Times New Roman" panose="02020603050405020304" pitchFamily="18" charset="0"/>
              </a:rPr>
              <a:t>ج	</a:t>
            </a:r>
            <a:r>
              <a:rPr lang="ar-EG" dirty="0">
                <a:latin typeface="Times New Roman" panose="02020603050405020304" pitchFamily="18" charset="0"/>
                <a:cs typeface="Times New Roman" panose="02020603050405020304" pitchFamily="18" charset="0"/>
              </a:rPr>
              <a:t>دراسة دور مقدمي الخدمات الرئيسين في تطوير الرياضة.</a:t>
            </a:r>
          </a:p>
          <a:p>
            <a:pPr marL="0" indent="0" defTabSz="431800" rtl="1">
              <a:spcBef>
                <a:spcPts val="1200"/>
              </a:spcBef>
              <a:buFont typeface="Wingdings" panose="05000000000000000000" pitchFamily="2" charset="2"/>
              <a:buNone/>
            </a:pPr>
            <a:endParaRPr lang="ar-EG"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endParaRPr lang="ar-EG"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br>
              <a:rPr lang="ar-EG" alt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A555BDCE-7F1B-00DA-6E09-3C36A4C497B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EG" sz="2400" dirty="0">
                <a:latin typeface="Times New Roman" panose="02020603050405020304" pitchFamily="18" charset="0"/>
                <a:cs typeface="Times New Roman" panose="02020603050405020304" pitchFamily="18" charset="0"/>
              </a:rPr>
              <a:t>نتاج التعلم أ</a:t>
            </a:r>
            <a:br>
              <a:rPr lang="ar-EG" altLang="en-US" sz="2400" dirty="0">
                <a:latin typeface="Times New Roman" panose="02020603050405020304" pitchFamily="18" charset="0"/>
                <a:cs typeface="Times New Roman" panose="02020603050405020304" pitchFamily="18" charset="0"/>
              </a:rPr>
            </a:br>
            <a:br>
              <a:rPr lang="ar-EG" altLang="en-US" sz="2400" dirty="0">
                <a:latin typeface="Times New Roman" panose="02020603050405020304" pitchFamily="18" charset="0"/>
                <a:cs typeface="Times New Roman" panose="02020603050405020304" pitchFamily="18" charset="0"/>
              </a:rPr>
            </a:br>
            <a:endParaRPr lang="ar-EG" altLang="en-US" sz="3600"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3118" y="4005064"/>
            <a:ext cx="7570788"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EG" dirty="0">
                <a:latin typeface="Times New Roman" panose="02020603050405020304" pitchFamily="18" charset="0"/>
                <a:cs typeface="Times New Roman" panose="02020603050405020304" pitchFamily="18" charset="0"/>
              </a:rPr>
              <a:t>أ1 فهم طبيعة الرياضة </a:t>
            </a:r>
          </a:p>
          <a:p>
            <a:pPr indent="0" rtl="1">
              <a:buNone/>
            </a:pPr>
            <a:endParaRPr lang="ar-EG" dirty="0">
              <a:latin typeface="Times New Roman" panose="02020603050405020304" pitchFamily="18" charset="0"/>
              <a:cs typeface="Times New Roman" panose="02020603050405020304" pitchFamily="18" charset="0"/>
            </a:endParaRPr>
          </a:p>
          <a:p>
            <a:pPr indent="0" rtl="1">
              <a:buNone/>
            </a:pPr>
            <a:r>
              <a:rPr lang="ar-EG" dirty="0">
                <a:latin typeface="Times New Roman" panose="02020603050405020304" pitchFamily="18" charset="0"/>
                <a:cs typeface="Times New Roman" panose="02020603050405020304" pitchFamily="18" charset="0"/>
              </a:rPr>
              <a:t>أ2 البنية التنظيمية لمؤسسات تطوير الرياضة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EG" sz="2400" dirty="0">
                <a:latin typeface="Times New Roman" panose="02020603050405020304" pitchFamily="18" charset="0"/>
                <a:cs typeface="Times New Roman" panose="02020603050405020304" pitchFamily="18" charset="0"/>
              </a:rPr>
              <a:t>فهم طبيعة تقديم الخدمات الرياضية.</a:t>
            </a:r>
            <a:endParaRPr lang="ar-E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B7ECB5D-BC3A-F870-D9B1-869C4BB7F98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257D-EF47-645B-6711-0EF0A7B2F233}"/>
              </a:ext>
            </a:extLst>
          </p:cNvPr>
          <p:cNvSpPr>
            <a:spLocks noGrp="1"/>
          </p:cNvSpPr>
          <p:nvPr>
            <p:ph type="title"/>
          </p:nvPr>
        </p:nvSpPr>
        <p:spPr>
          <a:xfrm>
            <a:off x="5521036" y="428978"/>
            <a:ext cx="3385897" cy="575734"/>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أنواع النشاطات:</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E5330B-952F-5AF7-F002-36C5D9364B40}"/>
              </a:ext>
            </a:extLst>
          </p:cNvPr>
          <p:cNvSpPr>
            <a:spLocks noGrp="1"/>
          </p:cNvSpPr>
          <p:nvPr>
            <p:ph sz="half" idx="2"/>
          </p:nvPr>
        </p:nvSpPr>
        <p:spPr>
          <a:xfrm>
            <a:off x="4972049" y="1589531"/>
            <a:ext cx="4024186" cy="4708980"/>
          </a:xfrm>
        </p:spPr>
        <p:txBody>
          <a:bodyPr lIns="91440" tIns="45720" rIns="91440" bIns="45720" rtlCol="1" anchor="t"/>
          <a:lstStyle/>
          <a:p>
            <a:pPr rtl="1">
              <a:buNone/>
            </a:pPr>
            <a:r>
              <a:rPr lang="ar-EG" sz="2000" b="1" dirty="0">
                <a:latin typeface="Times New Roman" panose="02020603050405020304" pitchFamily="18" charset="0"/>
                <a:ea typeface="Calibri"/>
                <a:cs typeface="Times New Roman" panose="02020603050405020304" pitchFamily="18" charset="0"/>
              </a:rPr>
              <a:t>الرياضات الجماعية والفردية</a:t>
            </a:r>
            <a:endParaRPr lang="ar-EG" sz="2000" dirty="0">
              <a:latin typeface="Times New Roman" panose="02020603050405020304" pitchFamily="18" charset="0"/>
              <a:cs typeface="Times New Roman" panose="02020603050405020304" pitchFamily="18" charset="0"/>
            </a:endParaRPr>
          </a:p>
          <a:p>
            <a:pPr rtl="1">
              <a:buFont typeface="Wingdings"/>
              <a:buChar char="§"/>
            </a:pPr>
            <a:r>
              <a:rPr lang="ar-EG" sz="2000" dirty="0">
                <a:latin typeface="Times New Roman" panose="02020603050405020304" pitchFamily="18" charset="0"/>
                <a:ea typeface="Calibri"/>
                <a:cs typeface="Times New Roman" panose="02020603050405020304" pitchFamily="18" charset="0"/>
              </a:rPr>
              <a:t>الرياضات الجماعية: تقتضي التعاون والتنسيق مع اللاعبين الآخرين، </a:t>
            </a:r>
            <a:br>
              <a:rPr lang="ar-EG"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مثل رياضتي كرة القدم وكرة السلة.</a:t>
            </a:r>
            <a:endParaRPr lang="ar-EG" sz="2000" dirty="0">
              <a:latin typeface="Times New Roman" panose="02020603050405020304" pitchFamily="18" charset="0"/>
              <a:cs typeface="Times New Roman" panose="02020603050405020304" pitchFamily="18" charset="0"/>
            </a:endParaRPr>
          </a:p>
          <a:p>
            <a:pPr rtl="1">
              <a:buFont typeface="Wingdings"/>
              <a:buChar char="§"/>
            </a:pPr>
            <a:r>
              <a:rPr lang="ar-EG" sz="2000" dirty="0">
                <a:latin typeface="Times New Roman" panose="02020603050405020304" pitchFamily="18" charset="0"/>
                <a:ea typeface="Calibri"/>
                <a:cs typeface="Times New Roman" panose="02020603050405020304" pitchFamily="18" charset="0"/>
              </a:rPr>
              <a:t>الرياضات الفردية: تعتمد على الأداء الفردي أو ضد منافسين، مثل التنس وألعاب القوى.</a:t>
            </a:r>
            <a:endParaRPr lang="ar-EG" sz="2000"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indent="0" rtl="1">
              <a:buNone/>
            </a:pPr>
            <a:r>
              <a:rPr lang="ar-EG" sz="2000" b="1" dirty="0">
                <a:latin typeface="Times New Roman" panose="02020603050405020304" pitchFamily="18" charset="0"/>
                <a:ea typeface="Calibri"/>
                <a:cs typeface="Times New Roman" panose="02020603050405020304" pitchFamily="18" charset="0"/>
              </a:rPr>
              <a:t>النشاطات الترفيهية البدنية</a:t>
            </a:r>
            <a:endParaRPr lang="ar-EG" sz="2000" dirty="0">
              <a:latin typeface="Times New Roman" panose="02020603050405020304" pitchFamily="18" charset="0"/>
              <a:cs typeface="Times New Roman" panose="02020603050405020304" pitchFamily="18" charset="0"/>
            </a:endParaRPr>
          </a:p>
          <a:p>
            <a:pPr rtl="1">
              <a:buFont typeface="Wingdings"/>
              <a:buChar char="§"/>
            </a:pPr>
            <a:r>
              <a:rPr lang="ar-EG" sz="2000" dirty="0">
                <a:latin typeface="Times New Roman" panose="02020603050405020304" pitchFamily="18" charset="0"/>
                <a:ea typeface="Calibri"/>
                <a:cs typeface="Times New Roman" panose="02020603050405020304" pitchFamily="18" charset="0"/>
              </a:rPr>
              <a:t>تشمل النشاطات البدنية غير الرسمية </a:t>
            </a:r>
            <a:br>
              <a:rPr lang="ar-EG"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التي تتسم بالمتعة دون التركيز </a:t>
            </a:r>
            <a:br>
              <a:rPr lang="ar-EG"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على المنافسة الحادة،</a:t>
            </a:r>
            <a:endParaRPr lang="ar-EG" sz="2000" dirty="0">
              <a:latin typeface="Times New Roman" panose="02020603050405020304" pitchFamily="18" charset="0"/>
              <a:cs typeface="Times New Roman" panose="02020603050405020304" pitchFamily="18" charset="0"/>
            </a:endParaRPr>
          </a:p>
          <a:p>
            <a:pPr rtl="1">
              <a:buFont typeface="Wingdings"/>
              <a:buChar char="§"/>
            </a:pPr>
            <a:r>
              <a:rPr lang="ar-EG" sz="2000" dirty="0">
                <a:latin typeface="Times New Roman" panose="02020603050405020304" pitchFamily="18" charset="0"/>
                <a:ea typeface="Calibri"/>
                <a:cs typeface="Times New Roman" panose="02020603050405020304" pitchFamily="18" charset="0"/>
              </a:rPr>
              <a:t>مثل ركوب الدراجة مع الأصدقاء </a:t>
            </a:r>
            <a:br>
              <a:rPr lang="ar-EG"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أو السباحة الترفيهية وألعاب الحدائق العامة.</a:t>
            </a:r>
            <a:endParaRPr lang="ar-EG" sz="2000" dirty="0">
              <a:latin typeface="Times New Roman" panose="02020603050405020304" pitchFamily="18" charset="0"/>
              <a:cs typeface="Times New Roman" panose="02020603050405020304" pitchFamily="18" charset="0"/>
            </a:endParaRPr>
          </a:p>
          <a:p>
            <a:pPr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rtl="1"/>
            <a:endParaRPr lang="ar-EG" dirty="0">
              <a:latin typeface="Times New Roman" panose="02020603050405020304" pitchFamily="18" charset="0"/>
              <a:ea typeface="Calibri"/>
              <a:cs typeface="Times New Roman" panose="02020603050405020304" pitchFamily="18" charset="0"/>
            </a:endParaRPr>
          </a:p>
        </p:txBody>
      </p:sp>
      <p:sp>
        <p:nvSpPr>
          <p:cNvPr id="13" name="TextBox 12">
            <a:extLst>
              <a:ext uri="{FF2B5EF4-FFF2-40B4-BE49-F238E27FC236}">
                <a16:creationId xmlns:a16="http://schemas.microsoft.com/office/drawing/2014/main" id="{990C6D58-B7B4-71DE-47FE-2F1D737640F4}"/>
              </a:ext>
            </a:extLst>
          </p:cNvPr>
          <p:cNvSpPr txBox="1"/>
          <p:nvPr/>
        </p:nvSpPr>
        <p:spPr>
          <a:xfrm>
            <a:off x="308126" y="1592313"/>
            <a:ext cx="4023359" cy="4708981"/>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EG" sz="2000" b="1" dirty="0">
                <a:latin typeface="Times New Roman" panose="02020603050405020304" pitchFamily="18" charset="0"/>
                <a:cs typeface="Times New Roman" panose="02020603050405020304" pitchFamily="18" charset="0"/>
              </a:rPr>
              <a:t>النشاطات الخارجية</a:t>
            </a:r>
            <a:endParaRPr lang="ar-EG" sz="2000" dirty="0">
              <a:latin typeface="Times New Roman" panose="02020603050405020304" pitchFamily="18" charset="0"/>
              <a:cs typeface="Times New Roman" panose="02020603050405020304" pitchFamily="18" charset="0"/>
            </a:endParaRPr>
          </a:p>
          <a:p>
            <a:pPr marL="285750" indent="-285750" rtl="1">
              <a:buFont typeface="Arial"/>
              <a:buChar char="•"/>
            </a:pPr>
            <a:r>
              <a:rPr lang="ar-EG" sz="2000" dirty="0">
                <a:latin typeface="Times New Roman" panose="02020603050405020304" pitchFamily="18" charset="0"/>
                <a:cs typeface="Times New Roman" panose="02020603050405020304" pitchFamily="18" charset="0"/>
              </a:rPr>
              <a:t>تُمارس في البيئات الطبيعية وغالبًا </a:t>
            </a:r>
            <a:br>
              <a:rPr lang="ar-EG"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على هيئة مغامِرة؛ </a:t>
            </a:r>
          </a:p>
          <a:p>
            <a:pPr marL="285750" indent="-285750" rtl="1">
              <a:buFont typeface="Arial"/>
              <a:buChar char="•"/>
            </a:pPr>
            <a:r>
              <a:rPr lang="ar-EG" sz="2000" dirty="0">
                <a:latin typeface="Times New Roman" panose="02020603050405020304" pitchFamily="18" charset="0"/>
                <a:cs typeface="Times New Roman" panose="02020603050405020304" pitchFamily="18" charset="0"/>
              </a:rPr>
              <a:t>مثل المشي لمسافات طويلة أو التسلق </a:t>
            </a:r>
            <a:br>
              <a:rPr lang="ar-EG"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أو التجديف في قوارب الكاياك.</a:t>
            </a:r>
          </a:p>
          <a:p>
            <a:pPr marL="285750" indent="-285750" rtl="1">
              <a:buFont typeface="Arial"/>
              <a:buChar char="•"/>
            </a:pPr>
            <a:endParaRPr lang="ar-EG" sz="2000" dirty="0">
              <a:latin typeface="Times New Roman" panose="02020603050405020304" pitchFamily="18" charset="0"/>
              <a:cs typeface="Times New Roman" panose="02020603050405020304" pitchFamily="18" charset="0"/>
            </a:endParaRPr>
          </a:p>
          <a:p>
            <a:pPr marL="285750" indent="-285750" rtl="1">
              <a:buFont typeface="Arial"/>
              <a:buChar char="•"/>
            </a:pPr>
            <a:endParaRPr lang="ar-EG" sz="2000" dirty="0">
              <a:latin typeface="Times New Roman" panose="02020603050405020304" pitchFamily="18" charset="0"/>
              <a:cs typeface="Times New Roman" panose="02020603050405020304" pitchFamily="18" charset="0"/>
            </a:endParaRPr>
          </a:p>
          <a:p>
            <a:pPr marL="285750" indent="-285750" rtl="1">
              <a:buFont typeface="Arial"/>
              <a:buChar char="•"/>
            </a:pPr>
            <a:endParaRPr lang="ar-EG" sz="2000" dirty="0">
              <a:latin typeface="Times New Roman" panose="02020603050405020304" pitchFamily="18" charset="0"/>
              <a:cs typeface="Times New Roman" panose="02020603050405020304" pitchFamily="18" charset="0"/>
            </a:endParaRPr>
          </a:p>
          <a:p>
            <a:pPr marL="285750" indent="-285750" rtl="1">
              <a:buFont typeface="Arial"/>
              <a:buChar char="•"/>
            </a:pPr>
            <a:endParaRPr lang="ar-EG" sz="2000" dirty="0">
              <a:latin typeface="Times New Roman" panose="02020603050405020304" pitchFamily="18" charset="0"/>
              <a:cs typeface="Times New Roman" panose="02020603050405020304" pitchFamily="18" charset="0"/>
            </a:endParaRPr>
          </a:p>
          <a:p>
            <a:pPr rtl="1"/>
            <a:r>
              <a:rPr lang="ar-EG" sz="2000" b="1" dirty="0">
                <a:latin typeface="Times New Roman" panose="02020603050405020304" pitchFamily="18" charset="0"/>
                <a:cs typeface="Times New Roman" panose="02020603050405020304" pitchFamily="18" charset="0"/>
              </a:rPr>
              <a:t>اللياقة البدنية</a:t>
            </a:r>
            <a:endParaRPr lang="ar-EG" sz="2000" dirty="0">
              <a:latin typeface="Times New Roman" panose="02020603050405020304" pitchFamily="18" charset="0"/>
              <a:cs typeface="Times New Roman" panose="02020603050405020304" pitchFamily="18" charset="0"/>
            </a:endParaRPr>
          </a:p>
          <a:p>
            <a:pPr marL="285750" indent="-285750" rtl="1">
              <a:buFont typeface="Arial"/>
              <a:buChar char="•"/>
            </a:pPr>
            <a:r>
              <a:rPr lang="ar-EG" sz="2000" dirty="0">
                <a:latin typeface="Times New Roman" panose="02020603050405020304" pitchFamily="18" charset="0"/>
                <a:cs typeface="Times New Roman" panose="02020603050405020304" pitchFamily="18" charset="0"/>
              </a:rPr>
              <a:t>تركّز على الصحة واللياقة،</a:t>
            </a:r>
          </a:p>
          <a:p>
            <a:pPr marL="285750" indent="-285750" rtl="1">
              <a:buFont typeface="Arial"/>
              <a:buChar char="•"/>
            </a:pPr>
            <a:r>
              <a:rPr lang="ar-EG" sz="2000" dirty="0">
                <a:latin typeface="Times New Roman" panose="02020603050405020304" pitchFamily="18" charset="0"/>
                <a:cs typeface="Times New Roman" panose="02020603050405020304" pitchFamily="18" charset="0"/>
              </a:rPr>
              <a:t>مثل التدريب في صالة الألعاب الرياضية </a:t>
            </a:r>
            <a:br>
              <a:rPr lang="ar-EG"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أو الألعاب الهوائية (الأيروبيك) </a:t>
            </a:r>
            <a:br>
              <a:rPr lang="ar-EG"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أو الركض أو اليوغا.</a:t>
            </a:r>
          </a:p>
          <a:p>
            <a:pPr algn="l" rtl="1"/>
            <a:endParaRPr lang="ar-EG"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B2BD38E-237D-51E9-CF97-45BF2E49B0B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820338088"/>
      </p:ext>
    </p:extLst>
  </p:cSld>
  <p:clrMapOvr>
    <a:masterClrMapping/>
  </p:clrMapOvr>
  <p:transition>
    <p:sndAc>
      <p:stSnd>
        <p:snd r:embed="rId2"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11E4-CEDA-3104-5EB2-9E1CAB0C3D33}"/>
              </a:ext>
            </a:extLst>
          </p:cNvPr>
          <p:cNvSpPr>
            <a:spLocks noGrp="1"/>
          </p:cNvSpPr>
          <p:nvPr>
            <p:ph type="title"/>
          </p:nvPr>
        </p:nvSpPr>
        <p:spPr>
          <a:xfrm>
            <a:off x="4572000" y="111125"/>
            <a:ext cx="4320480" cy="882298"/>
          </a:xfrm>
        </p:spPr>
        <p:txBody>
          <a:bodyPr wrap="square" rtlCol="1" anchor="b">
            <a:normAutofit/>
          </a:bodyPr>
          <a:lstStyle/>
          <a:p>
            <a:pPr rtl="1"/>
            <a:r>
              <a:rPr lang="ar-EG" dirty="0">
                <a:latin typeface="Times New Roman" panose="02020603050405020304" pitchFamily="18" charset="0"/>
                <a:cs typeface="Times New Roman" panose="02020603050405020304" pitchFamily="18" charset="0"/>
              </a:rPr>
              <a:t>تقديم الخدمات الرياضية على المستوى المحلي</a:t>
            </a:r>
          </a:p>
        </p:txBody>
      </p:sp>
      <p:graphicFrame>
        <p:nvGraphicFramePr>
          <p:cNvPr id="6" name="Content Placeholder 2">
            <a:extLst>
              <a:ext uri="{FF2B5EF4-FFF2-40B4-BE49-F238E27FC236}">
                <a16:creationId xmlns:a16="http://schemas.microsoft.com/office/drawing/2014/main" id="{F716A45B-EE78-BE27-5DE2-8D5FDE6D9A35}"/>
              </a:ext>
            </a:extLst>
          </p:cNvPr>
          <p:cNvGraphicFramePr>
            <a:graphicFrameLocks noGrp="1"/>
          </p:cNvGraphicFramePr>
          <p:nvPr>
            <p:ph idx="1"/>
            <p:extLst>
              <p:ext uri="{D42A27DB-BD31-4B8C-83A1-F6EECF244321}">
                <p14:modId xmlns:p14="http://schemas.microsoft.com/office/powerpoint/2010/main" val="2172823201"/>
              </p:ext>
            </p:extLst>
          </p:nvPr>
        </p:nvGraphicFramePr>
        <p:xfrm>
          <a:off x="457199" y="1195201"/>
          <a:ext cx="5111751"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Rectangle 10">
            <a:extLst>
              <a:ext uri="{FF2B5EF4-FFF2-40B4-BE49-F238E27FC236}">
                <a16:creationId xmlns:a16="http://schemas.microsoft.com/office/drawing/2014/main" id="{AD1F2609-B6B5-BF62-08C4-80C42F2FBC59}"/>
              </a:ext>
            </a:extLst>
          </p:cNvPr>
          <p:cNvSpPr/>
          <p:nvPr/>
        </p:nvSpPr>
        <p:spPr>
          <a:xfrm>
            <a:off x="5884167" y="1810019"/>
            <a:ext cx="3008313" cy="354883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rtl="1">
              <a:buNone/>
            </a:pPr>
            <a:r>
              <a:rPr lang="ar-EG" sz="2000" dirty="0">
                <a:latin typeface="Times New Roman" panose="02020603050405020304" pitchFamily="18" charset="0"/>
                <a:cs typeface="Times New Roman" panose="02020603050405020304" pitchFamily="18" charset="0"/>
              </a:rPr>
              <a:t>شكّلوا فرق عمل ثنائية وأعدوا جدولًا مقارنًا أو مخطط فين يُحلل الأنواع الثلاثة من تقديم تلك الخدمات، بحيث يشمل ذلك:</a:t>
            </a:r>
          </a:p>
          <a:p>
            <a:pPr rtl="1">
              <a:buNone/>
            </a:pPr>
            <a:endParaRPr lang="ar-EG" sz="2000" dirty="0">
              <a:latin typeface="Times New Roman" panose="02020603050405020304" pitchFamily="18" charset="0"/>
              <a:cs typeface="Times New Roman" panose="02020603050405020304" pitchFamily="18" charset="0"/>
            </a:endParaRPr>
          </a:p>
          <a:p>
            <a:pPr marL="228600" indent="-228600" rtl="1">
              <a:buFont typeface="+mj-lt"/>
              <a:buAutoNum type="arabicPeriod"/>
            </a:pPr>
            <a:r>
              <a:rPr lang="ar-EG" sz="2000" dirty="0">
                <a:latin typeface="Times New Roman" panose="02020603050405020304" pitchFamily="18" charset="0"/>
                <a:cs typeface="Times New Roman" panose="02020603050405020304" pitchFamily="18" charset="0"/>
              </a:rPr>
              <a:t>مصادر التمويل</a:t>
            </a:r>
          </a:p>
          <a:p>
            <a:pPr marL="228600" indent="-228600" rtl="1">
              <a:buFont typeface="+mj-lt"/>
              <a:buAutoNum type="arabicPeriod"/>
            </a:pPr>
            <a:r>
              <a:rPr lang="ar-EG" sz="2000" dirty="0">
                <a:latin typeface="Times New Roman" panose="02020603050405020304" pitchFamily="18" charset="0"/>
                <a:cs typeface="Times New Roman" panose="02020603050405020304" pitchFamily="18" charset="0"/>
              </a:rPr>
              <a:t>الفئات المستهدفة من المستخدمين</a:t>
            </a:r>
          </a:p>
          <a:p>
            <a:pPr marL="228600" indent="-228600" rtl="1">
              <a:buFont typeface="+mj-lt"/>
              <a:buAutoNum type="arabicPeriod"/>
            </a:pPr>
            <a:r>
              <a:rPr lang="ar-EG" sz="2000" dirty="0">
                <a:latin typeface="Times New Roman" panose="02020603050405020304" pitchFamily="18" charset="0"/>
                <a:cs typeface="Times New Roman" panose="02020603050405020304" pitchFamily="18" charset="0"/>
              </a:rPr>
              <a:t>سهولة الوصول</a:t>
            </a:r>
          </a:p>
          <a:p>
            <a:pPr marL="228600" indent="-228600" rtl="1">
              <a:buFont typeface="+mj-lt"/>
              <a:buAutoNum type="arabicPeriod"/>
            </a:pPr>
            <a:r>
              <a:rPr lang="ar-EG" sz="2000" dirty="0">
                <a:latin typeface="Times New Roman" panose="02020603050405020304" pitchFamily="18" charset="0"/>
                <a:cs typeface="Times New Roman" panose="02020603050405020304" pitchFamily="18" charset="0"/>
              </a:rPr>
              <a:t>نماذج حية من الجهات المقدمة في بيئتكم المحلية</a:t>
            </a:r>
          </a:p>
        </p:txBody>
      </p:sp>
      <p:sp>
        <p:nvSpPr>
          <p:cNvPr id="3" name="TextBox 2">
            <a:extLst>
              <a:ext uri="{FF2B5EF4-FFF2-40B4-BE49-F238E27FC236}">
                <a16:creationId xmlns:a16="http://schemas.microsoft.com/office/drawing/2014/main" id="{B8A749BB-2079-2579-9233-6249C8311257}"/>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697293838"/>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94F2D-3942-1DF5-3102-540A268F7DFA}"/>
              </a:ext>
            </a:extLst>
          </p:cNvPr>
          <p:cNvSpPr>
            <a:spLocks noGrp="1"/>
          </p:cNvSpPr>
          <p:nvPr>
            <p:ph type="title"/>
          </p:nvPr>
        </p:nvSpPr>
        <p:spPr>
          <a:xfrm>
            <a:off x="5136444" y="27192"/>
            <a:ext cx="3749432" cy="954942"/>
          </a:xfrm>
        </p:spPr>
        <p:txBody>
          <a:bodyPr lIns="91440" tIns="45720" rIns="91440" bIns="45720" rtlCol="1" anchor="t"/>
          <a:lstStyle/>
          <a:p>
            <a:pPr algn="r" rtl="1"/>
            <a:r>
              <a:rPr lang="ar-EG" sz="3000" b="0" dirty="0">
                <a:latin typeface="Times New Roman" panose="02020603050405020304" pitchFamily="18" charset="0"/>
                <a:ea typeface="Calibri"/>
                <a:cs typeface="Times New Roman" panose="02020603050405020304" pitchFamily="18" charset="0"/>
              </a:rPr>
              <a:t>تقديم الخدمات الرياضية </a:t>
            </a:r>
            <a:br>
              <a:rPr lang="ar-EG" sz="3000" b="0" dirty="0">
                <a:latin typeface="Times New Roman" panose="02020603050405020304" pitchFamily="18" charset="0"/>
                <a:ea typeface="Calibri"/>
                <a:cs typeface="Times New Roman" panose="02020603050405020304" pitchFamily="18" charset="0"/>
              </a:rPr>
            </a:br>
            <a:r>
              <a:rPr lang="ar-EG" sz="3000" b="0" dirty="0">
                <a:latin typeface="Times New Roman" panose="02020603050405020304" pitchFamily="18" charset="0"/>
                <a:ea typeface="Calibri"/>
                <a:cs typeface="Times New Roman" panose="02020603050405020304" pitchFamily="18" charset="0"/>
              </a:rPr>
              <a:t>على المستوى الوطني:</a:t>
            </a:r>
            <a:br>
              <a:rPr lang="ar-EG" sz="3000" b="0" dirty="0">
                <a:latin typeface="Times New Roman" panose="02020603050405020304" pitchFamily="18" charset="0"/>
                <a:cs typeface="Times New Roman" panose="02020603050405020304" pitchFamily="18" charset="0"/>
              </a:rPr>
            </a:br>
            <a:endParaRPr lang="ar-EG" sz="3000" b="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7512BF-BF8F-3938-DAA0-F5B0C96BD769}"/>
              </a:ext>
            </a:extLst>
          </p:cNvPr>
          <p:cNvSpPr>
            <a:spLocks noGrp="1"/>
          </p:cNvSpPr>
          <p:nvPr>
            <p:ph sz="half" idx="2"/>
          </p:nvPr>
        </p:nvSpPr>
        <p:spPr>
          <a:xfrm>
            <a:off x="3289187" y="1390842"/>
            <a:ext cx="5596689" cy="3596121"/>
          </a:xfrm>
        </p:spPr>
        <p:txBody>
          <a:bodyPr lIns="91440" tIns="45720" rIns="91440" bIns="45720" rtlCol="1" anchor="t"/>
          <a:lstStyle/>
          <a:p>
            <a:pPr marL="0" indent="0" rtl="1">
              <a:buNone/>
            </a:pPr>
            <a:r>
              <a:rPr lang="ar-EG" sz="2000" dirty="0">
                <a:latin typeface="Times New Roman" panose="02020603050405020304" pitchFamily="18" charset="0"/>
                <a:ea typeface="Calibri"/>
                <a:cs typeface="Times New Roman" panose="02020603050405020304" pitchFamily="18" charset="0"/>
              </a:rPr>
              <a:t>الهيئات والمسارات الرياضية على المستوى النخبوي، مثل:</a:t>
            </a:r>
            <a:endParaRPr lang="ar-EG" sz="2000"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endParaRPr lang="ar-EG" sz="2000" dirty="0">
              <a:latin typeface="Times New Roman" panose="02020603050405020304" pitchFamily="18" charset="0"/>
              <a:cs typeface="Times New Roman" panose="02020603050405020304" pitchFamily="18" charset="0"/>
            </a:endParaRPr>
          </a:p>
          <a:p>
            <a:pPr marL="457200" indent="-457200" rtl="1">
              <a:buFont typeface="+mj-lt"/>
              <a:buAutoNum type="arabicPeriod"/>
            </a:pPr>
            <a:r>
              <a:rPr lang="ar-EG" sz="2000" b="1" dirty="0">
                <a:latin typeface="Times New Roman" panose="02020603050405020304" pitchFamily="18" charset="0"/>
                <a:ea typeface="Calibri"/>
                <a:cs typeface="Times New Roman" panose="02020603050405020304" pitchFamily="18" charset="0"/>
              </a:rPr>
              <a:t>الهيئات الإدارية الوطنية </a:t>
            </a:r>
            <a:r>
              <a:rPr lang="ar-EG" sz="2000" dirty="0">
                <a:latin typeface="Times New Roman" panose="02020603050405020304" pitchFamily="18" charset="0"/>
                <a:ea typeface="Calibri"/>
                <a:cs typeface="Times New Roman" panose="02020603050405020304" pitchFamily="18" charset="0"/>
              </a:rPr>
              <a:t>التي تتولى مسؤولية الإشراف على القوانين واللوائح والتطوير وإدارة الفرق الوطنية (مثل الاتحاد الإنجليزي لكرة القدم والاتحاد العالمي لألعاب القوى).</a:t>
            </a:r>
            <a:endParaRPr lang="ar-EG" sz="2000" dirty="0">
              <a:latin typeface="Times New Roman" panose="02020603050405020304" pitchFamily="18" charset="0"/>
              <a:cs typeface="Times New Roman" panose="02020603050405020304" pitchFamily="18" charset="0"/>
            </a:endParaRPr>
          </a:p>
          <a:p>
            <a:pPr marL="457200" indent="-457200" rtl="1">
              <a:buFont typeface="+mj-lt"/>
              <a:buAutoNum type="arabicPeriod"/>
            </a:pPr>
            <a:endParaRPr lang="ar-EG" sz="2000" b="1" dirty="0">
              <a:latin typeface="Times New Roman" panose="02020603050405020304" pitchFamily="18" charset="0"/>
              <a:ea typeface="Calibri"/>
              <a:cs typeface="Times New Roman" panose="02020603050405020304" pitchFamily="18" charset="0"/>
            </a:endParaRPr>
          </a:p>
          <a:p>
            <a:pPr marL="457200" indent="-457200" rtl="1">
              <a:buAutoNum type="arabicPeriod"/>
            </a:pPr>
            <a:r>
              <a:rPr lang="ar-EG" sz="2000" b="1" dirty="0">
                <a:latin typeface="Times New Roman" panose="02020603050405020304" pitchFamily="18" charset="0"/>
                <a:ea typeface="Calibri"/>
                <a:cs typeface="Times New Roman" panose="02020603050405020304" pitchFamily="18" charset="0"/>
              </a:rPr>
              <a:t>الأندية الاحترافية </a:t>
            </a:r>
            <a:r>
              <a:rPr lang="ar-EG" sz="2000" dirty="0">
                <a:latin typeface="Times New Roman" panose="02020603050405020304" pitchFamily="18" charset="0"/>
                <a:ea typeface="Calibri"/>
                <a:cs typeface="Times New Roman" panose="02020603050405020304" pitchFamily="18" charset="0"/>
              </a:rPr>
              <a:t>التي تتنافس في أرقى البطولات والدوريات وتعمل على صقل المواهب الرياضية.</a:t>
            </a:r>
            <a:endParaRPr lang="ar-EG" sz="2000" dirty="0">
              <a:latin typeface="Times New Roman" panose="02020603050405020304" pitchFamily="18" charset="0"/>
              <a:cs typeface="Times New Roman" panose="02020603050405020304" pitchFamily="18" charset="0"/>
            </a:endParaRPr>
          </a:p>
          <a:p>
            <a:pPr marL="457200" indent="-457200" rtl="1">
              <a:buFont typeface="+mj-lt"/>
              <a:buAutoNum type="arabicPeriod"/>
            </a:pPr>
            <a:endParaRPr lang="ar-EG" sz="2000" b="1" dirty="0">
              <a:latin typeface="Times New Roman" panose="02020603050405020304" pitchFamily="18" charset="0"/>
              <a:ea typeface="Calibri"/>
              <a:cs typeface="Times New Roman" panose="02020603050405020304" pitchFamily="18" charset="0"/>
            </a:endParaRPr>
          </a:p>
          <a:p>
            <a:pPr marL="457200" indent="-457200" rtl="1">
              <a:buAutoNum type="arabicPeriod"/>
            </a:pPr>
            <a:r>
              <a:rPr lang="ar-EG" sz="2000" b="1" dirty="0">
                <a:latin typeface="Times New Roman" panose="02020603050405020304" pitchFamily="18" charset="0"/>
                <a:ea typeface="Calibri"/>
                <a:cs typeface="Times New Roman" panose="02020603050405020304" pitchFamily="18" charset="0"/>
              </a:rPr>
              <a:t>الأكاديميات الرياضية</a:t>
            </a:r>
            <a:r>
              <a:rPr lang="ar-EG" sz="2000" dirty="0">
                <a:latin typeface="Times New Roman" panose="02020603050405020304" pitchFamily="18" charset="0"/>
                <a:ea typeface="Calibri"/>
                <a:cs typeface="Times New Roman" panose="02020603050405020304" pitchFamily="18" charset="0"/>
              </a:rPr>
              <a:t> التي تدعم الرياضيين الشباب في بيئات الأداء العالي.</a:t>
            </a:r>
            <a:endParaRPr lang="ar-EG" sz="2000" dirty="0">
              <a:latin typeface="Times New Roman" panose="02020603050405020304" pitchFamily="18" charset="0"/>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D9A8D80B-698D-CE92-E2F9-EB5BFE722683}"/>
              </a:ext>
            </a:extLst>
          </p:cNvPr>
          <p:cNvSpPr txBox="1">
            <a:spLocks/>
          </p:cNvSpPr>
          <p:nvPr/>
        </p:nvSpPr>
        <p:spPr bwMode="auto">
          <a:xfrm>
            <a:off x="657860" y="3800474"/>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endParaRPr lang="ar-EG" sz="3200" kern="0" dirty="0">
              <a:latin typeface="Times New Roman" panose="02020603050405020304" pitchFamily="18" charset="0"/>
              <a:cs typeface="Times New Roman" panose="02020603050405020304" pitchFamily="18" charset="0"/>
            </a:endParaRPr>
          </a:p>
        </p:txBody>
      </p:sp>
      <p:pic>
        <p:nvPicPr>
          <p:cNvPr id="5" name="Picture 4" descr="A group of men in black uniforms&#10;&#10;AI-generated content may be incorrect.">
            <a:extLst>
              <a:ext uri="{FF2B5EF4-FFF2-40B4-BE49-F238E27FC236}">
                <a16:creationId xmlns:a16="http://schemas.microsoft.com/office/drawing/2014/main" id="{B5960484-D3CC-3B99-5480-8C6F3993D727}"/>
              </a:ext>
            </a:extLst>
          </p:cNvPr>
          <p:cNvPicPr>
            <a:picLocks noChangeAspect="1"/>
          </p:cNvPicPr>
          <p:nvPr/>
        </p:nvPicPr>
        <p:blipFill>
          <a:blip r:embed="rId3"/>
          <a:stretch>
            <a:fillRect/>
          </a:stretch>
        </p:blipFill>
        <p:spPr>
          <a:xfrm>
            <a:off x="233545" y="1388818"/>
            <a:ext cx="3056113" cy="2070069"/>
          </a:xfrm>
          <a:prstGeom prst="rect">
            <a:avLst/>
          </a:prstGeom>
        </p:spPr>
      </p:pic>
      <p:pic>
        <p:nvPicPr>
          <p:cNvPr id="7" name="Picture 6" descr="A group of football players hugging on a field&#10;&#10;AI-generated content may be incorrect.">
            <a:extLst>
              <a:ext uri="{FF2B5EF4-FFF2-40B4-BE49-F238E27FC236}">
                <a16:creationId xmlns:a16="http://schemas.microsoft.com/office/drawing/2014/main" id="{737DF2B2-A802-69D2-2200-39B3BC912277}"/>
              </a:ext>
            </a:extLst>
          </p:cNvPr>
          <p:cNvPicPr>
            <a:picLocks noChangeAspect="1"/>
          </p:cNvPicPr>
          <p:nvPr/>
        </p:nvPicPr>
        <p:blipFill>
          <a:blip r:embed="rId4"/>
          <a:stretch>
            <a:fillRect/>
          </a:stretch>
        </p:blipFill>
        <p:spPr>
          <a:xfrm>
            <a:off x="236073" y="3627090"/>
            <a:ext cx="3052517" cy="2181089"/>
          </a:xfrm>
          <a:prstGeom prst="rect">
            <a:avLst/>
          </a:prstGeom>
        </p:spPr>
      </p:pic>
      <p:sp>
        <p:nvSpPr>
          <p:cNvPr id="4" name="TextBox 3">
            <a:extLst>
              <a:ext uri="{FF2B5EF4-FFF2-40B4-BE49-F238E27FC236}">
                <a16:creationId xmlns:a16="http://schemas.microsoft.com/office/drawing/2014/main" id="{961E0A01-C371-E32F-CB6C-0DD1B4E1454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4108598663"/>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F435D-8C5D-ED2C-0D79-8917676806C0}"/>
              </a:ext>
            </a:extLst>
          </p:cNvPr>
          <p:cNvSpPr>
            <a:spLocks noGrp="1"/>
          </p:cNvSpPr>
          <p:nvPr>
            <p:ph type="title"/>
          </p:nvPr>
        </p:nvSpPr>
        <p:spPr>
          <a:xfrm>
            <a:off x="4903646" y="153630"/>
            <a:ext cx="4202838" cy="875204"/>
          </a:xfrm>
        </p:spPr>
        <p:txBody>
          <a:bodyPr lIns="91440" tIns="45720" rIns="91440" bIns="45720" rtlCol="1" anchor="t"/>
          <a:lstStyle/>
          <a:p>
            <a:pPr rtl="1"/>
            <a:r>
              <a:rPr lang="ar-EG" sz="2400" dirty="0">
                <a:latin typeface="Times New Roman" panose="02020603050405020304" pitchFamily="18" charset="0"/>
                <a:ea typeface="Calibri"/>
                <a:cs typeface="Times New Roman" panose="02020603050405020304" pitchFamily="18" charset="0"/>
              </a:rPr>
              <a:t>أمثلة على مقدمي الخدمات الرياضية </a:t>
            </a:r>
            <a:br>
              <a:rPr lang="ar-EG" sz="2400" dirty="0">
                <a:latin typeface="Times New Roman" panose="02020603050405020304" pitchFamily="18" charset="0"/>
                <a:ea typeface="Calibri"/>
                <a:cs typeface="Times New Roman" panose="02020603050405020304" pitchFamily="18" charset="0"/>
              </a:rPr>
            </a:br>
            <a:r>
              <a:rPr lang="ar-EG" sz="2400" dirty="0">
                <a:latin typeface="Times New Roman" panose="02020603050405020304" pitchFamily="18" charset="0"/>
                <a:ea typeface="Calibri"/>
                <a:cs typeface="Times New Roman" panose="02020603050405020304" pitchFamily="18" charset="0"/>
              </a:rPr>
              <a:t>على المستويين المحلي والوطني</a:t>
            </a:r>
            <a:endParaRPr lang="ar-EG"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B50DDD-E5F2-6637-F2A5-2F2941CD5968}"/>
              </a:ext>
            </a:extLst>
          </p:cNvPr>
          <p:cNvSpPr>
            <a:spLocks noGrp="1"/>
          </p:cNvSpPr>
          <p:nvPr>
            <p:ph sz="half" idx="2"/>
          </p:nvPr>
        </p:nvSpPr>
        <p:spPr>
          <a:xfrm>
            <a:off x="4903636" y="1404288"/>
            <a:ext cx="4202848" cy="5560956"/>
          </a:xfrm>
        </p:spPr>
        <p:txBody>
          <a:bodyPr lIns="91440" tIns="45720" rIns="91440" bIns="45720" rtlCol="1" anchor="t"/>
          <a:lstStyle/>
          <a:p>
            <a:pPr marL="0" indent="0" rtl="1">
              <a:buNone/>
            </a:pPr>
            <a:r>
              <a:rPr lang="ar-EG" sz="2000" b="1" dirty="0">
                <a:latin typeface="Times New Roman" panose="02020603050405020304" pitchFamily="18" charset="0"/>
                <a:ea typeface="Calibri"/>
                <a:cs typeface="Times New Roman" panose="02020603050405020304" pitchFamily="18" charset="0"/>
              </a:rPr>
              <a:t>مقدمو الخدمات الرياضية على المستوى المحلي:</a:t>
            </a:r>
            <a:endParaRPr lang="ar-EG" sz="2000" dirty="0">
              <a:latin typeface="Times New Roman" panose="02020603050405020304" pitchFamily="18" charset="0"/>
              <a:ea typeface="Calibri"/>
              <a:cs typeface="Times New Roman" panose="02020603050405020304" pitchFamily="18" charset="0"/>
            </a:endParaRPr>
          </a:p>
          <a:p>
            <a:pPr rtl="1">
              <a:buFont typeface="Calibri" panose="05000000000000000000" pitchFamily="2" charset="2"/>
              <a:buChar char="-"/>
            </a:pPr>
            <a:r>
              <a:rPr lang="ar-EG" sz="2000" dirty="0">
                <a:latin typeface="Times New Roman" panose="02020603050405020304" pitchFamily="18" charset="0"/>
                <a:ea typeface="Calibri"/>
                <a:cs typeface="Times New Roman" panose="02020603050405020304" pitchFamily="18" charset="0"/>
              </a:rPr>
              <a:t>المراكز الترفيهية (مثل أحواض السباحة والصالات الرياضية التي تديرها </a:t>
            </a:r>
            <a:br>
              <a:rPr lang="en-US"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المجالس المحلية).</a:t>
            </a:r>
            <a:endParaRPr lang="ar-EG" sz="2000"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r>
              <a:rPr lang="ar-EG" sz="2000" dirty="0">
                <a:latin typeface="Times New Roman" panose="02020603050405020304" pitchFamily="18" charset="0"/>
                <a:ea typeface="Calibri"/>
                <a:cs typeface="Times New Roman" panose="02020603050405020304" pitchFamily="18" charset="0"/>
              </a:rPr>
              <a:t>برامج الرياضة في المدارس أو الكليات </a:t>
            </a:r>
            <a:br>
              <a:rPr lang="en-US"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(مثل الأندية اللا مدرسية والمسابقات </a:t>
            </a:r>
            <a:br>
              <a:rPr lang="en-US"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بين المدارس).</a:t>
            </a:r>
            <a:endParaRPr lang="ar-EG" sz="2000"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endParaRPr lang="ar-EG" sz="2000" dirty="0">
              <a:latin typeface="Times New Roman" panose="02020603050405020304" pitchFamily="18" charset="0"/>
              <a:ea typeface="Calibri"/>
              <a:cs typeface="Times New Roman" panose="02020603050405020304" pitchFamily="18" charset="0"/>
            </a:endParaRPr>
          </a:p>
          <a:p>
            <a:pPr rtl="1">
              <a:buFont typeface="Calibri" panose="05000000000000000000" pitchFamily="2" charset="2"/>
              <a:buChar char="-"/>
            </a:pPr>
            <a:endParaRPr lang="ar-EG" dirty="0">
              <a:latin typeface="Times New Roman" panose="02020603050405020304" pitchFamily="18" charset="0"/>
              <a:ea typeface="Calibri"/>
              <a:cs typeface="Times New Roman" panose="02020603050405020304" pitchFamily="18" charset="0"/>
            </a:endParaRPr>
          </a:p>
        </p:txBody>
      </p:sp>
      <p:sp>
        <p:nvSpPr>
          <p:cNvPr id="5" name="TextBox 4">
            <a:extLst>
              <a:ext uri="{FF2B5EF4-FFF2-40B4-BE49-F238E27FC236}">
                <a16:creationId xmlns:a16="http://schemas.microsoft.com/office/drawing/2014/main" id="{15013442-741A-F4E3-B7C2-27FACC14EF48}"/>
              </a:ext>
            </a:extLst>
          </p:cNvPr>
          <p:cNvSpPr txBox="1"/>
          <p:nvPr/>
        </p:nvSpPr>
        <p:spPr>
          <a:xfrm>
            <a:off x="255319" y="1401941"/>
            <a:ext cx="3870169" cy="2954655"/>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spcBef>
                <a:spcPct val="20000"/>
              </a:spcBef>
            </a:pPr>
            <a:r>
              <a:rPr lang="ar-EG" sz="2000" b="1" dirty="0">
                <a:latin typeface="Times New Roman" panose="02020603050405020304" pitchFamily="18" charset="0"/>
                <a:cs typeface="Times New Roman" panose="02020603050405020304" pitchFamily="18" charset="0"/>
              </a:rPr>
              <a:t>مقدمو الخدمات الرياضية على المستوى الوطني:</a:t>
            </a:r>
            <a:endParaRPr lang="ar-EG" sz="2000" dirty="0">
              <a:latin typeface="Times New Roman" panose="02020603050405020304" pitchFamily="18" charset="0"/>
              <a:cs typeface="Times New Roman" panose="02020603050405020304" pitchFamily="18" charset="0"/>
            </a:endParaRPr>
          </a:p>
          <a:p>
            <a:pPr marL="342900" indent="-342900" rtl="1">
              <a:spcBef>
                <a:spcPct val="20000"/>
              </a:spcBef>
              <a:buFont typeface="Calibri"/>
              <a:buChar char="-"/>
            </a:pPr>
            <a:r>
              <a:rPr lang="ar-EG" sz="2000" dirty="0">
                <a:latin typeface="Times New Roman" panose="02020603050405020304" pitchFamily="18" charset="0"/>
                <a:cs typeface="Times New Roman" panose="02020603050405020304" pitchFamily="18" charset="0"/>
              </a:rPr>
              <a:t>الهيئات الإدارية الوطنية مثل الهيئة الإدارية الوطنية لرياضة كرة الشبكة في إنجلترا، والاتحاد الإنجليزي لكرة القدم، والاتحاد الدولي </a:t>
            </a:r>
            <a:r>
              <a:rPr lang="ar-EG" sz="2000" dirty="0" err="1">
                <a:latin typeface="Times New Roman" panose="02020603050405020304" pitchFamily="18" charset="0"/>
                <a:cs typeface="Times New Roman" panose="02020603050405020304" pitchFamily="18" charset="0"/>
              </a:rPr>
              <a:t>للرغبي</a:t>
            </a:r>
            <a:r>
              <a:rPr lang="ar-EG" sz="2000" dirty="0">
                <a:latin typeface="Times New Roman" panose="02020603050405020304" pitchFamily="18" charset="0"/>
                <a:cs typeface="Times New Roman" panose="02020603050405020304" pitchFamily="18" charset="0"/>
              </a:rPr>
              <a:t>.</a:t>
            </a:r>
          </a:p>
          <a:p>
            <a:pPr marL="285750" indent="-285750" rtl="1">
              <a:spcBef>
                <a:spcPct val="20000"/>
              </a:spcBef>
              <a:buFont typeface="Calibri"/>
              <a:buChar char="-"/>
            </a:pPr>
            <a:r>
              <a:rPr lang="ar-EG" sz="2000" dirty="0">
                <a:latin typeface="Times New Roman" panose="02020603050405020304" pitchFamily="18" charset="0"/>
                <a:cs typeface="Times New Roman" panose="02020603050405020304" pitchFamily="18" charset="0"/>
              </a:rPr>
              <a:t>اللجان الأولمبية الوطنية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(مثل اللجنة الأولمبية الأردنية).</a:t>
            </a:r>
          </a:p>
          <a:p>
            <a:pPr algn="l" rtl="1"/>
            <a:endParaRPr lang="ar-E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1736504-F85A-66F2-CF2E-7AC710EBCE60}"/>
              </a:ext>
            </a:extLst>
          </p:cNvPr>
          <p:cNvSpPr txBox="1"/>
          <p:nvPr/>
        </p:nvSpPr>
        <p:spPr>
          <a:xfrm>
            <a:off x="4127741" y="4190670"/>
            <a:ext cx="5012955" cy="2954655"/>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spcBef>
                <a:spcPct val="20000"/>
              </a:spcBef>
            </a:pPr>
            <a:r>
              <a:rPr lang="ar-EG" sz="2000" b="1" dirty="0">
                <a:latin typeface="Times New Roman" panose="02020603050405020304" pitchFamily="18" charset="0"/>
                <a:cs typeface="Times New Roman" panose="02020603050405020304" pitchFamily="18" charset="0"/>
              </a:rPr>
              <a:t>مقارنة بين دوريهما:</a:t>
            </a:r>
            <a:endParaRPr lang="ar-EG" sz="2000" dirty="0">
              <a:latin typeface="Times New Roman" panose="02020603050405020304" pitchFamily="18" charset="0"/>
              <a:cs typeface="Times New Roman" panose="02020603050405020304" pitchFamily="18" charset="0"/>
            </a:endParaRPr>
          </a:p>
          <a:p>
            <a:pPr marL="285750" indent="-285750" rtl="1">
              <a:spcBef>
                <a:spcPct val="20000"/>
              </a:spcBef>
              <a:buFont typeface="Calibri"/>
              <a:buChar char="-"/>
            </a:pPr>
            <a:r>
              <a:rPr lang="ar-EG" sz="2000" dirty="0">
                <a:latin typeface="Times New Roman" panose="02020603050405020304" pitchFamily="18" charset="0"/>
                <a:cs typeface="Times New Roman" panose="02020603050405020304" pitchFamily="18" charset="0"/>
              </a:rPr>
              <a:t>يوفر مقدمو الخدمات الرياضية على المستوى المحلي الاستفادة من النشاطات الرياضية لأفراد المجتمع المحلي، وغالبًا ما يكون ذلك بتكلفة منخفضة، ويركزون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على تعزيز المشاركة.</a:t>
            </a:r>
          </a:p>
          <a:p>
            <a:pPr marL="285750" indent="-285750" rtl="1">
              <a:spcBef>
                <a:spcPct val="20000"/>
              </a:spcBef>
              <a:buFont typeface="Calibri"/>
              <a:buChar char="-"/>
            </a:pPr>
            <a:r>
              <a:rPr lang="ar-EG" sz="2000" dirty="0">
                <a:latin typeface="Times New Roman" panose="02020603050405020304" pitchFamily="18" charset="0"/>
                <a:cs typeface="Times New Roman" panose="02020603050405020304" pitchFamily="18" charset="0"/>
              </a:rPr>
              <a:t>أما مقدمو الخدمات الرياضية على المستوى الوطني فيشرفون على النشاطات الرياضية النخبوية، والمنتخبات الوطنية، ووضع القواعد، ومسارات تطوير الأداء.</a:t>
            </a:r>
          </a:p>
          <a:p>
            <a:pPr algn="l" rtl="1"/>
            <a:endParaRPr lang="ar-EG"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37577879-8901-BBE4-55DE-217C15F04712}"/>
              </a:ext>
            </a:extLst>
          </p:cNvPr>
          <p:cNvSpPr/>
          <p:nvPr/>
        </p:nvSpPr>
        <p:spPr>
          <a:xfrm>
            <a:off x="68254" y="4421323"/>
            <a:ext cx="3864151" cy="1879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هل يمكنك ذكر اسم مؤسسة رياضية محلية وأخرى وطنية سبق لك أن تعاملت معها أو سمعت عنها؟ وما وجه الاختلاف في طريقة عمل كل منهما؟</a:t>
            </a:r>
          </a:p>
        </p:txBody>
      </p:sp>
      <p:sp>
        <p:nvSpPr>
          <p:cNvPr id="4" name="TextBox 3">
            <a:extLst>
              <a:ext uri="{FF2B5EF4-FFF2-40B4-BE49-F238E27FC236}">
                <a16:creationId xmlns:a16="http://schemas.microsoft.com/office/drawing/2014/main" id="{AD1B78E4-2842-BFAD-572A-4FDEE578022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767194329"/>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72FC4230-A904-AB38-C0D3-8B58F45C7E6A}"/>
              </a:ext>
            </a:extLst>
          </p:cNvPr>
          <p:cNvGraphicFramePr>
            <a:graphicFrameLocks noGrp="1"/>
          </p:cNvGraphicFramePr>
          <p:nvPr>
            <p:ph sz="half" idx="2"/>
            <p:extLst>
              <p:ext uri="{D42A27DB-BD31-4B8C-83A1-F6EECF244321}">
                <p14:modId xmlns:p14="http://schemas.microsoft.com/office/powerpoint/2010/main" val="635029408"/>
              </p:ext>
            </p:extLst>
          </p:nvPr>
        </p:nvGraphicFramePr>
        <p:xfrm>
          <a:off x="455613" y="1553833"/>
          <a:ext cx="8230506" cy="4129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AFBE864E-26B9-F191-A331-172785EC3B6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723760587"/>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EG" sz="2400" dirty="0">
                <a:latin typeface="Times New Roman" panose="02020603050405020304" pitchFamily="18" charset="0"/>
                <a:cs typeface="Times New Roman" panose="02020603050405020304" pitchFamily="18" charset="0"/>
              </a:rPr>
              <a:t>نتاج التعلم ب</a:t>
            </a:r>
            <a:br>
              <a:rPr lang="ar-EG" altLang="en-US" sz="2400" dirty="0">
                <a:latin typeface="Times New Roman" panose="02020603050405020304" pitchFamily="18" charset="0"/>
                <a:cs typeface="Times New Roman" panose="02020603050405020304" pitchFamily="18" charset="0"/>
              </a:rPr>
            </a:br>
            <a:br>
              <a:rPr lang="ar-EG" altLang="en-US" sz="2400" dirty="0">
                <a:latin typeface="Times New Roman" panose="02020603050405020304" pitchFamily="18" charset="0"/>
                <a:cs typeface="Times New Roman" panose="02020603050405020304" pitchFamily="18" charset="0"/>
              </a:rPr>
            </a:br>
            <a:endParaRPr lang="ar-EG" altLang="en-US" sz="3600"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58888"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EG" dirty="0">
                <a:solidFill>
                  <a:srgbClr val="FF0000"/>
                </a:solidFill>
                <a:latin typeface="Times New Roman" panose="02020603050405020304" pitchFamily="18" charset="0"/>
                <a:cs typeface="Times New Roman" panose="02020603050405020304" pitchFamily="18" charset="0"/>
              </a:rPr>
              <a:t>ب1 سلسلة تطوير الرياضة </a:t>
            </a:r>
            <a:endParaRPr lang="ar-EG" dirty="0">
              <a:solidFill>
                <a:srgbClr val="000000"/>
              </a:solidFill>
              <a:latin typeface="Times New Roman" panose="02020603050405020304" pitchFamily="18" charset="0"/>
              <a:cs typeface="Times New Roman" panose="02020603050405020304" pitchFamily="18" charset="0"/>
            </a:endParaRPr>
          </a:p>
          <a:p>
            <a:pPr indent="0" rtl="1">
              <a:buNone/>
            </a:pPr>
            <a:r>
              <a:rPr lang="ar-EG" dirty="0">
                <a:solidFill>
                  <a:srgbClr val="FF0000"/>
                </a:solidFill>
                <a:latin typeface="Times New Roman" panose="02020603050405020304" pitchFamily="18" charset="0"/>
                <a:cs typeface="Times New Roman" panose="02020603050405020304" pitchFamily="18" charset="0"/>
              </a:rPr>
              <a:t>ب2 الغرض من تطوير الرياضة </a:t>
            </a:r>
            <a:endParaRPr lang="ar-EG" dirty="0">
              <a:solidFill>
                <a:srgbClr val="000000"/>
              </a:solidFill>
              <a:latin typeface="Times New Roman" panose="02020603050405020304" pitchFamily="18" charset="0"/>
              <a:cs typeface="Times New Roman" panose="02020603050405020304" pitchFamily="18" charset="0"/>
            </a:endParaRPr>
          </a:p>
          <a:p>
            <a:pPr indent="0" rtl="1">
              <a:buNone/>
            </a:pPr>
            <a:r>
              <a:rPr lang="ar-EG" dirty="0">
                <a:solidFill>
                  <a:srgbClr val="FF0000"/>
                </a:solidFill>
                <a:latin typeface="Times New Roman" panose="02020603050405020304" pitchFamily="18" charset="0"/>
                <a:cs typeface="Times New Roman" panose="02020603050405020304" pitchFamily="18" charset="0"/>
              </a:rPr>
              <a:t>ب3 العوامل المعيقة للمشاركة</a:t>
            </a:r>
            <a:endParaRPr lang="ar-EG" dirty="0">
              <a:solidFill>
                <a:srgbClr val="000000"/>
              </a:solidFill>
              <a:latin typeface="Times New Roman" panose="02020603050405020304" pitchFamily="18" charset="0"/>
              <a:cs typeface="Times New Roman" panose="02020603050405020304" pitchFamily="18" charset="0"/>
            </a:endParaRPr>
          </a:p>
          <a:p>
            <a:pPr indent="0" rtl="1">
              <a:buNone/>
            </a:pPr>
            <a:r>
              <a:rPr lang="ar-EG" dirty="0">
                <a:solidFill>
                  <a:srgbClr val="FF0000"/>
                </a:solidFill>
                <a:latin typeface="Times New Roman" panose="02020603050405020304" pitchFamily="18" charset="0"/>
                <a:cs typeface="Times New Roman" panose="02020603050405020304" pitchFamily="18" charset="0"/>
              </a:rPr>
              <a:t>ب4 الفئات المستهدفة</a:t>
            </a:r>
            <a:endParaRPr lang="ar-EG"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EG" sz="4400" dirty="0">
                <a:highlight>
                  <a:srgbClr val="FFFF00"/>
                </a:highlight>
                <a:latin typeface="Times New Roman" panose="02020603050405020304" pitchFamily="18" charset="0"/>
                <a:ea typeface="Calibri"/>
                <a:cs typeface="Times New Roman" panose="02020603050405020304" pitchFamily="18" charset="0"/>
              </a:rPr>
              <a:t>المفاهيم الأساسية في تطوير الرياضة</a:t>
            </a:r>
            <a:endParaRPr lang="ar-E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731885F-0698-DB90-CF5C-CF8030D8F48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098104"/>
            <a:ext cx="8823727" cy="6097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EG" sz="2000" dirty="0">
                <a:latin typeface="Times New Roman" panose="02020603050405020304" pitchFamily="18" charset="0"/>
                <a:ea typeface="Calibri"/>
                <a:cs typeface="Times New Roman" panose="02020603050405020304" pitchFamily="18" charset="0"/>
              </a:rPr>
              <a:t>توضح هذه السلسلة أربع مراحل من تطوير الرياضة</a:t>
            </a:r>
          </a:p>
          <a:p>
            <a:pPr marL="0" indent="0" rtl="1">
              <a:buNone/>
            </a:pPr>
            <a:endParaRPr lang="ar-EG" sz="2000" b="1"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rtl="1">
              <a:buAutoNum type="arabicPeriod"/>
            </a:pPr>
            <a:endParaRPr lang="ar-EG" sz="2000" dirty="0">
              <a:latin typeface="Times New Roman" panose="02020603050405020304" pitchFamily="18" charset="0"/>
              <a:ea typeface="Calibri"/>
              <a:cs typeface="Times New Roman" panose="02020603050405020304" pitchFamily="18" charset="0"/>
            </a:endParaRPr>
          </a:p>
          <a:p>
            <a:pPr indent="0" rtl="1">
              <a:buFont typeface="Wingdings" panose="05000000000000000000" pitchFamily="2" charset="2"/>
              <a:buNone/>
            </a:pPr>
            <a:endParaRPr lang="ar-EG" altLang="en-US" dirty="0">
              <a:latin typeface="Times New Roman" panose="02020603050405020304" pitchFamily="18" charset="0"/>
              <a:cs typeface="Times New Roman" panose="02020603050405020304" pitchFamily="18" charset="0"/>
            </a:endParaRPr>
          </a:p>
          <a:p>
            <a:pPr indent="0" algn="ctr" rtl="1">
              <a:buNone/>
            </a:pPr>
            <a:endParaRPr lang="ar-EG" altLang="en-US" dirty="0">
              <a:latin typeface="Times New Roman" panose="02020603050405020304" pitchFamily="18" charset="0"/>
              <a:cs typeface="Times New Roman" panose="02020603050405020304" pitchFamily="18" charset="0"/>
            </a:endParaRPr>
          </a:p>
          <a:p>
            <a:pPr marL="685800" rtl="1">
              <a:buAutoNum type="arabicPeriod"/>
            </a:pPr>
            <a:endParaRPr lang="ar-EG" altLang="en-US"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72363"/>
            <a:ext cx="4572000" cy="60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EG" sz="3000" b="1" dirty="0">
                <a:latin typeface="Times New Roman" panose="02020603050405020304" pitchFamily="18" charset="0"/>
                <a:ea typeface="Calibri"/>
                <a:cs typeface="Times New Roman" panose="02020603050405020304" pitchFamily="18" charset="0"/>
              </a:rPr>
              <a:t>سلسلة تطوير الرياضة</a:t>
            </a:r>
            <a:endParaRPr lang="ar-EG" sz="3000" b="1" dirty="0">
              <a:latin typeface="Times New Roman" panose="02020603050405020304" pitchFamily="18"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1A3921C1-8911-CDBA-E310-1CBC9020F57A}"/>
              </a:ext>
            </a:extLst>
          </p:cNvPr>
          <p:cNvGraphicFramePr/>
          <p:nvPr>
            <p:extLst>
              <p:ext uri="{D42A27DB-BD31-4B8C-83A1-F6EECF244321}">
                <p14:modId xmlns:p14="http://schemas.microsoft.com/office/powerpoint/2010/main" val="2478787651"/>
              </p:ext>
            </p:extLst>
          </p:nvPr>
        </p:nvGraphicFramePr>
        <p:xfrm>
          <a:off x="5073" y="1402988"/>
          <a:ext cx="7708110" cy="52723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487E4855-2AED-B5A0-45C9-379544B17CD1}"/>
              </a:ext>
            </a:extLst>
          </p:cNvPr>
          <p:cNvSpPr txBox="1"/>
          <p:nvPr/>
        </p:nvSpPr>
        <p:spPr>
          <a:xfrm>
            <a:off x="5583871" y="1708313"/>
            <a:ext cx="3239856" cy="1015663"/>
          </a:xfrm>
          <a:prstGeom prst="rect">
            <a:avLst/>
          </a:prstGeom>
          <a:noFill/>
        </p:spPr>
        <p:txBody>
          <a:bodyPr wrap="square" lIns="91440" tIns="45720" rIns="91440" bIns="45720" rtlCol="1" anchor="t">
            <a:spAutoFit/>
          </a:bodyPr>
          <a:lstStyle/>
          <a:p>
            <a:pPr rtl="1"/>
            <a:r>
              <a:rPr lang="ar-EG" sz="2000" dirty="0">
                <a:latin typeface="Times New Roman" panose="02020603050405020304" pitchFamily="18" charset="0"/>
                <a:cs typeface="Times New Roman" panose="02020603050405020304" pitchFamily="18" charset="0"/>
              </a:rPr>
              <a:t>توضح سلسلة تطوير الرياضة مراحل المشاركة في الرياضة من مستوى المبتدئين حتى الأداء الاحترافي.</a:t>
            </a:r>
          </a:p>
        </p:txBody>
      </p:sp>
      <p:sp>
        <p:nvSpPr>
          <p:cNvPr id="8" name="Rectangle 7">
            <a:extLst>
              <a:ext uri="{FF2B5EF4-FFF2-40B4-BE49-F238E27FC236}">
                <a16:creationId xmlns:a16="http://schemas.microsoft.com/office/drawing/2014/main" id="{47494118-3FFB-EA78-E990-540B64CF964C}"/>
              </a:ext>
            </a:extLst>
          </p:cNvPr>
          <p:cNvSpPr/>
          <p:nvPr/>
        </p:nvSpPr>
        <p:spPr>
          <a:xfrm>
            <a:off x="6952023" y="3028860"/>
            <a:ext cx="1871704" cy="2952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ما العوامل التي تساعد الفرد على الانتقال من مرحلة المشاركة الأولية إلى مرحلة الأداء الاحترافي؟ وما العوائق التي قد تمنعه من ذلك؟</a:t>
            </a:r>
            <a:endParaRPr lang="ar-EG" b="1" dirty="0">
              <a:latin typeface="Times New Roman" panose="02020603050405020304" pitchFamily="18" charset="0"/>
              <a:ea typeface="+mn-lt"/>
              <a:cs typeface="Times New Roman" panose="02020603050405020304" pitchFamily="18" charset="0"/>
            </a:endParaRPr>
          </a:p>
        </p:txBody>
      </p:sp>
      <p:sp>
        <p:nvSpPr>
          <p:cNvPr id="2" name="TextBox 1">
            <a:extLst>
              <a:ext uri="{FF2B5EF4-FFF2-40B4-BE49-F238E27FC236}">
                <a16:creationId xmlns:a16="http://schemas.microsoft.com/office/drawing/2014/main" id="{164FC112-4CA4-8799-2CF3-8B1F6BED5301}"/>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504C-59DA-A996-DDA9-E5F57BE3F37F}"/>
              </a:ext>
            </a:extLst>
          </p:cNvPr>
          <p:cNvSpPr>
            <a:spLocks noGrp="1"/>
          </p:cNvSpPr>
          <p:nvPr>
            <p:ph type="title"/>
          </p:nvPr>
        </p:nvSpPr>
        <p:spPr>
          <a:xfrm>
            <a:off x="5339644" y="147900"/>
            <a:ext cx="3702012" cy="864000"/>
          </a:xfrm>
        </p:spPr>
        <p:txBody>
          <a:bodyPr wrap="square" lIns="91440" tIns="45720" rIns="91440" bIns="45720" rtlCol="1" anchor="ctr">
            <a:noAutofit/>
          </a:bodyPr>
          <a:lstStyle/>
          <a:p>
            <a:pPr algn="r" rtl="1"/>
            <a:r>
              <a:rPr lang="ar-EG" sz="3000" dirty="0">
                <a:latin typeface="Times New Roman" panose="02020603050405020304" pitchFamily="18" charset="0"/>
                <a:cs typeface="Times New Roman" panose="02020603050405020304" pitchFamily="18" charset="0"/>
              </a:rPr>
              <a:t>الغرض من تطوير الرياضة</a:t>
            </a:r>
          </a:p>
        </p:txBody>
      </p:sp>
      <p:sp>
        <p:nvSpPr>
          <p:cNvPr id="10" name="Content Placeholder 2">
            <a:extLst>
              <a:ext uri="{FF2B5EF4-FFF2-40B4-BE49-F238E27FC236}">
                <a16:creationId xmlns:a16="http://schemas.microsoft.com/office/drawing/2014/main" id="{32C7C615-0F5F-0866-A9EF-C9C5DD0FDE00}"/>
              </a:ext>
            </a:extLst>
          </p:cNvPr>
          <p:cNvSpPr>
            <a:spLocks noGrp="1"/>
          </p:cNvSpPr>
          <p:nvPr>
            <p:ph sz="half" idx="1"/>
          </p:nvPr>
        </p:nvSpPr>
        <p:spPr>
          <a:xfrm>
            <a:off x="5014168" y="1154036"/>
            <a:ext cx="4027487" cy="4160901"/>
          </a:xfrm>
        </p:spPr>
        <p:txBody>
          <a:bodyPr lIns="91440" tIns="45720" rIns="91440" bIns="45720" rtlCol="1" anchor="t"/>
          <a:lstStyle/>
          <a:p>
            <a:pPr rtl="1"/>
            <a:endParaRPr lang="ar-EG" sz="1400" dirty="0">
              <a:latin typeface="Times New Roman" panose="02020603050405020304" pitchFamily="18" charset="0"/>
              <a:cs typeface="Times New Roman" panose="02020603050405020304" pitchFamily="18" charset="0"/>
            </a:endParaRPr>
          </a:p>
          <a:p>
            <a:pPr marL="0" indent="0" rtl="1">
              <a:buNone/>
            </a:pPr>
            <a:r>
              <a:rPr lang="ar-EG" sz="1400" b="1" dirty="0">
                <a:latin typeface="Times New Roman" panose="02020603050405020304" pitchFamily="18" charset="0"/>
                <a:cs typeface="Times New Roman" panose="02020603050405020304" pitchFamily="18" charset="0"/>
              </a:rPr>
              <a:t>تنمية المهارات</a:t>
            </a:r>
            <a:endParaRPr lang="ar-EG" sz="1400" dirty="0">
              <a:latin typeface="Times New Roman" panose="02020603050405020304" pitchFamily="18" charset="0"/>
              <a:cs typeface="Times New Roman" panose="02020603050405020304" pitchFamily="18" charset="0"/>
            </a:endParaRPr>
          </a:p>
          <a:p>
            <a:pPr marL="0" indent="0" rtl="1">
              <a:buNone/>
            </a:pPr>
            <a:r>
              <a:rPr lang="ar-EG" sz="1400" dirty="0">
                <a:latin typeface="Times New Roman" panose="02020603050405020304" pitchFamily="18" charset="0"/>
                <a:cs typeface="Times New Roman" panose="02020603050405020304" pitchFamily="18" charset="0"/>
              </a:rPr>
              <a:t>مساعدة الأفراد على تحسين قدراتهم بالتدريب والممارسة المنظميّن</a:t>
            </a:r>
          </a:p>
          <a:p>
            <a:pPr marL="0" indent="0" rtl="1">
              <a:buNone/>
            </a:pPr>
            <a:r>
              <a:rPr lang="ar-EG" sz="1400" dirty="0">
                <a:latin typeface="Times New Roman" panose="02020603050405020304" pitchFamily="18" charset="0"/>
                <a:cs typeface="Times New Roman" panose="02020603050405020304" pitchFamily="18" charset="0"/>
              </a:rPr>
              <a:t>دعم التقدم من مستوى المبتدئين إلى المستويات المتقدمة.</a:t>
            </a:r>
          </a:p>
          <a:p>
            <a:pPr rtl="1"/>
            <a:endParaRPr lang="ar-EG" sz="1000" dirty="0">
              <a:latin typeface="Times New Roman" panose="02020603050405020304" pitchFamily="18" charset="0"/>
              <a:cs typeface="Times New Roman" panose="02020603050405020304" pitchFamily="18" charset="0"/>
            </a:endParaRPr>
          </a:p>
          <a:p>
            <a:pPr marL="0" indent="0" rtl="1">
              <a:buNone/>
            </a:pPr>
            <a:r>
              <a:rPr lang="ar-EG" sz="1400" b="1" dirty="0">
                <a:latin typeface="Times New Roman" panose="02020603050405020304" pitchFamily="18" charset="0"/>
                <a:cs typeface="Times New Roman" panose="02020603050405020304" pitchFamily="18" charset="0"/>
              </a:rPr>
              <a:t>زيادة معدلات النشاط البدني</a:t>
            </a:r>
            <a:endParaRPr lang="ar-EG" sz="1400" dirty="0">
              <a:latin typeface="Times New Roman" panose="02020603050405020304" pitchFamily="18" charset="0"/>
              <a:cs typeface="Times New Roman" panose="02020603050405020304" pitchFamily="18" charset="0"/>
            </a:endParaRPr>
          </a:p>
          <a:p>
            <a:pPr marL="0" indent="0" rtl="1">
              <a:buNone/>
            </a:pPr>
            <a:r>
              <a:rPr lang="ar-EG" sz="1400" dirty="0">
                <a:latin typeface="Times New Roman" panose="02020603050405020304" pitchFamily="18" charset="0"/>
                <a:cs typeface="Times New Roman" panose="02020603050405020304" pitchFamily="18" charset="0"/>
              </a:rPr>
              <a:t>حث المزيد من الأفراد على ممارسة النشاط البدني</a:t>
            </a:r>
          </a:p>
          <a:p>
            <a:pPr marL="0" indent="0" rtl="1">
              <a:buNone/>
            </a:pPr>
            <a:r>
              <a:rPr lang="ar-EG" sz="1400" dirty="0">
                <a:latin typeface="Times New Roman" panose="02020603050405020304" pitchFamily="18" charset="0"/>
                <a:cs typeface="Times New Roman" panose="02020603050405020304" pitchFamily="18" charset="0"/>
              </a:rPr>
              <a:t>مواجهة أساليب الحياة الكسولة وقلة الحركة في جميع الفئات العمرية.</a:t>
            </a:r>
          </a:p>
          <a:p>
            <a:pPr marL="0" indent="0" rtl="1">
              <a:buNone/>
            </a:pPr>
            <a:endParaRPr lang="ar-EG" sz="1050" b="1" dirty="0">
              <a:latin typeface="Times New Roman" panose="02020603050405020304" pitchFamily="18" charset="0"/>
              <a:cs typeface="Times New Roman" panose="02020603050405020304" pitchFamily="18" charset="0"/>
            </a:endParaRPr>
          </a:p>
          <a:p>
            <a:pPr marL="0" indent="0" rtl="1">
              <a:buNone/>
            </a:pPr>
            <a:r>
              <a:rPr lang="ar-EG" sz="1400" b="1" dirty="0">
                <a:latin typeface="Times New Roman" panose="02020603050405020304" pitchFamily="18" charset="0"/>
                <a:cs typeface="Times New Roman" panose="02020603050405020304" pitchFamily="18" charset="0"/>
              </a:rPr>
              <a:t>تحسين الصحة والعافية</a:t>
            </a:r>
            <a:endParaRPr lang="ar-EG" sz="1400" dirty="0">
              <a:latin typeface="Times New Roman" panose="02020603050405020304" pitchFamily="18" charset="0"/>
              <a:cs typeface="Times New Roman" panose="02020603050405020304" pitchFamily="18" charset="0"/>
            </a:endParaRPr>
          </a:p>
          <a:p>
            <a:pPr marL="0" indent="0" rtl="1">
              <a:buNone/>
            </a:pPr>
            <a:r>
              <a:rPr lang="ar-EG" sz="1400" dirty="0">
                <a:latin typeface="Times New Roman" panose="02020603050405020304" pitchFamily="18" charset="0"/>
                <a:cs typeface="Times New Roman" panose="02020603050405020304" pitchFamily="18" charset="0"/>
              </a:rPr>
              <a:t>تعزيز الصحة البدنية والعقلية والاجتماعية، وذلك بالمشاركة المنتظمة في النشاط الرياضي</a:t>
            </a:r>
          </a:p>
          <a:p>
            <a:pPr marL="0" indent="0" rtl="1">
              <a:buNone/>
            </a:pPr>
            <a:r>
              <a:rPr lang="ar-EG" sz="1400" dirty="0">
                <a:latin typeface="Times New Roman" panose="02020603050405020304" pitchFamily="18" charset="0"/>
                <a:cs typeface="Times New Roman" panose="02020603050405020304" pitchFamily="18" charset="0"/>
              </a:rPr>
              <a:t>الحد من أخطار السمنة، والتوتر، والأمراض المزمنة.</a:t>
            </a:r>
          </a:p>
          <a:p>
            <a:pPr marL="0" indent="0" rtl="1">
              <a:buNone/>
            </a:pPr>
            <a:endParaRPr lang="ar-EG" sz="1000" b="1" dirty="0">
              <a:latin typeface="Times New Roman" panose="02020603050405020304" pitchFamily="18" charset="0"/>
              <a:cs typeface="Times New Roman" panose="02020603050405020304" pitchFamily="18" charset="0"/>
            </a:endParaRPr>
          </a:p>
          <a:p>
            <a:pPr marL="0" indent="0" rtl="1">
              <a:buNone/>
            </a:pPr>
            <a:r>
              <a:rPr lang="ar-EG" sz="1400" b="1" dirty="0">
                <a:latin typeface="Times New Roman" panose="02020603050405020304" pitchFamily="18" charset="0"/>
                <a:cs typeface="Times New Roman" panose="02020603050405020304" pitchFamily="18" charset="0"/>
              </a:rPr>
              <a:t>استهداف الفئات </a:t>
            </a:r>
            <a:r>
              <a:rPr lang="ar-EG" sz="1600" b="1" dirty="0">
                <a:latin typeface="Times New Roman" panose="02020603050405020304" pitchFamily="18" charset="0"/>
                <a:cs typeface="Times New Roman" panose="02020603050405020304" pitchFamily="18" charset="0"/>
              </a:rPr>
              <a:t>الأكثر</a:t>
            </a:r>
            <a:r>
              <a:rPr lang="ar-EG" sz="1400" b="1" dirty="0">
                <a:latin typeface="Times New Roman" panose="02020603050405020304" pitchFamily="18" charset="0"/>
                <a:cs typeface="Times New Roman" panose="02020603050405020304" pitchFamily="18" charset="0"/>
              </a:rPr>
              <a:t> عرضة للخطر</a:t>
            </a:r>
            <a:endParaRPr lang="ar-EG" sz="1400" dirty="0">
              <a:latin typeface="Times New Roman" panose="02020603050405020304" pitchFamily="18" charset="0"/>
              <a:cs typeface="Times New Roman" panose="02020603050405020304" pitchFamily="18" charset="0"/>
            </a:endParaRPr>
          </a:p>
          <a:p>
            <a:pPr marL="0" indent="0" rtl="1">
              <a:buNone/>
            </a:pPr>
            <a:r>
              <a:rPr lang="ar-EG" sz="1400" dirty="0">
                <a:latin typeface="Times New Roman" panose="02020603050405020304" pitchFamily="18" charset="0"/>
                <a:cs typeface="Times New Roman" panose="02020603050405020304" pitchFamily="18" charset="0"/>
              </a:rPr>
              <a:t>التركيز على الفئات الأقل تمثيلًا أو الأكثر احتياجًا (مثل ذوي الدخل المنخفض، وذوي الإعاقة، وكبار السن)</a:t>
            </a:r>
          </a:p>
          <a:p>
            <a:pPr marL="0" indent="0" rtl="1">
              <a:buNone/>
            </a:pPr>
            <a:r>
              <a:rPr lang="ar-EG" sz="1400" dirty="0">
                <a:latin typeface="Times New Roman" panose="02020603050405020304" pitchFamily="18" charset="0"/>
                <a:cs typeface="Times New Roman" panose="02020603050405020304" pitchFamily="18" charset="0"/>
              </a:rPr>
              <a:t>توفير فرص شاملة ومتاحة للجميع.</a:t>
            </a:r>
          </a:p>
          <a:p>
            <a:pPr marL="0" indent="0" rtl="1">
              <a:buNone/>
            </a:pPr>
            <a:endParaRPr lang="ar-EG" sz="1000" b="1" dirty="0">
              <a:latin typeface="Times New Roman" panose="02020603050405020304" pitchFamily="18" charset="0"/>
              <a:cs typeface="Times New Roman" panose="02020603050405020304" pitchFamily="18" charset="0"/>
            </a:endParaRPr>
          </a:p>
          <a:p>
            <a:pPr marL="0" indent="0" rtl="1">
              <a:buNone/>
            </a:pPr>
            <a:r>
              <a:rPr lang="ar-EG" sz="1400" b="1" dirty="0">
                <a:latin typeface="Times New Roman" panose="02020603050405020304" pitchFamily="18" charset="0"/>
                <a:cs typeface="Times New Roman" panose="02020603050405020304" pitchFamily="18" charset="0"/>
              </a:rPr>
              <a:t>تعزيز المشاركة المُستدامة.</a:t>
            </a:r>
            <a:endParaRPr lang="ar-EG" sz="1400" dirty="0">
              <a:latin typeface="Times New Roman" panose="02020603050405020304" pitchFamily="18" charset="0"/>
              <a:cs typeface="Times New Roman" panose="02020603050405020304" pitchFamily="18" charset="0"/>
            </a:endParaRPr>
          </a:p>
          <a:p>
            <a:pPr marL="0" indent="0" rtl="1">
              <a:buNone/>
            </a:pPr>
            <a:r>
              <a:rPr lang="ar-EG" sz="1400" dirty="0">
                <a:latin typeface="Times New Roman" panose="02020603050405020304" pitchFamily="18" charset="0"/>
                <a:cs typeface="Times New Roman" panose="02020603050405020304" pitchFamily="18" charset="0"/>
              </a:rPr>
              <a:t>تشجيع الأفراد على الحفاظ على نشاطهم البدني طوال مراحل حياتهم</a:t>
            </a:r>
          </a:p>
          <a:p>
            <a:pPr marL="0" indent="0" rtl="1">
              <a:buNone/>
            </a:pPr>
            <a:r>
              <a:rPr lang="ar-EG" sz="1400" dirty="0">
                <a:latin typeface="Times New Roman" panose="02020603050405020304" pitchFamily="18" charset="0"/>
                <a:cs typeface="Times New Roman" panose="02020603050405020304" pitchFamily="18" charset="0"/>
              </a:rPr>
              <a:t>توفير نشاطات ممتعة ومناسبة لكل مرحلة عمرية.</a:t>
            </a:r>
          </a:p>
          <a:p>
            <a:pPr rtl="1"/>
            <a:endParaRPr lang="ar-EG" sz="105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F52247B5-F223-911F-ED05-E143758482E6}"/>
              </a:ext>
            </a:extLst>
          </p:cNvPr>
          <p:cNvGraphicFramePr>
            <a:graphicFrameLocks noGrp="1"/>
          </p:cNvGraphicFramePr>
          <p:nvPr>
            <p:ph sz="half" idx="2"/>
            <p:extLst>
              <p:ext uri="{D42A27DB-BD31-4B8C-83A1-F6EECF244321}">
                <p14:modId xmlns:p14="http://schemas.microsoft.com/office/powerpoint/2010/main" val="3095585411"/>
              </p:ext>
            </p:extLst>
          </p:nvPr>
        </p:nvGraphicFramePr>
        <p:xfrm>
          <a:off x="457023" y="1484801"/>
          <a:ext cx="4027488" cy="40241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6B72252B-D3E7-B866-E903-C11717C92BB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73315271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6D2A-B07F-30D7-A5BF-BBFEEE92A063}"/>
              </a:ext>
            </a:extLst>
          </p:cNvPr>
          <p:cNvSpPr>
            <a:spLocks noGrp="1"/>
          </p:cNvSpPr>
          <p:nvPr>
            <p:ph type="title"/>
          </p:nvPr>
        </p:nvSpPr>
        <p:spPr>
          <a:xfrm>
            <a:off x="5985164" y="327377"/>
            <a:ext cx="3031192" cy="625177"/>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مسارات الرياضيين</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CF16DE-E6A1-1B2E-49B4-90E1159128AA}"/>
              </a:ext>
            </a:extLst>
          </p:cNvPr>
          <p:cNvSpPr>
            <a:spLocks noGrp="1"/>
          </p:cNvSpPr>
          <p:nvPr>
            <p:ph sz="half" idx="2"/>
          </p:nvPr>
        </p:nvSpPr>
        <p:spPr>
          <a:xfrm>
            <a:off x="145649" y="1357629"/>
            <a:ext cx="8873383" cy="3609975"/>
          </a:xfrm>
        </p:spPr>
        <p:txBody>
          <a:bodyPr lIns="91440" tIns="45720" rIns="91440" bIns="45720" rtlCol="1" anchor="t"/>
          <a:lstStyle/>
          <a:p>
            <a:pPr marL="0" indent="0" rtl="1">
              <a:buNone/>
            </a:pPr>
            <a:r>
              <a:rPr lang="ar-EG" sz="2000" dirty="0">
                <a:latin typeface="Times New Roman" panose="02020603050405020304" pitchFamily="18" charset="0"/>
                <a:ea typeface="Calibri"/>
                <a:cs typeface="Times New Roman" panose="02020603050405020304" pitchFamily="18" charset="0"/>
              </a:rPr>
              <a:t>توضح مسارات الرياضيين كيفية تقدم الأفراد عبر مراحل سلسلة التطوير المختلفة.</a:t>
            </a: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r>
              <a:rPr lang="ar-EG" sz="2000" dirty="0">
                <a:latin typeface="Times New Roman" panose="02020603050405020304" pitchFamily="18" charset="0"/>
                <a:ea typeface="Calibri"/>
                <a:cs typeface="Times New Roman" panose="02020603050405020304" pitchFamily="18" charset="0"/>
              </a:rPr>
              <a:t>يمكن أن تبدأ المسارات في أي مرحلة، فبعض الرياضيين ينطلقون من مرحلة التأسيس </a:t>
            </a:r>
            <a:br>
              <a:rPr lang="en-US" sz="2000" dirty="0">
                <a:latin typeface="Times New Roman" panose="02020603050405020304" pitchFamily="18" charset="0"/>
                <a:ea typeface="Calibri"/>
                <a:cs typeface="Times New Roman" panose="02020603050405020304" pitchFamily="18" charset="0"/>
              </a:rPr>
            </a:br>
            <a:r>
              <a:rPr lang="ar-EG" sz="2000" dirty="0">
                <a:latin typeface="Times New Roman" panose="02020603050405020304" pitchFamily="18" charset="0"/>
                <a:ea typeface="Calibri"/>
                <a:cs typeface="Times New Roman" panose="02020603050405020304" pitchFamily="18" charset="0"/>
              </a:rPr>
              <a:t>(مثل دروس التربية البدنية)، بينما ينطلق آخرون من رياضات على مستوى المشاركة أو الأداء.</a:t>
            </a:r>
            <a:endParaRPr lang="ar-EG" sz="2000"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r>
              <a:rPr lang="ar-EG" sz="2000" dirty="0">
                <a:latin typeface="Times New Roman" panose="02020603050405020304" pitchFamily="18" charset="0"/>
                <a:ea typeface="Calibri"/>
                <a:cs typeface="Times New Roman" panose="02020603050405020304" pitchFamily="18" charset="0"/>
              </a:rPr>
              <a:t>يدعم المدربون، والأندية، والمدارس، والهيئات الإدارية الوطنية التقدم نحو مستوى التميّز.</a:t>
            </a:r>
            <a:endParaRPr lang="ar-EG" sz="2000"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ea typeface="Calibri"/>
              <a:cs typeface="Times New Roman" panose="02020603050405020304" pitchFamily="18" charset="0"/>
            </a:endParaRPr>
          </a:p>
          <a:p>
            <a:pPr marL="0" indent="0" rtl="1">
              <a:buNone/>
            </a:pPr>
            <a:r>
              <a:rPr lang="ar-EG" sz="2000" dirty="0">
                <a:latin typeface="Times New Roman" panose="02020603050405020304" pitchFamily="18" charset="0"/>
                <a:ea typeface="Calibri"/>
                <a:cs typeface="Times New Roman" panose="02020603050405020304" pitchFamily="18" charset="0"/>
              </a:rPr>
              <a:t>لكل رياضة هياكل ومنافسات، ومسارات مختلفة خاصة بها لاكتشاف المواهب ودعم تطورها.</a:t>
            </a:r>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ea typeface="Calibri"/>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B612268-D2EB-1C10-B55C-58BD9238E716}"/>
              </a:ext>
            </a:extLst>
          </p:cNvPr>
          <p:cNvSpPr/>
          <p:nvPr/>
        </p:nvSpPr>
        <p:spPr>
          <a:xfrm>
            <a:off x="116042" y="5372679"/>
            <a:ext cx="8900313" cy="102115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sz="1600" b="1" dirty="0">
                <a:latin typeface="Times New Roman" panose="02020603050405020304" pitchFamily="18" charset="0"/>
                <a:ea typeface="+mn-lt"/>
                <a:cs typeface="Times New Roman" panose="02020603050405020304" pitchFamily="18" charset="0"/>
              </a:rPr>
              <a:t>اختر رياضيًا (محليًا أو وطنيًا أو عالميًا) وقدم تفصيلات عن مسار تطوره الرياضي أو ارسم ذلك المسار.</a:t>
            </a:r>
            <a:br>
              <a:rPr lang="ar-EG" sz="1600" b="1" dirty="0">
                <a:latin typeface="Times New Roman" panose="02020603050405020304" pitchFamily="18" charset="0"/>
                <a:ea typeface="+mn-lt"/>
                <a:cs typeface="Times New Roman" panose="02020603050405020304" pitchFamily="18" charset="0"/>
              </a:rPr>
            </a:br>
            <a:r>
              <a:rPr lang="ar-EG" sz="1600" b="1" dirty="0">
                <a:latin typeface="Times New Roman" panose="02020603050405020304" pitchFamily="18" charset="0"/>
                <a:ea typeface="+mn-lt"/>
                <a:cs typeface="Times New Roman" panose="02020603050405020304" pitchFamily="18" charset="0"/>
              </a:rPr>
              <a:t> وحدّد ما يأتي: نقطة البداية: (مثل المدرسة أو النادي)، والتحولات الرئيسة: (مثل الانتقال إلى مستوى الأداء أو الانضمام إلى أكاديمية رياضية)، والدعم الذي تلقاه: (مثل الدعم المقدم من مدرب، أو هيئة إدارية وطنية).</a:t>
            </a:r>
          </a:p>
        </p:txBody>
      </p:sp>
      <p:sp>
        <p:nvSpPr>
          <p:cNvPr id="4" name="TextBox 3">
            <a:extLst>
              <a:ext uri="{FF2B5EF4-FFF2-40B4-BE49-F238E27FC236}">
                <a16:creationId xmlns:a16="http://schemas.microsoft.com/office/drawing/2014/main" id="{ACF5E312-7C85-9672-1D73-9A743FB1AEC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33117756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544D-7D2D-179B-FEC6-84735B5AA997}"/>
              </a:ext>
            </a:extLst>
          </p:cNvPr>
          <p:cNvSpPr>
            <a:spLocks noGrp="1"/>
          </p:cNvSpPr>
          <p:nvPr>
            <p:ph type="title"/>
          </p:nvPr>
        </p:nvSpPr>
        <p:spPr>
          <a:xfrm>
            <a:off x="4002376" y="316089"/>
            <a:ext cx="4949713" cy="665305"/>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متطلبات التقدم في المسار الرياضي</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18D577-CA54-6A38-60D5-B0A0A53F655E}"/>
              </a:ext>
            </a:extLst>
          </p:cNvPr>
          <p:cNvSpPr>
            <a:spLocks noGrp="1"/>
          </p:cNvSpPr>
          <p:nvPr>
            <p:ph sz="half" idx="2"/>
          </p:nvPr>
        </p:nvSpPr>
        <p:spPr>
          <a:xfrm>
            <a:off x="456708" y="1467798"/>
            <a:ext cx="8003079" cy="3145813"/>
          </a:xfrm>
        </p:spPr>
        <p:txBody>
          <a:bodyPr lIns="91440" tIns="45720" rIns="91440" bIns="45720" rtlCol="1" anchor="t"/>
          <a:lstStyle/>
          <a:p>
            <a:pPr marL="0" indent="0" algn="just" rtl="1">
              <a:buNone/>
            </a:pPr>
            <a:r>
              <a:rPr lang="ar-EG" dirty="0">
                <a:latin typeface="Times New Roman" panose="02020603050405020304" pitchFamily="18" charset="0"/>
                <a:ea typeface="Calibri"/>
                <a:cs typeface="Times New Roman" panose="02020603050405020304" pitchFamily="18" charset="0"/>
              </a:rPr>
              <a:t>تؤثر المرافق، والتدريب، والتمويل، والدعم المقدم في قدرة الفرد على التقدم عبر سلسلة التطوير.</a:t>
            </a:r>
          </a:p>
          <a:p>
            <a:pPr algn="just" rtl="1"/>
            <a:endParaRPr lang="ar-EG" sz="200" dirty="0">
              <a:latin typeface="Times New Roman" panose="02020603050405020304" pitchFamily="18" charset="0"/>
              <a:ea typeface="Calibri"/>
              <a:cs typeface="Times New Roman" panose="02020603050405020304" pitchFamily="18" charset="0"/>
            </a:endParaRPr>
          </a:p>
          <a:p>
            <a:pPr marL="0" indent="0" algn="just" rtl="1">
              <a:buNone/>
            </a:pPr>
            <a:r>
              <a:rPr lang="ar-EG" dirty="0">
                <a:latin typeface="Times New Roman" panose="02020603050405020304" pitchFamily="18" charset="0"/>
                <a:ea typeface="Calibri"/>
                <a:cs typeface="Times New Roman" panose="02020603050405020304" pitchFamily="18" charset="0"/>
              </a:rPr>
              <a:t>تُعد مسارات التطوير المنظم ضرورية لدعم هذا التقدم، خاصة من مرحلة المشاركة </a:t>
            </a:r>
            <a:br>
              <a:rPr lang="en-US" dirty="0">
                <a:latin typeface="Times New Roman" panose="02020603050405020304" pitchFamily="18" charset="0"/>
                <a:ea typeface="Calibri"/>
                <a:cs typeface="Times New Roman" panose="02020603050405020304" pitchFamily="18" charset="0"/>
              </a:rPr>
            </a:br>
            <a:r>
              <a:rPr lang="ar-EG" dirty="0">
                <a:latin typeface="Times New Roman" panose="02020603050405020304" pitchFamily="18" charset="0"/>
                <a:ea typeface="Calibri"/>
                <a:cs typeface="Times New Roman" panose="02020603050405020304" pitchFamily="18" charset="0"/>
              </a:rPr>
              <a:t>إلى مرحلة الأداء.</a:t>
            </a:r>
            <a:endParaRPr lang="ar-EG" dirty="0">
              <a:latin typeface="Times New Roman" panose="02020603050405020304" pitchFamily="18" charset="0"/>
              <a:cs typeface="Times New Roman" panose="02020603050405020304" pitchFamily="18" charset="0"/>
            </a:endParaRPr>
          </a:p>
          <a:p>
            <a:pPr algn="just" rtl="1"/>
            <a:endParaRPr lang="ar-EG" sz="900" b="1" dirty="0">
              <a:latin typeface="Times New Roman" panose="02020603050405020304" pitchFamily="18" charset="0"/>
              <a:ea typeface="Calibri"/>
              <a:cs typeface="Times New Roman" panose="02020603050405020304" pitchFamily="18" charset="0"/>
            </a:endParaRPr>
          </a:p>
          <a:p>
            <a:pPr marL="0" indent="0" algn="just" rtl="1">
              <a:buNone/>
            </a:pPr>
            <a:r>
              <a:rPr lang="ar-EG" dirty="0">
                <a:latin typeface="Times New Roman" panose="02020603050405020304" pitchFamily="18" charset="0"/>
                <a:ea typeface="Calibri"/>
                <a:cs typeface="Times New Roman" panose="02020603050405020304" pitchFamily="18" charset="0"/>
              </a:rPr>
              <a:t>يمكن للعوائق مثل التكلفة، أو الموقع الجغرافي، أو نقص فرص الاستفادة من الخدمات الرياضية أن تحول دون إحراز التقدم في السلسة، لا سيما للفئات الأقل تمثيلًا.</a:t>
            </a:r>
            <a:endParaRPr lang="ar-EG" sz="2800" dirty="0">
              <a:latin typeface="Times New Roman" panose="02020603050405020304" pitchFamily="18" charset="0"/>
              <a:cs typeface="Times New Roman" panose="02020603050405020304" pitchFamily="18" charset="0"/>
            </a:endParaRPr>
          </a:p>
          <a:p>
            <a:pPr algn="just" rtl="1"/>
            <a:endParaRPr lang="ar-EG" sz="2000" dirty="0">
              <a:latin typeface="Times New Roman" panose="02020603050405020304" pitchFamily="18" charset="0"/>
              <a:ea typeface="Calibri"/>
              <a:cs typeface="Times New Roman" panose="02020603050405020304" pitchFamily="18" charset="0"/>
            </a:endParaRPr>
          </a:p>
          <a:p>
            <a:pPr algn="just" rtl="1"/>
            <a:endParaRPr lang="ar-E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3EA646-6CEC-A365-BC20-C0D8AE957AE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941042245"/>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AFC2-0F75-3589-4C58-D082FDEA9A7F}"/>
              </a:ext>
            </a:extLst>
          </p:cNvPr>
          <p:cNvSpPr>
            <a:spLocks noGrp="1"/>
          </p:cNvSpPr>
          <p:nvPr>
            <p:ph type="title"/>
          </p:nvPr>
        </p:nvSpPr>
        <p:spPr>
          <a:xfrm>
            <a:off x="4537362" y="405679"/>
            <a:ext cx="5374281" cy="863600"/>
          </a:xfrm>
        </p:spPr>
        <p:txBody>
          <a:bodyPr lIns="91440" tIns="45720" rIns="91440" bIns="45720" rtlCol="1" anchor="t"/>
          <a:lstStyle/>
          <a:p>
            <a:pPr rtl="1"/>
            <a:r>
              <a:rPr lang="ar-EG" sz="3000" dirty="0">
                <a:latin typeface="Times New Roman" panose="02020603050405020304" pitchFamily="18" charset="0"/>
                <a:ea typeface="Calibri"/>
                <a:cs typeface="Times New Roman" panose="02020603050405020304" pitchFamily="18" charset="0"/>
              </a:rPr>
              <a:t>دور الرياضة في المجتمع</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4C3680-C1CD-CA3D-95F5-E89E664A1F25}"/>
              </a:ext>
            </a:extLst>
          </p:cNvPr>
          <p:cNvSpPr>
            <a:spLocks noGrp="1"/>
          </p:cNvSpPr>
          <p:nvPr>
            <p:ph sz="half" idx="2"/>
          </p:nvPr>
        </p:nvSpPr>
        <p:spPr>
          <a:xfrm>
            <a:off x="1712" y="1267207"/>
            <a:ext cx="9038379" cy="3714411"/>
          </a:xfrm>
        </p:spPr>
        <p:txBody>
          <a:bodyPr lIns="91440" tIns="45720" rIns="91440" bIns="45720" rtlCol="1" anchor="t"/>
          <a:lstStyle/>
          <a:p>
            <a:pPr marL="0" indent="0" rtl="1">
              <a:buNone/>
            </a:pPr>
            <a:r>
              <a:rPr lang="ar-EG" sz="2000" b="1" dirty="0">
                <a:latin typeface="Times New Roman" panose="02020603050405020304" pitchFamily="18" charset="0"/>
                <a:ea typeface="Calibri"/>
                <a:cs typeface="Times New Roman" panose="02020603050405020304" pitchFamily="18" charset="0"/>
              </a:rPr>
              <a:t>تشجع على الصحة والعافية</a:t>
            </a:r>
            <a:r>
              <a:rPr lang="ar-EG" sz="2000" dirty="0">
                <a:latin typeface="Times New Roman" panose="02020603050405020304" pitchFamily="18" charset="0"/>
                <a:ea typeface="Calibri"/>
                <a:cs typeface="Times New Roman" panose="02020603050405020304" pitchFamily="18" charset="0"/>
              </a:rPr>
              <a:t> بالحد من قلة الحركة وتعزيز أساليب الحياة النشطة.</a:t>
            </a:r>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ea typeface="Calibri"/>
              <a:cs typeface="Times New Roman" panose="02020603050405020304" pitchFamily="18" charset="0"/>
            </a:endParaRPr>
          </a:p>
          <a:p>
            <a:pPr marL="0" indent="0" rtl="1">
              <a:buNone/>
            </a:pPr>
            <a:r>
              <a:rPr lang="ar-EG" sz="2000" b="1" dirty="0">
                <a:latin typeface="Times New Roman" panose="02020603050405020304" pitchFamily="18" charset="0"/>
                <a:ea typeface="Calibri"/>
                <a:cs typeface="Times New Roman" panose="02020603050405020304" pitchFamily="18" charset="0"/>
              </a:rPr>
              <a:t>تدعم التعليم، </a:t>
            </a:r>
            <a:r>
              <a:rPr lang="ar-EG" sz="2000" dirty="0">
                <a:latin typeface="Times New Roman" panose="02020603050405020304" pitchFamily="18" charset="0"/>
                <a:ea typeface="Calibri"/>
                <a:cs typeface="Times New Roman" panose="02020603050405020304" pitchFamily="18" charset="0"/>
              </a:rPr>
              <a:t>وتغرس الانضباط، وتحسن معدلات انتظام الطلاب في المدارس ومشاركتهم.</a:t>
            </a:r>
            <a:endParaRPr lang="ar-EG" sz="2000" dirty="0">
              <a:latin typeface="Times New Roman" panose="02020603050405020304" pitchFamily="18" charset="0"/>
              <a:cs typeface="Times New Roman" panose="02020603050405020304" pitchFamily="18" charset="0"/>
            </a:endParaRPr>
          </a:p>
          <a:p>
            <a:pPr rtl="1"/>
            <a:endParaRPr lang="ar-EG" sz="2000" b="1" dirty="0">
              <a:latin typeface="Times New Roman" panose="02020603050405020304" pitchFamily="18" charset="0"/>
              <a:ea typeface="Calibri"/>
              <a:cs typeface="Times New Roman" panose="02020603050405020304" pitchFamily="18" charset="0"/>
            </a:endParaRPr>
          </a:p>
          <a:p>
            <a:pPr marL="0" indent="0" rtl="1">
              <a:buNone/>
            </a:pPr>
            <a:r>
              <a:rPr lang="ar-EG" sz="2000" b="1" dirty="0">
                <a:latin typeface="Times New Roman" panose="02020603050405020304" pitchFamily="18" charset="0"/>
                <a:ea typeface="Calibri"/>
                <a:cs typeface="Times New Roman" panose="02020603050405020304" pitchFamily="18" charset="0"/>
              </a:rPr>
              <a:t>تُسهم في الحد من الجريمة</a:t>
            </a:r>
            <a:r>
              <a:rPr lang="ar-EG" sz="2000" dirty="0">
                <a:latin typeface="Times New Roman" panose="02020603050405020304" pitchFamily="18" charset="0"/>
                <a:ea typeface="Calibri"/>
                <a:cs typeface="Times New Roman" panose="02020603050405020304" pitchFamily="18" charset="0"/>
              </a:rPr>
              <a:t> بتوفير نشاطات منظمة وهادفة للشباب.</a:t>
            </a:r>
            <a:endParaRPr lang="ar-EG" sz="2000" dirty="0">
              <a:latin typeface="Times New Roman" panose="02020603050405020304" pitchFamily="18" charset="0"/>
              <a:cs typeface="Times New Roman" panose="02020603050405020304" pitchFamily="18" charset="0"/>
            </a:endParaRPr>
          </a:p>
          <a:p>
            <a:pPr rtl="1"/>
            <a:endParaRPr lang="ar-EG" sz="2000" b="1" dirty="0">
              <a:latin typeface="Times New Roman" panose="02020603050405020304" pitchFamily="18" charset="0"/>
              <a:ea typeface="Calibri"/>
              <a:cs typeface="Times New Roman" panose="02020603050405020304" pitchFamily="18" charset="0"/>
            </a:endParaRPr>
          </a:p>
          <a:p>
            <a:pPr marL="0" indent="0" rtl="1">
              <a:buNone/>
            </a:pPr>
            <a:r>
              <a:rPr lang="ar-EG" sz="2000" b="1" dirty="0">
                <a:latin typeface="Times New Roman" panose="02020603050405020304" pitchFamily="18" charset="0"/>
                <a:ea typeface="Calibri"/>
                <a:cs typeface="Times New Roman" panose="02020603050405020304" pitchFamily="18" charset="0"/>
              </a:rPr>
              <a:t>تعزز التماسك الاجتماعي</a:t>
            </a:r>
            <a:r>
              <a:rPr lang="ar-EG" sz="2000" dirty="0">
                <a:latin typeface="Times New Roman" panose="02020603050405020304" pitchFamily="18" charset="0"/>
                <a:ea typeface="Calibri"/>
                <a:cs typeface="Times New Roman" panose="02020603050405020304" pitchFamily="18" charset="0"/>
              </a:rPr>
              <a:t> بجمع أفراد من خلفيات ومجتمعات مختلفة.</a:t>
            </a:r>
            <a:endParaRPr lang="ar-EG" sz="2000" dirty="0">
              <a:latin typeface="Times New Roman" panose="02020603050405020304" pitchFamily="18" charset="0"/>
              <a:cs typeface="Times New Roman" panose="02020603050405020304" pitchFamily="18" charset="0"/>
            </a:endParaRPr>
          </a:p>
          <a:p>
            <a:pPr marL="0" indent="0" rtl="1">
              <a:buNone/>
            </a:pPr>
            <a:endParaRPr lang="ar-EG" sz="2000" b="1" dirty="0">
              <a:latin typeface="Times New Roman" panose="02020603050405020304" pitchFamily="18" charset="0"/>
              <a:ea typeface="Calibri"/>
              <a:cs typeface="Times New Roman" panose="02020603050405020304" pitchFamily="18" charset="0"/>
            </a:endParaRPr>
          </a:p>
          <a:p>
            <a:pPr marL="0" indent="0" rtl="1">
              <a:buNone/>
            </a:pPr>
            <a:r>
              <a:rPr lang="ar-EG" sz="2000" b="1" dirty="0">
                <a:latin typeface="Times New Roman" panose="02020603050405020304" pitchFamily="18" charset="0"/>
                <a:ea typeface="Calibri"/>
                <a:cs typeface="Times New Roman" panose="02020603050405020304" pitchFamily="18" charset="0"/>
              </a:rPr>
              <a:t>تقدم قيمة تتجاوز حدود الملعب</a:t>
            </a:r>
            <a:r>
              <a:rPr lang="ar-EG" sz="2000" dirty="0">
                <a:latin typeface="Times New Roman" panose="02020603050405020304" pitchFamily="18" charset="0"/>
                <a:ea typeface="Calibri"/>
                <a:cs typeface="Times New Roman" panose="02020603050405020304" pitchFamily="18" charset="0"/>
              </a:rPr>
              <a:t> بصقل مهارات الحياة، وتعزيز الفخر المجتمعي، والتنمية الشخصية.</a:t>
            </a:r>
            <a:endParaRPr lang="ar-EG"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ea typeface="Calibri"/>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B4A2A58-9EC2-6E57-FB09-AFF903BA393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358899907"/>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957D9-AE49-2B25-EE3D-EE106E1A88E9}"/>
              </a:ext>
            </a:extLst>
          </p:cNvPr>
          <p:cNvSpPr>
            <a:spLocks noGrp="1"/>
          </p:cNvSpPr>
          <p:nvPr>
            <p:ph type="title"/>
          </p:nvPr>
        </p:nvSpPr>
        <p:spPr>
          <a:xfrm>
            <a:off x="6397683" y="376756"/>
            <a:ext cx="2432874" cy="864000"/>
          </a:xfrm>
        </p:spPr>
        <p:txBody>
          <a:bodyPr wrap="square" lIns="91440" tIns="45720" rIns="91440" bIns="45720" rtlCol="1" anchor="ctr">
            <a:normAutofit/>
          </a:bodyPr>
          <a:lstStyle/>
          <a:p>
            <a:pPr algn="r" rtl="1"/>
            <a:r>
              <a:rPr lang="ar-EG" sz="3000" dirty="0">
                <a:latin typeface="Times New Roman" panose="02020603050405020304" pitchFamily="18" charset="0"/>
                <a:cs typeface="Times New Roman" panose="02020603050405020304" pitchFamily="18" charset="0"/>
              </a:rPr>
              <a:t>البرامج الشاملة</a:t>
            </a:r>
          </a:p>
        </p:txBody>
      </p:sp>
      <p:sp>
        <p:nvSpPr>
          <p:cNvPr id="19" name="TextBox 18">
            <a:extLst>
              <a:ext uri="{FF2B5EF4-FFF2-40B4-BE49-F238E27FC236}">
                <a16:creationId xmlns:a16="http://schemas.microsoft.com/office/drawing/2014/main" id="{C84DAEB6-29B3-D971-733A-2D5C507F6912}"/>
              </a:ext>
            </a:extLst>
          </p:cNvPr>
          <p:cNvSpPr txBox="1"/>
          <p:nvPr/>
        </p:nvSpPr>
        <p:spPr>
          <a:xfrm>
            <a:off x="313443" y="1232555"/>
            <a:ext cx="8505332" cy="646331"/>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EG" dirty="0">
                <a:latin typeface="Times New Roman" panose="02020603050405020304" pitchFamily="18" charset="0"/>
                <a:cs typeface="Times New Roman" panose="02020603050405020304" pitchFamily="18" charset="0"/>
              </a:rPr>
              <a:t>لا يقتصر تطوير الرياضة على الأداء أو المشاركة، بل يسهم أيضًا في دعم أهداف اجتماعية أكبر تُعرف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بالبرامج الشاملة.</a:t>
            </a:r>
          </a:p>
        </p:txBody>
      </p:sp>
      <p:sp>
        <p:nvSpPr>
          <p:cNvPr id="21" name="Content Placeholder 20">
            <a:extLst>
              <a:ext uri="{FF2B5EF4-FFF2-40B4-BE49-F238E27FC236}">
                <a16:creationId xmlns:a16="http://schemas.microsoft.com/office/drawing/2014/main" id="{65AB337A-9806-346C-1EA0-8F78A7E8E420}"/>
              </a:ext>
            </a:extLst>
          </p:cNvPr>
          <p:cNvSpPr>
            <a:spLocks noGrp="1"/>
          </p:cNvSpPr>
          <p:nvPr>
            <p:ph idx="1"/>
          </p:nvPr>
        </p:nvSpPr>
        <p:spPr>
          <a:xfrm>
            <a:off x="4582440" y="2218970"/>
            <a:ext cx="4236335" cy="3949137"/>
          </a:xfrm>
        </p:spPr>
        <p:txBody>
          <a:bodyPr lIns="91440" tIns="45720" rIns="91440" bIns="45720" rtlCol="1" anchor="t"/>
          <a:lstStyle/>
          <a:p>
            <a:pPr marL="0" indent="0" rtl="1">
              <a:buNone/>
            </a:pPr>
            <a:r>
              <a:rPr lang="ar-EG" sz="1800" b="1" dirty="0">
                <a:latin typeface="Times New Roman" panose="02020603050405020304" pitchFamily="18" charset="0"/>
                <a:cs typeface="Times New Roman" panose="02020603050405020304" pitchFamily="18" charset="0"/>
              </a:rPr>
              <a:t>تعزيز الصحة</a:t>
            </a:r>
            <a:endParaRPr lang="ar-EG" sz="1800" dirty="0">
              <a:latin typeface="Times New Roman" panose="02020603050405020304" pitchFamily="18" charset="0"/>
              <a:cs typeface="Times New Roman" panose="02020603050405020304" pitchFamily="18" charset="0"/>
            </a:endParaRPr>
          </a:p>
          <a:p>
            <a:pPr marL="0" indent="0" rtl="1">
              <a:buNone/>
            </a:pPr>
            <a:r>
              <a:rPr lang="ar-EG" sz="1800" dirty="0">
                <a:latin typeface="Times New Roman" panose="02020603050405020304" pitchFamily="18" charset="0"/>
                <a:cs typeface="Times New Roman" panose="02020603050405020304" pitchFamily="18" charset="0"/>
              </a:rPr>
              <a:t>تعزيز النشاط البدني، والمساعدة في تقليل معدلات السمنة، وأمراض القلب، والمشكلات النفسية.</a:t>
            </a:r>
          </a:p>
          <a:p>
            <a:pPr marL="0" indent="0" rtl="1">
              <a:buNone/>
            </a:pPr>
            <a:endParaRPr lang="ar-EG" sz="1800" dirty="0">
              <a:latin typeface="Times New Roman" panose="02020603050405020304" pitchFamily="18" charset="0"/>
              <a:cs typeface="Times New Roman" panose="02020603050405020304" pitchFamily="18" charset="0"/>
            </a:endParaRPr>
          </a:p>
          <a:p>
            <a:pPr marL="0" indent="0" rtl="1">
              <a:buNone/>
            </a:pPr>
            <a:r>
              <a:rPr lang="ar-EG" sz="1800" b="1" dirty="0">
                <a:latin typeface="Times New Roman" panose="02020603050405020304" pitchFamily="18" charset="0"/>
                <a:cs typeface="Times New Roman" panose="02020603050405020304" pitchFamily="18" charset="0"/>
              </a:rPr>
              <a:t>التعليم ومهارات الحياة</a:t>
            </a:r>
            <a:endParaRPr lang="ar-EG" sz="1800" dirty="0">
              <a:latin typeface="Times New Roman" panose="02020603050405020304" pitchFamily="18" charset="0"/>
              <a:cs typeface="Times New Roman" panose="02020603050405020304" pitchFamily="18" charset="0"/>
            </a:endParaRPr>
          </a:p>
          <a:p>
            <a:pPr marL="0" indent="0" rtl="1">
              <a:buNone/>
            </a:pPr>
            <a:r>
              <a:rPr lang="ar-EG" sz="1800" dirty="0">
                <a:latin typeface="Times New Roman" panose="02020603050405020304" pitchFamily="18" charset="0"/>
                <a:cs typeface="Times New Roman" panose="02020603050405020304" pitchFamily="18" charset="0"/>
              </a:rPr>
              <a:t>زيادة التفاعل في المدرسة، وغرس الانضباط، والعمل الجماعي، والثقة بالنفس، ومهارات التواصل.</a:t>
            </a:r>
          </a:p>
          <a:p>
            <a:pPr marL="0" indent="0" rtl="1">
              <a:buNone/>
            </a:pPr>
            <a:endParaRPr lang="ar-EG" sz="1800" dirty="0">
              <a:latin typeface="Times New Roman" panose="02020603050405020304" pitchFamily="18" charset="0"/>
              <a:cs typeface="Times New Roman" panose="02020603050405020304" pitchFamily="18" charset="0"/>
            </a:endParaRPr>
          </a:p>
          <a:p>
            <a:pPr marL="0" indent="0" rtl="1">
              <a:buNone/>
            </a:pPr>
            <a:r>
              <a:rPr lang="ar-EG" sz="1800" b="1" dirty="0">
                <a:latin typeface="Times New Roman" panose="02020603050405020304" pitchFamily="18" charset="0"/>
                <a:cs typeface="Times New Roman" panose="02020603050405020304" pitchFamily="18" charset="0"/>
              </a:rPr>
              <a:t>الوقاية من الجريمة</a:t>
            </a:r>
            <a:endParaRPr lang="ar-EG" sz="1800" dirty="0">
              <a:latin typeface="Times New Roman" panose="02020603050405020304" pitchFamily="18" charset="0"/>
              <a:cs typeface="Times New Roman" panose="02020603050405020304" pitchFamily="18" charset="0"/>
            </a:endParaRPr>
          </a:p>
          <a:p>
            <a:pPr marL="0" indent="0" rtl="1">
              <a:buNone/>
            </a:pPr>
            <a:r>
              <a:rPr lang="ar-EG" sz="1800" dirty="0">
                <a:latin typeface="Times New Roman" panose="02020603050405020304" pitchFamily="18" charset="0"/>
                <a:cs typeface="Times New Roman" panose="02020603050405020304" pitchFamily="18" charset="0"/>
              </a:rPr>
              <a:t>توفير بدائل إيجابية للشباب المعرضين للخطر، </a:t>
            </a:r>
            <a:br>
              <a:rPr lang="en-US" sz="1800" dirty="0">
                <a:latin typeface="Times New Roman" panose="02020603050405020304" pitchFamily="18" charset="0"/>
                <a:cs typeface="Times New Roman" panose="02020603050405020304" pitchFamily="18" charset="0"/>
              </a:rPr>
            </a:br>
            <a:r>
              <a:rPr lang="ar-EG" sz="1800" dirty="0">
                <a:latin typeface="Times New Roman" panose="02020603050405020304" pitchFamily="18" charset="0"/>
                <a:cs typeface="Times New Roman" panose="02020603050405020304" pitchFamily="18" charset="0"/>
              </a:rPr>
              <a:t>وتقلل من السلوكيات المعادية للمجتمع.</a:t>
            </a:r>
          </a:p>
          <a:p>
            <a:pPr rtl="1"/>
            <a:endParaRPr lang="ar-EG" sz="1800" b="1" dirty="0">
              <a:latin typeface="Times New Roman" panose="02020603050405020304" pitchFamily="18" charset="0"/>
              <a:cs typeface="Times New Roman" panose="02020603050405020304" pitchFamily="18" charset="0"/>
            </a:endParaRPr>
          </a:p>
          <a:p>
            <a:pPr rtl="1"/>
            <a:endParaRPr lang="ar-EG" sz="1800" dirty="0">
              <a:latin typeface="Times New Roman" panose="02020603050405020304" pitchFamily="18" charset="0"/>
              <a:cs typeface="Times New Roman" panose="02020603050405020304" pitchFamily="18" charset="0"/>
            </a:endParaRPr>
          </a:p>
        </p:txBody>
      </p:sp>
      <p:sp>
        <p:nvSpPr>
          <p:cNvPr id="24" name="Content Placeholder 20">
            <a:extLst>
              <a:ext uri="{FF2B5EF4-FFF2-40B4-BE49-F238E27FC236}">
                <a16:creationId xmlns:a16="http://schemas.microsoft.com/office/drawing/2014/main" id="{C4A114F9-9568-436D-6EE9-C2B11C792E21}"/>
              </a:ext>
            </a:extLst>
          </p:cNvPr>
          <p:cNvSpPr txBox="1">
            <a:spLocks/>
          </p:cNvSpPr>
          <p:nvPr/>
        </p:nvSpPr>
        <p:spPr>
          <a:xfrm>
            <a:off x="2611" y="2216925"/>
            <a:ext cx="4566273" cy="3878436"/>
          </a:xfrm>
          <a:prstGeom prst="rect">
            <a:avLst/>
          </a:prstGeom>
        </p:spPr>
        <p:txBody>
          <a:bodyPr lIns="91440" tIns="45720" rIns="91440" bIns="45720" rtlCol="1" anchor="t"/>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buNone/>
            </a:pPr>
            <a:r>
              <a:rPr lang="ar-EG" sz="1800" b="1" kern="0" dirty="0">
                <a:latin typeface="Times New Roman" panose="02020603050405020304" pitchFamily="18" charset="0"/>
                <a:cs typeface="Times New Roman" panose="02020603050405020304" pitchFamily="18" charset="0"/>
              </a:rPr>
              <a:t>تنمية المجتمع</a:t>
            </a:r>
            <a:endParaRPr lang="ar-EG" sz="1800" dirty="0">
              <a:latin typeface="Times New Roman" panose="02020603050405020304" pitchFamily="18" charset="0"/>
              <a:cs typeface="Times New Roman" panose="02020603050405020304" pitchFamily="18" charset="0"/>
            </a:endParaRPr>
          </a:p>
          <a:p>
            <a:pPr marL="0" indent="0" rtl="1">
              <a:buNone/>
            </a:pPr>
            <a:r>
              <a:rPr lang="ar-EG" sz="1800" kern="0" dirty="0">
                <a:latin typeface="Times New Roman" panose="02020603050405020304" pitchFamily="18" charset="0"/>
                <a:cs typeface="Times New Roman" panose="02020603050405020304" pitchFamily="18" charset="0"/>
              </a:rPr>
              <a:t>تعزيز الروابط المجتمعية، وخلق شعور بالفخر المحلي، والمساهمة في تطوير المناطق المحرومة.</a:t>
            </a:r>
            <a:endParaRPr lang="ar-EG" sz="1800" dirty="0">
              <a:latin typeface="Times New Roman" panose="02020603050405020304" pitchFamily="18" charset="0"/>
              <a:cs typeface="Times New Roman" panose="02020603050405020304" pitchFamily="18" charset="0"/>
            </a:endParaRPr>
          </a:p>
          <a:p>
            <a:pPr marL="0" indent="0" rtl="1">
              <a:buNone/>
            </a:pPr>
            <a:endParaRPr lang="ar-EG" sz="1800" b="1" kern="0" dirty="0">
              <a:latin typeface="Times New Roman" panose="02020603050405020304" pitchFamily="18" charset="0"/>
              <a:cs typeface="Times New Roman" panose="02020603050405020304" pitchFamily="18" charset="0"/>
            </a:endParaRPr>
          </a:p>
          <a:p>
            <a:pPr marL="0" indent="0" rtl="1">
              <a:buNone/>
            </a:pPr>
            <a:r>
              <a:rPr lang="ar-EG" sz="1800" b="1" kern="0" dirty="0">
                <a:latin typeface="Times New Roman" panose="02020603050405020304" pitchFamily="18" charset="0"/>
                <a:cs typeface="Times New Roman" panose="02020603050405020304" pitchFamily="18" charset="0"/>
              </a:rPr>
              <a:t>الشمول والمساواة</a:t>
            </a:r>
            <a:endParaRPr lang="ar-EG" sz="1800" dirty="0">
              <a:latin typeface="Times New Roman" panose="02020603050405020304" pitchFamily="18" charset="0"/>
              <a:cs typeface="Times New Roman" panose="02020603050405020304" pitchFamily="18" charset="0"/>
            </a:endParaRPr>
          </a:p>
          <a:p>
            <a:pPr marL="0" indent="0" rtl="1">
              <a:buNone/>
            </a:pPr>
            <a:r>
              <a:rPr lang="ar-EG" sz="1800" kern="0" dirty="0">
                <a:latin typeface="Times New Roman" panose="02020603050405020304" pitchFamily="18" charset="0"/>
                <a:cs typeface="Times New Roman" panose="02020603050405020304" pitchFamily="18" charset="0"/>
              </a:rPr>
              <a:t>التشجيع على توفير فرص متساوية للنساء، وذوي الإعاقة، والأقليات العرقية، والفئات منخفضة الدخل.</a:t>
            </a:r>
            <a:endParaRPr lang="ar-EG" dirty="0">
              <a:latin typeface="Times New Roman" panose="02020603050405020304" pitchFamily="18" charset="0"/>
              <a:cs typeface="Times New Roman" panose="02020603050405020304" pitchFamily="18" charset="0"/>
            </a:endParaRPr>
          </a:p>
          <a:p>
            <a:pPr marL="0" indent="0" rtl="1">
              <a:buFont typeface="Wingdings" pitchFamily="2" charset="2"/>
              <a:buNone/>
            </a:pPr>
            <a:endParaRPr lang="ar-EG" sz="1800" b="1" kern="0" dirty="0">
              <a:latin typeface="Times New Roman" panose="02020603050405020304" pitchFamily="18" charset="0"/>
              <a:cs typeface="Times New Roman" panose="02020603050405020304" pitchFamily="18" charset="0"/>
            </a:endParaRPr>
          </a:p>
          <a:p>
            <a:pPr rtl="1"/>
            <a:endParaRPr lang="ar-EG" sz="1800" b="1" kern="0" dirty="0">
              <a:latin typeface="Times New Roman" panose="02020603050405020304" pitchFamily="18" charset="0"/>
              <a:cs typeface="Times New Roman" panose="02020603050405020304" pitchFamily="18" charset="0"/>
            </a:endParaRPr>
          </a:p>
          <a:p>
            <a:pPr rtl="1"/>
            <a:endParaRPr lang="ar-EG" sz="1800" kern="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60ABCBA-38C6-2A66-7442-45CAADA42D03}"/>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913748750"/>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C027-E7ED-17AE-5F9F-22DCE7A3F909}"/>
              </a:ext>
            </a:extLst>
          </p:cNvPr>
          <p:cNvSpPr>
            <a:spLocks noGrp="1"/>
          </p:cNvSpPr>
          <p:nvPr>
            <p:ph type="title"/>
          </p:nvPr>
        </p:nvSpPr>
        <p:spPr>
          <a:xfrm>
            <a:off x="6472888" y="461097"/>
            <a:ext cx="2415822"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فهم العوائق</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0B37C7-2DBE-DB36-B12A-ED602D7DD9FE}"/>
              </a:ext>
            </a:extLst>
          </p:cNvPr>
          <p:cNvSpPr>
            <a:spLocks noGrp="1"/>
          </p:cNvSpPr>
          <p:nvPr>
            <p:ph sz="half" idx="1"/>
          </p:nvPr>
        </p:nvSpPr>
        <p:spPr>
          <a:xfrm>
            <a:off x="4842164" y="1322677"/>
            <a:ext cx="4027487" cy="3681412"/>
          </a:xfrm>
        </p:spPr>
        <p:txBody>
          <a:bodyPr lIns="91440" tIns="45720" rIns="91440" bIns="45720" rtlCol="1" anchor="t"/>
          <a:lstStyle/>
          <a:p>
            <a:pPr marL="0" indent="0" rtl="1">
              <a:buNone/>
            </a:pPr>
            <a:r>
              <a:rPr lang="ar-EG" sz="2000" dirty="0">
                <a:latin typeface="Times New Roman" panose="02020603050405020304" pitchFamily="18" charset="0"/>
                <a:cs typeface="Times New Roman" panose="02020603050405020304" pitchFamily="18" charset="0"/>
              </a:rPr>
              <a:t>قد يواجه المشاركون عوائق اجتماعية، أو ثقافية، أو اقتصادية، أو تاريخية أو تعليمية.</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من الأهمية بمكان فهم التجارب الحياتية للفئات المستبعدة.</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يمكن استخدام دراسات حالة لاستكشاف تأثير هذه الحواجز في الأفراد بطرق مختلفة.</a:t>
            </a:r>
          </a:p>
          <a:p>
            <a:pPr rtl="1"/>
            <a:endParaRPr lang="ar-EG" sz="2000" dirty="0">
              <a:latin typeface="Times New Roman" panose="02020603050405020304" pitchFamily="18" charset="0"/>
              <a:cs typeface="Times New Roman" panose="02020603050405020304" pitchFamily="18" charset="0"/>
            </a:endParaRPr>
          </a:p>
          <a:p>
            <a:pPr marL="0" indent="0" rtl="1">
              <a:buNone/>
            </a:pPr>
            <a:endParaRPr lang="ar-EG" dirty="0">
              <a:latin typeface="Times New Roman" panose="02020603050405020304" pitchFamily="18" charset="0"/>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00BA67C-8AF9-3FE0-759C-DAB1CC6894EF}"/>
              </a:ext>
            </a:extLst>
          </p:cNvPr>
          <p:cNvSpPr/>
          <p:nvPr/>
        </p:nvSpPr>
        <p:spPr>
          <a:xfrm>
            <a:off x="255291" y="5079696"/>
            <a:ext cx="8633419" cy="939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marL="0" indent="0" rtl="1">
              <a:buNone/>
            </a:pPr>
            <a:r>
              <a:rPr lang="ar-EG" sz="2000" b="1" dirty="0">
                <a:latin typeface="Times New Roman" panose="02020603050405020304" pitchFamily="18" charset="0"/>
                <a:cs typeface="Times New Roman" panose="02020603050405020304" pitchFamily="18" charset="0"/>
              </a:rPr>
              <a:t>ما أنواع العوائق التي واجهتها شخصيًا أو واجهها شخص تعرفه عند محاولة المشاركة في الرياضة؟</a:t>
            </a:r>
          </a:p>
        </p:txBody>
      </p:sp>
      <p:pic>
        <p:nvPicPr>
          <p:cNvPr id="6" name="Picture 5" descr="A group of orange and white traffic cones&#10;&#10;AI-generated content may be incorrect.">
            <a:extLst>
              <a:ext uri="{FF2B5EF4-FFF2-40B4-BE49-F238E27FC236}">
                <a16:creationId xmlns:a16="http://schemas.microsoft.com/office/drawing/2014/main" id="{E71CA3F7-A394-E1CF-3E74-F99718E3FF99}"/>
              </a:ext>
            </a:extLst>
          </p:cNvPr>
          <p:cNvPicPr>
            <a:picLocks noChangeAspect="1"/>
          </p:cNvPicPr>
          <p:nvPr/>
        </p:nvPicPr>
        <p:blipFill>
          <a:blip r:embed="rId3"/>
          <a:stretch>
            <a:fillRect/>
          </a:stretch>
        </p:blipFill>
        <p:spPr>
          <a:xfrm>
            <a:off x="257385" y="1331141"/>
            <a:ext cx="4511684" cy="2527558"/>
          </a:xfrm>
          <a:prstGeom prst="rect">
            <a:avLst/>
          </a:prstGeom>
        </p:spPr>
      </p:pic>
      <p:sp>
        <p:nvSpPr>
          <p:cNvPr id="4" name="TextBox 3">
            <a:extLst>
              <a:ext uri="{FF2B5EF4-FFF2-40B4-BE49-F238E27FC236}">
                <a16:creationId xmlns:a16="http://schemas.microsoft.com/office/drawing/2014/main" id="{C62FEA38-7943-037C-ADD3-6FB4D3E3DCB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449287162"/>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4"/>
          <a:stretch>
            <a:fillRect l="-20000" r="-2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B1598-88FD-E4D5-EC4D-7AFD34C719B0}"/>
              </a:ext>
            </a:extLst>
          </p:cNvPr>
          <p:cNvSpPr>
            <a:spLocks noGrp="1"/>
          </p:cNvSpPr>
          <p:nvPr>
            <p:ph type="title"/>
          </p:nvPr>
        </p:nvSpPr>
        <p:spPr>
          <a:xfrm>
            <a:off x="4057120" y="531648"/>
            <a:ext cx="4402667"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تجاوز العوائق</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602BB-94D3-47F3-20C1-18D5D9E6CACB}"/>
              </a:ext>
            </a:extLst>
          </p:cNvPr>
          <p:cNvSpPr>
            <a:spLocks noGrp="1"/>
          </p:cNvSpPr>
          <p:nvPr>
            <p:ph sz="half" idx="2"/>
          </p:nvPr>
        </p:nvSpPr>
        <p:spPr>
          <a:xfrm>
            <a:off x="461743" y="2465543"/>
            <a:ext cx="7991475" cy="2936031"/>
          </a:xfrm>
        </p:spPr>
        <p:txBody>
          <a:bodyPr lIns="91440" tIns="45720" rIns="91440" bIns="45720" rtlCol="1" anchor="t"/>
          <a:lstStyle/>
          <a:p>
            <a:pPr marL="0" indent="0" rtl="1">
              <a:buNone/>
            </a:pPr>
            <a:r>
              <a:rPr lang="ar-EG" sz="2000" b="1" dirty="0">
                <a:latin typeface="Times New Roman" panose="02020603050405020304" pitchFamily="18" charset="0"/>
                <a:cs typeface="Times New Roman" panose="02020603050405020304" pitchFamily="18" charset="0"/>
              </a:rPr>
              <a:t>يجب أن تكون برامج تطوير الرياضة شاملة للجميع.</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من ضمن الحلول جلسات رياضية مُعدّلة، ودعمًا ماليًا، وعرض نماذج قدوة، وتوفير مرافق يسهل الوصول إليها.</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يُعد التعاون بين المدارس، والمجالس المحلية، والأندية عنصرًا أساسيًا في نجاح هذه الجهود.</a:t>
            </a:r>
          </a:p>
        </p:txBody>
      </p:sp>
      <p:sp>
        <p:nvSpPr>
          <p:cNvPr id="4" name="Footer Placeholder 3">
            <a:extLst>
              <a:ext uri="{FF2B5EF4-FFF2-40B4-BE49-F238E27FC236}">
                <a16:creationId xmlns:a16="http://schemas.microsoft.com/office/drawing/2014/main" id="{DB0C95BB-40A2-058B-BF10-0BC41F8DFEB2}"/>
              </a:ext>
            </a:extLst>
          </p:cNvPr>
          <p:cNvSpPr>
            <a:spLocks noGrp="1"/>
          </p:cNvSpPr>
          <p:nvPr>
            <p:ph type="ftr" sz="quarter" idx="10"/>
          </p:nvPr>
        </p:nvSpPr>
        <p:spPr>
          <a:xfrm>
            <a:off x="77638" y="6182683"/>
            <a:ext cx="9144000" cy="287337"/>
          </a:xfrm>
        </p:spPr>
        <p:txBody>
          <a:bodyPr rtlCol="1"/>
          <a:lstStyle/>
          <a:p>
            <a:pPr algn="ctr" rtl="1">
              <a:defRPr/>
            </a:pPr>
            <a:r>
              <a:rPr lang="ar-EG" sz="1600" b="1"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sp>
        <p:nvSpPr>
          <p:cNvPr id="5" name="TextBox 4">
            <a:extLst>
              <a:ext uri="{FF2B5EF4-FFF2-40B4-BE49-F238E27FC236}">
                <a16:creationId xmlns:a16="http://schemas.microsoft.com/office/drawing/2014/main" id="{E6051DC7-6F21-5EF9-185F-5389C2AAD387}"/>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21310619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A388-3EFF-7324-DFC7-CCBD37966DEB}"/>
              </a:ext>
            </a:extLst>
          </p:cNvPr>
          <p:cNvSpPr>
            <a:spLocks noGrp="1"/>
          </p:cNvSpPr>
          <p:nvPr>
            <p:ph type="title"/>
          </p:nvPr>
        </p:nvSpPr>
        <p:spPr>
          <a:xfrm>
            <a:off x="3678309" y="355403"/>
            <a:ext cx="5294095"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الفئات المستهدفة</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CDEBD3-170E-F836-CBD1-D66AC7789BB5}"/>
              </a:ext>
            </a:extLst>
          </p:cNvPr>
          <p:cNvSpPr>
            <a:spLocks noGrp="1"/>
          </p:cNvSpPr>
          <p:nvPr>
            <p:ph sz="half" idx="2"/>
          </p:nvPr>
        </p:nvSpPr>
        <p:spPr>
          <a:xfrm>
            <a:off x="738475" y="1218769"/>
            <a:ext cx="8233930" cy="3175432"/>
          </a:xfrm>
        </p:spPr>
        <p:txBody>
          <a:bodyPr lIns="91440" tIns="45720" rIns="91440" bIns="45720" rtlCol="1" anchor="t"/>
          <a:lstStyle/>
          <a:p>
            <a:pPr marL="0" indent="0" rtl="1">
              <a:buNone/>
            </a:pPr>
            <a:r>
              <a:rPr lang="ar-EG" sz="2000" dirty="0">
                <a:latin typeface="Times New Roman" panose="02020603050405020304" pitchFamily="18" charset="0"/>
                <a:cs typeface="Times New Roman" panose="02020603050405020304" pitchFamily="18" charset="0"/>
              </a:rPr>
              <a:t>فئات يشيع استهدافها: </a:t>
            </a:r>
          </a:p>
          <a:p>
            <a:pPr marL="0" indent="0" rtl="1">
              <a:buNone/>
            </a:pPr>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لكل فئة عوائق ودوافع خاصة بها.</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ولذا، فيجب أن تُصمم السياسات والبرامج الرياضية بما يتناسب مع احتياجاتهم الخاصة.</a:t>
            </a:r>
          </a:p>
          <a:p>
            <a:pPr rtl="1"/>
            <a:endParaRPr lang="ar-E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E73B4839-E9B7-72CF-3C7F-968F76935255}"/>
              </a:ext>
            </a:extLst>
          </p:cNvPr>
          <p:cNvSpPr/>
          <p:nvPr/>
        </p:nvSpPr>
        <p:spPr>
          <a:xfrm>
            <a:off x="7485678" y="1818348"/>
            <a:ext cx="1368152"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النساء</a:t>
            </a:r>
          </a:p>
        </p:txBody>
      </p:sp>
      <p:sp>
        <p:nvSpPr>
          <p:cNvPr id="6" name="Rectangle 5">
            <a:extLst>
              <a:ext uri="{FF2B5EF4-FFF2-40B4-BE49-F238E27FC236}">
                <a16:creationId xmlns:a16="http://schemas.microsoft.com/office/drawing/2014/main" id="{AA3A64B6-C7FF-A30F-A351-426C65FC2AF3}"/>
              </a:ext>
            </a:extLst>
          </p:cNvPr>
          <p:cNvSpPr/>
          <p:nvPr/>
        </p:nvSpPr>
        <p:spPr>
          <a:xfrm>
            <a:off x="7485678" y="2640428"/>
            <a:ext cx="1366676"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sz="1600" b="1" dirty="0">
                <a:latin typeface="Times New Roman" panose="02020603050405020304" pitchFamily="18" charset="0"/>
                <a:cs typeface="Times New Roman" panose="02020603050405020304" pitchFamily="18" charset="0"/>
              </a:rPr>
              <a:t>الأفراد فوق</a:t>
            </a:r>
            <a:r>
              <a:rPr lang="en-US" sz="1600" b="1" dirty="0">
                <a:latin typeface="Times New Roman" panose="02020603050405020304" pitchFamily="18" charset="0"/>
                <a:cs typeface="Times New Roman" panose="02020603050405020304" pitchFamily="18" charset="0"/>
              </a:rPr>
              <a:t> </a:t>
            </a:r>
            <a:r>
              <a:rPr lang="ar-EG" sz="1600" b="1" dirty="0">
                <a:latin typeface="Times New Roman" panose="02020603050405020304" pitchFamily="18" charset="0"/>
                <a:cs typeface="Times New Roman" panose="02020603050405020304" pitchFamily="18" charset="0"/>
              </a:rPr>
              <a:t>50</a:t>
            </a:r>
            <a:r>
              <a:rPr lang="en-US" sz="1600" b="1" dirty="0">
                <a:latin typeface="Times New Roman" panose="02020603050405020304" pitchFamily="18" charset="0"/>
                <a:cs typeface="Times New Roman" panose="02020603050405020304" pitchFamily="18" charset="0"/>
              </a:rPr>
              <a:t> </a:t>
            </a:r>
            <a:r>
              <a:rPr lang="ar-EG" sz="1600" b="1" dirty="0">
                <a:latin typeface="Times New Roman" panose="02020603050405020304" pitchFamily="18" charset="0"/>
                <a:cs typeface="Times New Roman" panose="02020603050405020304" pitchFamily="18" charset="0"/>
              </a:rPr>
              <a:t>عامًا</a:t>
            </a:r>
          </a:p>
        </p:txBody>
      </p:sp>
      <p:sp>
        <p:nvSpPr>
          <p:cNvPr id="7" name="Rectangle 6">
            <a:extLst>
              <a:ext uri="{FF2B5EF4-FFF2-40B4-BE49-F238E27FC236}">
                <a16:creationId xmlns:a16="http://schemas.microsoft.com/office/drawing/2014/main" id="{DF69542A-292C-B386-EEF6-6F2C62339036}"/>
              </a:ext>
            </a:extLst>
          </p:cNvPr>
          <p:cNvSpPr/>
          <p:nvPr/>
        </p:nvSpPr>
        <p:spPr>
          <a:xfrm>
            <a:off x="5695128" y="2651911"/>
            <a:ext cx="1634544" cy="629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ذوي الإعاقة</a:t>
            </a:r>
          </a:p>
        </p:txBody>
      </p:sp>
      <p:sp>
        <p:nvSpPr>
          <p:cNvPr id="8" name="Rectangle 7">
            <a:extLst>
              <a:ext uri="{FF2B5EF4-FFF2-40B4-BE49-F238E27FC236}">
                <a16:creationId xmlns:a16="http://schemas.microsoft.com/office/drawing/2014/main" id="{1723A89E-FC89-9763-0A15-9E7BD439EE1F}"/>
              </a:ext>
            </a:extLst>
          </p:cNvPr>
          <p:cNvSpPr/>
          <p:nvPr/>
        </p:nvSpPr>
        <p:spPr>
          <a:xfrm>
            <a:off x="4174447" y="1825276"/>
            <a:ext cx="1368152"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الشباب</a:t>
            </a:r>
          </a:p>
        </p:txBody>
      </p:sp>
      <p:sp>
        <p:nvSpPr>
          <p:cNvPr id="9" name="Rectangle 8">
            <a:extLst>
              <a:ext uri="{FF2B5EF4-FFF2-40B4-BE49-F238E27FC236}">
                <a16:creationId xmlns:a16="http://schemas.microsoft.com/office/drawing/2014/main" id="{19C7269D-BCA6-A974-BD2F-D1CA2AD16A6C}"/>
              </a:ext>
            </a:extLst>
          </p:cNvPr>
          <p:cNvSpPr/>
          <p:nvPr/>
        </p:nvSpPr>
        <p:spPr>
          <a:xfrm>
            <a:off x="4184825" y="2654283"/>
            <a:ext cx="1368152"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الأقليات العرقية والإثنية</a:t>
            </a:r>
          </a:p>
        </p:txBody>
      </p:sp>
      <p:sp>
        <p:nvSpPr>
          <p:cNvPr id="10" name="Rectangle 9">
            <a:extLst>
              <a:ext uri="{FF2B5EF4-FFF2-40B4-BE49-F238E27FC236}">
                <a16:creationId xmlns:a16="http://schemas.microsoft.com/office/drawing/2014/main" id="{D9CC34A3-72EE-3627-1BF3-5B070C6FEDEB}"/>
              </a:ext>
            </a:extLst>
          </p:cNvPr>
          <p:cNvSpPr/>
          <p:nvPr/>
        </p:nvSpPr>
        <p:spPr>
          <a:xfrm>
            <a:off x="4175983" y="3430136"/>
            <a:ext cx="1368152" cy="64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مجتمع الميم</a:t>
            </a:r>
          </a:p>
        </p:txBody>
      </p:sp>
      <p:sp>
        <p:nvSpPr>
          <p:cNvPr id="11" name="Rectangle 10">
            <a:extLst>
              <a:ext uri="{FF2B5EF4-FFF2-40B4-BE49-F238E27FC236}">
                <a16:creationId xmlns:a16="http://schemas.microsoft.com/office/drawing/2014/main" id="{901AEC7A-A9CD-B246-1B3A-A4A794321028}"/>
              </a:ext>
            </a:extLst>
          </p:cNvPr>
          <p:cNvSpPr/>
          <p:nvPr/>
        </p:nvSpPr>
        <p:spPr>
          <a:xfrm>
            <a:off x="5695128" y="1826783"/>
            <a:ext cx="1634544" cy="646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المعرضون لخطر الانحراف</a:t>
            </a:r>
          </a:p>
        </p:txBody>
      </p:sp>
      <p:sp>
        <p:nvSpPr>
          <p:cNvPr id="12" name="Rectangle 11">
            <a:extLst>
              <a:ext uri="{FF2B5EF4-FFF2-40B4-BE49-F238E27FC236}">
                <a16:creationId xmlns:a16="http://schemas.microsoft.com/office/drawing/2014/main" id="{A986508D-6DE4-3F6E-C324-50F6464B3679}"/>
              </a:ext>
            </a:extLst>
          </p:cNvPr>
          <p:cNvSpPr/>
          <p:nvPr/>
        </p:nvSpPr>
        <p:spPr>
          <a:xfrm>
            <a:off x="7484202" y="3432403"/>
            <a:ext cx="1368152"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algn="ctr" rtl="1"/>
            <a:r>
              <a:rPr lang="ar-EG" b="1" dirty="0">
                <a:latin typeface="Times New Roman" panose="02020603050405020304" pitchFamily="18" charset="0"/>
                <a:cs typeface="Times New Roman" panose="02020603050405020304" pitchFamily="18" charset="0"/>
              </a:rPr>
              <a:t>المنعزلون اجتماعيًا</a:t>
            </a:r>
          </a:p>
        </p:txBody>
      </p:sp>
      <p:pic>
        <p:nvPicPr>
          <p:cNvPr id="13" name="Picture 12" descr="A group of people on a target&#10;&#10;AI-generated content may be incorrect.">
            <a:extLst>
              <a:ext uri="{FF2B5EF4-FFF2-40B4-BE49-F238E27FC236}">
                <a16:creationId xmlns:a16="http://schemas.microsoft.com/office/drawing/2014/main" id="{3031D3BA-1A37-F182-D08D-EBF11AF36658}"/>
              </a:ext>
            </a:extLst>
          </p:cNvPr>
          <p:cNvPicPr>
            <a:picLocks noChangeAspect="1"/>
          </p:cNvPicPr>
          <p:nvPr/>
        </p:nvPicPr>
        <p:blipFill>
          <a:blip r:embed="rId3"/>
          <a:stretch>
            <a:fillRect/>
          </a:stretch>
        </p:blipFill>
        <p:spPr>
          <a:xfrm flipH="1">
            <a:off x="258678" y="1712798"/>
            <a:ext cx="3730017" cy="2800350"/>
          </a:xfrm>
          <a:prstGeom prst="rect">
            <a:avLst/>
          </a:prstGeom>
        </p:spPr>
      </p:pic>
      <p:sp>
        <p:nvSpPr>
          <p:cNvPr id="4" name="TextBox 3">
            <a:extLst>
              <a:ext uri="{FF2B5EF4-FFF2-40B4-BE49-F238E27FC236}">
                <a16:creationId xmlns:a16="http://schemas.microsoft.com/office/drawing/2014/main" id="{E17469DE-C9E6-0DCF-A554-10C6E6BF12E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109222463"/>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4AE3C-A2FB-7326-776C-2D374F483ECE}"/>
              </a:ext>
            </a:extLst>
          </p:cNvPr>
          <p:cNvSpPr>
            <a:spLocks noGrp="1"/>
          </p:cNvSpPr>
          <p:nvPr>
            <p:ph type="title"/>
          </p:nvPr>
        </p:nvSpPr>
        <p:spPr>
          <a:xfrm>
            <a:off x="2744200" y="455848"/>
            <a:ext cx="6096852"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دراسة حالة لحملة توعوية</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FF2091-35FB-11D5-7983-B67C90BAAF82}"/>
              </a:ext>
            </a:extLst>
          </p:cNvPr>
          <p:cNvSpPr>
            <a:spLocks noGrp="1"/>
          </p:cNvSpPr>
          <p:nvPr>
            <p:ph sz="half" idx="2"/>
          </p:nvPr>
        </p:nvSpPr>
        <p:spPr>
          <a:xfrm>
            <a:off x="295130" y="1716074"/>
            <a:ext cx="8548043" cy="1233487"/>
          </a:xfrm>
        </p:spPr>
        <p:txBody>
          <a:bodyPr lIns="91440" tIns="45720" rIns="91440" bIns="45720" rtlCol="1" anchor="t"/>
          <a:lstStyle/>
          <a:p>
            <a:pPr marL="0" indent="0" rtl="1">
              <a:buNone/>
            </a:pPr>
            <a:r>
              <a:rPr lang="ar-EG" sz="2000" dirty="0">
                <a:latin typeface="Times New Roman" panose="02020603050405020304" pitchFamily="18" charset="0"/>
                <a:cs typeface="Times New Roman" panose="02020603050405020304" pitchFamily="18" charset="0"/>
              </a:rPr>
              <a:t>تستهدف الحملات مثل حملة "أجيال من أجل السلام" أو مشروعات اللجنة الأولمبية الأردنية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إلى رفع مستوى الوعي وزيادة معدلات المشاركة.</a:t>
            </a:r>
            <a:endParaRPr lang="ar-EG" dirty="0">
              <a:latin typeface="Times New Roman" panose="02020603050405020304" pitchFamily="18" charset="0"/>
              <a:cs typeface="Times New Roman" panose="02020603050405020304" pitchFamily="18" charset="0"/>
            </a:endParaRPr>
          </a:p>
          <a:p>
            <a:pPr marL="0" indent="0" rtl="1">
              <a:buNone/>
            </a:pPr>
            <a:endParaRPr lang="ar-EG" sz="20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47CCFCC-81C2-04BE-2162-E4864DB6A579}"/>
              </a:ext>
            </a:extLst>
          </p:cNvPr>
          <p:cNvSpPr/>
          <p:nvPr/>
        </p:nvSpPr>
        <p:spPr>
          <a:xfrm>
            <a:off x="1300476" y="2950736"/>
            <a:ext cx="7540576" cy="20882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rtl="1"/>
            <a:r>
              <a:rPr lang="ar-EG" dirty="0">
                <a:latin typeface="Times New Roman" panose="02020603050405020304" pitchFamily="18" charset="0"/>
                <a:cs typeface="Times New Roman" panose="02020603050405020304" pitchFamily="18" charset="0"/>
              </a:rPr>
              <a:t>راجع إحدى هذه الحملات وأعِد دراسة حالة تتضمن تحليلًا لما يأتي:</a:t>
            </a:r>
          </a:p>
          <a:p>
            <a:pPr rtl="1"/>
            <a:endParaRPr lang="ar-EG"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الفئة المستهدفة</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الرسالة</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التأثير</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توصيات للتحسينات</a:t>
            </a:r>
          </a:p>
        </p:txBody>
      </p:sp>
      <p:sp>
        <p:nvSpPr>
          <p:cNvPr id="4" name="TextBox 3">
            <a:extLst>
              <a:ext uri="{FF2B5EF4-FFF2-40B4-BE49-F238E27FC236}">
                <a16:creationId xmlns:a16="http://schemas.microsoft.com/office/drawing/2014/main" id="{A88E02AD-2956-BEBF-FC5B-2357E59A0A0B}"/>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333655330"/>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B3EE-8D2B-8EC7-314A-CA03DF15933A}"/>
              </a:ext>
            </a:extLst>
          </p:cNvPr>
          <p:cNvSpPr>
            <a:spLocks noGrp="1"/>
          </p:cNvSpPr>
          <p:nvPr>
            <p:ph type="title"/>
          </p:nvPr>
        </p:nvSpPr>
        <p:spPr>
          <a:xfrm>
            <a:off x="4195636" y="3983"/>
            <a:ext cx="4658003" cy="865648"/>
          </a:xfrm>
        </p:spPr>
        <p:txBody>
          <a:bodyPr vert="horz" wrap="square" lIns="91440" tIns="45720" rIns="91440" bIns="45720" numCol="1" rtlCol="1" anchor="b" anchorCtr="0" compatLnSpc="1">
            <a:prstTxWarp prst="textNoShape">
              <a:avLst/>
            </a:prstTxWarp>
            <a:noAutofit/>
          </a:bodyPr>
          <a:lstStyle/>
          <a:p>
            <a:pPr rtl="1"/>
            <a:r>
              <a:rPr lang="ar-EG" sz="3000" dirty="0">
                <a:latin typeface="Times New Roman" panose="02020603050405020304" pitchFamily="18" charset="0"/>
                <a:cs typeface="Times New Roman" panose="02020603050405020304" pitchFamily="18" charset="0"/>
              </a:rPr>
              <a:t>التصميم الهادف للشمول</a:t>
            </a:r>
          </a:p>
        </p:txBody>
      </p:sp>
      <p:sp>
        <p:nvSpPr>
          <p:cNvPr id="5" name="Rectangle 4">
            <a:extLst>
              <a:ext uri="{FF2B5EF4-FFF2-40B4-BE49-F238E27FC236}">
                <a16:creationId xmlns:a16="http://schemas.microsoft.com/office/drawing/2014/main" id="{AC03DC8B-ED78-6A28-1C53-493257AF31CC}"/>
              </a:ext>
            </a:extLst>
          </p:cNvPr>
          <p:cNvSpPr/>
          <p:nvPr/>
        </p:nvSpPr>
        <p:spPr bwMode="auto">
          <a:xfrm>
            <a:off x="5678486" y="2132857"/>
            <a:ext cx="3008313" cy="39933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1" anchor="t" anchorCtr="0" compatLnSpc="1">
            <a:prstTxWarp prst="textNoShape">
              <a:avLst/>
            </a:prstTxWarp>
            <a:normAutofit/>
          </a:bodyPr>
          <a:lstStyle/>
          <a:p>
            <a:pPr rtl="1">
              <a:spcBef>
                <a:spcPct val="20000"/>
              </a:spcBef>
            </a:pPr>
            <a:endParaRPr lang="ar-EG" sz="1400" dirty="0">
              <a:solidFill>
                <a:schemeClr val="tx1"/>
              </a:solidFill>
              <a:latin typeface="Times New Roman" panose="02020603050405020304" pitchFamily="18" charset="0"/>
              <a:ea typeface="Arial" charset="0"/>
              <a:cs typeface="Times New Roman" panose="02020603050405020304" pitchFamily="18" charset="0"/>
            </a:endParaRPr>
          </a:p>
        </p:txBody>
      </p:sp>
      <p:graphicFrame>
        <p:nvGraphicFramePr>
          <p:cNvPr id="7" name="Content Placeholder 2">
            <a:extLst>
              <a:ext uri="{FF2B5EF4-FFF2-40B4-BE49-F238E27FC236}">
                <a16:creationId xmlns:a16="http://schemas.microsoft.com/office/drawing/2014/main" id="{E3314091-ACED-C471-02FA-EFE43CE1FA78}"/>
              </a:ext>
            </a:extLst>
          </p:cNvPr>
          <p:cNvGraphicFramePr>
            <a:graphicFrameLocks noGrp="1"/>
          </p:cNvGraphicFramePr>
          <p:nvPr>
            <p:ph idx="1"/>
            <p:extLst>
              <p:ext uri="{D42A27DB-BD31-4B8C-83A1-F6EECF244321}">
                <p14:modId xmlns:p14="http://schemas.microsoft.com/office/powerpoint/2010/main" val="2509242632"/>
              </p:ext>
            </p:extLst>
          </p:nvPr>
        </p:nvGraphicFramePr>
        <p:xfrm>
          <a:off x="457199" y="1195201"/>
          <a:ext cx="5111751"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5">
            <a:extLst>
              <a:ext uri="{FF2B5EF4-FFF2-40B4-BE49-F238E27FC236}">
                <a16:creationId xmlns:a16="http://schemas.microsoft.com/office/drawing/2014/main" id="{835A7BBB-501A-BB3F-E1AB-C72DA701A8C1}"/>
              </a:ext>
            </a:extLst>
          </p:cNvPr>
          <p:cNvSpPr/>
          <p:nvPr/>
        </p:nvSpPr>
        <p:spPr>
          <a:xfrm>
            <a:off x="6012161" y="1885002"/>
            <a:ext cx="2674641" cy="339279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rtl="1">
              <a:spcBef>
                <a:spcPct val="20000"/>
              </a:spcBef>
            </a:pPr>
            <a:r>
              <a:rPr lang="ar-EG" dirty="0">
                <a:solidFill>
                  <a:schemeClr val="tx1"/>
                </a:solidFill>
                <a:latin typeface="Times New Roman" panose="02020603050405020304" pitchFamily="18" charset="0"/>
                <a:ea typeface="Arial" charset="0"/>
                <a:cs typeface="Times New Roman" panose="02020603050405020304" pitchFamily="18" charset="0"/>
              </a:rPr>
              <a:t>صمّم جلسة رياضية (مثل: مباراة كرة قدم لمدة 30 دقيقة، أو رقصة، أو حصة لياقة بدنية) مخصصة لفئة مستهدفة معينة. </a:t>
            </a:r>
          </a:p>
          <a:p>
            <a:pPr rtl="1">
              <a:spcBef>
                <a:spcPct val="20000"/>
              </a:spcBef>
            </a:pPr>
            <a:endParaRPr lang="ar-EG" dirty="0">
              <a:solidFill>
                <a:schemeClr val="tx1"/>
              </a:solidFill>
              <a:latin typeface="Times New Roman" panose="02020603050405020304" pitchFamily="18" charset="0"/>
              <a:ea typeface="Arial" charset="0"/>
              <a:cs typeface="Times New Roman" panose="02020603050405020304" pitchFamily="18" charset="0"/>
            </a:endParaRPr>
          </a:p>
          <a:p>
            <a:pPr rtl="1">
              <a:spcBef>
                <a:spcPct val="20000"/>
              </a:spcBef>
            </a:pPr>
            <a:r>
              <a:rPr lang="ar-EG" dirty="0">
                <a:solidFill>
                  <a:schemeClr val="tx1"/>
                </a:solidFill>
                <a:latin typeface="Times New Roman" panose="02020603050405020304" pitchFamily="18" charset="0"/>
                <a:ea typeface="Arial" charset="0"/>
                <a:cs typeface="Times New Roman" panose="02020603050405020304" pitchFamily="18" charset="0"/>
              </a:rPr>
              <a:t>ينبغي أن تتضمن الجلسة التعديلات التي أُجريت والمعدات المطلوبة وأسلوب التقديم.</a:t>
            </a:r>
          </a:p>
        </p:txBody>
      </p:sp>
      <p:sp>
        <p:nvSpPr>
          <p:cNvPr id="3" name="TextBox 2">
            <a:extLst>
              <a:ext uri="{FF2B5EF4-FFF2-40B4-BE49-F238E27FC236}">
                <a16:creationId xmlns:a16="http://schemas.microsoft.com/office/drawing/2014/main" id="{03D6EA07-D48A-7B84-92C7-D795C935402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941614824"/>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EG" sz="2400" dirty="0">
                <a:latin typeface="Times New Roman" panose="02020603050405020304" pitchFamily="18" charset="0"/>
                <a:cs typeface="Times New Roman" panose="02020603050405020304" pitchFamily="18" charset="0"/>
              </a:rPr>
              <a:t>نتاج التعلم ج</a:t>
            </a:r>
            <a:br>
              <a:rPr lang="ar-EG" altLang="en-US" sz="2400" dirty="0">
                <a:latin typeface="Times New Roman" panose="02020603050405020304" pitchFamily="18" charset="0"/>
                <a:cs typeface="Times New Roman" panose="02020603050405020304" pitchFamily="18" charset="0"/>
              </a:rPr>
            </a:br>
            <a:br>
              <a:rPr lang="ar-EG" altLang="en-US" sz="2400" dirty="0">
                <a:latin typeface="Times New Roman" panose="02020603050405020304" pitchFamily="18" charset="0"/>
                <a:cs typeface="Times New Roman" panose="02020603050405020304" pitchFamily="18" charset="0"/>
              </a:rPr>
            </a:br>
            <a:endParaRPr lang="ar-EG" altLang="en-US" sz="3600"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58888"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EG" dirty="0">
                <a:solidFill>
                  <a:srgbClr val="FF0000"/>
                </a:solidFill>
                <a:latin typeface="Times New Roman" panose="02020603050405020304" pitchFamily="18" charset="0"/>
                <a:cs typeface="Times New Roman" panose="02020603050405020304" pitchFamily="18" charset="0"/>
              </a:rPr>
              <a:t>ج1 الأدوار الوظيفية في تطوير الرياضة </a:t>
            </a:r>
            <a:endParaRPr lang="ar-EG" dirty="0">
              <a:solidFill>
                <a:srgbClr val="000000"/>
              </a:solidFill>
              <a:latin typeface="Times New Roman" panose="02020603050405020304" pitchFamily="18" charset="0"/>
              <a:cs typeface="Times New Roman" panose="02020603050405020304" pitchFamily="18" charset="0"/>
            </a:endParaRPr>
          </a:p>
          <a:p>
            <a:pPr indent="0" rtl="1">
              <a:buNone/>
            </a:pPr>
            <a:r>
              <a:rPr lang="ar-EG" dirty="0">
                <a:solidFill>
                  <a:srgbClr val="FF0000"/>
                </a:solidFill>
                <a:latin typeface="Times New Roman" panose="02020603050405020304" pitchFamily="18" charset="0"/>
                <a:cs typeface="Times New Roman" panose="02020603050405020304" pitchFamily="18" charset="0"/>
              </a:rPr>
              <a:t>ج2 الأدوار والمسؤوليات</a:t>
            </a:r>
            <a:endParaRPr lang="ar-EG"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EG" sz="3600" dirty="0">
                <a:highlight>
                  <a:srgbClr val="FFFF00"/>
                </a:highlight>
                <a:latin typeface="Times New Roman" panose="02020603050405020304" pitchFamily="18" charset="0"/>
                <a:cs typeface="Times New Roman" panose="02020603050405020304" pitchFamily="18" charset="0"/>
              </a:rPr>
              <a:t>دراسة دور مقدمي الخدمات الرئيسين في تطوير الرياضة.</a:t>
            </a:r>
            <a:endParaRPr lang="ar-E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951FF0D-CF2A-5860-40E9-648A08C5B23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77849-0D0D-1C63-3060-B2BA7B209810}"/>
              </a:ext>
            </a:extLst>
          </p:cNvPr>
          <p:cNvSpPr>
            <a:spLocks noGrp="1"/>
          </p:cNvSpPr>
          <p:nvPr>
            <p:ph type="title"/>
          </p:nvPr>
        </p:nvSpPr>
        <p:spPr>
          <a:xfrm>
            <a:off x="2881745" y="365115"/>
            <a:ext cx="5681951"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خريطة مقدمي الخدمات الرياضية</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46CE6E-A631-2981-B1C1-0655E710E3A4}"/>
              </a:ext>
            </a:extLst>
          </p:cNvPr>
          <p:cNvSpPr>
            <a:spLocks noGrp="1"/>
          </p:cNvSpPr>
          <p:nvPr>
            <p:ph sz="half" idx="2"/>
          </p:nvPr>
        </p:nvSpPr>
        <p:spPr>
          <a:xfrm>
            <a:off x="572221" y="1419658"/>
            <a:ext cx="7991475" cy="3609975"/>
          </a:xfrm>
        </p:spPr>
        <p:txBody>
          <a:bodyPr lIns="91440" tIns="45720" rIns="91440" bIns="45720" rtlCol="1" anchor="t"/>
          <a:lstStyle/>
          <a:p>
            <a:pPr marL="0" indent="0" rtl="1">
              <a:buNone/>
            </a:pPr>
            <a:r>
              <a:rPr lang="ar-EG" sz="2000" b="1" dirty="0">
                <a:latin typeface="Times New Roman" panose="02020603050405020304" pitchFamily="18" charset="0"/>
                <a:cs typeface="Times New Roman" panose="02020603050405020304" pitchFamily="18" charset="0"/>
              </a:rPr>
              <a:t>يساعد رسم خريطة لمقدمي الخدمات الرياضية على تحديد الجهات المشاركة، </a:t>
            </a:r>
            <a:br>
              <a:rPr lang="en-US" sz="2000" b="1" dirty="0">
                <a:latin typeface="Times New Roman" panose="02020603050405020304" pitchFamily="18" charset="0"/>
                <a:cs typeface="Times New Roman" panose="02020603050405020304" pitchFamily="18" charset="0"/>
              </a:rPr>
            </a:br>
            <a:r>
              <a:rPr lang="ar-EG" sz="2000" b="1" dirty="0">
                <a:latin typeface="Times New Roman" panose="02020603050405020304" pitchFamily="18" charset="0"/>
                <a:cs typeface="Times New Roman" panose="02020603050405020304" pitchFamily="18" charset="0"/>
              </a:rPr>
              <a:t>وما يقدمونه من خدمات، وكيفية تعاونهم معًا.</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وهناك العديد مقدمي الخدمات الرئيسين في تطوير الرياضة: </a:t>
            </a:r>
          </a:p>
          <a:p>
            <a:pPr marL="457200" indent="-457200" rtl="1">
              <a:buFont typeface="+mj-lt"/>
              <a:buAutoNum type="arabicPeriod"/>
            </a:pPr>
            <a:r>
              <a:rPr lang="ar-EG" sz="2000" b="1" dirty="0">
                <a:latin typeface="Times New Roman" panose="02020603050405020304" pitchFamily="18" charset="0"/>
                <a:cs typeface="Times New Roman" panose="02020603050405020304" pitchFamily="18" charset="0"/>
              </a:rPr>
              <a:t>مسؤولو تطوير الرياضة</a:t>
            </a:r>
          </a:p>
          <a:p>
            <a:pPr marL="457200" indent="-457200" rtl="1">
              <a:buFont typeface="+mj-lt"/>
              <a:buAutoNum type="arabicPeriod"/>
            </a:pPr>
            <a:r>
              <a:rPr lang="ar-EG" sz="2000" b="1" dirty="0">
                <a:latin typeface="Times New Roman" panose="02020603050405020304" pitchFamily="18" charset="0"/>
                <a:cs typeface="Times New Roman" panose="02020603050405020304" pitchFamily="18" charset="0"/>
              </a:rPr>
              <a:t>اختصاصيو الرياضة</a:t>
            </a:r>
          </a:p>
          <a:p>
            <a:pPr marL="457200" indent="-457200" rtl="1">
              <a:buFont typeface="+mj-lt"/>
              <a:buAutoNum type="arabicPeriod"/>
            </a:pPr>
            <a:r>
              <a:rPr lang="ar-EG" sz="2000" b="1" dirty="0">
                <a:latin typeface="Times New Roman" panose="02020603050405020304" pitchFamily="18" charset="0"/>
                <a:cs typeface="Times New Roman" panose="02020603050405020304" pitchFamily="18" charset="0"/>
              </a:rPr>
              <a:t>المتطوعون المجتمعيون</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كما يمكن بهذا الرسم كشف الثغرات في الخدمات المقدمة.</a:t>
            </a:r>
          </a:p>
          <a:p>
            <a:pPr rtl="1"/>
            <a:endParaRPr lang="ar-EG" sz="2000" dirty="0">
              <a:latin typeface="Times New Roman" panose="02020603050405020304" pitchFamily="18" charset="0"/>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490EAE7-E1DB-C331-76EF-48CA58A5A130}"/>
              </a:ext>
            </a:extLst>
          </p:cNvPr>
          <p:cNvSpPr/>
          <p:nvPr/>
        </p:nvSpPr>
        <p:spPr>
          <a:xfrm>
            <a:off x="255291" y="5021332"/>
            <a:ext cx="8633419" cy="939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rtl="1"/>
            <a:r>
              <a:rPr lang="ar-EG" sz="2000" b="1" dirty="0">
                <a:latin typeface="Times New Roman" panose="02020603050405020304" pitchFamily="18" charset="0"/>
                <a:cs typeface="Times New Roman" panose="02020603050405020304" pitchFamily="18" charset="0"/>
              </a:rPr>
              <a:t>ماذا سيحدث إذا توقفت جهة رئيسة لتقديم الخدمات (مثل المدارس) عن تقديم النشاطات الرياضية </a:t>
            </a:r>
            <a:br>
              <a:rPr lang="en-US" sz="2000" b="1" dirty="0">
                <a:latin typeface="Times New Roman" panose="02020603050405020304" pitchFamily="18" charset="0"/>
                <a:cs typeface="Times New Roman" panose="02020603050405020304" pitchFamily="18" charset="0"/>
              </a:rPr>
            </a:br>
            <a:r>
              <a:rPr lang="ar-EG" sz="2000" b="1" dirty="0">
                <a:latin typeface="Times New Roman" panose="02020603050405020304" pitchFamily="18" charset="0"/>
                <a:cs typeface="Times New Roman" panose="02020603050405020304" pitchFamily="18" charset="0"/>
              </a:rPr>
              <a:t>في منطقتك؟</a:t>
            </a:r>
          </a:p>
        </p:txBody>
      </p:sp>
      <p:sp>
        <p:nvSpPr>
          <p:cNvPr id="4" name="TextBox 3">
            <a:extLst>
              <a:ext uri="{FF2B5EF4-FFF2-40B4-BE49-F238E27FC236}">
                <a16:creationId xmlns:a16="http://schemas.microsoft.com/office/drawing/2014/main" id="{B22DEC75-AB4B-7196-E4AA-3C7FE2F0B35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4255641385"/>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E7B51-0D60-B829-ADBC-DD2C96C18F07}"/>
              </a:ext>
            </a:extLst>
          </p:cNvPr>
          <p:cNvSpPr>
            <a:spLocks noGrp="1"/>
          </p:cNvSpPr>
          <p:nvPr>
            <p:ph type="title"/>
          </p:nvPr>
        </p:nvSpPr>
        <p:spPr>
          <a:xfrm>
            <a:off x="4521299" y="448445"/>
            <a:ext cx="4042397"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من يقدم الخدمات الرياضية؟</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20875D-74AF-D5F1-D0E7-EDA2190F97A1}"/>
              </a:ext>
            </a:extLst>
          </p:cNvPr>
          <p:cNvSpPr>
            <a:spLocks noGrp="1"/>
          </p:cNvSpPr>
          <p:nvPr>
            <p:ph sz="half" idx="2"/>
          </p:nvPr>
        </p:nvSpPr>
        <p:spPr>
          <a:xfrm>
            <a:off x="572221" y="1717531"/>
            <a:ext cx="7991475" cy="3609975"/>
          </a:xfrm>
        </p:spPr>
        <p:txBody>
          <a:bodyPr lIns="91440" tIns="45720" rIns="91440" bIns="45720" rtlCol="1" anchor="t"/>
          <a:lstStyle/>
          <a:p>
            <a:pPr marL="0" indent="0" rtl="1">
              <a:buNone/>
            </a:pPr>
            <a:r>
              <a:rPr lang="ar-EG" sz="2000" b="1" dirty="0">
                <a:latin typeface="Times New Roman" panose="02020603050405020304" pitchFamily="18" charset="0"/>
                <a:cs typeface="Times New Roman" panose="02020603050405020304" pitchFamily="18" charset="0"/>
              </a:rPr>
              <a:t>تقدم العديد من الجهات من القطاع العام، والخاص، والتطوعي، وعلى المستوى الوطني الخدمات الرياضية.</a:t>
            </a:r>
          </a:p>
          <a:p>
            <a:pPr marL="0" indent="0" rtl="1">
              <a:buNone/>
            </a:pPr>
            <a:endParaRPr lang="ar-EG" sz="2000" b="1"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تشمل جهات تقديم الخدمات: المجالس المحلية، والمدارس، والهيئات الإدارية الوطنية، والجمعيات الخيرية، والأندية الخاصة.</a:t>
            </a:r>
          </a:p>
          <a:p>
            <a:pPr marL="0" indent="0" rtl="1">
              <a:buNone/>
            </a:pPr>
            <a:endParaRPr lang="ar-EG" sz="2000" b="1" dirty="0">
              <a:latin typeface="Times New Roman" panose="02020603050405020304" pitchFamily="18" charset="0"/>
              <a:cs typeface="Times New Roman" panose="02020603050405020304" pitchFamily="18" charset="0"/>
            </a:endParaRPr>
          </a:p>
          <a:p>
            <a:pPr marL="0" indent="0" rtl="1">
              <a:buNone/>
            </a:pPr>
            <a:r>
              <a:rPr lang="ar-EG" sz="2000" b="1" dirty="0">
                <a:latin typeface="Times New Roman" panose="02020603050405020304" pitchFamily="18" charset="0"/>
                <a:cs typeface="Times New Roman" panose="02020603050405020304" pitchFamily="18" charset="0"/>
              </a:rPr>
              <a:t>تُنفذ المشروعات في الغالب عبر شراكات تُعقد بين جهات متعددة.</a:t>
            </a:r>
          </a:p>
          <a:p>
            <a:pPr rtl="1"/>
            <a:endParaRPr lang="ar-EG" sz="20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0A1E68B-E590-EF25-BF99-D68E71C16AB8}"/>
              </a:ext>
            </a:extLst>
          </p:cNvPr>
          <p:cNvSpPr/>
          <p:nvPr/>
        </p:nvSpPr>
        <p:spPr>
          <a:xfrm>
            <a:off x="403028" y="4832028"/>
            <a:ext cx="8337944" cy="110998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rtl="1"/>
            <a:r>
              <a:rPr lang="ar-EG" sz="2000" b="1" dirty="0">
                <a:latin typeface="Times New Roman" panose="02020603050405020304" pitchFamily="18" charset="0"/>
                <a:cs typeface="Times New Roman" panose="02020603050405020304" pitchFamily="18" charset="0"/>
              </a:rPr>
              <a:t>ارسم خريطة رياضية محلية تحدد فيها مقدّمي الخدمات الرياضية في منطقتك وتصنّفهم بحسب نوعهم (من القطاع العام أو الخاص أو التطوعي). واذكر أمثلة لكل جهة وأضف شعاراتها. </a:t>
            </a:r>
          </a:p>
        </p:txBody>
      </p:sp>
      <p:sp>
        <p:nvSpPr>
          <p:cNvPr id="4" name="TextBox 3">
            <a:extLst>
              <a:ext uri="{FF2B5EF4-FFF2-40B4-BE49-F238E27FC236}">
                <a16:creationId xmlns:a16="http://schemas.microsoft.com/office/drawing/2014/main" id="{80483A19-2AC5-F236-5BF3-4F575E422E0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16255651"/>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DB459-E263-9916-2FAD-C06B2FA5B7C7}"/>
              </a:ext>
            </a:extLst>
          </p:cNvPr>
          <p:cNvSpPr>
            <a:spLocks noGrp="1"/>
          </p:cNvSpPr>
          <p:nvPr>
            <p:ph type="title"/>
          </p:nvPr>
        </p:nvSpPr>
        <p:spPr>
          <a:xfrm>
            <a:off x="5067570" y="234321"/>
            <a:ext cx="3610859" cy="864000"/>
          </a:xfrm>
        </p:spPr>
        <p:txBody>
          <a:bodyPr wrap="square" lIns="91440" tIns="45720" rIns="91440" bIns="45720" rtlCol="1" anchor="ctr">
            <a:normAutofit/>
          </a:bodyPr>
          <a:lstStyle/>
          <a:p>
            <a:pPr algn="r" rtl="1"/>
            <a:r>
              <a:rPr lang="ar-EG" sz="3000" dirty="0">
                <a:latin typeface="Times New Roman" panose="02020603050405020304" pitchFamily="18" charset="0"/>
                <a:cs typeface="Times New Roman" panose="02020603050405020304" pitchFamily="18" charset="0"/>
              </a:rPr>
              <a:t>الهياكل التنظيمية</a:t>
            </a:r>
          </a:p>
        </p:txBody>
      </p:sp>
      <p:graphicFrame>
        <p:nvGraphicFramePr>
          <p:cNvPr id="8" name="Content Placeholder 2">
            <a:extLst>
              <a:ext uri="{FF2B5EF4-FFF2-40B4-BE49-F238E27FC236}">
                <a16:creationId xmlns:a16="http://schemas.microsoft.com/office/drawing/2014/main" id="{5412D000-6814-6BAF-48D4-2D8FE7749728}"/>
              </a:ext>
            </a:extLst>
          </p:cNvPr>
          <p:cNvGraphicFramePr>
            <a:graphicFrameLocks noGrp="1"/>
          </p:cNvGraphicFramePr>
          <p:nvPr>
            <p:ph type="tbl" idx="1"/>
            <p:extLst>
              <p:ext uri="{D42A27DB-BD31-4B8C-83A1-F6EECF244321}">
                <p14:modId xmlns:p14="http://schemas.microsoft.com/office/powerpoint/2010/main" val="4257926932"/>
              </p:ext>
            </p:extLst>
          </p:nvPr>
        </p:nvGraphicFramePr>
        <p:xfrm>
          <a:off x="471054" y="1711091"/>
          <a:ext cx="8207375" cy="4041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20C6DDFF-1E0E-F5F0-E814-1E76BB8BC83A}"/>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018264010"/>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5685-C22B-05B4-ACD5-EEB29F0B62F7}"/>
              </a:ext>
            </a:extLst>
          </p:cNvPr>
          <p:cNvSpPr>
            <a:spLocks noGrp="1"/>
          </p:cNvSpPr>
          <p:nvPr>
            <p:ph type="title"/>
          </p:nvPr>
        </p:nvSpPr>
        <p:spPr>
          <a:xfrm>
            <a:off x="4679639" y="394110"/>
            <a:ext cx="3886200"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الأدوار الوظيفية الرئيسة</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93034E-AA22-0C22-8A38-2BC026460150}"/>
              </a:ext>
            </a:extLst>
          </p:cNvPr>
          <p:cNvSpPr>
            <a:spLocks noGrp="1"/>
          </p:cNvSpPr>
          <p:nvPr>
            <p:ph sz="half" idx="2"/>
          </p:nvPr>
        </p:nvSpPr>
        <p:spPr>
          <a:xfrm>
            <a:off x="574364" y="1714779"/>
            <a:ext cx="7991475" cy="3609975"/>
          </a:xfrm>
        </p:spPr>
        <p:txBody>
          <a:bodyPr lIns="91440" tIns="45720" rIns="91440" bIns="45720" rtlCol="1" anchor="t"/>
          <a:lstStyle/>
          <a:p>
            <a:pPr rtl="1"/>
            <a:r>
              <a:rPr lang="ar-EG" sz="2000" b="1" dirty="0">
                <a:latin typeface="Times New Roman" panose="02020603050405020304" pitchFamily="18" charset="0"/>
                <a:cs typeface="Times New Roman" panose="02020603050405020304" pitchFamily="18" charset="0"/>
              </a:rPr>
              <a:t>الأدوار الشائعة: مسؤول تطوير الرياضة، والمدرب، ومسؤول الشمول، ومدير النادي.</a:t>
            </a:r>
          </a:p>
          <a:p>
            <a:pPr rtl="1"/>
            <a:endParaRPr lang="ar-EG" sz="2000" b="1" dirty="0">
              <a:latin typeface="Times New Roman" panose="02020603050405020304" pitchFamily="18" charset="0"/>
              <a:cs typeface="Times New Roman" panose="02020603050405020304" pitchFamily="18" charset="0"/>
            </a:endParaRPr>
          </a:p>
          <a:p>
            <a:pPr rtl="1"/>
            <a:r>
              <a:rPr lang="ar-EG" sz="2000" b="1" dirty="0">
                <a:latin typeface="Times New Roman" panose="02020603050405020304" pitchFamily="18" charset="0"/>
                <a:cs typeface="Times New Roman" panose="02020603050405020304" pitchFamily="18" charset="0"/>
              </a:rPr>
              <a:t>وكل دور يدعم مرحلة مختلفة من مراحل سلسلة تطوير الرياضة.</a:t>
            </a:r>
          </a:p>
          <a:p>
            <a:pPr rtl="1"/>
            <a:endParaRPr lang="ar-EG" sz="2000" b="1" dirty="0">
              <a:latin typeface="Times New Roman" panose="02020603050405020304" pitchFamily="18" charset="0"/>
              <a:cs typeface="Times New Roman" panose="02020603050405020304" pitchFamily="18" charset="0"/>
            </a:endParaRPr>
          </a:p>
          <a:p>
            <a:pPr rtl="1"/>
            <a:r>
              <a:rPr lang="ar-EG" sz="2000" b="1" dirty="0">
                <a:latin typeface="Times New Roman" panose="02020603050405020304" pitchFamily="18" charset="0"/>
                <a:cs typeface="Times New Roman" panose="02020603050405020304" pitchFamily="18" charset="0"/>
              </a:rPr>
              <a:t>وتشمل المسؤوليات: التخطيط والتدريب، والتوعية المجتمعية، وإدارة المتطوعين.</a:t>
            </a:r>
          </a:p>
          <a:p>
            <a:pPr rtl="1"/>
            <a:endParaRPr lang="ar-EG" b="1" dirty="0">
              <a:latin typeface="Times New Roman" panose="02020603050405020304" pitchFamily="18" charset="0"/>
              <a:cs typeface="Times New Roman" panose="02020603050405020304" pitchFamily="18" charset="0"/>
            </a:endParaRPr>
          </a:p>
          <a:p>
            <a:pPr rtl="1"/>
            <a:endParaRPr lang="ar-EG"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77F3C4E-3336-CD0D-1A0E-F014883CA05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1928559327"/>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B30F-49BC-8EB5-136C-49B9FE64AE5C}"/>
              </a:ext>
            </a:extLst>
          </p:cNvPr>
          <p:cNvSpPr>
            <a:spLocks noGrp="1"/>
          </p:cNvSpPr>
          <p:nvPr>
            <p:ph type="title"/>
          </p:nvPr>
        </p:nvSpPr>
        <p:spPr>
          <a:xfrm>
            <a:off x="5384799" y="417677"/>
            <a:ext cx="3538063"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المهارات والصفات</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071882-A80C-30F6-61F2-89ECB4185AB1}"/>
              </a:ext>
            </a:extLst>
          </p:cNvPr>
          <p:cNvSpPr>
            <a:spLocks noGrp="1"/>
          </p:cNvSpPr>
          <p:nvPr>
            <p:ph sz="half" idx="2"/>
          </p:nvPr>
        </p:nvSpPr>
        <p:spPr>
          <a:xfrm>
            <a:off x="1822594" y="1717531"/>
            <a:ext cx="7284893" cy="3762375"/>
          </a:xfrm>
        </p:spPr>
        <p:txBody>
          <a:bodyPr lIns="91440" tIns="45720" rIns="91440" bIns="45720" rtlCol="1" anchor="t"/>
          <a:lstStyle/>
          <a:p>
            <a:pPr marL="0" indent="0" rtl="1">
              <a:buNone/>
            </a:pPr>
            <a:r>
              <a:rPr lang="ar-EG" sz="2000" dirty="0">
                <a:latin typeface="Times New Roman" panose="02020603050405020304" pitchFamily="18" charset="0"/>
                <a:cs typeface="Times New Roman" panose="02020603050405020304" pitchFamily="18" charset="0"/>
              </a:rPr>
              <a:t>يحتاج خبراء تقديم خدمات الرياضة الناجحون إلى:</a:t>
            </a:r>
          </a:p>
          <a:p>
            <a:pPr marL="0" indent="0" rtl="1">
              <a:buNone/>
            </a:pPr>
            <a:endParaRPr lang="ar-EG" sz="2000" dirty="0">
              <a:latin typeface="Times New Roman" panose="02020603050405020304" pitchFamily="18" charset="0"/>
              <a:cs typeface="Times New Roman" panose="02020603050405020304" pitchFamily="18" charset="0"/>
            </a:endParaRPr>
          </a:p>
          <a:p>
            <a:pPr marL="457200" indent="-457200" rtl="1">
              <a:buFont typeface="+mj-lt"/>
              <a:buAutoNum type="arabicPeriod"/>
            </a:pPr>
            <a:r>
              <a:rPr lang="ar-EG" sz="2000" dirty="0">
                <a:latin typeface="Times New Roman" panose="02020603050405020304" pitchFamily="18" charset="0"/>
                <a:cs typeface="Times New Roman" panose="02020603050405020304" pitchFamily="18" charset="0"/>
              </a:rPr>
              <a:t>التواصل</a:t>
            </a:r>
          </a:p>
          <a:p>
            <a:pPr marL="457200" indent="-457200" rtl="1">
              <a:buFont typeface="+mj-lt"/>
              <a:buAutoNum type="arabicPeriod"/>
            </a:pPr>
            <a:r>
              <a:rPr lang="ar-EG" sz="2000" dirty="0">
                <a:latin typeface="Times New Roman" panose="02020603050405020304" pitchFamily="18" charset="0"/>
                <a:cs typeface="Times New Roman" panose="02020603050405020304" pitchFamily="18" charset="0"/>
              </a:rPr>
              <a:t>العمل الجماعي</a:t>
            </a:r>
          </a:p>
          <a:p>
            <a:pPr marL="457200" indent="-457200" rtl="1">
              <a:buFont typeface="+mj-lt"/>
              <a:buAutoNum type="arabicPeriod"/>
            </a:pPr>
            <a:r>
              <a:rPr lang="ar-EG" sz="2000" dirty="0">
                <a:latin typeface="Times New Roman" panose="02020603050405020304" pitchFamily="18" charset="0"/>
                <a:cs typeface="Times New Roman" panose="02020603050405020304" pitchFamily="18" charset="0"/>
              </a:rPr>
              <a:t>التعاطف</a:t>
            </a:r>
          </a:p>
          <a:p>
            <a:pPr marL="457200" indent="-457200" rtl="1">
              <a:buFont typeface="+mj-lt"/>
              <a:buAutoNum type="arabicPeriod"/>
            </a:pPr>
            <a:r>
              <a:rPr lang="ar-EG" sz="2000" dirty="0">
                <a:latin typeface="Times New Roman" panose="02020603050405020304" pitchFamily="18" charset="0"/>
                <a:cs typeface="Times New Roman" panose="02020603050405020304" pitchFamily="18" charset="0"/>
              </a:rPr>
              <a:t>التخطيط والتنظيم</a:t>
            </a:r>
          </a:p>
          <a:p>
            <a:pPr rtl="1"/>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كما أن المهارات الشخصية مهمة بقدر أهمية المؤهلات الفنية.</a:t>
            </a:r>
          </a:p>
          <a:p>
            <a:pPr marL="0" indent="0" rtl="1">
              <a:buNone/>
            </a:pPr>
            <a:endParaRPr lang="ar-EG"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وتُعد القدرة على التكيف مع الاحتياجات المختلفة والمجتمعات المتنوعة أمر أساسي.</a:t>
            </a:r>
          </a:p>
          <a:p>
            <a:pPr rtl="1"/>
            <a:endParaRPr lang="ar-EG" dirty="0">
              <a:latin typeface="Times New Roman" panose="02020603050405020304" pitchFamily="18" charset="0"/>
              <a:cs typeface="Times New Roman" panose="02020603050405020304" pitchFamily="18" charset="0"/>
            </a:endParaRPr>
          </a:p>
        </p:txBody>
      </p:sp>
      <p:pic>
        <p:nvPicPr>
          <p:cNvPr id="4" name="Picture 3" descr="A group of men in sports uniforms on a field&#10;&#10;AI-generated content may be incorrect.">
            <a:extLst>
              <a:ext uri="{FF2B5EF4-FFF2-40B4-BE49-F238E27FC236}">
                <a16:creationId xmlns:a16="http://schemas.microsoft.com/office/drawing/2014/main" id="{B19C9696-07CD-E3B7-65A6-8F016B262DB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8448" y="1719393"/>
            <a:ext cx="3474983" cy="2315628"/>
          </a:xfrm>
          <a:prstGeom prst="rect">
            <a:avLst/>
          </a:prstGeom>
        </p:spPr>
      </p:pic>
      <p:sp>
        <p:nvSpPr>
          <p:cNvPr id="5" name="TextBox 4">
            <a:extLst>
              <a:ext uri="{FF2B5EF4-FFF2-40B4-BE49-F238E27FC236}">
                <a16:creationId xmlns:a16="http://schemas.microsoft.com/office/drawing/2014/main" id="{972A6B49-CDB1-C205-1B78-BFF26CE7AB3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2698516347"/>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B463C-E318-3B12-28B0-43FE3AE4DF90}"/>
              </a:ext>
            </a:extLst>
          </p:cNvPr>
          <p:cNvSpPr>
            <a:spLocks noGrp="1"/>
          </p:cNvSpPr>
          <p:nvPr>
            <p:ph type="title"/>
          </p:nvPr>
        </p:nvSpPr>
        <p:spPr>
          <a:xfrm>
            <a:off x="5721310" y="336256"/>
            <a:ext cx="3244273" cy="863600"/>
          </a:xfrm>
        </p:spPr>
        <p:txBody>
          <a:bodyPr lIns="91440" tIns="45720" rIns="91440" bIns="45720" rtlCol="1" anchor="t"/>
          <a:lstStyle/>
          <a:p>
            <a:pPr algn="r" rtl="1"/>
            <a:r>
              <a:rPr lang="ar-EG" sz="3000" dirty="0">
                <a:latin typeface="Times New Roman" panose="02020603050405020304" pitchFamily="18" charset="0"/>
                <a:ea typeface="Calibri"/>
                <a:cs typeface="Times New Roman" panose="02020603050405020304" pitchFamily="18" charset="0"/>
              </a:rPr>
              <a:t>المسار المهني</a:t>
            </a:r>
            <a:endParaRPr lang="ar-EG"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A940B5-851B-79C6-1292-5E76533F550E}"/>
              </a:ext>
            </a:extLst>
          </p:cNvPr>
          <p:cNvSpPr>
            <a:spLocks noGrp="1"/>
          </p:cNvSpPr>
          <p:nvPr>
            <p:ph sz="half" idx="2"/>
          </p:nvPr>
        </p:nvSpPr>
        <p:spPr>
          <a:xfrm>
            <a:off x="195211" y="1192382"/>
            <a:ext cx="8770372" cy="2603500"/>
          </a:xfrm>
        </p:spPr>
        <p:txBody>
          <a:bodyPr lIns="91440" tIns="45720" rIns="91440" bIns="45720" rtlCol="1" anchor="t"/>
          <a:lstStyle/>
          <a:p>
            <a:pPr marL="0" indent="0" rtl="1">
              <a:buNone/>
            </a:pPr>
            <a:r>
              <a:rPr lang="ar-EG" sz="2000" dirty="0">
                <a:latin typeface="Times New Roman" panose="02020603050405020304" pitchFamily="18" charset="0"/>
                <a:cs typeface="Times New Roman" panose="02020603050405020304" pitchFamily="18" charset="0"/>
              </a:rPr>
              <a:t>يمكن أن تبدأ المسيرة المهنية في مجال تطوير الرياضة بالعمل التطوعي، أو التدريب،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أو الأدوار المجتمعية في الرياضة.</a:t>
            </a:r>
            <a:endParaRPr lang="ar-EG" dirty="0">
              <a:latin typeface="Times New Roman" panose="02020603050405020304" pitchFamily="18" charset="0"/>
              <a:cs typeface="Times New Roman" panose="02020603050405020304" pitchFamily="18" charset="0"/>
            </a:endParaRPr>
          </a:p>
          <a:p>
            <a:pPr marL="0" indent="0" rtl="1">
              <a:buNone/>
            </a:pPr>
            <a:endParaRPr lang="ar-EG" sz="14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يتضمن التقدّم في هذا المجال في غالب الأمر الحصول على مؤهلات مثل شهادات التدريب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أو دورات تطوير الرياضة.</a:t>
            </a:r>
            <a:endParaRPr lang="ar-EG" dirty="0">
              <a:latin typeface="Times New Roman" panose="02020603050405020304" pitchFamily="18" charset="0"/>
              <a:cs typeface="Times New Roman" panose="02020603050405020304" pitchFamily="18" charset="0"/>
            </a:endParaRPr>
          </a:p>
          <a:p>
            <a:pPr marL="0" indent="0" rtl="1">
              <a:buNone/>
            </a:pPr>
            <a:endParaRPr lang="ar-EG" sz="14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توجد فرص عمل في الأندية، والمدارس، والهيئات الإدارية، والمؤسسات الدولية.</a:t>
            </a:r>
            <a:endParaRPr lang="ar-EG" dirty="0">
              <a:latin typeface="Times New Roman" panose="02020603050405020304" pitchFamily="18" charset="0"/>
              <a:cs typeface="Times New Roman" panose="02020603050405020304" pitchFamily="18" charset="0"/>
            </a:endParaRPr>
          </a:p>
          <a:p>
            <a:pPr rtl="1"/>
            <a:endParaRPr lang="ar-EG" sz="2000" dirty="0">
              <a:latin typeface="Times New Roman" panose="02020603050405020304" pitchFamily="18" charset="0"/>
              <a:cs typeface="Times New Roman" panose="02020603050405020304" pitchFamily="18" charset="0"/>
            </a:endParaRPr>
          </a:p>
          <a:p>
            <a:pPr rtl="1"/>
            <a:endParaRPr lang="ar-E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A59DED5-E117-73FF-00BD-DE53A5289293}"/>
              </a:ext>
            </a:extLst>
          </p:cNvPr>
          <p:cNvSpPr/>
          <p:nvPr/>
        </p:nvSpPr>
        <p:spPr>
          <a:xfrm>
            <a:off x="179234" y="4020368"/>
            <a:ext cx="8788105" cy="2439027"/>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1" anchor="ctr"/>
          <a:lstStyle/>
          <a:p>
            <a:pPr rtl="1"/>
            <a:endParaRPr lang="ar-EG" dirty="0">
              <a:latin typeface="Times New Roman" panose="02020603050405020304" pitchFamily="18" charset="0"/>
              <a:cs typeface="Times New Roman" panose="02020603050405020304" pitchFamily="18" charset="0"/>
            </a:endParaRPr>
          </a:p>
          <a:p>
            <a:pPr rtl="1"/>
            <a:r>
              <a:rPr lang="ar-EG" dirty="0">
                <a:latin typeface="Times New Roman" panose="02020603050405020304" pitchFamily="18" charset="0"/>
                <a:cs typeface="Times New Roman" panose="02020603050405020304" pitchFamily="18" charset="0"/>
              </a:rPr>
              <a:t>ابحث في أحد المسارات المهنية في مجال تطوير الرياضة (مثل: مسؤول تطوير الرياضة)</a:t>
            </a:r>
            <a:br>
              <a:rPr lang="ar-EG" dirty="0">
                <a:latin typeface="Times New Roman" panose="02020603050405020304" pitchFamily="18" charset="0"/>
                <a:cs typeface="Times New Roman" panose="02020603050405020304" pitchFamily="18" charset="0"/>
              </a:rPr>
            </a:br>
            <a:endParaRPr lang="ar-EG" dirty="0">
              <a:latin typeface="Times New Roman" panose="02020603050405020304" pitchFamily="18" charset="0"/>
              <a:ea typeface="Verdana"/>
              <a:cs typeface="Times New Roman" panose="02020603050405020304" pitchFamily="18" charset="0"/>
            </a:endParaRPr>
          </a:p>
          <a:p>
            <a:pPr rtl="1"/>
            <a:r>
              <a:rPr lang="ar-EG" dirty="0">
                <a:latin typeface="Times New Roman" panose="02020603050405020304" pitchFamily="18" charset="0"/>
                <a:cs typeface="Times New Roman" panose="02020603050405020304" pitchFamily="18" charset="0"/>
              </a:rPr>
              <a:t>وأنشئ "سُلّم خطوات مهنية" يوضح ما يأتي:</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نقطة البداية</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الشهادات التأهيلية والتدريب</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الوظائف الأساسية في كل مستوى</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الأفق المهني طويل المدى</a:t>
            </a:r>
          </a:p>
          <a:p>
            <a:pPr marL="285750" indent="-285750" rtl="1">
              <a:buFont typeface="Arial" panose="020B0604020202020204" pitchFamily="34" charset="0"/>
              <a:buChar char="•"/>
            </a:pPr>
            <a:endParaRPr lang="ar-E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C2AA41A-141B-B6C3-C0C1-BFC28A53DDE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368362640"/>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1595B-B9B4-4E87-B3EE-FCC626DC7ACC}"/>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A5B603AE-CE16-C18D-9CAC-94A0D023500B}"/>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شكر وتقدير</a:t>
            </a:r>
            <a:endParaRPr lang="en-US"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0B860A76-3F10-7642-617E-2A2D421A5341}"/>
              </a:ext>
            </a:extLst>
          </p:cNvPr>
          <p:cNvSpPr>
            <a:spLocks noGrp="1"/>
          </p:cNvSpPr>
          <p:nvPr>
            <p:ph sz="half" idx="2"/>
          </p:nvPr>
        </p:nvSpPr>
        <p:spPr>
          <a:xfrm>
            <a:off x="304800" y="2205038"/>
            <a:ext cx="8371656" cy="2657475"/>
          </a:xfrm>
        </p:spPr>
        <p:txBody>
          <a:bodyPr rtlCol="1"/>
          <a:lstStyle/>
          <a:p>
            <a:pPr marL="0" indent="0" algn="justLow" rtl="1">
              <a:buNone/>
            </a:pPr>
            <a:r>
              <a:rPr lang="ar" b="1" dirty="0">
                <a:latin typeface="Times New Roman" panose="02020603050405020304" pitchFamily="18" charset="0"/>
                <a:cs typeface="Times New Roman" panose="02020603050405020304" pitchFamily="18" charset="0"/>
              </a:rPr>
              <a:t>الصور:</a:t>
            </a:r>
            <a:r>
              <a:rPr lang="ar" dirty="0">
                <a:latin typeface="Times New Roman" panose="02020603050405020304" pitchFamily="18" charset="0"/>
                <a:cs typeface="Times New Roman" panose="02020603050405020304" pitchFamily="18" charset="0"/>
              </a:rPr>
              <a:t> </a:t>
            </a:r>
          </a:p>
          <a:p>
            <a:pPr marL="0" indent="0" algn="justLow" rtl="1">
              <a:buNone/>
            </a:pPr>
            <a:r>
              <a:rPr lang="ar" dirty="0">
                <a:latin typeface="Times New Roman" panose="02020603050405020304" pitchFamily="18" charset="0"/>
                <a:cs typeface="Times New Roman" panose="02020603050405020304" pitchFamily="18" charset="0"/>
              </a:rPr>
              <a:t>(دليل الاختصارات: l-يسار، r-يمين، c-وسط، t-أعلى، b-أسفل) </a:t>
            </a:r>
          </a:p>
          <a:p>
            <a:pPr marL="0" indent="0" rtl="1">
              <a:buNone/>
            </a:pPr>
            <a:r>
              <a:rPr lang="ar" b="1" dirty="0">
                <a:latin typeface="Times New Roman" panose="02020603050405020304" pitchFamily="18" charset="0"/>
                <a:cs typeface="Times New Roman" panose="02020603050405020304" pitchFamily="18" charset="0"/>
              </a:rPr>
              <a:t>شوترستوك: </a:t>
            </a:r>
            <a:r>
              <a:rPr lang="ar" dirty="0">
                <a:latin typeface="Times New Roman" panose="02020603050405020304" pitchFamily="18" charset="0"/>
                <a:cs typeface="Times New Roman" panose="02020603050405020304" pitchFamily="18" charset="0"/>
              </a:rPr>
              <a:t>ستوكفور (الشريحة 1)، </a:t>
            </a:r>
            <a:r>
              <a:rPr lang="ar" b="1" dirty="0">
                <a:latin typeface="Times New Roman" panose="02020603050405020304" pitchFamily="18" charset="0"/>
                <a:cs typeface="Times New Roman" panose="02020603050405020304" pitchFamily="18" charset="0"/>
              </a:rPr>
              <a:t>Stock.adobe.com:</a:t>
            </a:r>
            <a:r>
              <a:rPr lang="a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Peopleimages.com</a:t>
            </a:r>
            <a:r>
              <a:rPr lang="ar-EG" dirty="0">
                <a:latin typeface="Times New Roman" panose="02020603050405020304" pitchFamily="18" charset="0"/>
                <a:cs typeface="Times New Roman" panose="02020603050405020304" pitchFamily="18" charset="0"/>
              </a:rPr>
              <a:t> </a:t>
            </a:r>
            <a:r>
              <a:rPr lang="ar" dirty="0">
                <a:latin typeface="Times New Roman" panose="02020603050405020304" pitchFamily="18" charset="0"/>
                <a:cs typeface="Times New Roman" panose="02020603050405020304" pitchFamily="18" charset="0"/>
              </a:rPr>
              <a:t>(الشريحة 7 بالأعلى)، فيتالي كريفوشيف (الشريحة 7 بالأسفل)، زينكيفتش (الشريحة 14)، جاريكيليان (الشريحة 17)، لوجين 2002 (الشريحة 18)، ديستينا (الشريحة 19)، دانيلز سي/peopleimages.com </a:t>
            </a:r>
            <a:br>
              <a:rPr lang="ar-EG"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(الشريحة 27). </a:t>
            </a:r>
          </a:p>
          <a:p>
            <a:pPr marL="0" indent="0" algn="justLow" rtl="1">
              <a:buNone/>
            </a:pPr>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D7FDE09-E6FA-8C04-1A48-DA1659BD9EE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A103000424350</a:t>
            </a:r>
            <a:endParaRPr lang="en-GB" sz="1400" dirty="0"/>
          </a:p>
        </p:txBody>
      </p:sp>
    </p:spTree>
    <p:extLst>
      <p:ext uri="{BB962C8B-B14F-4D97-AF65-F5344CB8AC3E}">
        <p14:creationId xmlns:p14="http://schemas.microsoft.com/office/powerpoint/2010/main" val="763834867"/>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SharedWithUsers xmlns="a26a0597-d0d1-4250-940c-88e9bf9d5597">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de24caa4c0e3be310f88c5303a429eda">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13345d94bc33d60197014d8f23048d11"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48C615-482B-4AB5-9FE7-A2F3E6CFF2B1}">
  <ds:schemaRefs>
    <ds:schemaRef ds:uri="http://schemas.microsoft.com/sharepoint/v3"/>
    <ds:schemaRef ds:uri="http://www.w3.org/XML/1998/namespace"/>
    <ds:schemaRef ds:uri="http://schemas.microsoft.com/office/2006/documentManagement/types"/>
    <ds:schemaRef ds:uri="http://purl.org/dc/terms/"/>
    <ds:schemaRef ds:uri="6125ffc9-2c56-435e-8267-1393444907b2"/>
    <ds:schemaRef ds:uri="http://schemas.microsoft.com/office/2006/metadata/properties"/>
    <ds:schemaRef ds:uri="http://purl.org/dc/dcmitype/"/>
    <ds:schemaRef ds:uri="7c1bd8dc-4e40-424f-a15f-9ffcd522197f"/>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1DD7AE81-B051-47BD-831F-95204E0A30D5}"/>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TotalTime>
  <Words>2128</Words>
  <Application>Microsoft Office PowerPoint</Application>
  <PresentationFormat>On-screen Show (4:3)</PresentationFormat>
  <Paragraphs>325</Paragraphs>
  <Slides>29</Slides>
  <Notes>13</Notes>
  <HiddenSlides>0</HiddenSlides>
  <MMClips>0</MMClips>
  <ScaleCrop>false</ScaleCrop>
  <HeadingPairs>
    <vt:vector size="6" baseType="variant">
      <vt:variant>
        <vt:lpstr>Fonts Used</vt:lpstr>
      </vt:variant>
      <vt:variant>
        <vt:i4>6</vt:i4>
      </vt:variant>
      <vt:variant>
        <vt:lpstr>Theme</vt:lpstr>
      </vt:variant>
      <vt:variant>
        <vt:i4>14</vt:i4>
      </vt:variant>
      <vt:variant>
        <vt:lpstr>Slide Titles</vt:lpstr>
      </vt:variant>
      <vt:variant>
        <vt:i4>29</vt:i4>
      </vt:variant>
    </vt:vector>
  </HeadingPairs>
  <TitlesOfParts>
    <vt:vector size="49" baseType="lpstr">
      <vt:lpstr>Arial</vt:lpstr>
      <vt:lpstr>Calibri</vt:lpstr>
      <vt:lpstr>Sakkal Majalla</vt:lpstr>
      <vt:lpstr>Times New Roman</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الوحدة 4 تطوير الرياضة  </vt:lpstr>
      <vt:lpstr>الوحدة الرابعة من برنامج مجلس التعليم التجاري  والتقني (BTEC) في الرياضة - تطوير الرياضة</vt:lpstr>
      <vt:lpstr>نتاجات التعلُّم</vt:lpstr>
      <vt:lpstr>نتاج التعلم أ  </vt:lpstr>
      <vt:lpstr>أنواع النشاطات:</vt:lpstr>
      <vt:lpstr>تقديم الخدمات الرياضية على المستوى المحلي</vt:lpstr>
      <vt:lpstr>تقديم الخدمات الرياضية  على المستوى الوطني: </vt:lpstr>
      <vt:lpstr>أمثلة على مقدمي الخدمات الرياضية  على المستويين المحلي والوطني</vt:lpstr>
      <vt:lpstr>PowerPoint Presentation</vt:lpstr>
      <vt:lpstr>نتاج التعلم ب  </vt:lpstr>
      <vt:lpstr>PowerPoint Presentation</vt:lpstr>
      <vt:lpstr>الغرض من تطوير الرياضة</vt:lpstr>
      <vt:lpstr>مسارات الرياضيين</vt:lpstr>
      <vt:lpstr>متطلبات التقدم في المسار الرياضي</vt:lpstr>
      <vt:lpstr>دور الرياضة في المجتمع</vt:lpstr>
      <vt:lpstr>البرامج الشاملة</vt:lpstr>
      <vt:lpstr>فهم العوائق</vt:lpstr>
      <vt:lpstr>تجاوز العوائق</vt:lpstr>
      <vt:lpstr>الفئات المستهدفة</vt:lpstr>
      <vt:lpstr>دراسة حالة لحملة توعوية</vt:lpstr>
      <vt:lpstr>التصميم الهادف للشمول</vt:lpstr>
      <vt:lpstr>نتاج التعلم ج  </vt:lpstr>
      <vt:lpstr>خريطة مقدمي الخدمات الرياضية</vt:lpstr>
      <vt:lpstr>من يقدم الخدمات الرياضية؟</vt:lpstr>
      <vt:lpstr>الهياكل التنظيمية</vt:lpstr>
      <vt:lpstr>الأدوار الوظيفية الرئيسة</vt:lpstr>
      <vt:lpstr>المهارات والصفات</vt:lpstr>
      <vt:lpstr>المسار المهني</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 </dc:title>
  <dc:creator>Microsoft Office User</dc:creator>
  <cp:lastModifiedBy>Paul Winser</cp:lastModifiedBy>
  <cp:revision>309</cp:revision>
  <dcterms:created xsi:type="dcterms:W3CDTF">2020-07-15T07:14:47Z</dcterms:created>
  <dcterms:modified xsi:type="dcterms:W3CDTF">2025-09-24T10:36:37Z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y fmtid="{D5CDD505-2E9C-101B-9397-08002B2CF9AE}" pid="5" name="Order">
    <vt:r8>21516300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