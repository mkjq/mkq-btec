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864" r:id="rId5"/>
  </p:sldMasterIdLst>
  <p:notesMasterIdLst>
    <p:notesMasterId r:id="rId34"/>
  </p:notesMasterIdLst>
  <p:handoutMasterIdLst>
    <p:handoutMasterId r:id="rId35"/>
  </p:handoutMasterIdLst>
  <p:sldIdLst>
    <p:sldId id="256" r:id="rId6"/>
    <p:sldId id="257" r:id="rId7"/>
    <p:sldId id="258" r:id="rId8"/>
    <p:sldId id="338" r:id="rId9"/>
    <p:sldId id="339" r:id="rId10"/>
    <p:sldId id="340" r:id="rId11"/>
    <p:sldId id="320" r:id="rId12"/>
    <p:sldId id="321" r:id="rId13"/>
    <p:sldId id="319"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08" r:id="rId28"/>
    <p:sldId id="336" r:id="rId29"/>
    <p:sldId id="335" r:id="rId30"/>
    <p:sldId id="337" r:id="rId31"/>
    <p:sldId id="318" r:id="rId32"/>
    <p:sldId id="344" r:id="rId33"/>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6699"/>
    <a:srgbClr val="C9F3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89A123-01C0-4830-94C3-9664B3609977}" v="29" dt="2025-09-24T08:45:27.02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16" autoAdjust="0"/>
    <p:restoredTop sz="96370" autoAdjust="0"/>
  </p:normalViewPr>
  <p:slideViewPr>
    <p:cSldViewPr>
      <p:cViewPr varScale="1">
        <p:scale>
          <a:sx n="151" d="100"/>
          <a:sy n="151" d="100"/>
        </p:scale>
        <p:origin x="2520" y="35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l Snell" userId="S::gail.snell@pearson.com::349f2868-c303-411a-a9fc-19b25c360970" providerId="AD" clId="Web-{414D61A3-9D31-BC41-78AF-2EC54DF2DAAE}"/>
    <pc:docChg chg="modSld">
      <pc:chgData name="Gail Snell" userId="S::gail.snell@pearson.com::349f2868-c303-411a-a9fc-19b25c360970" providerId="AD" clId="Web-{414D61A3-9D31-BC41-78AF-2EC54DF2DAAE}" dt="2025-08-05T16:24:17.621" v="7"/>
      <pc:docMkLst>
        <pc:docMk/>
      </pc:docMkLst>
      <pc:sldChg chg="modSp">
        <pc:chgData name="Gail Snell" userId="S::gail.snell@pearson.com::349f2868-c303-411a-a9fc-19b25c360970" providerId="AD" clId="Web-{414D61A3-9D31-BC41-78AF-2EC54DF2DAAE}" dt="2025-08-05T16:23:04.369" v="0"/>
        <pc:sldMkLst>
          <pc:docMk/>
          <pc:sldMk cId="2738161773" sldId="323"/>
        </pc:sldMkLst>
      </pc:sldChg>
      <pc:sldChg chg="modSp">
        <pc:chgData name="Gail Snell" userId="S::gail.snell@pearson.com::349f2868-c303-411a-a9fc-19b25c360970" providerId="AD" clId="Web-{414D61A3-9D31-BC41-78AF-2EC54DF2DAAE}" dt="2025-08-05T16:23:16.494" v="2"/>
        <pc:sldMkLst>
          <pc:docMk/>
          <pc:sldMk cId="3326453235" sldId="324"/>
        </pc:sldMkLst>
      </pc:sldChg>
      <pc:sldChg chg="modSp">
        <pc:chgData name="Gail Snell" userId="S::gail.snell@pearson.com::349f2868-c303-411a-a9fc-19b25c360970" providerId="AD" clId="Web-{414D61A3-9D31-BC41-78AF-2EC54DF2DAAE}" dt="2025-08-05T16:23:30.823" v="3"/>
        <pc:sldMkLst>
          <pc:docMk/>
          <pc:sldMk cId="1584227845" sldId="325"/>
        </pc:sldMkLst>
      </pc:sldChg>
      <pc:sldChg chg="modSp">
        <pc:chgData name="Gail Snell" userId="S::gail.snell@pearson.com::349f2868-c303-411a-a9fc-19b25c360970" providerId="AD" clId="Web-{414D61A3-9D31-BC41-78AF-2EC54DF2DAAE}" dt="2025-08-05T16:23:42.464" v="4"/>
        <pc:sldMkLst>
          <pc:docMk/>
          <pc:sldMk cId="1380644639" sldId="327"/>
        </pc:sldMkLst>
      </pc:sldChg>
      <pc:sldChg chg="modSp">
        <pc:chgData name="Gail Snell" userId="S::gail.snell@pearson.com::349f2868-c303-411a-a9fc-19b25c360970" providerId="AD" clId="Web-{414D61A3-9D31-BC41-78AF-2EC54DF2DAAE}" dt="2025-08-05T16:23:56.558" v="5"/>
        <pc:sldMkLst>
          <pc:docMk/>
          <pc:sldMk cId="3831849285" sldId="333"/>
        </pc:sldMkLst>
      </pc:sldChg>
      <pc:sldChg chg="modSp">
        <pc:chgData name="Gail Snell" userId="S::gail.snell@pearson.com::349f2868-c303-411a-a9fc-19b25c360970" providerId="AD" clId="Web-{414D61A3-9D31-BC41-78AF-2EC54DF2DAAE}" dt="2025-08-05T16:24:06.964" v="6"/>
        <pc:sldMkLst>
          <pc:docMk/>
          <pc:sldMk cId="484107986" sldId="334"/>
        </pc:sldMkLst>
      </pc:sldChg>
      <pc:sldChg chg="modSp">
        <pc:chgData name="Gail Snell" userId="S::gail.snell@pearson.com::349f2868-c303-411a-a9fc-19b25c360970" providerId="AD" clId="Web-{414D61A3-9D31-BC41-78AF-2EC54DF2DAAE}" dt="2025-08-05T16:24:17.621" v="7"/>
        <pc:sldMkLst>
          <pc:docMk/>
          <pc:sldMk cId="4140252835" sldId="336"/>
        </pc:sldMkLst>
      </pc:sldChg>
    </pc:docChg>
  </pc:docChgLst>
  <pc:docChgLst>
    <pc:chgData name="Paul Winser" userId="c3146a91-e6bd-4264-bd86-e164e04bc32d" providerId="ADAL" clId="{3A89A123-01C0-4830-94C3-9664B3609977}"/>
    <pc:docChg chg="addSld modSld">
      <pc:chgData name="Paul Winser" userId="c3146a91-e6bd-4264-bd86-e164e04bc32d" providerId="ADAL" clId="{3A89A123-01C0-4830-94C3-9664B3609977}" dt="2025-09-24T08:55:34.240" v="87" actId="20577"/>
      <pc:docMkLst>
        <pc:docMk/>
      </pc:docMkLst>
      <pc:sldChg chg="addSp modSp mod">
        <pc:chgData name="Paul Winser" userId="c3146a91-e6bd-4264-bd86-e164e04bc32d" providerId="ADAL" clId="{3A89A123-01C0-4830-94C3-9664B3609977}" dt="2025-09-24T08:53:47.093" v="33" actId="20577"/>
        <pc:sldMkLst>
          <pc:docMk/>
          <pc:sldMk cId="0" sldId="256"/>
        </pc:sldMkLst>
        <pc:spChg chg="add mod">
          <ac:chgData name="Paul Winser" userId="c3146a91-e6bd-4264-bd86-e164e04bc32d" providerId="ADAL" clId="{3A89A123-01C0-4830-94C3-9664B3609977}" dt="2025-09-24T08:53:47.093" v="33" actId="20577"/>
          <ac:spMkLst>
            <pc:docMk/>
            <pc:sldMk cId="0" sldId="256"/>
            <ac:spMk id="4" creationId="{210D6C61-6B41-03AF-6B24-75064F0F6C5C}"/>
          </ac:spMkLst>
        </pc:spChg>
      </pc:sldChg>
      <pc:sldChg chg="addSp modSp mod">
        <pc:chgData name="Paul Winser" userId="c3146a91-e6bd-4264-bd86-e164e04bc32d" providerId="ADAL" clId="{3A89A123-01C0-4830-94C3-9664B3609977}" dt="2025-09-24T08:53:50.019" v="35" actId="20577"/>
        <pc:sldMkLst>
          <pc:docMk/>
          <pc:sldMk cId="0" sldId="257"/>
        </pc:sldMkLst>
        <pc:spChg chg="add mod">
          <ac:chgData name="Paul Winser" userId="c3146a91-e6bd-4264-bd86-e164e04bc32d" providerId="ADAL" clId="{3A89A123-01C0-4830-94C3-9664B3609977}" dt="2025-09-24T08:53:50.019" v="35" actId="20577"/>
          <ac:spMkLst>
            <pc:docMk/>
            <pc:sldMk cId="0" sldId="257"/>
            <ac:spMk id="2" creationId="{96E5D02B-0BBD-E44A-3C31-C891D6ACE2CB}"/>
          </ac:spMkLst>
        </pc:spChg>
      </pc:sldChg>
      <pc:sldChg chg="addSp modSp mod">
        <pc:chgData name="Paul Winser" userId="c3146a91-e6bd-4264-bd86-e164e04bc32d" providerId="ADAL" clId="{3A89A123-01C0-4830-94C3-9664B3609977}" dt="2025-09-24T08:53:54.036" v="37" actId="20577"/>
        <pc:sldMkLst>
          <pc:docMk/>
          <pc:sldMk cId="0" sldId="258"/>
        </pc:sldMkLst>
        <pc:spChg chg="add mod">
          <ac:chgData name="Paul Winser" userId="c3146a91-e6bd-4264-bd86-e164e04bc32d" providerId="ADAL" clId="{3A89A123-01C0-4830-94C3-9664B3609977}" dt="2025-09-24T08:53:54.036" v="37" actId="20577"/>
          <ac:spMkLst>
            <pc:docMk/>
            <pc:sldMk cId="0" sldId="258"/>
            <ac:spMk id="12" creationId="{1F06A81B-EB4E-3BFB-0B45-21310FB203C0}"/>
          </ac:spMkLst>
        </pc:spChg>
      </pc:sldChg>
      <pc:sldChg chg="addSp modSp mod">
        <pc:chgData name="Paul Winser" userId="c3146a91-e6bd-4264-bd86-e164e04bc32d" providerId="ADAL" clId="{3A89A123-01C0-4830-94C3-9664B3609977}" dt="2025-09-24T08:55:13.474" v="77" actId="20577"/>
        <pc:sldMkLst>
          <pc:docMk/>
          <pc:sldMk cId="3044772550" sldId="308"/>
        </pc:sldMkLst>
        <pc:spChg chg="add mod">
          <ac:chgData name="Paul Winser" userId="c3146a91-e6bd-4264-bd86-e164e04bc32d" providerId="ADAL" clId="{3A89A123-01C0-4830-94C3-9664B3609977}" dt="2025-09-24T08:55:13.474" v="77" actId="20577"/>
          <ac:spMkLst>
            <pc:docMk/>
            <pc:sldMk cId="3044772550" sldId="308"/>
            <ac:spMk id="2" creationId="{C9937AFA-7570-7FFC-D9CD-87B4242A5667}"/>
          </ac:spMkLst>
        </pc:spChg>
      </pc:sldChg>
      <pc:sldChg chg="addSp modSp mod">
        <pc:chgData name="Paul Winser" userId="c3146a91-e6bd-4264-bd86-e164e04bc32d" providerId="ADAL" clId="{3A89A123-01C0-4830-94C3-9664B3609977}" dt="2025-09-24T08:55:30.787" v="85" actId="20577"/>
        <pc:sldMkLst>
          <pc:docMk/>
          <pc:sldMk cId="2136069731" sldId="318"/>
        </pc:sldMkLst>
        <pc:spChg chg="add mod">
          <ac:chgData name="Paul Winser" userId="c3146a91-e6bd-4264-bd86-e164e04bc32d" providerId="ADAL" clId="{3A89A123-01C0-4830-94C3-9664B3609977}" dt="2025-09-24T08:55:30.787" v="85" actId="20577"/>
          <ac:spMkLst>
            <pc:docMk/>
            <pc:sldMk cId="2136069731" sldId="318"/>
            <ac:spMk id="4" creationId="{93CD57AA-1090-60B1-0816-6798B1F002DB}"/>
          </ac:spMkLst>
        </pc:spChg>
      </pc:sldChg>
      <pc:sldChg chg="addSp modSp mod">
        <pc:chgData name="Paul Winser" userId="c3146a91-e6bd-4264-bd86-e164e04bc32d" providerId="ADAL" clId="{3A89A123-01C0-4830-94C3-9664B3609977}" dt="2025-09-24T08:54:14.306" v="49" actId="20577"/>
        <pc:sldMkLst>
          <pc:docMk/>
          <pc:sldMk cId="2403829587" sldId="319"/>
        </pc:sldMkLst>
        <pc:spChg chg="add mod">
          <ac:chgData name="Paul Winser" userId="c3146a91-e6bd-4264-bd86-e164e04bc32d" providerId="ADAL" clId="{3A89A123-01C0-4830-94C3-9664B3609977}" dt="2025-09-24T08:54:14.306" v="49" actId="20577"/>
          <ac:spMkLst>
            <pc:docMk/>
            <pc:sldMk cId="2403829587" sldId="319"/>
            <ac:spMk id="7" creationId="{3342F77E-F73B-3646-8C79-237F20E71DF4}"/>
          </ac:spMkLst>
        </pc:spChg>
      </pc:sldChg>
      <pc:sldChg chg="addSp modSp mod">
        <pc:chgData name="Paul Winser" userId="c3146a91-e6bd-4264-bd86-e164e04bc32d" providerId="ADAL" clId="{3A89A123-01C0-4830-94C3-9664B3609977}" dt="2025-09-24T08:54:07.121" v="45" actId="20577"/>
        <pc:sldMkLst>
          <pc:docMk/>
          <pc:sldMk cId="1874564368" sldId="320"/>
        </pc:sldMkLst>
        <pc:spChg chg="add mod">
          <ac:chgData name="Paul Winser" userId="c3146a91-e6bd-4264-bd86-e164e04bc32d" providerId="ADAL" clId="{3A89A123-01C0-4830-94C3-9664B3609977}" dt="2025-09-24T08:54:07.121" v="45" actId="20577"/>
          <ac:spMkLst>
            <pc:docMk/>
            <pc:sldMk cId="1874564368" sldId="320"/>
            <ac:spMk id="2" creationId="{F80C5C48-A4F4-0E46-8220-C98D35484A30}"/>
          </ac:spMkLst>
        </pc:spChg>
      </pc:sldChg>
      <pc:sldChg chg="addSp modSp mod">
        <pc:chgData name="Paul Winser" userId="c3146a91-e6bd-4264-bd86-e164e04bc32d" providerId="ADAL" clId="{3A89A123-01C0-4830-94C3-9664B3609977}" dt="2025-09-24T08:54:10.819" v="47" actId="20577"/>
        <pc:sldMkLst>
          <pc:docMk/>
          <pc:sldMk cId="682146899" sldId="321"/>
        </pc:sldMkLst>
        <pc:spChg chg="add mod">
          <ac:chgData name="Paul Winser" userId="c3146a91-e6bd-4264-bd86-e164e04bc32d" providerId="ADAL" clId="{3A89A123-01C0-4830-94C3-9664B3609977}" dt="2025-09-24T08:54:10.819" v="47" actId="20577"/>
          <ac:spMkLst>
            <pc:docMk/>
            <pc:sldMk cId="682146899" sldId="321"/>
            <ac:spMk id="3" creationId="{DD0194CB-4E11-27E0-FA42-43E24D22EAD2}"/>
          </ac:spMkLst>
        </pc:spChg>
      </pc:sldChg>
      <pc:sldChg chg="addSp modSp mod">
        <pc:chgData name="Paul Winser" userId="c3146a91-e6bd-4264-bd86-e164e04bc32d" providerId="ADAL" clId="{3A89A123-01C0-4830-94C3-9664B3609977}" dt="2025-09-24T08:54:19.555" v="51" actId="20577"/>
        <pc:sldMkLst>
          <pc:docMk/>
          <pc:sldMk cId="849828607" sldId="322"/>
        </pc:sldMkLst>
        <pc:spChg chg="add mod">
          <ac:chgData name="Paul Winser" userId="c3146a91-e6bd-4264-bd86-e164e04bc32d" providerId="ADAL" clId="{3A89A123-01C0-4830-94C3-9664B3609977}" dt="2025-09-24T08:54:19.555" v="51" actId="20577"/>
          <ac:spMkLst>
            <pc:docMk/>
            <pc:sldMk cId="849828607" sldId="322"/>
            <ac:spMk id="3" creationId="{285AD368-8F34-F4B6-F0A2-3251B4A2B72A}"/>
          </ac:spMkLst>
        </pc:spChg>
      </pc:sldChg>
      <pc:sldChg chg="addSp modSp mod">
        <pc:chgData name="Paul Winser" userId="c3146a91-e6bd-4264-bd86-e164e04bc32d" providerId="ADAL" clId="{3A89A123-01C0-4830-94C3-9664B3609977}" dt="2025-09-24T08:54:22.818" v="53" actId="20577"/>
        <pc:sldMkLst>
          <pc:docMk/>
          <pc:sldMk cId="2738161773" sldId="323"/>
        </pc:sldMkLst>
        <pc:spChg chg="add mod">
          <ac:chgData name="Paul Winser" userId="c3146a91-e6bd-4264-bd86-e164e04bc32d" providerId="ADAL" clId="{3A89A123-01C0-4830-94C3-9664B3609977}" dt="2025-09-24T08:54:22.818" v="53" actId="20577"/>
          <ac:spMkLst>
            <pc:docMk/>
            <pc:sldMk cId="2738161773" sldId="323"/>
            <ac:spMk id="5" creationId="{5DAC090C-0A58-0AEF-33BD-281B81CACEB6}"/>
          </ac:spMkLst>
        </pc:spChg>
      </pc:sldChg>
      <pc:sldChg chg="addSp modSp mod">
        <pc:chgData name="Paul Winser" userId="c3146a91-e6bd-4264-bd86-e164e04bc32d" providerId="ADAL" clId="{3A89A123-01C0-4830-94C3-9664B3609977}" dt="2025-09-24T08:54:27.253" v="55" actId="20577"/>
        <pc:sldMkLst>
          <pc:docMk/>
          <pc:sldMk cId="3326453235" sldId="324"/>
        </pc:sldMkLst>
        <pc:spChg chg="add mod">
          <ac:chgData name="Paul Winser" userId="c3146a91-e6bd-4264-bd86-e164e04bc32d" providerId="ADAL" clId="{3A89A123-01C0-4830-94C3-9664B3609977}" dt="2025-09-24T08:54:27.253" v="55" actId="20577"/>
          <ac:spMkLst>
            <pc:docMk/>
            <pc:sldMk cId="3326453235" sldId="324"/>
            <ac:spMk id="9" creationId="{8D41C920-4497-23F7-6769-4CD4FE6676FC}"/>
          </ac:spMkLst>
        </pc:spChg>
      </pc:sldChg>
      <pc:sldChg chg="addSp modSp mod">
        <pc:chgData name="Paul Winser" userId="c3146a91-e6bd-4264-bd86-e164e04bc32d" providerId="ADAL" clId="{3A89A123-01C0-4830-94C3-9664B3609977}" dt="2025-09-24T08:54:32.273" v="57" actId="20577"/>
        <pc:sldMkLst>
          <pc:docMk/>
          <pc:sldMk cId="1584227845" sldId="325"/>
        </pc:sldMkLst>
        <pc:spChg chg="add mod">
          <ac:chgData name="Paul Winser" userId="c3146a91-e6bd-4264-bd86-e164e04bc32d" providerId="ADAL" clId="{3A89A123-01C0-4830-94C3-9664B3609977}" dt="2025-09-24T08:54:32.273" v="57" actId="20577"/>
          <ac:spMkLst>
            <pc:docMk/>
            <pc:sldMk cId="1584227845" sldId="325"/>
            <ac:spMk id="3" creationId="{20CBF44C-09F5-2A26-6B20-EBA0FC40286E}"/>
          </ac:spMkLst>
        </pc:spChg>
      </pc:sldChg>
      <pc:sldChg chg="addSp modSp mod">
        <pc:chgData name="Paul Winser" userId="c3146a91-e6bd-4264-bd86-e164e04bc32d" providerId="ADAL" clId="{3A89A123-01C0-4830-94C3-9664B3609977}" dt="2025-09-24T08:54:36.098" v="59" actId="20577"/>
        <pc:sldMkLst>
          <pc:docMk/>
          <pc:sldMk cId="1903034106" sldId="326"/>
        </pc:sldMkLst>
        <pc:spChg chg="add mod">
          <ac:chgData name="Paul Winser" userId="c3146a91-e6bd-4264-bd86-e164e04bc32d" providerId="ADAL" clId="{3A89A123-01C0-4830-94C3-9664B3609977}" dt="2025-09-24T08:54:36.098" v="59" actId="20577"/>
          <ac:spMkLst>
            <pc:docMk/>
            <pc:sldMk cId="1903034106" sldId="326"/>
            <ac:spMk id="5" creationId="{70703DD2-44E7-EAA2-DF1D-7F07240DEB92}"/>
          </ac:spMkLst>
        </pc:spChg>
      </pc:sldChg>
      <pc:sldChg chg="addSp modSp mod">
        <pc:chgData name="Paul Winser" userId="c3146a91-e6bd-4264-bd86-e164e04bc32d" providerId="ADAL" clId="{3A89A123-01C0-4830-94C3-9664B3609977}" dt="2025-09-24T08:54:40.640" v="61" actId="20577"/>
        <pc:sldMkLst>
          <pc:docMk/>
          <pc:sldMk cId="1380644639" sldId="327"/>
        </pc:sldMkLst>
        <pc:spChg chg="add mod">
          <ac:chgData name="Paul Winser" userId="c3146a91-e6bd-4264-bd86-e164e04bc32d" providerId="ADAL" clId="{3A89A123-01C0-4830-94C3-9664B3609977}" dt="2025-09-24T08:54:40.640" v="61" actId="20577"/>
          <ac:spMkLst>
            <pc:docMk/>
            <pc:sldMk cId="1380644639" sldId="327"/>
            <ac:spMk id="4" creationId="{30558963-E8DE-4EFB-F185-730AC1F77073}"/>
          </ac:spMkLst>
        </pc:spChg>
      </pc:sldChg>
      <pc:sldChg chg="addSp modSp mod">
        <pc:chgData name="Paul Winser" userId="c3146a91-e6bd-4264-bd86-e164e04bc32d" providerId="ADAL" clId="{3A89A123-01C0-4830-94C3-9664B3609977}" dt="2025-09-24T08:54:44.432" v="63" actId="20577"/>
        <pc:sldMkLst>
          <pc:docMk/>
          <pc:sldMk cId="3628022242" sldId="328"/>
        </pc:sldMkLst>
        <pc:spChg chg="add mod">
          <ac:chgData name="Paul Winser" userId="c3146a91-e6bd-4264-bd86-e164e04bc32d" providerId="ADAL" clId="{3A89A123-01C0-4830-94C3-9664B3609977}" dt="2025-09-24T08:54:44.432" v="63" actId="20577"/>
          <ac:spMkLst>
            <pc:docMk/>
            <pc:sldMk cId="3628022242" sldId="328"/>
            <ac:spMk id="5" creationId="{88000345-E17F-87D2-CDF0-F01AB421205C}"/>
          </ac:spMkLst>
        </pc:spChg>
      </pc:sldChg>
      <pc:sldChg chg="addSp modSp mod">
        <pc:chgData name="Paul Winser" userId="c3146a91-e6bd-4264-bd86-e164e04bc32d" providerId="ADAL" clId="{3A89A123-01C0-4830-94C3-9664B3609977}" dt="2025-09-24T08:54:48.544" v="65" actId="20577"/>
        <pc:sldMkLst>
          <pc:docMk/>
          <pc:sldMk cId="4166372278" sldId="329"/>
        </pc:sldMkLst>
        <pc:spChg chg="add mod">
          <ac:chgData name="Paul Winser" userId="c3146a91-e6bd-4264-bd86-e164e04bc32d" providerId="ADAL" clId="{3A89A123-01C0-4830-94C3-9664B3609977}" dt="2025-09-24T08:54:48.544" v="65" actId="20577"/>
          <ac:spMkLst>
            <pc:docMk/>
            <pc:sldMk cId="4166372278" sldId="329"/>
            <ac:spMk id="4" creationId="{40B747AD-66FC-B468-8B4D-BB8AA758CE03}"/>
          </ac:spMkLst>
        </pc:spChg>
      </pc:sldChg>
      <pc:sldChg chg="addSp modSp mod">
        <pc:chgData name="Paul Winser" userId="c3146a91-e6bd-4264-bd86-e164e04bc32d" providerId="ADAL" clId="{3A89A123-01C0-4830-94C3-9664B3609977}" dt="2025-09-24T08:54:52.208" v="67" actId="20577"/>
        <pc:sldMkLst>
          <pc:docMk/>
          <pc:sldMk cId="783128215" sldId="330"/>
        </pc:sldMkLst>
        <pc:spChg chg="add mod">
          <ac:chgData name="Paul Winser" userId="c3146a91-e6bd-4264-bd86-e164e04bc32d" providerId="ADAL" clId="{3A89A123-01C0-4830-94C3-9664B3609977}" dt="2025-09-24T08:54:52.208" v="67" actId="20577"/>
          <ac:spMkLst>
            <pc:docMk/>
            <pc:sldMk cId="783128215" sldId="330"/>
            <ac:spMk id="3" creationId="{E0B7BAA6-9C71-FB6D-A21C-8C4C25A0AAA4}"/>
          </ac:spMkLst>
        </pc:spChg>
      </pc:sldChg>
      <pc:sldChg chg="addSp modSp mod">
        <pc:chgData name="Paul Winser" userId="c3146a91-e6bd-4264-bd86-e164e04bc32d" providerId="ADAL" clId="{3A89A123-01C0-4830-94C3-9664B3609977}" dt="2025-09-24T08:54:55.810" v="69" actId="20577"/>
        <pc:sldMkLst>
          <pc:docMk/>
          <pc:sldMk cId="831370300" sldId="331"/>
        </pc:sldMkLst>
        <pc:spChg chg="add mod">
          <ac:chgData name="Paul Winser" userId="c3146a91-e6bd-4264-bd86-e164e04bc32d" providerId="ADAL" clId="{3A89A123-01C0-4830-94C3-9664B3609977}" dt="2025-09-24T08:54:55.810" v="69" actId="20577"/>
          <ac:spMkLst>
            <pc:docMk/>
            <pc:sldMk cId="831370300" sldId="331"/>
            <ac:spMk id="4" creationId="{E1BD3C88-680E-CC70-B1FF-53B66A06B997}"/>
          </ac:spMkLst>
        </pc:spChg>
      </pc:sldChg>
      <pc:sldChg chg="addSp modSp mod">
        <pc:chgData name="Paul Winser" userId="c3146a91-e6bd-4264-bd86-e164e04bc32d" providerId="ADAL" clId="{3A89A123-01C0-4830-94C3-9664B3609977}" dt="2025-09-24T08:54:59.792" v="71" actId="20577"/>
        <pc:sldMkLst>
          <pc:docMk/>
          <pc:sldMk cId="2996854855" sldId="332"/>
        </pc:sldMkLst>
        <pc:spChg chg="add mod">
          <ac:chgData name="Paul Winser" userId="c3146a91-e6bd-4264-bd86-e164e04bc32d" providerId="ADAL" clId="{3A89A123-01C0-4830-94C3-9664B3609977}" dt="2025-09-24T08:54:59.792" v="71" actId="20577"/>
          <ac:spMkLst>
            <pc:docMk/>
            <pc:sldMk cId="2996854855" sldId="332"/>
            <ac:spMk id="4" creationId="{0495AACC-5689-7C7D-C59E-17F958358099}"/>
          </ac:spMkLst>
        </pc:spChg>
      </pc:sldChg>
      <pc:sldChg chg="addSp modSp mod">
        <pc:chgData name="Paul Winser" userId="c3146a91-e6bd-4264-bd86-e164e04bc32d" providerId="ADAL" clId="{3A89A123-01C0-4830-94C3-9664B3609977}" dt="2025-09-24T08:55:03.761" v="73" actId="20577"/>
        <pc:sldMkLst>
          <pc:docMk/>
          <pc:sldMk cId="3831849285" sldId="333"/>
        </pc:sldMkLst>
        <pc:spChg chg="add mod">
          <ac:chgData name="Paul Winser" userId="c3146a91-e6bd-4264-bd86-e164e04bc32d" providerId="ADAL" clId="{3A89A123-01C0-4830-94C3-9664B3609977}" dt="2025-09-24T08:55:03.761" v="73" actId="20577"/>
          <ac:spMkLst>
            <pc:docMk/>
            <pc:sldMk cId="3831849285" sldId="333"/>
            <ac:spMk id="5" creationId="{7DFA65F2-CB11-2351-3A3B-E36B21E547A3}"/>
          </ac:spMkLst>
        </pc:spChg>
      </pc:sldChg>
      <pc:sldChg chg="addSp modSp mod">
        <pc:chgData name="Paul Winser" userId="c3146a91-e6bd-4264-bd86-e164e04bc32d" providerId="ADAL" clId="{3A89A123-01C0-4830-94C3-9664B3609977}" dt="2025-09-24T08:55:09.664" v="75" actId="20577"/>
        <pc:sldMkLst>
          <pc:docMk/>
          <pc:sldMk cId="484107986" sldId="334"/>
        </pc:sldMkLst>
        <pc:spChg chg="add mod">
          <ac:chgData name="Paul Winser" userId="c3146a91-e6bd-4264-bd86-e164e04bc32d" providerId="ADAL" clId="{3A89A123-01C0-4830-94C3-9664B3609977}" dt="2025-09-24T08:55:09.664" v="75" actId="20577"/>
          <ac:spMkLst>
            <pc:docMk/>
            <pc:sldMk cId="484107986" sldId="334"/>
            <ac:spMk id="5" creationId="{0576A3F6-C0A2-3BAE-ABA3-0EFFB2E50B11}"/>
          </ac:spMkLst>
        </pc:spChg>
      </pc:sldChg>
      <pc:sldChg chg="addSp modSp mod">
        <pc:chgData name="Paul Winser" userId="c3146a91-e6bd-4264-bd86-e164e04bc32d" providerId="ADAL" clId="{3A89A123-01C0-4830-94C3-9664B3609977}" dt="2025-09-24T08:55:21.537" v="81" actId="20577"/>
        <pc:sldMkLst>
          <pc:docMk/>
          <pc:sldMk cId="3303262921" sldId="335"/>
        </pc:sldMkLst>
        <pc:spChg chg="add mod">
          <ac:chgData name="Paul Winser" userId="c3146a91-e6bd-4264-bd86-e164e04bc32d" providerId="ADAL" clId="{3A89A123-01C0-4830-94C3-9664B3609977}" dt="2025-09-24T08:55:21.537" v="81" actId="20577"/>
          <ac:spMkLst>
            <pc:docMk/>
            <pc:sldMk cId="3303262921" sldId="335"/>
            <ac:spMk id="4" creationId="{4344893C-3269-1C64-1057-8EAA8B5576A6}"/>
          </ac:spMkLst>
        </pc:spChg>
      </pc:sldChg>
      <pc:sldChg chg="addSp modSp mod">
        <pc:chgData name="Paul Winser" userId="c3146a91-e6bd-4264-bd86-e164e04bc32d" providerId="ADAL" clId="{3A89A123-01C0-4830-94C3-9664B3609977}" dt="2025-09-24T08:55:17.730" v="79" actId="20577"/>
        <pc:sldMkLst>
          <pc:docMk/>
          <pc:sldMk cId="4140252835" sldId="336"/>
        </pc:sldMkLst>
        <pc:spChg chg="add mod">
          <ac:chgData name="Paul Winser" userId="c3146a91-e6bd-4264-bd86-e164e04bc32d" providerId="ADAL" clId="{3A89A123-01C0-4830-94C3-9664B3609977}" dt="2025-09-24T08:55:17.730" v="79" actId="20577"/>
          <ac:spMkLst>
            <pc:docMk/>
            <pc:sldMk cId="4140252835" sldId="336"/>
            <ac:spMk id="5" creationId="{A14B2963-22D6-7A8E-10CB-5DC9247CB1DC}"/>
          </ac:spMkLst>
        </pc:spChg>
      </pc:sldChg>
      <pc:sldChg chg="addSp modSp mod">
        <pc:chgData name="Paul Winser" userId="c3146a91-e6bd-4264-bd86-e164e04bc32d" providerId="ADAL" clId="{3A89A123-01C0-4830-94C3-9664B3609977}" dt="2025-09-24T08:55:25.777" v="83" actId="20577"/>
        <pc:sldMkLst>
          <pc:docMk/>
          <pc:sldMk cId="3062360933" sldId="337"/>
        </pc:sldMkLst>
        <pc:spChg chg="add mod">
          <ac:chgData name="Paul Winser" userId="c3146a91-e6bd-4264-bd86-e164e04bc32d" providerId="ADAL" clId="{3A89A123-01C0-4830-94C3-9664B3609977}" dt="2025-09-24T08:55:25.777" v="83" actId="20577"/>
          <ac:spMkLst>
            <pc:docMk/>
            <pc:sldMk cId="3062360933" sldId="337"/>
            <ac:spMk id="5" creationId="{F524EFDA-396C-BF5C-1594-C65271DDBC8D}"/>
          </ac:spMkLst>
        </pc:spChg>
      </pc:sldChg>
      <pc:sldChg chg="addSp modSp mod">
        <pc:chgData name="Paul Winser" userId="c3146a91-e6bd-4264-bd86-e164e04bc32d" providerId="ADAL" clId="{3A89A123-01C0-4830-94C3-9664B3609977}" dt="2025-09-24T08:53:57.313" v="39" actId="20577"/>
        <pc:sldMkLst>
          <pc:docMk/>
          <pc:sldMk cId="3783265236" sldId="338"/>
        </pc:sldMkLst>
        <pc:spChg chg="add mod">
          <ac:chgData name="Paul Winser" userId="c3146a91-e6bd-4264-bd86-e164e04bc32d" providerId="ADAL" clId="{3A89A123-01C0-4830-94C3-9664B3609977}" dt="2025-09-24T08:53:57.313" v="39" actId="20577"/>
          <ac:spMkLst>
            <pc:docMk/>
            <pc:sldMk cId="3783265236" sldId="338"/>
            <ac:spMk id="6" creationId="{963EBE75-DBE2-F6D7-4102-F06CF7BE278D}"/>
          </ac:spMkLst>
        </pc:spChg>
      </pc:sldChg>
      <pc:sldChg chg="addSp modSp mod">
        <pc:chgData name="Paul Winser" userId="c3146a91-e6bd-4264-bd86-e164e04bc32d" providerId="ADAL" clId="{3A89A123-01C0-4830-94C3-9664B3609977}" dt="2025-09-24T08:54:00.178" v="41" actId="20577"/>
        <pc:sldMkLst>
          <pc:docMk/>
          <pc:sldMk cId="3644512172" sldId="339"/>
        </pc:sldMkLst>
        <pc:spChg chg="add mod">
          <ac:chgData name="Paul Winser" userId="c3146a91-e6bd-4264-bd86-e164e04bc32d" providerId="ADAL" clId="{3A89A123-01C0-4830-94C3-9664B3609977}" dt="2025-09-24T08:54:00.178" v="41" actId="20577"/>
          <ac:spMkLst>
            <pc:docMk/>
            <pc:sldMk cId="3644512172" sldId="339"/>
            <ac:spMk id="6" creationId="{A7874AEE-81E1-89ED-98BA-E84EE14EDF6D}"/>
          </ac:spMkLst>
        </pc:spChg>
      </pc:sldChg>
      <pc:sldChg chg="addSp modSp mod">
        <pc:chgData name="Paul Winser" userId="c3146a91-e6bd-4264-bd86-e164e04bc32d" providerId="ADAL" clId="{3A89A123-01C0-4830-94C3-9664B3609977}" dt="2025-09-24T08:54:03.746" v="43" actId="20577"/>
        <pc:sldMkLst>
          <pc:docMk/>
          <pc:sldMk cId="1204122662" sldId="340"/>
        </pc:sldMkLst>
        <pc:spChg chg="add mod">
          <ac:chgData name="Paul Winser" userId="c3146a91-e6bd-4264-bd86-e164e04bc32d" providerId="ADAL" clId="{3A89A123-01C0-4830-94C3-9664B3609977}" dt="2025-09-24T08:54:03.746" v="43" actId="20577"/>
          <ac:spMkLst>
            <pc:docMk/>
            <pc:sldMk cId="1204122662" sldId="340"/>
            <ac:spMk id="6" creationId="{FA41DDE7-1B26-C8E1-F935-5979F62A8529}"/>
          </ac:spMkLst>
        </pc:spChg>
      </pc:sldChg>
      <pc:sldChg chg="addSp modSp add mod modTransition">
        <pc:chgData name="Paul Winser" userId="c3146a91-e6bd-4264-bd86-e164e04bc32d" providerId="ADAL" clId="{3A89A123-01C0-4830-94C3-9664B3609977}" dt="2025-09-24T08:55:34.240" v="87" actId="20577"/>
        <pc:sldMkLst>
          <pc:docMk/>
          <pc:sldMk cId="3655591193" sldId="344"/>
        </pc:sldMkLst>
        <pc:spChg chg="add mod">
          <ac:chgData name="Paul Winser" userId="c3146a91-e6bd-4264-bd86-e164e04bc32d" providerId="ADAL" clId="{3A89A123-01C0-4830-94C3-9664B3609977}" dt="2025-09-24T08:55:34.240" v="87" actId="20577"/>
          <ac:spMkLst>
            <pc:docMk/>
            <pc:sldMk cId="3655591193" sldId="344"/>
            <ac:spMk id="3" creationId="{D0097E01-94FB-A5FF-D2BA-10D77BDCA980}"/>
          </ac:spMkLst>
        </pc:spChg>
        <pc:spChg chg="mod">
          <ac:chgData name="Paul Winser" userId="c3146a91-e6bd-4264-bd86-e164e04bc32d" providerId="ADAL" clId="{3A89A123-01C0-4830-94C3-9664B3609977}" dt="2025-09-24T08:45:30.041" v="31" actId="1076"/>
          <ac:spMkLst>
            <pc:docMk/>
            <pc:sldMk cId="3655591193" sldId="344"/>
            <ac:spMk id="5" creationId="{4A6A24E4-6826-2F14-B4F2-6400E4449EE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 Id="rId4" Type="http://schemas.openxmlformats.org/officeDocument/2006/relationships/image" Target="../media/image17.jpeg"/></Relationships>
</file>

<file path=ppt/diagrams/_rels/data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 Id="rId4" Type="http://schemas.openxmlformats.org/officeDocument/2006/relationships/image" Target="../media/image21.jpeg"/></Relationships>
</file>

<file path=ppt/diagrams/_rels/data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 Id="rId4" Type="http://schemas.openxmlformats.org/officeDocument/2006/relationships/image" Target="../media/image2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4.jpeg"/><Relationship Id="rId1" Type="http://schemas.openxmlformats.org/officeDocument/2006/relationships/image" Target="../media/image17.jpeg"/><Relationship Id="rId4" Type="http://schemas.openxmlformats.org/officeDocument/2006/relationships/image" Target="../media/image1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 Id="rId4" Type="http://schemas.openxmlformats.org/officeDocument/2006/relationships/image" Target="../media/image21.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 Id="rId4"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DF55AB-CEED-4376-B366-63BD8D2B218D}" type="doc">
      <dgm:prSet loTypeId="urn:microsoft.com/office/officeart/2005/8/layout/chart3" loCatId="cycle" qsTypeId="urn:microsoft.com/office/officeart/2005/8/quickstyle/simple1" qsCatId="simple" csTypeId="urn:microsoft.com/office/officeart/2005/8/colors/accent1_2" csCatId="accent1" phldr="1"/>
      <dgm:spPr/>
    </dgm:pt>
    <dgm:pt modelId="{03AF09DF-CD05-4FA1-8FAC-98A2BFB750F3}">
      <dgm:prSet phldrT="[Text]" custT="1"/>
      <dgm:spPr>
        <a:blipFill dpi="0" rotWithShape="1">
          <a:blip xmlns:r="http://schemas.openxmlformats.org/officeDocument/2006/relationships" r:embed="rId1"/>
          <a:srcRect/>
          <a:stretch>
            <a:fillRect/>
          </a:stretch>
        </a:blipFill>
      </dgm:spPr>
      <dgm:t>
        <a:bodyPr/>
        <a:lstStyle/>
        <a:p>
          <a:r>
            <a:rPr lang="ar" sz="1200" b="1" dirty="0">
              <a:effectLst>
                <a:outerShdw blurRad="38100" dist="38100" dir="2700000" algn="tl">
                  <a:srgbClr val="000000">
                    <a:alpha val="43137"/>
                  </a:srgbClr>
                </a:outerShdw>
              </a:effectLst>
            </a:rPr>
            <a:t>الآثار النفسية</a:t>
          </a:r>
          <a:endParaRPr lang="en-GB" sz="1200" b="1" dirty="0">
            <a:effectLst>
              <a:outerShdw blurRad="38100" dist="38100" dir="2700000" algn="tl">
                <a:srgbClr val="000000">
                  <a:alpha val="43137"/>
                </a:srgbClr>
              </a:outerShdw>
            </a:effectLst>
          </a:endParaRPr>
        </a:p>
      </dgm:t>
      <dgm:extLst>
        <a:ext uri="{E40237B7-FDA0-4F09-8148-C483321AD2D9}">
          <dgm14:cNvPr xmlns:dgm14="http://schemas.microsoft.com/office/drawing/2010/diagram" id="0" name="" descr="Person carrying child on shoulders"/>
        </a:ext>
      </dgm:extLst>
    </dgm:pt>
    <dgm:pt modelId="{8031C27A-A068-47C3-B561-1A9E56E4ED7C}" type="parTrans" cxnId="{4C9A8CD2-203A-401B-BE9C-F01BA5E333C8}">
      <dgm:prSet/>
      <dgm:spPr/>
      <dgm:t>
        <a:bodyPr/>
        <a:lstStyle/>
        <a:p>
          <a:endParaRPr lang="en-GB" sz="1800" b="1">
            <a:effectLst>
              <a:outerShdw blurRad="38100" dist="38100" dir="2700000" algn="tl">
                <a:srgbClr val="000000">
                  <a:alpha val="43137"/>
                </a:srgbClr>
              </a:outerShdw>
            </a:effectLst>
          </a:endParaRPr>
        </a:p>
      </dgm:t>
    </dgm:pt>
    <dgm:pt modelId="{A7F6746D-ED29-422C-A666-140F09ECC9EC}" type="sibTrans" cxnId="{4C9A8CD2-203A-401B-BE9C-F01BA5E333C8}">
      <dgm:prSet/>
      <dgm:spPr/>
      <dgm:t>
        <a:bodyPr/>
        <a:lstStyle/>
        <a:p>
          <a:endParaRPr lang="en-GB" sz="1800" b="1">
            <a:effectLst>
              <a:outerShdw blurRad="38100" dist="38100" dir="2700000" algn="tl">
                <a:srgbClr val="000000">
                  <a:alpha val="43137"/>
                </a:srgbClr>
              </a:outerShdw>
            </a:effectLst>
          </a:endParaRPr>
        </a:p>
      </dgm:t>
    </dgm:pt>
    <dgm:pt modelId="{C80FE239-E925-4A19-A1BB-30DB42603716}">
      <dgm:prSet phldrT="[Text]" custT="1"/>
      <dgm:spPr>
        <a:blipFill dpi="0" rotWithShape="1">
          <a:blip xmlns:r="http://schemas.openxmlformats.org/officeDocument/2006/relationships" r:embed="rId2"/>
          <a:srcRect/>
          <a:stretch>
            <a:fillRect/>
          </a:stretch>
        </a:blipFill>
      </dgm:spPr>
      <dgm:t>
        <a:bodyPr/>
        <a:lstStyle/>
        <a:p>
          <a:r>
            <a:rPr lang="ar" sz="1200" b="1" dirty="0">
              <a:effectLst>
                <a:outerShdw blurRad="38100" dist="38100" dir="2700000" algn="tl">
                  <a:srgbClr val="000000">
                    <a:alpha val="43137"/>
                  </a:srgbClr>
                </a:outerShdw>
              </a:effectLst>
            </a:rPr>
            <a:t>الآثار الجسدية</a:t>
          </a:r>
          <a:endParaRPr lang="en-GB" sz="1200" b="1" dirty="0">
            <a:effectLst>
              <a:outerShdw blurRad="38100" dist="38100" dir="2700000" algn="tl">
                <a:srgbClr val="000000">
                  <a:alpha val="43137"/>
                </a:srgbClr>
              </a:outerShdw>
            </a:effectLst>
          </a:endParaRPr>
        </a:p>
      </dgm:t>
      <dgm:extLst>
        <a:ext uri="{E40237B7-FDA0-4F09-8148-C483321AD2D9}">
          <dgm14:cNvPr xmlns:dgm14="http://schemas.microsoft.com/office/drawing/2010/diagram" id="0" name="" descr="Football player in action"/>
        </a:ext>
      </dgm:extLst>
    </dgm:pt>
    <dgm:pt modelId="{B60C086D-9CD4-42A8-9C76-38CB6BEB7E14}" type="parTrans" cxnId="{C7C8F62B-326E-40CE-8C65-F2311E7B9054}">
      <dgm:prSet/>
      <dgm:spPr/>
      <dgm:t>
        <a:bodyPr/>
        <a:lstStyle/>
        <a:p>
          <a:endParaRPr lang="en-GB" sz="1800" b="1">
            <a:effectLst>
              <a:outerShdw blurRad="38100" dist="38100" dir="2700000" algn="tl">
                <a:srgbClr val="000000">
                  <a:alpha val="43137"/>
                </a:srgbClr>
              </a:outerShdw>
            </a:effectLst>
          </a:endParaRPr>
        </a:p>
      </dgm:t>
    </dgm:pt>
    <dgm:pt modelId="{A474FEB2-A7A6-4276-9046-3368E6F6F4E9}" type="sibTrans" cxnId="{C7C8F62B-326E-40CE-8C65-F2311E7B9054}">
      <dgm:prSet/>
      <dgm:spPr/>
      <dgm:t>
        <a:bodyPr/>
        <a:lstStyle/>
        <a:p>
          <a:endParaRPr lang="en-GB" sz="1800" b="1">
            <a:effectLst>
              <a:outerShdw blurRad="38100" dist="38100" dir="2700000" algn="tl">
                <a:srgbClr val="000000">
                  <a:alpha val="43137"/>
                </a:srgbClr>
              </a:outerShdw>
            </a:effectLst>
          </a:endParaRPr>
        </a:p>
      </dgm:t>
    </dgm:pt>
    <dgm:pt modelId="{5BB33961-BD11-4FAC-933A-211E4E0ED306}">
      <dgm:prSet phldrT="[Text]" custT="1"/>
      <dgm:spPr>
        <a:blipFill dpi="0" rotWithShape="1">
          <a:blip xmlns:r="http://schemas.openxmlformats.org/officeDocument/2006/relationships" r:embed="rId3"/>
          <a:srcRect/>
          <a:stretch>
            <a:fillRect/>
          </a:stretch>
        </a:blipFill>
      </dgm:spPr>
      <dgm:t>
        <a:bodyPr/>
        <a:lstStyle/>
        <a:p>
          <a:r>
            <a:rPr lang="ar" sz="1200" b="1" dirty="0">
              <a:effectLst>
                <a:outerShdw blurRad="38100" dist="38100" dir="2700000" algn="tl">
                  <a:srgbClr val="000000">
                    <a:alpha val="43137"/>
                  </a:srgbClr>
                </a:outerShdw>
              </a:effectLst>
            </a:rPr>
            <a:t>الآثار الاجتماعية</a:t>
          </a:r>
          <a:endParaRPr lang="en-GB" sz="1200" b="1" dirty="0">
            <a:effectLst>
              <a:outerShdw blurRad="38100" dist="38100" dir="2700000" algn="tl">
                <a:srgbClr val="000000">
                  <a:alpha val="43137"/>
                </a:srgbClr>
              </a:outerShdw>
            </a:effectLst>
          </a:endParaRPr>
        </a:p>
      </dgm:t>
      <dgm:extLst>
        <a:ext uri="{E40237B7-FDA0-4F09-8148-C483321AD2D9}">
          <dgm14:cNvPr xmlns:dgm14="http://schemas.microsoft.com/office/drawing/2010/diagram" id="0" name="" descr="People sitting in city"/>
        </a:ext>
      </dgm:extLst>
    </dgm:pt>
    <dgm:pt modelId="{32AD219F-D2E6-41A3-B2F1-54F7FE20584D}" type="parTrans" cxnId="{8C58053C-F738-4858-B413-E2CC11507EAE}">
      <dgm:prSet/>
      <dgm:spPr/>
      <dgm:t>
        <a:bodyPr/>
        <a:lstStyle/>
        <a:p>
          <a:endParaRPr lang="en-GB" sz="1800" b="1">
            <a:effectLst>
              <a:outerShdw blurRad="38100" dist="38100" dir="2700000" algn="tl">
                <a:srgbClr val="000000">
                  <a:alpha val="43137"/>
                </a:srgbClr>
              </a:outerShdw>
            </a:effectLst>
          </a:endParaRPr>
        </a:p>
      </dgm:t>
    </dgm:pt>
    <dgm:pt modelId="{B68779E9-59A1-46C0-9CDB-715000C1FA8C}" type="sibTrans" cxnId="{8C58053C-F738-4858-B413-E2CC11507EAE}">
      <dgm:prSet/>
      <dgm:spPr/>
      <dgm:t>
        <a:bodyPr/>
        <a:lstStyle/>
        <a:p>
          <a:endParaRPr lang="en-GB" sz="1800" b="1">
            <a:effectLst>
              <a:outerShdw blurRad="38100" dist="38100" dir="2700000" algn="tl">
                <a:srgbClr val="000000">
                  <a:alpha val="43137"/>
                </a:srgbClr>
              </a:outerShdw>
            </a:effectLst>
          </a:endParaRPr>
        </a:p>
      </dgm:t>
    </dgm:pt>
    <dgm:pt modelId="{B24F5599-D348-42EC-823A-7604D5DD7387}">
      <dgm:prSet phldrT="[Text]" custT="1"/>
      <dgm:spPr>
        <a:blipFill dpi="0" rotWithShape="1">
          <a:blip xmlns:r="http://schemas.openxmlformats.org/officeDocument/2006/relationships" r:embed="rId4"/>
          <a:srcRect/>
          <a:stretch>
            <a:fillRect/>
          </a:stretch>
        </a:blipFill>
      </dgm:spPr>
      <dgm:t>
        <a:bodyPr/>
        <a:lstStyle/>
        <a:p>
          <a:r>
            <a:rPr lang="ar" sz="1200" b="1" dirty="0">
              <a:effectLst>
                <a:outerShdw blurRad="38100" dist="38100" dir="2700000" algn="tl">
                  <a:srgbClr val="000000">
                    <a:alpha val="43137"/>
                  </a:srgbClr>
                </a:outerShdw>
              </a:effectLst>
            </a:rPr>
            <a:t>الآثار العقلية</a:t>
          </a:r>
          <a:endParaRPr lang="en-GB" sz="1200" b="1" dirty="0">
            <a:effectLst>
              <a:outerShdw blurRad="38100" dist="38100" dir="2700000" algn="tl">
                <a:srgbClr val="000000">
                  <a:alpha val="43137"/>
                </a:srgbClr>
              </a:outerShdw>
            </a:effectLst>
          </a:endParaRPr>
        </a:p>
      </dgm:t>
      <dgm:extLst>
        <a:ext uri="{E40237B7-FDA0-4F09-8148-C483321AD2D9}">
          <dgm14:cNvPr xmlns:dgm14="http://schemas.microsoft.com/office/drawing/2010/diagram" id="0" name="" descr="Person wearing yellow"/>
        </a:ext>
      </dgm:extLst>
    </dgm:pt>
    <dgm:pt modelId="{5DCD1975-4EDB-4845-9836-0E37F7351792}" type="parTrans" cxnId="{4592D380-8131-4A1B-BDDA-E0D1CBC78BBB}">
      <dgm:prSet/>
      <dgm:spPr/>
      <dgm:t>
        <a:bodyPr/>
        <a:lstStyle/>
        <a:p>
          <a:endParaRPr lang="en-GB" sz="1800" b="1">
            <a:effectLst>
              <a:outerShdw blurRad="38100" dist="38100" dir="2700000" algn="tl">
                <a:srgbClr val="000000">
                  <a:alpha val="43137"/>
                </a:srgbClr>
              </a:outerShdw>
            </a:effectLst>
          </a:endParaRPr>
        </a:p>
      </dgm:t>
    </dgm:pt>
    <dgm:pt modelId="{CD2625E7-12F0-4DA4-B4D0-3801CA9D970D}" type="sibTrans" cxnId="{4592D380-8131-4A1B-BDDA-E0D1CBC78BBB}">
      <dgm:prSet/>
      <dgm:spPr/>
      <dgm:t>
        <a:bodyPr/>
        <a:lstStyle/>
        <a:p>
          <a:endParaRPr lang="en-GB" sz="1800" b="1">
            <a:effectLst>
              <a:outerShdw blurRad="38100" dist="38100" dir="2700000" algn="tl">
                <a:srgbClr val="000000">
                  <a:alpha val="43137"/>
                </a:srgbClr>
              </a:outerShdw>
            </a:effectLst>
          </a:endParaRPr>
        </a:p>
      </dgm:t>
    </dgm:pt>
    <dgm:pt modelId="{7AA7A670-84CE-4814-ACD2-2E8AF625ADC3}" type="pres">
      <dgm:prSet presAssocID="{85DF55AB-CEED-4376-B366-63BD8D2B218D}" presName="compositeShape" presStyleCnt="0">
        <dgm:presLayoutVars>
          <dgm:chMax val="7"/>
          <dgm:dir/>
          <dgm:resizeHandles val="exact"/>
        </dgm:presLayoutVars>
      </dgm:prSet>
      <dgm:spPr/>
    </dgm:pt>
    <dgm:pt modelId="{7469BD73-110B-4EC9-A4DC-37AA8E16ADE0}" type="pres">
      <dgm:prSet presAssocID="{85DF55AB-CEED-4376-B366-63BD8D2B218D}" presName="wedge1" presStyleLbl="node1" presStyleIdx="0" presStyleCnt="4" custLinFactNeighborX="-18759" custLinFactNeighborY="-7417"/>
      <dgm:spPr/>
    </dgm:pt>
    <dgm:pt modelId="{9ED52C1D-B000-41B9-9662-28A5EAAB15C1}" type="pres">
      <dgm:prSet presAssocID="{85DF55AB-CEED-4376-B366-63BD8D2B218D}" presName="wedge1Tx" presStyleLbl="node1" presStyleIdx="0" presStyleCnt="4">
        <dgm:presLayoutVars>
          <dgm:chMax val="0"/>
          <dgm:chPref val="0"/>
          <dgm:bulletEnabled val="1"/>
        </dgm:presLayoutVars>
      </dgm:prSet>
      <dgm:spPr/>
    </dgm:pt>
    <dgm:pt modelId="{8095B97D-B39D-4A30-8103-A3AD85C6E42E}" type="pres">
      <dgm:prSet presAssocID="{85DF55AB-CEED-4376-B366-63BD8D2B218D}" presName="wedge2" presStyleLbl="node1" presStyleIdx="1" presStyleCnt="4" custLinFactNeighborX="-14545" custLinFactNeighborY="-7210"/>
      <dgm:spPr/>
    </dgm:pt>
    <dgm:pt modelId="{E544792E-6017-4101-AE43-75BB2F5AF30D}" type="pres">
      <dgm:prSet presAssocID="{85DF55AB-CEED-4376-B366-63BD8D2B218D}" presName="wedge2Tx" presStyleLbl="node1" presStyleIdx="1" presStyleCnt="4">
        <dgm:presLayoutVars>
          <dgm:chMax val="0"/>
          <dgm:chPref val="0"/>
          <dgm:bulletEnabled val="1"/>
        </dgm:presLayoutVars>
      </dgm:prSet>
      <dgm:spPr/>
    </dgm:pt>
    <dgm:pt modelId="{61EA286E-D10B-4A64-9394-E0499C0FC32F}" type="pres">
      <dgm:prSet presAssocID="{85DF55AB-CEED-4376-B366-63BD8D2B218D}" presName="wedge3" presStyleLbl="node1" presStyleIdx="2" presStyleCnt="4" custLinFactNeighborX="-23386" custLinFactNeighborY="-7210"/>
      <dgm:spPr/>
    </dgm:pt>
    <dgm:pt modelId="{ED1BD138-330C-4FD7-B39B-F1BA12FAB73D}" type="pres">
      <dgm:prSet presAssocID="{85DF55AB-CEED-4376-B366-63BD8D2B218D}" presName="wedge3Tx" presStyleLbl="node1" presStyleIdx="2" presStyleCnt="4">
        <dgm:presLayoutVars>
          <dgm:chMax val="0"/>
          <dgm:chPref val="0"/>
          <dgm:bulletEnabled val="1"/>
        </dgm:presLayoutVars>
      </dgm:prSet>
      <dgm:spPr/>
    </dgm:pt>
    <dgm:pt modelId="{DCF2AA45-A829-4CA1-95F9-4CE52FF407AB}" type="pres">
      <dgm:prSet presAssocID="{85DF55AB-CEED-4376-B366-63BD8D2B218D}" presName="wedge4" presStyleLbl="node1" presStyleIdx="3" presStyleCnt="4" custLinFactNeighborX="-23045" custLinFactNeighborY="-11631"/>
      <dgm:spPr/>
    </dgm:pt>
    <dgm:pt modelId="{2AFE9B60-C20F-477B-AE76-BD251774761A}" type="pres">
      <dgm:prSet presAssocID="{85DF55AB-CEED-4376-B366-63BD8D2B218D}" presName="wedge4Tx" presStyleLbl="node1" presStyleIdx="3" presStyleCnt="4">
        <dgm:presLayoutVars>
          <dgm:chMax val="0"/>
          <dgm:chPref val="0"/>
          <dgm:bulletEnabled val="1"/>
        </dgm:presLayoutVars>
      </dgm:prSet>
      <dgm:spPr/>
    </dgm:pt>
  </dgm:ptLst>
  <dgm:cxnLst>
    <dgm:cxn modelId="{081F0027-C9F0-4E18-9176-5DDC73B8424F}" type="presOf" srcId="{C80FE239-E925-4A19-A1BB-30DB42603716}" destId="{DCF2AA45-A829-4CA1-95F9-4CE52FF407AB}" srcOrd="0" destOrd="0" presId="urn:microsoft.com/office/officeart/2005/8/layout/chart3"/>
    <dgm:cxn modelId="{C7C8F62B-326E-40CE-8C65-F2311E7B9054}" srcId="{85DF55AB-CEED-4376-B366-63BD8D2B218D}" destId="{C80FE239-E925-4A19-A1BB-30DB42603716}" srcOrd="3" destOrd="0" parTransId="{B60C086D-9CD4-42A8-9C76-38CB6BEB7E14}" sibTransId="{A474FEB2-A7A6-4276-9046-3368E6F6F4E9}"/>
    <dgm:cxn modelId="{51856438-320B-4862-A0A5-325CE2FF04C4}" type="presOf" srcId="{C80FE239-E925-4A19-A1BB-30DB42603716}" destId="{2AFE9B60-C20F-477B-AE76-BD251774761A}" srcOrd="1" destOrd="0" presId="urn:microsoft.com/office/officeart/2005/8/layout/chart3"/>
    <dgm:cxn modelId="{5F732239-1A67-4E2E-B910-6F5F1F292F1A}" type="presOf" srcId="{5BB33961-BD11-4FAC-933A-211E4E0ED306}" destId="{ED1BD138-330C-4FD7-B39B-F1BA12FAB73D}" srcOrd="1" destOrd="0" presId="urn:microsoft.com/office/officeart/2005/8/layout/chart3"/>
    <dgm:cxn modelId="{8C58053C-F738-4858-B413-E2CC11507EAE}" srcId="{85DF55AB-CEED-4376-B366-63BD8D2B218D}" destId="{5BB33961-BD11-4FAC-933A-211E4E0ED306}" srcOrd="2" destOrd="0" parTransId="{32AD219F-D2E6-41A3-B2F1-54F7FE20584D}" sibTransId="{B68779E9-59A1-46C0-9CDB-715000C1FA8C}"/>
    <dgm:cxn modelId="{8E6D3845-04A3-455B-9CB9-0B7CBE52D1BF}" type="presOf" srcId="{B24F5599-D348-42EC-823A-7604D5DD7387}" destId="{7469BD73-110B-4EC9-A4DC-37AA8E16ADE0}" srcOrd="0" destOrd="0" presId="urn:microsoft.com/office/officeart/2005/8/layout/chart3"/>
    <dgm:cxn modelId="{6B73AB67-7A51-4871-8568-FD8D4AE3C96A}" type="presOf" srcId="{B24F5599-D348-42EC-823A-7604D5DD7387}" destId="{9ED52C1D-B000-41B9-9662-28A5EAAB15C1}" srcOrd="1" destOrd="0" presId="urn:microsoft.com/office/officeart/2005/8/layout/chart3"/>
    <dgm:cxn modelId="{D04D034C-9F36-4861-9925-BDEEE7C5FCAD}" type="presOf" srcId="{85DF55AB-CEED-4376-B366-63BD8D2B218D}" destId="{7AA7A670-84CE-4814-ACD2-2E8AF625ADC3}" srcOrd="0" destOrd="0" presId="urn:microsoft.com/office/officeart/2005/8/layout/chart3"/>
    <dgm:cxn modelId="{C5506455-B5B6-437F-9527-4C47AD06BF7F}" type="presOf" srcId="{5BB33961-BD11-4FAC-933A-211E4E0ED306}" destId="{61EA286E-D10B-4A64-9394-E0499C0FC32F}" srcOrd="0" destOrd="0" presId="urn:microsoft.com/office/officeart/2005/8/layout/chart3"/>
    <dgm:cxn modelId="{4592D380-8131-4A1B-BDDA-E0D1CBC78BBB}" srcId="{85DF55AB-CEED-4376-B366-63BD8D2B218D}" destId="{B24F5599-D348-42EC-823A-7604D5DD7387}" srcOrd="0" destOrd="0" parTransId="{5DCD1975-4EDB-4845-9836-0E37F7351792}" sibTransId="{CD2625E7-12F0-4DA4-B4D0-3801CA9D970D}"/>
    <dgm:cxn modelId="{A68EDFB6-23A7-4771-8A23-F941CEBB224F}" type="presOf" srcId="{03AF09DF-CD05-4FA1-8FAC-98A2BFB750F3}" destId="{E544792E-6017-4101-AE43-75BB2F5AF30D}" srcOrd="1" destOrd="0" presId="urn:microsoft.com/office/officeart/2005/8/layout/chart3"/>
    <dgm:cxn modelId="{A1A4D7C2-D2B9-4C32-AE22-A1F517381017}" type="presOf" srcId="{03AF09DF-CD05-4FA1-8FAC-98A2BFB750F3}" destId="{8095B97D-B39D-4A30-8103-A3AD85C6E42E}" srcOrd="0" destOrd="0" presId="urn:microsoft.com/office/officeart/2005/8/layout/chart3"/>
    <dgm:cxn modelId="{4C9A8CD2-203A-401B-BE9C-F01BA5E333C8}" srcId="{85DF55AB-CEED-4376-B366-63BD8D2B218D}" destId="{03AF09DF-CD05-4FA1-8FAC-98A2BFB750F3}" srcOrd="1" destOrd="0" parTransId="{8031C27A-A068-47C3-B561-1A9E56E4ED7C}" sibTransId="{A7F6746D-ED29-422C-A666-140F09ECC9EC}"/>
    <dgm:cxn modelId="{A99B3423-3F17-45BC-9060-E41C96B36CF8}" type="presParOf" srcId="{7AA7A670-84CE-4814-ACD2-2E8AF625ADC3}" destId="{7469BD73-110B-4EC9-A4DC-37AA8E16ADE0}" srcOrd="0" destOrd="0" presId="urn:microsoft.com/office/officeart/2005/8/layout/chart3"/>
    <dgm:cxn modelId="{131D3840-048F-431F-823D-927E406C96B1}" type="presParOf" srcId="{7AA7A670-84CE-4814-ACD2-2E8AF625ADC3}" destId="{9ED52C1D-B000-41B9-9662-28A5EAAB15C1}" srcOrd="1" destOrd="0" presId="urn:microsoft.com/office/officeart/2005/8/layout/chart3"/>
    <dgm:cxn modelId="{F3A63145-E74E-46EF-857B-92DFDE58F73E}" type="presParOf" srcId="{7AA7A670-84CE-4814-ACD2-2E8AF625ADC3}" destId="{8095B97D-B39D-4A30-8103-A3AD85C6E42E}" srcOrd="2" destOrd="0" presId="urn:microsoft.com/office/officeart/2005/8/layout/chart3"/>
    <dgm:cxn modelId="{30DA3BC8-5CFD-4379-AD0C-96962A3D79C9}" type="presParOf" srcId="{7AA7A670-84CE-4814-ACD2-2E8AF625ADC3}" destId="{E544792E-6017-4101-AE43-75BB2F5AF30D}" srcOrd="3" destOrd="0" presId="urn:microsoft.com/office/officeart/2005/8/layout/chart3"/>
    <dgm:cxn modelId="{7ABC74D3-FD63-4C45-AA75-83E5665C65A1}" type="presParOf" srcId="{7AA7A670-84CE-4814-ACD2-2E8AF625ADC3}" destId="{61EA286E-D10B-4A64-9394-E0499C0FC32F}" srcOrd="4" destOrd="0" presId="urn:microsoft.com/office/officeart/2005/8/layout/chart3"/>
    <dgm:cxn modelId="{C0A018F1-DC30-42DC-BD65-C32B8B065E46}" type="presParOf" srcId="{7AA7A670-84CE-4814-ACD2-2E8AF625ADC3}" destId="{ED1BD138-330C-4FD7-B39B-F1BA12FAB73D}" srcOrd="5" destOrd="0" presId="urn:microsoft.com/office/officeart/2005/8/layout/chart3"/>
    <dgm:cxn modelId="{7CE5B8D6-31DD-4826-A4FE-A71CF1234EA8}" type="presParOf" srcId="{7AA7A670-84CE-4814-ACD2-2E8AF625ADC3}" destId="{DCF2AA45-A829-4CA1-95F9-4CE52FF407AB}" srcOrd="6" destOrd="0" presId="urn:microsoft.com/office/officeart/2005/8/layout/chart3"/>
    <dgm:cxn modelId="{2034FCA2-A715-410D-BFF5-997626E27D46}" type="presParOf" srcId="{7AA7A670-84CE-4814-ACD2-2E8AF625ADC3}" destId="{2AFE9B60-C20F-477B-AE76-BD251774761A}" srcOrd="7"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00222A-8B47-4B40-B523-2DCDD58F95FE}"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GB"/>
        </a:p>
      </dgm:t>
    </dgm:pt>
    <dgm:pt modelId="{343E1A6D-8F53-4E8C-A429-27D32978C3C5}">
      <dgm:prSet phldrT="[Text]"/>
      <dgm:spPr/>
      <dgm:t>
        <a:bodyPr/>
        <a:lstStyle/>
        <a:p>
          <a:r>
            <a:rPr lang="ar-EG" dirty="0"/>
            <a:t>العائلة والمنزل</a:t>
          </a:r>
          <a:endParaRPr lang="en-GB" dirty="0"/>
        </a:p>
      </dgm:t>
    </dgm:pt>
    <dgm:pt modelId="{367D4AAD-02A7-4F74-9594-238AC32F1D66}" type="parTrans" cxnId="{5F53D0E6-A48A-43F5-930A-2055E157CC22}">
      <dgm:prSet/>
      <dgm:spPr/>
      <dgm:t>
        <a:bodyPr/>
        <a:lstStyle/>
        <a:p>
          <a:endParaRPr lang="en-GB"/>
        </a:p>
      </dgm:t>
    </dgm:pt>
    <dgm:pt modelId="{F2CDCB16-7FAC-4B49-8986-F9E7E265021C}" type="sibTrans" cxnId="{5F53D0E6-A48A-43F5-930A-2055E157CC22}">
      <dgm:prSet/>
      <dgm:spPr/>
      <dgm:t>
        <a:bodyPr/>
        <a:lstStyle/>
        <a:p>
          <a:endParaRPr lang="en-GB"/>
        </a:p>
      </dgm:t>
    </dgm:pt>
    <dgm:pt modelId="{DEF25C15-A0C7-44E3-8725-0CAA3162D66D}">
      <dgm:prSet phldrT="[Text]"/>
      <dgm:spPr/>
      <dgm:t>
        <a:bodyPr/>
        <a:lstStyle/>
        <a:p>
          <a:r>
            <a:rPr lang="ar-EG" dirty="0"/>
            <a:t>العمل وأنماطه</a:t>
          </a:r>
          <a:endParaRPr lang="en-GB" dirty="0"/>
        </a:p>
      </dgm:t>
    </dgm:pt>
    <dgm:pt modelId="{B8D589A0-E8F6-40DB-9E32-4501223E53C7}" type="parTrans" cxnId="{37B859E2-6DA3-4E86-8745-C31A8006B1C3}">
      <dgm:prSet/>
      <dgm:spPr/>
      <dgm:t>
        <a:bodyPr/>
        <a:lstStyle/>
        <a:p>
          <a:endParaRPr lang="en-GB"/>
        </a:p>
      </dgm:t>
    </dgm:pt>
    <dgm:pt modelId="{66B1A43F-BA5B-433D-A95D-4848E86CBE15}" type="sibTrans" cxnId="{37B859E2-6DA3-4E86-8745-C31A8006B1C3}">
      <dgm:prSet/>
      <dgm:spPr/>
      <dgm:t>
        <a:bodyPr/>
        <a:lstStyle/>
        <a:p>
          <a:endParaRPr lang="en-GB"/>
        </a:p>
      </dgm:t>
    </dgm:pt>
    <dgm:pt modelId="{59A9A3CF-9534-46F2-946A-A8917F161808}">
      <dgm:prSet phldrT="[Text]"/>
      <dgm:spPr/>
      <dgm:t>
        <a:bodyPr/>
        <a:lstStyle/>
        <a:p>
          <a:r>
            <a:rPr lang="ar-EG" dirty="0"/>
            <a:t>الدخل</a:t>
          </a:r>
          <a:endParaRPr lang="en-GB" dirty="0"/>
        </a:p>
      </dgm:t>
    </dgm:pt>
    <dgm:pt modelId="{0145E127-2E57-4242-863C-F1DBC948C9DA}" type="parTrans" cxnId="{962F25F2-FB8F-4ADC-9F6F-3B6C654F0FEE}">
      <dgm:prSet/>
      <dgm:spPr/>
      <dgm:t>
        <a:bodyPr/>
        <a:lstStyle/>
        <a:p>
          <a:endParaRPr lang="en-GB"/>
        </a:p>
      </dgm:t>
    </dgm:pt>
    <dgm:pt modelId="{7E841A65-9DC2-4DD8-944F-19E794C8AE0E}" type="sibTrans" cxnId="{962F25F2-FB8F-4ADC-9F6F-3B6C654F0FEE}">
      <dgm:prSet/>
      <dgm:spPr/>
      <dgm:t>
        <a:bodyPr/>
        <a:lstStyle/>
        <a:p>
          <a:endParaRPr lang="en-GB"/>
        </a:p>
      </dgm:t>
    </dgm:pt>
    <dgm:pt modelId="{2E7EA8A1-D04E-4458-8C1B-0195FF3BF305}">
      <dgm:prSet phldrT="[Text]"/>
      <dgm:spPr/>
      <dgm:t>
        <a:bodyPr/>
        <a:lstStyle/>
        <a:p>
          <a:pPr algn="ctr" rtl="1"/>
          <a:r>
            <a:rPr lang="ar-EG" dirty="0"/>
            <a:t>التعليم</a:t>
          </a:r>
          <a:endParaRPr lang="en-GB" dirty="0"/>
        </a:p>
      </dgm:t>
    </dgm:pt>
    <dgm:pt modelId="{50DE98C5-43B9-4FE8-A698-1A18B0DEBB81}" type="parTrans" cxnId="{7B2EB7BB-CD3A-4357-8134-FC845CED3354}">
      <dgm:prSet/>
      <dgm:spPr/>
      <dgm:t>
        <a:bodyPr/>
        <a:lstStyle/>
        <a:p>
          <a:endParaRPr lang="en-GB"/>
        </a:p>
      </dgm:t>
    </dgm:pt>
    <dgm:pt modelId="{B3BBC912-2FD0-4699-AB2B-EE5174C301D0}" type="sibTrans" cxnId="{7B2EB7BB-CD3A-4357-8134-FC845CED3354}">
      <dgm:prSet/>
      <dgm:spPr/>
      <dgm:t>
        <a:bodyPr/>
        <a:lstStyle/>
        <a:p>
          <a:endParaRPr lang="en-GB"/>
        </a:p>
      </dgm:t>
    </dgm:pt>
    <dgm:pt modelId="{68EDEAD2-DCDD-4590-BE1E-90A9C1CC4B60}" type="pres">
      <dgm:prSet presAssocID="{3F00222A-8B47-4B40-B523-2DCDD58F95FE}" presName="Name0" presStyleCnt="0">
        <dgm:presLayoutVars>
          <dgm:dir/>
          <dgm:resizeHandles val="exact"/>
        </dgm:presLayoutVars>
      </dgm:prSet>
      <dgm:spPr/>
    </dgm:pt>
    <dgm:pt modelId="{75CB9946-F6B4-457F-8087-3299644EA293}" type="pres">
      <dgm:prSet presAssocID="{343E1A6D-8F53-4E8C-A429-27D32978C3C5}" presName="compNode" presStyleCnt="0"/>
      <dgm:spPr/>
    </dgm:pt>
    <dgm:pt modelId="{44434418-F689-4FD6-951D-39D7EE318F97}" type="pres">
      <dgm:prSet presAssocID="{343E1A6D-8F53-4E8C-A429-27D32978C3C5}" presName="pictRect" presStyleLbl="node1" presStyleIdx="0" presStyleCnt="4"/>
      <dgm:spPr>
        <a:blipFill>
          <a:blip xmlns:r="http://schemas.openxmlformats.org/officeDocument/2006/relationships" r:embed="rId1"/>
          <a:srcRect/>
          <a:stretch>
            <a:fillRect l="-11000" r="-11000"/>
          </a:stretch>
        </a:blipFill>
      </dgm:spPr>
    </dgm:pt>
    <dgm:pt modelId="{04147786-E79F-49D8-A9E9-6E100F55B835}" type="pres">
      <dgm:prSet presAssocID="{343E1A6D-8F53-4E8C-A429-27D32978C3C5}" presName="textRect" presStyleLbl="revTx" presStyleIdx="0" presStyleCnt="4">
        <dgm:presLayoutVars>
          <dgm:bulletEnabled val="1"/>
        </dgm:presLayoutVars>
      </dgm:prSet>
      <dgm:spPr/>
    </dgm:pt>
    <dgm:pt modelId="{BF2A034F-9985-46B7-A59B-A75D38DA1E0A}" type="pres">
      <dgm:prSet presAssocID="{F2CDCB16-7FAC-4B49-8986-F9E7E265021C}" presName="sibTrans" presStyleLbl="sibTrans2D1" presStyleIdx="0" presStyleCnt="0"/>
      <dgm:spPr/>
    </dgm:pt>
    <dgm:pt modelId="{8989DD42-D9F2-478F-B8E5-226535E8E9BC}" type="pres">
      <dgm:prSet presAssocID="{DEF25C15-A0C7-44E3-8725-0CAA3162D66D}" presName="compNode" presStyleCnt="0"/>
      <dgm:spPr/>
    </dgm:pt>
    <dgm:pt modelId="{3477E386-2070-4747-AD50-95CCB522FEA9}" type="pres">
      <dgm:prSet presAssocID="{DEF25C15-A0C7-44E3-8725-0CAA3162D66D}" presName="pictRect" presStyleLbl="node1" presStyleIdx="1" presStyleCnt="4"/>
      <dgm:spPr>
        <a:blipFill>
          <a:blip xmlns:r="http://schemas.openxmlformats.org/officeDocument/2006/relationships" r:embed="rId2"/>
          <a:srcRect/>
          <a:stretch>
            <a:fillRect t="-43000" b="-43000"/>
          </a:stretch>
        </a:blipFill>
      </dgm:spPr>
    </dgm:pt>
    <dgm:pt modelId="{97259730-1C7D-4A70-8584-B963D776253F}" type="pres">
      <dgm:prSet presAssocID="{DEF25C15-A0C7-44E3-8725-0CAA3162D66D}" presName="textRect" presStyleLbl="revTx" presStyleIdx="1" presStyleCnt="4">
        <dgm:presLayoutVars>
          <dgm:bulletEnabled val="1"/>
        </dgm:presLayoutVars>
      </dgm:prSet>
      <dgm:spPr/>
    </dgm:pt>
    <dgm:pt modelId="{5EFE3444-72FC-4940-889B-C7954436D5A2}" type="pres">
      <dgm:prSet presAssocID="{66B1A43F-BA5B-433D-A95D-4848E86CBE15}" presName="sibTrans" presStyleLbl="sibTrans2D1" presStyleIdx="0" presStyleCnt="0"/>
      <dgm:spPr/>
    </dgm:pt>
    <dgm:pt modelId="{29758228-F954-42C2-8750-3AC539113D60}" type="pres">
      <dgm:prSet presAssocID="{59A9A3CF-9534-46F2-946A-A8917F161808}" presName="compNode" presStyleCnt="0"/>
      <dgm:spPr/>
    </dgm:pt>
    <dgm:pt modelId="{927C51BE-3CDE-4F5F-8327-763685F093BC}" type="pres">
      <dgm:prSet presAssocID="{59A9A3CF-9534-46F2-946A-A8917F161808}" presName="pictRect" presStyleLbl="node1" presStyleIdx="2" presStyleCnt="4"/>
      <dgm:spPr>
        <a:blipFill>
          <a:blip xmlns:r="http://schemas.openxmlformats.org/officeDocument/2006/relationships" r:embed="rId3"/>
          <a:srcRect/>
          <a:stretch>
            <a:fillRect l="-2000" r="-2000"/>
          </a:stretch>
        </a:blipFill>
      </dgm:spPr>
    </dgm:pt>
    <dgm:pt modelId="{D6F23471-DDB2-4788-81E8-C54E6C5FF4A1}" type="pres">
      <dgm:prSet presAssocID="{59A9A3CF-9534-46F2-946A-A8917F161808}" presName="textRect" presStyleLbl="revTx" presStyleIdx="2" presStyleCnt="4">
        <dgm:presLayoutVars>
          <dgm:bulletEnabled val="1"/>
        </dgm:presLayoutVars>
      </dgm:prSet>
      <dgm:spPr/>
    </dgm:pt>
    <dgm:pt modelId="{F90C823C-D86E-4BB8-95A6-9861D6744441}" type="pres">
      <dgm:prSet presAssocID="{7E841A65-9DC2-4DD8-944F-19E794C8AE0E}" presName="sibTrans" presStyleLbl="sibTrans2D1" presStyleIdx="0" presStyleCnt="0"/>
      <dgm:spPr/>
    </dgm:pt>
    <dgm:pt modelId="{F4F39F05-8380-448D-A03C-1424C9777DF4}" type="pres">
      <dgm:prSet presAssocID="{2E7EA8A1-D04E-4458-8C1B-0195FF3BF305}" presName="compNode" presStyleCnt="0"/>
      <dgm:spPr/>
    </dgm:pt>
    <dgm:pt modelId="{D156C416-B3C7-4BE6-A0B2-5B6AB2449050}" type="pres">
      <dgm:prSet presAssocID="{2E7EA8A1-D04E-4458-8C1B-0195FF3BF305}" presName="pict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dgm:spPr>
    </dgm:pt>
    <dgm:pt modelId="{18723B37-C502-4D0B-A194-9B8DDE18A7BC}" type="pres">
      <dgm:prSet presAssocID="{2E7EA8A1-D04E-4458-8C1B-0195FF3BF305}" presName="textRect" presStyleLbl="revTx" presStyleIdx="3" presStyleCnt="4">
        <dgm:presLayoutVars>
          <dgm:bulletEnabled val="1"/>
        </dgm:presLayoutVars>
      </dgm:prSet>
      <dgm:spPr/>
    </dgm:pt>
  </dgm:ptLst>
  <dgm:cxnLst>
    <dgm:cxn modelId="{27498E07-C37C-41F3-ABD1-2DF53F6AD9B7}" type="presOf" srcId="{F2CDCB16-7FAC-4B49-8986-F9E7E265021C}" destId="{BF2A034F-9985-46B7-A59B-A75D38DA1E0A}" srcOrd="0" destOrd="0" presId="urn:microsoft.com/office/officeart/2005/8/layout/pList1"/>
    <dgm:cxn modelId="{60CE510A-AC68-4D66-9BD1-BEBF75E82D5E}" type="presOf" srcId="{2E7EA8A1-D04E-4458-8C1B-0195FF3BF305}" destId="{18723B37-C502-4D0B-A194-9B8DDE18A7BC}" srcOrd="0" destOrd="0" presId="urn:microsoft.com/office/officeart/2005/8/layout/pList1"/>
    <dgm:cxn modelId="{96C28C14-23F6-4386-B9BB-D68D32DC18CB}" type="presOf" srcId="{7E841A65-9DC2-4DD8-944F-19E794C8AE0E}" destId="{F90C823C-D86E-4BB8-95A6-9861D6744441}" srcOrd="0" destOrd="0" presId="urn:microsoft.com/office/officeart/2005/8/layout/pList1"/>
    <dgm:cxn modelId="{DB55EB3B-A34C-484B-BA18-E614D7A551CA}" type="presOf" srcId="{343E1A6D-8F53-4E8C-A429-27D32978C3C5}" destId="{04147786-E79F-49D8-A9E9-6E100F55B835}" srcOrd="0" destOrd="0" presId="urn:microsoft.com/office/officeart/2005/8/layout/pList1"/>
    <dgm:cxn modelId="{0711EA42-D7B8-4B5E-9917-A3E5F7843D06}" type="presOf" srcId="{66B1A43F-BA5B-433D-A95D-4848E86CBE15}" destId="{5EFE3444-72FC-4940-889B-C7954436D5A2}" srcOrd="0" destOrd="0" presId="urn:microsoft.com/office/officeart/2005/8/layout/pList1"/>
    <dgm:cxn modelId="{32213A9B-4942-4D5B-AC6B-7C18B79F1880}" type="presOf" srcId="{3F00222A-8B47-4B40-B523-2DCDD58F95FE}" destId="{68EDEAD2-DCDD-4590-BE1E-90A9C1CC4B60}" srcOrd="0" destOrd="0" presId="urn:microsoft.com/office/officeart/2005/8/layout/pList1"/>
    <dgm:cxn modelId="{E0A7B1A9-696D-46D5-923F-D678C8273237}" type="presOf" srcId="{DEF25C15-A0C7-44E3-8725-0CAA3162D66D}" destId="{97259730-1C7D-4A70-8584-B963D776253F}" srcOrd="0" destOrd="0" presId="urn:microsoft.com/office/officeart/2005/8/layout/pList1"/>
    <dgm:cxn modelId="{7B2EB7BB-CD3A-4357-8134-FC845CED3354}" srcId="{3F00222A-8B47-4B40-B523-2DCDD58F95FE}" destId="{2E7EA8A1-D04E-4458-8C1B-0195FF3BF305}" srcOrd="3" destOrd="0" parTransId="{50DE98C5-43B9-4FE8-A698-1A18B0DEBB81}" sibTransId="{B3BBC912-2FD0-4699-AB2B-EE5174C301D0}"/>
    <dgm:cxn modelId="{37B859E2-6DA3-4E86-8745-C31A8006B1C3}" srcId="{3F00222A-8B47-4B40-B523-2DCDD58F95FE}" destId="{DEF25C15-A0C7-44E3-8725-0CAA3162D66D}" srcOrd="1" destOrd="0" parTransId="{B8D589A0-E8F6-40DB-9E32-4501223E53C7}" sibTransId="{66B1A43F-BA5B-433D-A95D-4848E86CBE15}"/>
    <dgm:cxn modelId="{C2E27EE5-5EA9-435D-BF1F-2BF1DDF5E070}" type="presOf" srcId="{59A9A3CF-9534-46F2-946A-A8917F161808}" destId="{D6F23471-DDB2-4788-81E8-C54E6C5FF4A1}" srcOrd="0" destOrd="0" presId="urn:microsoft.com/office/officeart/2005/8/layout/pList1"/>
    <dgm:cxn modelId="{5F53D0E6-A48A-43F5-930A-2055E157CC22}" srcId="{3F00222A-8B47-4B40-B523-2DCDD58F95FE}" destId="{343E1A6D-8F53-4E8C-A429-27D32978C3C5}" srcOrd="0" destOrd="0" parTransId="{367D4AAD-02A7-4F74-9594-238AC32F1D66}" sibTransId="{F2CDCB16-7FAC-4B49-8986-F9E7E265021C}"/>
    <dgm:cxn modelId="{962F25F2-FB8F-4ADC-9F6F-3B6C654F0FEE}" srcId="{3F00222A-8B47-4B40-B523-2DCDD58F95FE}" destId="{59A9A3CF-9534-46F2-946A-A8917F161808}" srcOrd="2" destOrd="0" parTransId="{0145E127-2E57-4242-863C-F1DBC948C9DA}" sibTransId="{7E841A65-9DC2-4DD8-944F-19E794C8AE0E}"/>
    <dgm:cxn modelId="{73653A0F-0B2C-4D11-8A67-D6EC6144F1BD}" type="presParOf" srcId="{68EDEAD2-DCDD-4590-BE1E-90A9C1CC4B60}" destId="{75CB9946-F6B4-457F-8087-3299644EA293}" srcOrd="0" destOrd="0" presId="urn:microsoft.com/office/officeart/2005/8/layout/pList1"/>
    <dgm:cxn modelId="{9B2A6150-36C8-41B2-81BA-0FAA3AF5DE59}" type="presParOf" srcId="{75CB9946-F6B4-457F-8087-3299644EA293}" destId="{44434418-F689-4FD6-951D-39D7EE318F97}" srcOrd="0" destOrd="0" presId="urn:microsoft.com/office/officeart/2005/8/layout/pList1"/>
    <dgm:cxn modelId="{269A7100-114D-4E13-8B88-77C4E425F193}" type="presParOf" srcId="{75CB9946-F6B4-457F-8087-3299644EA293}" destId="{04147786-E79F-49D8-A9E9-6E100F55B835}" srcOrd="1" destOrd="0" presId="urn:microsoft.com/office/officeart/2005/8/layout/pList1"/>
    <dgm:cxn modelId="{A189B8F7-2438-4C05-8991-B4E8211D416B}" type="presParOf" srcId="{68EDEAD2-DCDD-4590-BE1E-90A9C1CC4B60}" destId="{BF2A034F-9985-46B7-A59B-A75D38DA1E0A}" srcOrd="1" destOrd="0" presId="urn:microsoft.com/office/officeart/2005/8/layout/pList1"/>
    <dgm:cxn modelId="{2267CBFE-CF90-4A03-921B-989560487866}" type="presParOf" srcId="{68EDEAD2-DCDD-4590-BE1E-90A9C1CC4B60}" destId="{8989DD42-D9F2-478F-B8E5-226535E8E9BC}" srcOrd="2" destOrd="0" presId="urn:microsoft.com/office/officeart/2005/8/layout/pList1"/>
    <dgm:cxn modelId="{68A8B847-B7F9-4905-8D10-20E70D719B4D}" type="presParOf" srcId="{8989DD42-D9F2-478F-B8E5-226535E8E9BC}" destId="{3477E386-2070-4747-AD50-95CCB522FEA9}" srcOrd="0" destOrd="0" presId="urn:microsoft.com/office/officeart/2005/8/layout/pList1"/>
    <dgm:cxn modelId="{CE6FE3C7-FC7E-4F30-A245-E1DDC1C04C86}" type="presParOf" srcId="{8989DD42-D9F2-478F-B8E5-226535E8E9BC}" destId="{97259730-1C7D-4A70-8584-B963D776253F}" srcOrd="1" destOrd="0" presId="urn:microsoft.com/office/officeart/2005/8/layout/pList1"/>
    <dgm:cxn modelId="{F88146C3-F83B-46BF-BCA4-276DB53F77F9}" type="presParOf" srcId="{68EDEAD2-DCDD-4590-BE1E-90A9C1CC4B60}" destId="{5EFE3444-72FC-4940-889B-C7954436D5A2}" srcOrd="3" destOrd="0" presId="urn:microsoft.com/office/officeart/2005/8/layout/pList1"/>
    <dgm:cxn modelId="{9061176A-883E-4FF9-909B-5262DFCAB928}" type="presParOf" srcId="{68EDEAD2-DCDD-4590-BE1E-90A9C1CC4B60}" destId="{29758228-F954-42C2-8750-3AC539113D60}" srcOrd="4" destOrd="0" presId="urn:microsoft.com/office/officeart/2005/8/layout/pList1"/>
    <dgm:cxn modelId="{CD10BA06-8512-4850-AF94-7AD7BAA5D426}" type="presParOf" srcId="{29758228-F954-42C2-8750-3AC539113D60}" destId="{927C51BE-3CDE-4F5F-8327-763685F093BC}" srcOrd="0" destOrd="0" presId="urn:microsoft.com/office/officeart/2005/8/layout/pList1"/>
    <dgm:cxn modelId="{3E7BC583-B4F5-41A4-ADD0-E989973B8786}" type="presParOf" srcId="{29758228-F954-42C2-8750-3AC539113D60}" destId="{D6F23471-DDB2-4788-81E8-C54E6C5FF4A1}" srcOrd="1" destOrd="0" presId="urn:microsoft.com/office/officeart/2005/8/layout/pList1"/>
    <dgm:cxn modelId="{CF4F5713-4F48-44BD-97F1-8DD51D1FCE8E}" type="presParOf" srcId="{68EDEAD2-DCDD-4590-BE1E-90A9C1CC4B60}" destId="{F90C823C-D86E-4BB8-95A6-9861D6744441}" srcOrd="5" destOrd="0" presId="urn:microsoft.com/office/officeart/2005/8/layout/pList1"/>
    <dgm:cxn modelId="{7CE0243F-7E22-4CFA-95BA-CA4AADFF8EAB}" type="presParOf" srcId="{68EDEAD2-DCDD-4590-BE1E-90A9C1CC4B60}" destId="{F4F39F05-8380-448D-A03C-1424C9777DF4}" srcOrd="6" destOrd="0" presId="urn:microsoft.com/office/officeart/2005/8/layout/pList1"/>
    <dgm:cxn modelId="{D5FF3640-3C0F-4DEF-977C-ECFAD9C40C8C}" type="presParOf" srcId="{F4F39F05-8380-448D-A03C-1424C9777DF4}" destId="{D156C416-B3C7-4BE6-A0B2-5B6AB2449050}" srcOrd="0" destOrd="0" presId="urn:microsoft.com/office/officeart/2005/8/layout/pList1"/>
    <dgm:cxn modelId="{1E91DE39-E09A-49CE-8A1C-E70563DC9D26}" type="presParOf" srcId="{F4F39F05-8380-448D-A03C-1424C9777DF4}" destId="{18723B37-C502-4D0B-A194-9B8DDE18A7BC}"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F00222A-8B47-4B40-B523-2DCDD58F95FE}"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GB"/>
        </a:p>
      </dgm:t>
    </dgm:pt>
    <dgm:pt modelId="{343E1A6D-8F53-4E8C-A429-27D32978C3C5}">
      <dgm:prSet phldrT="[Text]"/>
      <dgm:spPr/>
      <dgm:t>
        <a:bodyPr/>
        <a:lstStyle/>
        <a:p>
          <a:r>
            <a:rPr lang="ar-EG" dirty="0"/>
            <a:t>الإعلام/الدعاية/القدوة</a:t>
          </a:r>
          <a:endParaRPr lang="en-GB" dirty="0"/>
        </a:p>
      </dgm:t>
    </dgm:pt>
    <dgm:pt modelId="{367D4AAD-02A7-4F74-9594-238AC32F1D66}" type="parTrans" cxnId="{5F53D0E6-A48A-43F5-930A-2055E157CC22}">
      <dgm:prSet/>
      <dgm:spPr/>
      <dgm:t>
        <a:bodyPr/>
        <a:lstStyle/>
        <a:p>
          <a:endParaRPr lang="en-GB"/>
        </a:p>
      </dgm:t>
    </dgm:pt>
    <dgm:pt modelId="{F2CDCB16-7FAC-4B49-8986-F9E7E265021C}" type="sibTrans" cxnId="{5F53D0E6-A48A-43F5-930A-2055E157CC22}">
      <dgm:prSet/>
      <dgm:spPr/>
      <dgm:t>
        <a:bodyPr/>
        <a:lstStyle/>
        <a:p>
          <a:endParaRPr lang="en-GB"/>
        </a:p>
      </dgm:t>
    </dgm:pt>
    <dgm:pt modelId="{DEF25C15-A0C7-44E3-8725-0CAA3162D66D}">
      <dgm:prSet phldrT="[Text]"/>
      <dgm:spPr/>
      <dgm:t>
        <a:bodyPr/>
        <a:lstStyle/>
        <a:p>
          <a:r>
            <a:rPr lang="ar-EG" dirty="0"/>
            <a:t>ضغط الأقران</a:t>
          </a:r>
          <a:endParaRPr lang="en-GB" dirty="0"/>
        </a:p>
      </dgm:t>
    </dgm:pt>
    <dgm:pt modelId="{B8D589A0-E8F6-40DB-9E32-4501223E53C7}" type="parTrans" cxnId="{37B859E2-6DA3-4E86-8745-C31A8006B1C3}">
      <dgm:prSet/>
      <dgm:spPr/>
      <dgm:t>
        <a:bodyPr/>
        <a:lstStyle/>
        <a:p>
          <a:endParaRPr lang="en-GB"/>
        </a:p>
      </dgm:t>
    </dgm:pt>
    <dgm:pt modelId="{66B1A43F-BA5B-433D-A95D-4848E86CBE15}" type="sibTrans" cxnId="{37B859E2-6DA3-4E86-8745-C31A8006B1C3}">
      <dgm:prSet/>
      <dgm:spPr/>
      <dgm:t>
        <a:bodyPr/>
        <a:lstStyle/>
        <a:p>
          <a:endParaRPr lang="en-GB"/>
        </a:p>
      </dgm:t>
    </dgm:pt>
    <dgm:pt modelId="{59A9A3CF-9534-46F2-946A-A8917F161808}">
      <dgm:prSet phldrT="[Text]"/>
      <dgm:spPr/>
      <dgm:t>
        <a:bodyPr/>
        <a:lstStyle/>
        <a:p>
          <a:r>
            <a:rPr lang="ar-EG"/>
            <a:t>السياسة الاجتماعية</a:t>
          </a:r>
          <a:endParaRPr lang="en-GB" dirty="0"/>
        </a:p>
      </dgm:t>
    </dgm:pt>
    <dgm:pt modelId="{0145E127-2E57-4242-863C-F1DBC948C9DA}" type="parTrans" cxnId="{962F25F2-FB8F-4ADC-9F6F-3B6C654F0FEE}">
      <dgm:prSet/>
      <dgm:spPr/>
      <dgm:t>
        <a:bodyPr/>
        <a:lstStyle/>
        <a:p>
          <a:endParaRPr lang="en-GB"/>
        </a:p>
      </dgm:t>
    </dgm:pt>
    <dgm:pt modelId="{7E841A65-9DC2-4DD8-944F-19E794C8AE0E}" type="sibTrans" cxnId="{962F25F2-FB8F-4ADC-9F6F-3B6C654F0FEE}">
      <dgm:prSet/>
      <dgm:spPr/>
      <dgm:t>
        <a:bodyPr/>
        <a:lstStyle/>
        <a:p>
          <a:endParaRPr lang="en-GB"/>
        </a:p>
      </dgm:t>
    </dgm:pt>
    <dgm:pt modelId="{2E7EA8A1-D04E-4458-8C1B-0195FF3BF305}">
      <dgm:prSet phldrT="[Text]"/>
      <dgm:spPr/>
      <dgm:t>
        <a:bodyPr/>
        <a:lstStyle/>
        <a:p>
          <a:r>
            <a:rPr lang="ar-EG" dirty="0"/>
            <a:t>الطبيعة الجغرافية</a:t>
          </a:r>
          <a:endParaRPr lang="en-GB" dirty="0"/>
        </a:p>
      </dgm:t>
    </dgm:pt>
    <dgm:pt modelId="{50DE98C5-43B9-4FE8-A698-1A18B0DEBB81}" type="parTrans" cxnId="{7B2EB7BB-CD3A-4357-8134-FC845CED3354}">
      <dgm:prSet/>
      <dgm:spPr/>
      <dgm:t>
        <a:bodyPr/>
        <a:lstStyle/>
        <a:p>
          <a:endParaRPr lang="en-GB"/>
        </a:p>
      </dgm:t>
    </dgm:pt>
    <dgm:pt modelId="{B3BBC912-2FD0-4699-AB2B-EE5174C301D0}" type="sibTrans" cxnId="{7B2EB7BB-CD3A-4357-8134-FC845CED3354}">
      <dgm:prSet/>
      <dgm:spPr/>
      <dgm:t>
        <a:bodyPr/>
        <a:lstStyle/>
        <a:p>
          <a:endParaRPr lang="en-GB"/>
        </a:p>
      </dgm:t>
    </dgm:pt>
    <dgm:pt modelId="{68EDEAD2-DCDD-4590-BE1E-90A9C1CC4B60}" type="pres">
      <dgm:prSet presAssocID="{3F00222A-8B47-4B40-B523-2DCDD58F95FE}" presName="Name0" presStyleCnt="0">
        <dgm:presLayoutVars>
          <dgm:dir/>
          <dgm:resizeHandles val="exact"/>
        </dgm:presLayoutVars>
      </dgm:prSet>
      <dgm:spPr/>
    </dgm:pt>
    <dgm:pt modelId="{75CB9946-F6B4-457F-8087-3299644EA293}" type="pres">
      <dgm:prSet presAssocID="{343E1A6D-8F53-4E8C-A429-27D32978C3C5}" presName="compNode" presStyleCnt="0"/>
      <dgm:spPr/>
    </dgm:pt>
    <dgm:pt modelId="{44434418-F689-4FD6-951D-39D7EE318F97}" type="pres">
      <dgm:prSet presAssocID="{343E1A6D-8F53-4E8C-A429-27D32978C3C5}" presName="pictRect" presStyleLbl="node1" presStyleIdx="0" presStyleCnt="4"/>
      <dgm:spPr>
        <a:blipFill>
          <a:blip xmlns:r="http://schemas.openxmlformats.org/officeDocument/2006/relationships" r:embed="rId1"/>
          <a:srcRect/>
          <a:stretch>
            <a:fillRect l="-2000" r="-2000"/>
          </a:stretch>
        </a:blipFill>
      </dgm:spPr>
    </dgm:pt>
    <dgm:pt modelId="{04147786-E79F-49D8-A9E9-6E100F55B835}" type="pres">
      <dgm:prSet presAssocID="{343E1A6D-8F53-4E8C-A429-27D32978C3C5}" presName="textRect" presStyleLbl="revTx" presStyleIdx="0" presStyleCnt="4">
        <dgm:presLayoutVars>
          <dgm:bulletEnabled val="1"/>
        </dgm:presLayoutVars>
      </dgm:prSet>
      <dgm:spPr/>
    </dgm:pt>
    <dgm:pt modelId="{BF2A034F-9985-46B7-A59B-A75D38DA1E0A}" type="pres">
      <dgm:prSet presAssocID="{F2CDCB16-7FAC-4B49-8986-F9E7E265021C}" presName="sibTrans" presStyleLbl="sibTrans2D1" presStyleIdx="0" presStyleCnt="0"/>
      <dgm:spPr/>
    </dgm:pt>
    <dgm:pt modelId="{8989DD42-D9F2-478F-B8E5-226535E8E9BC}" type="pres">
      <dgm:prSet presAssocID="{DEF25C15-A0C7-44E3-8725-0CAA3162D66D}" presName="compNode" presStyleCnt="0"/>
      <dgm:spPr/>
    </dgm:pt>
    <dgm:pt modelId="{3477E386-2070-4747-AD50-95CCB522FEA9}" type="pres">
      <dgm:prSet presAssocID="{DEF25C15-A0C7-44E3-8725-0CAA3162D66D}" presName="pict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dgm:spPr>
    </dgm:pt>
    <dgm:pt modelId="{97259730-1C7D-4A70-8584-B963D776253F}" type="pres">
      <dgm:prSet presAssocID="{DEF25C15-A0C7-44E3-8725-0CAA3162D66D}" presName="textRect" presStyleLbl="revTx" presStyleIdx="1" presStyleCnt="4">
        <dgm:presLayoutVars>
          <dgm:bulletEnabled val="1"/>
        </dgm:presLayoutVars>
      </dgm:prSet>
      <dgm:spPr/>
    </dgm:pt>
    <dgm:pt modelId="{5EFE3444-72FC-4940-889B-C7954436D5A2}" type="pres">
      <dgm:prSet presAssocID="{66B1A43F-BA5B-433D-A95D-4848E86CBE15}" presName="sibTrans" presStyleLbl="sibTrans2D1" presStyleIdx="0" presStyleCnt="0"/>
      <dgm:spPr/>
    </dgm:pt>
    <dgm:pt modelId="{29758228-F954-42C2-8750-3AC539113D60}" type="pres">
      <dgm:prSet presAssocID="{59A9A3CF-9534-46F2-946A-A8917F161808}" presName="compNode" presStyleCnt="0"/>
      <dgm:spPr/>
    </dgm:pt>
    <dgm:pt modelId="{927C51BE-3CDE-4F5F-8327-763685F093BC}" type="pres">
      <dgm:prSet presAssocID="{59A9A3CF-9534-46F2-946A-A8917F161808}" presName="pictRect" presStyleLbl="node1" presStyleIdx="2" presStyleCnt="4"/>
      <dgm:spPr>
        <a:blipFill>
          <a:blip xmlns:r="http://schemas.openxmlformats.org/officeDocument/2006/relationships" r:embed="rId3"/>
          <a:srcRect/>
          <a:stretch>
            <a:fillRect l="-13000" r="-13000"/>
          </a:stretch>
        </a:blipFill>
      </dgm:spPr>
    </dgm:pt>
    <dgm:pt modelId="{D6F23471-DDB2-4788-81E8-C54E6C5FF4A1}" type="pres">
      <dgm:prSet presAssocID="{59A9A3CF-9534-46F2-946A-A8917F161808}" presName="textRect" presStyleLbl="revTx" presStyleIdx="2" presStyleCnt="4">
        <dgm:presLayoutVars>
          <dgm:bulletEnabled val="1"/>
        </dgm:presLayoutVars>
      </dgm:prSet>
      <dgm:spPr/>
    </dgm:pt>
    <dgm:pt modelId="{F90C823C-D86E-4BB8-95A6-9861D6744441}" type="pres">
      <dgm:prSet presAssocID="{7E841A65-9DC2-4DD8-944F-19E794C8AE0E}" presName="sibTrans" presStyleLbl="sibTrans2D1" presStyleIdx="0" presStyleCnt="0"/>
      <dgm:spPr/>
    </dgm:pt>
    <dgm:pt modelId="{F4F39F05-8380-448D-A03C-1424C9777DF4}" type="pres">
      <dgm:prSet presAssocID="{2E7EA8A1-D04E-4458-8C1B-0195FF3BF305}" presName="compNode" presStyleCnt="0"/>
      <dgm:spPr/>
    </dgm:pt>
    <dgm:pt modelId="{D156C416-B3C7-4BE6-A0B2-5B6AB2449050}" type="pres">
      <dgm:prSet presAssocID="{2E7EA8A1-D04E-4458-8C1B-0195FF3BF305}" presName="pictRect" presStyleLbl="node1" presStyleIdx="3" presStyleCnt="4"/>
      <dgm:spPr>
        <a:blipFill>
          <a:blip xmlns:r="http://schemas.openxmlformats.org/officeDocument/2006/relationships" r:embed="rId4"/>
          <a:srcRect/>
          <a:stretch>
            <a:fillRect l="-2000" r="-2000"/>
          </a:stretch>
        </a:blipFill>
      </dgm:spPr>
    </dgm:pt>
    <dgm:pt modelId="{18723B37-C502-4D0B-A194-9B8DDE18A7BC}" type="pres">
      <dgm:prSet presAssocID="{2E7EA8A1-D04E-4458-8C1B-0195FF3BF305}" presName="textRect" presStyleLbl="revTx" presStyleIdx="3" presStyleCnt="4">
        <dgm:presLayoutVars>
          <dgm:bulletEnabled val="1"/>
        </dgm:presLayoutVars>
      </dgm:prSet>
      <dgm:spPr/>
    </dgm:pt>
  </dgm:ptLst>
  <dgm:cxnLst>
    <dgm:cxn modelId="{27498E07-C37C-41F3-ABD1-2DF53F6AD9B7}" type="presOf" srcId="{F2CDCB16-7FAC-4B49-8986-F9E7E265021C}" destId="{BF2A034F-9985-46B7-A59B-A75D38DA1E0A}" srcOrd="0" destOrd="0" presId="urn:microsoft.com/office/officeart/2005/8/layout/pList1"/>
    <dgm:cxn modelId="{60CE510A-AC68-4D66-9BD1-BEBF75E82D5E}" type="presOf" srcId="{2E7EA8A1-D04E-4458-8C1B-0195FF3BF305}" destId="{18723B37-C502-4D0B-A194-9B8DDE18A7BC}" srcOrd="0" destOrd="0" presId="urn:microsoft.com/office/officeart/2005/8/layout/pList1"/>
    <dgm:cxn modelId="{96C28C14-23F6-4386-B9BB-D68D32DC18CB}" type="presOf" srcId="{7E841A65-9DC2-4DD8-944F-19E794C8AE0E}" destId="{F90C823C-D86E-4BB8-95A6-9861D6744441}" srcOrd="0" destOrd="0" presId="urn:microsoft.com/office/officeart/2005/8/layout/pList1"/>
    <dgm:cxn modelId="{DB55EB3B-A34C-484B-BA18-E614D7A551CA}" type="presOf" srcId="{343E1A6D-8F53-4E8C-A429-27D32978C3C5}" destId="{04147786-E79F-49D8-A9E9-6E100F55B835}" srcOrd="0" destOrd="0" presId="urn:microsoft.com/office/officeart/2005/8/layout/pList1"/>
    <dgm:cxn modelId="{0711EA42-D7B8-4B5E-9917-A3E5F7843D06}" type="presOf" srcId="{66B1A43F-BA5B-433D-A95D-4848E86CBE15}" destId="{5EFE3444-72FC-4940-889B-C7954436D5A2}" srcOrd="0" destOrd="0" presId="urn:microsoft.com/office/officeart/2005/8/layout/pList1"/>
    <dgm:cxn modelId="{32213A9B-4942-4D5B-AC6B-7C18B79F1880}" type="presOf" srcId="{3F00222A-8B47-4B40-B523-2DCDD58F95FE}" destId="{68EDEAD2-DCDD-4590-BE1E-90A9C1CC4B60}" srcOrd="0" destOrd="0" presId="urn:microsoft.com/office/officeart/2005/8/layout/pList1"/>
    <dgm:cxn modelId="{E0A7B1A9-696D-46D5-923F-D678C8273237}" type="presOf" srcId="{DEF25C15-A0C7-44E3-8725-0CAA3162D66D}" destId="{97259730-1C7D-4A70-8584-B963D776253F}" srcOrd="0" destOrd="0" presId="urn:microsoft.com/office/officeart/2005/8/layout/pList1"/>
    <dgm:cxn modelId="{7B2EB7BB-CD3A-4357-8134-FC845CED3354}" srcId="{3F00222A-8B47-4B40-B523-2DCDD58F95FE}" destId="{2E7EA8A1-D04E-4458-8C1B-0195FF3BF305}" srcOrd="3" destOrd="0" parTransId="{50DE98C5-43B9-4FE8-A698-1A18B0DEBB81}" sibTransId="{B3BBC912-2FD0-4699-AB2B-EE5174C301D0}"/>
    <dgm:cxn modelId="{37B859E2-6DA3-4E86-8745-C31A8006B1C3}" srcId="{3F00222A-8B47-4B40-B523-2DCDD58F95FE}" destId="{DEF25C15-A0C7-44E3-8725-0CAA3162D66D}" srcOrd="1" destOrd="0" parTransId="{B8D589A0-E8F6-40DB-9E32-4501223E53C7}" sibTransId="{66B1A43F-BA5B-433D-A95D-4848E86CBE15}"/>
    <dgm:cxn modelId="{C2E27EE5-5EA9-435D-BF1F-2BF1DDF5E070}" type="presOf" srcId="{59A9A3CF-9534-46F2-946A-A8917F161808}" destId="{D6F23471-DDB2-4788-81E8-C54E6C5FF4A1}" srcOrd="0" destOrd="0" presId="urn:microsoft.com/office/officeart/2005/8/layout/pList1"/>
    <dgm:cxn modelId="{5F53D0E6-A48A-43F5-930A-2055E157CC22}" srcId="{3F00222A-8B47-4B40-B523-2DCDD58F95FE}" destId="{343E1A6D-8F53-4E8C-A429-27D32978C3C5}" srcOrd="0" destOrd="0" parTransId="{367D4AAD-02A7-4F74-9594-238AC32F1D66}" sibTransId="{F2CDCB16-7FAC-4B49-8986-F9E7E265021C}"/>
    <dgm:cxn modelId="{962F25F2-FB8F-4ADC-9F6F-3B6C654F0FEE}" srcId="{3F00222A-8B47-4B40-B523-2DCDD58F95FE}" destId="{59A9A3CF-9534-46F2-946A-A8917F161808}" srcOrd="2" destOrd="0" parTransId="{0145E127-2E57-4242-863C-F1DBC948C9DA}" sibTransId="{7E841A65-9DC2-4DD8-944F-19E794C8AE0E}"/>
    <dgm:cxn modelId="{73653A0F-0B2C-4D11-8A67-D6EC6144F1BD}" type="presParOf" srcId="{68EDEAD2-DCDD-4590-BE1E-90A9C1CC4B60}" destId="{75CB9946-F6B4-457F-8087-3299644EA293}" srcOrd="0" destOrd="0" presId="urn:microsoft.com/office/officeart/2005/8/layout/pList1"/>
    <dgm:cxn modelId="{9B2A6150-36C8-41B2-81BA-0FAA3AF5DE59}" type="presParOf" srcId="{75CB9946-F6B4-457F-8087-3299644EA293}" destId="{44434418-F689-4FD6-951D-39D7EE318F97}" srcOrd="0" destOrd="0" presId="urn:microsoft.com/office/officeart/2005/8/layout/pList1"/>
    <dgm:cxn modelId="{269A7100-114D-4E13-8B88-77C4E425F193}" type="presParOf" srcId="{75CB9946-F6B4-457F-8087-3299644EA293}" destId="{04147786-E79F-49D8-A9E9-6E100F55B835}" srcOrd="1" destOrd="0" presId="urn:microsoft.com/office/officeart/2005/8/layout/pList1"/>
    <dgm:cxn modelId="{A189B8F7-2438-4C05-8991-B4E8211D416B}" type="presParOf" srcId="{68EDEAD2-DCDD-4590-BE1E-90A9C1CC4B60}" destId="{BF2A034F-9985-46B7-A59B-A75D38DA1E0A}" srcOrd="1" destOrd="0" presId="urn:microsoft.com/office/officeart/2005/8/layout/pList1"/>
    <dgm:cxn modelId="{2267CBFE-CF90-4A03-921B-989560487866}" type="presParOf" srcId="{68EDEAD2-DCDD-4590-BE1E-90A9C1CC4B60}" destId="{8989DD42-D9F2-478F-B8E5-226535E8E9BC}" srcOrd="2" destOrd="0" presId="urn:microsoft.com/office/officeart/2005/8/layout/pList1"/>
    <dgm:cxn modelId="{68A8B847-B7F9-4905-8D10-20E70D719B4D}" type="presParOf" srcId="{8989DD42-D9F2-478F-B8E5-226535E8E9BC}" destId="{3477E386-2070-4747-AD50-95CCB522FEA9}" srcOrd="0" destOrd="0" presId="urn:microsoft.com/office/officeart/2005/8/layout/pList1"/>
    <dgm:cxn modelId="{CE6FE3C7-FC7E-4F30-A245-E1DDC1C04C86}" type="presParOf" srcId="{8989DD42-D9F2-478F-B8E5-226535E8E9BC}" destId="{97259730-1C7D-4A70-8584-B963D776253F}" srcOrd="1" destOrd="0" presId="urn:microsoft.com/office/officeart/2005/8/layout/pList1"/>
    <dgm:cxn modelId="{F88146C3-F83B-46BF-BCA4-276DB53F77F9}" type="presParOf" srcId="{68EDEAD2-DCDD-4590-BE1E-90A9C1CC4B60}" destId="{5EFE3444-72FC-4940-889B-C7954436D5A2}" srcOrd="3" destOrd="0" presId="urn:microsoft.com/office/officeart/2005/8/layout/pList1"/>
    <dgm:cxn modelId="{9061176A-883E-4FF9-909B-5262DFCAB928}" type="presParOf" srcId="{68EDEAD2-DCDD-4590-BE1E-90A9C1CC4B60}" destId="{29758228-F954-42C2-8750-3AC539113D60}" srcOrd="4" destOrd="0" presId="urn:microsoft.com/office/officeart/2005/8/layout/pList1"/>
    <dgm:cxn modelId="{CD10BA06-8512-4850-AF94-7AD7BAA5D426}" type="presParOf" srcId="{29758228-F954-42C2-8750-3AC539113D60}" destId="{927C51BE-3CDE-4F5F-8327-763685F093BC}" srcOrd="0" destOrd="0" presId="urn:microsoft.com/office/officeart/2005/8/layout/pList1"/>
    <dgm:cxn modelId="{3E7BC583-B4F5-41A4-ADD0-E989973B8786}" type="presParOf" srcId="{29758228-F954-42C2-8750-3AC539113D60}" destId="{D6F23471-DDB2-4788-81E8-C54E6C5FF4A1}" srcOrd="1" destOrd="0" presId="urn:microsoft.com/office/officeart/2005/8/layout/pList1"/>
    <dgm:cxn modelId="{CF4F5713-4F48-44BD-97F1-8DD51D1FCE8E}" type="presParOf" srcId="{68EDEAD2-DCDD-4590-BE1E-90A9C1CC4B60}" destId="{F90C823C-D86E-4BB8-95A6-9861D6744441}" srcOrd="5" destOrd="0" presId="urn:microsoft.com/office/officeart/2005/8/layout/pList1"/>
    <dgm:cxn modelId="{7CE0243F-7E22-4CFA-95BA-CA4AADFF8EAB}" type="presParOf" srcId="{68EDEAD2-DCDD-4590-BE1E-90A9C1CC4B60}" destId="{F4F39F05-8380-448D-A03C-1424C9777DF4}" srcOrd="6" destOrd="0" presId="urn:microsoft.com/office/officeart/2005/8/layout/pList1"/>
    <dgm:cxn modelId="{D5FF3640-3C0F-4DEF-977C-ECFAD9C40C8C}" type="presParOf" srcId="{F4F39F05-8380-448D-A03C-1424C9777DF4}" destId="{D156C416-B3C7-4BE6-A0B2-5B6AB2449050}" srcOrd="0" destOrd="0" presId="urn:microsoft.com/office/officeart/2005/8/layout/pList1"/>
    <dgm:cxn modelId="{1E91DE39-E09A-49CE-8A1C-E70563DC9D26}" type="presParOf" srcId="{F4F39F05-8380-448D-A03C-1424C9777DF4}" destId="{18723B37-C502-4D0B-A194-9B8DDE18A7BC}" srcOrd="1" destOrd="0" presId="urn:microsoft.com/office/officeart/2005/8/layout/p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9BD73-110B-4EC9-A4DC-37AA8E16ADE0}">
      <dsp:nvSpPr>
        <dsp:cNvPr id="0" name=""/>
        <dsp:cNvSpPr/>
      </dsp:nvSpPr>
      <dsp:spPr>
        <a:xfrm>
          <a:off x="1932343" y="-10"/>
          <a:ext cx="3257740" cy="3257740"/>
        </a:xfrm>
        <a:prstGeom prst="pie">
          <a:avLst>
            <a:gd name="adj1" fmla="val 16200000"/>
            <a:gd name="adj2" fmla="val 0"/>
          </a:avLst>
        </a:prstGeom>
        <a:blipFill dpi="0" rotWithShape="1">
          <a:blip xmlns:r="http://schemas.openxmlformats.org/officeDocument/2006/relationships" r:embed="rId1"/>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ar" sz="1200" b="1" kern="1200" dirty="0">
              <a:effectLst>
                <a:outerShdw blurRad="38100" dist="38100" dir="2700000" algn="tl">
                  <a:srgbClr val="000000">
                    <a:alpha val="43137"/>
                  </a:srgbClr>
                </a:outerShdw>
              </a:effectLst>
            </a:rPr>
            <a:t>الآثار العقلية</a:t>
          </a:r>
          <a:endParaRPr lang="en-GB" sz="1200" b="1" kern="1200" dirty="0">
            <a:effectLst>
              <a:outerShdw blurRad="38100" dist="38100" dir="2700000" algn="tl">
                <a:srgbClr val="000000">
                  <a:alpha val="43137"/>
                </a:srgbClr>
              </a:outerShdw>
            </a:effectLst>
          </a:endParaRPr>
        </a:p>
      </dsp:txBody>
      <dsp:txXfrm>
        <a:off x="3598444" y="602671"/>
        <a:ext cx="1202261" cy="969565"/>
      </dsp:txXfrm>
    </dsp:sp>
    <dsp:sp modelId="{8095B97D-B39D-4A30-8103-A3AD85C6E42E}">
      <dsp:nvSpPr>
        <dsp:cNvPr id="0" name=""/>
        <dsp:cNvSpPr/>
      </dsp:nvSpPr>
      <dsp:spPr>
        <a:xfrm>
          <a:off x="1932333" y="144023"/>
          <a:ext cx="3257740" cy="3257740"/>
        </a:xfrm>
        <a:prstGeom prst="pie">
          <a:avLst>
            <a:gd name="adj1" fmla="val 0"/>
            <a:gd name="adj2" fmla="val 5400000"/>
          </a:avLst>
        </a:prstGeom>
        <a:blipFill dpi="0"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ar" sz="1200" b="1" kern="1200" dirty="0">
              <a:effectLst>
                <a:outerShdw blurRad="38100" dist="38100" dir="2700000" algn="tl">
                  <a:srgbClr val="000000">
                    <a:alpha val="43137"/>
                  </a:srgbClr>
                </a:outerShdw>
              </a:effectLst>
            </a:rPr>
            <a:t>الآثار النفسية</a:t>
          </a:r>
          <a:endParaRPr lang="en-GB" sz="1200" b="1" kern="1200" dirty="0">
            <a:effectLst>
              <a:outerShdw blurRad="38100" dist="38100" dir="2700000" algn="tl">
                <a:srgbClr val="000000">
                  <a:alpha val="43137"/>
                </a:srgbClr>
              </a:outerShdw>
            </a:effectLst>
          </a:endParaRPr>
        </a:p>
      </dsp:txBody>
      <dsp:txXfrm>
        <a:off x="3619377" y="1831067"/>
        <a:ext cx="1202261" cy="969565"/>
      </dsp:txXfrm>
    </dsp:sp>
    <dsp:sp modelId="{61EA286E-D10B-4A64-9394-E0499C0FC32F}">
      <dsp:nvSpPr>
        <dsp:cNvPr id="0" name=""/>
        <dsp:cNvSpPr/>
      </dsp:nvSpPr>
      <dsp:spPr>
        <a:xfrm>
          <a:off x="1644317" y="144023"/>
          <a:ext cx="3257740" cy="3257740"/>
        </a:xfrm>
        <a:prstGeom prst="pie">
          <a:avLst>
            <a:gd name="adj1" fmla="val 5400000"/>
            <a:gd name="adj2" fmla="val 10800000"/>
          </a:avLst>
        </a:prstGeom>
        <a:blipFill dpi="0" rotWithShape="1">
          <a:blip xmlns:r="http://schemas.openxmlformats.org/officeDocument/2006/relationships" r:embed="rId3"/>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ar" sz="1200" b="1" kern="1200" dirty="0">
              <a:effectLst>
                <a:outerShdw blurRad="38100" dist="38100" dir="2700000" algn="tl">
                  <a:srgbClr val="000000">
                    <a:alpha val="43137"/>
                  </a:srgbClr>
                </a:outerShdw>
              </a:effectLst>
            </a:rPr>
            <a:t>الآثار الاجتماعية</a:t>
          </a:r>
          <a:endParaRPr lang="en-GB" sz="1200" b="1" kern="1200" dirty="0">
            <a:effectLst>
              <a:outerShdw blurRad="38100" dist="38100" dir="2700000" algn="tl">
                <a:srgbClr val="000000">
                  <a:alpha val="43137"/>
                </a:srgbClr>
              </a:outerShdw>
            </a:effectLst>
          </a:endParaRPr>
        </a:p>
      </dsp:txBody>
      <dsp:txXfrm>
        <a:off x="2012752" y="1831067"/>
        <a:ext cx="1202261" cy="969565"/>
      </dsp:txXfrm>
    </dsp:sp>
    <dsp:sp modelId="{DCF2AA45-A829-4CA1-95F9-4CE52FF407AB}">
      <dsp:nvSpPr>
        <dsp:cNvPr id="0" name=""/>
        <dsp:cNvSpPr/>
      </dsp:nvSpPr>
      <dsp:spPr>
        <a:xfrm>
          <a:off x="1655426" y="-1"/>
          <a:ext cx="3257740" cy="3257740"/>
        </a:xfrm>
        <a:prstGeom prst="pie">
          <a:avLst>
            <a:gd name="adj1" fmla="val 10800000"/>
            <a:gd name="adj2" fmla="val 16200000"/>
          </a:avLst>
        </a:prstGeom>
        <a:blipFill dpi="0" rotWithShape="1">
          <a:blip xmlns:r="http://schemas.openxmlformats.org/officeDocument/2006/relationships" r:embed="rId4"/>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ar" sz="1200" b="1" kern="1200" dirty="0">
              <a:effectLst>
                <a:outerShdw blurRad="38100" dist="38100" dir="2700000" algn="tl">
                  <a:srgbClr val="000000">
                    <a:alpha val="43137"/>
                  </a:srgbClr>
                </a:outerShdw>
              </a:effectLst>
            </a:rPr>
            <a:t>الآثار الجسدية</a:t>
          </a:r>
          <a:endParaRPr lang="en-GB" sz="1200" b="1" kern="1200" dirty="0">
            <a:effectLst>
              <a:outerShdw blurRad="38100" dist="38100" dir="2700000" algn="tl">
                <a:srgbClr val="000000">
                  <a:alpha val="43137"/>
                </a:srgbClr>
              </a:outerShdw>
            </a:effectLst>
          </a:endParaRPr>
        </a:p>
      </dsp:txBody>
      <dsp:txXfrm>
        <a:off x="2023860" y="601129"/>
        <a:ext cx="1202261" cy="969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34418-F689-4FD6-951D-39D7EE318F97}">
      <dsp:nvSpPr>
        <dsp:cNvPr id="0" name=""/>
        <dsp:cNvSpPr/>
      </dsp:nvSpPr>
      <dsp:spPr>
        <a:xfrm>
          <a:off x="3901" y="492271"/>
          <a:ext cx="1856613" cy="1279206"/>
        </a:xfrm>
        <a:prstGeom prst="roundRect">
          <a:avLst/>
        </a:prstGeom>
        <a:blipFill>
          <a:blip xmlns:r="http://schemas.openxmlformats.org/officeDocument/2006/relationships" r:embed="rId1"/>
          <a:srcRect/>
          <a:stretch>
            <a:fillRect l="-11000" r="-1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147786-E79F-49D8-A9E9-6E100F55B835}">
      <dsp:nvSpPr>
        <dsp:cNvPr id="0" name=""/>
        <dsp:cNvSpPr/>
      </dsp:nvSpPr>
      <dsp:spPr>
        <a:xfrm>
          <a:off x="3901"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ar-EG" sz="2500" kern="1200" dirty="0"/>
            <a:t>العائلة والمنزل</a:t>
          </a:r>
          <a:endParaRPr lang="en-GB" sz="2500" kern="1200" dirty="0"/>
        </a:p>
      </dsp:txBody>
      <dsp:txXfrm>
        <a:off x="3901" y="1771478"/>
        <a:ext cx="1856613" cy="688803"/>
      </dsp:txXfrm>
    </dsp:sp>
    <dsp:sp modelId="{3477E386-2070-4747-AD50-95CCB522FEA9}">
      <dsp:nvSpPr>
        <dsp:cNvPr id="0" name=""/>
        <dsp:cNvSpPr/>
      </dsp:nvSpPr>
      <dsp:spPr>
        <a:xfrm>
          <a:off x="2046254" y="492271"/>
          <a:ext cx="1856613" cy="1279206"/>
        </a:xfrm>
        <a:prstGeom prst="roundRect">
          <a:avLst/>
        </a:prstGeom>
        <a:blipFill>
          <a:blip xmlns:r="http://schemas.openxmlformats.org/officeDocument/2006/relationships" r:embed="rId2"/>
          <a:srcRect/>
          <a:stretch>
            <a:fillRect t="-43000" b="-4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259730-1C7D-4A70-8584-B963D776253F}">
      <dsp:nvSpPr>
        <dsp:cNvPr id="0" name=""/>
        <dsp:cNvSpPr/>
      </dsp:nvSpPr>
      <dsp:spPr>
        <a:xfrm>
          <a:off x="2046254"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ar-EG" sz="2500" kern="1200" dirty="0"/>
            <a:t>العمل وأنماطه</a:t>
          </a:r>
          <a:endParaRPr lang="en-GB" sz="2500" kern="1200" dirty="0"/>
        </a:p>
      </dsp:txBody>
      <dsp:txXfrm>
        <a:off x="2046254" y="1771478"/>
        <a:ext cx="1856613" cy="688803"/>
      </dsp:txXfrm>
    </dsp:sp>
    <dsp:sp modelId="{927C51BE-3CDE-4F5F-8327-763685F093BC}">
      <dsp:nvSpPr>
        <dsp:cNvPr id="0" name=""/>
        <dsp:cNvSpPr/>
      </dsp:nvSpPr>
      <dsp:spPr>
        <a:xfrm>
          <a:off x="4088607" y="492271"/>
          <a:ext cx="1856613" cy="1279206"/>
        </a:xfrm>
        <a:prstGeom prst="roundRect">
          <a:avLst/>
        </a:prstGeom>
        <a:blipFill>
          <a:blip xmlns:r="http://schemas.openxmlformats.org/officeDocument/2006/relationships" r:embed="rId3"/>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F23471-DDB2-4788-81E8-C54E6C5FF4A1}">
      <dsp:nvSpPr>
        <dsp:cNvPr id="0" name=""/>
        <dsp:cNvSpPr/>
      </dsp:nvSpPr>
      <dsp:spPr>
        <a:xfrm>
          <a:off x="4088607"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a:lnSpc>
              <a:spcPct val="90000"/>
            </a:lnSpc>
            <a:spcBef>
              <a:spcPct val="0"/>
            </a:spcBef>
            <a:spcAft>
              <a:spcPct val="35000"/>
            </a:spcAft>
            <a:buNone/>
          </a:pPr>
          <a:r>
            <a:rPr lang="ar-EG" sz="2500" kern="1200" dirty="0"/>
            <a:t>الدخل</a:t>
          </a:r>
          <a:endParaRPr lang="en-GB" sz="2500" kern="1200" dirty="0"/>
        </a:p>
      </dsp:txBody>
      <dsp:txXfrm>
        <a:off x="4088607" y="1771478"/>
        <a:ext cx="1856613" cy="688803"/>
      </dsp:txXfrm>
    </dsp:sp>
    <dsp:sp modelId="{D156C416-B3C7-4BE6-A0B2-5B6AB2449050}">
      <dsp:nvSpPr>
        <dsp:cNvPr id="0" name=""/>
        <dsp:cNvSpPr/>
      </dsp:nvSpPr>
      <dsp:spPr>
        <a:xfrm>
          <a:off x="6130960" y="492271"/>
          <a:ext cx="1856613" cy="1279206"/>
        </a:xfrm>
        <a:prstGeom prst="round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723B37-C502-4D0B-A194-9B8DDE18A7BC}">
      <dsp:nvSpPr>
        <dsp:cNvPr id="0" name=""/>
        <dsp:cNvSpPr/>
      </dsp:nvSpPr>
      <dsp:spPr>
        <a:xfrm>
          <a:off x="6130960"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0" numCol="1" spcCol="1270" anchor="t" anchorCtr="0">
          <a:noAutofit/>
        </a:bodyPr>
        <a:lstStyle/>
        <a:p>
          <a:pPr marL="0" lvl="0" indent="0" algn="ctr" defTabSz="1111250" rtl="1">
            <a:lnSpc>
              <a:spcPct val="90000"/>
            </a:lnSpc>
            <a:spcBef>
              <a:spcPct val="0"/>
            </a:spcBef>
            <a:spcAft>
              <a:spcPct val="35000"/>
            </a:spcAft>
            <a:buNone/>
          </a:pPr>
          <a:r>
            <a:rPr lang="ar-EG" sz="2500" kern="1200" dirty="0"/>
            <a:t>التعليم</a:t>
          </a:r>
          <a:endParaRPr lang="en-GB" sz="2500" kern="1200" dirty="0"/>
        </a:p>
      </dsp:txBody>
      <dsp:txXfrm>
        <a:off x="6130960" y="1771478"/>
        <a:ext cx="1856613" cy="688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34418-F689-4FD6-951D-39D7EE318F97}">
      <dsp:nvSpPr>
        <dsp:cNvPr id="0" name=""/>
        <dsp:cNvSpPr/>
      </dsp:nvSpPr>
      <dsp:spPr>
        <a:xfrm>
          <a:off x="3901" y="492271"/>
          <a:ext cx="1856613" cy="1279206"/>
        </a:xfrm>
        <a:prstGeom prst="roundRect">
          <a:avLst/>
        </a:prstGeom>
        <a:blipFill>
          <a:blip xmlns:r="http://schemas.openxmlformats.org/officeDocument/2006/relationships" r:embed="rId1"/>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147786-E79F-49D8-A9E9-6E100F55B835}">
      <dsp:nvSpPr>
        <dsp:cNvPr id="0" name=""/>
        <dsp:cNvSpPr/>
      </dsp:nvSpPr>
      <dsp:spPr>
        <a:xfrm>
          <a:off x="3901"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ar-EG" sz="1800" kern="1200" dirty="0"/>
            <a:t>الإعلام/الدعاية/القدوة</a:t>
          </a:r>
          <a:endParaRPr lang="en-GB" sz="1800" kern="1200" dirty="0"/>
        </a:p>
      </dsp:txBody>
      <dsp:txXfrm>
        <a:off x="3901" y="1771478"/>
        <a:ext cx="1856613" cy="688803"/>
      </dsp:txXfrm>
    </dsp:sp>
    <dsp:sp modelId="{3477E386-2070-4747-AD50-95CCB522FEA9}">
      <dsp:nvSpPr>
        <dsp:cNvPr id="0" name=""/>
        <dsp:cNvSpPr/>
      </dsp:nvSpPr>
      <dsp:spPr>
        <a:xfrm>
          <a:off x="2046254" y="492271"/>
          <a:ext cx="1856613" cy="1279206"/>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259730-1C7D-4A70-8584-B963D776253F}">
      <dsp:nvSpPr>
        <dsp:cNvPr id="0" name=""/>
        <dsp:cNvSpPr/>
      </dsp:nvSpPr>
      <dsp:spPr>
        <a:xfrm>
          <a:off x="2046254"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ar-EG" sz="1800" kern="1200" dirty="0"/>
            <a:t>ضغط الأقران</a:t>
          </a:r>
          <a:endParaRPr lang="en-GB" sz="1800" kern="1200" dirty="0"/>
        </a:p>
      </dsp:txBody>
      <dsp:txXfrm>
        <a:off x="2046254" y="1771478"/>
        <a:ext cx="1856613" cy="688803"/>
      </dsp:txXfrm>
    </dsp:sp>
    <dsp:sp modelId="{927C51BE-3CDE-4F5F-8327-763685F093BC}">
      <dsp:nvSpPr>
        <dsp:cNvPr id="0" name=""/>
        <dsp:cNvSpPr/>
      </dsp:nvSpPr>
      <dsp:spPr>
        <a:xfrm>
          <a:off x="4088607" y="492271"/>
          <a:ext cx="1856613" cy="1279206"/>
        </a:xfrm>
        <a:prstGeom prst="roundRect">
          <a:avLst/>
        </a:prstGeom>
        <a:blipFill>
          <a:blip xmlns:r="http://schemas.openxmlformats.org/officeDocument/2006/relationships" r:embed="rId3"/>
          <a:srcRect/>
          <a:stretch>
            <a:fillRect l="-13000" r="-1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F23471-DDB2-4788-81E8-C54E6C5FF4A1}">
      <dsp:nvSpPr>
        <dsp:cNvPr id="0" name=""/>
        <dsp:cNvSpPr/>
      </dsp:nvSpPr>
      <dsp:spPr>
        <a:xfrm>
          <a:off x="4088607"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ar-EG" sz="1800" kern="1200"/>
            <a:t>السياسة الاجتماعية</a:t>
          </a:r>
          <a:endParaRPr lang="en-GB" sz="1800" kern="1200" dirty="0"/>
        </a:p>
      </dsp:txBody>
      <dsp:txXfrm>
        <a:off x="4088607" y="1771478"/>
        <a:ext cx="1856613" cy="688803"/>
      </dsp:txXfrm>
    </dsp:sp>
    <dsp:sp modelId="{D156C416-B3C7-4BE6-A0B2-5B6AB2449050}">
      <dsp:nvSpPr>
        <dsp:cNvPr id="0" name=""/>
        <dsp:cNvSpPr/>
      </dsp:nvSpPr>
      <dsp:spPr>
        <a:xfrm>
          <a:off x="6130960" y="492271"/>
          <a:ext cx="1856613" cy="1279206"/>
        </a:xfrm>
        <a:prstGeom prst="roundRect">
          <a:avLst/>
        </a:prstGeom>
        <a:blipFill>
          <a:blip xmlns:r="http://schemas.openxmlformats.org/officeDocument/2006/relationships" r:embed="rId4"/>
          <a:srcRect/>
          <a:stretch>
            <a:fillRect l="-2000" r="-2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723B37-C502-4D0B-A194-9B8DDE18A7BC}">
      <dsp:nvSpPr>
        <dsp:cNvPr id="0" name=""/>
        <dsp:cNvSpPr/>
      </dsp:nvSpPr>
      <dsp:spPr>
        <a:xfrm>
          <a:off x="6130960" y="1771478"/>
          <a:ext cx="1856613" cy="688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marL="0" lvl="0" indent="0" algn="ctr" defTabSz="800100">
            <a:lnSpc>
              <a:spcPct val="90000"/>
            </a:lnSpc>
            <a:spcBef>
              <a:spcPct val="0"/>
            </a:spcBef>
            <a:spcAft>
              <a:spcPct val="35000"/>
            </a:spcAft>
            <a:buNone/>
          </a:pPr>
          <a:r>
            <a:rPr lang="ar-EG" sz="1800" kern="1200" dirty="0"/>
            <a:t>الطبيعة الجغرافية</a:t>
          </a:r>
          <a:endParaRPr lang="en-GB" sz="1800" kern="1200" dirty="0"/>
        </a:p>
      </dsp:txBody>
      <dsp:txXfrm>
        <a:off x="6130960" y="1771478"/>
        <a:ext cx="1856613" cy="688803"/>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2A95-26A0-0344-B4C9-C084EAED68DA}"/>
            </a:ext>
          </a:extLst>
        </p:cNvPr>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CCF114F6-B8AA-0C18-C3B7-9E8A1E0DE4BA}"/>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A35CB254-D6A8-CAA8-DD14-9D5EB06FFF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An outline of the three main learning aims in the unit.</a:t>
            </a:r>
          </a:p>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F8243FC0-495C-B13B-0DF7-4BE9DF741B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7</a:t>
            </a:fld>
            <a:endParaRPr lang="en-GB" altLang="en-US"/>
          </a:p>
        </p:txBody>
      </p:sp>
    </p:spTree>
    <p:extLst>
      <p:ext uri="{BB962C8B-B14F-4D97-AF65-F5344CB8AC3E}">
        <p14:creationId xmlns:p14="http://schemas.microsoft.com/office/powerpoint/2010/main" val="163817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632090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rtl="1">
                <a:defRPr/>
              </a:pPr>
              <a:t>28</a:t>
            </a:fld>
            <a:endParaRPr lang="en-GB" altLang="en-US"/>
          </a:p>
        </p:txBody>
      </p:sp>
    </p:spTree>
    <p:extLst>
      <p:ext uri="{BB962C8B-B14F-4D97-AF65-F5344CB8AC3E}">
        <p14:creationId xmlns:p14="http://schemas.microsoft.com/office/powerpoint/2010/main" val="419039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9521432"/>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FA0F7387-1C6D-910A-A9FC-EDC93C014B76}"/>
              </a:ext>
            </a:extLst>
          </p:cNvPr>
          <p:cNvPicPr>
            <a:picLocks noChangeAspect="1"/>
          </p:cNvPicPr>
          <p:nvPr userDrawn="1"/>
        </p:nvPicPr>
        <p:blipFill>
          <a:blip r:embed="rId16">
            <a:extLst>
              <a:ext uri="{28A0092B-C50C-407E-A947-70E740481C1C}">
                <a14:useLocalDpi xmlns:a14="http://schemas.microsoft.com/office/drawing/2010/main"/>
              </a:ext>
            </a:extLst>
          </a:blip>
          <a:stretch>
            <a:fillRect/>
          </a:stretch>
        </p:blipFill>
        <p:spPr>
          <a:xfrm>
            <a:off x="0" y="0"/>
            <a:ext cx="9144000" cy="1076325"/>
          </a:xfrm>
          <a:prstGeom prst="rect">
            <a:avLst/>
          </a:prstGeom>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3" name="Picture 2">
            <a:extLst>
              <a:ext uri="{FF2B5EF4-FFF2-40B4-BE49-F238E27FC236}">
                <a16:creationId xmlns:a16="http://schemas.microsoft.com/office/drawing/2014/main" id="{C8D415DC-2E60-575F-5437-C9AE0DAF9099}"/>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 y="-14089"/>
            <a:ext cx="9143997" cy="1076325"/>
          </a:xfrm>
          <a:prstGeom prst="rect">
            <a:avLst/>
          </a:prstGeom>
        </p:spPr>
      </p:pic>
      <p:sp>
        <p:nvSpPr>
          <p:cNvPr id="4" name="Rectangle 3">
            <a:extLst>
              <a:ext uri="{FF2B5EF4-FFF2-40B4-BE49-F238E27FC236}">
                <a16:creationId xmlns:a16="http://schemas.microsoft.com/office/drawing/2014/main" id="{316351DD-6863-9223-A753-0CFCCA522A0C}"/>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الرعاية الصحية والاجتماعية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audio" Target="../media/audio1.bin"/><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2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audio" Target="../media/audio1.bin"/><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audio" Target="../media/audio1.bin"/><Relationship Id="rId1" Type="http://schemas.openxmlformats.org/officeDocument/2006/relationships/slideLayout" Target="../slideLayouts/slideLayout25.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audio" Target="../media/audio1.bin"/><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audio" Target="../media/audio1.bin"/><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audio" Target="../media/audio1.bin"/><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audio" Target="../media/audio1.bin"/><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audio" Target="../media/audio1.bin"/><Relationship Id="rId1" Type="http://schemas.openxmlformats.org/officeDocument/2006/relationships/slideLayout" Target="../slideLayouts/slideLayout18.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audio" Target="../media/audio1.bin"/><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title"/>
          </p:nvPr>
        </p:nvSpPr>
        <p:spPr bwMode="auto">
          <a:xfrm>
            <a:off x="457200" y="1195200"/>
            <a:ext cx="8229600" cy="86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ea typeface="Tahoma" panose="020B0604030504040204" pitchFamily="34" charset="0"/>
                <a:cs typeface="Times New Roman" panose="02020603050405020304" pitchFamily="18" charset="0"/>
              </a:rPr>
              <a:t>الوحدة 2</a:t>
            </a:r>
            <a:br>
              <a:rPr lang="en-GB" altLang="en-US" dirty="0">
                <a:latin typeface="Times New Roman" panose="02020603050405020304" pitchFamily="18" charset="0"/>
                <a:ea typeface="Tahoma" panose="020B0604030504040204" pitchFamily="34" charset="0"/>
                <a:cs typeface="Times New Roman" panose="02020603050405020304" pitchFamily="18" charset="0"/>
              </a:rPr>
            </a:br>
            <a:r>
              <a:rPr lang="ar">
                <a:latin typeface="Times New Roman" panose="02020603050405020304" pitchFamily="18" charset="0"/>
                <a:ea typeface="Tahoma" panose="020B0604030504040204" pitchFamily="34" charset="0"/>
                <a:cs typeface="Times New Roman" panose="02020603050405020304" pitchFamily="18" charset="0"/>
              </a:rPr>
              <a:t>التمتع بحياة صحية</a:t>
            </a:r>
            <a:br>
              <a:rPr lang="en-GB" altLang="en-US" dirty="0">
                <a:latin typeface="Times New Roman" panose="02020603050405020304" pitchFamily="18" charset="0"/>
                <a:ea typeface="Tahoma" panose="020B0604030504040204" pitchFamily="34" charset="0"/>
                <a:cs typeface="Times New Roman" panose="02020603050405020304" pitchFamily="18" charset="0"/>
              </a:rPr>
            </a:br>
            <a:br>
              <a:rPr lang="en-US" altLang="en-US" dirty="0">
                <a:latin typeface="Times New Roman" panose="02020603050405020304" pitchFamily="18" charset="0"/>
                <a:ea typeface="Tahoma" panose="020B0604030504040204" pitchFamily="34" charset="0"/>
                <a:cs typeface="Times New Roman" panose="02020603050405020304" pitchFamily="18" charset="0"/>
              </a:rPr>
            </a:br>
            <a:endParaRPr lang="en-GB" altLang="en-US"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 sz="1400" dirty="0">
                <a:latin typeface="Times New Roman" panose="02020603050405020304" pitchFamily="18" charset="0"/>
                <a:ea typeface="Tahoma" panose="020B0604030504040204" pitchFamily="34"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pic>
        <p:nvPicPr>
          <p:cNvPr id="2" name="Picture 1" descr="A bowl of fruit and some sports equipment&#10;&#10;AI-generated content may be incorrect.">
            <a:extLst>
              <a:ext uri="{FF2B5EF4-FFF2-40B4-BE49-F238E27FC236}">
                <a16:creationId xmlns:a16="http://schemas.microsoft.com/office/drawing/2014/main" id="{9D9712F6-EA87-3C93-AADC-C8A25D786614}"/>
              </a:ext>
            </a:extLst>
          </p:cNvPr>
          <p:cNvPicPr>
            <a:picLocks noChangeAspect="1"/>
          </p:cNvPicPr>
          <p:nvPr/>
        </p:nvPicPr>
        <p:blipFill>
          <a:blip r:embed="rId4"/>
          <a:stretch>
            <a:fillRect/>
          </a:stretch>
        </p:blipFill>
        <p:spPr>
          <a:xfrm>
            <a:off x="2186216" y="2775454"/>
            <a:ext cx="4771570" cy="3100303"/>
          </a:xfrm>
          <a:prstGeom prst="rect">
            <a:avLst/>
          </a:prstGeom>
        </p:spPr>
      </p:pic>
      <p:sp>
        <p:nvSpPr>
          <p:cNvPr id="4" name="TextBox 3">
            <a:extLst>
              <a:ext uri="{FF2B5EF4-FFF2-40B4-BE49-F238E27FC236}">
                <a16:creationId xmlns:a16="http://schemas.microsoft.com/office/drawing/2014/main" id="{210D6C61-6B41-03AF-6B24-75064F0F6C5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التمتع بحياة صحية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251521" y="2420888"/>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a:solidFill>
                  <a:schemeClr val="tx2"/>
                </a:solidFill>
                <a:latin typeface="Times New Roman" panose="02020603050405020304" pitchFamily="18" charset="0"/>
                <a:cs typeface="Times New Roman" panose="02020603050405020304" pitchFamily="18" charset="0"/>
              </a:rPr>
              <a:t>ستتعرف في هذه الوحدة على العديد من العوامل المختلفة التي تؤثر على الصحة العامة والعافية للأفراد، خلال جميع مراحل النمو والتطور. </a:t>
            </a:r>
          </a:p>
          <a:p>
            <a:pPr marL="0" indent="0" rtl="1">
              <a:buNone/>
            </a:pPr>
            <a:r>
              <a:rPr lang="ar">
                <a:solidFill>
                  <a:schemeClr val="tx2"/>
                </a:solidFill>
                <a:latin typeface="Times New Roman" panose="02020603050405020304" pitchFamily="18" charset="0"/>
                <a:cs typeface="Times New Roman" panose="02020603050405020304" pitchFamily="18" charset="0"/>
              </a:rPr>
              <a:t>ستتعلم كيفية استخدام النظام الغذائي وممارسة التمارين الرياضية والنظافة الشخصية للحفاظ على حياة الأشخاص الذين ترعاهم أو تحسينها. </a:t>
            </a:r>
          </a:p>
          <a:p>
            <a:pPr marL="0" indent="0" rtl="1">
              <a:buNone/>
            </a:pPr>
            <a:r>
              <a:rPr lang="ar">
                <a:solidFill>
                  <a:schemeClr val="tx2"/>
                </a:solidFill>
                <a:latin typeface="Times New Roman" panose="02020603050405020304" pitchFamily="18" charset="0"/>
                <a:cs typeface="Times New Roman" panose="02020603050405020304" pitchFamily="18" charset="0"/>
              </a:rPr>
              <a:t>في نهاية هذه الوحدة، يجب عليك أن تتمكن من تحديد أي مخاطر صحية، ووضع أي خطط للحد من هذه المخاطر، أو تجنبها. </a:t>
            </a:r>
          </a:p>
        </p:txBody>
      </p:sp>
      <p:sp>
        <p:nvSpPr>
          <p:cNvPr id="2" name="TextBox 1">
            <a:extLst>
              <a:ext uri="{FF2B5EF4-FFF2-40B4-BE49-F238E27FC236}">
                <a16:creationId xmlns:a16="http://schemas.microsoft.com/office/drawing/2014/main" id="{96E5D02B-0BBD-E44A-3C31-C891D6ACE2C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a:latin typeface="Times New Roman" panose="02020603050405020304" pitchFamily="18" charset="0"/>
                <a:cs typeface="Times New Roman" panose="02020603050405020304" pitchFamily="18" charset="0"/>
              </a:rPr>
              <a:t>نتاجات التعلم</a:t>
            </a:r>
            <a:endParaRPr lang="en-GB" altLang="en-US"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8989C859-3E1B-07A8-262C-4252127DAD7E}"/>
              </a:ext>
            </a:extLst>
          </p:cNvPr>
          <p:cNvGrpSpPr/>
          <p:nvPr/>
        </p:nvGrpSpPr>
        <p:grpSpPr>
          <a:xfrm flipH="1">
            <a:off x="468311" y="2196473"/>
            <a:ext cx="8207375" cy="3877489"/>
            <a:chOff x="468311" y="2196473"/>
            <a:chExt cx="8207375" cy="3877489"/>
          </a:xfrm>
        </p:grpSpPr>
        <p:sp>
          <p:nvSpPr>
            <p:cNvPr id="3" name="Rectangle: Rounded Corners 2">
              <a:extLst>
                <a:ext uri="{FF2B5EF4-FFF2-40B4-BE49-F238E27FC236}">
                  <a16:creationId xmlns:a16="http://schemas.microsoft.com/office/drawing/2014/main" id="{EED49BEE-26BF-1C6B-75B6-A34CAA189438}"/>
                </a:ext>
              </a:extLst>
            </p:cNvPr>
            <p:cNvSpPr/>
            <p:nvPr/>
          </p:nvSpPr>
          <p:spPr>
            <a:xfrm>
              <a:off x="468311" y="2196473"/>
              <a:ext cx="8207375" cy="1107854"/>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Person Eating">
              <a:extLst>
                <a:ext uri="{FF2B5EF4-FFF2-40B4-BE49-F238E27FC236}">
                  <a16:creationId xmlns:a16="http://schemas.microsoft.com/office/drawing/2014/main" id="{BA04724D-612D-F1E4-E871-F0EEA5698E2E}"/>
                </a:ext>
              </a:extLst>
            </p:cNvPr>
            <p:cNvSpPr/>
            <p:nvPr/>
          </p:nvSpPr>
          <p:spPr>
            <a:xfrm>
              <a:off x="803436" y="2445740"/>
              <a:ext cx="609319" cy="6093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F5645B48-5AF0-F20C-00EC-255A2D51AB4C}"/>
                </a:ext>
              </a:extLst>
            </p:cNvPr>
            <p:cNvSpPr/>
            <p:nvPr/>
          </p:nvSpPr>
          <p:spPr>
            <a:xfrm>
              <a:off x="1747882" y="2196473"/>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90000"/>
                </a:lnSpc>
                <a:spcBef>
                  <a:spcPct val="0"/>
                </a:spcBef>
                <a:spcAft>
                  <a:spcPct val="35000"/>
                </a:spcAft>
                <a:buNone/>
              </a:pPr>
              <a:r>
                <a:rPr lang="ar" sz="2500" b="1" kern="1200" dirty="0">
                  <a:latin typeface="Times New Roman" panose="02020603050405020304" pitchFamily="18" charset="0"/>
                  <a:cs typeface="Times New Roman" panose="02020603050405020304" pitchFamily="18" charset="0"/>
                </a:rPr>
                <a:t>أ استكشاف مدى تأثير ممارسة التمارين الرياضية والنظام الغذائي والنظافة الشخصية في الحياة الصحية</a:t>
              </a:r>
              <a:r>
                <a:rPr lang="ar-EG" sz="2500" b="1" kern="1200" dirty="0">
                  <a:latin typeface="Times New Roman" panose="02020603050405020304" pitchFamily="18" charset="0"/>
                  <a:cs typeface="Times New Roman" panose="02020603050405020304" pitchFamily="18" charset="0"/>
                </a:rPr>
                <a:t>.</a:t>
              </a:r>
              <a:endParaRPr lang="en-US" sz="2500" kern="12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DECBBA60-77C6-FA79-3C15-F6C06EE106C5}"/>
                </a:ext>
              </a:extLst>
            </p:cNvPr>
            <p:cNvSpPr/>
            <p:nvPr/>
          </p:nvSpPr>
          <p:spPr>
            <a:xfrm>
              <a:off x="468311" y="3581290"/>
              <a:ext cx="8207375" cy="1107854"/>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Apple">
              <a:extLst>
                <a:ext uri="{FF2B5EF4-FFF2-40B4-BE49-F238E27FC236}">
                  <a16:creationId xmlns:a16="http://schemas.microsoft.com/office/drawing/2014/main" id="{7CF3FA54-3A68-F0E8-FCC3-5548CCE67D17}"/>
                </a:ext>
              </a:extLst>
            </p:cNvPr>
            <p:cNvSpPr/>
            <p:nvPr/>
          </p:nvSpPr>
          <p:spPr>
            <a:xfrm>
              <a:off x="803436" y="3830558"/>
              <a:ext cx="609319" cy="609319"/>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CDCC2206-5923-51D6-F3FF-21630275196F}"/>
                </a:ext>
              </a:extLst>
            </p:cNvPr>
            <p:cNvSpPr/>
            <p:nvPr/>
          </p:nvSpPr>
          <p:spPr>
            <a:xfrm>
              <a:off x="1747882" y="3581290"/>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90000"/>
                </a:lnSpc>
                <a:spcBef>
                  <a:spcPct val="0"/>
                </a:spcBef>
                <a:spcAft>
                  <a:spcPct val="35000"/>
                </a:spcAft>
                <a:buNone/>
              </a:pPr>
              <a:r>
                <a:rPr lang="ar" sz="2500" b="1" kern="1200">
                  <a:latin typeface="Times New Roman" panose="02020603050405020304" pitchFamily="18" charset="0"/>
                  <a:cs typeface="Times New Roman" panose="02020603050405020304" pitchFamily="18" charset="0"/>
                </a:rPr>
                <a:t>ب دراسة التأثيرات والعوائق التي تحول دون العيش بأسلوب حياة صحي.</a:t>
              </a:r>
              <a:endParaRPr lang="en-US" sz="2500" kern="12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085A643D-1F38-445B-17CB-527C450F0260}"/>
                </a:ext>
              </a:extLst>
            </p:cNvPr>
            <p:cNvSpPr/>
            <p:nvPr/>
          </p:nvSpPr>
          <p:spPr>
            <a:xfrm>
              <a:off x="468311" y="4966108"/>
              <a:ext cx="8207375" cy="1107854"/>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tangle 9" descr="Stethoscope">
              <a:extLst>
                <a:ext uri="{FF2B5EF4-FFF2-40B4-BE49-F238E27FC236}">
                  <a16:creationId xmlns:a16="http://schemas.microsoft.com/office/drawing/2014/main" id="{CC8E0196-44EE-F160-2B73-2632E71AF2DD}"/>
                </a:ext>
              </a:extLst>
            </p:cNvPr>
            <p:cNvSpPr/>
            <p:nvPr/>
          </p:nvSpPr>
          <p:spPr>
            <a:xfrm>
              <a:off x="803436" y="5215375"/>
              <a:ext cx="609319" cy="609319"/>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A77AECC3-F0B6-E4AD-3434-056C9A0F41D1}"/>
                </a:ext>
              </a:extLst>
            </p:cNvPr>
            <p:cNvSpPr/>
            <p:nvPr/>
          </p:nvSpPr>
          <p:spPr>
            <a:xfrm>
              <a:off x="1747882" y="4966108"/>
              <a:ext cx="6927803" cy="1107854"/>
            </a:xfrm>
            <a:custGeom>
              <a:avLst/>
              <a:gdLst>
                <a:gd name="connsiteX0" fmla="*/ 0 w 6927803"/>
                <a:gd name="connsiteY0" fmla="*/ 0 h 1107854"/>
                <a:gd name="connsiteX1" fmla="*/ 6927803 w 6927803"/>
                <a:gd name="connsiteY1" fmla="*/ 0 h 1107854"/>
                <a:gd name="connsiteX2" fmla="*/ 6927803 w 6927803"/>
                <a:gd name="connsiteY2" fmla="*/ 1107854 h 1107854"/>
                <a:gd name="connsiteX3" fmla="*/ 0 w 6927803"/>
                <a:gd name="connsiteY3" fmla="*/ 1107854 h 1107854"/>
                <a:gd name="connsiteX4" fmla="*/ 0 w 6927803"/>
                <a:gd name="connsiteY4" fmla="*/ 0 h 110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7803" h="1107854">
                  <a:moveTo>
                    <a:pt x="0" y="0"/>
                  </a:moveTo>
                  <a:lnTo>
                    <a:pt x="6927803" y="0"/>
                  </a:lnTo>
                  <a:lnTo>
                    <a:pt x="6927803" y="1107854"/>
                  </a:lnTo>
                  <a:lnTo>
                    <a:pt x="0" y="110785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7248" tIns="117248" rIns="117248" bIns="117248" numCol="1" spcCol="1270" rtlCol="1" anchor="ctr" anchorCtr="0">
              <a:noAutofit/>
            </a:bodyPr>
            <a:lstStyle/>
            <a:p>
              <a:pPr marL="0" lvl="0" indent="0" algn="r" defTabSz="1111250" rtl="1">
                <a:lnSpc>
                  <a:spcPct val="90000"/>
                </a:lnSpc>
                <a:spcBef>
                  <a:spcPct val="0"/>
                </a:spcBef>
                <a:spcAft>
                  <a:spcPct val="35000"/>
                </a:spcAft>
                <a:buNone/>
              </a:pPr>
              <a:r>
                <a:rPr lang="ar" sz="2500" b="1" kern="1200">
                  <a:latin typeface="Times New Roman" panose="02020603050405020304" pitchFamily="18" charset="0"/>
                  <a:cs typeface="Times New Roman" panose="02020603050405020304" pitchFamily="18" charset="0"/>
                </a:rPr>
                <a:t>ج التوعية في مجال الصحة والعافية.</a:t>
              </a:r>
              <a:endParaRPr lang="en-US" sz="2500" kern="1200"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1F06A81B-EB4E-3BFB-0B45-21310FB203C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A8495-4CE4-7E73-B67B-9459947C2E22}"/>
              </a:ext>
            </a:extLst>
          </p:cNvPr>
          <p:cNvSpPr>
            <a:spLocks noGrp="1"/>
          </p:cNvSpPr>
          <p:nvPr>
            <p:ph type="title"/>
          </p:nvPr>
        </p:nvSpPr>
        <p:spPr>
          <a:xfrm>
            <a:off x="457200" y="1195200"/>
            <a:ext cx="8229600" cy="864000"/>
          </a:xfrm>
        </p:spPr>
        <p:txBody>
          <a:bodyPr wrap="square" rtlCol="1" anchor="ctr">
            <a:normAutofit/>
          </a:bodyPr>
          <a:lstStyle/>
          <a:p>
            <a:pPr rtl="1"/>
            <a:r>
              <a:rPr lang="ar"/>
              <a:t>نتاج التعلم أ</a:t>
            </a:r>
          </a:p>
        </p:txBody>
      </p:sp>
      <p:grpSp>
        <p:nvGrpSpPr>
          <p:cNvPr id="3" name="Group 2">
            <a:extLst>
              <a:ext uri="{FF2B5EF4-FFF2-40B4-BE49-F238E27FC236}">
                <a16:creationId xmlns:a16="http://schemas.microsoft.com/office/drawing/2014/main" id="{1B083B2C-4585-8A16-C4ED-84E0BAEE314C}"/>
              </a:ext>
            </a:extLst>
          </p:cNvPr>
          <p:cNvGrpSpPr/>
          <p:nvPr/>
        </p:nvGrpSpPr>
        <p:grpSpPr>
          <a:xfrm flipH="1">
            <a:off x="1441333" y="2197187"/>
            <a:ext cx="6261329" cy="3876061"/>
            <a:chOff x="1441333" y="2197187"/>
            <a:chExt cx="6261329" cy="3876061"/>
          </a:xfrm>
        </p:grpSpPr>
        <p:sp>
          <p:nvSpPr>
            <p:cNvPr id="4" name="Freeform: Shape 3">
              <a:extLst>
                <a:ext uri="{FF2B5EF4-FFF2-40B4-BE49-F238E27FC236}">
                  <a16:creationId xmlns:a16="http://schemas.microsoft.com/office/drawing/2014/main" id="{5CBBF025-1E60-0180-468B-6351B00CEEB6}"/>
                </a:ext>
              </a:extLst>
            </p:cNvPr>
            <p:cNvSpPr/>
            <p:nvPr/>
          </p:nvSpPr>
          <p:spPr>
            <a:xfrm>
              <a:off x="1441333" y="2197187"/>
              <a:ext cx="2981585" cy="1788951"/>
            </a:xfrm>
            <a:custGeom>
              <a:avLst/>
              <a:gdLst>
                <a:gd name="connsiteX0" fmla="*/ 0 w 2981585"/>
                <a:gd name="connsiteY0" fmla="*/ 0 h 1788951"/>
                <a:gd name="connsiteX1" fmla="*/ 2981585 w 2981585"/>
                <a:gd name="connsiteY1" fmla="*/ 0 h 1788951"/>
                <a:gd name="connsiteX2" fmla="*/ 2981585 w 2981585"/>
                <a:gd name="connsiteY2" fmla="*/ 1788951 h 1788951"/>
                <a:gd name="connsiteX3" fmla="*/ 0 w 2981585"/>
                <a:gd name="connsiteY3" fmla="*/ 1788951 h 1788951"/>
                <a:gd name="connsiteX4" fmla="*/ 0 w 2981585"/>
                <a:gd name="connsiteY4" fmla="*/ 0 h 1788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585" h="1788951">
                  <a:moveTo>
                    <a:pt x="0" y="0"/>
                  </a:moveTo>
                  <a:lnTo>
                    <a:pt x="2981585" y="0"/>
                  </a:lnTo>
                  <a:lnTo>
                    <a:pt x="2981585" y="1788951"/>
                  </a:lnTo>
                  <a:lnTo>
                    <a:pt x="0" y="1788951"/>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95250" tIns="95250" rIns="95250" bIns="95250" numCol="1" spcCol="1270" rtlCol="1" anchor="ctr" anchorCtr="0">
              <a:noAutofit/>
            </a:bodyPr>
            <a:lstStyle/>
            <a:p>
              <a:pPr marL="0" lvl="0" indent="0" algn="ctr" defTabSz="1111250" rtl="1">
                <a:lnSpc>
                  <a:spcPct val="90000"/>
                </a:lnSpc>
                <a:spcBef>
                  <a:spcPct val="0"/>
                </a:spcBef>
                <a:spcAft>
                  <a:spcPct val="35000"/>
                </a:spcAft>
                <a:buNone/>
              </a:pPr>
              <a:r>
                <a:rPr lang="ar" sz="2500" kern="1200"/>
                <a:t>استكشاف مدى تأثير ممارسة التمارين الرياضية والنظام الغذائي والنظافة الشخصية في الحياة الصحية</a:t>
              </a:r>
              <a:endParaRPr lang="en-US" sz="2500" kern="1200"/>
            </a:p>
          </p:txBody>
        </p:sp>
        <p:sp>
          <p:nvSpPr>
            <p:cNvPr id="5" name="Freeform: Shape 4">
              <a:extLst>
                <a:ext uri="{FF2B5EF4-FFF2-40B4-BE49-F238E27FC236}">
                  <a16:creationId xmlns:a16="http://schemas.microsoft.com/office/drawing/2014/main" id="{5B64AC7C-35CC-4A5A-36F0-C9FEA4C080AA}"/>
                </a:ext>
              </a:extLst>
            </p:cNvPr>
            <p:cNvSpPr/>
            <p:nvPr/>
          </p:nvSpPr>
          <p:spPr>
            <a:xfrm>
              <a:off x="4721077" y="2197187"/>
              <a:ext cx="2981585" cy="1788951"/>
            </a:xfrm>
            <a:custGeom>
              <a:avLst/>
              <a:gdLst>
                <a:gd name="connsiteX0" fmla="*/ 0 w 2981585"/>
                <a:gd name="connsiteY0" fmla="*/ 0 h 1788951"/>
                <a:gd name="connsiteX1" fmla="*/ 2981585 w 2981585"/>
                <a:gd name="connsiteY1" fmla="*/ 0 h 1788951"/>
                <a:gd name="connsiteX2" fmla="*/ 2981585 w 2981585"/>
                <a:gd name="connsiteY2" fmla="*/ 1788951 h 1788951"/>
                <a:gd name="connsiteX3" fmla="*/ 0 w 2981585"/>
                <a:gd name="connsiteY3" fmla="*/ 1788951 h 1788951"/>
                <a:gd name="connsiteX4" fmla="*/ 0 w 2981585"/>
                <a:gd name="connsiteY4" fmla="*/ 0 h 1788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585" h="1788951">
                  <a:moveTo>
                    <a:pt x="0" y="0"/>
                  </a:moveTo>
                  <a:lnTo>
                    <a:pt x="2981585" y="0"/>
                  </a:lnTo>
                  <a:lnTo>
                    <a:pt x="2981585" y="1788951"/>
                  </a:lnTo>
                  <a:lnTo>
                    <a:pt x="0" y="1788951"/>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95250" tIns="95250" rIns="95250" bIns="95250" numCol="1" spcCol="1270" rtlCol="1" anchor="ctr" anchorCtr="0">
              <a:noAutofit/>
            </a:bodyPr>
            <a:lstStyle/>
            <a:p>
              <a:pPr marL="0" lvl="0" indent="0" algn="ctr" defTabSz="1111250" rtl="1">
                <a:lnSpc>
                  <a:spcPct val="90000"/>
                </a:lnSpc>
                <a:spcBef>
                  <a:spcPct val="0"/>
                </a:spcBef>
                <a:spcAft>
                  <a:spcPct val="35000"/>
                </a:spcAft>
                <a:buNone/>
              </a:pPr>
              <a:r>
                <a:rPr lang="ar" sz="2500" kern="1200"/>
                <a:t>أ1 أهمية اللياقة البدنية وتأثير عدم النشاط في أسلوب الحياة</a:t>
              </a:r>
              <a:endParaRPr lang="en-US" sz="2500" kern="1200"/>
            </a:p>
          </p:txBody>
        </p:sp>
        <p:sp>
          <p:nvSpPr>
            <p:cNvPr id="7" name="Freeform: Shape 6">
              <a:extLst>
                <a:ext uri="{FF2B5EF4-FFF2-40B4-BE49-F238E27FC236}">
                  <a16:creationId xmlns:a16="http://schemas.microsoft.com/office/drawing/2014/main" id="{D0DE2DFF-9745-3922-4995-8E6A1107A7BB}"/>
                </a:ext>
              </a:extLst>
            </p:cNvPr>
            <p:cNvSpPr/>
            <p:nvPr/>
          </p:nvSpPr>
          <p:spPr>
            <a:xfrm>
              <a:off x="1441333" y="4284297"/>
              <a:ext cx="2981585" cy="1788951"/>
            </a:xfrm>
            <a:custGeom>
              <a:avLst/>
              <a:gdLst>
                <a:gd name="connsiteX0" fmla="*/ 0 w 2981585"/>
                <a:gd name="connsiteY0" fmla="*/ 0 h 1788951"/>
                <a:gd name="connsiteX1" fmla="*/ 2981585 w 2981585"/>
                <a:gd name="connsiteY1" fmla="*/ 0 h 1788951"/>
                <a:gd name="connsiteX2" fmla="*/ 2981585 w 2981585"/>
                <a:gd name="connsiteY2" fmla="*/ 1788951 h 1788951"/>
                <a:gd name="connsiteX3" fmla="*/ 0 w 2981585"/>
                <a:gd name="connsiteY3" fmla="*/ 1788951 h 1788951"/>
                <a:gd name="connsiteX4" fmla="*/ 0 w 2981585"/>
                <a:gd name="connsiteY4" fmla="*/ 0 h 1788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585" h="1788951">
                  <a:moveTo>
                    <a:pt x="0" y="0"/>
                  </a:moveTo>
                  <a:lnTo>
                    <a:pt x="2981585" y="0"/>
                  </a:lnTo>
                  <a:lnTo>
                    <a:pt x="2981585" y="1788951"/>
                  </a:lnTo>
                  <a:lnTo>
                    <a:pt x="0" y="1788951"/>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95250" tIns="95250" rIns="95250" bIns="95250" numCol="1" spcCol="1270" rtlCol="1" anchor="ctr" anchorCtr="0">
              <a:noAutofit/>
            </a:bodyPr>
            <a:lstStyle/>
            <a:p>
              <a:pPr marL="0" lvl="0" indent="0" algn="ctr" defTabSz="1111250" rtl="1">
                <a:lnSpc>
                  <a:spcPct val="90000"/>
                </a:lnSpc>
                <a:spcBef>
                  <a:spcPct val="0"/>
                </a:spcBef>
                <a:spcAft>
                  <a:spcPct val="35000"/>
                </a:spcAft>
                <a:buNone/>
              </a:pPr>
              <a:r>
                <a:rPr lang="ar" sz="2500" kern="1200"/>
                <a:t>أ2 أهمية الحفاظ على نظام غذائي متوازن وتأثير النظام الغذائي السيئ</a:t>
              </a:r>
              <a:endParaRPr lang="en-US" sz="2500" kern="1200"/>
            </a:p>
          </p:txBody>
        </p:sp>
        <p:sp>
          <p:nvSpPr>
            <p:cNvPr id="8" name="Freeform: Shape 7">
              <a:extLst>
                <a:ext uri="{FF2B5EF4-FFF2-40B4-BE49-F238E27FC236}">
                  <a16:creationId xmlns:a16="http://schemas.microsoft.com/office/drawing/2014/main" id="{0A5C70BB-C4A0-BE79-D74D-21B3E462F16F}"/>
                </a:ext>
              </a:extLst>
            </p:cNvPr>
            <p:cNvSpPr/>
            <p:nvPr/>
          </p:nvSpPr>
          <p:spPr>
            <a:xfrm>
              <a:off x="4721077" y="4284297"/>
              <a:ext cx="2981585" cy="1788951"/>
            </a:xfrm>
            <a:custGeom>
              <a:avLst/>
              <a:gdLst>
                <a:gd name="connsiteX0" fmla="*/ 0 w 2981585"/>
                <a:gd name="connsiteY0" fmla="*/ 0 h 1788951"/>
                <a:gd name="connsiteX1" fmla="*/ 2981585 w 2981585"/>
                <a:gd name="connsiteY1" fmla="*/ 0 h 1788951"/>
                <a:gd name="connsiteX2" fmla="*/ 2981585 w 2981585"/>
                <a:gd name="connsiteY2" fmla="*/ 1788951 h 1788951"/>
                <a:gd name="connsiteX3" fmla="*/ 0 w 2981585"/>
                <a:gd name="connsiteY3" fmla="*/ 1788951 h 1788951"/>
                <a:gd name="connsiteX4" fmla="*/ 0 w 2981585"/>
                <a:gd name="connsiteY4" fmla="*/ 0 h 1788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585" h="1788951">
                  <a:moveTo>
                    <a:pt x="0" y="0"/>
                  </a:moveTo>
                  <a:lnTo>
                    <a:pt x="2981585" y="0"/>
                  </a:lnTo>
                  <a:lnTo>
                    <a:pt x="2981585" y="1788951"/>
                  </a:lnTo>
                  <a:lnTo>
                    <a:pt x="0" y="1788951"/>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95250" tIns="95250" rIns="95250" bIns="95250" numCol="1" spcCol="1270" rtlCol="1" anchor="ctr" anchorCtr="0">
              <a:noAutofit/>
            </a:bodyPr>
            <a:lstStyle/>
            <a:p>
              <a:pPr marL="0" lvl="0" indent="0" algn="ctr" defTabSz="1111250" rtl="1">
                <a:lnSpc>
                  <a:spcPct val="90000"/>
                </a:lnSpc>
                <a:spcBef>
                  <a:spcPct val="0"/>
                </a:spcBef>
                <a:spcAft>
                  <a:spcPct val="35000"/>
                </a:spcAft>
                <a:buNone/>
              </a:pPr>
              <a:r>
                <a:rPr lang="ar" sz="2500" kern="1200"/>
                <a:t>أ3 أهمية النظافة الشخصية والعناية بالمظهر وتأثير إهمال النظافة</a:t>
              </a:r>
              <a:endParaRPr lang="en-US" sz="2500" kern="1200"/>
            </a:p>
          </p:txBody>
        </p:sp>
      </p:grpSp>
      <p:sp>
        <p:nvSpPr>
          <p:cNvPr id="6" name="TextBox 5">
            <a:extLst>
              <a:ext uri="{FF2B5EF4-FFF2-40B4-BE49-F238E27FC236}">
                <a16:creationId xmlns:a16="http://schemas.microsoft.com/office/drawing/2014/main" id="{963EBE75-DBE2-F6D7-4102-F06CF7BE278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783265236"/>
      </p:ext>
    </p:extLst>
  </p:cSld>
  <p:clrMapOvr>
    <a:masterClrMapping/>
  </p:clrMapOvr>
  <p:transition>
    <p:sndAc>
      <p:stSnd>
        <p:snd r:embed="rId2"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4F4F7-0C6C-B172-2EEB-B39C64678CE4}"/>
              </a:ext>
            </a:extLst>
          </p:cNvPr>
          <p:cNvSpPr>
            <a:spLocks noGrp="1"/>
          </p:cNvSpPr>
          <p:nvPr>
            <p:ph type="title"/>
          </p:nvPr>
        </p:nvSpPr>
        <p:spPr>
          <a:xfrm>
            <a:off x="457201" y="1204064"/>
            <a:ext cx="8229600" cy="864000"/>
          </a:xfrm>
        </p:spPr>
        <p:txBody>
          <a:bodyPr wrap="square" rtlCol="1" anchor="ctr">
            <a:normAutofit/>
          </a:bodyPr>
          <a:lstStyle/>
          <a:p>
            <a:pPr rtl="1"/>
            <a:r>
              <a:rPr lang="ar" dirty="0">
                <a:latin typeface="Times New Roman" panose="02020603050405020304" pitchFamily="18" charset="0"/>
                <a:cs typeface="Times New Roman" panose="02020603050405020304" pitchFamily="18" charset="0"/>
              </a:rPr>
              <a:t>نتاج التعلم ب</a:t>
            </a:r>
          </a:p>
        </p:txBody>
      </p:sp>
      <p:grpSp>
        <p:nvGrpSpPr>
          <p:cNvPr id="3" name="Group 2">
            <a:extLst>
              <a:ext uri="{FF2B5EF4-FFF2-40B4-BE49-F238E27FC236}">
                <a16:creationId xmlns:a16="http://schemas.microsoft.com/office/drawing/2014/main" id="{0CAF3438-A431-AA27-46AD-E06E8D80583A}"/>
              </a:ext>
            </a:extLst>
          </p:cNvPr>
          <p:cNvGrpSpPr/>
          <p:nvPr/>
        </p:nvGrpSpPr>
        <p:grpSpPr>
          <a:xfrm flipH="1">
            <a:off x="468312" y="2204864"/>
            <a:ext cx="8207374" cy="3878435"/>
            <a:chOff x="468312" y="2204864"/>
            <a:chExt cx="8207374" cy="3878435"/>
          </a:xfrm>
        </p:grpSpPr>
        <p:sp>
          <p:nvSpPr>
            <p:cNvPr id="4" name="Freeform: Shape 3">
              <a:extLst>
                <a:ext uri="{FF2B5EF4-FFF2-40B4-BE49-F238E27FC236}">
                  <a16:creationId xmlns:a16="http://schemas.microsoft.com/office/drawing/2014/main" id="{951E9F66-BC89-7ABF-0CDE-99A481187BD3}"/>
                </a:ext>
              </a:extLst>
            </p:cNvPr>
            <p:cNvSpPr/>
            <p:nvPr/>
          </p:nvSpPr>
          <p:spPr>
            <a:xfrm>
              <a:off x="468312" y="2204864"/>
              <a:ext cx="7344046"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55999" tIns="155999" rIns="274320" bIns="155999" numCol="1" spcCol="1270" rtlCol="1" anchor="ctr" anchorCtr="0">
              <a:noAutofit/>
            </a:bodyPr>
            <a:lstStyle/>
            <a:p>
              <a:pPr lvl="0" defTabSz="1422400" rtl="1">
                <a:lnSpc>
                  <a:spcPct val="90000"/>
                </a:lnSpc>
                <a:spcBef>
                  <a:spcPct val="0"/>
                </a:spcBef>
                <a:spcAft>
                  <a:spcPts val="0"/>
                </a:spcAft>
                <a:buNone/>
              </a:pPr>
              <a:r>
                <a:rPr lang="ar" sz="3200" kern="1200" dirty="0">
                  <a:latin typeface="Times New Roman" panose="02020603050405020304" pitchFamily="18" charset="0"/>
                  <a:cs typeface="Times New Roman" panose="02020603050405020304" pitchFamily="18" charset="0"/>
                </a:rPr>
                <a:t>دراسة التأثيرات والعوائق التي تحول دون العيش بأسلوب حياة صحي</a:t>
              </a:r>
              <a:endParaRPr lang="en-US" sz="3200" kern="1200" dirty="0">
                <a:latin typeface="Times New Roman" panose="02020603050405020304" pitchFamily="18" charset="0"/>
                <a:cs typeface="Times New Roman" panose="02020603050405020304" pitchFamily="18" charset="0"/>
              </a:endParaRPr>
            </a:p>
          </p:txBody>
        </p:sp>
        <p:sp>
          <p:nvSpPr>
            <p:cNvPr id="5" name="Freeform: Shape 4">
              <a:extLst>
                <a:ext uri="{FF2B5EF4-FFF2-40B4-BE49-F238E27FC236}">
                  <a16:creationId xmlns:a16="http://schemas.microsoft.com/office/drawing/2014/main" id="{86B46A51-E876-C408-5392-F9EA95D5D98E}"/>
                </a:ext>
              </a:extLst>
            </p:cNvPr>
            <p:cNvSpPr/>
            <p:nvPr/>
          </p:nvSpPr>
          <p:spPr>
            <a:xfrm>
              <a:off x="1083865" y="3562316"/>
              <a:ext cx="6976268"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914400" tIns="155999" rIns="274320" bIns="155999" numCol="1" spcCol="1270" rtlCol="1" anchor="ctr" anchorCtr="0">
              <a:noAutofit/>
            </a:bodyPr>
            <a:lstStyle/>
            <a:p>
              <a:pPr marL="0" lvl="0" indent="0" defTabSz="1422400" rtl="1">
                <a:lnSpc>
                  <a:spcPct val="90000"/>
                </a:lnSpc>
                <a:spcBef>
                  <a:spcPct val="0"/>
                </a:spcBef>
                <a:spcAft>
                  <a:spcPct val="35000"/>
                </a:spcAft>
                <a:buNone/>
              </a:pPr>
              <a:r>
                <a:rPr lang="ar" sz="3200" kern="1200" dirty="0">
                  <a:latin typeface="Times New Roman" panose="02020603050405020304" pitchFamily="18" charset="0"/>
                  <a:cs typeface="Times New Roman" panose="02020603050405020304" pitchFamily="18" charset="0"/>
                </a:rPr>
                <a:t>ب1 العوامل الاجتماعية وعوائق تحقيق أسلوب حياة صحي</a:t>
              </a:r>
              <a:endParaRPr lang="en-US" sz="3200" kern="1200" dirty="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20B35327-FECD-A093-D0EC-553D62581E64}"/>
                </a:ext>
              </a:extLst>
            </p:cNvPr>
            <p:cNvSpPr/>
            <p:nvPr/>
          </p:nvSpPr>
          <p:spPr>
            <a:xfrm>
              <a:off x="1699418" y="4919769"/>
              <a:ext cx="6976268"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737360" tIns="155999" rIns="274320" bIns="155999" numCol="1" spcCol="1270" rtlCol="1" anchor="ctr" anchorCtr="0">
              <a:noAutofit/>
            </a:bodyPr>
            <a:lstStyle/>
            <a:p>
              <a:pPr marL="0" lvl="0" indent="0" defTabSz="1422400" rtl="1">
                <a:lnSpc>
                  <a:spcPct val="90000"/>
                </a:lnSpc>
                <a:spcBef>
                  <a:spcPct val="0"/>
                </a:spcBef>
                <a:spcAft>
                  <a:spcPct val="35000"/>
                </a:spcAft>
                <a:buNone/>
              </a:pPr>
              <a:r>
                <a:rPr lang="ar" sz="3200" kern="1200" dirty="0">
                  <a:latin typeface="Times New Roman" panose="02020603050405020304" pitchFamily="18" charset="0"/>
                  <a:cs typeface="Times New Roman" panose="02020603050405020304" pitchFamily="18" charset="0"/>
                </a:rPr>
                <a:t>ب2 العوامل الشخصية المؤثرة في الحياة الصحية</a:t>
              </a:r>
              <a:endParaRPr lang="en-US" sz="3200" kern="1200" dirty="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AF97B0CD-A6B6-BBE0-C253-6BB22E891AA3}"/>
                </a:ext>
              </a:extLst>
            </p:cNvPr>
            <p:cNvSpPr/>
            <p:nvPr/>
          </p:nvSpPr>
          <p:spPr>
            <a:xfrm>
              <a:off x="6688285" y="3087208"/>
              <a:ext cx="756295" cy="756295"/>
            </a:xfrm>
            <a:custGeom>
              <a:avLst/>
              <a:gdLst>
                <a:gd name="connsiteX0" fmla="*/ 0 w 756295"/>
                <a:gd name="connsiteY0" fmla="*/ 415962 h 756295"/>
                <a:gd name="connsiteX1" fmla="*/ 170166 w 756295"/>
                <a:gd name="connsiteY1" fmla="*/ 415962 h 756295"/>
                <a:gd name="connsiteX2" fmla="*/ 170166 w 756295"/>
                <a:gd name="connsiteY2" fmla="*/ 0 h 756295"/>
                <a:gd name="connsiteX3" fmla="*/ 586129 w 756295"/>
                <a:gd name="connsiteY3" fmla="*/ 0 h 756295"/>
                <a:gd name="connsiteX4" fmla="*/ 586129 w 756295"/>
                <a:gd name="connsiteY4" fmla="*/ 415962 h 756295"/>
                <a:gd name="connsiteX5" fmla="*/ 756295 w 756295"/>
                <a:gd name="connsiteY5" fmla="*/ 415962 h 756295"/>
                <a:gd name="connsiteX6" fmla="*/ 378148 w 756295"/>
                <a:gd name="connsiteY6" fmla="*/ 756295 h 756295"/>
                <a:gd name="connsiteX7" fmla="*/ 0 w 756295"/>
                <a:gd name="connsiteY7" fmla="*/ 415962 h 7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295" h="756295">
                  <a:moveTo>
                    <a:pt x="0" y="415962"/>
                  </a:moveTo>
                  <a:lnTo>
                    <a:pt x="170166" y="415962"/>
                  </a:lnTo>
                  <a:lnTo>
                    <a:pt x="170166" y="0"/>
                  </a:lnTo>
                  <a:lnTo>
                    <a:pt x="586129" y="0"/>
                  </a:lnTo>
                  <a:lnTo>
                    <a:pt x="586129" y="415962"/>
                  </a:lnTo>
                  <a:lnTo>
                    <a:pt x="756295" y="415962"/>
                  </a:lnTo>
                  <a:lnTo>
                    <a:pt x="378148" y="756295"/>
                  </a:lnTo>
                  <a:lnTo>
                    <a:pt x="0" y="415962"/>
                  </a:lnTo>
                  <a:close/>
                </a:path>
              </a:pathLst>
            </a:custGeom>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15886" tIns="45720" rIns="215886" bIns="232903" numCol="1" spcCol="1270" rtlCol="1" anchor="ctr" anchorCtr="0">
              <a:noAutofit/>
            </a:bodyPr>
            <a:lstStyle/>
            <a:p>
              <a:pPr marL="0" lvl="0" indent="0" algn="ctr" defTabSz="1600200" rtl="1">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65B24F8A-926D-BB81-EF5B-0960A96D5A61}"/>
                </a:ext>
              </a:extLst>
            </p:cNvPr>
            <p:cNvSpPr/>
            <p:nvPr/>
          </p:nvSpPr>
          <p:spPr>
            <a:xfrm>
              <a:off x="7303838" y="4436903"/>
              <a:ext cx="756295" cy="756295"/>
            </a:xfrm>
            <a:custGeom>
              <a:avLst/>
              <a:gdLst>
                <a:gd name="connsiteX0" fmla="*/ 0 w 756295"/>
                <a:gd name="connsiteY0" fmla="*/ 415962 h 756295"/>
                <a:gd name="connsiteX1" fmla="*/ 170166 w 756295"/>
                <a:gd name="connsiteY1" fmla="*/ 415962 h 756295"/>
                <a:gd name="connsiteX2" fmla="*/ 170166 w 756295"/>
                <a:gd name="connsiteY2" fmla="*/ 0 h 756295"/>
                <a:gd name="connsiteX3" fmla="*/ 586129 w 756295"/>
                <a:gd name="connsiteY3" fmla="*/ 0 h 756295"/>
                <a:gd name="connsiteX4" fmla="*/ 586129 w 756295"/>
                <a:gd name="connsiteY4" fmla="*/ 415962 h 756295"/>
                <a:gd name="connsiteX5" fmla="*/ 756295 w 756295"/>
                <a:gd name="connsiteY5" fmla="*/ 415962 h 756295"/>
                <a:gd name="connsiteX6" fmla="*/ 378148 w 756295"/>
                <a:gd name="connsiteY6" fmla="*/ 756295 h 756295"/>
                <a:gd name="connsiteX7" fmla="*/ 0 w 756295"/>
                <a:gd name="connsiteY7" fmla="*/ 415962 h 7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295" h="756295">
                  <a:moveTo>
                    <a:pt x="0" y="415962"/>
                  </a:moveTo>
                  <a:lnTo>
                    <a:pt x="170166" y="415962"/>
                  </a:lnTo>
                  <a:lnTo>
                    <a:pt x="170166" y="0"/>
                  </a:lnTo>
                  <a:lnTo>
                    <a:pt x="586129" y="0"/>
                  </a:lnTo>
                  <a:lnTo>
                    <a:pt x="586129" y="415962"/>
                  </a:lnTo>
                  <a:lnTo>
                    <a:pt x="756295" y="415962"/>
                  </a:lnTo>
                  <a:lnTo>
                    <a:pt x="378148" y="756295"/>
                  </a:lnTo>
                  <a:lnTo>
                    <a:pt x="0" y="415962"/>
                  </a:lnTo>
                  <a:close/>
                </a:path>
              </a:pathLst>
            </a:custGeom>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15886" tIns="45720" rIns="215886" bIns="232903" numCol="1" spcCol="1270" rtlCol="1" anchor="ctr" anchorCtr="0">
              <a:noAutofit/>
            </a:bodyPr>
            <a:lstStyle/>
            <a:p>
              <a:pPr marL="0" lvl="0" indent="0" algn="ctr" defTabSz="1600200" rtl="1">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A7874AEE-81E1-89ED-98BA-E84EE14EDF6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644512172"/>
      </p:ext>
    </p:extLst>
  </p:cSld>
  <p:clrMapOvr>
    <a:masterClrMapping/>
  </p:clrMapOvr>
  <p:transition>
    <p:sndAc>
      <p:stSnd>
        <p:snd r:embed="rId2"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A67AE-00E5-750D-40AF-2D392DBAEE1D}"/>
              </a:ext>
            </a:extLst>
          </p:cNvPr>
          <p:cNvSpPr>
            <a:spLocks noGrp="1"/>
          </p:cNvSpPr>
          <p:nvPr>
            <p:ph type="title"/>
          </p:nvPr>
        </p:nvSpPr>
        <p:spPr>
          <a:xfrm>
            <a:off x="457200" y="1195200"/>
            <a:ext cx="8229600" cy="864000"/>
          </a:xfrm>
        </p:spPr>
        <p:txBody>
          <a:bodyPr wrap="square" rtlCol="1" anchor="ctr">
            <a:normAutofit/>
          </a:bodyPr>
          <a:lstStyle/>
          <a:p>
            <a:pPr rtl="1"/>
            <a:r>
              <a:rPr lang="ar">
                <a:latin typeface="Times New Roman" panose="02020603050405020304" pitchFamily="18" charset="0"/>
                <a:cs typeface="Times New Roman" panose="02020603050405020304" pitchFamily="18" charset="0"/>
              </a:rPr>
              <a:t>نتاج التعلم ج</a:t>
            </a:r>
          </a:p>
        </p:txBody>
      </p:sp>
      <p:grpSp>
        <p:nvGrpSpPr>
          <p:cNvPr id="3" name="Group 2">
            <a:extLst>
              <a:ext uri="{FF2B5EF4-FFF2-40B4-BE49-F238E27FC236}">
                <a16:creationId xmlns:a16="http://schemas.microsoft.com/office/drawing/2014/main" id="{6EF3A521-B77D-2EAB-CF7B-3892712CEFE8}"/>
              </a:ext>
            </a:extLst>
          </p:cNvPr>
          <p:cNvGrpSpPr/>
          <p:nvPr/>
        </p:nvGrpSpPr>
        <p:grpSpPr>
          <a:xfrm flipH="1">
            <a:off x="468311" y="2196000"/>
            <a:ext cx="8207374" cy="3878435"/>
            <a:chOff x="468311" y="2196000"/>
            <a:chExt cx="8207374" cy="3878435"/>
          </a:xfrm>
        </p:grpSpPr>
        <p:sp>
          <p:nvSpPr>
            <p:cNvPr id="4" name="Freeform: Shape 3">
              <a:extLst>
                <a:ext uri="{FF2B5EF4-FFF2-40B4-BE49-F238E27FC236}">
                  <a16:creationId xmlns:a16="http://schemas.microsoft.com/office/drawing/2014/main" id="{20E2FF91-BB95-C17A-D67E-8748BE9DA72B}"/>
                </a:ext>
              </a:extLst>
            </p:cNvPr>
            <p:cNvSpPr/>
            <p:nvPr/>
          </p:nvSpPr>
          <p:spPr>
            <a:xfrm>
              <a:off x="468311" y="2196000"/>
              <a:ext cx="6976268"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97280" tIns="155999" rIns="274320" bIns="155999" numCol="1" spcCol="1270" rtlCol="1" anchor="ctr" anchorCtr="0">
              <a:noAutofit/>
            </a:bodyPr>
            <a:lstStyle/>
            <a:p>
              <a:pPr marL="0" lvl="0" indent="0" defTabSz="1422400" rtl="1">
                <a:lnSpc>
                  <a:spcPct val="90000"/>
                </a:lnSpc>
                <a:spcBef>
                  <a:spcPct val="0"/>
                </a:spcBef>
                <a:spcAft>
                  <a:spcPct val="35000"/>
                </a:spcAft>
                <a:buNone/>
              </a:pPr>
              <a:r>
                <a:rPr lang="ar" sz="3200" kern="1200">
                  <a:latin typeface="Times New Roman" panose="02020603050405020304" pitchFamily="18" charset="0"/>
                  <a:cs typeface="Times New Roman" panose="02020603050405020304" pitchFamily="18" charset="0"/>
                </a:rPr>
                <a:t>التوعية في مجال الصحة والعافية</a:t>
              </a:r>
              <a:endParaRPr lang="en-US" sz="3200" kern="1200">
                <a:latin typeface="Times New Roman" panose="02020603050405020304" pitchFamily="18" charset="0"/>
                <a:cs typeface="Times New Roman" panose="02020603050405020304" pitchFamily="18" charset="0"/>
              </a:endParaRPr>
            </a:p>
          </p:txBody>
        </p:sp>
        <p:sp>
          <p:nvSpPr>
            <p:cNvPr id="5" name="Freeform: Shape 4">
              <a:extLst>
                <a:ext uri="{FF2B5EF4-FFF2-40B4-BE49-F238E27FC236}">
                  <a16:creationId xmlns:a16="http://schemas.microsoft.com/office/drawing/2014/main" id="{C5568696-4BEB-4E45-127B-EAEA7BF7E03D}"/>
                </a:ext>
              </a:extLst>
            </p:cNvPr>
            <p:cNvSpPr/>
            <p:nvPr/>
          </p:nvSpPr>
          <p:spPr>
            <a:xfrm>
              <a:off x="1083864" y="3553452"/>
              <a:ext cx="6976268"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97280" tIns="155999" rIns="274320" bIns="155999" numCol="1" spcCol="1270" rtlCol="1" anchor="ctr" anchorCtr="0">
              <a:noAutofit/>
            </a:bodyPr>
            <a:lstStyle/>
            <a:p>
              <a:pPr marL="0" lvl="0" indent="0" defTabSz="1422400" rtl="1">
                <a:lnSpc>
                  <a:spcPct val="90000"/>
                </a:lnSpc>
                <a:spcBef>
                  <a:spcPct val="0"/>
                </a:spcBef>
                <a:spcAft>
                  <a:spcPct val="35000"/>
                </a:spcAft>
                <a:buNone/>
              </a:pPr>
              <a:r>
                <a:rPr lang="ar" sz="3200" kern="1200">
                  <a:latin typeface="Times New Roman" panose="02020603050405020304" pitchFamily="18" charset="0"/>
                  <a:cs typeface="Times New Roman" panose="02020603050405020304" pitchFamily="18" charset="0"/>
                </a:rPr>
                <a:t>ج1 أنواع نشاطات التوعية الصحية وأساليبها</a:t>
              </a:r>
              <a:endParaRPr lang="en-US" sz="3200" kern="120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B06E2A1D-1D09-A929-7247-5A745DF4FA20}"/>
                </a:ext>
              </a:extLst>
            </p:cNvPr>
            <p:cNvSpPr/>
            <p:nvPr/>
          </p:nvSpPr>
          <p:spPr>
            <a:xfrm>
              <a:off x="1699417" y="4910905"/>
              <a:ext cx="6976268" cy="1163530"/>
            </a:xfrm>
            <a:custGeom>
              <a:avLst/>
              <a:gdLst>
                <a:gd name="connsiteX0" fmla="*/ 0 w 6976268"/>
                <a:gd name="connsiteY0" fmla="*/ 116353 h 1163530"/>
                <a:gd name="connsiteX1" fmla="*/ 116353 w 6976268"/>
                <a:gd name="connsiteY1" fmla="*/ 0 h 1163530"/>
                <a:gd name="connsiteX2" fmla="*/ 6859915 w 6976268"/>
                <a:gd name="connsiteY2" fmla="*/ 0 h 1163530"/>
                <a:gd name="connsiteX3" fmla="*/ 6976268 w 6976268"/>
                <a:gd name="connsiteY3" fmla="*/ 116353 h 1163530"/>
                <a:gd name="connsiteX4" fmla="*/ 6976268 w 6976268"/>
                <a:gd name="connsiteY4" fmla="*/ 1047177 h 1163530"/>
                <a:gd name="connsiteX5" fmla="*/ 6859915 w 6976268"/>
                <a:gd name="connsiteY5" fmla="*/ 1163530 h 1163530"/>
                <a:gd name="connsiteX6" fmla="*/ 116353 w 6976268"/>
                <a:gd name="connsiteY6" fmla="*/ 1163530 h 1163530"/>
                <a:gd name="connsiteX7" fmla="*/ 0 w 6976268"/>
                <a:gd name="connsiteY7" fmla="*/ 1047177 h 1163530"/>
                <a:gd name="connsiteX8" fmla="*/ 0 w 6976268"/>
                <a:gd name="connsiteY8" fmla="*/ 116353 h 1163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76268" h="1163530">
                  <a:moveTo>
                    <a:pt x="0" y="116353"/>
                  </a:moveTo>
                  <a:cubicBezTo>
                    <a:pt x="0" y="52093"/>
                    <a:pt x="52093" y="0"/>
                    <a:pt x="116353" y="0"/>
                  </a:cubicBezTo>
                  <a:lnTo>
                    <a:pt x="6859915" y="0"/>
                  </a:lnTo>
                  <a:cubicBezTo>
                    <a:pt x="6924175" y="0"/>
                    <a:pt x="6976268" y="52093"/>
                    <a:pt x="6976268" y="116353"/>
                  </a:cubicBezTo>
                  <a:lnTo>
                    <a:pt x="6976268" y="1047177"/>
                  </a:lnTo>
                  <a:cubicBezTo>
                    <a:pt x="6976268" y="1111437"/>
                    <a:pt x="6924175" y="1163530"/>
                    <a:pt x="6859915" y="1163530"/>
                  </a:cubicBezTo>
                  <a:lnTo>
                    <a:pt x="116353" y="1163530"/>
                  </a:lnTo>
                  <a:cubicBezTo>
                    <a:pt x="52093" y="1163530"/>
                    <a:pt x="0" y="1111437"/>
                    <a:pt x="0" y="1047177"/>
                  </a:cubicBezTo>
                  <a:lnTo>
                    <a:pt x="0" y="116353"/>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97280" tIns="155999" rIns="274320" bIns="155999" numCol="1" spcCol="1270" rtlCol="1" anchor="ctr" anchorCtr="0">
              <a:noAutofit/>
            </a:bodyPr>
            <a:lstStyle/>
            <a:p>
              <a:pPr marL="0" lvl="0" indent="0" defTabSz="1422400" rtl="1">
                <a:lnSpc>
                  <a:spcPct val="90000"/>
                </a:lnSpc>
                <a:spcBef>
                  <a:spcPct val="0"/>
                </a:spcBef>
                <a:spcAft>
                  <a:spcPct val="35000"/>
                </a:spcAft>
                <a:buNone/>
              </a:pPr>
              <a:r>
                <a:rPr lang="ar" sz="3200" kern="1200">
                  <a:latin typeface="Times New Roman" panose="02020603050405020304" pitchFamily="18" charset="0"/>
                  <a:cs typeface="Times New Roman" panose="02020603050405020304" pitchFamily="18" charset="0"/>
                </a:rPr>
                <a:t>ج2 تأثيرات التوعية الصحية الإيجابية</a:t>
              </a:r>
              <a:endParaRPr lang="en-US" sz="3200" kern="120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9EB88F01-E4CA-9B3B-9328-D2683C5CCA3C}"/>
                </a:ext>
              </a:extLst>
            </p:cNvPr>
            <p:cNvSpPr/>
            <p:nvPr/>
          </p:nvSpPr>
          <p:spPr>
            <a:xfrm>
              <a:off x="6688284" y="3078344"/>
              <a:ext cx="756295" cy="756295"/>
            </a:xfrm>
            <a:custGeom>
              <a:avLst/>
              <a:gdLst>
                <a:gd name="connsiteX0" fmla="*/ 0 w 756295"/>
                <a:gd name="connsiteY0" fmla="*/ 415962 h 756295"/>
                <a:gd name="connsiteX1" fmla="*/ 170166 w 756295"/>
                <a:gd name="connsiteY1" fmla="*/ 415962 h 756295"/>
                <a:gd name="connsiteX2" fmla="*/ 170166 w 756295"/>
                <a:gd name="connsiteY2" fmla="*/ 0 h 756295"/>
                <a:gd name="connsiteX3" fmla="*/ 586129 w 756295"/>
                <a:gd name="connsiteY3" fmla="*/ 0 h 756295"/>
                <a:gd name="connsiteX4" fmla="*/ 586129 w 756295"/>
                <a:gd name="connsiteY4" fmla="*/ 415962 h 756295"/>
                <a:gd name="connsiteX5" fmla="*/ 756295 w 756295"/>
                <a:gd name="connsiteY5" fmla="*/ 415962 h 756295"/>
                <a:gd name="connsiteX6" fmla="*/ 378148 w 756295"/>
                <a:gd name="connsiteY6" fmla="*/ 756295 h 756295"/>
                <a:gd name="connsiteX7" fmla="*/ 0 w 756295"/>
                <a:gd name="connsiteY7" fmla="*/ 415962 h 7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295" h="756295">
                  <a:moveTo>
                    <a:pt x="0" y="415962"/>
                  </a:moveTo>
                  <a:lnTo>
                    <a:pt x="170166" y="415962"/>
                  </a:lnTo>
                  <a:lnTo>
                    <a:pt x="170166" y="0"/>
                  </a:lnTo>
                  <a:lnTo>
                    <a:pt x="586129" y="0"/>
                  </a:lnTo>
                  <a:lnTo>
                    <a:pt x="586129" y="415962"/>
                  </a:lnTo>
                  <a:lnTo>
                    <a:pt x="756295" y="415962"/>
                  </a:lnTo>
                  <a:lnTo>
                    <a:pt x="378148" y="756295"/>
                  </a:lnTo>
                  <a:lnTo>
                    <a:pt x="0" y="415962"/>
                  </a:lnTo>
                  <a:close/>
                </a:path>
              </a:pathLst>
            </a:custGeom>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0" tIns="45720" rIns="274320" bIns="232903" numCol="1" spcCol="1270" rtlCol="1" anchor="ctr" anchorCtr="0">
              <a:noAutofit/>
            </a:bodyPr>
            <a:lstStyle/>
            <a:p>
              <a:pPr marL="0" lvl="0" indent="0" defTabSz="1600200" rtl="1">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2C0627D5-016A-C3A5-7FB7-55E83410618A}"/>
                </a:ext>
              </a:extLst>
            </p:cNvPr>
            <p:cNvSpPr/>
            <p:nvPr/>
          </p:nvSpPr>
          <p:spPr>
            <a:xfrm>
              <a:off x="7303837" y="4428039"/>
              <a:ext cx="756295" cy="756295"/>
            </a:xfrm>
            <a:custGeom>
              <a:avLst/>
              <a:gdLst>
                <a:gd name="connsiteX0" fmla="*/ 0 w 756295"/>
                <a:gd name="connsiteY0" fmla="*/ 415962 h 756295"/>
                <a:gd name="connsiteX1" fmla="*/ 170166 w 756295"/>
                <a:gd name="connsiteY1" fmla="*/ 415962 h 756295"/>
                <a:gd name="connsiteX2" fmla="*/ 170166 w 756295"/>
                <a:gd name="connsiteY2" fmla="*/ 0 h 756295"/>
                <a:gd name="connsiteX3" fmla="*/ 586129 w 756295"/>
                <a:gd name="connsiteY3" fmla="*/ 0 h 756295"/>
                <a:gd name="connsiteX4" fmla="*/ 586129 w 756295"/>
                <a:gd name="connsiteY4" fmla="*/ 415962 h 756295"/>
                <a:gd name="connsiteX5" fmla="*/ 756295 w 756295"/>
                <a:gd name="connsiteY5" fmla="*/ 415962 h 756295"/>
                <a:gd name="connsiteX6" fmla="*/ 378148 w 756295"/>
                <a:gd name="connsiteY6" fmla="*/ 756295 h 756295"/>
                <a:gd name="connsiteX7" fmla="*/ 0 w 756295"/>
                <a:gd name="connsiteY7" fmla="*/ 415962 h 7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295" h="756295">
                  <a:moveTo>
                    <a:pt x="0" y="415962"/>
                  </a:moveTo>
                  <a:lnTo>
                    <a:pt x="170166" y="415962"/>
                  </a:lnTo>
                  <a:lnTo>
                    <a:pt x="170166" y="0"/>
                  </a:lnTo>
                  <a:lnTo>
                    <a:pt x="586129" y="0"/>
                  </a:lnTo>
                  <a:lnTo>
                    <a:pt x="586129" y="415962"/>
                  </a:lnTo>
                  <a:lnTo>
                    <a:pt x="756295" y="415962"/>
                  </a:lnTo>
                  <a:lnTo>
                    <a:pt x="378148" y="756295"/>
                  </a:lnTo>
                  <a:lnTo>
                    <a:pt x="0" y="415962"/>
                  </a:lnTo>
                  <a:close/>
                </a:path>
              </a:pathLst>
            </a:custGeom>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97280" tIns="45720" rIns="274320" bIns="232903" numCol="1" spcCol="1270" rtlCol="1" anchor="ctr" anchorCtr="0">
              <a:noAutofit/>
            </a:bodyPr>
            <a:lstStyle/>
            <a:p>
              <a:pPr marL="0" lvl="0" indent="0" defTabSz="1600200" rtl="1">
                <a:lnSpc>
                  <a:spcPct val="90000"/>
                </a:lnSpc>
                <a:spcBef>
                  <a:spcPct val="0"/>
                </a:spcBef>
                <a:spcAft>
                  <a:spcPct val="35000"/>
                </a:spcAft>
                <a:buNone/>
              </a:pPr>
              <a:endParaRPr lang="en-US" sz="3600" kern="120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FA41DDE7-1B26-C8E1-F935-5979F62A852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1204122662"/>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31FC1-7C3B-7FBF-E8AB-4FAD9F99F786}"/>
            </a:ext>
          </a:extLst>
        </p:cNvPr>
        <p:cNvGrpSpPr/>
        <p:nvPr/>
      </p:nvGrpSpPr>
      <p:grpSpPr>
        <a:xfrm>
          <a:off x="0" y="0"/>
          <a:ext cx="0" cy="0"/>
          <a:chOff x="0" y="0"/>
          <a:chExt cx="0" cy="0"/>
        </a:xfrm>
      </p:grpSpPr>
      <p:sp>
        <p:nvSpPr>
          <p:cNvPr id="32770" name="Title 2">
            <a:extLst>
              <a:ext uri="{FF2B5EF4-FFF2-40B4-BE49-F238E27FC236}">
                <a16:creationId xmlns:a16="http://schemas.microsoft.com/office/drawing/2014/main" id="{C0F8FA6A-5524-6250-8985-2FD59691D2B2}"/>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latin typeface="Times New Roman" panose="02020603050405020304" pitchFamily="18" charset="0"/>
                <a:cs typeface="Times New Roman" panose="02020603050405020304" pitchFamily="18" charset="0"/>
              </a:rPr>
              <a:t>نتاجا التعلم أ و</a:t>
            </a:r>
            <a:r>
              <a:rPr lang="ar-EG" dirty="0">
                <a:latin typeface="Times New Roman" panose="02020603050405020304" pitchFamily="18" charset="0"/>
                <a:cs typeface="Times New Roman" panose="02020603050405020304" pitchFamily="18" charset="0"/>
              </a:rPr>
              <a:t> </a:t>
            </a:r>
            <a:r>
              <a:rPr lang="ar" dirty="0">
                <a:latin typeface="Times New Roman" panose="02020603050405020304" pitchFamily="18" charset="0"/>
                <a:cs typeface="Times New Roman" panose="02020603050405020304" pitchFamily="18" charset="0"/>
              </a:rPr>
              <a:t>ب</a:t>
            </a:r>
            <a:endParaRPr lang="en-GB" altLang="en-US" dirty="0">
              <a:latin typeface="Times New Roman" panose="02020603050405020304" pitchFamily="18" charset="0"/>
              <a:cs typeface="Times New Roman" panose="02020603050405020304" pitchFamily="18" charset="0"/>
            </a:endParaRPr>
          </a:p>
        </p:txBody>
      </p:sp>
      <p:sp>
        <p:nvSpPr>
          <p:cNvPr id="32771" name="Content Placeholder 3">
            <a:extLst>
              <a:ext uri="{FF2B5EF4-FFF2-40B4-BE49-F238E27FC236}">
                <a16:creationId xmlns:a16="http://schemas.microsoft.com/office/drawing/2014/main" id="{00DC50DB-97C6-B7C7-2E82-9E48731DB3F8}"/>
              </a:ext>
            </a:extLst>
          </p:cNvPr>
          <p:cNvSpPr>
            <a:spLocks noGrp="1" noChangeArrowheads="1"/>
          </p:cNvSpPr>
          <p:nvPr>
            <p:ph sz="half" idx="2"/>
          </p:nvPr>
        </p:nvSpPr>
        <p:spPr bwMode="auto">
          <a:xfrm>
            <a:off x="491061" y="2276873"/>
            <a:ext cx="7991475"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b="1" dirty="0">
                <a:latin typeface="Times New Roman" panose="02020603050405020304" pitchFamily="18" charset="0"/>
                <a:cs typeface="Times New Roman" panose="02020603050405020304" pitchFamily="18" charset="0"/>
              </a:rPr>
              <a:t>أ	استكشاف مدى تأثير ممارسة التمارين الرياضية والنظام الغذائي والنظافة الشخصية في الحياة الصحية</a:t>
            </a:r>
            <a:r>
              <a:rPr lang="ar-EG" b="1" dirty="0">
                <a:latin typeface="Times New Roman" panose="02020603050405020304" pitchFamily="18" charset="0"/>
                <a:cs typeface="Times New Roman" panose="02020603050405020304" pitchFamily="18" charset="0"/>
              </a:rPr>
              <a:t>.</a:t>
            </a:r>
            <a:endParaRPr lang="en-GB" altLang="en-US" dirty="0">
              <a:latin typeface="Times New Roman" panose="02020603050405020304" pitchFamily="18" charset="0"/>
              <a:cs typeface="Times New Roman" panose="02020603050405020304" pitchFamily="18" charset="0"/>
            </a:endParaRPr>
          </a:p>
          <a:p>
            <a:pPr marL="404813" indent="-404813" defTabSz="431800" rtl="1">
              <a:spcBef>
                <a:spcPts val="1200"/>
              </a:spcBef>
              <a:buNone/>
            </a:pPr>
            <a:r>
              <a:rPr lang="ar" b="1" dirty="0">
                <a:latin typeface="Times New Roman" panose="02020603050405020304" pitchFamily="18" charset="0"/>
                <a:cs typeface="Times New Roman" panose="02020603050405020304" pitchFamily="18" charset="0"/>
              </a:rPr>
              <a:t>ب	دراسة التأثيرات والعوائق التي تحول دون العيش بأسلوب حياة صحي.</a:t>
            </a:r>
            <a:endParaRPr lang="en-GB" altLang="en-US" dirty="0">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br>
              <a:rPr lang="en-GB" alt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	</a:t>
            </a:r>
          </a:p>
        </p:txBody>
      </p:sp>
      <p:grpSp>
        <p:nvGrpSpPr>
          <p:cNvPr id="5" name="Group 4">
            <a:extLst>
              <a:ext uri="{FF2B5EF4-FFF2-40B4-BE49-F238E27FC236}">
                <a16:creationId xmlns:a16="http://schemas.microsoft.com/office/drawing/2014/main" id="{E3C7E8DE-DD0E-008B-F3F1-D5146BDBC7A4}"/>
              </a:ext>
            </a:extLst>
          </p:cNvPr>
          <p:cNvGrpSpPr/>
          <p:nvPr/>
        </p:nvGrpSpPr>
        <p:grpSpPr>
          <a:xfrm flipH="1">
            <a:off x="2243661" y="4005064"/>
            <a:ext cx="4486275" cy="2536056"/>
            <a:chOff x="2243661" y="4005064"/>
            <a:chExt cx="4486275" cy="2536056"/>
          </a:xfrm>
        </p:grpSpPr>
        <p:sp>
          <p:nvSpPr>
            <p:cNvPr id="6" name="Freeform: Shape 5">
              <a:extLst>
                <a:ext uri="{FF2B5EF4-FFF2-40B4-BE49-F238E27FC236}">
                  <a16:creationId xmlns:a16="http://schemas.microsoft.com/office/drawing/2014/main" id="{41B08BE8-41D9-2BF3-FC76-825FA3BE805B}"/>
                </a:ext>
              </a:extLst>
            </p:cNvPr>
            <p:cNvSpPr/>
            <p:nvPr/>
          </p:nvSpPr>
          <p:spPr>
            <a:xfrm>
              <a:off x="2243661" y="4005064"/>
              <a:ext cx="1466103" cy="2536056"/>
            </a:xfrm>
            <a:custGeom>
              <a:avLst/>
              <a:gdLst>
                <a:gd name="connsiteX0" fmla="*/ 0 w 1466103"/>
                <a:gd name="connsiteY0" fmla="*/ 146610 h 2536056"/>
                <a:gd name="connsiteX1" fmla="*/ 146610 w 1466103"/>
                <a:gd name="connsiteY1" fmla="*/ 0 h 2536056"/>
                <a:gd name="connsiteX2" fmla="*/ 1319493 w 1466103"/>
                <a:gd name="connsiteY2" fmla="*/ 0 h 2536056"/>
                <a:gd name="connsiteX3" fmla="*/ 1466103 w 1466103"/>
                <a:gd name="connsiteY3" fmla="*/ 146610 h 2536056"/>
                <a:gd name="connsiteX4" fmla="*/ 1466103 w 1466103"/>
                <a:gd name="connsiteY4" fmla="*/ 2389446 h 2536056"/>
                <a:gd name="connsiteX5" fmla="*/ 1319493 w 1466103"/>
                <a:gd name="connsiteY5" fmla="*/ 2536056 h 2536056"/>
                <a:gd name="connsiteX6" fmla="*/ 146610 w 1466103"/>
                <a:gd name="connsiteY6" fmla="*/ 2536056 h 2536056"/>
                <a:gd name="connsiteX7" fmla="*/ 0 w 1466103"/>
                <a:gd name="connsiteY7" fmla="*/ 2389446 h 2536056"/>
                <a:gd name="connsiteX8" fmla="*/ 0 w 1466103"/>
                <a:gd name="connsiteY8" fmla="*/ 146610 h 253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6103" h="2536056">
                  <a:moveTo>
                    <a:pt x="0" y="146610"/>
                  </a:moveTo>
                  <a:cubicBezTo>
                    <a:pt x="0" y="65640"/>
                    <a:pt x="65640" y="0"/>
                    <a:pt x="146610" y="0"/>
                  </a:cubicBezTo>
                  <a:lnTo>
                    <a:pt x="1319493" y="0"/>
                  </a:lnTo>
                  <a:cubicBezTo>
                    <a:pt x="1400463" y="0"/>
                    <a:pt x="1466103" y="65640"/>
                    <a:pt x="1466103" y="146610"/>
                  </a:cubicBezTo>
                  <a:lnTo>
                    <a:pt x="1466103" y="2389446"/>
                  </a:lnTo>
                  <a:cubicBezTo>
                    <a:pt x="1466103" y="2470416"/>
                    <a:pt x="1400463" y="2536056"/>
                    <a:pt x="1319493" y="2536056"/>
                  </a:cubicBezTo>
                  <a:lnTo>
                    <a:pt x="146610" y="2536056"/>
                  </a:lnTo>
                  <a:cubicBezTo>
                    <a:pt x="65640" y="2536056"/>
                    <a:pt x="0" y="2470416"/>
                    <a:pt x="0" y="2389446"/>
                  </a:cubicBezTo>
                  <a:lnTo>
                    <a:pt x="0" y="14661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800" tIns="1192222" rIns="177800" bIns="685012" numCol="1" spcCol="1270" rtlCol="1" anchor="ctr" anchorCtr="0">
              <a:noAutofit/>
            </a:bodyPr>
            <a:lstStyle/>
            <a:p>
              <a:pPr marL="0" lvl="0" indent="0" algn="ctr" defTabSz="1111250" rtl="1">
                <a:lnSpc>
                  <a:spcPct val="90000"/>
                </a:lnSpc>
                <a:spcBef>
                  <a:spcPct val="0"/>
                </a:spcBef>
                <a:spcAft>
                  <a:spcPct val="35000"/>
                </a:spcAft>
                <a:buNone/>
              </a:pPr>
              <a:r>
                <a:rPr lang="ar" sz="2500" kern="1200" dirty="0">
                  <a:solidFill>
                    <a:schemeClr val="accent2"/>
                  </a:solidFill>
                  <a:latin typeface="Times New Roman" panose="02020603050405020304" pitchFamily="18" charset="0"/>
                  <a:cs typeface="Times New Roman" panose="02020603050405020304" pitchFamily="18" charset="0"/>
                </a:rPr>
                <a:t>التمرين</a:t>
              </a:r>
            </a:p>
          </p:txBody>
        </p:sp>
        <p:sp>
          <p:nvSpPr>
            <p:cNvPr id="8" name="Freeform: Shape 7">
              <a:extLst>
                <a:ext uri="{FF2B5EF4-FFF2-40B4-BE49-F238E27FC236}">
                  <a16:creationId xmlns:a16="http://schemas.microsoft.com/office/drawing/2014/main" id="{F2D91DE6-A567-C71F-CA20-0405E2C58EF2}"/>
                </a:ext>
              </a:extLst>
            </p:cNvPr>
            <p:cNvSpPr/>
            <p:nvPr/>
          </p:nvSpPr>
          <p:spPr>
            <a:xfrm>
              <a:off x="3753747" y="4005064"/>
              <a:ext cx="1466103" cy="2536056"/>
            </a:xfrm>
            <a:custGeom>
              <a:avLst/>
              <a:gdLst>
                <a:gd name="connsiteX0" fmla="*/ 0 w 1466103"/>
                <a:gd name="connsiteY0" fmla="*/ 146610 h 2536056"/>
                <a:gd name="connsiteX1" fmla="*/ 146610 w 1466103"/>
                <a:gd name="connsiteY1" fmla="*/ 0 h 2536056"/>
                <a:gd name="connsiteX2" fmla="*/ 1319493 w 1466103"/>
                <a:gd name="connsiteY2" fmla="*/ 0 h 2536056"/>
                <a:gd name="connsiteX3" fmla="*/ 1466103 w 1466103"/>
                <a:gd name="connsiteY3" fmla="*/ 146610 h 2536056"/>
                <a:gd name="connsiteX4" fmla="*/ 1466103 w 1466103"/>
                <a:gd name="connsiteY4" fmla="*/ 2389446 h 2536056"/>
                <a:gd name="connsiteX5" fmla="*/ 1319493 w 1466103"/>
                <a:gd name="connsiteY5" fmla="*/ 2536056 h 2536056"/>
                <a:gd name="connsiteX6" fmla="*/ 146610 w 1466103"/>
                <a:gd name="connsiteY6" fmla="*/ 2536056 h 2536056"/>
                <a:gd name="connsiteX7" fmla="*/ 0 w 1466103"/>
                <a:gd name="connsiteY7" fmla="*/ 2389446 h 2536056"/>
                <a:gd name="connsiteX8" fmla="*/ 0 w 1466103"/>
                <a:gd name="connsiteY8" fmla="*/ 146610 h 253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6103" h="2536056">
                  <a:moveTo>
                    <a:pt x="0" y="146610"/>
                  </a:moveTo>
                  <a:cubicBezTo>
                    <a:pt x="0" y="65640"/>
                    <a:pt x="65640" y="0"/>
                    <a:pt x="146610" y="0"/>
                  </a:cubicBezTo>
                  <a:lnTo>
                    <a:pt x="1319493" y="0"/>
                  </a:lnTo>
                  <a:cubicBezTo>
                    <a:pt x="1400463" y="0"/>
                    <a:pt x="1466103" y="65640"/>
                    <a:pt x="1466103" y="146610"/>
                  </a:cubicBezTo>
                  <a:lnTo>
                    <a:pt x="1466103" y="2389446"/>
                  </a:lnTo>
                  <a:cubicBezTo>
                    <a:pt x="1466103" y="2470416"/>
                    <a:pt x="1400463" y="2536056"/>
                    <a:pt x="1319493" y="2536056"/>
                  </a:cubicBezTo>
                  <a:lnTo>
                    <a:pt x="146610" y="2536056"/>
                  </a:lnTo>
                  <a:cubicBezTo>
                    <a:pt x="65640" y="2536056"/>
                    <a:pt x="0" y="2470416"/>
                    <a:pt x="0" y="2389446"/>
                  </a:cubicBezTo>
                  <a:lnTo>
                    <a:pt x="0" y="14661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800" tIns="1192222" rIns="177800" bIns="685012" numCol="1" spcCol="1270" rtlCol="1" anchor="ctr" anchorCtr="0">
              <a:noAutofit/>
            </a:bodyPr>
            <a:lstStyle/>
            <a:p>
              <a:pPr marL="0" lvl="0" indent="0" algn="ctr" defTabSz="1111250" rtl="1">
                <a:lnSpc>
                  <a:spcPct val="90000"/>
                </a:lnSpc>
                <a:spcBef>
                  <a:spcPct val="0"/>
                </a:spcBef>
                <a:spcAft>
                  <a:spcPct val="35000"/>
                </a:spcAft>
                <a:buNone/>
              </a:pPr>
              <a:r>
                <a:rPr lang="ar" sz="2500" kern="1200" dirty="0">
                  <a:solidFill>
                    <a:schemeClr val="accent2"/>
                  </a:solidFill>
                  <a:latin typeface="Times New Roman" panose="02020603050405020304" pitchFamily="18" charset="0"/>
                  <a:cs typeface="Times New Roman" panose="02020603050405020304" pitchFamily="18" charset="0"/>
                </a:rPr>
                <a:t>النظام الغذائي</a:t>
              </a:r>
            </a:p>
          </p:txBody>
        </p:sp>
        <p:sp>
          <p:nvSpPr>
            <p:cNvPr id="10" name="Freeform: Shape 9">
              <a:extLst>
                <a:ext uri="{FF2B5EF4-FFF2-40B4-BE49-F238E27FC236}">
                  <a16:creationId xmlns:a16="http://schemas.microsoft.com/office/drawing/2014/main" id="{E045BFBB-B743-FD7E-F503-F459C5208CA3}"/>
                </a:ext>
              </a:extLst>
            </p:cNvPr>
            <p:cNvSpPr/>
            <p:nvPr/>
          </p:nvSpPr>
          <p:spPr>
            <a:xfrm>
              <a:off x="5263833" y="4005064"/>
              <a:ext cx="1466103" cy="2536056"/>
            </a:xfrm>
            <a:custGeom>
              <a:avLst/>
              <a:gdLst>
                <a:gd name="connsiteX0" fmla="*/ 0 w 1466103"/>
                <a:gd name="connsiteY0" fmla="*/ 146610 h 2536056"/>
                <a:gd name="connsiteX1" fmla="*/ 146610 w 1466103"/>
                <a:gd name="connsiteY1" fmla="*/ 0 h 2536056"/>
                <a:gd name="connsiteX2" fmla="*/ 1319493 w 1466103"/>
                <a:gd name="connsiteY2" fmla="*/ 0 h 2536056"/>
                <a:gd name="connsiteX3" fmla="*/ 1466103 w 1466103"/>
                <a:gd name="connsiteY3" fmla="*/ 146610 h 2536056"/>
                <a:gd name="connsiteX4" fmla="*/ 1466103 w 1466103"/>
                <a:gd name="connsiteY4" fmla="*/ 2389446 h 2536056"/>
                <a:gd name="connsiteX5" fmla="*/ 1319493 w 1466103"/>
                <a:gd name="connsiteY5" fmla="*/ 2536056 h 2536056"/>
                <a:gd name="connsiteX6" fmla="*/ 146610 w 1466103"/>
                <a:gd name="connsiteY6" fmla="*/ 2536056 h 2536056"/>
                <a:gd name="connsiteX7" fmla="*/ 0 w 1466103"/>
                <a:gd name="connsiteY7" fmla="*/ 2389446 h 2536056"/>
                <a:gd name="connsiteX8" fmla="*/ 0 w 1466103"/>
                <a:gd name="connsiteY8" fmla="*/ 146610 h 253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6103" h="2536056">
                  <a:moveTo>
                    <a:pt x="0" y="146610"/>
                  </a:moveTo>
                  <a:cubicBezTo>
                    <a:pt x="0" y="65640"/>
                    <a:pt x="65640" y="0"/>
                    <a:pt x="146610" y="0"/>
                  </a:cubicBezTo>
                  <a:lnTo>
                    <a:pt x="1319493" y="0"/>
                  </a:lnTo>
                  <a:cubicBezTo>
                    <a:pt x="1400463" y="0"/>
                    <a:pt x="1466103" y="65640"/>
                    <a:pt x="1466103" y="146610"/>
                  </a:cubicBezTo>
                  <a:lnTo>
                    <a:pt x="1466103" y="2389446"/>
                  </a:lnTo>
                  <a:cubicBezTo>
                    <a:pt x="1466103" y="2470416"/>
                    <a:pt x="1400463" y="2536056"/>
                    <a:pt x="1319493" y="2536056"/>
                  </a:cubicBezTo>
                  <a:lnTo>
                    <a:pt x="146610" y="2536056"/>
                  </a:lnTo>
                  <a:cubicBezTo>
                    <a:pt x="65640" y="2536056"/>
                    <a:pt x="0" y="2470416"/>
                    <a:pt x="0" y="2389446"/>
                  </a:cubicBezTo>
                  <a:lnTo>
                    <a:pt x="0" y="14661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7800" tIns="1192222" rIns="177800" bIns="685012" numCol="1" spcCol="1270" rtlCol="1" anchor="ctr" anchorCtr="0">
              <a:noAutofit/>
            </a:bodyPr>
            <a:lstStyle/>
            <a:p>
              <a:pPr marL="0" lvl="0" indent="0" algn="ctr" defTabSz="1111250" rtl="1">
                <a:lnSpc>
                  <a:spcPct val="90000"/>
                </a:lnSpc>
                <a:spcBef>
                  <a:spcPct val="0"/>
                </a:spcBef>
                <a:spcAft>
                  <a:spcPct val="35000"/>
                </a:spcAft>
                <a:buNone/>
              </a:pPr>
              <a:r>
                <a:rPr lang="ar" sz="2500" kern="1200" dirty="0">
                  <a:solidFill>
                    <a:schemeClr val="accent2"/>
                  </a:solidFill>
                  <a:latin typeface="Times New Roman" panose="02020603050405020304" pitchFamily="18" charset="0"/>
                  <a:cs typeface="Times New Roman" panose="02020603050405020304" pitchFamily="18" charset="0"/>
                </a:rPr>
                <a:t>النظافة الشخصية</a:t>
              </a:r>
            </a:p>
          </p:txBody>
        </p:sp>
        <p:sp>
          <p:nvSpPr>
            <p:cNvPr id="12" name="Arrow: Left-Right 11">
              <a:extLst>
                <a:ext uri="{FF2B5EF4-FFF2-40B4-BE49-F238E27FC236}">
                  <a16:creationId xmlns:a16="http://schemas.microsoft.com/office/drawing/2014/main" id="{955BE43A-1E02-6B69-C36E-4E97A53B5CEA}"/>
                </a:ext>
              </a:extLst>
            </p:cNvPr>
            <p:cNvSpPr/>
            <p:nvPr/>
          </p:nvSpPr>
          <p:spPr>
            <a:xfrm>
              <a:off x="2422245" y="6033908"/>
              <a:ext cx="4129107" cy="380408"/>
            </a:xfrm>
            <a:prstGeom prst="leftRight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Arrow: Left-Right 2">
            <a:extLst>
              <a:ext uri="{FF2B5EF4-FFF2-40B4-BE49-F238E27FC236}">
                <a16:creationId xmlns:a16="http://schemas.microsoft.com/office/drawing/2014/main" id="{FDCA259B-1B5F-DB51-A1F3-E5CCA59C28DA}"/>
              </a:ext>
            </a:extLst>
          </p:cNvPr>
          <p:cNvSpPr/>
          <p:nvPr/>
        </p:nvSpPr>
        <p:spPr>
          <a:xfrm flipH="1">
            <a:off x="2398566" y="5877272"/>
            <a:ext cx="4176465" cy="632296"/>
          </a:xfrm>
          <a:prstGeom prst="leftRight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a:solidFill>
                  <a:schemeClr val="accent2"/>
                </a:solidFill>
                <a:latin typeface="Times New Roman" panose="02020603050405020304" pitchFamily="18" charset="0"/>
                <a:cs typeface="Times New Roman" panose="02020603050405020304" pitchFamily="18" charset="0"/>
              </a:rPr>
              <a:t>التأثيرات والعوائق</a:t>
            </a:r>
          </a:p>
        </p:txBody>
      </p:sp>
      <p:pic>
        <p:nvPicPr>
          <p:cNvPr id="4" name="Picture 3" descr="A person holding a football ball&#10;&#10;AI-generated content may be incorrect.">
            <a:extLst>
              <a:ext uri="{FF2B5EF4-FFF2-40B4-BE49-F238E27FC236}">
                <a16:creationId xmlns:a16="http://schemas.microsoft.com/office/drawing/2014/main" id="{C1FA3A20-2BBD-E64F-BF82-F179741D28B6}"/>
              </a:ext>
            </a:extLst>
          </p:cNvPr>
          <p:cNvPicPr>
            <a:picLocks noChangeAspect="1"/>
          </p:cNvPicPr>
          <p:nvPr/>
        </p:nvPicPr>
        <p:blipFill>
          <a:blip r:embed="rId4"/>
          <a:stretch>
            <a:fillRect/>
          </a:stretch>
        </p:blipFill>
        <p:spPr>
          <a:xfrm>
            <a:off x="5538959" y="4149564"/>
            <a:ext cx="913318" cy="927006"/>
          </a:xfrm>
          <a:prstGeom prst="rect">
            <a:avLst/>
          </a:prstGeom>
        </p:spPr>
      </p:pic>
      <p:pic>
        <p:nvPicPr>
          <p:cNvPr id="13" name="Picture 12" descr="A group of different colored dips&#10;&#10;AI-generated content may be incorrect.">
            <a:extLst>
              <a:ext uri="{FF2B5EF4-FFF2-40B4-BE49-F238E27FC236}">
                <a16:creationId xmlns:a16="http://schemas.microsoft.com/office/drawing/2014/main" id="{A237013A-5B0C-8A6C-21A1-0C4499872F79}"/>
              </a:ext>
            </a:extLst>
          </p:cNvPr>
          <p:cNvPicPr>
            <a:picLocks noChangeAspect="1"/>
          </p:cNvPicPr>
          <p:nvPr/>
        </p:nvPicPr>
        <p:blipFill>
          <a:blip r:embed="rId5"/>
          <a:stretch>
            <a:fillRect/>
          </a:stretch>
        </p:blipFill>
        <p:spPr>
          <a:xfrm>
            <a:off x="4033210" y="4149563"/>
            <a:ext cx="899628" cy="927005"/>
          </a:xfrm>
          <a:prstGeom prst="rect">
            <a:avLst/>
          </a:prstGeom>
        </p:spPr>
      </p:pic>
      <p:pic>
        <p:nvPicPr>
          <p:cNvPr id="14" name="Picture 13" descr="A person using a hand sanitizer&#10;&#10;AI-generated content may be incorrect.">
            <a:extLst>
              <a:ext uri="{FF2B5EF4-FFF2-40B4-BE49-F238E27FC236}">
                <a16:creationId xmlns:a16="http://schemas.microsoft.com/office/drawing/2014/main" id="{26136F1A-51B4-9643-0F9E-FA25136EC630}"/>
              </a:ext>
            </a:extLst>
          </p:cNvPr>
          <p:cNvPicPr>
            <a:picLocks noChangeAspect="1"/>
          </p:cNvPicPr>
          <p:nvPr/>
        </p:nvPicPr>
        <p:blipFill>
          <a:blip r:embed="rId6"/>
          <a:stretch>
            <a:fillRect/>
          </a:stretch>
        </p:blipFill>
        <p:spPr>
          <a:xfrm>
            <a:off x="2541150" y="4149563"/>
            <a:ext cx="872251" cy="927005"/>
          </a:xfrm>
          <a:prstGeom prst="rect">
            <a:avLst/>
          </a:prstGeom>
        </p:spPr>
      </p:pic>
      <p:sp>
        <p:nvSpPr>
          <p:cNvPr id="2" name="TextBox 1">
            <a:extLst>
              <a:ext uri="{FF2B5EF4-FFF2-40B4-BE49-F238E27FC236}">
                <a16:creationId xmlns:a16="http://schemas.microsoft.com/office/drawing/2014/main" id="{F80C5C48-A4F4-0E46-8220-C98D35484A3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187456436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68E4-DD19-BE03-F5E8-6BE5650C4BE9}"/>
              </a:ext>
            </a:extLst>
          </p:cNvPr>
          <p:cNvSpPr>
            <a:spLocks noGrp="1"/>
          </p:cNvSpPr>
          <p:nvPr>
            <p:ph type="title"/>
          </p:nvPr>
        </p:nvSpPr>
        <p:spPr>
          <a:xfrm>
            <a:off x="457200" y="1348142"/>
            <a:ext cx="8229600" cy="864000"/>
          </a:xfrm>
        </p:spPr>
        <p:txBody>
          <a:bodyPr rtlCol="1"/>
          <a:lstStyle/>
          <a:p>
            <a:pPr rtl="1"/>
            <a:r>
              <a:rPr lang="ar" dirty="0">
                <a:latin typeface="Times New Roman" panose="02020603050405020304" pitchFamily="18" charset="0"/>
                <a:cs typeface="Times New Roman" panose="02020603050405020304" pitchFamily="18" charset="0"/>
              </a:rPr>
              <a:t>تحديد "أسلوب حياة صحي" جسدي</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ا وعقلي</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ا وعاطفي</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ا واجتماعي</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ا</a:t>
            </a:r>
          </a:p>
        </p:txBody>
      </p:sp>
      <p:graphicFrame>
        <p:nvGraphicFramePr>
          <p:cNvPr id="10" name="Content Placeholder 4">
            <a:extLst>
              <a:ext uri="{FF2B5EF4-FFF2-40B4-BE49-F238E27FC236}">
                <a16:creationId xmlns:a16="http://schemas.microsoft.com/office/drawing/2014/main" id="{E03232EF-464B-4EF7-8940-915C23CE154D}"/>
              </a:ext>
            </a:extLst>
          </p:cNvPr>
          <p:cNvGraphicFramePr>
            <a:graphicFrameLocks noGrp="1"/>
          </p:cNvGraphicFramePr>
          <p:nvPr>
            <p:ph idx="1"/>
            <p:extLst>
              <p:ext uri="{D42A27DB-BD31-4B8C-83A1-F6EECF244321}">
                <p14:modId xmlns:p14="http://schemas.microsoft.com/office/powerpoint/2010/main" val="368781461"/>
              </p:ext>
            </p:extLst>
          </p:nvPr>
        </p:nvGraphicFramePr>
        <p:xfrm>
          <a:off x="936625" y="2706728"/>
          <a:ext cx="8207375" cy="3878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DD0194CB-4E11-27E0-FA42-43E24D22EAD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682146899"/>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B6D81-48FA-D51E-5E3B-24315615DCF0}"/>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المعايير الدولية لمنظمة الصحة العالمية</a:t>
            </a:r>
          </a:p>
        </p:txBody>
      </p:sp>
      <p:grpSp>
        <p:nvGrpSpPr>
          <p:cNvPr id="4" name="Group 3">
            <a:extLst>
              <a:ext uri="{FF2B5EF4-FFF2-40B4-BE49-F238E27FC236}">
                <a16:creationId xmlns:a16="http://schemas.microsoft.com/office/drawing/2014/main" id="{F0F8764B-E9C4-BC1E-3D31-EE3373449619}"/>
              </a:ext>
            </a:extLst>
          </p:cNvPr>
          <p:cNvGrpSpPr/>
          <p:nvPr/>
        </p:nvGrpSpPr>
        <p:grpSpPr>
          <a:xfrm flipH="1">
            <a:off x="5868144" y="2195982"/>
            <a:ext cx="2591643" cy="3824836"/>
            <a:chOff x="5868144" y="2195982"/>
            <a:chExt cx="2591643" cy="3824836"/>
          </a:xfrm>
        </p:grpSpPr>
        <p:sp>
          <p:nvSpPr>
            <p:cNvPr id="5" name="Straight Connector 4">
              <a:extLst>
                <a:ext uri="{FF2B5EF4-FFF2-40B4-BE49-F238E27FC236}">
                  <a16:creationId xmlns:a16="http://schemas.microsoft.com/office/drawing/2014/main" id="{03AF4046-20E9-56C4-5DC4-C9105FB1F869}"/>
                </a:ext>
              </a:extLst>
            </p:cNvPr>
            <p:cNvSpPr/>
            <p:nvPr/>
          </p:nvSpPr>
          <p:spPr>
            <a:xfrm>
              <a:off x="5868144" y="5180152"/>
              <a:ext cx="2591643"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Straight Connector 5">
              <a:extLst>
                <a:ext uri="{FF2B5EF4-FFF2-40B4-BE49-F238E27FC236}">
                  <a16:creationId xmlns:a16="http://schemas.microsoft.com/office/drawing/2014/main" id="{21C38BE7-D3A1-7778-36E5-D3FA36735A71}"/>
                </a:ext>
              </a:extLst>
            </p:cNvPr>
            <p:cNvSpPr/>
            <p:nvPr/>
          </p:nvSpPr>
          <p:spPr>
            <a:xfrm>
              <a:off x="5868144" y="3898202"/>
              <a:ext cx="2591643"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Straight Connector 7">
              <a:extLst>
                <a:ext uri="{FF2B5EF4-FFF2-40B4-BE49-F238E27FC236}">
                  <a16:creationId xmlns:a16="http://schemas.microsoft.com/office/drawing/2014/main" id="{0A236BA5-2A01-8F6A-D5D9-83D3F6E6105E}"/>
                </a:ext>
              </a:extLst>
            </p:cNvPr>
            <p:cNvSpPr/>
            <p:nvPr/>
          </p:nvSpPr>
          <p:spPr>
            <a:xfrm>
              <a:off x="5868144" y="2616252"/>
              <a:ext cx="2591643"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 name="Freeform: Shape 8">
              <a:extLst>
                <a:ext uri="{FF2B5EF4-FFF2-40B4-BE49-F238E27FC236}">
                  <a16:creationId xmlns:a16="http://schemas.microsoft.com/office/drawing/2014/main" id="{AAA69CC2-ABAD-2281-A1ED-A857C0236554}"/>
                </a:ext>
              </a:extLst>
            </p:cNvPr>
            <p:cNvSpPr/>
            <p:nvPr/>
          </p:nvSpPr>
          <p:spPr>
            <a:xfrm>
              <a:off x="6541971" y="2195982"/>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b" anchorCtr="0">
              <a:noAutofit/>
            </a:bodyPr>
            <a:lstStyle/>
            <a:p>
              <a:pPr marL="0" lvl="0" indent="0" algn="l" defTabSz="444500" rtl="1">
                <a:lnSpc>
                  <a:spcPct val="90000"/>
                </a:lnSpc>
                <a:spcBef>
                  <a:spcPct val="0"/>
                </a:spcBef>
                <a:spcAft>
                  <a:spcPct val="35000"/>
                </a:spcAft>
                <a:buNone/>
              </a:pPr>
              <a:endParaRPr lang="en-GB" sz="1000" kern="12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545BDB01-EB7C-AB37-11DB-2A32832802B7}"/>
                </a:ext>
              </a:extLst>
            </p:cNvPr>
            <p:cNvSpPr/>
            <p:nvPr/>
          </p:nvSpPr>
          <p:spPr>
            <a:xfrm>
              <a:off x="5868144" y="2195982"/>
              <a:ext cx="673827" cy="420270"/>
            </a:xfrm>
            <a:custGeom>
              <a:avLst/>
              <a:gdLst>
                <a:gd name="connsiteX0" fmla="*/ 70059 w 673827"/>
                <a:gd name="connsiteY0" fmla="*/ 0 h 420270"/>
                <a:gd name="connsiteX1" fmla="*/ 603768 w 673827"/>
                <a:gd name="connsiteY1" fmla="*/ 0 h 420270"/>
                <a:gd name="connsiteX2" fmla="*/ 673827 w 673827"/>
                <a:gd name="connsiteY2" fmla="*/ 70059 h 420270"/>
                <a:gd name="connsiteX3" fmla="*/ 673827 w 673827"/>
                <a:gd name="connsiteY3" fmla="*/ 420270 h 420270"/>
                <a:gd name="connsiteX4" fmla="*/ 673827 w 673827"/>
                <a:gd name="connsiteY4" fmla="*/ 420270 h 420270"/>
                <a:gd name="connsiteX5" fmla="*/ 0 w 673827"/>
                <a:gd name="connsiteY5" fmla="*/ 420270 h 420270"/>
                <a:gd name="connsiteX6" fmla="*/ 0 w 673827"/>
                <a:gd name="connsiteY6" fmla="*/ 420270 h 420270"/>
                <a:gd name="connsiteX7" fmla="*/ 0 w 673827"/>
                <a:gd name="connsiteY7" fmla="*/ 70059 h 420270"/>
                <a:gd name="connsiteX8" fmla="*/ 70059 w 673827"/>
                <a:gd name="connsiteY8" fmla="*/ 0 h 42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3827" h="420270">
                  <a:moveTo>
                    <a:pt x="70059" y="0"/>
                  </a:moveTo>
                  <a:lnTo>
                    <a:pt x="603768" y="0"/>
                  </a:lnTo>
                  <a:cubicBezTo>
                    <a:pt x="642461" y="0"/>
                    <a:pt x="673827" y="31366"/>
                    <a:pt x="673827" y="70059"/>
                  </a:cubicBezTo>
                  <a:lnTo>
                    <a:pt x="673827" y="420270"/>
                  </a:lnTo>
                  <a:lnTo>
                    <a:pt x="673827" y="420270"/>
                  </a:lnTo>
                  <a:lnTo>
                    <a:pt x="0" y="420270"/>
                  </a:lnTo>
                  <a:lnTo>
                    <a:pt x="0" y="420270"/>
                  </a:lnTo>
                  <a:lnTo>
                    <a:pt x="0" y="70059"/>
                  </a:lnTo>
                  <a:cubicBezTo>
                    <a:pt x="0" y="31366"/>
                    <a:pt x="31366" y="0"/>
                    <a:pt x="70059" y="0"/>
                  </a:cubicBezTo>
                  <a:close/>
                </a:path>
              </a:pathLst>
            </a:custGeom>
            <a:solidFill>
              <a:schemeClr val="accent2"/>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570" tIns="39570" rIns="39570" bIns="19050" numCol="1" spcCol="1270" rtlCol="1" anchor="ctr" anchorCtr="0">
              <a:noAutofit/>
            </a:bodyPr>
            <a:lstStyle/>
            <a:p>
              <a:pPr marL="0" lvl="0" indent="0" algn="ctr" defTabSz="444500" rtl="1">
                <a:lnSpc>
                  <a:spcPct val="90000"/>
                </a:lnSpc>
                <a:spcBef>
                  <a:spcPct val="0"/>
                </a:spcBef>
                <a:spcAft>
                  <a:spcPct val="35000"/>
                </a:spcAft>
                <a:buNone/>
              </a:pPr>
              <a:r>
                <a:rPr lang="en-US" sz="1200" dirty="0">
                  <a:latin typeface="Times New Roman" panose="02020603050405020304" pitchFamily="18" charset="0"/>
                  <a:cs typeface="Times New Roman" panose="02020603050405020304" pitchFamily="18" charset="0"/>
                </a:rPr>
                <a:t>W</a:t>
              </a:r>
              <a:endParaRPr lang="ar" sz="1000" kern="1200" dirty="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2CA53BA2-2DDD-B317-B6E2-5E9F71D08F02}"/>
                </a:ext>
              </a:extLst>
            </p:cNvPr>
            <p:cNvSpPr/>
            <p:nvPr/>
          </p:nvSpPr>
          <p:spPr>
            <a:xfrm>
              <a:off x="5868144" y="2616252"/>
              <a:ext cx="2591643" cy="840666"/>
            </a:xfrm>
            <a:custGeom>
              <a:avLst/>
              <a:gdLst>
                <a:gd name="connsiteX0" fmla="*/ 0 w 2591643"/>
                <a:gd name="connsiteY0" fmla="*/ 0 h 840666"/>
                <a:gd name="connsiteX1" fmla="*/ 2591643 w 2591643"/>
                <a:gd name="connsiteY1" fmla="*/ 0 h 840666"/>
                <a:gd name="connsiteX2" fmla="*/ 2591643 w 2591643"/>
                <a:gd name="connsiteY2" fmla="*/ 840666 h 840666"/>
                <a:gd name="connsiteX3" fmla="*/ 0 w 2591643"/>
                <a:gd name="connsiteY3" fmla="*/ 840666 h 840666"/>
                <a:gd name="connsiteX4" fmla="*/ 0 w 2591643"/>
                <a:gd name="connsiteY4" fmla="*/ 0 h 8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643" h="840666">
                  <a:moveTo>
                    <a:pt x="0" y="0"/>
                  </a:moveTo>
                  <a:lnTo>
                    <a:pt x="2591643" y="0"/>
                  </a:lnTo>
                  <a:lnTo>
                    <a:pt x="2591643" y="840666"/>
                  </a:lnTo>
                  <a:lnTo>
                    <a:pt x="0" y="8406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t" anchorCtr="0">
              <a:noAutofit/>
            </a:bodyPr>
            <a:lstStyle/>
            <a:p>
              <a:pPr marL="57150" lvl="1" indent="-57150" algn="r" defTabSz="355600" rtl="1">
                <a:lnSpc>
                  <a:spcPct val="90000"/>
                </a:lnSpc>
                <a:spcBef>
                  <a:spcPct val="0"/>
                </a:spcBef>
                <a:spcAft>
                  <a:spcPct val="15000"/>
                </a:spcAft>
                <a:buChar char="•"/>
              </a:pPr>
              <a:endParaRPr lang="en-GB" sz="800" kern="1200" dirty="0">
                <a:latin typeface="Times New Roman" panose="02020603050405020304" pitchFamily="18" charset="0"/>
                <a:cs typeface="Times New Roman" panose="02020603050405020304" pitchFamily="18" charset="0"/>
              </a:endParaRPr>
            </a:p>
          </p:txBody>
        </p:sp>
        <p:sp>
          <p:nvSpPr>
            <p:cNvPr id="12" name="Freeform: Shape 11">
              <a:extLst>
                <a:ext uri="{FF2B5EF4-FFF2-40B4-BE49-F238E27FC236}">
                  <a16:creationId xmlns:a16="http://schemas.microsoft.com/office/drawing/2014/main" id="{B8453446-759A-2CC7-0AF7-1C1A236065E7}"/>
                </a:ext>
              </a:extLst>
            </p:cNvPr>
            <p:cNvSpPr/>
            <p:nvPr/>
          </p:nvSpPr>
          <p:spPr>
            <a:xfrm>
              <a:off x="6541971" y="3477932"/>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b" anchorCtr="0">
              <a:noAutofit/>
            </a:bodyPr>
            <a:lstStyle/>
            <a:p>
              <a:pPr marL="0" lvl="0" indent="0" algn="l" defTabSz="444500" rtl="1">
                <a:lnSpc>
                  <a:spcPct val="90000"/>
                </a:lnSpc>
                <a:spcBef>
                  <a:spcPct val="0"/>
                </a:spcBef>
                <a:spcAft>
                  <a:spcPct val="35000"/>
                </a:spcAft>
                <a:buNone/>
              </a:pPr>
              <a:endParaRPr lang="en-GB" sz="1000" kern="1200" dirty="0">
                <a:latin typeface="Times New Roman" panose="02020603050405020304" pitchFamily="18" charset="0"/>
                <a:cs typeface="Times New Roman" panose="02020603050405020304" pitchFamily="18" charset="0"/>
              </a:endParaRPr>
            </a:p>
          </p:txBody>
        </p:sp>
        <p:sp>
          <p:nvSpPr>
            <p:cNvPr id="13" name="Freeform: Shape 12">
              <a:extLst>
                <a:ext uri="{FF2B5EF4-FFF2-40B4-BE49-F238E27FC236}">
                  <a16:creationId xmlns:a16="http://schemas.microsoft.com/office/drawing/2014/main" id="{1AEFE38E-E133-A2FB-A40D-9084F4A5E89E}"/>
                </a:ext>
              </a:extLst>
            </p:cNvPr>
            <p:cNvSpPr/>
            <p:nvPr/>
          </p:nvSpPr>
          <p:spPr>
            <a:xfrm>
              <a:off x="5868144" y="3477932"/>
              <a:ext cx="673827" cy="420270"/>
            </a:xfrm>
            <a:custGeom>
              <a:avLst/>
              <a:gdLst>
                <a:gd name="connsiteX0" fmla="*/ 70059 w 673827"/>
                <a:gd name="connsiteY0" fmla="*/ 0 h 420270"/>
                <a:gd name="connsiteX1" fmla="*/ 603768 w 673827"/>
                <a:gd name="connsiteY1" fmla="*/ 0 h 420270"/>
                <a:gd name="connsiteX2" fmla="*/ 673827 w 673827"/>
                <a:gd name="connsiteY2" fmla="*/ 70059 h 420270"/>
                <a:gd name="connsiteX3" fmla="*/ 673827 w 673827"/>
                <a:gd name="connsiteY3" fmla="*/ 420270 h 420270"/>
                <a:gd name="connsiteX4" fmla="*/ 673827 w 673827"/>
                <a:gd name="connsiteY4" fmla="*/ 420270 h 420270"/>
                <a:gd name="connsiteX5" fmla="*/ 0 w 673827"/>
                <a:gd name="connsiteY5" fmla="*/ 420270 h 420270"/>
                <a:gd name="connsiteX6" fmla="*/ 0 w 673827"/>
                <a:gd name="connsiteY6" fmla="*/ 420270 h 420270"/>
                <a:gd name="connsiteX7" fmla="*/ 0 w 673827"/>
                <a:gd name="connsiteY7" fmla="*/ 70059 h 420270"/>
                <a:gd name="connsiteX8" fmla="*/ 70059 w 673827"/>
                <a:gd name="connsiteY8" fmla="*/ 0 h 42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3827" h="420270">
                  <a:moveTo>
                    <a:pt x="70059" y="0"/>
                  </a:moveTo>
                  <a:lnTo>
                    <a:pt x="603768" y="0"/>
                  </a:lnTo>
                  <a:cubicBezTo>
                    <a:pt x="642461" y="0"/>
                    <a:pt x="673827" y="31366"/>
                    <a:pt x="673827" y="70059"/>
                  </a:cubicBezTo>
                  <a:lnTo>
                    <a:pt x="673827" y="420270"/>
                  </a:lnTo>
                  <a:lnTo>
                    <a:pt x="673827" y="420270"/>
                  </a:lnTo>
                  <a:lnTo>
                    <a:pt x="0" y="420270"/>
                  </a:lnTo>
                  <a:lnTo>
                    <a:pt x="0" y="420270"/>
                  </a:lnTo>
                  <a:lnTo>
                    <a:pt x="0" y="70059"/>
                  </a:lnTo>
                  <a:cubicBezTo>
                    <a:pt x="0" y="31366"/>
                    <a:pt x="31366" y="0"/>
                    <a:pt x="70059" y="0"/>
                  </a:cubicBezTo>
                  <a:close/>
                </a:path>
              </a:pathLst>
            </a:custGeom>
            <a:solidFill>
              <a:schemeClr val="accent2"/>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570" tIns="39570" rIns="39570" bIns="19050" numCol="1" spcCol="1270" rtlCol="1" anchor="ctr" anchorCtr="0">
              <a:noAutofit/>
            </a:bodyPr>
            <a:lstStyle/>
            <a:p>
              <a:pPr lvl="0" algn="ctr" defTabSz="444500">
                <a:lnSpc>
                  <a:spcPct val="90000"/>
                </a:lnSpc>
                <a:spcAft>
                  <a:spcPct val="35000"/>
                </a:spcAft>
              </a:pPr>
              <a:r>
                <a:rPr lang="en-GB" sz="1200" dirty="0"/>
                <a:t>H</a:t>
              </a:r>
              <a:endParaRPr sz="1200" kern="1200" dirty="0">
                <a:latin typeface="Times New Roman" panose="02020603050405020304" pitchFamily="18" charset="0"/>
                <a:cs typeface="Times New Roman" panose="02020603050405020304" pitchFamily="18" charset="0"/>
              </a:endParaRPr>
            </a:p>
          </p:txBody>
        </p:sp>
        <p:sp>
          <p:nvSpPr>
            <p:cNvPr id="14" name="Freeform: Shape 13">
              <a:extLst>
                <a:ext uri="{FF2B5EF4-FFF2-40B4-BE49-F238E27FC236}">
                  <a16:creationId xmlns:a16="http://schemas.microsoft.com/office/drawing/2014/main" id="{60284357-DDD6-5817-44F2-438F0B028FA6}"/>
                </a:ext>
              </a:extLst>
            </p:cNvPr>
            <p:cNvSpPr/>
            <p:nvPr/>
          </p:nvSpPr>
          <p:spPr>
            <a:xfrm>
              <a:off x="5868144" y="3898202"/>
              <a:ext cx="2591643" cy="840666"/>
            </a:xfrm>
            <a:custGeom>
              <a:avLst/>
              <a:gdLst>
                <a:gd name="connsiteX0" fmla="*/ 0 w 2591643"/>
                <a:gd name="connsiteY0" fmla="*/ 0 h 840666"/>
                <a:gd name="connsiteX1" fmla="*/ 2591643 w 2591643"/>
                <a:gd name="connsiteY1" fmla="*/ 0 h 840666"/>
                <a:gd name="connsiteX2" fmla="*/ 2591643 w 2591643"/>
                <a:gd name="connsiteY2" fmla="*/ 840666 h 840666"/>
                <a:gd name="connsiteX3" fmla="*/ 0 w 2591643"/>
                <a:gd name="connsiteY3" fmla="*/ 840666 h 840666"/>
                <a:gd name="connsiteX4" fmla="*/ 0 w 2591643"/>
                <a:gd name="connsiteY4" fmla="*/ 0 h 8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643" h="840666">
                  <a:moveTo>
                    <a:pt x="0" y="0"/>
                  </a:moveTo>
                  <a:lnTo>
                    <a:pt x="2591643" y="0"/>
                  </a:lnTo>
                  <a:lnTo>
                    <a:pt x="2591643" y="840666"/>
                  </a:lnTo>
                  <a:lnTo>
                    <a:pt x="0" y="8406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t" anchorCtr="0">
              <a:noAutofit/>
            </a:bodyPr>
            <a:lstStyle/>
            <a:p>
              <a:pPr marL="57150" lvl="1" indent="-57150" algn="r" defTabSz="355600" rtl="1">
                <a:lnSpc>
                  <a:spcPct val="90000"/>
                </a:lnSpc>
                <a:spcBef>
                  <a:spcPct val="0"/>
                </a:spcBef>
                <a:spcAft>
                  <a:spcPct val="15000"/>
                </a:spcAft>
                <a:buChar char="•"/>
              </a:pPr>
              <a:endParaRPr lang="en-GB" sz="800" kern="1200" dirty="0">
                <a:latin typeface="Times New Roman" panose="02020603050405020304" pitchFamily="18" charset="0"/>
                <a:cs typeface="Times New Roman" panose="02020603050405020304" pitchFamily="18" charset="0"/>
              </a:endParaRPr>
            </a:p>
          </p:txBody>
        </p:sp>
        <p:sp>
          <p:nvSpPr>
            <p:cNvPr id="15" name="Freeform: Shape 14">
              <a:extLst>
                <a:ext uri="{FF2B5EF4-FFF2-40B4-BE49-F238E27FC236}">
                  <a16:creationId xmlns:a16="http://schemas.microsoft.com/office/drawing/2014/main" id="{B53E1FCD-2066-5E97-4376-2CD0C294E2D7}"/>
                </a:ext>
              </a:extLst>
            </p:cNvPr>
            <p:cNvSpPr/>
            <p:nvPr/>
          </p:nvSpPr>
          <p:spPr>
            <a:xfrm>
              <a:off x="6541971" y="4759882"/>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b" anchorCtr="0">
              <a:noAutofit/>
            </a:bodyPr>
            <a:lstStyle/>
            <a:p>
              <a:pPr marL="0" lvl="0" indent="0" algn="l" defTabSz="444500" rtl="1">
                <a:lnSpc>
                  <a:spcPct val="90000"/>
                </a:lnSpc>
                <a:spcBef>
                  <a:spcPct val="0"/>
                </a:spcBef>
                <a:spcAft>
                  <a:spcPct val="35000"/>
                </a:spcAft>
                <a:buNone/>
              </a:pPr>
              <a:endParaRPr lang="en-GB" sz="1000" kern="1200" dirty="0">
                <a:latin typeface="Times New Roman" panose="02020603050405020304" pitchFamily="18" charset="0"/>
                <a:cs typeface="Times New Roman" panose="02020603050405020304" pitchFamily="18" charset="0"/>
              </a:endParaRPr>
            </a:p>
          </p:txBody>
        </p:sp>
        <p:sp>
          <p:nvSpPr>
            <p:cNvPr id="16" name="Freeform: Shape 15">
              <a:extLst>
                <a:ext uri="{FF2B5EF4-FFF2-40B4-BE49-F238E27FC236}">
                  <a16:creationId xmlns:a16="http://schemas.microsoft.com/office/drawing/2014/main" id="{F1999079-D7B4-1B24-C3A6-81D01C892D42}"/>
                </a:ext>
              </a:extLst>
            </p:cNvPr>
            <p:cNvSpPr/>
            <p:nvPr/>
          </p:nvSpPr>
          <p:spPr>
            <a:xfrm>
              <a:off x="5868144" y="4759882"/>
              <a:ext cx="673827" cy="420270"/>
            </a:xfrm>
            <a:custGeom>
              <a:avLst/>
              <a:gdLst>
                <a:gd name="connsiteX0" fmla="*/ 70059 w 673827"/>
                <a:gd name="connsiteY0" fmla="*/ 0 h 420270"/>
                <a:gd name="connsiteX1" fmla="*/ 603768 w 673827"/>
                <a:gd name="connsiteY1" fmla="*/ 0 h 420270"/>
                <a:gd name="connsiteX2" fmla="*/ 673827 w 673827"/>
                <a:gd name="connsiteY2" fmla="*/ 70059 h 420270"/>
                <a:gd name="connsiteX3" fmla="*/ 673827 w 673827"/>
                <a:gd name="connsiteY3" fmla="*/ 420270 h 420270"/>
                <a:gd name="connsiteX4" fmla="*/ 673827 w 673827"/>
                <a:gd name="connsiteY4" fmla="*/ 420270 h 420270"/>
                <a:gd name="connsiteX5" fmla="*/ 0 w 673827"/>
                <a:gd name="connsiteY5" fmla="*/ 420270 h 420270"/>
                <a:gd name="connsiteX6" fmla="*/ 0 w 673827"/>
                <a:gd name="connsiteY6" fmla="*/ 420270 h 420270"/>
                <a:gd name="connsiteX7" fmla="*/ 0 w 673827"/>
                <a:gd name="connsiteY7" fmla="*/ 70059 h 420270"/>
                <a:gd name="connsiteX8" fmla="*/ 70059 w 673827"/>
                <a:gd name="connsiteY8" fmla="*/ 0 h 42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3827" h="420270">
                  <a:moveTo>
                    <a:pt x="70059" y="0"/>
                  </a:moveTo>
                  <a:lnTo>
                    <a:pt x="603768" y="0"/>
                  </a:lnTo>
                  <a:cubicBezTo>
                    <a:pt x="642461" y="0"/>
                    <a:pt x="673827" y="31366"/>
                    <a:pt x="673827" y="70059"/>
                  </a:cubicBezTo>
                  <a:lnTo>
                    <a:pt x="673827" y="420270"/>
                  </a:lnTo>
                  <a:lnTo>
                    <a:pt x="673827" y="420270"/>
                  </a:lnTo>
                  <a:lnTo>
                    <a:pt x="0" y="420270"/>
                  </a:lnTo>
                  <a:lnTo>
                    <a:pt x="0" y="420270"/>
                  </a:lnTo>
                  <a:lnTo>
                    <a:pt x="0" y="70059"/>
                  </a:lnTo>
                  <a:cubicBezTo>
                    <a:pt x="0" y="31366"/>
                    <a:pt x="31366" y="0"/>
                    <a:pt x="70059" y="0"/>
                  </a:cubicBezTo>
                  <a:close/>
                </a:path>
              </a:pathLst>
            </a:custGeom>
            <a:solidFill>
              <a:schemeClr val="accent2"/>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570" tIns="39570" rIns="39570" bIns="19050" numCol="1" spcCol="1270" rtlCol="1" anchor="ctr" anchorCtr="0">
              <a:noAutofit/>
            </a:bodyPr>
            <a:lstStyle/>
            <a:p>
              <a:pPr algn="ctr" defTabSz="444500">
                <a:lnSpc>
                  <a:spcPct val="90000"/>
                </a:lnSpc>
                <a:spcAft>
                  <a:spcPct val="35000"/>
                </a:spcAft>
              </a:pPr>
              <a:r>
                <a:rPr lang="en-GB" sz="1200" dirty="0"/>
                <a:t>O</a:t>
              </a:r>
              <a:endParaRPr sz="1200" kern="1200" dirty="0">
                <a:latin typeface="Times New Roman" panose="02020603050405020304" pitchFamily="18" charset="0"/>
                <a:cs typeface="Times New Roman" panose="02020603050405020304" pitchFamily="18" charset="0"/>
              </a:endParaRPr>
            </a:p>
          </p:txBody>
        </p:sp>
        <p:sp>
          <p:nvSpPr>
            <p:cNvPr id="17" name="Freeform: Shape 16">
              <a:extLst>
                <a:ext uri="{FF2B5EF4-FFF2-40B4-BE49-F238E27FC236}">
                  <a16:creationId xmlns:a16="http://schemas.microsoft.com/office/drawing/2014/main" id="{5BBF4AEB-7DDE-098A-9EB2-285D099EB789}"/>
                </a:ext>
              </a:extLst>
            </p:cNvPr>
            <p:cNvSpPr/>
            <p:nvPr/>
          </p:nvSpPr>
          <p:spPr>
            <a:xfrm>
              <a:off x="5868144" y="5180152"/>
              <a:ext cx="2591643" cy="840666"/>
            </a:xfrm>
            <a:custGeom>
              <a:avLst/>
              <a:gdLst>
                <a:gd name="connsiteX0" fmla="*/ 0 w 2591643"/>
                <a:gd name="connsiteY0" fmla="*/ 0 h 840666"/>
                <a:gd name="connsiteX1" fmla="*/ 2591643 w 2591643"/>
                <a:gd name="connsiteY1" fmla="*/ 0 h 840666"/>
                <a:gd name="connsiteX2" fmla="*/ 2591643 w 2591643"/>
                <a:gd name="connsiteY2" fmla="*/ 840666 h 840666"/>
                <a:gd name="connsiteX3" fmla="*/ 0 w 2591643"/>
                <a:gd name="connsiteY3" fmla="*/ 840666 h 840666"/>
                <a:gd name="connsiteX4" fmla="*/ 0 w 2591643"/>
                <a:gd name="connsiteY4" fmla="*/ 0 h 840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1643" h="840666">
                  <a:moveTo>
                    <a:pt x="0" y="0"/>
                  </a:moveTo>
                  <a:lnTo>
                    <a:pt x="2591643" y="0"/>
                  </a:lnTo>
                  <a:lnTo>
                    <a:pt x="2591643" y="840666"/>
                  </a:lnTo>
                  <a:lnTo>
                    <a:pt x="0" y="8406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19050" rIns="19050" bIns="19050" numCol="1" spcCol="1270" rtlCol="1" anchor="t" anchorCtr="0">
              <a:noAutofit/>
            </a:bodyPr>
            <a:lstStyle/>
            <a:p>
              <a:pPr marL="57150" lvl="1" indent="-57150" algn="r" defTabSz="355600" rtl="1">
                <a:lnSpc>
                  <a:spcPct val="90000"/>
                </a:lnSpc>
                <a:spcBef>
                  <a:spcPct val="0"/>
                </a:spcBef>
                <a:spcAft>
                  <a:spcPct val="15000"/>
                </a:spcAft>
                <a:buChar char="•"/>
              </a:pPr>
              <a:endParaRPr lang="en-GB" sz="800" kern="1200" dirty="0">
                <a:latin typeface="Times New Roman" panose="02020603050405020304" pitchFamily="18" charset="0"/>
                <a:cs typeface="Times New Roman" panose="02020603050405020304" pitchFamily="18" charset="0"/>
              </a:endParaRPr>
            </a:p>
          </p:txBody>
        </p:sp>
      </p:grpSp>
      <p:sp>
        <p:nvSpPr>
          <p:cNvPr id="3" name="Explosion: 8 Points 2">
            <a:extLst>
              <a:ext uri="{FF2B5EF4-FFF2-40B4-BE49-F238E27FC236}">
                <a16:creationId xmlns:a16="http://schemas.microsoft.com/office/drawing/2014/main" id="{594F66CB-C9DE-D62F-4F4B-DE01DBF5DF9D}"/>
              </a:ext>
            </a:extLst>
          </p:cNvPr>
          <p:cNvSpPr/>
          <p:nvPr/>
        </p:nvSpPr>
        <p:spPr>
          <a:xfrm>
            <a:off x="539552" y="2316990"/>
            <a:ext cx="4176464" cy="3345613"/>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dirty="0">
                <a:solidFill>
                  <a:schemeClr val="accent2"/>
                </a:solidFill>
                <a:latin typeface="Times New Roman" panose="02020603050405020304" pitchFamily="18" charset="0"/>
                <a:cs typeface="Times New Roman" panose="02020603050405020304" pitchFamily="18" charset="0"/>
              </a:rPr>
              <a:t>اكتشف كل ما يمكنك معرفته عن منظمة الصحة العالمية وكيف تُعرّف أسلوب الحياة الصحي</a:t>
            </a:r>
          </a:p>
        </p:txBody>
      </p:sp>
      <p:sp>
        <p:nvSpPr>
          <p:cNvPr id="35" name="Freeform: Shape 34">
            <a:extLst>
              <a:ext uri="{FF2B5EF4-FFF2-40B4-BE49-F238E27FC236}">
                <a16:creationId xmlns:a16="http://schemas.microsoft.com/office/drawing/2014/main" id="{8CD95CCA-7CB2-8C9A-9E6F-856B5BDDC742}"/>
              </a:ext>
            </a:extLst>
          </p:cNvPr>
          <p:cNvSpPr/>
          <p:nvPr/>
        </p:nvSpPr>
        <p:spPr>
          <a:xfrm>
            <a:off x="5750529" y="2216996"/>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b" anchorCtr="0">
            <a:noAutofit/>
          </a:bodyPr>
          <a:lstStyle/>
          <a:p>
            <a:pPr marL="0" lvl="0" indent="0" defTabSz="977900">
              <a:lnSpc>
                <a:spcPct val="90000"/>
              </a:lnSpc>
              <a:spcBef>
                <a:spcPct val="0"/>
              </a:spcBef>
              <a:spcAft>
                <a:spcPct val="35000"/>
              </a:spcAft>
              <a:buNone/>
            </a:pPr>
            <a:r>
              <a:rPr lang="ar-EG" sz="2200" kern="1200" dirty="0"/>
              <a:t>منظمة</a:t>
            </a:r>
            <a:endParaRPr lang="en-GB" sz="2200" kern="1200" dirty="0"/>
          </a:p>
        </p:txBody>
      </p:sp>
      <p:sp>
        <p:nvSpPr>
          <p:cNvPr id="38" name="Freeform: Shape 37">
            <a:extLst>
              <a:ext uri="{FF2B5EF4-FFF2-40B4-BE49-F238E27FC236}">
                <a16:creationId xmlns:a16="http://schemas.microsoft.com/office/drawing/2014/main" id="{396D245A-739B-8888-B1D0-E62E70CC9C8E}"/>
              </a:ext>
            </a:extLst>
          </p:cNvPr>
          <p:cNvSpPr/>
          <p:nvPr/>
        </p:nvSpPr>
        <p:spPr>
          <a:xfrm>
            <a:off x="5750529" y="3489298"/>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b" anchorCtr="0">
            <a:noAutofit/>
          </a:bodyPr>
          <a:lstStyle/>
          <a:p>
            <a:pPr marL="0" lvl="0" indent="0" defTabSz="977900">
              <a:lnSpc>
                <a:spcPct val="90000"/>
              </a:lnSpc>
              <a:spcBef>
                <a:spcPct val="0"/>
              </a:spcBef>
              <a:spcAft>
                <a:spcPct val="35000"/>
              </a:spcAft>
              <a:buNone/>
            </a:pPr>
            <a:r>
              <a:rPr lang="ar-EG" sz="2200" kern="1200" dirty="0"/>
              <a:t>الصحة</a:t>
            </a:r>
            <a:endParaRPr lang="en-GB" sz="2200" kern="1200" dirty="0"/>
          </a:p>
        </p:txBody>
      </p:sp>
      <p:sp>
        <p:nvSpPr>
          <p:cNvPr id="41" name="Freeform: Shape 40">
            <a:extLst>
              <a:ext uri="{FF2B5EF4-FFF2-40B4-BE49-F238E27FC236}">
                <a16:creationId xmlns:a16="http://schemas.microsoft.com/office/drawing/2014/main" id="{D5FD66C2-4601-014C-FB9B-4732613040C1}"/>
              </a:ext>
            </a:extLst>
          </p:cNvPr>
          <p:cNvSpPr/>
          <p:nvPr/>
        </p:nvSpPr>
        <p:spPr>
          <a:xfrm>
            <a:off x="5722361" y="4736922"/>
            <a:ext cx="1917815" cy="420270"/>
          </a:xfrm>
          <a:custGeom>
            <a:avLst/>
            <a:gdLst>
              <a:gd name="connsiteX0" fmla="*/ 0 w 1917815"/>
              <a:gd name="connsiteY0" fmla="*/ 0 h 420270"/>
              <a:gd name="connsiteX1" fmla="*/ 1917815 w 1917815"/>
              <a:gd name="connsiteY1" fmla="*/ 0 h 420270"/>
              <a:gd name="connsiteX2" fmla="*/ 1917815 w 1917815"/>
              <a:gd name="connsiteY2" fmla="*/ 420270 h 420270"/>
              <a:gd name="connsiteX3" fmla="*/ 0 w 1917815"/>
              <a:gd name="connsiteY3" fmla="*/ 420270 h 420270"/>
              <a:gd name="connsiteX4" fmla="*/ 0 w 1917815"/>
              <a:gd name="connsiteY4" fmla="*/ 0 h 4202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7815" h="420270">
                <a:moveTo>
                  <a:pt x="0" y="0"/>
                </a:moveTo>
                <a:lnTo>
                  <a:pt x="1917815" y="0"/>
                </a:lnTo>
                <a:lnTo>
                  <a:pt x="1917815" y="420270"/>
                </a:lnTo>
                <a:lnTo>
                  <a:pt x="0" y="42027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1910" tIns="41910" rIns="41910" bIns="41910" numCol="1" spcCol="1270" anchor="b" anchorCtr="0">
            <a:noAutofit/>
          </a:bodyPr>
          <a:lstStyle/>
          <a:p>
            <a:pPr marL="0" lvl="0" indent="0" defTabSz="977900">
              <a:lnSpc>
                <a:spcPct val="90000"/>
              </a:lnSpc>
              <a:spcBef>
                <a:spcPct val="0"/>
              </a:spcBef>
              <a:spcAft>
                <a:spcPct val="35000"/>
              </a:spcAft>
              <a:buNone/>
            </a:pPr>
            <a:r>
              <a:rPr lang="ar-EG" sz="2200" kern="1200" dirty="0"/>
              <a:t>العالمية</a:t>
            </a:r>
            <a:endParaRPr lang="en-GB" sz="2200" kern="1200" dirty="0"/>
          </a:p>
        </p:txBody>
      </p:sp>
      <p:sp>
        <p:nvSpPr>
          <p:cNvPr id="7" name="TextBox 6">
            <a:extLst>
              <a:ext uri="{FF2B5EF4-FFF2-40B4-BE49-F238E27FC236}">
                <a16:creationId xmlns:a16="http://schemas.microsoft.com/office/drawing/2014/main" id="{3342F77E-F73B-3646-8C79-237F20E71DF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2403829587"/>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2DB8B-B743-3D80-7F8A-B2CC8D1D1A5E}"/>
              </a:ext>
            </a:extLst>
          </p:cNvPr>
          <p:cNvSpPr>
            <a:spLocks noGrp="1"/>
          </p:cNvSpPr>
          <p:nvPr>
            <p:ph type="title"/>
          </p:nvPr>
        </p:nvSpPr>
        <p:spPr>
          <a:xfrm>
            <a:off x="457200" y="1195388"/>
            <a:ext cx="8229600" cy="863600"/>
          </a:xfrm>
        </p:spPr>
        <p:txBody>
          <a:bodyPr rtlCol="1"/>
          <a:lstStyle/>
          <a:p>
            <a:pPr rtl="1"/>
            <a:r>
              <a:rPr lang="ar-EG" dirty="0">
                <a:latin typeface="Times New Roman" panose="02020603050405020304" pitchFamily="18" charset="0"/>
                <a:cs typeface="Times New Roman" panose="02020603050405020304" pitchFamily="18" charset="0"/>
              </a:rPr>
              <a:t>التأثيرات</a:t>
            </a:r>
            <a:r>
              <a:rPr lang="ar" dirty="0">
                <a:latin typeface="Times New Roman" panose="02020603050405020304" pitchFamily="18" charset="0"/>
                <a:cs typeface="Times New Roman" panose="02020603050405020304" pitchFamily="18" charset="0"/>
              </a:rPr>
              <a:t> الاجتماعية</a:t>
            </a:r>
          </a:p>
        </p:txBody>
      </p:sp>
      <p:graphicFrame>
        <p:nvGraphicFramePr>
          <p:cNvPr id="29" name="Content Placeholder 5">
            <a:extLst>
              <a:ext uri="{FF2B5EF4-FFF2-40B4-BE49-F238E27FC236}">
                <a16:creationId xmlns:a16="http://schemas.microsoft.com/office/drawing/2014/main" id="{5B7582B7-51A2-4FF9-9415-2282381CA41C}"/>
              </a:ext>
            </a:extLst>
          </p:cNvPr>
          <p:cNvGraphicFramePr>
            <a:graphicFrameLocks noGrp="1"/>
          </p:cNvGraphicFramePr>
          <p:nvPr>
            <p:ph sz="half" idx="2"/>
            <p:extLst>
              <p:ext uri="{D42A27DB-BD31-4B8C-83A1-F6EECF244321}">
                <p14:modId xmlns:p14="http://schemas.microsoft.com/office/powerpoint/2010/main" val="3828437250"/>
              </p:ext>
            </p:extLst>
          </p:nvPr>
        </p:nvGraphicFramePr>
        <p:xfrm>
          <a:off x="725976" y="1835880"/>
          <a:ext cx="7991475" cy="29525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0" name="Content Placeholder 5">
            <a:extLst>
              <a:ext uri="{FF2B5EF4-FFF2-40B4-BE49-F238E27FC236}">
                <a16:creationId xmlns:a16="http://schemas.microsoft.com/office/drawing/2014/main" id="{070FA90D-A281-4B44-A306-1FB70D4C1C1A}"/>
              </a:ext>
            </a:extLst>
          </p:cNvPr>
          <p:cNvGraphicFramePr>
            <a:graphicFrameLocks/>
          </p:cNvGraphicFramePr>
          <p:nvPr>
            <p:extLst>
              <p:ext uri="{D42A27DB-BD31-4B8C-83A1-F6EECF244321}">
                <p14:modId xmlns:p14="http://schemas.microsoft.com/office/powerpoint/2010/main" val="3531375991"/>
              </p:ext>
            </p:extLst>
          </p:nvPr>
        </p:nvGraphicFramePr>
        <p:xfrm>
          <a:off x="693692" y="3952648"/>
          <a:ext cx="7991475" cy="295255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TextBox 2">
            <a:extLst>
              <a:ext uri="{FF2B5EF4-FFF2-40B4-BE49-F238E27FC236}">
                <a16:creationId xmlns:a16="http://schemas.microsoft.com/office/drawing/2014/main" id="{285AD368-8F34-F4B6-F0A2-3251B4A2B72A}"/>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849828607"/>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E1A5F-73C9-1815-8976-26D8F6BF9A03}"/>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العوامل الشخصية</a:t>
            </a:r>
          </a:p>
        </p:txBody>
      </p:sp>
      <p:sp>
        <p:nvSpPr>
          <p:cNvPr id="3" name="Content Placeholder 2">
            <a:extLst>
              <a:ext uri="{FF2B5EF4-FFF2-40B4-BE49-F238E27FC236}">
                <a16:creationId xmlns:a16="http://schemas.microsoft.com/office/drawing/2014/main" id="{E0650CE9-9D67-8653-8457-C7944D094113}"/>
              </a:ext>
            </a:extLst>
          </p:cNvPr>
          <p:cNvSpPr>
            <a:spLocks noGrp="1"/>
          </p:cNvSpPr>
          <p:nvPr>
            <p:ph sz="half" idx="2"/>
          </p:nvPr>
        </p:nvSpPr>
        <p:spPr>
          <a:xfrm>
            <a:off x="468312" y="2195513"/>
            <a:ext cx="7991475" cy="3609975"/>
          </a:xfrm>
        </p:spPr>
        <p:txBody>
          <a:bodyPr rtlCol="1"/>
          <a:lstStyle/>
          <a:p>
            <a:pPr rtl="1"/>
            <a:r>
              <a:rPr lang="ar" dirty="0">
                <a:latin typeface="Times New Roman" panose="02020603050405020304" pitchFamily="18" charset="0"/>
                <a:cs typeface="Times New Roman" panose="02020603050405020304" pitchFamily="18" charset="0"/>
              </a:rPr>
              <a:t>الإعاقات الجسدية</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الإعاقة الإدراكية</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الحالات المرضية المزمنة، مثل الحساسية وعدم تحمّل اللاكتوز وداء كرون. </a:t>
            </a:r>
          </a:p>
          <a:p>
            <a:pPr rtl="1"/>
            <a:r>
              <a:rPr lang="ar" dirty="0">
                <a:latin typeface="Times New Roman" panose="02020603050405020304" pitchFamily="18" charset="0"/>
                <a:cs typeface="Times New Roman" panose="02020603050405020304" pitchFamily="18" charset="0"/>
              </a:rPr>
              <a:t>صعوبات التواصل</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احترام الذات والصورة الذاتية</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الإجهاد وتأثيره الشامل</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التحفيز</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الدين والثقافة</a:t>
            </a:r>
            <a:r>
              <a:rPr lang="en-US"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pic>
        <p:nvPicPr>
          <p:cNvPr id="4" name="Picture 3" descr="A person and person sitting on a couch&#10;&#10;AI-generated content may be incorrect.">
            <a:extLst>
              <a:ext uri="{FF2B5EF4-FFF2-40B4-BE49-F238E27FC236}">
                <a16:creationId xmlns:a16="http://schemas.microsoft.com/office/drawing/2014/main" id="{C45F0A4C-7020-2FFD-7AC5-0BD92C98427C}"/>
              </a:ext>
            </a:extLst>
          </p:cNvPr>
          <p:cNvPicPr>
            <a:picLocks noChangeAspect="1"/>
          </p:cNvPicPr>
          <p:nvPr/>
        </p:nvPicPr>
        <p:blipFill>
          <a:blip r:embed="rId3"/>
          <a:stretch>
            <a:fillRect/>
          </a:stretch>
        </p:blipFill>
        <p:spPr>
          <a:xfrm>
            <a:off x="503256" y="3612340"/>
            <a:ext cx="4140411" cy="2768012"/>
          </a:xfrm>
          <a:prstGeom prst="rect">
            <a:avLst/>
          </a:prstGeom>
          <a:ln>
            <a:noFill/>
          </a:ln>
        </p:spPr>
      </p:pic>
      <p:sp>
        <p:nvSpPr>
          <p:cNvPr id="5" name="TextBox 4">
            <a:extLst>
              <a:ext uri="{FF2B5EF4-FFF2-40B4-BE49-F238E27FC236}">
                <a16:creationId xmlns:a16="http://schemas.microsoft.com/office/drawing/2014/main" id="{5DAC090C-0A58-0AEF-33BD-281B81CACEB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2738161773"/>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13A0-EAAA-C20C-C4C9-D9390062458C}"/>
              </a:ext>
            </a:extLst>
          </p:cNvPr>
          <p:cNvSpPr>
            <a:spLocks noGrp="1"/>
          </p:cNvSpPr>
          <p:nvPr>
            <p:ph type="title"/>
          </p:nvPr>
        </p:nvSpPr>
        <p:spPr>
          <a:xfrm>
            <a:off x="457200" y="1195200"/>
            <a:ext cx="8229600" cy="864000"/>
          </a:xfrm>
        </p:spPr>
        <p:txBody>
          <a:bodyPr rtlCol="1"/>
          <a:lstStyle/>
          <a:p>
            <a:pPr algn="ctr" rtl="1"/>
            <a:r>
              <a:rPr lang="ar" dirty="0">
                <a:latin typeface="Times New Roman" panose="02020603050405020304" pitchFamily="18" charset="0"/>
                <a:cs typeface="Times New Roman" panose="02020603050405020304" pitchFamily="18" charset="0"/>
              </a:rPr>
              <a:t>تأثيرات التمارين الرياضية</a:t>
            </a:r>
          </a:p>
        </p:txBody>
      </p:sp>
      <p:sp>
        <p:nvSpPr>
          <p:cNvPr id="6" name="Text Placeholder 5">
            <a:extLst>
              <a:ext uri="{FF2B5EF4-FFF2-40B4-BE49-F238E27FC236}">
                <a16:creationId xmlns:a16="http://schemas.microsoft.com/office/drawing/2014/main" id="{961C4229-F2ED-F7E4-28A7-9B6819DD65C1}"/>
              </a:ext>
            </a:extLst>
          </p:cNvPr>
          <p:cNvSpPr>
            <a:spLocks noGrp="1"/>
          </p:cNvSpPr>
          <p:nvPr>
            <p:ph type="body" idx="1"/>
          </p:nvPr>
        </p:nvSpPr>
        <p:spPr>
          <a:xfrm>
            <a:off x="4572793" y="1881578"/>
            <a:ext cx="4040188" cy="639762"/>
          </a:xfrm>
        </p:spPr>
        <p:txBody>
          <a:bodyPr rtlCol="1"/>
          <a:lstStyle/>
          <a:p>
            <a:pPr rtl="1"/>
            <a:r>
              <a:rPr lang="ar" dirty="0">
                <a:latin typeface="Times New Roman" panose="02020603050405020304" pitchFamily="18" charset="0"/>
                <a:cs typeface="Times New Roman" panose="02020603050405020304" pitchFamily="18" charset="0"/>
              </a:rPr>
              <a:t>أنواع التمارين الرياضية</a:t>
            </a:r>
          </a:p>
        </p:txBody>
      </p:sp>
      <p:sp>
        <p:nvSpPr>
          <p:cNvPr id="3" name="Content Placeholder 2">
            <a:extLst>
              <a:ext uri="{FF2B5EF4-FFF2-40B4-BE49-F238E27FC236}">
                <a16:creationId xmlns:a16="http://schemas.microsoft.com/office/drawing/2014/main" id="{D0648219-3C86-5A5F-9A78-7F2373F5C1B3}"/>
              </a:ext>
            </a:extLst>
          </p:cNvPr>
          <p:cNvSpPr>
            <a:spLocks noGrp="1"/>
          </p:cNvSpPr>
          <p:nvPr>
            <p:ph sz="half" idx="2"/>
          </p:nvPr>
        </p:nvSpPr>
        <p:spPr>
          <a:xfrm>
            <a:off x="4646613" y="2576736"/>
            <a:ext cx="4040188" cy="3193562"/>
          </a:xfrm>
        </p:spPr>
        <p:txBody>
          <a:bodyPr rtlCol="1"/>
          <a:lstStyle/>
          <a:p>
            <a:pPr rtl="1"/>
            <a:r>
              <a:rPr lang="ar" sz="1600" dirty="0">
                <a:latin typeface="Times New Roman" panose="02020603050405020304" pitchFamily="18" charset="0"/>
                <a:cs typeface="Times New Roman" panose="02020603050405020304" pitchFamily="18" charset="0"/>
              </a:rPr>
              <a:t>ركوب الدراجات</a:t>
            </a:r>
          </a:p>
          <a:p>
            <a:pPr rtl="1"/>
            <a:r>
              <a:rPr lang="ar" sz="1600" dirty="0">
                <a:latin typeface="Times New Roman" panose="02020603050405020304" pitchFamily="18" charset="0"/>
                <a:cs typeface="Times New Roman" panose="02020603050405020304" pitchFamily="18" charset="0"/>
              </a:rPr>
              <a:t>الرقص</a:t>
            </a:r>
          </a:p>
          <a:p>
            <a:pPr rtl="1"/>
            <a:r>
              <a:rPr lang="ar" sz="1600" dirty="0">
                <a:latin typeface="Times New Roman" panose="02020603050405020304" pitchFamily="18" charset="0"/>
                <a:cs typeface="Times New Roman" panose="02020603050405020304" pitchFamily="18" charset="0"/>
              </a:rPr>
              <a:t>دروس اللياقة البدنية</a:t>
            </a:r>
          </a:p>
          <a:p>
            <a:pPr rtl="1"/>
            <a:r>
              <a:rPr lang="ar" sz="1600" dirty="0">
                <a:latin typeface="Times New Roman" panose="02020603050405020304" pitchFamily="18" charset="0"/>
                <a:cs typeface="Times New Roman" panose="02020603050405020304" pitchFamily="18" charset="0"/>
              </a:rPr>
              <a:t>الركض</a:t>
            </a:r>
          </a:p>
          <a:p>
            <a:pPr rtl="1"/>
            <a:r>
              <a:rPr lang="ar" sz="1600" dirty="0">
                <a:latin typeface="Times New Roman" panose="02020603050405020304" pitchFamily="18" charset="0"/>
                <a:cs typeface="Times New Roman" panose="02020603050405020304" pitchFamily="18" charset="0"/>
              </a:rPr>
              <a:t>السباحة</a:t>
            </a:r>
          </a:p>
          <a:p>
            <a:pPr rtl="1"/>
            <a:r>
              <a:rPr lang="ar" sz="1600" dirty="0">
                <a:latin typeface="Times New Roman" panose="02020603050405020304" pitchFamily="18" charset="0"/>
                <a:cs typeface="Times New Roman" panose="02020603050405020304" pitchFamily="18" charset="0"/>
              </a:rPr>
              <a:t>المشي</a:t>
            </a:r>
          </a:p>
        </p:txBody>
      </p:sp>
      <p:sp>
        <p:nvSpPr>
          <p:cNvPr id="7" name="Text Placeholder 6">
            <a:extLst>
              <a:ext uri="{FF2B5EF4-FFF2-40B4-BE49-F238E27FC236}">
                <a16:creationId xmlns:a16="http://schemas.microsoft.com/office/drawing/2014/main" id="{FD91850F-7F13-317F-7773-5A8F65B4DE4D}"/>
              </a:ext>
            </a:extLst>
          </p:cNvPr>
          <p:cNvSpPr>
            <a:spLocks noGrp="1"/>
          </p:cNvSpPr>
          <p:nvPr>
            <p:ph type="body" sz="quarter" idx="3"/>
          </p:nvPr>
        </p:nvSpPr>
        <p:spPr>
          <a:xfrm>
            <a:off x="457199" y="1881578"/>
            <a:ext cx="4041775" cy="639762"/>
          </a:xfrm>
        </p:spPr>
        <p:txBody>
          <a:bodyPr rtlCol="1"/>
          <a:lstStyle/>
          <a:p>
            <a:pPr rtl="1"/>
            <a:r>
              <a:rPr lang="ar">
                <a:latin typeface="Times New Roman" panose="02020603050405020304" pitchFamily="18" charset="0"/>
                <a:cs typeface="Times New Roman" panose="02020603050405020304" pitchFamily="18" charset="0"/>
              </a:rPr>
              <a:t>المؤثرات</a:t>
            </a:r>
          </a:p>
        </p:txBody>
      </p:sp>
      <p:sp>
        <p:nvSpPr>
          <p:cNvPr id="5" name="Content Placeholder 4">
            <a:extLst>
              <a:ext uri="{FF2B5EF4-FFF2-40B4-BE49-F238E27FC236}">
                <a16:creationId xmlns:a16="http://schemas.microsoft.com/office/drawing/2014/main" id="{B4A66A73-8BDD-9886-C39D-4AB041F2D352}"/>
              </a:ext>
            </a:extLst>
          </p:cNvPr>
          <p:cNvSpPr>
            <a:spLocks noGrp="1"/>
          </p:cNvSpPr>
          <p:nvPr>
            <p:ph sz="quarter" idx="4"/>
          </p:nvPr>
        </p:nvSpPr>
        <p:spPr>
          <a:xfrm>
            <a:off x="457199" y="2576736"/>
            <a:ext cx="4041775" cy="3193562"/>
          </a:xfrm>
        </p:spPr>
        <p:txBody>
          <a:bodyPr rtlCol="1"/>
          <a:lstStyle/>
          <a:p>
            <a:pPr rtl="1"/>
            <a:r>
              <a:rPr lang="ar" sz="1600">
                <a:latin typeface="Times New Roman" panose="02020603050405020304" pitchFamily="18" charset="0"/>
                <a:cs typeface="Times New Roman" panose="02020603050405020304" pitchFamily="18" charset="0"/>
              </a:rPr>
              <a:t>القوة الجسدية </a:t>
            </a:r>
          </a:p>
          <a:p>
            <a:pPr rtl="1"/>
            <a:r>
              <a:rPr lang="ar" sz="1600">
                <a:latin typeface="Times New Roman" panose="02020603050405020304" pitchFamily="18" charset="0"/>
                <a:cs typeface="Times New Roman" panose="02020603050405020304" pitchFamily="18" charset="0"/>
              </a:rPr>
              <a:t>سهولة التنقل</a:t>
            </a:r>
          </a:p>
          <a:p>
            <a:pPr rtl="1"/>
            <a:r>
              <a:rPr lang="ar" sz="1600">
                <a:latin typeface="Times New Roman" panose="02020603050405020304" pitchFamily="18" charset="0"/>
                <a:cs typeface="Times New Roman" panose="02020603050405020304" pitchFamily="18" charset="0"/>
              </a:rPr>
              <a:t>المرونة</a:t>
            </a:r>
          </a:p>
          <a:p>
            <a:pPr rtl="1"/>
            <a:r>
              <a:rPr lang="ar" sz="1600">
                <a:latin typeface="Times New Roman" panose="02020603050405020304" pitchFamily="18" charset="0"/>
                <a:cs typeface="Times New Roman" panose="02020603050405020304" pitchFamily="18" charset="0"/>
              </a:rPr>
              <a:t>معدل الأيض الأساسي </a:t>
            </a:r>
          </a:p>
          <a:p>
            <a:pPr rtl="1"/>
            <a:r>
              <a:rPr lang="ar" sz="1600">
                <a:latin typeface="Times New Roman" panose="02020603050405020304" pitchFamily="18" charset="0"/>
                <a:cs typeface="Times New Roman" panose="02020603050405020304" pitchFamily="18" charset="0"/>
              </a:rPr>
              <a:t>التحكم في الوزن</a:t>
            </a:r>
          </a:p>
          <a:p>
            <a:pPr rtl="1"/>
            <a:r>
              <a:rPr lang="ar" sz="1600">
                <a:latin typeface="Times New Roman" panose="02020603050405020304" pitchFamily="18" charset="0"/>
                <a:cs typeface="Times New Roman" panose="02020603050405020304" pitchFamily="18" charset="0"/>
              </a:rPr>
              <a:t>الصحة النفسية واحترام الذات والعافية </a:t>
            </a:r>
          </a:p>
          <a:p>
            <a:pPr rtl="1"/>
            <a:r>
              <a:rPr lang="ar" sz="1600">
                <a:latin typeface="Times New Roman" panose="02020603050405020304" pitchFamily="18" charset="0"/>
                <a:cs typeface="Times New Roman" panose="02020603050405020304" pitchFamily="18" charset="0"/>
              </a:rPr>
              <a:t>عادات النوم الجيدة </a:t>
            </a:r>
          </a:p>
          <a:p>
            <a:pPr rtl="1"/>
            <a:r>
              <a:rPr lang="ar" sz="1600">
                <a:latin typeface="Times New Roman" panose="02020603050405020304" pitchFamily="18" charset="0"/>
                <a:cs typeface="Times New Roman" panose="02020603050405020304" pitchFamily="18" charset="0"/>
              </a:rPr>
              <a:t>الحالات الصحية التي يجب مراعاتها </a:t>
            </a:r>
          </a:p>
          <a:p>
            <a:pPr marL="342900" lvl="1" indent="-342900" rtl="1"/>
            <a:r>
              <a:rPr lang="ar" sz="1600">
                <a:latin typeface="Times New Roman" panose="02020603050405020304" pitchFamily="18" charset="0"/>
                <a:cs typeface="Times New Roman" panose="02020603050405020304" pitchFamily="18" charset="0"/>
              </a:rPr>
              <a:t>ضغط الدم </a:t>
            </a:r>
          </a:p>
          <a:p>
            <a:pPr marL="342900" lvl="1" indent="-342900" rtl="1"/>
            <a:r>
              <a:rPr lang="ar" sz="1600">
                <a:latin typeface="Times New Roman" panose="02020603050405020304" pitchFamily="18" charset="0"/>
                <a:cs typeface="Times New Roman" panose="02020603050405020304" pitchFamily="18" charset="0"/>
              </a:rPr>
              <a:t>أمراض القلب</a:t>
            </a:r>
          </a:p>
          <a:p>
            <a:pPr marL="342900" lvl="1" indent="-342900" rtl="1"/>
            <a:r>
              <a:rPr lang="ar" sz="1600">
                <a:latin typeface="Times New Roman" panose="02020603050405020304" pitchFamily="18" charset="0"/>
                <a:cs typeface="Times New Roman" panose="02020603050405020304" pitchFamily="18" charset="0"/>
              </a:rPr>
              <a:t>السرطان </a:t>
            </a:r>
          </a:p>
          <a:p>
            <a:pPr marL="342900" lvl="1" indent="-342900" rtl="1"/>
            <a:r>
              <a:rPr lang="ar" sz="1600">
                <a:latin typeface="Times New Roman" panose="02020603050405020304" pitchFamily="18" charset="0"/>
                <a:cs typeface="Times New Roman" panose="02020603050405020304" pitchFamily="18" charset="0"/>
              </a:rPr>
              <a:t>هشاشة العظام</a:t>
            </a:r>
          </a:p>
          <a:p>
            <a:pPr rtl="1"/>
            <a:endParaRPr lang="en-GB" sz="1400" dirty="0">
              <a:latin typeface="Times New Roman" panose="02020603050405020304" pitchFamily="18" charset="0"/>
              <a:cs typeface="Times New Roman" panose="02020603050405020304" pitchFamily="18" charset="0"/>
            </a:endParaRPr>
          </a:p>
        </p:txBody>
      </p:sp>
      <p:pic>
        <p:nvPicPr>
          <p:cNvPr id="4" name="Picture 3" descr="A person in a black hoodie holding a football ball&#10;&#10;AI-generated content may be incorrect.">
            <a:extLst>
              <a:ext uri="{FF2B5EF4-FFF2-40B4-BE49-F238E27FC236}">
                <a16:creationId xmlns:a16="http://schemas.microsoft.com/office/drawing/2014/main" id="{A4F0C6BE-E4AE-D901-16E1-488619305D43}"/>
              </a:ext>
            </a:extLst>
          </p:cNvPr>
          <p:cNvPicPr>
            <a:picLocks noChangeAspect="1"/>
          </p:cNvPicPr>
          <p:nvPr/>
        </p:nvPicPr>
        <p:blipFill>
          <a:blip r:embed="rId3"/>
          <a:stretch>
            <a:fillRect/>
          </a:stretch>
        </p:blipFill>
        <p:spPr>
          <a:xfrm>
            <a:off x="334032" y="2053293"/>
            <a:ext cx="2425567" cy="1601569"/>
          </a:xfrm>
          <a:prstGeom prst="rect">
            <a:avLst/>
          </a:prstGeom>
          <a:ln>
            <a:noFill/>
          </a:ln>
        </p:spPr>
      </p:pic>
      <p:pic>
        <p:nvPicPr>
          <p:cNvPr id="8" name="Picture 7" descr="A person swimming in water&#10;&#10;AI-generated content may be incorrect.">
            <a:extLst>
              <a:ext uri="{FF2B5EF4-FFF2-40B4-BE49-F238E27FC236}">
                <a16:creationId xmlns:a16="http://schemas.microsoft.com/office/drawing/2014/main" id="{DF16468A-6B52-8EF2-3318-6E36A096B1F1}"/>
              </a:ext>
            </a:extLst>
          </p:cNvPr>
          <p:cNvPicPr>
            <a:picLocks noChangeAspect="1"/>
          </p:cNvPicPr>
          <p:nvPr/>
        </p:nvPicPr>
        <p:blipFill>
          <a:blip r:embed="rId4"/>
          <a:stretch>
            <a:fillRect/>
          </a:stretch>
        </p:blipFill>
        <p:spPr>
          <a:xfrm>
            <a:off x="5435068" y="4656471"/>
            <a:ext cx="2462584" cy="1651647"/>
          </a:xfrm>
          <a:prstGeom prst="rect">
            <a:avLst/>
          </a:prstGeom>
          <a:ln>
            <a:noFill/>
          </a:ln>
        </p:spPr>
      </p:pic>
      <p:sp>
        <p:nvSpPr>
          <p:cNvPr id="9" name="TextBox 8">
            <a:extLst>
              <a:ext uri="{FF2B5EF4-FFF2-40B4-BE49-F238E27FC236}">
                <a16:creationId xmlns:a16="http://schemas.microsoft.com/office/drawing/2014/main" id="{8D41C920-4497-23F7-6769-4CD4FE6676F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326453235"/>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C1A0B2-EAFA-0C48-57B7-0C992673BD83}"/>
              </a:ext>
            </a:extLst>
          </p:cNvPr>
          <p:cNvSpPr>
            <a:spLocks noGrp="1"/>
          </p:cNvSpPr>
          <p:nvPr>
            <p:ph type="title"/>
          </p:nvPr>
        </p:nvSpPr>
        <p:spPr>
          <a:xfrm>
            <a:off x="457200" y="980728"/>
            <a:ext cx="8229600" cy="726234"/>
          </a:xfrm>
        </p:spPr>
        <p:txBody>
          <a:bodyPr rtlCol="1"/>
          <a:lstStyle/>
          <a:p>
            <a:pPr rtl="1"/>
            <a:r>
              <a:rPr lang="ar" dirty="0">
                <a:latin typeface="Times New Roman" panose="02020603050405020304" pitchFamily="18" charset="0"/>
                <a:cs typeface="Times New Roman" panose="02020603050405020304" pitchFamily="18" charset="0"/>
              </a:rPr>
              <a:t>سجل نشاطي</a:t>
            </a:r>
          </a:p>
        </p:txBody>
      </p:sp>
      <p:graphicFrame>
        <p:nvGraphicFramePr>
          <p:cNvPr id="11" name="Table 10">
            <a:extLst>
              <a:ext uri="{FF2B5EF4-FFF2-40B4-BE49-F238E27FC236}">
                <a16:creationId xmlns:a16="http://schemas.microsoft.com/office/drawing/2014/main" id="{F38DCB77-AC66-C536-D364-2C8A7E4D7DF2}"/>
              </a:ext>
            </a:extLst>
          </p:cNvPr>
          <p:cNvGraphicFramePr>
            <a:graphicFrameLocks noGrp="1"/>
          </p:cNvGraphicFramePr>
          <p:nvPr>
            <p:extLst>
              <p:ext uri="{D42A27DB-BD31-4B8C-83A1-F6EECF244321}">
                <p14:modId xmlns:p14="http://schemas.microsoft.com/office/powerpoint/2010/main" val="3542586141"/>
              </p:ext>
            </p:extLst>
          </p:nvPr>
        </p:nvGraphicFramePr>
        <p:xfrm>
          <a:off x="2339752" y="1988840"/>
          <a:ext cx="2808312" cy="4079240"/>
        </p:xfrm>
        <a:graphic>
          <a:graphicData uri="http://schemas.openxmlformats.org/drawingml/2006/table">
            <a:tbl>
              <a:tblPr rtl="1" firstRow="1" bandRow="1">
                <a:tableStyleId>{5C22544A-7EE6-4342-B048-85BDC9FD1C3A}</a:tableStyleId>
              </a:tblPr>
              <a:tblGrid>
                <a:gridCol w="936104">
                  <a:extLst>
                    <a:ext uri="{9D8B030D-6E8A-4147-A177-3AD203B41FA5}">
                      <a16:colId xmlns:a16="http://schemas.microsoft.com/office/drawing/2014/main" val="4178185456"/>
                    </a:ext>
                  </a:extLst>
                </a:gridCol>
                <a:gridCol w="936104">
                  <a:extLst>
                    <a:ext uri="{9D8B030D-6E8A-4147-A177-3AD203B41FA5}">
                      <a16:colId xmlns:a16="http://schemas.microsoft.com/office/drawing/2014/main" val="1682185806"/>
                    </a:ext>
                  </a:extLst>
                </a:gridCol>
                <a:gridCol w="936104">
                  <a:extLst>
                    <a:ext uri="{9D8B030D-6E8A-4147-A177-3AD203B41FA5}">
                      <a16:colId xmlns:a16="http://schemas.microsoft.com/office/drawing/2014/main" val="2218414353"/>
                    </a:ext>
                  </a:extLst>
                </a:gridCol>
              </a:tblGrid>
              <a:tr h="370840">
                <a:tc>
                  <a:txBody>
                    <a:bodyPr/>
                    <a:lstStyle/>
                    <a:p>
                      <a:pPr rtl="1"/>
                      <a:r>
                        <a:rPr lang="ar" sz="1200">
                          <a:latin typeface="Times New Roman" panose="02020603050405020304" pitchFamily="18" charset="0"/>
                          <a:cs typeface="Times New Roman" panose="02020603050405020304" pitchFamily="18" charset="0"/>
                        </a:rPr>
                        <a:t>التاريخ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rtl="1"/>
                      <a:r>
                        <a:rPr lang="ar" sz="1200" dirty="0">
                          <a:latin typeface="Times New Roman" panose="02020603050405020304" pitchFamily="18" charset="0"/>
                          <a:cs typeface="Times New Roman" panose="02020603050405020304" pitchFamily="18" charset="0"/>
                        </a:rPr>
                        <a:t>النشاط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rtl="1"/>
                      <a:r>
                        <a:rPr lang="ar" sz="1200" dirty="0">
                          <a:latin typeface="Times New Roman" panose="02020603050405020304" pitchFamily="18" charset="0"/>
                          <a:cs typeface="Times New Roman" panose="02020603050405020304" pitchFamily="18" charset="0"/>
                        </a:rPr>
                        <a:t>المدة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67098853"/>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875238"/>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965111"/>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4203715"/>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6779902"/>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831621"/>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2631947"/>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5999354"/>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5511653"/>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454689"/>
                  </a:ext>
                </a:extLst>
              </a:tr>
              <a:tr h="370840">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8443848"/>
                  </a:ext>
                </a:extLst>
              </a:tr>
            </a:tbl>
          </a:graphicData>
        </a:graphic>
      </p:graphicFrame>
      <p:pic>
        <p:nvPicPr>
          <p:cNvPr id="2" name="Picture 1" descr="A white cell phone with a black screen&#10;&#10;AI-generated content may be incorrect.">
            <a:extLst>
              <a:ext uri="{FF2B5EF4-FFF2-40B4-BE49-F238E27FC236}">
                <a16:creationId xmlns:a16="http://schemas.microsoft.com/office/drawing/2014/main" id="{A684D9B1-5310-EC81-CD5E-1E038E18AF40}"/>
              </a:ext>
            </a:extLst>
          </p:cNvPr>
          <p:cNvPicPr>
            <a:picLocks noChangeAspect="1"/>
          </p:cNvPicPr>
          <p:nvPr/>
        </p:nvPicPr>
        <p:blipFill>
          <a:blip r:embed="rId3"/>
          <a:stretch>
            <a:fillRect/>
          </a:stretch>
        </p:blipFill>
        <p:spPr>
          <a:xfrm>
            <a:off x="5902306" y="1721229"/>
            <a:ext cx="2458935" cy="4579076"/>
          </a:xfrm>
          <a:prstGeom prst="rect">
            <a:avLst/>
          </a:prstGeom>
          <a:ln>
            <a:noFill/>
          </a:ln>
        </p:spPr>
      </p:pic>
      <p:sp>
        <p:nvSpPr>
          <p:cNvPr id="3" name="TextBox 2">
            <a:extLst>
              <a:ext uri="{FF2B5EF4-FFF2-40B4-BE49-F238E27FC236}">
                <a16:creationId xmlns:a16="http://schemas.microsoft.com/office/drawing/2014/main" id="{20CBF44C-09F5-2A26-6B20-EBA0FC40286E}"/>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1584227845"/>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E5526-4FE2-517E-0FE5-9A47DBF4B988}"/>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خطة تماريني الرياضية</a:t>
            </a:r>
          </a:p>
        </p:txBody>
      </p:sp>
      <p:graphicFrame>
        <p:nvGraphicFramePr>
          <p:cNvPr id="4" name="Table 3">
            <a:extLst>
              <a:ext uri="{FF2B5EF4-FFF2-40B4-BE49-F238E27FC236}">
                <a16:creationId xmlns:a16="http://schemas.microsoft.com/office/drawing/2014/main" id="{0EF6A51C-15EA-9D63-FD76-6EBC93E4B1D6}"/>
              </a:ext>
            </a:extLst>
          </p:cNvPr>
          <p:cNvGraphicFramePr>
            <a:graphicFrameLocks noGrp="1"/>
          </p:cNvGraphicFramePr>
          <p:nvPr>
            <p:extLst>
              <p:ext uri="{D42A27DB-BD31-4B8C-83A1-F6EECF244321}">
                <p14:modId xmlns:p14="http://schemas.microsoft.com/office/powerpoint/2010/main" val="2789716120"/>
              </p:ext>
            </p:extLst>
          </p:nvPr>
        </p:nvGraphicFramePr>
        <p:xfrm>
          <a:off x="3779912" y="2068536"/>
          <a:ext cx="4824536" cy="4226560"/>
        </p:xfrm>
        <a:graphic>
          <a:graphicData uri="http://schemas.openxmlformats.org/drawingml/2006/table">
            <a:tbl>
              <a:tblPr rtl="1" firstRow="1" bandRow="1">
                <a:tableStyleId>{5C22544A-7EE6-4342-B048-85BDC9FD1C3A}</a:tableStyleId>
              </a:tblPr>
              <a:tblGrid>
                <a:gridCol w="648072">
                  <a:extLst>
                    <a:ext uri="{9D8B030D-6E8A-4147-A177-3AD203B41FA5}">
                      <a16:colId xmlns:a16="http://schemas.microsoft.com/office/drawing/2014/main" val="4178185456"/>
                    </a:ext>
                  </a:extLst>
                </a:gridCol>
                <a:gridCol w="1008112">
                  <a:extLst>
                    <a:ext uri="{9D8B030D-6E8A-4147-A177-3AD203B41FA5}">
                      <a16:colId xmlns:a16="http://schemas.microsoft.com/office/drawing/2014/main" val="1682185806"/>
                    </a:ext>
                  </a:extLst>
                </a:gridCol>
                <a:gridCol w="1008112">
                  <a:extLst>
                    <a:ext uri="{9D8B030D-6E8A-4147-A177-3AD203B41FA5}">
                      <a16:colId xmlns:a16="http://schemas.microsoft.com/office/drawing/2014/main" val="2218414353"/>
                    </a:ext>
                  </a:extLst>
                </a:gridCol>
                <a:gridCol w="2160240">
                  <a:extLst>
                    <a:ext uri="{9D8B030D-6E8A-4147-A177-3AD203B41FA5}">
                      <a16:colId xmlns:a16="http://schemas.microsoft.com/office/drawing/2014/main" val="3562571562"/>
                    </a:ext>
                  </a:extLst>
                </a:gridCol>
              </a:tblGrid>
              <a:tr h="370840">
                <a:tc>
                  <a:txBody>
                    <a:bodyPr/>
                    <a:lstStyle/>
                    <a:p>
                      <a:pPr algn="ctr" rtl="1"/>
                      <a:r>
                        <a:rPr lang="ar" sz="1400" dirty="0"/>
                        <a:t>التاريخ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1"/>
                      <a:r>
                        <a:rPr lang="ar" sz="1400" dirty="0"/>
                        <a:t>التمرين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1"/>
                      <a:r>
                        <a:rPr lang="ar" sz="1400" dirty="0"/>
                        <a:t>المدة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1"/>
                      <a:r>
                        <a:rPr lang="ar" sz="1400" dirty="0"/>
                        <a:t>التطور الجسدي والعقلي والعاطفي والاجتماعي المستهدف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67098853"/>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875238"/>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965111"/>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4203715"/>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6779902"/>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831621"/>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2631947"/>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5999354"/>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5511653"/>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454689"/>
                  </a:ext>
                </a:extLst>
              </a:tr>
              <a:tr h="370840">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1"/>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8443848"/>
                  </a:ext>
                </a:extLst>
              </a:tr>
            </a:tbl>
          </a:graphicData>
        </a:graphic>
      </p:graphicFrame>
      <p:sp>
        <p:nvSpPr>
          <p:cNvPr id="8" name="Explosion: 8 Points 7">
            <a:extLst>
              <a:ext uri="{FF2B5EF4-FFF2-40B4-BE49-F238E27FC236}">
                <a16:creationId xmlns:a16="http://schemas.microsoft.com/office/drawing/2014/main" id="{A1BAA968-80EE-3C22-6154-E563908BF9C0}"/>
              </a:ext>
            </a:extLst>
          </p:cNvPr>
          <p:cNvSpPr/>
          <p:nvPr/>
        </p:nvSpPr>
        <p:spPr>
          <a:xfrm>
            <a:off x="251520" y="1772817"/>
            <a:ext cx="3240360" cy="330473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1600" dirty="0">
                <a:solidFill>
                  <a:schemeClr val="accent2"/>
                </a:solidFill>
                <a:latin typeface="Times New Roman" panose="02020603050405020304" pitchFamily="18" charset="0"/>
                <a:cs typeface="Times New Roman" panose="02020603050405020304" pitchFamily="18" charset="0"/>
              </a:rPr>
              <a:t>عِد خطة تمارينك الرياضية لاستهداف جوانب جسدية وعقلية وعاطفية واجتماعية محددة</a:t>
            </a:r>
          </a:p>
        </p:txBody>
      </p:sp>
      <p:pic>
        <p:nvPicPr>
          <p:cNvPr id="3" name="Picture 2" descr="A person wearing pink shirt and holding a notebook&#10;&#10;AI-generated content may be incorrect.">
            <a:extLst>
              <a:ext uri="{FF2B5EF4-FFF2-40B4-BE49-F238E27FC236}">
                <a16:creationId xmlns:a16="http://schemas.microsoft.com/office/drawing/2014/main" id="{3C049236-1C03-5C29-A3CA-533B4DB3FA60}"/>
              </a:ext>
            </a:extLst>
          </p:cNvPr>
          <p:cNvPicPr>
            <a:picLocks noChangeAspect="1"/>
          </p:cNvPicPr>
          <p:nvPr/>
        </p:nvPicPr>
        <p:blipFill>
          <a:blip r:embed="rId3"/>
          <a:stretch>
            <a:fillRect/>
          </a:stretch>
        </p:blipFill>
        <p:spPr>
          <a:xfrm>
            <a:off x="247764" y="5223122"/>
            <a:ext cx="2036868" cy="1380726"/>
          </a:xfrm>
          <a:prstGeom prst="rect">
            <a:avLst/>
          </a:prstGeom>
        </p:spPr>
      </p:pic>
      <p:sp>
        <p:nvSpPr>
          <p:cNvPr id="5" name="TextBox 4">
            <a:extLst>
              <a:ext uri="{FF2B5EF4-FFF2-40B4-BE49-F238E27FC236}">
                <a16:creationId xmlns:a16="http://schemas.microsoft.com/office/drawing/2014/main" id="{70703DD2-44E7-EAA2-DF1D-7F07240DEB9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1903034106"/>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F3B8-5644-2B69-D1C8-98F63B3F0B7E}"/>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المجموعات الغذائية</a:t>
            </a:r>
          </a:p>
        </p:txBody>
      </p:sp>
      <p:sp>
        <p:nvSpPr>
          <p:cNvPr id="6" name="TextBox 5">
            <a:extLst>
              <a:ext uri="{FF2B5EF4-FFF2-40B4-BE49-F238E27FC236}">
                <a16:creationId xmlns:a16="http://schemas.microsoft.com/office/drawing/2014/main" id="{0D972BAD-08EB-8A1E-E799-3949CE2FB6FE}"/>
              </a:ext>
            </a:extLst>
          </p:cNvPr>
          <p:cNvSpPr txBox="1"/>
          <p:nvPr/>
        </p:nvSpPr>
        <p:spPr>
          <a:xfrm>
            <a:off x="7528002" y="3108434"/>
            <a:ext cx="805029" cy="369332"/>
          </a:xfrm>
          <a:prstGeom prst="rect">
            <a:avLst/>
          </a:prstGeom>
          <a:noFill/>
        </p:spPr>
        <p:txBody>
          <a:bodyPr wrap="none" rtlCol="1">
            <a:spAutoFit/>
          </a:bodyPr>
          <a:lstStyle/>
          <a:p>
            <a:pPr rtl="1"/>
            <a:r>
              <a:rPr lang="ar" b="1" dirty="0">
                <a:solidFill>
                  <a:schemeClr val="accent2"/>
                </a:solidFill>
                <a:latin typeface="Times New Roman" panose="02020603050405020304" pitchFamily="18" charset="0"/>
                <a:cs typeface="Times New Roman" panose="02020603050405020304" pitchFamily="18" charset="0"/>
              </a:rPr>
              <a:t>البروتين</a:t>
            </a:r>
          </a:p>
        </p:txBody>
      </p:sp>
      <p:sp>
        <p:nvSpPr>
          <p:cNvPr id="7" name="TextBox 6">
            <a:extLst>
              <a:ext uri="{FF2B5EF4-FFF2-40B4-BE49-F238E27FC236}">
                <a16:creationId xmlns:a16="http://schemas.microsoft.com/office/drawing/2014/main" id="{A9111CB8-0ABC-517A-C1C7-1DC147ACA3A5}"/>
              </a:ext>
            </a:extLst>
          </p:cNvPr>
          <p:cNvSpPr txBox="1"/>
          <p:nvPr/>
        </p:nvSpPr>
        <p:spPr>
          <a:xfrm>
            <a:off x="362724" y="4874223"/>
            <a:ext cx="1388522"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الدهون والزيوت</a:t>
            </a:r>
          </a:p>
        </p:txBody>
      </p:sp>
      <p:sp>
        <p:nvSpPr>
          <p:cNvPr id="8" name="TextBox 7">
            <a:extLst>
              <a:ext uri="{FF2B5EF4-FFF2-40B4-BE49-F238E27FC236}">
                <a16:creationId xmlns:a16="http://schemas.microsoft.com/office/drawing/2014/main" id="{CFD00D48-BCAB-DCDB-D486-C9EEECB71CDE}"/>
              </a:ext>
            </a:extLst>
          </p:cNvPr>
          <p:cNvSpPr txBox="1"/>
          <p:nvPr/>
        </p:nvSpPr>
        <p:spPr>
          <a:xfrm>
            <a:off x="6872044" y="4869160"/>
            <a:ext cx="1023037"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الخضروات</a:t>
            </a:r>
          </a:p>
        </p:txBody>
      </p:sp>
      <p:sp>
        <p:nvSpPr>
          <p:cNvPr id="9" name="TextBox 8">
            <a:extLst>
              <a:ext uri="{FF2B5EF4-FFF2-40B4-BE49-F238E27FC236}">
                <a16:creationId xmlns:a16="http://schemas.microsoft.com/office/drawing/2014/main" id="{04ECA867-2A87-7684-0F1C-15C1F674AF07}"/>
              </a:ext>
            </a:extLst>
          </p:cNvPr>
          <p:cNvSpPr txBox="1"/>
          <p:nvPr/>
        </p:nvSpPr>
        <p:spPr>
          <a:xfrm>
            <a:off x="4210868" y="2291426"/>
            <a:ext cx="697627"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الفواكه</a:t>
            </a:r>
          </a:p>
        </p:txBody>
      </p:sp>
      <p:sp>
        <p:nvSpPr>
          <p:cNvPr id="10" name="TextBox 9">
            <a:extLst>
              <a:ext uri="{FF2B5EF4-FFF2-40B4-BE49-F238E27FC236}">
                <a16:creationId xmlns:a16="http://schemas.microsoft.com/office/drawing/2014/main" id="{018562AD-29DF-280B-F787-4C06AD727C4D}"/>
              </a:ext>
            </a:extLst>
          </p:cNvPr>
          <p:cNvSpPr txBox="1"/>
          <p:nvPr/>
        </p:nvSpPr>
        <p:spPr>
          <a:xfrm>
            <a:off x="1859417" y="6093296"/>
            <a:ext cx="723275"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الحبوب</a:t>
            </a:r>
          </a:p>
        </p:txBody>
      </p:sp>
      <p:sp>
        <p:nvSpPr>
          <p:cNvPr id="11" name="TextBox 10">
            <a:extLst>
              <a:ext uri="{FF2B5EF4-FFF2-40B4-BE49-F238E27FC236}">
                <a16:creationId xmlns:a16="http://schemas.microsoft.com/office/drawing/2014/main" id="{CEE81AB2-7F2E-7999-4982-31A9383827E4}"/>
              </a:ext>
            </a:extLst>
          </p:cNvPr>
          <p:cNvSpPr txBox="1"/>
          <p:nvPr/>
        </p:nvSpPr>
        <p:spPr>
          <a:xfrm>
            <a:off x="1382693" y="4293096"/>
            <a:ext cx="546945"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النشا</a:t>
            </a:r>
          </a:p>
        </p:txBody>
      </p:sp>
      <p:sp>
        <p:nvSpPr>
          <p:cNvPr id="12" name="TextBox 11">
            <a:extLst>
              <a:ext uri="{FF2B5EF4-FFF2-40B4-BE49-F238E27FC236}">
                <a16:creationId xmlns:a16="http://schemas.microsoft.com/office/drawing/2014/main" id="{D3AB9D5A-53C3-C954-C0DA-416AC2E3F417}"/>
              </a:ext>
            </a:extLst>
          </p:cNvPr>
          <p:cNvSpPr txBox="1"/>
          <p:nvPr/>
        </p:nvSpPr>
        <p:spPr>
          <a:xfrm>
            <a:off x="6471684" y="2152747"/>
            <a:ext cx="784189"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سكريات</a:t>
            </a:r>
          </a:p>
        </p:txBody>
      </p:sp>
      <p:sp>
        <p:nvSpPr>
          <p:cNvPr id="13" name="TextBox 12">
            <a:extLst>
              <a:ext uri="{FF2B5EF4-FFF2-40B4-BE49-F238E27FC236}">
                <a16:creationId xmlns:a16="http://schemas.microsoft.com/office/drawing/2014/main" id="{17CB2A13-6C6E-FBAD-DD9E-4A9589F8928D}"/>
              </a:ext>
            </a:extLst>
          </p:cNvPr>
          <p:cNvSpPr txBox="1"/>
          <p:nvPr/>
        </p:nvSpPr>
        <p:spPr>
          <a:xfrm>
            <a:off x="6068177" y="5960220"/>
            <a:ext cx="1673856"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الفيتامينات والمعادن</a:t>
            </a:r>
          </a:p>
        </p:txBody>
      </p:sp>
      <p:sp>
        <p:nvSpPr>
          <p:cNvPr id="14" name="TextBox 13">
            <a:extLst>
              <a:ext uri="{FF2B5EF4-FFF2-40B4-BE49-F238E27FC236}">
                <a16:creationId xmlns:a16="http://schemas.microsoft.com/office/drawing/2014/main" id="{5167468A-C652-C0DF-A3BC-F530B59BDE0D}"/>
              </a:ext>
            </a:extLst>
          </p:cNvPr>
          <p:cNvSpPr txBox="1"/>
          <p:nvPr/>
        </p:nvSpPr>
        <p:spPr>
          <a:xfrm>
            <a:off x="696149" y="3645024"/>
            <a:ext cx="851515"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البقوليات</a:t>
            </a:r>
          </a:p>
        </p:txBody>
      </p:sp>
      <p:sp>
        <p:nvSpPr>
          <p:cNvPr id="15" name="TextBox 14">
            <a:extLst>
              <a:ext uri="{FF2B5EF4-FFF2-40B4-BE49-F238E27FC236}">
                <a16:creationId xmlns:a16="http://schemas.microsoft.com/office/drawing/2014/main" id="{DA2E2F20-2F53-1137-D6AE-5D6263468056}"/>
              </a:ext>
            </a:extLst>
          </p:cNvPr>
          <p:cNvSpPr txBox="1"/>
          <p:nvPr/>
        </p:nvSpPr>
        <p:spPr>
          <a:xfrm>
            <a:off x="1395187" y="5517232"/>
            <a:ext cx="1237839"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منتجات الألبان</a:t>
            </a:r>
          </a:p>
        </p:txBody>
      </p:sp>
      <p:sp>
        <p:nvSpPr>
          <p:cNvPr id="16" name="TextBox 15">
            <a:extLst>
              <a:ext uri="{FF2B5EF4-FFF2-40B4-BE49-F238E27FC236}">
                <a16:creationId xmlns:a16="http://schemas.microsoft.com/office/drawing/2014/main" id="{145E777A-41D0-BDB6-19F5-B49CFB40E0A7}"/>
              </a:ext>
            </a:extLst>
          </p:cNvPr>
          <p:cNvSpPr txBox="1"/>
          <p:nvPr/>
        </p:nvSpPr>
        <p:spPr>
          <a:xfrm>
            <a:off x="8172400" y="3973505"/>
            <a:ext cx="697627"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الألياف</a:t>
            </a:r>
          </a:p>
        </p:txBody>
      </p:sp>
      <p:sp>
        <p:nvSpPr>
          <p:cNvPr id="17" name="TextBox 16">
            <a:extLst>
              <a:ext uri="{FF2B5EF4-FFF2-40B4-BE49-F238E27FC236}">
                <a16:creationId xmlns:a16="http://schemas.microsoft.com/office/drawing/2014/main" id="{E3631973-C45E-FB3E-B81F-8127A86F149D}"/>
              </a:ext>
            </a:extLst>
          </p:cNvPr>
          <p:cNvSpPr txBox="1"/>
          <p:nvPr/>
        </p:nvSpPr>
        <p:spPr>
          <a:xfrm>
            <a:off x="4238249" y="2428532"/>
            <a:ext cx="45719" cy="369332"/>
          </a:xfrm>
          <a:prstGeom prst="rect">
            <a:avLst/>
          </a:prstGeom>
          <a:noFill/>
        </p:spPr>
        <p:txBody>
          <a:bodyPr wrap="square" rtlCol="1">
            <a:spAutoFit/>
          </a:bodyPr>
          <a:lstStyle/>
          <a:p>
            <a:pPr algn="l" rtl="1"/>
            <a:endParaRPr lang="en-GB" dirty="0">
              <a:solidFill>
                <a:schemeClr val="accent2"/>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BB7AED2-EA64-4A90-5DB5-521E8023C741}"/>
              </a:ext>
            </a:extLst>
          </p:cNvPr>
          <p:cNvSpPr txBox="1"/>
          <p:nvPr/>
        </p:nvSpPr>
        <p:spPr>
          <a:xfrm>
            <a:off x="3158968" y="5908630"/>
            <a:ext cx="1204176" cy="369332"/>
          </a:xfrm>
          <a:prstGeom prst="rect">
            <a:avLst/>
          </a:prstGeom>
          <a:noFill/>
        </p:spPr>
        <p:txBody>
          <a:bodyPr wrap="none" rtlCol="1">
            <a:spAutoFit/>
          </a:bodyPr>
          <a:lstStyle/>
          <a:p>
            <a:pPr algn="l" rtl="1"/>
            <a:r>
              <a:rPr lang="ar" b="1" dirty="0">
                <a:solidFill>
                  <a:schemeClr val="accent2"/>
                </a:solidFill>
                <a:latin typeface="Times New Roman" panose="02020603050405020304" pitchFamily="18" charset="0"/>
                <a:cs typeface="Times New Roman" panose="02020603050405020304" pitchFamily="18" charset="0"/>
              </a:rPr>
              <a:t>الكربوهيدرات</a:t>
            </a:r>
          </a:p>
        </p:txBody>
      </p:sp>
      <p:sp>
        <p:nvSpPr>
          <p:cNvPr id="19" name="Explosion: 8 Points 18">
            <a:extLst>
              <a:ext uri="{FF2B5EF4-FFF2-40B4-BE49-F238E27FC236}">
                <a16:creationId xmlns:a16="http://schemas.microsoft.com/office/drawing/2014/main" id="{CEB9E785-34E8-10A0-815A-3FD229B563DB}"/>
              </a:ext>
            </a:extLst>
          </p:cNvPr>
          <p:cNvSpPr/>
          <p:nvPr/>
        </p:nvSpPr>
        <p:spPr>
          <a:xfrm>
            <a:off x="187412" y="1196130"/>
            <a:ext cx="2484905" cy="228256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2400" dirty="0">
                <a:solidFill>
                  <a:schemeClr val="accent2"/>
                </a:solidFill>
                <a:latin typeface="Times New Roman" panose="02020603050405020304" pitchFamily="18" charset="0"/>
                <a:cs typeface="Times New Roman" panose="02020603050405020304" pitchFamily="18" charset="0"/>
              </a:rPr>
              <a:t>ماذا تعني كل هذه؟</a:t>
            </a:r>
          </a:p>
        </p:txBody>
      </p:sp>
      <p:pic>
        <p:nvPicPr>
          <p:cNvPr id="3" name="Picture 2" descr="A table full of vegetables and meat&#10;&#10;AI-generated content may be incorrect.">
            <a:extLst>
              <a:ext uri="{FF2B5EF4-FFF2-40B4-BE49-F238E27FC236}">
                <a16:creationId xmlns:a16="http://schemas.microsoft.com/office/drawing/2014/main" id="{02A935F2-0419-1AAA-331F-054184808431}"/>
              </a:ext>
            </a:extLst>
          </p:cNvPr>
          <p:cNvPicPr>
            <a:picLocks noChangeAspect="1"/>
          </p:cNvPicPr>
          <p:nvPr/>
        </p:nvPicPr>
        <p:blipFill>
          <a:blip r:embed="rId3"/>
          <a:stretch>
            <a:fillRect/>
          </a:stretch>
        </p:blipFill>
        <p:spPr>
          <a:xfrm>
            <a:off x="2621972" y="3010014"/>
            <a:ext cx="4078010" cy="2507985"/>
          </a:xfrm>
          <a:prstGeom prst="rect">
            <a:avLst/>
          </a:prstGeom>
          <a:ln>
            <a:noFill/>
          </a:ln>
        </p:spPr>
      </p:pic>
      <p:sp>
        <p:nvSpPr>
          <p:cNvPr id="4" name="TextBox 3">
            <a:extLst>
              <a:ext uri="{FF2B5EF4-FFF2-40B4-BE49-F238E27FC236}">
                <a16:creationId xmlns:a16="http://schemas.microsoft.com/office/drawing/2014/main" id="{30558963-E8DE-4EFB-F185-730AC1F7707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1380644639"/>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660B4-2580-3162-2B57-1AD59A67C7C2}"/>
              </a:ext>
            </a:extLst>
          </p:cNvPr>
          <p:cNvSpPr>
            <a:spLocks noGrp="1"/>
          </p:cNvSpPr>
          <p:nvPr>
            <p:ph type="title"/>
          </p:nvPr>
        </p:nvSpPr>
        <p:spPr>
          <a:xfrm>
            <a:off x="457200" y="1195200"/>
            <a:ext cx="8229600" cy="864000"/>
          </a:xfrm>
        </p:spPr>
        <p:txBody>
          <a:bodyPr rtlCol="1"/>
          <a:lstStyle/>
          <a:p>
            <a:pPr rtl="1"/>
            <a:r>
              <a:rPr lang="ar" dirty="0">
                <a:latin typeface="Times New Roman" panose="02020603050405020304" pitchFamily="18" charset="0"/>
                <a:cs typeface="Times New Roman" panose="02020603050405020304" pitchFamily="18" charset="0"/>
              </a:rPr>
              <a:t>مؤشر كتلة الجسم (BMI)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7A4DB6-2ED5-6448-838A-41F46D32E9FB}"/>
                  </a:ext>
                </a:extLst>
              </p:cNvPr>
              <p:cNvSpPr txBox="1"/>
              <p:nvPr/>
            </p:nvSpPr>
            <p:spPr>
              <a:xfrm flipH="1">
                <a:off x="3420628" y="2204864"/>
                <a:ext cx="64120" cy="904094"/>
              </a:xfrm>
              <a:prstGeom prst="rect">
                <a:avLst/>
              </a:prstGeom>
              <a:noFill/>
            </p:spPr>
            <p:txBody>
              <a:bodyPr wrap="none" lIns="0" tIns="0" rIns="0" bIns="0" rtlCol="1">
                <a:spAutoFit/>
              </a:bodyPr>
              <a:lstStyle/>
              <a:p>
                <a:pPr algn="l" rtl="1"/>
                <a14:m>
                  <m:oMathPara xmlns:m="http://schemas.openxmlformats.org/officeDocument/2006/math">
                    <m:oMathParaPr>
                      <m:jc m:val="center"/>
                    </m:oMathParaPr>
                    <m:oMath xmlns:m="http://schemas.openxmlformats.org/officeDocument/2006/math">
                      <m:r>
                        <a:rPr lang="en-GB" sz="2000" b="0" i="1" smtClean="0">
                          <a:solidFill>
                            <a:schemeClr val="accent2"/>
                          </a:solidFill>
                          <a:latin typeface="Cambria Math" panose="02040503050406030204" pitchFamily="18" charset="0"/>
                        </a:rPr>
                        <m:t>مؤشر</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كتلة</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الجسم</m:t>
                      </m:r>
                      <m:r>
                        <a:rPr lang="en-GB" sz="2000" i="1" smtClean="0">
                          <a:solidFill>
                            <a:schemeClr val="accent2"/>
                          </a:solidFill>
                          <a:latin typeface="Cambria Math" panose="02040503050406030204" pitchFamily="18" charset="0"/>
                        </a:rPr>
                        <m:t>=</m:t>
                      </m:r>
                      <m:f>
                        <m:fPr>
                          <m:ctrlPr>
                            <a:rPr lang="en-GB" sz="2000" i="1" smtClean="0">
                              <a:solidFill>
                                <a:schemeClr val="accent2"/>
                              </a:solidFill>
                              <a:latin typeface="Cambria Math" panose="02040503050406030204" pitchFamily="18" charset="0"/>
                            </a:rPr>
                          </m:ctrlPr>
                        </m:fPr>
                        <m:num>
                          <m:r>
                            <a:rPr lang="en-GB" sz="2000" b="0" i="1" smtClean="0">
                              <a:solidFill>
                                <a:schemeClr val="accent2"/>
                              </a:solidFill>
                              <a:latin typeface="Cambria Math" panose="02040503050406030204" pitchFamily="18" charset="0"/>
                            </a:rPr>
                            <m:t>الكتلة</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بـ</m:t>
                          </m:r>
                        </m:num>
                        <m:den>
                          <m:sSup>
                            <m:sSupPr>
                              <m:ctrlPr>
                                <a:rPr lang="en-GB" sz="2000" b="0" i="1" smtClean="0">
                                  <a:solidFill>
                                    <a:schemeClr val="accent2"/>
                                  </a:solidFill>
                                  <a:latin typeface="Cambria Math" panose="02040503050406030204" pitchFamily="18" charset="0"/>
                                </a:rPr>
                              </m:ctrlPr>
                            </m:sSupPr>
                            <m:e>
                              <m:d>
                                <m:dPr>
                                  <m:ctrlPr>
                                    <a:rPr lang="en-GB" sz="2000" b="0" i="1" smtClean="0">
                                      <a:solidFill>
                                        <a:schemeClr val="accent2"/>
                                      </a:solidFill>
                                      <a:latin typeface="Cambria Math" panose="02040503050406030204" pitchFamily="18" charset="0"/>
                                    </a:rPr>
                                  </m:ctrlPr>
                                </m:dPr>
                                <m:e>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الكيلو</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غرام</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الطول</m:t>
                                  </m:r>
                                </m:e>
                              </m:d>
                            </m:e>
                            <m:sup>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بـ</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المتر</m:t>
                              </m:r>
                              <m:r>
                                <a:rPr lang="en-GB" sz="2000" b="0" i="1" smtClean="0">
                                  <a:solidFill>
                                    <a:schemeClr val="accent2"/>
                                  </a:solidFill>
                                  <a:latin typeface="Cambria Math" panose="02040503050406030204" pitchFamily="18" charset="0"/>
                                </a:rPr>
                                <m:t> </m:t>
                              </m:r>
                              <m:r>
                                <a:rPr lang="en-GB" sz="2000" b="0" i="1" smtClean="0">
                                  <a:solidFill>
                                    <a:schemeClr val="accent2"/>
                                  </a:solidFill>
                                  <a:latin typeface="Cambria Math" panose="02040503050406030204" pitchFamily="18" charset="0"/>
                                </a:rPr>
                                <m:t>المربع</m:t>
                              </m:r>
                            </m:sup>
                          </m:sSup>
                        </m:den>
                      </m:f>
                    </m:oMath>
                  </m:oMathPara>
                </a14:m>
                <a:endParaRPr lang="en-GB" sz="2000" dirty="0">
                  <a:solidFill>
                    <a:schemeClr val="accent2"/>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B7A4DB6-2ED5-6448-838A-41F46D32E9FB}"/>
                  </a:ext>
                </a:extLst>
              </p:cNvPr>
              <p:cNvSpPr txBox="1">
                <a:spLocks noRot="1" noChangeAspect="1" noMove="1" noResize="1" noEditPoints="1" noAdjustHandles="1" noChangeArrowheads="1" noChangeShapeType="1" noTextEdit="1"/>
              </p:cNvSpPr>
              <p:nvPr/>
            </p:nvSpPr>
            <p:spPr>
              <a:xfrm flipH="1">
                <a:off x="3420628" y="2204864"/>
                <a:ext cx="64120" cy="904094"/>
              </a:xfrm>
              <a:prstGeom prst="rect">
                <a:avLst/>
              </a:prstGeom>
              <a:blipFill>
                <a:blip r:embed="rId3"/>
                <a:stretch>
                  <a:fillRect r="-6836364"/>
                </a:stretch>
              </a:blipFill>
            </p:spPr>
            <p:txBody>
              <a:bodyPr/>
              <a:lstStyle/>
              <a:p>
                <a:r>
                  <a:rPr lang="en-GB">
                    <a:noFill/>
                  </a:rPr>
                  <a:t> </a:t>
                </a:r>
              </a:p>
            </p:txBody>
          </p:sp>
        </mc:Fallback>
      </mc:AlternateContent>
      <p:pic>
        <p:nvPicPr>
          <p:cNvPr id="3" name="Picture 2" descr="A person standing on a scale&#10;&#10;AI-generated content may be incorrect.">
            <a:extLst>
              <a:ext uri="{FF2B5EF4-FFF2-40B4-BE49-F238E27FC236}">
                <a16:creationId xmlns:a16="http://schemas.microsoft.com/office/drawing/2014/main" id="{2BD6FB04-DA97-9BFD-D1B2-9423DA8B6F4A}"/>
              </a:ext>
            </a:extLst>
          </p:cNvPr>
          <p:cNvPicPr>
            <a:picLocks noChangeAspect="1"/>
          </p:cNvPicPr>
          <p:nvPr/>
        </p:nvPicPr>
        <p:blipFill>
          <a:blip r:embed="rId4"/>
          <a:srcRect l="4818" t="-120" r="166" b="-472"/>
          <a:stretch>
            <a:fillRect/>
          </a:stretch>
        </p:blipFill>
        <p:spPr>
          <a:xfrm>
            <a:off x="197117" y="3204134"/>
            <a:ext cx="4163764" cy="2923919"/>
          </a:xfrm>
          <a:prstGeom prst="rect">
            <a:avLst/>
          </a:prstGeom>
        </p:spPr>
      </p:pic>
      <p:pic>
        <p:nvPicPr>
          <p:cNvPr id="7" name="Picture 6" descr="A child and child standing next to a ruler&#10;&#10;AI-generated content may be incorrect.">
            <a:extLst>
              <a:ext uri="{FF2B5EF4-FFF2-40B4-BE49-F238E27FC236}">
                <a16:creationId xmlns:a16="http://schemas.microsoft.com/office/drawing/2014/main" id="{699C6C58-8D1A-168E-14F5-7655375003E8}"/>
              </a:ext>
            </a:extLst>
          </p:cNvPr>
          <p:cNvPicPr>
            <a:picLocks noChangeAspect="1"/>
          </p:cNvPicPr>
          <p:nvPr/>
        </p:nvPicPr>
        <p:blipFill>
          <a:blip r:embed="rId5"/>
          <a:stretch>
            <a:fillRect/>
          </a:stretch>
        </p:blipFill>
        <p:spPr>
          <a:xfrm>
            <a:off x="4577676" y="3207614"/>
            <a:ext cx="4163679" cy="2906722"/>
          </a:xfrm>
          <a:prstGeom prst="rect">
            <a:avLst/>
          </a:prstGeom>
        </p:spPr>
      </p:pic>
      <p:sp>
        <p:nvSpPr>
          <p:cNvPr id="5" name="TextBox 4">
            <a:extLst>
              <a:ext uri="{FF2B5EF4-FFF2-40B4-BE49-F238E27FC236}">
                <a16:creationId xmlns:a16="http://schemas.microsoft.com/office/drawing/2014/main" id="{88000345-E17F-87D2-CDF0-F01AB421205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628022242"/>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458A3-FC8A-748D-707D-7C76E16FFEC5}"/>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مؤشر كتلة الجسم والصحة</a:t>
            </a:r>
          </a:p>
        </p:txBody>
      </p:sp>
      <p:pic>
        <p:nvPicPr>
          <p:cNvPr id="3" name="Picture 2">
            <a:extLst>
              <a:ext uri="{FF2B5EF4-FFF2-40B4-BE49-F238E27FC236}">
                <a16:creationId xmlns:a16="http://schemas.microsoft.com/office/drawing/2014/main" id="{CA7765AD-D3EC-4B92-B8FE-46BAC1E8CB26}"/>
              </a:ext>
            </a:extLst>
          </p:cNvPr>
          <p:cNvPicPr>
            <a:picLocks noChangeAspect="1"/>
          </p:cNvPicPr>
          <p:nvPr/>
        </p:nvPicPr>
        <p:blipFill>
          <a:blip r:embed="rId3"/>
          <a:stretch>
            <a:fillRect/>
          </a:stretch>
        </p:blipFill>
        <p:spPr>
          <a:xfrm>
            <a:off x="0" y="2046449"/>
            <a:ext cx="9144000" cy="4572000"/>
          </a:xfrm>
          <a:prstGeom prst="rect">
            <a:avLst/>
          </a:prstGeom>
        </p:spPr>
      </p:pic>
      <p:sp>
        <p:nvSpPr>
          <p:cNvPr id="4" name="TextBox 3">
            <a:extLst>
              <a:ext uri="{FF2B5EF4-FFF2-40B4-BE49-F238E27FC236}">
                <a16:creationId xmlns:a16="http://schemas.microsoft.com/office/drawing/2014/main" id="{40B747AD-66FC-B468-8B4D-BB8AA758CE0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4166372278"/>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9B815-82F9-3307-62AE-21518450CF8C}"/>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مخاطر السمنة</a:t>
            </a:r>
          </a:p>
        </p:txBody>
      </p:sp>
      <p:sp>
        <p:nvSpPr>
          <p:cNvPr id="4" name="Content Placeholder 3">
            <a:extLst>
              <a:ext uri="{FF2B5EF4-FFF2-40B4-BE49-F238E27FC236}">
                <a16:creationId xmlns:a16="http://schemas.microsoft.com/office/drawing/2014/main" id="{7E20E103-8184-0C9A-80F8-2E9615A45F35}"/>
              </a:ext>
            </a:extLst>
          </p:cNvPr>
          <p:cNvSpPr>
            <a:spLocks noGrp="1"/>
          </p:cNvSpPr>
          <p:nvPr>
            <p:ph idx="1"/>
          </p:nvPr>
        </p:nvSpPr>
        <p:spPr>
          <a:xfrm>
            <a:off x="468311" y="2196000"/>
            <a:ext cx="8207375" cy="3878436"/>
          </a:xfrm>
        </p:spPr>
        <p:txBody>
          <a:bodyPr rtlCol="1"/>
          <a:lstStyle/>
          <a:p>
            <a:pPr rtl="1"/>
            <a:r>
              <a:rPr lang="ar">
                <a:latin typeface="Times New Roman" panose="02020603050405020304" pitchFamily="18" charset="0"/>
                <a:cs typeface="Times New Roman" panose="02020603050405020304" pitchFamily="18" charset="0"/>
              </a:rPr>
              <a:t>مرض السكري</a:t>
            </a:r>
          </a:p>
          <a:p>
            <a:pPr rtl="1"/>
            <a:r>
              <a:rPr lang="ar">
                <a:latin typeface="Times New Roman" panose="02020603050405020304" pitchFamily="18" charset="0"/>
                <a:cs typeface="Times New Roman" panose="02020603050405020304" pitchFamily="18" charset="0"/>
              </a:rPr>
              <a:t>أمراض القلب </a:t>
            </a:r>
          </a:p>
          <a:p>
            <a:pPr rtl="1"/>
            <a:r>
              <a:rPr lang="ar">
                <a:latin typeface="Times New Roman" panose="02020603050405020304" pitchFamily="18" charset="0"/>
                <a:cs typeface="Times New Roman" panose="02020603050405020304" pitchFamily="18" charset="0"/>
              </a:rPr>
              <a:t>السكتة الدماغية </a:t>
            </a:r>
          </a:p>
          <a:p>
            <a:pPr rtl="1"/>
            <a:r>
              <a:rPr lang="ar">
                <a:latin typeface="Times New Roman" panose="02020603050405020304" pitchFamily="18" charset="0"/>
                <a:cs typeface="Times New Roman" panose="02020603050405020304" pitchFamily="18" charset="0"/>
              </a:rPr>
              <a:t>السرطان</a:t>
            </a:r>
          </a:p>
          <a:p>
            <a:pPr rtl="1"/>
            <a:endParaRPr lang="en-GB" dirty="0">
              <a:latin typeface="Times New Roman" panose="02020603050405020304" pitchFamily="18" charset="0"/>
              <a:cs typeface="Times New Roman" panose="02020603050405020304" pitchFamily="18" charset="0"/>
            </a:endParaRPr>
          </a:p>
        </p:txBody>
      </p:sp>
      <p:sp>
        <p:nvSpPr>
          <p:cNvPr id="5" name="Explosion: 8 Points 4">
            <a:extLst>
              <a:ext uri="{FF2B5EF4-FFF2-40B4-BE49-F238E27FC236}">
                <a16:creationId xmlns:a16="http://schemas.microsoft.com/office/drawing/2014/main" id="{622FC813-BF23-4EE2-9342-C35415846E1F}"/>
              </a:ext>
            </a:extLst>
          </p:cNvPr>
          <p:cNvSpPr/>
          <p:nvPr/>
        </p:nvSpPr>
        <p:spPr>
          <a:xfrm>
            <a:off x="683568" y="2132856"/>
            <a:ext cx="5112568" cy="4392488"/>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2000" dirty="0">
                <a:solidFill>
                  <a:schemeClr val="accent2"/>
                </a:solidFill>
                <a:latin typeface="Times New Roman" panose="02020603050405020304" pitchFamily="18" charset="0"/>
                <a:cs typeface="Times New Roman" panose="02020603050405020304" pitchFamily="18" charset="0"/>
              </a:rPr>
              <a:t>اختر أحد عوامل المخاطر واِجر بحثًا عنه لمعرفة التأثير الذي يمكن أن يحدثه على الصحة والعافية</a:t>
            </a:r>
          </a:p>
        </p:txBody>
      </p:sp>
      <p:sp>
        <p:nvSpPr>
          <p:cNvPr id="3" name="TextBox 2">
            <a:extLst>
              <a:ext uri="{FF2B5EF4-FFF2-40B4-BE49-F238E27FC236}">
                <a16:creationId xmlns:a16="http://schemas.microsoft.com/office/drawing/2014/main" id="{E0B7BAA6-9C71-FB6D-A21C-8C4C25A0AAA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783128215"/>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08E1B-AACF-8DA8-EF42-CD913DC6E295}"/>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العوامل المؤثرة على الحمية الغذائية</a:t>
            </a:r>
          </a:p>
        </p:txBody>
      </p:sp>
      <p:sp>
        <p:nvSpPr>
          <p:cNvPr id="3" name="Content Placeholder 2">
            <a:extLst>
              <a:ext uri="{FF2B5EF4-FFF2-40B4-BE49-F238E27FC236}">
                <a16:creationId xmlns:a16="http://schemas.microsoft.com/office/drawing/2014/main" id="{468B60FE-F961-94BC-5D6B-3B01FD5D0C36}"/>
              </a:ext>
            </a:extLst>
          </p:cNvPr>
          <p:cNvSpPr>
            <a:spLocks noGrp="1"/>
          </p:cNvSpPr>
          <p:nvPr>
            <p:ph idx="1"/>
          </p:nvPr>
        </p:nvSpPr>
        <p:spPr>
          <a:xfrm>
            <a:off x="468311" y="2196000"/>
            <a:ext cx="8207375" cy="3878436"/>
          </a:xfrm>
        </p:spPr>
        <p:txBody>
          <a:bodyPr rtlCol="1"/>
          <a:lstStyle/>
          <a:p>
            <a:pPr rtl="1"/>
            <a:r>
              <a:rPr lang="ar" dirty="0">
                <a:latin typeface="Times New Roman" panose="02020603050405020304" pitchFamily="18" charset="0"/>
                <a:cs typeface="Times New Roman" panose="02020603050405020304" pitchFamily="18" charset="0"/>
              </a:rPr>
              <a:t>الدين والثقافة</a:t>
            </a:r>
          </a:p>
          <a:p>
            <a:pPr rtl="1"/>
            <a:r>
              <a:rPr lang="ar" dirty="0">
                <a:latin typeface="Times New Roman" panose="02020603050405020304" pitchFamily="18" charset="0"/>
                <a:cs typeface="Times New Roman" panose="02020603050405020304" pitchFamily="18" charset="0"/>
              </a:rPr>
              <a:t>أسباب أخلاقية</a:t>
            </a:r>
          </a:p>
          <a:p>
            <a:pPr rtl="1"/>
            <a:r>
              <a:rPr lang="ar" dirty="0">
                <a:latin typeface="Times New Roman" panose="02020603050405020304" pitchFamily="18" charset="0"/>
                <a:cs typeface="Times New Roman" panose="02020603050405020304" pitchFamily="18" charset="0"/>
              </a:rPr>
              <a:t>البيئة</a:t>
            </a:r>
          </a:p>
          <a:p>
            <a:pPr rtl="1"/>
            <a:r>
              <a:rPr lang="ar" dirty="0">
                <a:latin typeface="Times New Roman" panose="02020603050405020304" pitchFamily="18" charset="0"/>
                <a:cs typeface="Times New Roman" panose="02020603050405020304" pitchFamily="18" charset="0"/>
              </a:rPr>
              <a:t>العوامل الاجتماعية والاقتصادية</a:t>
            </a:r>
          </a:p>
          <a:p>
            <a:pPr rtl="1"/>
            <a:r>
              <a:rPr lang="ar" dirty="0">
                <a:latin typeface="Times New Roman" panose="02020603050405020304" pitchFamily="18" charset="0"/>
                <a:cs typeface="Times New Roman" panose="02020603050405020304" pitchFamily="18" charset="0"/>
              </a:rPr>
              <a:t>التفضيلات الشخصية</a:t>
            </a:r>
          </a:p>
          <a:p>
            <a:pPr rtl="1"/>
            <a:r>
              <a:rPr lang="ar" dirty="0">
                <a:latin typeface="Times New Roman" panose="02020603050405020304" pitchFamily="18" charset="0"/>
                <a:cs typeface="Times New Roman" panose="02020603050405020304" pitchFamily="18" charset="0"/>
              </a:rPr>
              <a:t>المرض</a:t>
            </a:r>
          </a:p>
          <a:p>
            <a:pPr rtl="1"/>
            <a:r>
              <a:rPr lang="ar" dirty="0">
                <a:latin typeface="Times New Roman" panose="02020603050405020304" pitchFamily="18" charset="0"/>
                <a:cs typeface="Times New Roman" panose="02020603050405020304" pitchFamily="18" charset="0"/>
              </a:rPr>
              <a:t>الحالات المرضية المزمنة</a:t>
            </a:r>
          </a:p>
          <a:p>
            <a:pPr rtl="1"/>
            <a:endParaRPr lang="en-GB" dirty="0">
              <a:latin typeface="Times New Roman" panose="02020603050405020304" pitchFamily="18" charset="0"/>
              <a:cs typeface="Times New Roman" panose="02020603050405020304" pitchFamily="18" charset="0"/>
            </a:endParaRPr>
          </a:p>
        </p:txBody>
      </p:sp>
      <p:sp>
        <p:nvSpPr>
          <p:cNvPr id="5" name="Explosion: 8 Points 4">
            <a:extLst>
              <a:ext uri="{FF2B5EF4-FFF2-40B4-BE49-F238E27FC236}">
                <a16:creationId xmlns:a16="http://schemas.microsoft.com/office/drawing/2014/main" id="{E7ECC960-E148-C6CA-A0A6-EC97129BF6B7}"/>
              </a:ext>
            </a:extLst>
          </p:cNvPr>
          <p:cNvSpPr/>
          <p:nvPr/>
        </p:nvSpPr>
        <p:spPr>
          <a:xfrm>
            <a:off x="539552" y="2196000"/>
            <a:ext cx="4464496" cy="387843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2000" dirty="0">
                <a:solidFill>
                  <a:schemeClr val="accent2"/>
                </a:solidFill>
                <a:latin typeface="Times New Roman" panose="02020603050405020304" pitchFamily="18" charset="0"/>
                <a:cs typeface="Times New Roman" panose="02020603050405020304" pitchFamily="18" charset="0"/>
              </a:rPr>
              <a:t>كيف يُمكن لكل من هذه العوامل أن تؤثر على النظام الغذائي للشخص؟</a:t>
            </a:r>
          </a:p>
        </p:txBody>
      </p:sp>
      <p:sp>
        <p:nvSpPr>
          <p:cNvPr id="4" name="TextBox 3">
            <a:extLst>
              <a:ext uri="{FF2B5EF4-FFF2-40B4-BE49-F238E27FC236}">
                <a16:creationId xmlns:a16="http://schemas.microsoft.com/office/drawing/2014/main" id="{E1BD3C88-680E-CC70-B1FF-53B66A06B99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831370300"/>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3B61-7F53-CE82-39FA-E3419581CAB9}"/>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بعض الحميات الغذائية المحددة</a:t>
            </a:r>
          </a:p>
        </p:txBody>
      </p:sp>
      <p:sp>
        <p:nvSpPr>
          <p:cNvPr id="3" name="Content Placeholder 2">
            <a:extLst>
              <a:ext uri="{FF2B5EF4-FFF2-40B4-BE49-F238E27FC236}">
                <a16:creationId xmlns:a16="http://schemas.microsoft.com/office/drawing/2014/main" id="{5FA3F65C-EBA1-F5C4-DFA3-A8F8A12D8516}"/>
              </a:ext>
            </a:extLst>
          </p:cNvPr>
          <p:cNvSpPr>
            <a:spLocks noGrp="1"/>
          </p:cNvSpPr>
          <p:nvPr>
            <p:ph idx="1"/>
          </p:nvPr>
        </p:nvSpPr>
        <p:spPr>
          <a:xfrm>
            <a:off x="468311" y="2196000"/>
            <a:ext cx="8207375" cy="3878436"/>
          </a:xfrm>
        </p:spPr>
        <p:txBody>
          <a:bodyPr rtlCol="1"/>
          <a:lstStyle/>
          <a:p>
            <a:pPr rtl="1"/>
            <a:r>
              <a:rPr lang="ar">
                <a:latin typeface="Times New Roman" panose="02020603050405020304" pitchFamily="18" charset="0"/>
                <a:cs typeface="Times New Roman" panose="02020603050405020304" pitchFamily="18" charset="0"/>
              </a:rPr>
              <a:t>النباتيون</a:t>
            </a:r>
          </a:p>
          <a:p>
            <a:pPr rtl="1"/>
            <a:r>
              <a:rPr lang="ar">
                <a:latin typeface="Times New Roman" panose="02020603050405020304" pitchFamily="18" charset="0"/>
                <a:cs typeface="Times New Roman" panose="02020603050405020304" pitchFamily="18" charset="0"/>
              </a:rPr>
              <a:t>نباتي</a:t>
            </a:r>
          </a:p>
          <a:p>
            <a:pPr rtl="1"/>
            <a:r>
              <a:rPr lang="ar">
                <a:latin typeface="Times New Roman" panose="02020603050405020304" pitchFamily="18" charset="0"/>
                <a:cs typeface="Times New Roman" panose="02020603050405020304" pitchFamily="18" charset="0"/>
              </a:rPr>
              <a:t>داء السكري</a:t>
            </a:r>
          </a:p>
          <a:p>
            <a:pPr rtl="1"/>
            <a:r>
              <a:rPr lang="ar">
                <a:latin typeface="Times New Roman" panose="02020603050405020304" pitchFamily="18" charset="0"/>
                <a:cs typeface="Times New Roman" panose="02020603050405020304" pitchFamily="18" charset="0"/>
              </a:rPr>
              <a:t>الاضطرابات الهضمية </a:t>
            </a:r>
          </a:p>
          <a:p>
            <a:pPr rtl="1"/>
            <a:r>
              <a:rPr lang="ar">
                <a:latin typeface="Times New Roman" panose="02020603050405020304" pitchFamily="18" charset="0"/>
                <a:cs typeface="Times New Roman" panose="02020603050405020304" pitchFamily="18" charset="0"/>
              </a:rPr>
              <a:t>ما بعد الأزمة القلبية</a:t>
            </a:r>
          </a:p>
          <a:p>
            <a:pPr rtl="1"/>
            <a:endParaRPr lang="en-GB" dirty="0">
              <a:latin typeface="Times New Roman" panose="02020603050405020304" pitchFamily="18" charset="0"/>
              <a:cs typeface="Times New Roman" panose="02020603050405020304" pitchFamily="18" charset="0"/>
            </a:endParaRPr>
          </a:p>
        </p:txBody>
      </p:sp>
      <p:sp>
        <p:nvSpPr>
          <p:cNvPr id="5" name="Explosion: 8 Points 4">
            <a:extLst>
              <a:ext uri="{FF2B5EF4-FFF2-40B4-BE49-F238E27FC236}">
                <a16:creationId xmlns:a16="http://schemas.microsoft.com/office/drawing/2014/main" id="{50EBA675-2A27-74E8-01C9-7F03A90FD3D6}"/>
              </a:ext>
            </a:extLst>
          </p:cNvPr>
          <p:cNvSpPr/>
          <p:nvPr/>
        </p:nvSpPr>
        <p:spPr>
          <a:xfrm>
            <a:off x="539552" y="1988840"/>
            <a:ext cx="4248472" cy="4320480"/>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2000" dirty="0">
                <a:solidFill>
                  <a:schemeClr val="accent2"/>
                </a:solidFill>
                <a:latin typeface="Times New Roman" panose="02020603050405020304" pitchFamily="18" charset="0"/>
                <a:cs typeface="Times New Roman" panose="02020603050405020304" pitchFamily="18" charset="0"/>
              </a:rPr>
              <a:t>اِجر بحثًا عن كيفية تأثير أحد هذه الأنظمة الغذائية على الصحة والعافية</a:t>
            </a:r>
          </a:p>
        </p:txBody>
      </p:sp>
      <p:sp>
        <p:nvSpPr>
          <p:cNvPr id="4" name="TextBox 3">
            <a:extLst>
              <a:ext uri="{FF2B5EF4-FFF2-40B4-BE49-F238E27FC236}">
                <a16:creationId xmlns:a16="http://schemas.microsoft.com/office/drawing/2014/main" id="{0495AACC-5689-7C7D-C59E-17F95835809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2996854855"/>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BBA90-668B-4780-4272-786DF45CB447}"/>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التغذية والمراحل العمرية</a:t>
            </a:r>
          </a:p>
        </p:txBody>
      </p:sp>
      <p:sp>
        <p:nvSpPr>
          <p:cNvPr id="3" name="Content Placeholder 2">
            <a:extLst>
              <a:ext uri="{FF2B5EF4-FFF2-40B4-BE49-F238E27FC236}">
                <a16:creationId xmlns:a16="http://schemas.microsoft.com/office/drawing/2014/main" id="{9FBD843F-C1B8-0642-B35D-DDFD64607EEE}"/>
              </a:ext>
            </a:extLst>
          </p:cNvPr>
          <p:cNvSpPr>
            <a:spLocks noGrp="1"/>
          </p:cNvSpPr>
          <p:nvPr>
            <p:ph idx="1"/>
          </p:nvPr>
        </p:nvSpPr>
        <p:spPr>
          <a:xfrm>
            <a:off x="468311" y="2196000"/>
            <a:ext cx="8207375" cy="3878436"/>
          </a:xfrm>
        </p:spPr>
        <p:txBody>
          <a:bodyPr rtlCol="1"/>
          <a:lstStyle/>
          <a:p>
            <a:pPr rtl="1"/>
            <a:r>
              <a:rPr lang="ar" sz="2000">
                <a:latin typeface="Times New Roman" panose="02020603050405020304" pitchFamily="18" charset="0"/>
                <a:cs typeface="Times New Roman" panose="02020603050405020304" pitchFamily="18" charset="0"/>
              </a:rPr>
              <a:t>مرحلة الطفولة المبكرة (3-8 سنوات)</a:t>
            </a:r>
          </a:p>
          <a:p>
            <a:pPr rtl="1"/>
            <a:r>
              <a:rPr lang="ar" sz="2000">
                <a:latin typeface="Times New Roman" panose="02020603050405020304" pitchFamily="18" charset="0"/>
                <a:cs typeface="Times New Roman" panose="02020603050405020304" pitchFamily="18" charset="0"/>
              </a:rPr>
              <a:t>مرحلة المراهقة (9-18 سنة)</a:t>
            </a:r>
          </a:p>
          <a:p>
            <a:pPr rtl="1"/>
            <a:r>
              <a:rPr lang="ar" sz="2000">
                <a:latin typeface="Times New Roman" panose="02020603050405020304" pitchFamily="18" charset="0"/>
                <a:cs typeface="Times New Roman" panose="02020603050405020304" pitchFamily="18" charset="0"/>
              </a:rPr>
              <a:t>مرحلة الرشد المبكر (19-45 سنة)</a:t>
            </a:r>
          </a:p>
          <a:p>
            <a:pPr rtl="1"/>
            <a:r>
              <a:rPr lang="ar" sz="2000">
                <a:latin typeface="Times New Roman" panose="02020603050405020304" pitchFamily="18" charset="0"/>
                <a:cs typeface="Times New Roman" panose="02020603050405020304" pitchFamily="18" charset="0"/>
              </a:rPr>
              <a:t>مرحلة الرشد المتوسط (46-65 سنة)</a:t>
            </a:r>
          </a:p>
          <a:p>
            <a:pPr rtl="1"/>
            <a:r>
              <a:rPr lang="ar" sz="2000">
                <a:latin typeface="Times New Roman" panose="02020603050405020304" pitchFamily="18" charset="0"/>
                <a:cs typeface="Times New Roman" panose="02020603050405020304" pitchFamily="18" charset="0"/>
              </a:rPr>
              <a:t>مرحلة الرشد المتأخر (أكبر من 65 سنة)</a:t>
            </a:r>
          </a:p>
        </p:txBody>
      </p:sp>
      <p:sp>
        <p:nvSpPr>
          <p:cNvPr id="6" name="Explosion: 8 Points 5">
            <a:extLst>
              <a:ext uri="{FF2B5EF4-FFF2-40B4-BE49-F238E27FC236}">
                <a16:creationId xmlns:a16="http://schemas.microsoft.com/office/drawing/2014/main" id="{82C221CD-5D26-65E5-82ED-A92CCEABCA5B}"/>
              </a:ext>
            </a:extLst>
          </p:cNvPr>
          <p:cNvSpPr/>
          <p:nvPr/>
        </p:nvSpPr>
        <p:spPr>
          <a:xfrm>
            <a:off x="5004047" y="4149080"/>
            <a:ext cx="3886839" cy="266429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1600" dirty="0">
                <a:solidFill>
                  <a:schemeClr val="accent2"/>
                </a:solidFill>
                <a:latin typeface="Times New Roman" panose="02020603050405020304" pitchFamily="18" charset="0"/>
                <a:cs typeface="Times New Roman" panose="02020603050405020304" pitchFamily="18" charset="0"/>
              </a:rPr>
              <a:t>استهدف إحدى حملات الأكل الصحي لإحدى هذه المجموعات</a:t>
            </a:r>
          </a:p>
        </p:txBody>
      </p:sp>
      <p:pic>
        <p:nvPicPr>
          <p:cNvPr id="4" name="Picture 3" descr="A group of people sitting on a couch&#10;&#10;AI-generated content may be incorrect.">
            <a:extLst>
              <a:ext uri="{FF2B5EF4-FFF2-40B4-BE49-F238E27FC236}">
                <a16:creationId xmlns:a16="http://schemas.microsoft.com/office/drawing/2014/main" id="{892DB7B9-9F4E-F788-8827-15E9C77DB8B3}"/>
              </a:ext>
            </a:extLst>
          </p:cNvPr>
          <p:cNvPicPr>
            <a:picLocks noChangeAspect="1"/>
          </p:cNvPicPr>
          <p:nvPr/>
        </p:nvPicPr>
        <p:blipFill>
          <a:blip r:embed="rId3"/>
          <a:stretch>
            <a:fillRect/>
          </a:stretch>
        </p:blipFill>
        <p:spPr>
          <a:xfrm>
            <a:off x="457998" y="2300002"/>
            <a:ext cx="4408878" cy="2928738"/>
          </a:xfrm>
          <a:prstGeom prst="rect">
            <a:avLst/>
          </a:prstGeom>
          <a:ln>
            <a:noFill/>
          </a:ln>
        </p:spPr>
      </p:pic>
      <p:sp>
        <p:nvSpPr>
          <p:cNvPr id="5" name="TextBox 4">
            <a:extLst>
              <a:ext uri="{FF2B5EF4-FFF2-40B4-BE49-F238E27FC236}">
                <a16:creationId xmlns:a16="http://schemas.microsoft.com/office/drawing/2014/main" id="{7DFA65F2-CB11-2351-3A3B-E36B21E547A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831849285"/>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A58D-C4D9-429D-8A94-2E58BB5834B7}"/>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النظافة الشخصية</a:t>
            </a:r>
          </a:p>
        </p:txBody>
      </p:sp>
      <p:sp>
        <p:nvSpPr>
          <p:cNvPr id="3" name="Content Placeholder 2">
            <a:extLst>
              <a:ext uri="{FF2B5EF4-FFF2-40B4-BE49-F238E27FC236}">
                <a16:creationId xmlns:a16="http://schemas.microsoft.com/office/drawing/2014/main" id="{2A63660C-86F3-2BEC-DB61-CA9DBAE54884}"/>
              </a:ext>
            </a:extLst>
          </p:cNvPr>
          <p:cNvSpPr>
            <a:spLocks noGrp="1"/>
          </p:cNvSpPr>
          <p:nvPr>
            <p:ph idx="1"/>
          </p:nvPr>
        </p:nvSpPr>
        <p:spPr>
          <a:xfrm>
            <a:off x="468311" y="2196000"/>
            <a:ext cx="8207375" cy="3878436"/>
          </a:xfrm>
        </p:spPr>
        <p:txBody>
          <a:bodyPr rtlCol="1"/>
          <a:lstStyle/>
          <a:p>
            <a:pPr rtl="1"/>
            <a:r>
              <a:rPr lang="ar">
                <a:latin typeface="Times New Roman" panose="02020603050405020304" pitchFamily="18" charset="0"/>
                <a:cs typeface="Times New Roman" panose="02020603050405020304" pitchFamily="18" charset="0"/>
              </a:rPr>
              <a:t>انتشار الأمراض المعدية </a:t>
            </a:r>
          </a:p>
          <a:p>
            <a:pPr rtl="1"/>
            <a:r>
              <a:rPr lang="ar">
                <a:latin typeface="Times New Roman" panose="02020603050405020304" pitchFamily="18" charset="0"/>
                <a:cs typeface="Times New Roman" panose="02020603050405020304" pitchFamily="18" charset="0"/>
              </a:rPr>
              <a:t>التهاب المعدة والأمعاء الفيروسي</a:t>
            </a:r>
          </a:p>
          <a:p>
            <a:pPr rtl="1"/>
            <a:r>
              <a:rPr lang="ar">
                <a:latin typeface="Times New Roman" panose="02020603050405020304" pitchFamily="18" charset="0"/>
                <a:cs typeface="Times New Roman" panose="02020603050405020304" pitchFamily="18" charset="0"/>
              </a:rPr>
              <a:t>الجرب</a:t>
            </a:r>
          </a:p>
          <a:p>
            <a:pPr rtl="1"/>
            <a:r>
              <a:rPr lang="ar">
                <a:latin typeface="Times New Roman" panose="02020603050405020304" pitchFamily="18" charset="0"/>
                <a:cs typeface="Times New Roman" panose="02020603050405020304" pitchFamily="18" charset="0"/>
              </a:rPr>
              <a:t>القمل </a:t>
            </a:r>
          </a:p>
          <a:p>
            <a:pPr rtl="1"/>
            <a:r>
              <a:rPr lang="ar">
                <a:latin typeface="Times New Roman" panose="02020603050405020304" pitchFamily="18" charset="0"/>
                <a:cs typeface="Times New Roman" panose="02020603050405020304" pitchFamily="18" charset="0"/>
              </a:rPr>
              <a:t>الإسهال </a:t>
            </a:r>
          </a:p>
          <a:p>
            <a:pPr rtl="1"/>
            <a:r>
              <a:rPr lang="ar">
                <a:latin typeface="Times New Roman" panose="02020603050405020304" pitchFamily="18" charset="0"/>
                <a:cs typeface="Times New Roman" panose="02020603050405020304" pitchFamily="18" charset="0"/>
              </a:rPr>
              <a:t>تسوس الأسنان</a:t>
            </a:r>
          </a:p>
          <a:p>
            <a:pPr rtl="1"/>
            <a:r>
              <a:rPr lang="ar">
                <a:latin typeface="Times New Roman" panose="02020603050405020304" pitchFamily="18" charset="0"/>
                <a:cs typeface="Times New Roman" panose="02020603050405020304" pitchFamily="18" charset="0"/>
              </a:rPr>
              <a:t>سعفة القدم</a:t>
            </a:r>
          </a:p>
          <a:p>
            <a:pPr rtl="1"/>
            <a:endParaRPr lang="en-GB" dirty="0">
              <a:latin typeface="Times New Roman" panose="02020603050405020304" pitchFamily="18" charset="0"/>
              <a:cs typeface="Times New Roman" panose="02020603050405020304" pitchFamily="18" charset="0"/>
            </a:endParaRPr>
          </a:p>
        </p:txBody>
      </p:sp>
      <p:pic>
        <p:nvPicPr>
          <p:cNvPr id="4" name="Picture 3" descr="A person washing hands under a faucet&#10;&#10;AI-generated content may be incorrect.">
            <a:extLst>
              <a:ext uri="{FF2B5EF4-FFF2-40B4-BE49-F238E27FC236}">
                <a16:creationId xmlns:a16="http://schemas.microsoft.com/office/drawing/2014/main" id="{3AAF7EF3-A9CF-BF88-F798-3EBC74345647}"/>
              </a:ext>
            </a:extLst>
          </p:cNvPr>
          <p:cNvPicPr>
            <a:picLocks noChangeAspect="1"/>
          </p:cNvPicPr>
          <p:nvPr/>
        </p:nvPicPr>
        <p:blipFill>
          <a:blip r:embed="rId3"/>
          <a:stretch>
            <a:fillRect/>
          </a:stretch>
        </p:blipFill>
        <p:spPr>
          <a:xfrm>
            <a:off x="457371" y="2342237"/>
            <a:ext cx="4382755" cy="2953777"/>
          </a:xfrm>
          <a:prstGeom prst="rect">
            <a:avLst/>
          </a:prstGeom>
          <a:ln>
            <a:noFill/>
          </a:ln>
        </p:spPr>
      </p:pic>
      <p:sp>
        <p:nvSpPr>
          <p:cNvPr id="5" name="TextBox 4">
            <a:extLst>
              <a:ext uri="{FF2B5EF4-FFF2-40B4-BE49-F238E27FC236}">
                <a16:creationId xmlns:a16="http://schemas.microsoft.com/office/drawing/2014/main" id="{0576A3F6-C0A2-3BAE-ABA3-0EFFB2E50B1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484107986"/>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latin typeface="Times New Roman" panose="02020603050405020304" pitchFamily="18" charset="0"/>
                <a:cs typeface="Times New Roman" panose="02020603050405020304" pitchFamily="18" charset="0"/>
              </a:rPr>
              <a:t>نتاج التعلم ج</a:t>
            </a:r>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endParaRPr lang="en-GB" altLang="en-US" sz="3600" b="1"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i="0" u="none" strike="noStrike" dirty="0">
                <a:solidFill>
                  <a:srgbClr val="000000"/>
                </a:solidFill>
                <a:latin typeface="Times New Roman" panose="02020603050405020304" pitchFamily="18" charset="0"/>
                <a:cs typeface="Times New Roman" panose="02020603050405020304" pitchFamily="18" charset="0"/>
              </a:rPr>
              <a:t>ج1</a:t>
            </a:r>
            <a:r>
              <a:rPr lang="ar" b="0" i="0" u="none" strike="noStrike" dirty="0">
                <a:solidFill>
                  <a:srgbClr val="000000"/>
                </a:solidFill>
                <a:latin typeface="Times New Roman" panose="02020603050405020304" pitchFamily="18" charset="0"/>
                <a:cs typeface="Times New Roman" panose="02020603050405020304" pitchFamily="18" charset="0"/>
              </a:rPr>
              <a:t> أنواع نشاطات التوعية الصحية وأساليبها</a:t>
            </a:r>
          </a:p>
          <a:p>
            <a:pPr rtl="1"/>
            <a:r>
              <a:rPr lang="ar" b="1" i="0" u="none" strike="noStrike" dirty="0">
                <a:solidFill>
                  <a:srgbClr val="000000"/>
                </a:solidFill>
                <a:latin typeface="Times New Roman" panose="02020603050405020304" pitchFamily="18" charset="0"/>
                <a:cs typeface="Times New Roman" panose="02020603050405020304" pitchFamily="18" charset="0"/>
              </a:rPr>
              <a:t>ج2</a:t>
            </a:r>
            <a:r>
              <a:rPr lang="ar" b="0" i="0" u="none" strike="noStrike" dirty="0">
                <a:solidFill>
                  <a:srgbClr val="000000"/>
                </a:solidFill>
                <a:latin typeface="Times New Roman" panose="02020603050405020304" pitchFamily="18" charset="0"/>
                <a:cs typeface="Times New Roman" panose="02020603050405020304" pitchFamily="18" charset="0"/>
              </a:rPr>
              <a:t> تأثيرات التوعية الصحية الإيجابية</a:t>
            </a:r>
            <a:r>
              <a:rPr lang="ar" sz="2800" b="0" i="0" u="none" strike="noStrike" dirty="0">
                <a:solidFill>
                  <a:srgbClr val="000000"/>
                </a:solidFill>
                <a:latin typeface="Times New Roman" panose="02020603050405020304" pitchFamily="18" charset="0"/>
                <a:cs typeface="Times New Roman" panose="02020603050405020304" pitchFamily="18" charset="0"/>
              </a:rPr>
              <a:t>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dirty="0">
                <a:latin typeface="Times New Roman" panose="02020603050405020304" pitchFamily="18" charset="0"/>
                <a:cs typeface="Times New Roman" panose="02020603050405020304" pitchFamily="18" charset="0"/>
              </a:rPr>
              <a:t>التوعية في مجال الصحة والعافية</a:t>
            </a:r>
          </a:p>
        </p:txBody>
      </p:sp>
      <p:sp>
        <p:nvSpPr>
          <p:cNvPr id="2" name="TextBox 1">
            <a:extLst>
              <a:ext uri="{FF2B5EF4-FFF2-40B4-BE49-F238E27FC236}">
                <a16:creationId xmlns:a16="http://schemas.microsoft.com/office/drawing/2014/main" id="{C9937AFA-7570-7FFC-D9CD-87B4242A566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044772550"/>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699E2-029F-2159-56FA-1D73AEC1ECBF}"/>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التوعية الصحية</a:t>
            </a:r>
          </a:p>
        </p:txBody>
      </p:sp>
      <p:sp>
        <p:nvSpPr>
          <p:cNvPr id="3" name="Content Placeholder 2">
            <a:extLst>
              <a:ext uri="{FF2B5EF4-FFF2-40B4-BE49-F238E27FC236}">
                <a16:creationId xmlns:a16="http://schemas.microsoft.com/office/drawing/2014/main" id="{0CD24AA9-4C29-B72D-A762-A327EAE9B4CE}"/>
              </a:ext>
            </a:extLst>
          </p:cNvPr>
          <p:cNvSpPr>
            <a:spLocks noGrp="1"/>
          </p:cNvSpPr>
          <p:nvPr>
            <p:ph idx="1"/>
          </p:nvPr>
        </p:nvSpPr>
        <p:spPr>
          <a:xfrm>
            <a:off x="1187623" y="1961448"/>
            <a:ext cx="7750760" cy="4498089"/>
          </a:xfrm>
        </p:spPr>
        <p:txBody>
          <a:bodyPr rtlCol="1"/>
          <a:lstStyle/>
          <a:p>
            <a:pPr rtl="1"/>
            <a:r>
              <a:rPr lang="ar">
                <a:latin typeface="Times New Roman" panose="02020603050405020304" pitchFamily="18" charset="0"/>
                <a:cs typeface="Times New Roman" panose="02020603050405020304" pitchFamily="18" charset="0"/>
              </a:rPr>
              <a:t>ما الذي توحي به هذه الصورة لك؟</a:t>
            </a:r>
          </a:p>
          <a:p>
            <a:pPr rtl="1"/>
            <a:r>
              <a:rPr lang="ar">
                <a:latin typeface="Times New Roman" panose="02020603050405020304" pitchFamily="18" charset="0"/>
                <a:cs typeface="Times New Roman" panose="02020603050405020304" pitchFamily="18" charset="0"/>
              </a:rPr>
              <a:t>لماذا تعتقد أنه من المهم استخدام الصور للتوعية الصحية في الحملات العالمية؟ </a:t>
            </a:r>
          </a:p>
        </p:txBody>
      </p:sp>
      <p:pic>
        <p:nvPicPr>
          <p:cNvPr id="4" name="Picture 3" descr="A paintbrush with vegetables and fruits&#10;&#10;AI-generated content may be incorrect.">
            <a:extLst>
              <a:ext uri="{FF2B5EF4-FFF2-40B4-BE49-F238E27FC236}">
                <a16:creationId xmlns:a16="http://schemas.microsoft.com/office/drawing/2014/main" id="{0AD067C8-3C15-C920-BAEC-40D8C6818E4A}"/>
              </a:ext>
            </a:extLst>
          </p:cNvPr>
          <p:cNvPicPr>
            <a:picLocks noChangeAspect="1"/>
          </p:cNvPicPr>
          <p:nvPr/>
        </p:nvPicPr>
        <p:blipFill>
          <a:blip r:embed="rId3"/>
          <a:stretch>
            <a:fillRect/>
          </a:stretch>
        </p:blipFill>
        <p:spPr>
          <a:xfrm>
            <a:off x="2770862" y="3428429"/>
            <a:ext cx="3588587" cy="2601979"/>
          </a:xfrm>
          <a:prstGeom prst="rect">
            <a:avLst/>
          </a:prstGeom>
          <a:ln>
            <a:noFill/>
          </a:ln>
        </p:spPr>
      </p:pic>
      <p:sp>
        <p:nvSpPr>
          <p:cNvPr id="5" name="TextBox 4">
            <a:extLst>
              <a:ext uri="{FF2B5EF4-FFF2-40B4-BE49-F238E27FC236}">
                <a16:creationId xmlns:a16="http://schemas.microsoft.com/office/drawing/2014/main" id="{A14B2963-22D6-7A8E-10CB-5DC9247CB1D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4140252835"/>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A26D6-1A96-F0EC-7239-C985D9BAFC88}"/>
              </a:ext>
            </a:extLst>
          </p:cNvPr>
          <p:cNvSpPr>
            <a:spLocks noGrp="1"/>
          </p:cNvSpPr>
          <p:nvPr>
            <p:ph type="title"/>
          </p:nvPr>
        </p:nvSpPr>
        <p:spPr>
          <a:xfrm>
            <a:off x="457200" y="1412776"/>
            <a:ext cx="8229600" cy="864000"/>
          </a:xfrm>
        </p:spPr>
        <p:txBody>
          <a:bodyPr rtlCol="1"/>
          <a:lstStyle/>
          <a:p>
            <a:pPr rtl="1"/>
            <a:r>
              <a:rPr lang="ar">
                <a:latin typeface="Times New Roman" panose="02020603050405020304" pitchFamily="18" charset="0"/>
                <a:cs typeface="Times New Roman" panose="02020603050405020304" pitchFamily="18" charset="0"/>
              </a:rPr>
              <a:t>الطرق المختلفة للتوعية الصحية</a:t>
            </a:r>
          </a:p>
        </p:txBody>
      </p:sp>
      <p:sp>
        <p:nvSpPr>
          <p:cNvPr id="3" name="Content Placeholder 2">
            <a:extLst>
              <a:ext uri="{FF2B5EF4-FFF2-40B4-BE49-F238E27FC236}">
                <a16:creationId xmlns:a16="http://schemas.microsoft.com/office/drawing/2014/main" id="{0CE78842-EFF5-6727-07F4-FA96298150B2}"/>
              </a:ext>
            </a:extLst>
          </p:cNvPr>
          <p:cNvSpPr>
            <a:spLocks noGrp="1"/>
          </p:cNvSpPr>
          <p:nvPr>
            <p:ph idx="1"/>
          </p:nvPr>
        </p:nvSpPr>
        <p:spPr>
          <a:xfrm>
            <a:off x="479425" y="2632480"/>
            <a:ext cx="8207375" cy="3878436"/>
          </a:xfrm>
        </p:spPr>
        <p:txBody>
          <a:bodyPr rtlCol="1"/>
          <a:lstStyle/>
          <a:p>
            <a:pPr rtl="1"/>
            <a:r>
              <a:rPr lang="ar">
                <a:latin typeface="Times New Roman" panose="02020603050405020304" pitchFamily="18" charset="0"/>
                <a:cs typeface="Times New Roman" panose="02020603050405020304" pitchFamily="18" charset="0"/>
              </a:rPr>
              <a:t>برامج التحصين</a:t>
            </a:r>
          </a:p>
          <a:p>
            <a:pPr rtl="1"/>
            <a:r>
              <a:rPr lang="ar">
                <a:latin typeface="Times New Roman" panose="02020603050405020304" pitchFamily="18" charset="0"/>
                <a:cs typeface="Times New Roman" panose="02020603050405020304" pitchFamily="18" charset="0"/>
              </a:rPr>
              <a:t>البرامج التعليمية المستهدفة</a:t>
            </a:r>
          </a:p>
          <a:p>
            <a:pPr rtl="1"/>
            <a:r>
              <a:rPr lang="ar">
                <a:latin typeface="Times New Roman" panose="02020603050405020304" pitchFamily="18" charset="0"/>
                <a:cs typeface="Times New Roman" panose="02020603050405020304" pitchFamily="18" charset="0"/>
              </a:rPr>
              <a:t>الدعم الاجتماعي والاقتصادي</a:t>
            </a:r>
          </a:p>
          <a:p>
            <a:pPr rtl="1"/>
            <a:r>
              <a:rPr lang="ar">
                <a:latin typeface="Times New Roman" panose="02020603050405020304" pitchFamily="18" charset="0"/>
                <a:cs typeface="Times New Roman" panose="02020603050405020304" pitchFamily="18" charset="0"/>
              </a:rPr>
              <a:t>الفحص الصحي </a:t>
            </a:r>
          </a:p>
          <a:p>
            <a:pPr rtl="1"/>
            <a:r>
              <a:rPr lang="ar">
                <a:latin typeface="Times New Roman" panose="02020603050405020304" pitchFamily="18" charset="0"/>
                <a:cs typeface="Times New Roman" panose="02020603050405020304" pitchFamily="18" charset="0"/>
              </a:rPr>
              <a:t>السياسة الصحية </a:t>
            </a:r>
          </a:p>
          <a:p>
            <a:pPr rtl="1"/>
            <a:r>
              <a:rPr lang="ar">
                <a:latin typeface="Times New Roman" panose="02020603050405020304" pitchFamily="18" charset="0"/>
                <a:cs typeface="Times New Roman" panose="02020603050405020304" pitchFamily="18" charset="0"/>
              </a:rPr>
              <a:t>الحملات الوطنية</a:t>
            </a:r>
          </a:p>
          <a:p>
            <a:pPr rtl="1"/>
            <a:r>
              <a:rPr lang="ar">
                <a:latin typeface="Times New Roman" panose="02020603050405020304" pitchFamily="18" charset="0"/>
                <a:cs typeface="Times New Roman" panose="02020603050405020304" pitchFamily="18" charset="0"/>
              </a:rPr>
              <a:t>وسائل الإعلام الجماهيرية </a:t>
            </a:r>
          </a:p>
          <a:p>
            <a:pPr rtl="1"/>
            <a:r>
              <a:rPr lang="ar">
                <a:latin typeface="Times New Roman" panose="02020603050405020304" pitchFamily="18" charset="0"/>
                <a:cs typeface="Times New Roman" panose="02020603050405020304" pitchFamily="18" charset="0"/>
              </a:rPr>
              <a:t>القدوة</a:t>
            </a:r>
          </a:p>
          <a:p>
            <a:pPr rtl="1"/>
            <a:endParaRPr lang="en-GB" dirty="0">
              <a:latin typeface="Times New Roman" panose="02020603050405020304" pitchFamily="18" charset="0"/>
              <a:cs typeface="Times New Roman" panose="02020603050405020304" pitchFamily="18" charset="0"/>
            </a:endParaRPr>
          </a:p>
        </p:txBody>
      </p:sp>
      <p:sp>
        <p:nvSpPr>
          <p:cNvPr id="5" name="Explosion: 8 Points 4">
            <a:extLst>
              <a:ext uri="{FF2B5EF4-FFF2-40B4-BE49-F238E27FC236}">
                <a16:creationId xmlns:a16="http://schemas.microsoft.com/office/drawing/2014/main" id="{757B0AEB-E831-9833-7B8E-7A09DC5631E8}"/>
              </a:ext>
            </a:extLst>
          </p:cNvPr>
          <p:cNvSpPr/>
          <p:nvPr/>
        </p:nvSpPr>
        <p:spPr>
          <a:xfrm>
            <a:off x="368855" y="3429000"/>
            <a:ext cx="4248472" cy="300547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a:solidFill>
                  <a:schemeClr val="accent2"/>
                </a:solidFill>
                <a:latin typeface="Times New Roman" panose="02020603050405020304" pitchFamily="18" charset="0"/>
                <a:cs typeface="Times New Roman" panose="02020603050405020304" pitchFamily="18" charset="0"/>
              </a:rPr>
              <a:t>اِجر بحثًا عن واحدة من نشاطات التوعية الصحية</a:t>
            </a:r>
          </a:p>
        </p:txBody>
      </p:sp>
      <p:sp>
        <p:nvSpPr>
          <p:cNvPr id="4" name="TextBox 3">
            <a:extLst>
              <a:ext uri="{FF2B5EF4-FFF2-40B4-BE49-F238E27FC236}">
                <a16:creationId xmlns:a16="http://schemas.microsoft.com/office/drawing/2014/main" id="{4344893C-3269-1C64-1057-8EAA8B5576A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303262921"/>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843E6-8DAF-855A-0009-EBABC05817BD}"/>
              </a:ext>
            </a:extLst>
          </p:cNvPr>
          <p:cNvSpPr>
            <a:spLocks noGrp="1"/>
          </p:cNvSpPr>
          <p:nvPr>
            <p:ph type="title"/>
          </p:nvPr>
        </p:nvSpPr>
        <p:spPr>
          <a:xfrm>
            <a:off x="0" y="1412872"/>
            <a:ext cx="9144000" cy="864000"/>
          </a:xfrm>
        </p:spPr>
        <p:txBody>
          <a:bodyPr rtlCol="1"/>
          <a:lstStyle/>
          <a:p>
            <a:pPr rtl="1"/>
            <a:r>
              <a:rPr lang="ar" dirty="0">
                <a:latin typeface="Times New Roman" panose="02020603050405020304" pitchFamily="18" charset="0"/>
                <a:cs typeface="Times New Roman" panose="02020603050405020304" pitchFamily="18" charset="0"/>
              </a:rPr>
              <a:t>أهداف محددة، وقابلة للقياس، </a:t>
            </a:r>
            <a:r>
              <a:rPr lang="ar-EG" dirty="0">
                <a:latin typeface="Times New Roman" panose="02020603050405020304" pitchFamily="18" charset="0"/>
                <a:cs typeface="Times New Roman" panose="02020603050405020304" pitchFamily="18" charset="0"/>
              </a:rPr>
              <a:t>وواقعية</a:t>
            </a:r>
            <a:r>
              <a:rPr lang="ar" dirty="0">
                <a:latin typeface="Times New Roman" panose="02020603050405020304" pitchFamily="18" charset="0"/>
                <a:cs typeface="Times New Roman" panose="02020603050405020304" pitchFamily="18" charset="0"/>
              </a:rPr>
              <a:t>، وذات صلة بال</a:t>
            </a:r>
            <a:r>
              <a:rPr lang="ar-EG" dirty="0">
                <a:latin typeface="Times New Roman" panose="02020603050405020304" pitchFamily="18" charset="0"/>
                <a:cs typeface="Times New Roman" panose="02020603050405020304" pitchFamily="18" charset="0"/>
              </a:rPr>
              <a:t>موضوع</a:t>
            </a:r>
            <a:r>
              <a:rPr lang="ar" dirty="0">
                <a:latin typeface="Times New Roman" panose="02020603050405020304" pitchFamily="18" charset="0"/>
                <a:cs typeface="Times New Roman" panose="02020603050405020304" pitchFamily="18" charset="0"/>
              </a:rPr>
              <a:t>، ومحددة بزمن (SMART)</a:t>
            </a:r>
          </a:p>
        </p:txBody>
      </p:sp>
      <p:grpSp>
        <p:nvGrpSpPr>
          <p:cNvPr id="3" name="Group 2">
            <a:extLst>
              <a:ext uri="{FF2B5EF4-FFF2-40B4-BE49-F238E27FC236}">
                <a16:creationId xmlns:a16="http://schemas.microsoft.com/office/drawing/2014/main" id="{DF19F071-2D5D-385F-5275-39504A8F0C08}"/>
              </a:ext>
            </a:extLst>
          </p:cNvPr>
          <p:cNvGrpSpPr/>
          <p:nvPr/>
        </p:nvGrpSpPr>
        <p:grpSpPr>
          <a:xfrm flipH="1">
            <a:off x="3876601" y="2636912"/>
            <a:ext cx="6095999" cy="3712275"/>
            <a:chOff x="3588568" y="2204205"/>
            <a:chExt cx="6095999" cy="3712275"/>
          </a:xfrm>
        </p:grpSpPr>
        <p:sp>
          <p:nvSpPr>
            <p:cNvPr id="4" name="Freeform: Shape 3">
              <a:extLst>
                <a:ext uri="{FF2B5EF4-FFF2-40B4-BE49-F238E27FC236}">
                  <a16:creationId xmlns:a16="http://schemas.microsoft.com/office/drawing/2014/main" id="{5D933C7D-8730-EEC4-8282-E7D85D13FEF2}"/>
                </a:ext>
              </a:extLst>
            </p:cNvPr>
            <p:cNvSpPr/>
            <p:nvPr/>
          </p:nvSpPr>
          <p:spPr>
            <a:xfrm>
              <a:off x="3588568" y="2221530"/>
              <a:ext cx="1524000" cy="554400"/>
            </a:xfrm>
            <a:custGeom>
              <a:avLst/>
              <a:gdLst>
                <a:gd name="connsiteX0" fmla="*/ 0 w 1524000"/>
                <a:gd name="connsiteY0" fmla="*/ 0 h 554400"/>
                <a:gd name="connsiteX1" fmla="*/ 1524000 w 1524000"/>
                <a:gd name="connsiteY1" fmla="*/ 0 h 554400"/>
                <a:gd name="connsiteX2" fmla="*/ 1524000 w 1524000"/>
                <a:gd name="connsiteY2" fmla="*/ 554400 h 554400"/>
                <a:gd name="connsiteX3" fmla="*/ 0 w 1524000"/>
                <a:gd name="connsiteY3" fmla="*/ 554400 h 554400"/>
                <a:gd name="connsiteX4" fmla="*/ 0 w 1524000"/>
                <a:gd name="connsiteY4" fmla="*/ 0 h 5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554400">
                  <a:moveTo>
                    <a:pt x="0" y="0"/>
                  </a:moveTo>
                  <a:lnTo>
                    <a:pt x="1524000" y="0"/>
                  </a:lnTo>
                  <a:lnTo>
                    <a:pt x="1524000" y="554400"/>
                  </a:lnTo>
                  <a:lnTo>
                    <a:pt x="0" y="55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9136" tIns="71120" rIns="199136" bIns="71120" numCol="1" spcCol="1270" rtlCol="1" anchor="ctr" anchorCtr="0">
              <a:noAutofit/>
            </a:bodyPr>
            <a:lstStyle/>
            <a:p>
              <a:pPr marL="0" lvl="0" indent="0" algn="l" defTabSz="1244600" rtl="1">
                <a:lnSpc>
                  <a:spcPct val="90000"/>
                </a:lnSpc>
                <a:spcBef>
                  <a:spcPct val="0"/>
                </a:spcBef>
                <a:spcAft>
                  <a:spcPct val="35000"/>
                </a:spcAft>
                <a:buNone/>
              </a:pPr>
              <a:r>
                <a:rPr lang="ar" sz="2800" kern="1200" dirty="0">
                  <a:solidFill>
                    <a:schemeClr val="accent2"/>
                  </a:solidFill>
                  <a:latin typeface="Times New Roman" panose="02020603050405020304" pitchFamily="18" charset="0"/>
                  <a:cs typeface="Times New Roman" panose="02020603050405020304" pitchFamily="18" charset="0"/>
                </a:rPr>
                <a:t>S</a:t>
              </a:r>
            </a:p>
          </p:txBody>
        </p:sp>
        <p:sp>
          <p:nvSpPr>
            <p:cNvPr id="7" name="Left Brace 6">
              <a:extLst>
                <a:ext uri="{FF2B5EF4-FFF2-40B4-BE49-F238E27FC236}">
                  <a16:creationId xmlns:a16="http://schemas.microsoft.com/office/drawing/2014/main" id="{7C7E17F1-2EC1-CE6C-B8AE-B3BDCB4D19B6}"/>
                </a:ext>
              </a:extLst>
            </p:cNvPr>
            <p:cNvSpPr/>
            <p:nvPr/>
          </p:nvSpPr>
          <p:spPr>
            <a:xfrm>
              <a:off x="5112567" y="2204205"/>
              <a:ext cx="304800" cy="58905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2A740CE1-EC0A-7EDF-22AE-FB7428BBBD08}"/>
                </a:ext>
              </a:extLst>
            </p:cNvPr>
            <p:cNvSpPr/>
            <p:nvPr/>
          </p:nvSpPr>
          <p:spPr>
            <a:xfrm>
              <a:off x="5539287" y="2204205"/>
              <a:ext cx="4145280" cy="589050"/>
            </a:xfrm>
            <a:custGeom>
              <a:avLst/>
              <a:gdLst>
                <a:gd name="connsiteX0" fmla="*/ 0 w 4145280"/>
                <a:gd name="connsiteY0" fmla="*/ 0 h 589050"/>
                <a:gd name="connsiteX1" fmla="*/ 4145280 w 4145280"/>
                <a:gd name="connsiteY1" fmla="*/ 0 h 589050"/>
                <a:gd name="connsiteX2" fmla="*/ 4145280 w 4145280"/>
                <a:gd name="connsiteY2" fmla="*/ 589050 h 589050"/>
                <a:gd name="connsiteX3" fmla="*/ 0 w 4145280"/>
                <a:gd name="connsiteY3" fmla="*/ 589050 h 589050"/>
                <a:gd name="connsiteX4" fmla="*/ 0 w 4145280"/>
                <a:gd name="connsiteY4" fmla="*/ 0 h 58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0" h="589050">
                  <a:moveTo>
                    <a:pt x="0" y="0"/>
                  </a:moveTo>
                  <a:lnTo>
                    <a:pt x="4145280" y="0"/>
                  </a:lnTo>
                  <a:lnTo>
                    <a:pt x="4145280" y="589050"/>
                  </a:lnTo>
                  <a:lnTo>
                    <a:pt x="0" y="589050"/>
                  </a:lnTo>
                  <a:lnTo>
                    <a:pt x="0" y="0"/>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106680" rIns="106680" bIns="106680" numCol="1" spcCol="1270" rtlCol="1" anchor="ctr" anchorCtr="0">
              <a:noAutofit/>
            </a:bodyPr>
            <a:lstStyle/>
            <a:p>
              <a:pPr marL="285750" lvl="1" indent="-285750" algn="r" defTabSz="1244600" rtl="1">
                <a:lnSpc>
                  <a:spcPct val="90000"/>
                </a:lnSpc>
                <a:spcBef>
                  <a:spcPct val="0"/>
                </a:spcBef>
                <a:spcAft>
                  <a:spcPct val="15000"/>
                </a:spcAft>
                <a:buChar char="•"/>
              </a:pPr>
              <a:r>
                <a:rPr lang="ar" sz="2800" kern="1200" dirty="0">
                  <a:solidFill>
                    <a:schemeClr val="bg1"/>
                  </a:solidFill>
                  <a:latin typeface="Times New Roman" panose="02020603050405020304" pitchFamily="18" charset="0"/>
                  <a:cs typeface="Times New Roman" panose="02020603050405020304" pitchFamily="18" charset="0"/>
                </a:rPr>
                <a:t>ترمز إلى الأهداف المحدّدة</a:t>
              </a:r>
            </a:p>
          </p:txBody>
        </p:sp>
        <p:sp>
          <p:nvSpPr>
            <p:cNvPr id="9" name="Freeform: Shape 8">
              <a:extLst>
                <a:ext uri="{FF2B5EF4-FFF2-40B4-BE49-F238E27FC236}">
                  <a16:creationId xmlns:a16="http://schemas.microsoft.com/office/drawing/2014/main" id="{ADC493BA-42C7-C120-C5F8-BD5D72BBF78D}"/>
                </a:ext>
              </a:extLst>
            </p:cNvPr>
            <p:cNvSpPr/>
            <p:nvPr/>
          </p:nvSpPr>
          <p:spPr>
            <a:xfrm>
              <a:off x="3588568" y="2911380"/>
              <a:ext cx="1524000" cy="554400"/>
            </a:xfrm>
            <a:custGeom>
              <a:avLst/>
              <a:gdLst>
                <a:gd name="connsiteX0" fmla="*/ 0 w 1524000"/>
                <a:gd name="connsiteY0" fmla="*/ 0 h 554400"/>
                <a:gd name="connsiteX1" fmla="*/ 1524000 w 1524000"/>
                <a:gd name="connsiteY1" fmla="*/ 0 h 554400"/>
                <a:gd name="connsiteX2" fmla="*/ 1524000 w 1524000"/>
                <a:gd name="connsiteY2" fmla="*/ 554400 h 554400"/>
                <a:gd name="connsiteX3" fmla="*/ 0 w 1524000"/>
                <a:gd name="connsiteY3" fmla="*/ 554400 h 554400"/>
                <a:gd name="connsiteX4" fmla="*/ 0 w 1524000"/>
                <a:gd name="connsiteY4" fmla="*/ 0 h 5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554400">
                  <a:moveTo>
                    <a:pt x="0" y="0"/>
                  </a:moveTo>
                  <a:lnTo>
                    <a:pt x="1524000" y="0"/>
                  </a:lnTo>
                  <a:lnTo>
                    <a:pt x="1524000" y="554400"/>
                  </a:lnTo>
                  <a:lnTo>
                    <a:pt x="0" y="55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9136" tIns="71120" rIns="199136" bIns="71120" numCol="1" spcCol="1270" rtlCol="1" anchor="ctr" anchorCtr="0">
              <a:noAutofit/>
            </a:bodyPr>
            <a:lstStyle/>
            <a:p>
              <a:pPr marL="0" lvl="0" indent="0" algn="l" defTabSz="1244600" rtl="1">
                <a:lnSpc>
                  <a:spcPct val="90000"/>
                </a:lnSpc>
                <a:spcBef>
                  <a:spcPct val="0"/>
                </a:spcBef>
                <a:spcAft>
                  <a:spcPct val="35000"/>
                </a:spcAft>
                <a:buNone/>
              </a:pPr>
              <a:r>
                <a:rPr lang="ar" sz="2800" kern="1200" dirty="0">
                  <a:solidFill>
                    <a:schemeClr val="accent2"/>
                  </a:solidFill>
                  <a:latin typeface="Times New Roman" panose="02020603050405020304" pitchFamily="18" charset="0"/>
                  <a:cs typeface="Times New Roman" panose="02020603050405020304" pitchFamily="18" charset="0"/>
                </a:rPr>
                <a:t>M</a:t>
              </a:r>
            </a:p>
          </p:txBody>
        </p:sp>
        <p:sp>
          <p:nvSpPr>
            <p:cNvPr id="10" name="Left Brace 9">
              <a:extLst>
                <a:ext uri="{FF2B5EF4-FFF2-40B4-BE49-F238E27FC236}">
                  <a16:creationId xmlns:a16="http://schemas.microsoft.com/office/drawing/2014/main" id="{A3BBB583-2C1A-094F-BDC0-871925240F18}"/>
                </a:ext>
              </a:extLst>
            </p:cNvPr>
            <p:cNvSpPr/>
            <p:nvPr/>
          </p:nvSpPr>
          <p:spPr>
            <a:xfrm>
              <a:off x="5112567" y="2894055"/>
              <a:ext cx="304800" cy="58905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Shape 10">
              <a:extLst>
                <a:ext uri="{FF2B5EF4-FFF2-40B4-BE49-F238E27FC236}">
                  <a16:creationId xmlns:a16="http://schemas.microsoft.com/office/drawing/2014/main" id="{2C260559-206B-8576-6A8E-BE2DABE3A5C8}"/>
                </a:ext>
              </a:extLst>
            </p:cNvPr>
            <p:cNvSpPr/>
            <p:nvPr/>
          </p:nvSpPr>
          <p:spPr>
            <a:xfrm>
              <a:off x="5539287" y="2894055"/>
              <a:ext cx="4145280" cy="589050"/>
            </a:xfrm>
            <a:custGeom>
              <a:avLst/>
              <a:gdLst>
                <a:gd name="connsiteX0" fmla="*/ 0 w 4145280"/>
                <a:gd name="connsiteY0" fmla="*/ 0 h 589050"/>
                <a:gd name="connsiteX1" fmla="*/ 4145280 w 4145280"/>
                <a:gd name="connsiteY1" fmla="*/ 0 h 589050"/>
                <a:gd name="connsiteX2" fmla="*/ 4145280 w 4145280"/>
                <a:gd name="connsiteY2" fmla="*/ 589050 h 589050"/>
                <a:gd name="connsiteX3" fmla="*/ 0 w 4145280"/>
                <a:gd name="connsiteY3" fmla="*/ 589050 h 589050"/>
                <a:gd name="connsiteX4" fmla="*/ 0 w 4145280"/>
                <a:gd name="connsiteY4" fmla="*/ 0 h 58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0" h="589050">
                  <a:moveTo>
                    <a:pt x="0" y="0"/>
                  </a:moveTo>
                  <a:lnTo>
                    <a:pt x="4145280" y="0"/>
                  </a:lnTo>
                  <a:lnTo>
                    <a:pt x="4145280" y="589050"/>
                  </a:lnTo>
                  <a:lnTo>
                    <a:pt x="0" y="589050"/>
                  </a:lnTo>
                  <a:lnTo>
                    <a:pt x="0" y="0"/>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106680" rIns="106680" bIns="106680" numCol="1" spcCol="1270" rtlCol="1" anchor="ctr" anchorCtr="0">
              <a:noAutofit/>
            </a:bodyPr>
            <a:lstStyle/>
            <a:p>
              <a:pPr marL="285750" lvl="1" indent="-285750" algn="r" defTabSz="1244600" rtl="1">
                <a:lnSpc>
                  <a:spcPct val="90000"/>
                </a:lnSpc>
                <a:spcBef>
                  <a:spcPct val="0"/>
                </a:spcBef>
                <a:spcAft>
                  <a:spcPct val="15000"/>
                </a:spcAft>
                <a:buChar char="•"/>
              </a:pPr>
              <a:r>
                <a:rPr lang="ar" sz="2800" kern="1200">
                  <a:solidFill>
                    <a:schemeClr val="bg1"/>
                  </a:solidFill>
                  <a:latin typeface="Times New Roman" panose="02020603050405020304" pitchFamily="18" charset="0"/>
                  <a:cs typeface="Times New Roman" panose="02020603050405020304" pitchFamily="18" charset="0"/>
                </a:rPr>
                <a:t>ترمز إلى الأهداف القابلة للقياس</a:t>
              </a:r>
            </a:p>
          </p:txBody>
        </p:sp>
        <p:sp>
          <p:nvSpPr>
            <p:cNvPr id="12" name="Freeform: Shape 11">
              <a:extLst>
                <a:ext uri="{FF2B5EF4-FFF2-40B4-BE49-F238E27FC236}">
                  <a16:creationId xmlns:a16="http://schemas.microsoft.com/office/drawing/2014/main" id="{39C5C43D-C22F-965C-CAFC-229E5C12A6AC}"/>
                </a:ext>
              </a:extLst>
            </p:cNvPr>
            <p:cNvSpPr/>
            <p:nvPr/>
          </p:nvSpPr>
          <p:spPr>
            <a:xfrm>
              <a:off x="3588568" y="3783143"/>
              <a:ext cx="1524000" cy="554400"/>
            </a:xfrm>
            <a:custGeom>
              <a:avLst/>
              <a:gdLst>
                <a:gd name="connsiteX0" fmla="*/ 0 w 1524000"/>
                <a:gd name="connsiteY0" fmla="*/ 0 h 554400"/>
                <a:gd name="connsiteX1" fmla="*/ 1524000 w 1524000"/>
                <a:gd name="connsiteY1" fmla="*/ 0 h 554400"/>
                <a:gd name="connsiteX2" fmla="*/ 1524000 w 1524000"/>
                <a:gd name="connsiteY2" fmla="*/ 554400 h 554400"/>
                <a:gd name="connsiteX3" fmla="*/ 0 w 1524000"/>
                <a:gd name="connsiteY3" fmla="*/ 554400 h 554400"/>
                <a:gd name="connsiteX4" fmla="*/ 0 w 1524000"/>
                <a:gd name="connsiteY4" fmla="*/ 0 h 5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554400">
                  <a:moveTo>
                    <a:pt x="0" y="0"/>
                  </a:moveTo>
                  <a:lnTo>
                    <a:pt x="1524000" y="0"/>
                  </a:lnTo>
                  <a:lnTo>
                    <a:pt x="1524000" y="554400"/>
                  </a:lnTo>
                  <a:lnTo>
                    <a:pt x="0" y="55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9136" tIns="71120" rIns="199136" bIns="71120" numCol="1" spcCol="1270" rtlCol="1" anchor="ctr" anchorCtr="0">
              <a:noAutofit/>
            </a:bodyPr>
            <a:lstStyle/>
            <a:p>
              <a:pPr lvl="0" algn="l" rtl="0"/>
              <a:r>
                <a:rPr lang="en-GB" sz="2800" dirty="0">
                  <a:solidFill>
                    <a:schemeClr val="accent2"/>
                  </a:solidFill>
                  <a:latin typeface="Times New Roman" panose="02020603050405020304" pitchFamily="18" charset="0"/>
                  <a:cs typeface="Times New Roman" panose="02020603050405020304" pitchFamily="18" charset="0"/>
                </a:rPr>
                <a:t>A</a:t>
              </a:r>
            </a:p>
          </p:txBody>
        </p:sp>
        <p:sp>
          <p:nvSpPr>
            <p:cNvPr id="13" name="Left Brace 12">
              <a:extLst>
                <a:ext uri="{FF2B5EF4-FFF2-40B4-BE49-F238E27FC236}">
                  <a16:creationId xmlns:a16="http://schemas.microsoft.com/office/drawing/2014/main" id="{C32E3114-CBAB-AFB3-FCD8-74074756B78B}"/>
                </a:ext>
              </a:extLst>
            </p:cNvPr>
            <p:cNvSpPr/>
            <p:nvPr/>
          </p:nvSpPr>
          <p:spPr>
            <a:xfrm>
              <a:off x="5112567" y="3583905"/>
              <a:ext cx="304800" cy="952875"/>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4" name="Freeform: Shape 13">
              <a:extLst>
                <a:ext uri="{FF2B5EF4-FFF2-40B4-BE49-F238E27FC236}">
                  <a16:creationId xmlns:a16="http://schemas.microsoft.com/office/drawing/2014/main" id="{80AB9F5D-6A93-9D98-B870-0100659ED90E}"/>
                </a:ext>
              </a:extLst>
            </p:cNvPr>
            <p:cNvSpPr/>
            <p:nvPr/>
          </p:nvSpPr>
          <p:spPr>
            <a:xfrm>
              <a:off x="5539287" y="3583905"/>
              <a:ext cx="4145280" cy="952875"/>
            </a:xfrm>
            <a:custGeom>
              <a:avLst/>
              <a:gdLst>
                <a:gd name="connsiteX0" fmla="*/ 0 w 4145280"/>
                <a:gd name="connsiteY0" fmla="*/ 0 h 952875"/>
                <a:gd name="connsiteX1" fmla="*/ 4145280 w 4145280"/>
                <a:gd name="connsiteY1" fmla="*/ 0 h 952875"/>
                <a:gd name="connsiteX2" fmla="*/ 4145280 w 4145280"/>
                <a:gd name="connsiteY2" fmla="*/ 952875 h 952875"/>
                <a:gd name="connsiteX3" fmla="*/ 0 w 4145280"/>
                <a:gd name="connsiteY3" fmla="*/ 952875 h 952875"/>
                <a:gd name="connsiteX4" fmla="*/ 0 w 4145280"/>
                <a:gd name="connsiteY4" fmla="*/ 0 h 95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0" h="952875">
                  <a:moveTo>
                    <a:pt x="0" y="0"/>
                  </a:moveTo>
                  <a:lnTo>
                    <a:pt x="4145280" y="0"/>
                  </a:lnTo>
                  <a:lnTo>
                    <a:pt x="4145280" y="952875"/>
                  </a:lnTo>
                  <a:lnTo>
                    <a:pt x="0" y="952875"/>
                  </a:lnTo>
                  <a:lnTo>
                    <a:pt x="0" y="0"/>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106680" rIns="106680" bIns="106680" numCol="1" spcCol="1270" rtlCol="1" anchor="ctr" anchorCtr="0">
              <a:noAutofit/>
            </a:bodyPr>
            <a:lstStyle/>
            <a:p>
              <a:pPr marL="285750" lvl="1" indent="-285750" algn="r" defTabSz="1244600" rtl="1">
                <a:lnSpc>
                  <a:spcPct val="90000"/>
                </a:lnSpc>
                <a:spcBef>
                  <a:spcPct val="0"/>
                </a:spcBef>
                <a:spcAft>
                  <a:spcPct val="15000"/>
                </a:spcAft>
                <a:buChar char="•"/>
              </a:pPr>
              <a:r>
                <a:rPr lang="ar" sz="2800" kern="1200" dirty="0">
                  <a:solidFill>
                    <a:schemeClr val="bg1"/>
                  </a:solidFill>
                  <a:latin typeface="Times New Roman" panose="02020603050405020304" pitchFamily="18" charset="0"/>
                  <a:cs typeface="Times New Roman" panose="02020603050405020304" pitchFamily="18" charset="0"/>
                </a:rPr>
                <a:t>ترمز إلى الأهداف القابلة للتحقيق</a:t>
              </a:r>
            </a:p>
          </p:txBody>
        </p:sp>
        <p:sp>
          <p:nvSpPr>
            <p:cNvPr id="15" name="Freeform: Shape 14">
              <a:extLst>
                <a:ext uri="{FF2B5EF4-FFF2-40B4-BE49-F238E27FC236}">
                  <a16:creationId xmlns:a16="http://schemas.microsoft.com/office/drawing/2014/main" id="{8FFDA7A5-41B1-30A6-C53A-4BAC7DC1D022}"/>
                </a:ext>
              </a:extLst>
            </p:cNvPr>
            <p:cNvSpPr/>
            <p:nvPr/>
          </p:nvSpPr>
          <p:spPr>
            <a:xfrm>
              <a:off x="3588568" y="4654905"/>
              <a:ext cx="1524000" cy="554400"/>
            </a:xfrm>
            <a:custGeom>
              <a:avLst/>
              <a:gdLst>
                <a:gd name="connsiteX0" fmla="*/ 0 w 1524000"/>
                <a:gd name="connsiteY0" fmla="*/ 0 h 554400"/>
                <a:gd name="connsiteX1" fmla="*/ 1524000 w 1524000"/>
                <a:gd name="connsiteY1" fmla="*/ 0 h 554400"/>
                <a:gd name="connsiteX2" fmla="*/ 1524000 w 1524000"/>
                <a:gd name="connsiteY2" fmla="*/ 554400 h 554400"/>
                <a:gd name="connsiteX3" fmla="*/ 0 w 1524000"/>
                <a:gd name="connsiteY3" fmla="*/ 554400 h 554400"/>
                <a:gd name="connsiteX4" fmla="*/ 0 w 1524000"/>
                <a:gd name="connsiteY4" fmla="*/ 0 h 5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554400">
                  <a:moveTo>
                    <a:pt x="0" y="0"/>
                  </a:moveTo>
                  <a:lnTo>
                    <a:pt x="1524000" y="0"/>
                  </a:lnTo>
                  <a:lnTo>
                    <a:pt x="1524000" y="554400"/>
                  </a:lnTo>
                  <a:lnTo>
                    <a:pt x="0" y="55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9136" tIns="71120" rIns="199136" bIns="71120" numCol="1" spcCol="1270" rtlCol="1" anchor="ctr" anchorCtr="0">
              <a:noAutofit/>
            </a:bodyPr>
            <a:lstStyle/>
            <a:p>
              <a:pPr marL="0" lvl="0" indent="0" algn="l" defTabSz="1244600" rtl="1">
                <a:lnSpc>
                  <a:spcPct val="90000"/>
                </a:lnSpc>
                <a:spcBef>
                  <a:spcPct val="0"/>
                </a:spcBef>
                <a:spcAft>
                  <a:spcPct val="35000"/>
                </a:spcAft>
                <a:buNone/>
              </a:pPr>
              <a:r>
                <a:rPr lang="ar" sz="2800" kern="1200" dirty="0">
                  <a:solidFill>
                    <a:schemeClr val="accent2"/>
                  </a:solidFill>
                  <a:latin typeface="Times New Roman" panose="02020603050405020304" pitchFamily="18" charset="0"/>
                  <a:cs typeface="Times New Roman" panose="02020603050405020304" pitchFamily="18" charset="0"/>
                </a:rPr>
                <a:t>R</a:t>
              </a:r>
            </a:p>
          </p:txBody>
        </p:sp>
        <p:sp>
          <p:nvSpPr>
            <p:cNvPr id="16" name="Left Brace 15">
              <a:extLst>
                <a:ext uri="{FF2B5EF4-FFF2-40B4-BE49-F238E27FC236}">
                  <a16:creationId xmlns:a16="http://schemas.microsoft.com/office/drawing/2014/main" id="{B7DCCBE2-264A-C62D-5158-8BCCE258FEEA}"/>
                </a:ext>
              </a:extLst>
            </p:cNvPr>
            <p:cNvSpPr/>
            <p:nvPr/>
          </p:nvSpPr>
          <p:spPr>
            <a:xfrm>
              <a:off x="5112567" y="4637580"/>
              <a:ext cx="304800" cy="58905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7" name="Freeform: Shape 16">
              <a:extLst>
                <a:ext uri="{FF2B5EF4-FFF2-40B4-BE49-F238E27FC236}">
                  <a16:creationId xmlns:a16="http://schemas.microsoft.com/office/drawing/2014/main" id="{BA06239A-3168-DAF9-4287-41A7907B6FDD}"/>
                </a:ext>
              </a:extLst>
            </p:cNvPr>
            <p:cNvSpPr/>
            <p:nvPr/>
          </p:nvSpPr>
          <p:spPr>
            <a:xfrm>
              <a:off x="5539287" y="4637580"/>
              <a:ext cx="4145280" cy="589050"/>
            </a:xfrm>
            <a:custGeom>
              <a:avLst/>
              <a:gdLst>
                <a:gd name="connsiteX0" fmla="*/ 0 w 4145280"/>
                <a:gd name="connsiteY0" fmla="*/ 0 h 589050"/>
                <a:gd name="connsiteX1" fmla="*/ 4145280 w 4145280"/>
                <a:gd name="connsiteY1" fmla="*/ 0 h 589050"/>
                <a:gd name="connsiteX2" fmla="*/ 4145280 w 4145280"/>
                <a:gd name="connsiteY2" fmla="*/ 589050 h 589050"/>
                <a:gd name="connsiteX3" fmla="*/ 0 w 4145280"/>
                <a:gd name="connsiteY3" fmla="*/ 589050 h 589050"/>
                <a:gd name="connsiteX4" fmla="*/ 0 w 4145280"/>
                <a:gd name="connsiteY4" fmla="*/ 0 h 58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0" h="589050">
                  <a:moveTo>
                    <a:pt x="0" y="0"/>
                  </a:moveTo>
                  <a:lnTo>
                    <a:pt x="4145280" y="0"/>
                  </a:lnTo>
                  <a:lnTo>
                    <a:pt x="4145280" y="589050"/>
                  </a:lnTo>
                  <a:lnTo>
                    <a:pt x="0" y="589050"/>
                  </a:lnTo>
                  <a:lnTo>
                    <a:pt x="0" y="0"/>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106680" rIns="106680" bIns="106680" numCol="1" spcCol="1270" rtlCol="1" anchor="ctr" anchorCtr="0">
              <a:noAutofit/>
            </a:bodyPr>
            <a:lstStyle/>
            <a:p>
              <a:pPr marL="285750" lvl="1" indent="-285750" algn="r" defTabSz="1244600" rtl="1">
                <a:lnSpc>
                  <a:spcPct val="90000"/>
                </a:lnSpc>
                <a:spcBef>
                  <a:spcPct val="0"/>
                </a:spcBef>
                <a:spcAft>
                  <a:spcPct val="15000"/>
                </a:spcAft>
                <a:buChar char="•"/>
              </a:pPr>
              <a:r>
                <a:rPr lang="ar" sz="2000" b="1" kern="1200" dirty="0">
                  <a:solidFill>
                    <a:schemeClr val="bg1"/>
                  </a:solidFill>
                  <a:latin typeface="Times New Roman" panose="02020603050405020304" pitchFamily="18" charset="0"/>
                  <a:cs typeface="Times New Roman" panose="02020603050405020304" pitchFamily="18" charset="0"/>
                </a:rPr>
                <a:t>ترمز إلى الأهداف </a:t>
              </a:r>
              <a:r>
                <a:rPr lang="ar-EG" sz="2000" b="1" kern="1200" dirty="0">
                  <a:solidFill>
                    <a:schemeClr val="bg1"/>
                  </a:solidFill>
                  <a:latin typeface="Times New Roman" panose="02020603050405020304" pitchFamily="18" charset="0"/>
                  <a:cs typeface="Times New Roman" panose="02020603050405020304" pitchFamily="18" charset="0"/>
                </a:rPr>
                <a:t>ذات الصلة بالموضوع</a:t>
              </a:r>
              <a:endParaRPr lang="ar" sz="2000" b="1" kern="1200" dirty="0">
                <a:solidFill>
                  <a:schemeClr val="bg1"/>
                </a:solidFill>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1924424B-6E0B-BC59-E5A3-573710CEF7BC}"/>
                </a:ext>
              </a:extLst>
            </p:cNvPr>
            <p:cNvSpPr/>
            <p:nvPr/>
          </p:nvSpPr>
          <p:spPr>
            <a:xfrm>
              <a:off x="3588568" y="5344755"/>
              <a:ext cx="1524000" cy="554400"/>
            </a:xfrm>
            <a:custGeom>
              <a:avLst/>
              <a:gdLst>
                <a:gd name="connsiteX0" fmla="*/ 0 w 1524000"/>
                <a:gd name="connsiteY0" fmla="*/ 0 h 554400"/>
                <a:gd name="connsiteX1" fmla="*/ 1524000 w 1524000"/>
                <a:gd name="connsiteY1" fmla="*/ 0 h 554400"/>
                <a:gd name="connsiteX2" fmla="*/ 1524000 w 1524000"/>
                <a:gd name="connsiteY2" fmla="*/ 554400 h 554400"/>
                <a:gd name="connsiteX3" fmla="*/ 0 w 1524000"/>
                <a:gd name="connsiteY3" fmla="*/ 554400 h 554400"/>
                <a:gd name="connsiteX4" fmla="*/ 0 w 1524000"/>
                <a:gd name="connsiteY4" fmla="*/ 0 h 55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554400">
                  <a:moveTo>
                    <a:pt x="0" y="0"/>
                  </a:moveTo>
                  <a:lnTo>
                    <a:pt x="1524000" y="0"/>
                  </a:lnTo>
                  <a:lnTo>
                    <a:pt x="1524000" y="554400"/>
                  </a:lnTo>
                  <a:lnTo>
                    <a:pt x="0" y="55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9136" tIns="71120" rIns="199136" bIns="71120" numCol="1" spcCol="1270" rtlCol="1" anchor="ctr" anchorCtr="0">
              <a:noAutofit/>
            </a:bodyPr>
            <a:lstStyle/>
            <a:p>
              <a:pPr marL="0" lvl="0" indent="0" algn="l" defTabSz="1244600" rtl="1">
                <a:lnSpc>
                  <a:spcPct val="90000"/>
                </a:lnSpc>
                <a:spcBef>
                  <a:spcPct val="0"/>
                </a:spcBef>
                <a:spcAft>
                  <a:spcPct val="35000"/>
                </a:spcAft>
                <a:buNone/>
              </a:pPr>
              <a:r>
                <a:rPr lang="ar" sz="2800" kern="1200" dirty="0">
                  <a:solidFill>
                    <a:schemeClr val="accent2"/>
                  </a:solidFill>
                  <a:latin typeface="Times New Roman" panose="02020603050405020304" pitchFamily="18" charset="0"/>
                  <a:cs typeface="Times New Roman" panose="02020603050405020304" pitchFamily="18" charset="0"/>
                </a:rPr>
                <a:t>T</a:t>
              </a:r>
            </a:p>
          </p:txBody>
        </p:sp>
        <p:sp>
          <p:nvSpPr>
            <p:cNvPr id="19" name="Left Brace 18">
              <a:extLst>
                <a:ext uri="{FF2B5EF4-FFF2-40B4-BE49-F238E27FC236}">
                  <a16:creationId xmlns:a16="http://schemas.microsoft.com/office/drawing/2014/main" id="{EACC6904-1210-C47D-EC5B-7B97EBF6B220}"/>
                </a:ext>
              </a:extLst>
            </p:cNvPr>
            <p:cNvSpPr/>
            <p:nvPr/>
          </p:nvSpPr>
          <p:spPr>
            <a:xfrm>
              <a:off x="5112567" y="5327430"/>
              <a:ext cx="304800" cy="589050"/>
            </a:xfrm>
            <a:prstGeom prst="leftBrace">
              <a:avLst>
                <a:gd name="adj1" fmla="val 35000"/>
                <a:gd name="adj2" fmla="val 50000"/>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0" name="Freeform: Shape 19">
              <a:extLst>
                <a:ext uri="{FF2B5EF4-FFF2-40B4-BE49-F238E27FC236}">
                  <a16:creationId xmlns:a16="http://schemas.microsoft.com/office/drawing/2014/main" id="{1C4ADE29-18B7-5DC4-C347-38CF240F13F7}"/>
                </a:ext>
              </a:extLst>
            </p:cNvPr>
            <p:cNvSpPr/>
            <p:nvPr/>
          </p:nvSpPr>
          <p:spPr>
            <a:xfrm>
              <a:off x="5539287" y="5327430"/>
              <a:ext cx="4145280" cy="589050"/>
            </a:xfrm>
            <a:custGeom>
              <a:avLst/>
              <a:gdLst>
                <a:gd name="connsiteX0" fmla="*/ 0 w 4145280"/>
                <a:gd name="connsiteY0" fmla="*/ 0 h 589050"/>
                <a:gd name="connsiteX1" fmla="*/ 4145280 w 4145280"/>
                <a:gd name="connsiteY1" fmla="*/ 0 h 589050"/>
                <a:gd name="connsiteX2" fmla="*/ 4145280 w 4145280"/>
                <a:gd name="connsiteY2" fmla="*/ 589050 h 589050"/>
                <a:gd name="connsiteX3" fmla="*/ 0 w 4145280"/>
                <a:gd name="connsiteY3" fmla="*/ 589050 h 589050"/>
                <a:gd name="connsiteX4" fmla="*/ 0 w 4145280"/>
                <a:gd name="connsiteY4" fmla="*/ 0 h 58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0" h="589050">
                  <a:moveTo>
                    <a:pt x="0" y="0"/>
                  </a:moveTo>
                  <a:lnTo>
                    <a:pt x="4145280" y="0"/>
                  </a:lnTo>
                  <a:lnTo>
                    <a:pt x="4145280" y="589050"/>
                  </a:lnTo>
                  <a:lnTo>
                    <a:pt x="0" y="589050"/>
                  </a:lnTo>
                  <a:lnTo>
                    <a:pt x="0" y="0"/>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106680" rIns="106680" bIns="106680" numCol="1" spcCol="1270" rtlCol="1" anchor="ctr" anchorCtr="0">
              <a:noAutofit/>
            </a:bodyPr>
            <a:lstStyle/>
            <a:p>
              <a:pPr marL="285750" lvl="1" indent="-285750" algn="r" defTabSz="1244600" rtl="1">
                <a:lnSpc>
                  <a:spcPct val="90000"/>
                </a:lnSpc>
                <a:spcBef>
                  <a:spcPct val="0"/>
                </a:spcBef>
                <a:spcAft>
                  <a:spcPct val="15000"/>
                </a:spcAft>
                <a:buChar char="•"/>
              </a:pPr>
              <a:r>
                <a:rPr lang="ar" sz="2800" kern="1200">
                  <a:solidFill>
                    <a:schemeClr val="bg1"/>
                  </a:solidFill>
                  <a:latin typeface="Times New Roman" panose="02020603050405020304" pitchFamily="18" charset="0"/>
                  <a:cs typeface="Times New Roman" panose="02020603050405020304" pitchFamily="18" charset="0"/>
                </a:rPr>
                <a:t>ترمز إلى الأهداف المحددة زمنيًّا</a:t>
              </a:r>
            </a:p>
          </p:txBody>
        </p:sp>
      </p:grpSp>
      <p:sp>
        <p:nvSpPr>
          <p:cNvPr id="6" name="Explosion: 8 Points 5">
            <a:extLst>
              <a:ext uri="{FF2B5EF4-FFF2-40B4-BE49-F238E27FC236}">
                <a16:creationId xmlns:a16="http://schemas.microsoft.com/office/drawing/2014/main" id="{41D88BDB-08C5-1423-8B77-C55CB7CB1134}"/>
              </a:ext>
            </a:extLst>
          </p:cNvPr>
          <p:cNvSpPr/>
          <p:nvPr/>
        </p:nvSpPr>
        <p:spPr>
          <a:xfrm>
            <a:off x="35496" y="2276872"/>
            <a:ext cx="3841104" cy="4392488"/>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dirty="0">
                <a:solidFill>
                  <a:schemeClr val="accent2"/>
                </a:solidFill>
                <a:latin typeface="Times New Roman" panose="02020603050405020304" pitchFamily="18" charset="0"/>
                <a:cs typeface="Times New Roman" panose="02020603050405020304" pitchFamily="18" charset="0"/>
              </a:rPr>
              <a:t>اختر ثلاثة الأهداف المحددة، والقابلة للقياس، والقابلة للتحقيق، وذات صلة بال</a:t>
            </a:r>
            <a:r>
              <a:rPr lang="ar-EG" dirty="0">
                <a:solidFill>
                  <a:schemeClr val="accent2"/>
                </a:solidFill>
                <a:latin typeface="Times New Roman" panose="02020603050405020304" pitchFamily="18" charset="0"/>
                <a:cs typeface="Times New Roman" panose="02020603050405020304" pitchFamily="18" charset="0"/>
              </a:rPr>
              <a:t>موضوع</a:t>
            </a:r>
            <a:r>
              <a:rPr lang="ar" dirty="0">
                <a:solidFill>
                  <a:schemeClr val="accent2"/>
                </a:solidFill>
                <a:latin typeface="Times New Roman" panose="02020603050405020304" pitchFamily="18" charset="0"/>
                <a:cs typeface="Times New Roman" panose="02020603050405020304" pitchFamily="18" charset="0"/>
              </a:rPr>
              <a:t>، والمحددة بزمن (SMART) لتحسين الصحة والعافية</a:t>
            </a:r>
          </a:p>
        </p:txBody>
      </p:sp>
      <p:sp>
        <p:nvSpPr>
          <p:cNvPr id="5" name="TextBox 4">
            <a:extLst>
              <a:ext uri="{FF2B5EF4-FFF2-40B4-BE49-F238E27FC236}">
                <a16:creationId xmlns:a16="http://schemas.microsoft.com/office/drawing/2014/main" id="{F524EFDA-396C-BF5C-1594-C65271DDBC8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062360933"/>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248E-25DD-2D87-5AA3-5E7D8AAF6D33}"/>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مهام Pearson المُحددة</a:t>
            </a:r>
          </a:p>
        </p:txBody>
      </p:sp>
      <p:sp>
        <p:nvSpPr>
          <p:cNvPr id="3" name="Content Placeholder 2">
            <a:extLst>
              <a:ext uri="{FF2B5EF4-FFF2-40B4-BE49-F238E27FC236}">
                <a16:creationId xmlns:a16="http://schemas.microsoft.com/office/drawing/2014/main" id="{28ACB13F-7BD7-383D-F7B7-67E1C1802E4C}"/>
              </a:ext>
            </a:extLst>
          </p:cNvPr>
          <p:cNvSpPr>
            <a:spLocks noGrp="1"/>
          </p:cNvSpPr>
          <p:nvPr>
            <p:ph sz="half" idx="2"/>
          </p:nvPr>
        </p:nvSpPr>
        <p:spPr>
          <a:xfrm>
            <a:off x="468312" y="2195513"/>
            <a:ext cx="7991475" cy="3609975"/>
          </a:xfrm>
        </p:spPr>
        <p:txBody>
          <a:bodyPr rtlCol="1"/>
          <a:lstStyle/>
          <a:p>
            <a:pPr rtl="1"/>
            <a:r>
              <a:rPr lang="ar">
                <a:latin typeface="Times New Roman" panose="02020603050405020304" pitchFamily="18" charset="0"/>
                <a:cs typeface="Times New Roman" panose="02020603050405020304" pitchFamily="18" charset="0"/>
              </a:rPr>
              <a:t>حل الواجب تحت إشراف</a:t>
            </a:r>
          </a:p>
          <a:p>
            <a:pPr rtl="1"/>
            <a:r>
              <a:rPr lang="ar">
                <a:latin typeface="Times New Roman" panose="02020603050405020304" pitchFamily="18" charset="0"/>
                <a:cs typeface="Times New Roman" panose="02020603050405020304" pitchFamily="18" charset="0"/>
              </a:rPr>
              <a:t>حل الواجب في 10 ساعات</a:t>
            </a:r>
          </a:p>
        </p:txBody>
      </p:sp>
      <p:sp>
        <p:nvSpPr>
          <p:cNvPr id="4" name="TextBox 3">
            <a:extLst>
              <a:ext uri="{FF2B5EF4-FFF2-40B4-BE49-F238E27FC236}">
                <a16:creationId xmlns:a16="http://schemas.microsoft.com/office/drawing/2014/main" id="{93CD57AA-1090-60B1-0816-6798B1F002D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2136069731"/>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2AEC-834C-DB16-6561-B513D6C0BA09}"/>
              </a:ext>
            </a:extLst>
          </p:cNvPr>
          <p:cNvSpPr>
            <a:spLocks noGrp="1"/>
          </p:cNvSpPr>
          <p:nvPr>
            <p:ph type="title"/>
          </p:nvPr>
        </p:nvSpPr>
        <p:spPr/>
        <p:txBody>
          <a:bodyPr rtlCol="1"/>
          <a:lstStyle/>
          <a:p>
            <a:pPr rtl="1"/>
            <a:r>
              <a:rPr lang="ar" dirty="0">
                <a:latin typeface="Times New Roman" panose="02020603050405020304" pitchFamily="18" charset="0"/>
                <a:cs typeface="Times New Roman" panose="02020603050405020304" pitchFamily="18" charset="0"/>
              </a:rPr>
              <a:t>شكر وتقدير</a:t>
            </a:r>
            <a:endParaRPr lang="en-US" dirty="0" err="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A6A24E4-6826-2F14-B4F2-6400E4449EE3}"/>
              </a:ext>
            </a:extLst>
          </p:cNvPr>
          <p:cNvSpPr txBox="1"/>
          <p:nvPr/>
        </p:nvSpPr>
        <p:spPr>
          <a:xfrm>
            <a:off x="251520" y="1916832"/>
            <a:ext cx="8640960" cy="4362284"/>
          </a:xfrm>
          <a:prstGeom prst="rect">
            <a:avLst/>
          </a:prstGeom>
          <a:noFill/>
        </p:spPr>
        <p:txBody>
          <a:bodyPr wrap="square" rtlCol="1">
            <a:spAutoFit/>
          </a:bodyPr>
          <a:lstStyle/>
          <a:p>
            <a:pPr algn="justLow" rtl="1">
              <a:spcAft>
                <a:spcPts val="600"/>
              </a:spcAft>
              <a:buNone/>
            </a:pPr>
            <a:r>
              <a:rPr lang="ar" sz="1800" b="1" dirty="0">
                <a:effectLst/>
                <a:latin typeface="Times New Roman" panose="02020603050405020304" pitchFamily="18" charset="0"/>
                <a:ea typeface="Times New Roman" panose="02020603050405020304" pitchFamily="18" charset="0"/>
                <a:cs typeface="Times New Roman" panose="02020603050405020304" pitchFamily="18" charset="0"/>
              </a:rPr>
              <a:t>الصور:</a:t>
            </a:r>
            <a:endParaRPr lang="en-GB"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Low" rtl="1">
              <a:buNone/>
            </a:pPr>
            <a:r>
              <a:rPr lang="ar" sz="1800" dirty="0">
                <a:effectLst/>
                <a:latin typeface="Times New Roman" panose="02020603050405020304" pitchFamily="18" charset="0"/>
                <a:ea typeface="Times New Roman" panose="02020603050405020304" pitchFamily="18" charset="0"/>
                <a:cs typeface="Times New Roman" panose="02020603050405020304" pitchFamily="18" charset="0"/>
              </a:rPr>
              <a:t>(دليل الاختصارات: l-يسار، r-يمين، c-وسط، t-أعلى، b-أسفل)</a:t>
            </a:r>
            <a:endParaRPr lang="en-GB"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Low" rtl="1">
              <a:lnSpc>
                <a:spcPct val="107000"/>
              </a:lnSpc>
              <a:spcAft>
                <a:spcPts val="800"/>
              </a:spcAft>
            </a:pPr>
            <a:r>
              <a:rPr lang="ar" sz="1800" b="1" kern="100" dirty="0">
                <a:effectLst/>
                <a:latin typeface="Times New Roman" panose="02020603050405020304" pitchFamily="18" charset="0"/>
                <a:ea typeface="Calibri" panose="020F0502020204030204" pitchFamily="34" charset="0"/>
                <a:cs typeface="Times New Roman" panose="02020603050405020304" pitchFamily="18" charset="0"/>
              </a:rPr>
              <a:t>123 آر إف: </a:t>
            </a:r>
            <a:r>
              <a:rPr lang="ar"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ليميدجز (الشريحة 17)</a:t>
            </a:r>
            <a:r>
              <a:rPr lang="ar" sz="1800" kern="100" dirty="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a:t>
            </a:r>
            <a:r>
              <a:rPr lang="ar" sz="1800" b="1" kern="100" dirty="0">
                <a:solidFill>
                  <a:srgbClr val="444444"/>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Low" rtl="1">
              <a:lnSpc>
                <a:spcPct val="107000"/>
              </a:lnSpc>
              <a:spcAft>
                <a:spcPts val="800"/>
              </a:spcAft>
            </a:pPr>
            <a:r>
              <a:rPr lang="ar" sz="1800" b="1" kern="100" dirty="0">
                <a:effectLst/>
                <a:latin typeface="Times New Roman" panose="02020603050405020304" pitchFamily="18" charset="0"/>
                <a:ea typeface="Calibri" panose="020F0502020204030204" pitchFamily="34" charset="0"/>
                <a:cs typeface="Times New Roman" panose="02020603050405020304" pitchFamily="18" charset="0"/>
              </a:rPr>
              <a:t>stock.adobe.com: </a:t>
            </a:r>
            <a:r>
              <a:rPr lang="ar" sz="1800" kern="0" dirty="0">
                <a:effectLst/>
                <a:latin typeface="Times New Roman" panose="02020603050405020304" pitchFamily="18" charset="0"/>
                <a:ea typeface="Times New Roman" panose="02020603050405020304" pitchFamily="18" charset="0"/>
                <a:cs typeface="Times New Roman" panose="02020603050405020304" pitchFamily="18" charset="0"/>
              </a:rPr>
              <a:t>دايزيوكسين (الشريحة 1)، فاديم (الشريحة 7 على اليسار)، كرياتيف برو (الشريحة 7 بالوسط)، تامر يلماز (الشريحة 7 على اليمين)، Rawpixel.com (الشريحة 8 بالأعلى على اليسار، 8 بالأسفل على اليمين)، بكبروجكت (الشريحة 8 بالأعلى على اليمين)، ديب فيجوالز (الشريحة 8 بالأسفل على اليسار)، فورينا (الشريحة 10 المربع الأول بالأعلى على اليسار)، ماركو (الشريحة 10 المربع الثاني بالأعلى على اليسار)، جرافيكس إستوديو (الشريحة 10 المربع الثاني بالأعلى على اليمين)، Krakenimages.com (الشريحة 10 المربع الأول بالأعلى على اليمين)، بابوكوس (الشريحة 10 المربع الأول بالأسفل على اليسار)، سيدا برودكشنز (الشريحة 10 المربع الثاني بالأسفل على اليسار)، ديميتري (الشريحة 10 المربع الثاني بالأسفل على اليمين)، كا سي 85 (الشريحة 10 المربع الأول بالأسفل على اليمين)، فيزكس (الشريحة 11)، شوك (الشريحة 12 على اليمين)، كرياتيف فالي (الشريحة 12 على اليسار)، أولاندو (الشريحة 13)، ألفونز (الشريحة 14)، بيت 24 (الشريحة 15)</a:t>
            </a:r>
            <a:r>
              <a:rPr lang="ar"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ar" sz="1800" kern="0" dirty="0">
                <a:effectLst/>
                <a:latin typeface="Times New Roman" panose="02020603050405020304" pitchFamily="18" charset="0"/>
                <a:ea typeface="Times New Roman" panose="02020603050405020304" pitchFamily="18" charset="0"/>
                <a:cs typeface="Times New Roman" panose="02020603050405020304" pitchFamily="18" charset="0"/>
              </a:rPr>
              <a:t>كونلاثيدا (الشريحة 16 على اليسار)، بيكسل شوت (الشريحة 16 على اليمين)، بيكسل ستوك (الشريحة 21)، كارلوس ألبيرتو (الشريحة 22)، بيكسل بليس (الشريحة 24).</a:t>
            </a:r>
            <a:endParaRPr lang="en-GB"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0097E01-94FB-A5FF-D2BA-10D77BDCA98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A103000424328</a:t>
            </a:r>
            <a:endParaRPr lang="en-GB" sz="900" dirty="0"/>
          </a:p>
        </p:txBody>
      </p:sp>
    </p:spTree>
    <p:extLst>
      <p:ext uri="{BB962C8B-B14F-4D97-AF65-F5344CB8AC3E}">
        <p14:creationId xmlns:p14="http://schemas.microsoft.com/office/powerpoint/2010/main" val="3655591193"/>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9F343"/>
        </a:solidFill>
        <a:ln>
          <a:solidFill>
            <a:srgbClr val="FFFF00"/>
          </a:solidFill>
        </a:ln>
      </a:spPr>
      <a:bodyPr rtlCol="0" anchor="ctr"/>
      <a:lstStyle>
        <a:defPPr algn="ctr">
          <a:defRPr>
            <a:solidFill>
              <a:schemeClr val="accent2"/>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solidFill>
              <a:schemeClr val="accent2"/>
            </a:solidFill>
          </a:defRPr>
        </a:defPPr>
      </a:lstStyle>
    </a:txDef>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698bde0db92f4b6453249da6bd9087ce">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b9339031a639aa78a5deea90689d2a48"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8700A599-1599-427E-918A-0BA572CC0127}"/>
</file>

<file path=customXml/itemProps3.xml><?xml version="1.0" encoding="utf-8"?>
<ds:datastoreItem xmlns:ds="http://schemas.openxmlformats.org/officeDocument/2006/customXml" ds:itemID="{9848C615-482B-4AB5-9FE7-A2F3E6CFF2B1}">
  <ds:schemaRefs>
    <ds:schemaRef ds:uri="http://schemas.microsoft.com/sharepoint/v3"/>
    <ds:schemaRef ds:uri="7c1bd8dc-4e40-424f-a15f-9ffcd522197f"/>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6125ffc9-2c56-435e-8267-1393444907b2"/>
    <ds:schemaRef ds:uri="http://schemas.microsoft.com/office/2006/metadata/properties"/>
    <ds:schemaRef ds:uri="http://www.w3.org/XML/1998/namespace"/>
    <ds:schemaRef ds:uri="http://purl.org/dc/te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14771</TotalTime>
  <Words>1087</Words>
  <Application>Microsoft Office PowerPoint</Application>
  <PresentationFormat>On-screen Show (4:3)</PresentationFormat>
  <Paragraphs>221</Paragraphs>
  <Slides>28</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Aptos Narrow</vt:lpstr>
      <vt:lpstr>Arial</vt:lpstr>
      <vt:lpstr>Cambria Math</vt:lpstr>
      <vt:lpstr>Sakkal Majalla</vt:lpstr>
      <vt:lpstr>Times New Roman</vt:lpstr>
      <vt:lpstr>Verdana</vt:lpstr>
      <vt:lpstr>Wingdings</vt:lpstr>
      <vt:lpstr>1_Information Technology</vt:lpstr>
      <vt:lpstr>6_Hospitality</vt:lpstr>
      <vt:lpstr>الوحدة 2 التمتع بحياة صحية  </vt:lpstr>
      <vt:lpstr>التمتع بحياة صحية</vt:lpstr>
      <vt:lpstr>نتاجات التعلم</vt:lpstr>
      <vt:lpstr>نتاج التعلم أ</vt:lpstr>
      <vt:lpstr>نتاج التعلم ب</vt:lpstr>
      <vt:lpstr>نتاج التعلم ج</vt:lpstr>
      <vt:lpstr>نتاجا التعلم أ و ب</vt:lpstr>
      <vt:lpstr>تحديد "أسلوب حياة صحي" جسديًّا وعقليًّا وعاطفيًّا واجتماعيًّا</vt:lpstr>
      <vt:lpstr>المعايير الدولية لمنظمة الصحة العالمية</vt:lpstr>
      <vt:lpstr>التأثيرات الاجتماعية</vt:lpstr>
      <vt:lpstr>العوامل الشخصية</vt:lpstr>
      <vt:lpstr>تأثيرات التمارين الرياضية</vt:lpstr>
      <vt:lpstr>سجل نشاطي</vt:lpstr>
      <vt:lpstr>خطة تماريني الرياضية</vt:lpstr>
      <vt:lpstr>المجموعات الغذائية</vt:lpstr>
      <vt:lpstr>مؤشر كتلة الجسم (BMI)</vt:lpstr>
      <vt:lpstr>مؤشر كتلة الجسم والصحة</vt:lpstr>
      <vt:lpstr>مخاطر السمنة</vt:lpstr>
      <vt:lpstr>العوامل المؤثرة على الحمية الغذائية</vt:lpstr>
      <vt:lpstr>بعض الحميات الغذائية المحددة</vt:lpstr>
      <vt:lpstr>التغذية والمراحل العمرية</vt:lpstr>
      <vt:lpstr>النظافة الشخصية</vt:lpstr>
      <vt:lpstr>نتاج التعلم ج  </vt:lpstr>
      <vt:lpstr>التوعية الصحية</vt:lpstr>
      <vt:lpstr>الطرق المختلفة للتوعية الصحية</vt:lpstr>
      <vt:lpstr>أهداف محددة، وقابلة للقياس، وواقعية، وذات صلة بالموضوع، ومحددة بزمن (SMART)</vt:lpstr>
      <vt:lpstr>مهام Pearson المُحددة</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248</cp:revision>
  <dcterms:created xsi:type="dcterms:W3CDTF">2020-07-15T07:14:47Z</dcterms:created>
  <dcterms:modified xsi:type="dcterms:W3CDTF">2025-09-24T08:55:40Z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ies>
</file>