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958" r:id="rId5"/>
  </p:sldMasterIdLst>
  <p:notesMasterIdLst>
    <p:notesMasterId r:id="rId39"/>
  </p:notesMasterIdLst>
  <p:handoutMasterIdLst>
    <p:handoutMasterId r:id="rId40"/>
  </p:handoutMasterIdLst>
  <p:sldIdLst>
    <p:sldId id="256" r:id="rId6"/>
    <p:sldId id="257" r:id="rId7"/>
    <p:sldId id="258" r:id="rId8"/>
    <p:sldId id="272" r:id="rId9"/>
    <p:sldId id="310" r:id="rId10"/>
    <p:sldId id="311" r:id="rId11"/>
    <p:sldId id="312" r:id="rId12"/>
    <p:sldId id="318" r:id="rId13"/>
    <p:sldId id="344" r:id="rId14"/>
    <p:sldId id="323" r:id="rId15"/>
    <p:sldId id="324" r:id="rId16"/>
    <p:sldId id="305" r:id="rId17"/>
    <p:sldId id="325" r:id="rId18"/>
    <p:sldId id="326" r:id="rId19"/>
    <p:sldId id="327" r:id="rId20"/>
    <p:sldId id="328" r:id="rId21"/>
    <p:sldId id="329" r:id="rId22"/>
    <p:sldId id="330" r:id="rId23"/>
    <p:sldId id="331" r:id="rId24"/>
    <p:sldId id="332" r:id="rId25"/>
    <p:sldId id="333" r:id="rId26"/>
    <p:sldId id="334" r:id="rId27"/>
    <p:sldId id="335" r:id="rId28"/>
    <p:sldId id="337" r:id="rId29"/>
    <p:sldId id="336" r:id="rId30"/>
    <p:sldId id="338" r:id="rId31"/>
    <p:sldId id="339" r:id="rId32"/>
    <p:sldId id="340" r:id="rId33"/>
    <p:sldId id="342" r:id="rId34"/>
    <p:sldId id="341" r:id="rId35"/>
    <p:sldId id="343" r:id="rId36"/>
    <p:sldId id="345" r:id="rId37"/>
    <p:sldId id="346" r:id="rId38"/>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50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6BEB38-30E5-49D3-927F-F70D2705DF5F}" v="34" dt="2025-09-24T08:47:21.067"/>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916" autoAdjust="0"/>
    <p:restoredTop sz="96370" autoAdjust="0"/>
  </p:normalViewPr>
  <p:slideViewPr>
    <p:cSldViewPr>
      <p:cViewPr varScale="1">
        <p:scale>
          <a:sx n="145" d="100"/>
          <a:sy n="145" d="100"/>
        </p:scale>
        <p:origin x="2670" y="348"/>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121" d="100"/>
          <a:sy n="121" d="100"/>
        </p:scale>
        <p:origin x="5022"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54AD4762-862C-42A7-AA94-2ABD8BE1C732}"/>
    <pc:docChg chg="custSel modSld">
      <pc:chgData name="Paul Winser" userId="c3146a91-e6bd-4264-bd86-e164e04bc32d" providerId="ADAL" clId="{54AD4762-862C-42A7-AA94-2ABD8BE1C732}" dt="2025-06-30T10:45:23.006" v="25" actId="14100"/>
      <pc:docMkLst>
        <pc:docMk/>
      </pc:docMkLst>
      <pc:sldChg chg="modSp">
        <pc:chgData name="Paul Winser" userId="c3146a91-e6bd-4264-bd86-e164e04bc32d" providerId="ADAL" clId="{54AD4762-862C-42A7-AA94-2ABD8BE1C732}" dt="2025-06-30T10:45:23.006" v="25" actId="14100"/>
        <pc:sldMkLst>
          <pc:docMk/>
          <pc:sldMk cId="0" sldId="256"/>
        </pc:sldMkLst>
      </pc:sldChg>
      <pc:sldChg chg="modNotesTx">
        <pc:chgData name="Paul Winser" userId="c3146a91-e6bd-4264-bd86-e164e04bc32d" providerId="ADAL" clId="{54AD4762-862C-42A7-AA94-2ABD8BE1C732}" dt="2025-06-30T10:42:42.507" v="0" actId="6549"/>
        <pc:sldMkLst>
          <pc:docMk/>
          <pc:sldMk cId="0" sldId="257"/>
        </pc:sldMkLst>
      </pc:sldChg>
      <pc:sldChg chg="modNotesTx">
        <pc:chgData name="Paul Winser" userId="c3146a91-e6bd-4264-bd86-e164e04bc32d" providerId="ADAL" clId="{54AD4762-862C-42A7-AA94-2ABD8BE1C732}" dt="2025-06-30T10:42:52.776" v="1" actId="6549"/>
        <pc:sldMkLst>
          <pc:docMk/>
          <pc:sldMk cId="0" sldId="258"/>
        </pc:sldMkLst>
      </pc:sldChg>
      <pc:sldChg chg="delSp mod modNotesTx">
        <pc:chgData name="Paul Winser" userId="c3146a91-e6bd-4264-bd86-e164e04bc32d" providerId="ADAL" clId="{54AD4762-862C-42A7-AA94-2ABD8BE1C732}" dt="2025-06-30T10:43:03.275" v="3" actId="478"/>
        <pc:sldMkLst>
          <pc:docMk/>
          <pc:sldMk cId="0" sldId="272"/>
        </pc:sldMkLst>
      </pc:sldChg>
      <pc:sldChg chg="modSp modNotesTx">
        <pc:chgData name="Paul Winser" userId="c3146a91-e6bd-4264-bd86-e164e04bc32d" providerId="ADAL" clId="{54AD4762-862C-42A7-AA94-2ABD8BE1C732}" dt="2025-06-30T10:43:45.042" v="12" actId="6549"/>
        <pc:sldMkLst>
          <pc:docMk/>
          <pc:sldMk cId="884549766" sldId="305"/>
        </pc:sldMkLst>
      </pc:sldChg>
      <pc:sldChg chg="modSp modNotesTx">
        <pc:chgData name="Paul Winser" userId="c3146a91-e6bd-4264-bd86-e164e04bc32d" providerId="ADAL" clId="{54AD4762-862C-42A7-AA94-2ABD8BE1C732}" dt="2025-06-30T10:43:11.480" v="5"/>
        <pc:sldMkLst>
          <pc:docMk/>
          <pc:sldMk cId="3980705129" sldId="310"/>
        </pc:sldMkLst>
      </pc:sldChg>
      <pc:sldChg chg="modNotesTx">
        <pc:chgData name="Paul Winser" userId="c3146a91-e6bd-4264-bd86-e164e04bc32d" providerId="ADAL" clId="{54AD4762-862C-42A7-AA94-2ABD8BE1C732}" dt="2025-06-30T10:43:15.345" v="6" actId="6549"/>
        <pc:sldMkLst>
          <pc:docMk/>
          <pc:sldMk cId="2599464974" sldId="311"/>
        </pc:sldMkLst>
      </pc:sldChg>
      <pc:sldChg chg="modNotesTx">
        <pc:chgData name="Paul Winser" userId="c3146a91-e6bd-4264-bd86-e164e04bc32d" providerId="ADAL" clId="{54AD4762-862C-42A7-AA94-2ABD8BE1C732}" dt="2025-06-30T10:43:19.216" v="7" actId="6549"/>
        <pc:sldMkLst>
          <pc:docMk/>
          <pc:sldMk cId="1477928410" sldId="312"/>
        </pc:sldMkLst>
      </pc:sldChg>
      <pc:sldChg chg="modSp mod">
        <pc:chgData name="Paul Winser" userId="c3146a91-e6bd-4264-bd86-e164e04bc32d" providerId="ADAL" clId="{54AD4762-862C-42A7-AA94-2ABD8BE1C732}" dt="2025-06-30T10:43:35.385" v="10" actId="1076"/>
        <pc:sldMkLst>
          <pc:docMk/>
          <pc:sldMk cId="3533924338" sldId="323"/>
        </pc:sldMkLst>
      </pc:sldChg>
      <pc:sldChg chg="modSp mod">
        <pc:chgData name="Paul Winser" userId="c3146a91-e6bd-4264-bd86-e164e04bc32d" providerId="ADAL" clId="{54AD4762-862C-42A7-AA94-2ABD8BE1C732}" dt="2025-06-30T10:43:59.017" v="18" actId="12"/>
        <pc:sldMkLst>
          <pc:docMk/>
          <pc:sldMk cId="2317320585" sldId="325"/>
        </pc:sldMkLst>
      </pc:sldChg>
      <pc:sldChg chg="delSp mod modNotesTx">
        <pc:chgData name="Paul Winser" userId="c3146a91-e6bd-4264-bd86-e164e04bc32d" providerId="ADAL" clId="{54AD4762-862C-42A7-AA94-2ABD8BE1C732}" dt="2025-06-30T10:44:16.528" v="20" actId="478"/>
        <pc:sldMkLst>
          <pc:docMk/>
          <pc:sldMk cId="4262561402" sldId="331"/>
        </pc:sldMkLst>
      </pc:sldChg>
      <pc:sldChg chg="delSp mod modNotesTx">
        <pc:chgData name="Paul Winser" userId="c3146a91-e6bd-4264-bd86-e164e04bc32d" providerId="ADAL" clId="{54AD4762-862C-42A7-AA94-2ABD8BE1C732}" dt="2025-06-30T10:44:31.889" v="22" actId="6549"/>
        <pc:sldMkLst>
          <pc:docMk/>
          <pc:sldMk cId="3160015230" sldId="337"/>
        </pc:sldMkLst>
      </pc:sldChg>
      <pc:sldChg chg="modNotesTx">
        <pc:chgData name="Paul Winser" userId="c3146a91-e6bd-4264-bd86-e164e04bc32d" providerId="ADAL" clId="{54AD4762-862C-42A7-AA94-2ABD8BE1C732}" dt="2025-06-30T10:44:42.831" v="23" actId="6549"/>
        <pc:sldMkLst>
          <pc:docMk/>
          <pc:sldMk cId="274696740" sldId="342"/>
        </pc:sldMkLst>
      </pc:sldChg>
      <pc:sldChg chg="delSp mod">
        <pc:chgData name="Paul Winser" userId="c3146a91-e6bd-4264-bd86-e164e04bc32d" providerId="ADAL" clId="{54AD4762-862C-42A7-AA94-2ABD8BE1C732}" dt="2025-06-30T10:44:51.821" v="24" actId="478"/>
        <pc:sldMkLst>
          <pc:docMk/>
          <pc:sldMk cId="512906982" sldId="343"/>
        </pc:sldMkLst>
      </pc:sldChg>
      <pc:sldChg chg="modNotesTx">
        <pc:chgData name="Paul Winser" userId="c3146a91-e6bd-4264-bd86-e164e04bc32d" providerId="ADAL" clId="{54AD4762-862C-42A7-AA94-2ABD8BE1C732}" dt="2025-06-30T10:43:25.597" v="8" actId="6549"/>
        <pc:sldMkLst>
          <pc:docMk/>
          <pc:sldMk cId="1503340465" sldId="344"/>
        </pc:sldMkLst>
      </pc:sldChg>
    </pc:docChg>
  </pc:docChgLst>
  <pc:docChgLst>
    <pc:chgData name="Paul Winser" userId="c3146a91-e6bd-4264-bd86-e164e04bc32d" providerId="ADAL" clId="{666BEB38-30E5-49D3-927F-F70D2705DF5F}"/>
    <pc:docChg chg="undo custSel addSld modSld">
      <pc:chgData name="Paul Winser" userId="c3146a91-e6bd-4264-bd86-e164e04bc32d" providerId="ADAL" clId="{666BEB38-30E5-49D3-927F-F70D2705DF5F}" dt="2025-09-24T08:58:39.177" v="173" actId="20577"/>
      <pc:docMkLst>
        <pc:docMk/>
      </pc:docMkLst>
      <pc:sldChg chg="addSp modSp mod">
        <pc:chgData name="Paul Winser" userId="c3146a91-e6bd-4264-bd86-e164e04bc32d" providerId="ADAL" clId="{666BEB38-30E5-49D3-927F-F70D2705DF5F}" dt="2025-09-24T08:55:59.189" v="39" actId="6549"/>
        <pc:sldMkLst>
          <pc:docMk/>
          <pc:sldMk cId="0" sldId="256"/>
        </pc:sldMkLst>
        <pc:spChg chg="add mod">
          <ac:chgData name="Paul Winser" userId="c3146a91-e6bd-4264-bd86-e164e04bc32d" providerId="ADAL" clId="{666BEB38-30E5-49D3-927F-F70D2705DF5F}" dt="2025-09-24T08:55:59.189" v="39" actId="6549"/>
          <ac:spMkLst>
            <pc:docMk/>
            <pc:sldMk cId="0" sldId="256"/>
            <ac:spMk id="4" creationId="{8D6E6ED7-1A81-902F-9540-D4AF4E6C83F2}"/>
          </ac:spMkLst>
        </pc:spChg>
      </pc:sldChg>
      <pc:sldChg chg="addSp modSp mod">
        <pc:chgData name="Paul Winser" userId="c3146a91-e6bd-4264-bd86-e164e04bc32d" providerId="ADAL" clId="{666BEB38-30E5-49D3-927F-F70D2705DF5F}" dt="2025-09-24T08:56:14.625" v="45" actId="6549"/>
        <pc:sldMkLst>
          <pc:docMk/>
          <pc:sldMk cId="0" sldId="257"/>
        </pc:sldMkLst>
        <pc:spChg chg="add mod">
          <ac:chgData name="Paul Winser" userId="c3146a91-e6bd-4264-bd86-e164e04bc32d" providerId="ADAL" clId="{666BEB38-30E5-49D3-927F-F70D2705DF5F}" dt="2025-09-24T08:56:14.625" v="45" actId="6549"/>
          <ac:spMkLst>
            <pc:docMk/>
            <pc:sldMk cId="0" sldId="257"/>
            <ac:spMk id="2" creationId="{7B09626F-69FD-1638-373C-65CD3D023BC5}"/>
          </ac:spMkLst>
        </pc:spChg>
      </pc:sldChg>
      <pc:sldChg chg="addSp modSp mod">
        <pc:chgData name="Paul Winser" userId="c3146a91-e6bd-4264-bd86-e164e04bc32d" providerId="ADAL" clId="{666BEB38-30E5-49D3-927F-F70D2705DF5F}" dt="2025-09-24T08:56:18.781" v="49" actId="20577"/>
        <pc:sldMkLst>
          <pc:docMk/>
          <pc:sldMk cId="0" sldId="258"/>
        </pc:sldMkLst>
        <pc:spChg chg="add mod">
          <ac:chgData name="Paul Winser" userId="c3146a91-e6bd-4264-bd86-e164e04bc32d" providerId="ADAL" clId="{666BEB38-30E5-49D3-927F-F70D2705DF5F}" dt="2025-09-24T08:56:18.781" v="49" actId="20577"/>
          <ac:spMkLst>
            <pc:docMk/>
            <pc:sldMk cId="0" sldId="258"/>
            <ac:spMk id="2" creationId="{A07AB98E-4E86-3E5E-674D-FB271D69C2F8}"/>
          </ac:spMkLst>
        </pc:spChg>
      </pc:sldChg>
      <pc:sldChg chg="addSp modSp mod">
        <pc:chgData name="Paul Winser" userId="c3146a91-e6bd-4264-bd86-e164e04bc32d" providerId="ADAL" clId="{666BEB38-30E5-49D3-927F-F70D2705DF5F}" dt="2025-09-24T08:56:25.311" v="57" actId="20577"/>
        <pc:sldMkLst>
          <pc:docMk/>
          <pc:sldMk cId="0" sldId="272"/>
        </pc:sldMkLst>
        <pc:spChg chg="add mod">
          <ac:chgData name="Paul Winser" userId="c3146a91-e6bd-4264-bd86-e164e04bc32d" providerId="ADAL" clId="{666BEB38-30E5-49D3-927F-F70D2705DF5F}" dt="2025-09-24T08:56:25.311" v="57" actId="20577"/>
          <ac:spMkLst>
            <pc:docMk/>
            <pc:sldMk cId="0" sldId="272"/>
            <ac:spMk id="9" creationId="{70B87186-96F6-677C-F006-DE8C292822EB}"/>
          </ac:spMkLst>
        </pc:spChg>
      </pc:sldChg>
      <pc:sldChg chg="addSp modSp mod">
        <pc:chgData name="Paul Winser" userId="c3146a91-e6bd-4264-bd86-e164e04bc32d" providerId="ADAL" clId="{666BEB38-30E5-49D3-927F-F70D2705DF5F}" dt="2025-09-24T08:57:01.917" v="89" actId="20577"/>
        <pc:sldMkLst>
          <pc:docMk/>
          <pc:sldMk cId="884549766" sldId="305"/>
        </pc:sldMkLst>
        <pc:spChg chg="add mod">
          <ac:chgData name="Paul Winser" userId="c3146a91-e6bd-4264-bd86-e164e04bc32d" providerId="ADAL" clId="{666BEB38-30E5-49D3-927F-F70D2705DF5F}" dt="2025-09-24T08:57:01.917" v="89" actId="20577"/>
          <ac:spMkLst>
            <pc:docMk/>
            <pc:sldMk cId="884549766" sldId="305"/>
            <ac:spMk id="2" creationId="{7064213D-EBDD-C60E-3FB7-93829E2CA457}"/>
          </ac:spMkLst>
        </pc:spChg>
      </pc:sldChg>
      <pc:sldChg chg="addSp modSp mod">
        <pc:chgData name="Paul Winser" userId="c3146a91-e6bd-4264-bd86-e164e04bc32d" providerId="ADAL" clId="{666BEB38-30E5-49D3-927F-F70D2705DF5F}" dt="2025-09-24T08:56:31.981" v="61" actId="20577"/>
        <pc:sldMkLst>
          <pc:docMk/>
          <pc:sldMk cId="3980705129" sldId="310"/>
        </pc:sldMkLst>
        <pc:spChg chg="add mod">
          <ac:chgData name="Paul Winser" userId="c3146a91-e6bd-4264-bd86-e164e04bc32d" providerId="ADAL" clId="{666BEB38-30E5-49D3-927F-F70D2705DF5F}" dt="2025-09-24T08:56:31.981" v="61" actId="20577"/>
          <ac:spMkLst>
            <pc:docMk/>
            <pc:sldMk cId="3980705129" sldId="310"/>
            <ac:spMk id="13" creationId="{07121268-FCC5-53E2-21CB-ADEB7D753331}"/>
          </ac:spMkLst>
        </pc:spChg>
      </pc:sldChg>
      <pc:sldChg chg="addSp modSp mod">
        <pc:chgData name="Paul Winser" userId="c3146a91-e6bd-4264-bd86-e164e04bc32d" providerId="ADAL" clId="{666BEB38-30E5-49D3-927F-F70D2705DF5F}" dt="2025-09-24T08:56:36.989" v="65" actId="20577"/>
        <pc:sldMkLst>
          <pc:docMk/>
          <pc:sldMk cId="2599464974" sldId="311"/>
        </pc:sldMkLst>
        <pc:spChg chg="add mod">
          <ac:chgData name="Paul Winser" userId="c3146a91-e6bd-4264-bd86-e164e04bc32d" providerId="ADAL" clId="{666BEB38-30E5-49D3-927F-F70D2705DF5F}" dt="2025-09-24T08:56:36.989" v="65" actId="20577"/>
          <ac:spMkLst>
            <pc:docMk/>
            <pc:sldMk cId="2599464974" sldId="311"/>
            <ac:spMk id="9" creationId="{0354CDF0-C19B-CE29-8D2E-FD26555B0B3E}"/>
          </ac:spMkLst>
        </pc:spChg>
      </pc:sldChg>
      <pc:sldChg chg="addSp modSp mod">
        <pc:chgData name="Paul Winser" userId="c3146a91-e6bd-4264-bd86-e164e04bc32d" providerId="ADAL" clId="{666BEB38-30E5-49D3-927F-F70D2705DF5F}" dt="2025-09-24T08:56:41.261" v="69" actId="20577"/>
        <pc:sldMkLst>
          <pc:docMk/>
          <pc:sldMk cId="1477928410" sldId="312"/>
        </pc:sldMkLst>
        <pc:spChg chg="add mod">
          <ac:chgData name="Paul Winser" userId="c3146a91-e6bd-4264-bd86-e164e04bc32d" providerId="ADAL" clId="{666BEB38-30E5-49D3-927F-F70D2705DF5F}" dt="2025-09-24T08:56:41.261" v="69" actId="20577"/>
          <ac:spMkLst>
            <pc:docMk/>
            <pc:sldMk cId="1477928410" sldId="312"/>
            <ac:spMk id="9" creationId="{D17A8BBA-9B08-3D58-7035-87EE315E2123}"/>
          </ac:spMkLst>
        </pc:spChg>
      </pc:sldChg>
      <pc:sldChg chg="addSp modSp mod">
        <pc:chgData name="Paul Winser" userId="c3146a91-e6bd-4264-bd86-e164e04bc32d" providerId="ADAL" clId="{666BEB38-30E5-49D3-927F-F70D2705DF5F}" dt="2025-09-24T08:56:45.709" v="73" actId="20577"/>
        <pc:sldMkLst>
          <pc:docMk/>
          <pc:sldMk cId="1838424729" sldId="318"/>
        </pc:sldMkLst>
        <pc:spChg chg="add mod">
          <ac:chgData name="Paul Winser" userId="c3146a91-e6bd-4264-bd86-e164e04bc32d" providerId="ADAL" clId="{666BEB38-30E5-49D3-927F-F70D2705DF5F}" dt="2025-09-24T08:56:45.709" v="73" actId="20577"/>
          <ac:spMkLst>
            <pc:docMk/>
            <pc:sldMk cId="1838424729" sldId="318"/>
            <ac:spMk id="6" creationId="{8865F333-D48F-9CDB-06FE-1308E89D8FF2}"/>
          </ac:spMkLst>
        </pc:spChg>
      </pc:sldChg>
      <pc:sldChg chg="addSp modSp mod">
        <pc:chgData name="Paul Winser" userId="c3146a91-e6bd-4264-bd86-e164e04bc32d" providerId="ADAL" clId="{666BEB38-30E5-49D3-927F-F70D2705DF5F}" dt="2025-09-24T08:56:54.045" v="81" actId="20577"/>
        <pc:sldMkLst>
          <pc:docMk/>
          <pc:sldMk cId="3533924338" sldId="323"/>
        </pc:sldMkLst>
        <pc:spChg chg="add mod">
          <ac:chgData name="Paul Winser" userId="c3146a91-e6bd-4264-bd86-e164e04bc32d" providerId="ADAL" clId="{666BEB38-30E5-49D3-927F-F70D2705DF5F}" dt="2025-09-24T08:56:54.045" v="81" actId="20577"/>
          <ac:spMkLst>
            <pc:docMk/>
            <pc:sldMk cId="3533924338" sldId="323"/>
            <ac:spMk id="4" creationId="{B308D6A1-0593-81FD-00A1-0C99D7D8A56B}"/>
          </ac:spMkLst>
        </pc:spChg>
      </pc:sldChg>
      <pc:sldChg chg="addSp modSp mod">
        <pc:chgData name="Paul Winser" userId="c3146a91-e6bd-4264-bd86-e164e04bc32d" providerId="ADAL" clId="{666BEB38-30E5-49D3-927F-F70D2705DF5F}" dt="2025-09-24T08:56:57.804" v="85" actId="20577"/>
        <pc:sldMkLst>
          <pc:docMk/>
          <pc:sldMk cId="3921412788" sldId="324"/>
        </pc:sldMkLst>
        <pc:spChg chg="add mod">
          <ac:chgData name="Paul Winser" userId="c3146a91-e6bd-4264-bd86-e164e04bc32d" providerId="ADAL" clId="{666BEB38-30E5-49D3-927F-F70D2705DF5F}" dt="2025-09-24T08:56:57.804" v="85" actId="20577"/>
          <ac:spMkLst>
            <pc:docMk/>
            <pc:sldMk cId="3921412788" sldId="324"/>
            <ac:spMk id="6" creationId="{A1E9BB1A-1647-413D-2117-F01D793DB023}"/>
          </ac:spMkLst>
        </pc:spChg>
      </pc:sldChg>
      <pc:sldChg chg="addSp modSp mod">
        <pc:chgData name="Paul Winser" userId="c3146a91-e6bd-4264-bd86-e164e04bc32d" providerId="ADAL" clId="{666BEB38-30E5-49D3-927F-F70D2705DF5F}" dt="2025-09-24T08:57:06.844" v="93" actId="20577"/>
        <pc:sldMkLst>
          <pc:docMk/>
          <pc:sldMk cId="2317320585" sldId="325"/>
        </pc:sldMkLst>
        <pc:spChg chg="add mod">
          <ac:chgData name="Paul Winser" userId="c3146a91-e6bd-4264-bd86-e164e04bc32d" providerId="ADAL" clId="{666BEB38-30E5-49D3-927F-F70D2705DF5F}" dt="2025-09-24T08:57:06.844" v="93" actId="20577"/>
          <ac:spMkLst>
            <pc:docMk/>
            <pc:sldMk cId="2317320585" sldId="325"/>
            <ac:spMk id="2" creationId="{92DD3C2A-1E73-966D-0E43-C3F207006186}"/>
          </ac:spMkLst>
        </pc:spChg>
      </pc:sldChg>
      <pc:sldChg chg="addSp modSp mod">
        <pc:chgData name="Paul Winser" userId="c3146a91-e6bd-4264-bd86-e164e04bc32d" providerId="ADAL" clId="{666BEB38-30E5-49D3-927F-F70D2705DF5F}" dt="2025-09-24T08:57:10.907" v="97" actId="20577"/>
        <pc:sldMkLst>
          <pc:docMk/>
          <pc:sldMk cId="2839463393" sldId="326"/>
        </pc:sldMkLst>
        <pc:spChg chg="add mod">
          <ac:chgData name="Paul Winser" userId="c3146a91-e6bd-4264-bd86-e164e04bc32d" providerId="ADAL" clId="{666BEB38-30E5-49D3-927F-F70D2705DF5F}" dt="2025-09-24T08:57:10.907" v="97" actId="20577"/>
          <ac:spMkLst>
            <pc:docMk/>
            <pc:sldMk cId="2839463393" sldId="326"/>
            <ac:spMk id="3" creationId="{0F7AF692-AD43-8396-AE38-2D0B61ABA2E7}"/>
          </ac:spMkLst>
        </pc:spChg>
      </pc:sldChg>
      <pc:sldChg chg="addSp modSp mod">
        <pc:chgData name="Paul Winser" userId="c3146a91-e6bd-4264-bd86-e164e04bc32d" providerId="ADAL" clId="{666BEB38-30E5-49D3-927F-F70D2705DF5F}" dt="2025-09-24T08:57:16.283" v="101" actId="20577"/>
        <pc:sldMkLst>
          <pc:docMk/>
          <pc:sldMk cId="3929857888" sldId="327"/>
        </pc:sldMkLst>
        <pc:spChg chg="add mod">
          <ac:chgData name="Paul Winser" userId="c3146a91-e6bd-4264-bd86-e164e04bc32d" providerId="ADAL" clId="{666BEB38-30E5-49D3-927F-F70D2705DF5F}" dt="2025-09-24T08:57:16.283" v="101" actId="20577"/>
          <ac:spMkLst>
            <pc:docMk/>
            <pc:sldMk cId="3929857888" sldId="327"/>
            <ac:spMk id="2" creationId="{497E30FD-7DEC-0932-0A80-0B2DE7941001}"/>
          </ac:spMkLst>
        </pc:spChg>
      </pc:sldChg>
      <pc:sldChg chg="addSp modSp mod">
        <pc:chgData name="Paul Winser" userId="c3146a91-e6bd-4264-bd86-e164e04bc32d" providerId="ADAL" clId="{666BEB38-30E5-49D3-927F-F70D2705DF5F}" dt="2025-09-24T08:57:20.236" v="105" actId="20577"/>
        <pc:sldMkLst>
          <pc:docMk/>
          <pc:sldMk cId="3544156587" sldId="328"/>
        </pc:sldMkLst>
        <pc:spChg chg="add mod">
          <ac:chgData name="Paul Winser" userId="c3146a91-e6bd-4264-bd86-e164e04bc32d" providerId="ADAL" clId="{666BEB38-30E5-49D3-927F-F70D2705DF5F}" dt="2025-09-24T08:57:20.236" v="105" actId="20577"/>
          <ac:spMkLst>
            <pc:docMk/>
            <pc:sldMk cId="3544156587" sldId="328"/>
            <ac:spMk id="4" creationId="{80E7E1FF-0D8A-1629-37F4-FDDBC292A8A4}"/>
          </ac:spMkLst>
        </pc:spChg>
      </pc:sldChg>
      <pc:sldChg chg="addSp modSp mod">
        <pc:chgData name="Paul Winser" userId="c3146a91-e6bd-4264-bd86-e164e04bc32d" providerId="ADAL" clId="{666BEB38-30E5-49D3-927F-F70D2705DF5F}" dt="2025-09-24T08:57:24.508" v="109" actId="20577"/>
        <pc:sldMkLst>
          <pc:docMk/>
          <pc:sldMk cId="1123557587" sldId="329"/>
        </pc:sldMkLst>
        <pc:spChg chg="add mod">
          <ac:chgData name="Paul Winser" userId="c3146a91-e6bd-4264-bd86-e164e04bc32d" providerId="ADAL" clId="{666BEB38-30E5-49D3-927F-F70D2705DF5F}" dt="2025-09-24T08:57:24.508" v="109" actId="20577"/>
          <ac:spMkLst>
            <pc:docMk/>
            <pc:sldMk cId="1123557587" sldId="329"/>
            <ac:spMk id="4" creationId="{14B32541-BD5E-905A-F3D9-6361DE0259CB}"/>
          </ac:spMkLst>
        </pc:spChg>
      </pc:sldChg>
      <pc:sldChg chg="addSp modSp mod">
        <pc:chgData name="Paul Winser" userId="c3146a91-e6bd-4264-bd86-e164e04bc32d" providerId="ADAL" clId="{666BEB38-30E5-49D3-927F-F70D2705DF5F}" dt="2025-09-24T08:57:28.556" v="113" actId="20577"/>
        <pc:sldMkLst>
          <pc:docMk/>
          <pc:sldMk cId="261738511" sldId="330"/>
        </pc:sldMkLst>
        <pc:spChg chg="add mod">
          <ac:chgData name="Paul Winser" userId="c3146a91-e6bd-4264-bd86-e164e04bc32d" providerId="ADAL" clId="{666BEB38-30E5-49D3-927F-F70D2705DF5F}" dt="2025-09-24T08:57:28.556" v="113" actId="20577"/>
          <ac:spMkLst>
            <pc:docMk/>
            <pc:sldMk cId="261738511" sldId="330"/>
            <ac:spMk id="4" creationId="{7163BC2A-D3BB-BD09-384E-6C9A1CF47F2D}"/>
          </ac:spMkLst>
        </pc:spChg>
      </pc:sldChg>
      <pc:sldChg chg="addSp modSp mod">
        <pc:chgData name="Paul Winser" userId="c3146a91-e6bd-4264-bd86-e164e04bc32d" providerId="ADAL" clId="{666BEB38-30E5-49D3-927F-F70D2705DF5F}" dt="2025-09-24T08:57:32.892" v="117" actId="20577"/>
        <pc:sldMkLst>
          <pc:docMk/>
          <pc:sldMk cId="4262561402" sldId="331"/>
        </pc:sldMkLst>
        <pc:spChg chg="add mod">
          <ac:chgData name="Paul Winser" userId="c3146a91-e6bd-4264-bd86-e164e04bc32d" providerId="ADAL" clId="{666BEB38-30E5-49D3-927F-F70D2705DF5F}" dt="2025-09-24T08:57:32.892" v="117" actId="20577"/>
          <ac:spMkLst>
            <pc:docMk/>
            <pc:sldMk cId="4262561402" sldId="331"/>
            <ac:spMk id="2" creationId="{496D0671-EADB-B640-F3C8-2BFC2D9DD843}"/>
          </ac:spMkLst>
        </pc:spChg>
      </pc:sldChg>
      <pc:sldChg chg="addSp modSp mod">
        <pc:chgData name="Paul Winser" userId="c3146a91-e6bd-4264-bd86-e164e04bc32d" providerId="ADAL" clId="{666BEB38-30E5-49D3-927F-F70D2705DF5F}" dt="2025-09-24T08:57:36.874" v="121" actId="20577"/>
        <pc:sldMkLst>
          <pc:docMk/>
          <pc:sldMk cId="2495784711" sldId="332"/>
        </pc:sldMkLst>
        <pc:spChg chg="add mod">
          <ac:chgData name="Paul Winser" userId="c3146a91-e6bd-4264-bd86-e164e04bc32d" providerId="ADAL" clId="{666BEB38-30E5-49D3-927F-F70D2705DF5F}" dt="2025-09-24T08:57:36.874" v="121" actId="20577"/>
          <ac:spMkLst>
            <pc:docMk/>
            <pc:sldMk cId="2495784711" sldId="332"/>
            <ac:spMk id="4" creationId="{8A843801-AD73-8BF1-A4CC-A8AFECE68ECF}"/>
          </ac:spMkLst>
        </pc:spChg>
      </pc:sldChg>
      <pc:sldChg chg="addSp modSp mod">
        <pc:chgData name="Paul Winser" userId="c3146a91-e6bd-4264-bd86-e164e04bc32d" providerId="ADAL" clId="{666BEB38-30E5-49D3-927F-F70D2705DF5F}" dt="2025-09-24T08:57:43.320" v="125" actId="20577"/>
        <pc:sldMkLst>
          <pc:docMk/>
          <pc:sldMk cId="1354641630" sldId="333"/>
        </pc:sldMkLst>
        <pc:spChg chg="add mod">
          <ac:chgData name="Paul Winser" userId="c3146a91-e6bd-4264-bd86-e164e04bc32d" providerId="ADAL" clId="{666BEB38-30E5-49D3-927F-F70D2705DF5F}" dt="2025-09-24T08:57:43.320" v="125" actId="20577"/>
          <ac:spMkLst>
            <pc:docMk/>
            <pc:sldMk cId="1354641630" sldId="333"/>
            <ac:spMk id="4" creationId="{83ED1E9B-8651-17E4-DF7B-B7F8740DF146}"/>
          </ac:spMkLst>
        </pc:spChg>
      </pc:sldChg>
      <pc:sldChg chg="addSp modSp mod">
        <pc:chgData name="Paul Winser" userId="c3146a91-e6bd-4264-bd86-e164e04bc32d" providerId="ADAL" clId="{666BEB38-30E5-49D3-927F-F70D2705DF5F}" dt="2025-09-24T08:57:47.626" v="129" actId="20577"/>
        <pc:sldMkLst>
          <pc:docMk/>
          <pc:sldMk cId="273779688" sldId="334"/>
        </pc:sldMkLst>
        <pc:spChg chg="add mod">
          <ac:chgData name="Paul Winser" userId="c3146a91-e6bd-4264-bd86-e164e04bc32d" providerId="ADAL" clId="{666BEB38-30E5-49D3-927F-F70D2705DF5F}" dt="2025-09-24T08:57:47.626" v="129" actId="20577"/>
          <ac:spMkLst>
            <pc:docMk/>
            <pc:sldMk cId="273779688" sldId="334"/>
            <ac:spMk id="4" creationId="{4EB4DEDF-E872-C4FD-19EA-97C8E247FFEC}"/>
          </ac:spMkLst>
        </pc:spChg>
      </pc:sldChg>
      <pc:sldChg chg="addSp modSp mod">
        <pc:chgData name="Paul Winser" userId="c3146a91-e6bd-4264-bd86-e164e04bc32d" providerId="ADAL" clId="{666BEB38-30E5-49D3-927F-F70D2705DF5F}" dt="2025-09-24T08:57:52.005" v="133" actId="20577"/>
        <pc:sldMkLst>
          <pc:docMk/>
          <pc:sldMk cId="2723372673" sldId="335"/>
        </pc:sldMkLst>
        <pc:spChg chg="add mod">
          <ac:chgData name="Paul Winser" userId="c3146a91-e6bd-4264-bd86-e164e04bc32d" providerId="ADAL" clId="{666BEB38-30E5-49D3-927F-F70D2705DF5F}" dt="2025-09-24T08:57:52.005" v="133" actId="20577"/>
          <ac:spMkLst>
            <pc:docMk/>
            <pc:sldMk cId="2723372673" sldId="335"/>
            <ac:spMk id="4" creationId="{A9A8391C-20DC-DC2C-05D4-C5E07690C2F5}"/>
          </ac:spMkLst>
        </pc:spChg>
      </pc:sldChg>
      <pc:sldChg chg="addSp modSp mod">
        <pc:chgData name="Paul Winser" userId="c3146a91-e6bd-4264-bd86-e164e04bc32d" providerId="ADAL" clId="{666BEB38-30E5-49D3-927F-F70D2705DF5F}" dt="2025-09-24T08:58:03.051" v="141" actId="20577"/>
        <pc:sldMkLst>
          <pc:docMk/>
          <pc:sldMk cId="19308326" sldId="336"/>
        </pc:sldMkLst>
        <pc:spChg chg="add mod">
          <ac:chgData name="Paul Winser" userId="c3146a91-e6bd-4264-bd86-e164e04bc32d" providerId="ADAL" clId="{666BEB38-30E5-49D3-927F-F70D2705DF5F}" dt="2025-09-24T08:58:03.051" v="141" actId="20577"/>
          <ac:spMkLst>
            <pc:docMk/>
            <pc:sldMk cId="19308326" sldId="336"/>
            <ac:spMk id="3" creationId="{7D031112-F6DF-31DF-0526-7DF4F6E49C60}"/>
          </ac:spMkLst>
        </pc:spChg>
      </pc:sldChg>
      <pc:sldChg chg="addSp modSp mod">
        <pc:chgData name="Paul Winser" userId="c3146a91-e6bd-4264-bd86-e164e04bc32d" providerId="ADAL" clId="{666BEB38-30E5-49D3-927F-F70D2705DF5F}" dt="2025-09-24T08:57:55.770" v="137" actId="20577"/>
        <pc:sldMkLst>
          <pc:docMk/>
          <pc:sldMk cId="3160015230" sldId="337"/>
        </pc:sldMkLst>
        <pc:spChg chg="add mod">
          <ac:chgData name="Paul Winser" userId="c3146a91-e6bd-4264-bd86-e164e04bc32d" providerId="ADAL" clId="{666BEB38-30E5-49D3-927F-F70D2705DF5F}" dt="2025-09-24T08:57:55.770" v="137" actId="20577"/>
          <ac:spMkLst>
            <pc:docMk/>
            <pc:sldMk cId="3160015230" sldId="337"/>
            <ac:spMk id="2" creationId="{9E65387C-F730-45B7-3731-C906821F4130}"/>
          </ac:spMkLst>
        </pc:spChg>
      </pc:sldChg>
      <pc:sldChg chg="addSp modSp mod">
        <pc:chgData name="Paul Winser" userId="c3146a91-e6bd-4264-bd86-e164e04bc32d" providerId="ADAL" clId="{666BEB38-30E5-49D3-927F-F70D2705DF5F}" dt="2025-09-24T08:58:07.098" v="145" actId="20577"/>
        <pc:sldMkLst>
          <pc:docMk/>
          <pc:sldMk cId="81756637" sldId="338"/>
        </pc:sldMkLst>
        <pc:spChg chg="add mod">
          <ac:chgData name="Paul Winser" userId="c3146a91-e6bd-4264-bd86-e164e04bc32d" providerId="ADAL" clId="{666BEB38-30E5-49D3-927F-F70D2705DF5F}" dt="2025-09-24T08:58:07.098" v="145" actId="20577"/>
          <ac:spMkLst>
            <pc:docMk/>
            <pc:sldMk cId="81756637" sldId="338"/>
            <ac:spMk id="9" creationId="{96CBA2D5-6E37-5781-263D-4E0FBC89CB97}"/>
          </ac:spMkLst>
        </pc:spChg>
      </pc:sldChg>
      <pc:sldChg chg="addSp modSp mod">
        <pc:chgData name="Paul Winser" userId="c3146a91-e6bd-4264-bd86-e164e04bc32d" providerId="ADAL" clId="{666BEB38-30E5-49D3-927F-F70D2705DF5F}" dt="2025-09-24T08:58:10.891" v="149" actId="20577"/>
        <pc:sldMkLst>
          <pc:docMk/>
          <pc:sldMk cId="4252011629" sldId="339"/>
        </pc:sldMkLst>
        <pc:spChg chg="add mod">
          <ac:chgData name="Paul Winser" userId="c3146a91-e6bd-4264-bd86-e164e04bc32d" providerId="ADAL" clId="{666BEB38-30E5-49D3-927F-F70D2705DF5F}" dt="2025-09-24T08:58:10.891" v="149" actId="20577"/>
          <ac:spMkLst>
            <pc:docMk/>
            <pc:sldMk cId="4252011629" sldId="339"/>
            <ac:spMk id="4" creationId="{2F3C9586-7A82-9B03-D788-32489C2032DF}"/>
          </ac:spMkLst>
        </pc:spChg>
      </pc:sldChg>
      <pc:sldChg chg="addSp modSp mod">
        <pc:chgData name="Paul Winser" userId="c3146a91-e6bd-4264-bd86-e164e04bc32d" providerId="ADAL" clId="{666BEB38-30E5-49D3-927F-F70D2705DF5F}" dt="2025-09-24T08:58:16.313" v="153" actId="20577"/>
        <pc:sldMkLst>
          <pc:docMk/>
          <pc:sldMk cId="3557788980" sldId="340"/>
        </pc:sldMkLst>
        <pc:spChg chg="add mod">
          <ac:chgData name="Paul Winser" userId="c3146a91-e6bd-4264-bd86-e164e04bc32d" providerId="ADAL" clId="{666BEB38-30E5-49D3-927F-F70D2705DF5F}" dt="2025-09-24T08:58:16.313" v="153" actId="20577"/>
          <ac:spMkLst>
            <pc:docMk/>
            <pc:sldMk cId="3557788980" sldId="340"/>
            <ac:spMk id="4" creationId="{4235FD56-5F26-FE8D-29DA-3977CE36D9E4}"/>
          </ac:spMkLst>
        </pc:spChg>
      </pc:sldChg>
      <pc:sldChg chg="addSp modSp mod">
        <pc:chgData name="Paul Winser" userId="c3146a91-e6bd-4264-bd86-e164e04bc32d" providerId="ADAL" clId="{666BEB38-30E5-49D3-927F-F70D2705DF5F}" dt="2025-09-24T08:58:25.292" v="161" actId="20577"/>
        <pc:sldMkLst>
          <pc:docMk/>
          <pc:sldMk cId="2197081917" sldId="341"/>
        </pc:sldMkLst>
        <pc:spChg chg="add mod">
          <ac:chgData name="Paul Winser" userId="c3146a91-e6bd-4264-bd86-e164e04bc32d" providerId="ADAL" clId="{666BEB38-30E5-49D3-927F-F70D2705DF5F}" dt="2025-09-24T08:58:25.292" v="161" actId="20577"/>
          <ac:spMkLst>
            <pc:docMk/>
            <pc:sldMk cId="2197081917" sldId="341"/>
            <ac:spMk id="5" creationId="{247AEDDF-1E7B-E086-21C5-6B8E39DEDBCF}"/>
          </ac:spMkLst>
        </pc:spChg>
      </pc:sldChg>
      <pc:sldChg chg="addSp modSp mod">
        <pc:chgData name="Paul Winser" userId="c3146a91-e6bd-4264-bd86-e164e04bc32d" providerId="ADAL" clId="{666BEB38-30E5-49D3-927F-F70D2705DF5F}" dt="2025-09-24T08:58:21.369" v="157" actId="20577"/>
        <pc:sldMkLst>
          <pc:docMk/>
          <pc:sldMk cId="274696740" sldId="342"/>
        </pc:sldMkLst>
        <pc:spChg chg="add mod">
          <ac:chgData name="Paul Winser" userId="c3146a91-e6bd-4264-bd86-e164e04bc32d" providerId="ADAL" clId="{666BEB38-30E5-49D3-927F-F70D2705DF5F}" dt="2025-09-24T08:58:21.369" v="157" actId="20577"/>
          <ac:spMkLst>
            <pc:docMk/>
            <pc:sldMk cId="274696740" sldId="342"/>
            <ac:spMk id="2" creationId="{C9B106A6-2C1B-6620-7E20-17D98414091B}"/>
          </ac:spMkLst>
        </pc:spChg>
      </pc:sldChg>
      <pc:sldChg chg="addSp modSp mod">
        <pc:chgData name="Paul Winser" userId="c3146a91-e6bd-4264-bd86-e164e04bc32d" providerId="ADAL" clId="{666BEB38-30E5-49D3-927F-F70D2705DF5F}" dt="2025-09-24T08:58:30.137" v="165" actId="20577"/>
        <pc:sldMkLst>
          <pc:docMk/>
          <pc:sldMk cId="512906982" sldId="343"/>
        </pc:sldMkLst>
        <pc:spChg chg="add mod">
          <ac:chgData name="Paul Winser" userId="c3146a91-e6bd-4264-bd86-e164e04bc32d" providerId="ADAL" clId="{666BEB38-30E5-49D3-927F-F70D2705DF5F}" dt="2025-09-24T08:58:30.137" v="165" actId="20577"/>
          <ac:spMkLst>
            <pc:docMk/>
            <pc:sldMk cId="512906982" sldId="343"/>
            <ac:spMk id="5" creationId="{62EB1FD0-DD87-4AB2-476E-A7595D657595}"/>
          </ac:spMkLst>
        </pc:spChg>
      </pc:sldChg>
      <pc:sldChg chg="addSp modSp mod">
        <pc:chgData name="Paul Winser" userId="c3146a91-e6bd-4264-bd86-e164e04bc32d" providerId="ADAL" clId="{666BEB38-30E5-49D3-927F-F70D2705DF5F}" dt="2025-09-24T08:56:49.468" v="77" actId="20577"/>
        <pc:sldMkLst>
          <pc:docMk/>
          <pc:sldMk cId="1503340465" sldId="344"/>
        </pc:sldMkLst>
        <pc:spChg chg="add mod">
          <ac:chgData name="Paul Winser" userId="c3146a91-e6bd-4264-bd86-e164e04bc32d" providerId="ADAL" clId="{666BEB38-30E5-49D3-927F-F70D2705DF5F}" dt="2025-09-24T08:56:49.468" v="77" actId="20577"/>
          <ac:spMkLst>
            <pc:docMk/>
            <pc:sldMk cId="1503340465" sldId="344"/>
            <ac:spMk id="2" creationId="{C89CE782-4499-67AB-DC5B-A1B0104B4DA7}"/>
          </ac:spMkLst>
        </pc:spChg>
      </pc:sldChg>
      <pc:sldChg chg="addSp modSp mod">
        <pc:chgData name="Paul Winser" userId="c3146a91-e6bd-4264-bd86-e164e04bc32d" providerId="ADAL" clId="{666BEB38-30E5-49D3-927F-F70D2705DF5F}" dt="2025-09-24T08:58:34.393" v="169" actId="20577"/>
        <pc:sldMkLst>
          <pc:docMk/>
          <pc:sldMk cId="483742848" sldId="345"/>
        </pc:sldMkLst>
        <pc:spChg chg="add mod">
          <ac:chgData name="Paul Winser" userId="c3146a91-e6bd-4264-bd86-e164e04bc32d" providerId="ADAL" clId="{666BEB38-30E5-49D3-927F-F70D2705DF5F}" dt="2025-09-24T08:58:34.393" v="169" actId="20577"/>
          <ac:spMkLst>
            <pc:docMk/>
            <pc:sldMk cId="483742848" sldId="345"/>
            <ac:spMk id="5" creationId="{A6C92677-F09B-12D1-88D0-CB5DC02B1BF9}"/>
          </ac:spMkLst>
        </pc:spChg>
      </pc:sldChg>
      <pc:sldChg chg="addSp modSp add mod modTransition">
        <pc:chgData name="Paul Winser" userId="c3146a91-e6bd-4264-bd86-e164e04bc32d" providerId="ADAL" clId="{666BEB38-30E5-49D3-927F-F70D2705DF5F}" dt="2025-09-24T08:58:39.177" v="173" actId="20577"/>
        <pc:sldMkLst>
          <pc:docMk/>
          <pc:sldMk cId="2600002333" sldId="346"/>
        </pc:sldMkLst>
        <pc:spChg chg="add mod">
          <ac:chgData name="Paul Winser" userId="c3146a91-e6bd-4264-bd86-e164e04bc32d" providerId="ADAL" clId="{666BEB38-30E5-49D3-927F-F70D2705DF5F}" dt="2025-09-24T08:58:39.177" v="173" actId="20577"/>
          <ac:spMkLst>
            <pc:docMk/>
            <pc:sldMk cId="2600002333" sldId="346"/>
            <ac:spMk id="4" creationId="{98CB5272-A1DC-53B2-9AFE-C212E4348B09}"/>
          </ac:spMkLst>
        </pc:spChg>
      </pc:sldChg>
    </pc:docChg>
  </pc:docChgLst>
  <pc:docChgLst>
    <pc:chgData name="Gail Snell" userId="S::gail.snell@pearson.com::349f2868-c303-411a-a9fc-19b25c360970" providerId="AD" clId="Web-{27FBA409-13AE-F81F-1367-35791E7BFDD5}"/>
    <pc:docChg chg="modSld">
      <pc:chgData name="Gail Snell" userId="S::gail.snell@pearson.com::349f2868-c303-411a-a9fc-19b25c360970" providerId="AD" clId="Web-{27FBA409-13AE-F81F-1367-35791E7BFDD5}" dt="2025-08-05T15:57:42.611" v="72"/>
      <pc:docMkLst>
        <pc:docMk/>
      </pc:docMkLst>
      <pc:sldChg chg="addSp delSp modSp">
        <pc:chgData name="Gail Snell" userId="S::gail.snell@pearson.com::349f2868-c303-411a-a9fc-19b25c360970" providerId="AD" clId="Web-{27FBA409-13AE-F81F-1367-35791E7BFDD5}" dt="2025-08-05T15:47:11.722" v="4" actId="1076"/>
        <pc:sldMkLst>
          <pc:docMk/>
          <pc:sldMk cId="0" sldId="256"/>
        </pc:sldMkLst>
      </pc:sldChg>
      <pc:sldChg chg="addSp delSp modSp">
        <pc:chgData name="Gail Snell" userId="S::gail.snell@pearson.com::349f2868-c303-411a-a9fc-19b25c360970" providerId="AD" clId="Web-{27FBA409-13AE-F81F-1367-35791E7BFDD5}" dt="2025-08-05T15:51:53.682" v="31"/>
        <pc:sldMkLst>
          <pc:docMk/>
          <pc:sldMk cId="3533924338" sldId="323"/>
        </pc:sldMkLst>
      </pc:sldChg>
      <pc:sldChg chg="addSp delSp modSp">
        <pc:chgData name="Gail Snell" userId="S::gail.snell@pearson.com::349f2868-c303-411a-a9fc-19b25c360970" providerId="AD" clId="Web-{27FBA409-13AE-F81F-1367-35791E7BFDD5}" dt="2025-08-05T15:55:52.796" v="59" actId="14100"/>
        <pc:sldMkLst>
          <pc:docMk/>
          <pc:sldMk cId="3921412788" sldId="324"/>
        </pc:sldMkLst>
      </pc:sldChg>
      <pc:sldChg chg="addSp delSp modSp">
        <pc:chgData name="Gail Snell" userId="S::gail.snell@pearson.com::349f2868-c303-411a-a9fc-19b25c360970" providerId="AD" clId="Web-{27FBA409-13AE-F81F-1367-35791E7BFDD5}" dt="2025-08-05T15:57:04.657" v="66"/>
        <pc:sldMkLst>
          <pc:docMk/>
          <pc:sldMk cId="2197081917" sldId="341"/>
        </pc:sldMkLst>
      </pc:sldChg>
      <pc:sldChg chg="addSp delSp modSp">
        <pc:chgData name="Gail Snell" userId="S::gail.snell@pearson.com::349f2868-c303-411a-a9fc-19b25c360970" providerId="AD" clId="Web-{27FBA409-13AE-F81F-1367-35791E7BFDD5}" dt="2025-08-05T15:57:42.611" v="72"/>
        <pc:sldMkLst>
          <pc:docMk/>
          <pc:sldMk cId="483742848" sldId="34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BAA5BC-A9B8-C36D-8F0A-E2155FFCA3BE}"/>
              </a:ext>
            </a:extLst>
          </p:cNvPr>
          <p:cNvSpPr>
            <a:spLocks noGrp="1"/>
          </p:cNvSpPr>
          <p:nvPr>
            <p:ph type="hdr" sz="quarter"/>
          </p:nvPr>
        </p:nvSpPr>
        <p:spPr>
          <a:xfrm>
            <a:off x="0" y="0"/>
            <a:ext cx="2971800" cy="458788"/>
          </a:xfrm>
          <a:prstGeom prst="rect">
            <a:avLst/>
          </a:prstGeom>
        </p:spPr>
        <p:txBody>
          <a:bodyPr vert="horz" lIns="91440" tIns="45720" rIns="91440" bIns="45720" rtlCol="1"/>
          <a:lstStyle>
            <a:lvl1pPr algn="r" rtl="1">
              <a:defRPr sz="1200"/>
            </a:lvl1pPr>
          </a:lstStyle>
          <a:p>
            <a:pPr rtl="1"/>
            <a:endParaRPr lang="en-GB"/>
          </a:p>
        </p:txBody>
      </p:sp>
      <p:sp>
        <p:nvSpPr>
          <p:cNvPr id="3" name="Date Placeholder 2">
            <a:extLst>
              <a:ext uri="{FF2B5EF4-FFF2-40B4-BE49-F238E27FC236}">
                <a16:creationId xmlns:a16="http://schemas.microsoft.com/office/drawing/2014/main" id="{6A7AE051-C6BA-26BA-CCDA-1D27F9911E36}"/>
              </a:ext>
            </a:extLst>
          </p:cNvPr>
          <p:cNvSpPr>
            <a:spLocks noGrp="1"/>
          </p:cNvSpPr>
          <p:nvPr>
            <p:ph type="dt" sz="quarter" idx="1"/>
          </p:nvPr>
        </p:nvSpPr>
        <p:spPr>
          <a:xfrm>
            <a:off x="3884613" y="0"/>
            <a:ext cx="2971800" cy="458788"/>
          </a:xfrm>
          <a:prstGeom prst="rect">
            <a:avLst/>
          </a:prstGeom>
        </p:spPr>
        <p:txBody>
          <a:bodyPr vert="horz" lIns="91440" tIns="45720" rIns="91440" bIns="45720" rtlCol="1"/>
          <a:lstStyle>
            <a:lvl1pPr algn="r" rtl="1">
              <a:defRPr sz="1200"/>
            </a:lvl1pPr>
          </a:lstStyle>
          <a:p>
            <a:pPr rtl="1"/>
            <a:fld id="{FB7D1C25-2465-4CCC-8AD1-79A088F63130}" type="datetimeFigureOut">
              <a:rPr lang="en-GB" smtClean="0"/>
              <a:t>24/09/2025</a:t>
            </a:fld>
            <a:endParaRPr lang="en-GB"/>
          </a:p>
        </p:txBody>
      </p:sp>
      <p:sp>
        <p:nvSpPr>
          <p:cNvPr id="4" name="Footer Placeholder 3">
            <a:extLst>
              <a:ext uri="{FF2B5EF4-FFF2-40B4-BE49-F238E27FC236}">
                <a16:creationId xmlns:a16="http://schemas.microsoft.com/office/drawing/2014/main" id="{85621011-AFB3-EDC1-EE95-9EBBBC3B0D3F}"/>
              </a:ext>
            </a:extLst>
          </p:cNvPr>
          <p:cNvSpPr>
            <a:spLocks noGrp="1"/>
          </p:cNvSpPr>
          <p:nvPr>
            <p:ph type="ftr" sz="quarter" idx="2"/>
          </p:nvPr>
        </p:nvSpPr>
        <p:spPr>
          <a:xfrm>
            <a:off x="0" y="8685213"/>
            <a:ext cx="2971800" cy="458787"/>
          </a:xfrm>
          <a:prstGeom prst="rect">
            <a:avLst/>
          </a:prstGeom>
        </p:spPr>
        <p:txBody>
          <a:bodyPr vert="horz" lIns="91440" tIns="45720" rIns="91440" bIns="45720" rtlCol="1" anchor="b"/>
          <a:lstStyle>
            <a:lvl1pPr algn="r" rtl="1">
              <a:defRPr sz="1200"/>
            </a:lvl1pPr>
          </a:lstStyle>
          <a:p>
            <a:pPr rtl="1"/>
            <a:endParaRPr lang="en-GB"/>
          </a:p>
        </p:txBody>
      </p:sp>
      <p:sp>
        <p:nvSpPr>
          <p:cNvPr id="5" name="Slide Number Placeholder 4">
            <a:extLst>
              <a:ext uri="{FF2B5EF4-FFF2-40B4-BE49-F238E27FC236}">
                <a16:creationId xmlns:a16="http://schemas.microsoft.com/office/drawing/2014/main" id="{69CC167F-AF8E-52B8-1733-1105F253C0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1" anchor="b"/>
          <a:lstStyle>
            <a:lvl1pPr algn="r" rtl="1">
              <a:defRPr sz="1200"/>
            </a:lvl1pPr>
          </a:lstStyle>
          <a:p>
            <a:pPr rtl="1"/>
            <a:fld id="{0D9491DC-8778-4E64-9451-80C00233493D}" type="slidenum">
              <a:rPr lang="en-GB" smtClean="0"/>
              <a:t>‹#›</a:t>
            </a:fld>
            <a:endParaRPr lang="en-GB"/>
          </a:p>
        </p:txBody>
      </p:sp>
    </p:spTree>
    <p:extLst>
      <p:ext uri="{BB962C8B-B14F-4D97-AF65-F5344CB8AC3E}">
        <p14:creationId xmlns:p14="http://schemas.microsoft.com/office/powerpoint/2010/main" val="261252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8072C-62C4-AA5C-08BB-3B84EB2F37E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A95224B-53EC-DBC5-68BC-3943BF17E757}"/>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417084E9-4F01-8C1F-4810-868153EDA8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CD0CEA16-F72B-E281-9776-C3F585E92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3667969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B171F-3A55-06C7-2CF4-E2B27C01971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C059DA1-32A9-DC0F-F20C-93003A85D96C}"/>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41D5A761-0093-3642-D6FE-81A0FA1CB6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86F1330B-1A2F-7C0F-8E8C-5A014A51A6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1415085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6382C-C3F4-7608-251E-80BC55417DF0}"/>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932CA03F-FFEF-88B7-2969-CD2DA668540A}"/>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115B3F24-F218-7268-562C-2ABDB53DF3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7FF6DB-3548-91E1-8185-FA804E919E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3945592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CBED0-29DE-A8F6-2E78-698B99EA427A}"/>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3E5B3A53-246A-3698-F334-78683840ABC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1AE2D82C-CAEF-5058-5FB1-9025290A64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215711A8-959F-7260-EC10-06E6A20630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37958293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2581801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3E224-0C2F-E204-B2D4-6762FD214B22}"/>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38EFF30-BA06-4C58-41D2-31A25C2CB598}"/>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2246319A-BF2A-A8A3-7C85-BA21347FB3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A5B6F9A0-BB94-9D17-ADB9-8BF50747EB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407530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BAA15-F591-4990-0D53-D139E9A6A71D}"/>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D3F6C6E8-1D45-0ED8-D988-306076F86557}"/>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DFBCA796-4278-BC49-D87F-A3D14B380C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B70BB33B-2660-AC45-F26C-8A2095D0C7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a:p>
        </p:txBody>
      </p:sp>
    </p:spTree>
    <p:extLst>
      <p:ext uri="{BB962C8B-B14F-4D97-AF65-F5344CB8AC3E}">
        <p14:creationId xmlns:p14="http://schemas.microsoft.com/office/powerpoint/2010/main" val="3638690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613CE-06E4-4CBE-B448-9A0A707881A2}"/>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A83C4521-7498-DF2E-232E-85FE579B8DE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78D61113-58E5-517C-3E30-1A274ABB27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0785FA5D-EBDE-F6AE-7AA9-0647EC15B1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1908786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32</a:t>
            </a:fld>
            <a:endParaRPr lang="en-GB" altLang="en-US"/>
          </a:p>
        </p:txBody>
      </p:sp>
    </p:spTree>
    <p:extLst>
      <p:ext uri="{BB962C8B-B14F-4D97-AF65-F5344CB8AC3E}">
        <p14:creationId xmlns:p14="http://schemas.microsoft.com/office/powerpoint/2010/main" val="35450365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572313422"/>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150259513"/>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864148433"/>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30578279"/>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334849728"/>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463488714"/>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577139830"/>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19133453"/>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973693698"/>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2052052954"/>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444308431"/>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3363504853"/>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2025. Copying permitted for purchasing institution only. </a:t>
            </a:r>
          </a:p>
        </p:txBody>
      </p:sp>
    </p:spTree>
    <p:extLst>
      <p:ext uri="{BB962C8B-B14F-4D97-AF65-F5344CB8AC3E}">
        <p14:creationId xmlns:p14="http://schemas.microsoft.com/office/powerpoint/2010/main" val="121547283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2025. Copying permitted for purchasing institution only. </a:t>
            </a:r>
          </a:p>
        </p:txBody>
      </p:sp>
      <p:pic>
        <p:nvPicPr>
          <p:cNvPr id="2" name="Picture 1">
            <a:extLst>
              <a:ext uri="{FF2B5EF4-FFF2-40B4-BE49-F238E27FC236}">
                <a16:creationId xmlns:a16="http://schemas.microsoft.com/office/drawing/2014/main" id="{18B2A62C-2EEC-3A1E-83B3-1B7D4783C89A}"/>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p:blipFill>
        <p:spPr>
          <a:xfrm>
            <a:off x="1" y="-14089"/>
            <a:ext cx="9143997" cy="1076325"/>
          </a:xfrm>
          <a:prstGeom prst="rect">
            <a:avLst/>
          </a:prstGeom>
        </p:spPr>
      </p:pic>
      <p:sp>
        <p:nvSpPr>
          <p:cNvPr id="4" name="Rectangle 3">
            <a:extLst>
              <a:ext uri="{FF2B5EF4-FFF2-40B4-BE49-F238E27FC236}">
                <a16:creationId xmlns:a16="http://schemas.microsoft.com/office/drawing/2014/main" id="{16E164C2-D99A-9318-14DD-241AD41E95AF}"/>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MA" sz="2500" b="1" dirty="0">
                <a:latin typeface="Sakkal Majalla" panose="02000000000000000000" pitchFamily="2" charset="-78"/>
                <a:cs typeface="Sakkal Majalla" panose="02000000000000000000" pitchFamily="2" charset="-78"/>
              </a:rPr>
              <a:t>شهادة </a:t>
            </a:r>
            <a:r>
              <a:rPr lang="en-US" sz="2500" b="1" dirty="0">
                <a:latin typeface="Sakkal Majalla" panose="02000000000000000000" pitchFamily="2" charset="-78"/>
                <a:cs typeface="Sakkal Majalla" panose="02000000000000000000" pitchFamily="2" charset="-78"/>
              </a:rPr>
              <a:t>BTEC International </a:t>
            </a:r>
            <a:r>
              <a:rPr lang="ar-EG" sz="2500" b="1" dirty="0">
                <a:latin typeface="Sakkal Majalla" panose="02000000000000000000" pitchFamily="2" charset="-78"/>
                <a:cs typeface="Sakkal Majalla" panose="02000000000000000000" pitchFamily="2" charset="-78"/>
              </a:rPr>
              <a:t> </a:t>
            </a:r>
            <a:r>
              <a:rPr lang="ar-MA" sz="2500" b="1" dirty="0">
                <a:latin typeface="Sakkal Majalla" panose="02000000000000000000" pitchFamily="2" charset="-78"/>
                <a:cs typeface="Sakkal Majalla" panose="02000000000000000000" pitchFamily="2" charset="-78"/>
              </a:rPr>
              <a:t>للمستوى 2</a:t>
            </a:r>
            <a:br>
              <a:rPr lang="ar-EG" sz="2500" b="1" dirty="0">
                <a:latin typeface="Sakkal Majalla" panose="02000000000000000000" pitchFamily="2" charset="-78"/>
                <a:cs typeface="Sakkal Majalla" panose="02000000000000000000" pitchFamily="2" charset="-78"/>
              </a:rPr>
            </a:br>
            <a:r>
              <a:rPr lang="ar-EG" sz="2500" b="1" dirty="0">
                <a:latin typeface="Sakkal Majalla" panose="02000000000000000000" pitchFamily="2" charset="-78"/>
                <a:cs typeface="Sakkal Majalla" panose="02000000000000000000" pitchFamily="2" charset="-78"/>
              </a:rPr>
              <a:t>الرعاية الصحية والاجتماعية</a:t>
            </a:r>
            <a:endParaRPr lang="ar" sz="2500" b="1"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93419560"/>
      </p:ext>
    </p:extLst>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 id="2147484985"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audio" Target="../media/audio1.bin"/><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audio" Target="../media/audio1.bin"/><Relationship Id="rId1" Type="http://schemas.openxmlformats.org/officeDocument/2006/relationships/slideLayout" Target="../slideLayouts/slideLayout14.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audio" Target="../media/audio1.bin"/><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audio" Target="../media/audio1.bin"/><Relationship Id="rId1" Type="http://schemas.openxmlformats.org/officeDocument/2006/relationships/slideLayout" Target="../slideLayouts/slideLayout1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hyperlink" Target="https://www.youtube.com/watch?v=r842Ylpa-nQ"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W1RY_72O_LQ" TargetMode="External"/><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LmOKwjgYcG4" TargetMode="External"/><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ihKXQbYeV5k" TargetMode="External"/><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hyperlink" Target="https://www.scie.org.uk/providing-care/dignity-in-care/videos/" TargetMode="External"/><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7mV1_ZO0PlI" TargetMode="External"/><Relationship Id="rId2" Type="http://schemas.openxmlformats.org/officeDocument/2006/relationships/audio" Target="../media/audio1.bin"/><Relationship Id="rId1" Type="http://schemas.openxmlformats.org/officeDocument/2006/relationships/slideLayout" Target="../slideLayouts/slideLayout14.xml"/><Relationship Id="rId5" Type="http://schemas.openxmlformats.org/officeDocument/2006/relationships/hyperlink" Target="https://www.youtube.com/watch?v=wfY-f_PfiOo" TargetMode="External"/><Relationship Id="rId4" Type="http://schemas.openxmlformats.org/officeDocument/2006/relationships/hyperlink" Target="https://www.youtube.com/watch?v=enWsI5u55gg" TargetMode="External"/></Relationships>
</file>

<file path=ppt/slides/_rels/slide2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1124744"/>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الوحدة 3</a:t>
            </a:r>
            <a:br>
              <a:rPr lang="en-GB" altLang="en-US" dirty="0">
                <a:latin typeface="Times New Roman" panose="02020603050405020304" pitchFamily="18" charset="0"/>
                <a:cs typeface="Times New Roman" panose="02020603050405020304" pitchFamily="18" charset="0"/>
              </a:rPr>
            </a:br>
            <a:r>
              <a:rPr lang="ar">
                <a:latin typeface="Times New Roman" panose="02020603050405020304" pitchFamily="18" charset="0"/>
                <a:cs typeface="Times New Roman" panose="02020603050405020304" pitchFamily="18" charset="0"/>
              </a:rPr>
              <a:t>المهارات والخصائص والقيم اللازمة لتقديم الرعاية الصحية</a:t>
            </a:r>
            <a:br>
              <a:rPr lang="en-GB" altLang="en-US" dirty="0">
                <a:latin typeface="Times New Roman" panose="02020603050405020304" pitchFamily="18" charset="0"/>
                <a:cs typeface="Times New Roman" panose="02020603050405020304" pitchFamily="18" charset="0"/>
              </a:rPr>
            </a:br>
            <a:br>
              <a:rPr lang="en-US" altLang="en-US" dirty="0">
                <a:latin typeface="Times New Roman" panose="02020603050405020304" pitchFamily="18" charset="0"/>
                <a:cs typeface="Times New Roman" panose="02020603050405020304" pitchFamily="18" charset="0"/>
              </a:rPr>
            </a:br>
            <a:endParaRPr lang="en-GB" altLang="en-US" dirty="0">
              <a:latin typeface="Times New Roman" panose="02020603050405020304" pitchFamily="18" charset="0"/>
              <a:cs typeface="Times New Roman" panose="02020603050405020304" pitchFamily="18" charset="0"/>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a:bodyPr>
          <a:lstStyle/>
          <a:p>
            <a:pPr algn="ctr" rtl="1">
              <a:lnSpc>
                <a:spcPct val="90000"/>
              </a:lnSpc>
              <a:spcAft>
                <a:spcPts val="600"/>
              </a:spcAft>
              <a:defRPr/>
            </a:pPr>
            <a:r>
              <a:rPr lang="ar" sz="1400" dirty="0">
                <a:latin typeface="Times New Roman" panose="02020603050405020304" pitchFamily="18" charset="0"/>
                <a:cs typeface="Times New Roman" panose="02020603050405020304" pitchFamily="18" charset="0"/>
              </a:rPr>
              <a:t>© حقوق التأليف والنشر لعام 2025 محفوظة لشركة بيرسون إديوكيشن ليمتد. لا يُسمح بالنسخ إلا للمؤسسة المُشترية. </a:t>
            </a:r>
          </a:p>
        </p:txBody>
      </p:sp>
      <p:pic>
        <p:nvPicPr>
          <p:cNvPr id="2" name="Picture 1" descr="A person in a wheelchair holding her hands&#10;&#10;AI-generated content may be incorrect.">
            <a:extLst>
              <a:ext uri="{FF2B5EF4-FFF2-40B4-BE49-F238E27FC236}">
                <a16:creationId xmlns:a16="http://schemas.microsoft.com/office/drawing/2014/main" id="{6E2A13CF-256C-2B10-7547-3620286707A8}"/>
              </a:ext>
            </a:extLst>
          </p:cNvPr>
          <p:cNvPicPr>
            <a:picLocks noChangeAspect="1"/>
          </p:cNvPicPr>
          <p:nvPr/>
        </p:nvPicPr>
        <p:blipFill>
          <a:blip r:embed="rId4"/>
          <a:stretch>
            <a:fillRect/>
          </a:stretch>
        </p:blipFill>
        <p:spPr>
          <a:xfrm>
            <a:off x="2463357" y="3429638"/>
            <a:ext cx="4217287" cy="2718936"/>
          </a:xfrm>
          <a:prstGeom prst="rect">
            <a:avLst/>
          </a:prstGeom>
        </p:spPr>
      </p:pic>
      <p:sp>
        <p:nvSpPr>
          <p:cNvPr id="4" name="TextBox 3">
            <a:extLst>
              <a:ext uri="{FF2B5EF4-FFF2-40B4-BE49-F238E27FC236}">
                <a16:creationId xmlns:a16="http://schemas.microsoft.com/office/drawing/2014/main" id="{8D6E6ED7-1A81-902F-9540-D4AF4E6C83F2}"/>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400" b="0" i="0" u="none" strike="noStrike" kern="0" cap="none" spc="0" normalizeH="0" noProof="0">
                <a:ln>
                  <a:noFill/>
                </a:ln>
                <a:solidFill>
                  <a:srgbClr val="000000"/>
                </a:solidFill>
                <a:effectLst/>
                <a:uLnTx/>
                <a:uFillTx/>
                <a:latin typeface="Times New Roman" panose="02020603050405020304" pitchFamily="18" charset="0"/>
                <a:cs typeface="Times New Roman" panose="02020603050405020304" pitchFamily="18" charset="0"/>
              </a:rPr>
              <a:t>المهارات والخصائص والقيم اللازمة لتقديم الرعاية الصحية</a:t>
            </a:r>
            <a:endParaRPr lang="en-GB" altLang="en-US" dirty="0">
              <a:highlight>
                <a:srgbClr val="FFFF00"/>
              </a:highlight>
              <a:latin typeface="Times New Roman" panose="02020603050405020304" pitchFamily="18" charset="0"/>
              <a:cs typeface="Times New Roman" panose="02020603050405020304" pitchFamily="18" charset="0"/>
            </a:endParaRP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2636912"/>
            <a:ext cx="8424935"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dirty="0">
                <a:latin typeface="Times New Roman" panose="02020603050405020304" pitchFamily="18" charset="0"/>
                <a:cs typeface="Times New Roman" panose="02020603050405020304" pitchFamily="18" charset="0"/>
              </a:rPr>
              <a:t>ستدرس في هذه الوحدة:</a:t>
            </a:r>
          </a:p>
          <a:p>
            <a:pPr rtl="1"/>
            <a:r>
              <a:rPr lang="ar" sz="1800" dirty="0">
                <a:latin typeface="Times New Roman" panose="02020603050405020304" pitchFamily="18" charset="0"/>
                <a:cs typeface="Times New Roman" panose="02020603050405020304" pitchFamily="18" charset="0"/>
              </a:rPr>
              <a:t>ما هو السبب وراء أهمية معرفة العاملين في مجال الرعاية الصحية والاجتماعية بمهارات التواصل، والقيم، والخصائص.</a:t>
            </a:r>
          </a:p>
          <a:p>
            <a:pPr rtl="1"/>
            <a:r>
              <a:rPr lang="ar" sz="1800" dirty="0">
                <a:latin typeface="Times New Roman" panose="02020603050405020304" pitchFamily="18" charset="0"/>
                <a:cs typeface="Times New Roman" panose="02020603050405020304" pitchFamily="18" charset="0"/>
              </a:rPr>
              <a:t>كيف تلعب هذه العناصر دورًا رئيسًا في بناء علاقات قائمة على الرعاية، وفي تبادل المعلومات مع الأشخاص الذين يتلقون الخدمات، ومع أسرهم، ومقدّمي الرعاية، والزملاء، وغيرهم من المهنيين.</a:t>
            </a:r>
          </a:p>
          <a:p>
            <a:pPr rtl="1"/>
            <a:r>
              <a:rPr lang="ar" sz="1800" dirty="0">
                <a:latin typeface="Times New Roman" panose="02020603050405020304" pitchFamily="18" charset="0"/>
                <a:cs typeface="Times New Roman" panose="02020603050405020304" pitchFamily="18" charset="0"/>
              </a:rPr>
              <a:t>كيف تستكشف المهارات والخصائص والقيم المُستخدمة في الرعاية الصحية والاجتماعية، وكيفية تحديد سُبل تحسين هذه الجوانب في نفسك وفي الآخرين.</a:t>
            </a:r>
          </a:p>
          <a:p>
            <a:pPr rtl="1"/>
            <a:r>
              <a:rPr lang="ar" sz="1800" dirty="0">
                <a:latin typeface="Times New Roman" panose="02020603050405020304" pitchFamily="18" charset="0"/>
                <a:cs typeface="Times New Roman" panose="02020603050405020304" pitchFamily="18" charset="0"/>
              </a:rPr>
              <a:t>كيف تُنمى هذه المهارات والخصائص والقيم عند العمل في أماكن الرعاية الصحية والاجتماعية</a:t>
            </a:r>
            <a:r>
              <a:rPr lang="ar" sz="2000" dirty="0">
                <a:latin typeface="Times New Roman" panose="02020603050405020304" pitchFamily="18" charset="0"/>
                <a:cs typeface="Times New Roman" panose="02020603050405020304" pitchFamily="18" charset="0"/>
              </a:rPr>
              <a:t>.</a:t>
            </a:r>
          </a:p>
        </p:txBody>
      </p:sp>
      <p:sp>
        <p:nvSpPr>
          <p:cNvPr id="2" name="TextBox 1">
            <a:extLst>
              <a:ext uri="{FF2B5EF4-FFF2-40B4-BE49-F238E27FC236}">
                <a16:creationId xmlns:a16="http://schemas.microsoft.com/office/drawing/2014/main" id="{7B09626F-69FD-1638-373C-65CD3D023BC5}"/>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a:latin typeface="Times New Roman" panose="02020603050405020304" pitchFamily="18" charset="0"/>
                <a:cs typeface="Times New Roman" panose="02020603050405020304" pitchFamily="18" charset="0"/>
              </a:rPr>
              <a:t>نتاجات التعلم</a:t>
            </a:r>
            <a:endParaRPr lang="en-GB" altLang="en-US" dirty="0">
              <a:latin typeface="Times New Roman" panose="02020603050405020304" pitchFamily="18" charset="0"/>
              <a:cs typeface="Times New Roman" panose="02020603050405020304" pitchFamily="18" charset="0"/>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b="1" dirty="0">
                <a:latin typeface="Times New Roman" panose="02020603050405020304" pitchFamily="18" charset="0"/>
                <a:cs typeface="Times New Roman" panose="02020603050405020304" pitchFamily="18" charset="0"/>
              </a:rPr>
              <a:t>أ- فهم مهارات التواصل المطلوبة لتقديم الرعاية</a:t>
            </a:r>
            <a:r>
              <a:rPr lang="ar-EG" b="1" dirty="0">
                <a:latin typeface="Times New Roman" panose="02020603050405020304" pitchFamily="18" charset="0"/>
                <a:cs typeface="Times New Roman" panose="02020603050405020304" pitchFamily="18" charset="0"/>
              </a:rPr>
              <a:t>.</a:t>
            </a:r>
            <a:endParaRPr lang="ar" b="1" dirty="0">
              <a:latin typeface="Times New Roman" panose="02020603050405020304" pitchFamily="18" charset="0"/>
              <a:cs typeface="Times New Roman" panose="02020603050405020304" pitchFamily="18" charset="0"/>
            </a:endParaRPr>
          </a:p>
          <a:p>
            <a:pPr marL="404813" indent="-387350" defTabSz="431800" rtl="1">
              <a:buNone/>
            </a:pPr>
            <a:r>
              <a:rPr lang="ar" b="1" dirty="0">
                <a:latin typeface="Times New Roman" panose="02020603050405020304" pitchFamily="18" charset="0"/>
                <a:cs typeface="Times New Roman" panose="02020603050405020304" pitchFamily="18" charset="0"/>
              </a:rPr>
              <a:t>ب- دراسة قيم الكرامة والتعاطف والاحترام اللازمة لتقديم الرعاية.</a:t>
            </a:r>
          </a:p>
          <a:p>
            <a:pPr marL="404813" indent="-387350" defTabSz="431800" rtl="1">
              <a:buNone/>
            </a:pPr>
            <a:r>
              <a:rPr lang="ar" b="1" dirty="0">
                <a:latin typeface="Times New Roman" panose="02020603050405020304" pitchFamily="18" charset="0"/>
                <a:cs typeface="Times New Roman" panose="02020603050405020304" pitchFamily="18" charset="0"/>
              </a:rPr>
              <a:t>ج- استكشاف سمات القوة الشخصية والثقة بالنفس المطلوبة لتقديم الرعاية.</a:t>
            </a:r>
          </a:p>
          <a:p>
            <a:pPr marL="404813" indent="-387350" defTabSz="431800" rtl="1">
              <a:buNone/>
            </a:pPr>
            <a:r>
              <a:rPr lang="ar" b="1" dirty="0">
                <a:latin typeface="Times New Roman" panose="02020603050405020304" pitchFamily="18" charset="0"/>
                <a:cs typeface="Times New Roman" panose="02020603050405020304" pitchFamily="18" charset="0"/>
              </a:rPr>
              <a:t>د- التفكير بتمعُّن في متطلبات تطوير الذات اللازمة لتقديم الرعاية</a:t>
            </a:r>
            <a:r>
              <a:rPr lang="ar-EG" b="1" dirty="0">
                <a:latin typeface="Times New Roman" panose="02020603050405020304" pitchFamily="18" charset="0"/>
                <a:cs typeface="Times New Roman" panose="02020603050405020304" pitchFamily="18" charset="0"/>
              </a:rPr>
              <a:t>.</a:t>
            </a: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endParaRPr lang="en-GB" altLang="en-US" b="1" dirty="0">
              <a:highlight>
                <a:srgbClr val="FFFF00"/>
              </a:highlight>
              <a:latin typeface="Times New Roman" panose="02020603050405020304" pitchFamily="18" charset="0"/>
              <a:cs typeface="Times New Roman" panose="02020603050405020304" pitchFamily="18" charset="0"/>
            </a:endParaRPr>
          </a:p>
          <a:p>
            <a:pPr marL="0" indent="0" defTabSz="431800" rtl="1">
              <a:spcBef>
                <a:spcPts val="1200"/>
              </a:spcBef>
              <a:buFont typeface="Wingdings" panose="05000000000000000000" pitchFamily="2" charset="2"/>
              <a:buNone/>
            </a:pPr>
            <a:br>
              <a:rPr lang="en-GB" altLang="en-US" dirty="0">
                <a:latin typeface="Times New Roman" panose="02020603050405020304" pitchFamily="18" charset="0"/>
                <a:cs typeface="Times New Roman" panose="02020603050405020304" pitchFamily="18" charset="0"/>
              </a:rPr>
            </a:br>
            <a:r>
              <a:rPr lang="ar" dirty="0">
                <a:latin typeface="Times New Roman" panose="02020603050405020304" pitchFamily="18" charset="0"/>
                <a:cs typeface="Times New Roman" panose="02020603050405020304" pitchFamily="18" charset="0"/>
              </a:rPr>
              <a:t>	</a:t>
            </a:r>
          </a:p>
        </p:txBody>
      </p:sp>
      <p:sp>
        <p:nvSpPr>
          <p:cNvPr id="2" name="TextBox 1">
            <a:extLst>
              <a:ext uri="{FF2B5EF4-FFF2-40B4-BE49-F238E27FC236}">
                <a16:creationId xmlns:a16="http://schemas.microsoft.com/office/drawing/2014/main" id="{A07AB98E-4E86-3E5E-674D-FB271D69C2F8}"/>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678486" y="1195200"/>
            <a:ext cx="3008313" cy="86564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p>
            <a:pPr rtl="1">
              <a:lnSpc>
                <a:spcPct val="90000"/>
              </a:lnSpc>
            </a:pPr>
            <a:r>
              <a:rPr lang="ar" sz="2400" dirty="0">
                <a:latin typeface="Times New Roman" panose="02020603050405020304" pitchFamily="18" charset="0"/>
                <a:cs typeface="Times New Roman" panose="02020603050405020304" pitchFamily="18" charset="0"/>
              </a:rPr>
              <a:t>نتاج التعلم أ</a:t>
            </a:r>
            <a:br>
              <a:rPr lang="en-US" altLang="en-US" sz="2400" dirty="0">
                <a:latin typeface="Times New Roman" panose="02020603050405020304" pitchFamily="18" charset="0"/>
                <a:cs typeface="Times New Roman" panose="02020603050405020304" pitchFamily="18" charset="0"/>
              </a:rPr>
            </a:br>
            <a:endParaRPr lang="en-GB" altLang="en-US" sz="24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678486" y="2132857"/>
            <a:ext cx="3008313" cy="399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20000"/>
              </a:spcBef>
            </a:pPr>
            <a:r>
              <a:rPr lang="ar" sz="2800">
                <a:latin typeface="Times New Roman" panose="02020603050405020304" pitchFamily="18" charset="0"/>
                <a:ea typeface="Arial" charset="0"/>
                <a:cs typeface="Times New Roman" panose="02020603050405020304" pitchFamily="18" charset="0"/>
              </a:rPr>
              <a:t>فهم مهارات التواصل المطلوبة لتقديم الرعاية</a:t>
            </a:r>
          </a:p>
        </p:txBody>
      </p:sp>
      <p:grpSp>
        <p:nvGrpSpPr>
          <p:cNvPr id="2" name="Group 1">
            <a:extLst>
              <a:ext uri="{FF2B5EF4-FFF2-40B4-BE49-F238E27FC236}">
                <a16:creationId xmlns:a16="http://schemas.microsoft.com/office/drawing/2014/main" id="{E9CEB553-79D6-5A99-6C78-BA9AEB315CE1}"/>
              </a:ext>
            </a:extLst>
          </p:cNvPr>
          <p:cNvGrpSpPr/>
          <p:nvPr/>
        </p:nvGrpSpPr>
        <p:grpSpPr>
          <a:xfrm flipH="1">
            <a:off x="457199" y="1972827"/>
            <a:ext cx="5111751" cy="3230141"/>
            <a:chOff x="457199" y="1972827"/>
            <a:chExt cx="5111751" cy="3230141"/>
          </a:xfrm>
        </p:grpSpPr>
        <p:sp>
          <p:nvSpPr>
            <p:cNvPr id="3" name="Rectangle: Rounded Corners 2">
              <a:extLst>
                <a:ext uri="{FF2B5EF4-FFF2-40B4-BE49-F238E27FC236}">
                  <a16:creationId xmlns:a16="http://schemas.microsoft.com/office/drawing/2014/main" id="{E20D4B1B-FEC0-7CB8-0B7D-E5E5D5926886}"/>
                </a:ext>
              </a:extLst>
            </p:cNvPr>
            <p:cNvSpPr/>
            <p:nvPr/>
          </p:nvSpPr>
          <p:spPr>
            <a:xfrm>
              <a:off x="457199" y="1972827"/>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Chat">
              <a:extLst>
                <a:ext uri="{FF2B5EF4-FFF2-40B4-BE49-F238E27FC236}">
                  <a16:creationId xmlns:a16="http://schemas.microsoft.com/office/drawing/2014/main" id="{B6A3BF05-3A4C-0A9B-2049-46E4924AA223}"/>
                </a:ext>
              </a:extLst>
            </p:cNvPr>
            <p:cNvSpPr/>
            <p:nvPr/>
          </p:nvSpPr>
          <p:spPr>
            <a:xfrm flipH="1">
              <a:off x="891473" y="2295841"/>
              <a:ext cx="789590" cy="789590"/>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686E8539-8888-BCE6-FB5D-AD23029364BE}"/>
                </a:ext>
              </a:extLst>
            </p:cNvPr>
            <p:cNvSpPr/>
            <p:nvPr/>
          </p:nvSpPr>
          <p:spPr>
            <a:xfrm>
              <a:off x="2115338" y="1972827"/>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a:t>أ1</a:t>
              </a:r>
              <a:r>
                <a:rPr lang="ar" sz="2500" kern="1200"/>
                <a:t> أنواع التواصل الفعّال </a:t>
              </a:r>
              <a:endParaRPr lang="en-US" sz="2500" kern="1200"/>
            </a:p>
          </p:txBody>
        </p:sp>
        <p:sp>
          <p:nvSpPr>
            <p:cNvPr id="6" name="Rectangle: Rounded Corners 5">
              <a:extLst>
                <a:ext uri="{FF2B5EF4-FFF2-40B4-BE49-F238E27FC236}">
                  <a16:creationId xmlns:a16="http://schemas.microsoft.com/office/drawing/2014/main" id="{8E5661B0-0A58-E161-EDE6-928E0B9F6FA8}"/>
                </a:ext>
              </a:extLst>
            </p:cNvPr>
            <p:cNvSpPr/>
            <p:nvPr/>
          </p:nvSpPr>
          <p:spPr>
            <a:xfrm>
              <a:off x="457199" y="3767350"/>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Checkmark">
              <a:extLst>
                <a:ext uri="{FF2B5EF4-FFF2-40B4-BE49-F238E27FC236}">
                  <a16:creationId xmlns:a16="http://schemas.microsoft.com/office/drawing/2014/main" id="{828E7E3A-BECF-828C-8AD8-D15ADB7C7D66}"/>
                </a:ext>
              </a:extLst>
            </p:cNvPr>
            <p:cNvSpPr/>
            <p:nvPr/>
          </p:nvSpPr>
          <p:spPr>
            <a:xfrm flipH="1">
              <a:off x="891473" y="4090364"/>
              <a:ext cx="789590" cy="789590"/>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EDEA13ED-3345-990C-61F3-2B06E4153422}"/>
                </a:ext>
              </a:extLst>
            </p:cNvPr>
            <p:cNvSpPr/>
            <p:nvPr/>
          </p:nvSpPr>
          <p:spPr>
            <a:xfrm>
              <a:off x="2115338" y="3767350"/>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a:t>أ2</a:t>
              </a:r>
              <a:r>
                <a:rPr lang="ar" sz="2500" kern="1200"/>
                <a:t> عقبات التواصل الفعّال 	</a:t>
              </a:r>
              <a:endParaRPr lang="en-US" sz="2500" kern="1200"/>
            </a:p>
          </p:txBody>
        </p:sp>
      </p:grpSp>
      <p:sp>
        <p:nvSpPr>
          <p:cNvPr id="9" name="TextBox 8">
            <a:extLst>
              <a:ext uri="{FF2B5EF4-FFF2-40B4-BE49-F238E27FC236}">
                <a16:creationId xmlns:a16="http://schemas.microsoft.com/office/drawing/2014/main" id="{70B87186-96F6-677C-F006-DE8C292822E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D390D-7DC1-3934-F9E1-F725AA06B55F}"/>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A8E9B781-F365-E18A-EBA7-7899BBB6B69F}"/>
              </a:ext>
            </a:extLst>
          </p:cNvPr>
          <p:cNvSpPr>
            <a:spLocks noGrp="1" noChangeArrowheads="1"/>
          </p:cNvSpPr>
          <p:nvPr>
            <p:ph type="title"/>
          </p:nvPr>
        </p:nvSpPr>
        <p:spPr bwMode="auto">
          <a:xfrm>
            <a:off x="5678486" y="1195200"/>
            <a:ext cx="3008313" cy="86564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p>
            <a:pPr rtl="1">
              <a:lnSpc>
                <a:spcPct val="90000"/>
              </a:lnSpc>
            </a:pPr>
            <a:r>
              <a:rPr lang="ar" sz="1700">
                <a:latin typeface="Times New Roman" panose="02020603050405020304" pitchFamily="18" charset="0"/>
                <a:cs typeface="Times New Roman" panose="02020603050405020304" pitchFamily="18" charset="0"/>
              </a:rPr>
              <a:t>نتاج التعلم ب</a:t>
            </a:r>
            <a:br>
              <a:rPr lang="en-US" altLang="en-US" sz="1700">
                <a:latin typeface="Times New Roman" panose="02020603050405020304" pitchFamily="18" charset="0"/>
                <a:cs typeface="Times New Roman" panose="02020603050405020304" pitchFamily="18" charset="0"/>
              </a:rPr>
            </a:br>
            <a:br>
              <a:rPr lang="en-US" altLang="en-US" sz="1700">
                <a:latin typeface="Times New Roman" panose="02020603050405020304" pitchFamily="18" charset="0"/>
                <a:cs typeface="Times New Roman" panose="02020603050405020304" pitchFamily="18" charset="0"/>
              </a:rPr>
            </a:br>
            <a:endParaRPr lang="en-GB" altLang="en-US" sz="170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2C1DB42E-1266-8F39-40D9-EFF4D4EEA8FE}"/>
              </a:ext>
            </a:extLst>
          </p:cNvPr>
          <p:cNvSpPr>
            <a:spLocks noChangeArrowheads="1"/>
          </p:cNvSpPr>
          <p:nvPr/>
        </p:nvSpPr>
        <p:spPr bwMode="auto">
          <a:xfrm>
            <a:off x="5678486" y="2132857"/>
            <a:ext cx="3008313" cy="399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20000"/>
              </a:spcBef>
            </a:pPr>
            <a:r>
              <a:rPr lang="ar" sz="2800">
                <a:latin typeface="Times New Roman" panose="02020603050405020304" pitchFamily="18" charset="0"/>
                <a:ea typeface="Arial" charset="0"/>
                <a:cs typeface="Times New Roman" panose="02020603050405020304" pitchFamily="18" charset="0"/>
              </a:rPr>
              <a:t>دراسة قيم الكرامة والتعاطف والاحترام اللازمة لتقديم الرعاية.</a:t>
            </a:r>
          </a:p>
        </p:txBody>
      </p:sp>
      <p:grpSp>
        <p:nvGrpSpPr>
          <p:cNvPr id="2" name="Group 1">
            <a:extLst>
              <a:ext uri="{FF2B5EF4-FFF2-40B4-BE49-F238E27FC236}">
                <a16:creationId xmlns:a16="http://schemas.microsoft.com/office/drawing/2014/main" id="{4CDAF1F6-CFC2-B6D3-0364-C52C638971E0}"/>
              </a:ext>
            </a:extLst>
          </p:cNvPr>
          <p:cNvGrpSpPr/>
          <p:nvPr/>
        </p:nvGrpSpPr>
        <p:grpSpPr>
          <a:xfrm flipH="1">
            <a:off x="480816" y="1415046"/>
            <a:ext cx="5111751" cy="3429433"/>
            <a:chOff x="480816" y="1415046"/>
            <a:chExt cx="5111751" cy="3429433"/>
          </a:xfrm>
        </p:grpSpPr>
        <p:sp>
          <p:nvSpPr>
            <p:cNvPr id="3" name="Rectangle: Rounded Corners 2">
              <a:extLst>
                <a:ext uri="{FF2B5EF4-FFF2-40B4-BE49-F238E27FC236}">
                  <a16:creationId xmlns:a16="http://schemas.microsoft.com/office/drawing/2014/main" id="{530369B1-8AF2-8136-6E3E-E54878F2354D}"/>
                </a:ext>
              </a:extLst>
            </p:cNvPr>
            <p:cNvSpPr/>
            <p:nvPr/>
          </p:nvSpPr>
          <p:spPr>
            <a:xfrm>
              <a:off x="480816" y="1415046"/>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Rectangle 7" descr="Stethoscope">
              <a:extLst>
                <a:ext uri="{FF2B5EF4-FFF2-40B4-BE49-F238E27FC236}">
                  <a16:creationId xmlns:a16="http://schemas.microsoft.com/office/drawing/2014/main" id="{25ED3367-BA17-CDC1-1D17-DAF38581FD87}"/>
                </a:ext>
              </a:extLst>
            </p:cNvPr>
            <p:cNvSpPr/>
            <p:nvPr/>
          </p:nvSpPr>
          <p:spPr>
            <a:xfrm>
              <a:off x="915090" y="1937352"/>
              <a:ext cx="789590" cy="789590"/>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FA3B12F0-FC51-AC92-D931-0BDFD1C12FC0}"/>
                </a:ext>
              </a:extLst>
            </p:cNvPr>
            <p:cNvSpPr/>
            <p:nvPr/>
          </p:nvSpPr>
          <p:spPr>
            <a:xfrm>
              <a:off x="2138955" y="1614338"/>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a:t>ب1</a:t>
              </a:r>
              <a:r>
                <a:rPr lang="ar" sz="2500" kern="1200"/>
                <a:t> تقديم الرعاية مع الحفاظ على الكرامة</a:t>
              </a:r>
              <a:endParaRPr lang="en-US" sz="2500" kern="1200"/>
            </a:p>
          </p:txBody>
        </p:sp>
        <p:sp>
          <p:nvSpPr>
            <p:cNvPr id="10" name="Rectangle: Rounded Corners 9">
              <a:extLst>
                <a:ext uri="{FF2B5EF4-FFF2-40B4-BE49-F238E27FC236}">
                  <a16:creationId xmlns:a16="http://schemas.microsoft.com/office/drawing/2014/main" id="{513289F0-6E71-6C0E-D38D-6AB75D73AA11}"/>
                </a:ext>
              </a:extLst>
            </p:cNvPr>
            <p:cNvSpPr/>
            <p:nvPr/>
          </p:nvSpPr>
          <p:spPr>
            <a:xfrm>
              <a:off x="480816" y="3361529"/>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Rectangle 10" descr="Heart">
              <a:extLst>
                <a:ext uri="{FF2B5EF4-FFF2-40B4-BE49-F238E27FC236}">
                  <a16:creationId xmlns:a16="http://schemas.microsoft.com/office/drawing/2014/main" id="{A9B8983D-FEAF-B679-31AD-98FC34A8A56D}"/>
                </a:ext>
              </a:extLst>
            </p:cNvPr>
            <p:cNvSpPr/>
            <p:nvPr/>
          </p:nvSpPr>
          <p:spPr>
            <a:xfrm>
              <a:off x="915090" y="3731875"/>
              <a:ext cx="789590" cy="789590"/>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02BC44B4-2441-F731-848E-7234A335217B}"/>
                </a:ext>
              </a:extLst>
            </p:cNvPr>
            <p:cNvSpPr/>
            <p:nvPr/>
          </p:nvSpPr>
          <p:spPr>
            <a:xfrm>
              <a:off x="2138955" y="3408861"/>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a:t>ب 2</a:t>
              </a:r>
              <a:r>
                <a:rPr lang="ar" sz="2500" kern="1200"/>
                <a:t> دمج التعاطف في الرعاية</a:t>
              </a:r>
              <a:endParaRPr lang="en-US" sz="2500" kern="1200" dirty="0"/>
            </a:p>
          </p:txBody>
        </p:sp>
      </p:grpSp>
      <p:sp>
        <p:nvSpPr>
          <p:cNvPr id="4" name="Rectangle: Rounded Corners 3">
            <a:extLst>
              <a:ext uri="{FF2B5EF4-FFF2-40B4-BE49-F238E27FC236}">
                <a16:creationId xmlns:a16="http://schemas.microsoft.com/office/drawing/2014/main" id="{B1CD445D-F164-476C-3E3F-8C4C9840D203}"/>
              </a:ext>
            </a:extLst>
          </p:cNvPr>
          <p:cNvSpPr/>
          <p:nvPr/>
        </p:nvSpPr>
        <p:spPr>
          <a:xfrm>
            <a:off x="480817" y="5023920"/>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rtlCol="1"/>
          <a:lstStyle/>
          <a:p>
            <a:pPr lvl="0" rtl="1"/>
            <a:endParaRPr lang="en-US" dirty="0">
              <a:latin typeface="Times New Roman" panose="02020603050405020304" pitchFamily="18" charset="0"/>
              <a:cs typeface="Times New Roman" panose="02020603050405020304" pitchFamily="18" charset="0"/>
            </a:endParaRPr>
          </a:p>
        </p:txBody>
      </p:sp>
      <p:grpSp>
        <p:nvGrpSpPr>
          <p:cNvPr id="5" name="Group 4">
            <a:extLst>
              <a:ext uri="{FF2B5EF4-FFF2-40B4-BE49-F238E27FC236}">
                <a16:creationId xmlns:a16="http://schemas.microsoft.com/office/drawing/2014/main" id="{3F261936-E41C-5EA2-BD24-B154B9063AAD}"/>
              </a:ext>
            </a:extLst>
          </p:cNvPr>
          <p:cNvGrpSpPr/>
          <p:nvPr/>
        </p:nvGrpSpPr>
        <p:grpSpPr>
          <a:xfrm>
            <a:off x="480817" y="2711191"/>
            <a:ext cx="4080631" cy="3624625"/>
            <a:chOff x="1658139" y="2572149"/>
            <a:chExt cx="4080631" cy="3624625"/>
          </a:xfrm>
        </p:grpSpPr>
        <p:sp>
          <p:nvSpPr>
            <p:cNvPr id="6" name="Rectangle 5">
              <a:extLst>
                <a:ext uri="{FF2B5EF4-FFF2-40B4-BE49-F238E27FC236}">
                  <a16:creationId xmlns:a16="http://schemas.microsoft.com/office/drawing/2014/main" id="{4C05FA0B-37B9-99BD-2727-F14B5FDFE493}"/>
                </a:ext>
              </a:extLst>
            </p:cNvPr>
            <p:cNvSpPr/>
            <p:nvPr/>
          </p:nvSpPr>
          <p:spPr>
            <a:xfrm>
              <a:off x="1658139" y="2572149"/>
              <a:ext cx="3453611" cy="1435618"/>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rtlCol="1"/>
            <a:lstStyle/>
            <a:p>
              <a:pPr rtl="1"/>
              <a:endParaRPr lang="en-GB">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54FEA4D-0FB5-12F9-F070-9A386DF85C31}"/>
                </a:ext>
              </a:extLst>
            </p:cNvPr>
            <p:cNvSpPr txBox="1"/>
            <p:nvPr/>
          </p:nvSpPr>
          <p:spPr>
            <a:xfrm>
              <a:off x="2285159" y="4761156"/>
              <a:ext cx="3453611" cy="143561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l" defTabSz="1111250" rtl="1">
                <a:lnSpc>
                  <a:spcPct val="90000"/>
                </a:lnSpc>
                <a:spcBef>
                  <a:spcPct val="0"/>
                </a:spcBef>
                <a:spcAft>
                  <a:spcPct val="35000"/>
                </a:spcAft>
                <a:buNone/>
              </a:pPr>
              <a:r>
                <a:rPr lang="ar" sz="2500" b="1" kern="1200" dirty="0">
                  <a:latin typeface="Times New Roman" panose="02020603050405020304" pitchFamily="18" charset="0"/>
                  <a:cs typeface="Times New Roman" panose="02020603050405020304" pitchFamily="18" charset="0"/>
                </a:rPr>
                <a:t>ب3</a:t>
              </a:r>
              <a:r>
                <a:rPr lang="ar" sz="2500" kern="1200" dirty="0">
                  <a:latin typeface="Times New Roman" panose="02020603050405020304" pitchFamily="18" charset="0"/>
                  <a:cs typeface="Times New Roman" panose="02020603050405020304" pitchFamily="18" charset="0"/>
                </a:rPr>
                <a:t> تقديم الرعاية باحترام</a:t>
              </a:r>
              <a:endParaRPr lang="en-US" sz="2500" kern="1200" dirty="0">
                <a:latin typeface="Times New Roman" panose="02020603050405020304" pitchFamily="18" charset="0"/>
                <a:cs typeface="Times New Roman" panose="02020603050405020304" pitchFamily="18" charset="0"/>
              </a:endParaRPr>
            </a:p>
          </p:txBody>
        </p:sp>
      </p:grpSp>
      <p:pic>
        <p:nvPicPr>
          <p:cNvPr id="14" name="Graphic 13" descr="Inpatient with solid fill">
            <a:extLst>
              <a:ext uri="{FF2B5EF4-FFF2-40B4-BE49-F238E27FC236}">
                <a16:creationId xmlns:a16="http://schemas.microsoft.com/office/drawing/2014/main" id="{05D2D08C-D50F-FA3E-DA1C-892F0BB1DEF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52399" y="5204587"/>
            <a:ext cx="914400" cy="914400"/>
          </a:xfrm>
          <a:prstGeom prst="rect">
            <a:avLst/>
          </a:prstGeom>
        </p:spPr>
      </p:pic>
      <p:sp>
        <p:nvSpPr>
          <p:cNvPr id="13" name="TextBox 12">
            <a:extLst>
              <a:ext uri="{FF2B5EF4-FFF2-40B4-BE49-F238E27FC236}">
                <a16:creationId xmlns:a16="http://schemas.microsoft.com/office/drawing/2014/main" id="{07121268-FCC5-53E2-21CB-ADEB7D75333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3980705129"/>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56AF0-D4B7-1FD5-B734-BDA516D16483}"/>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6A1DB610-D846-B0BB-38C5-CFFC17FBCF20}"/>
              </a:ext>
            </a:extLst>
          </p:cNvPr>
          <p:cNvSpPr>
            <a:spLocks noGrp="1" noChangeArrowheads="1"/>
          </p:cNvSpPr>
          <p:nvPr>
            <p:ph type="title"/>
          </p:nvPr>
        </p:nvSpPr>
        <p:spPr bwMode="auto">
          <a:xfrm>
            <a:off x="5678486" y="1195200"/>
            <a:ext cx="3008313" cy="86564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p>
            <a:pPr rtl="1">
              <a:lnSpc>
                <a:spcPct val="90000"/>
              </a:lnSpc>
            </a:pPr>
            <a:r>
              <a:rPr lang="ar" sz="1700" dirty="0">
                <a:latin typeface="Times New Roman" panose="02020603050405020304" pitchFamily="18" charset="0"/>
                <a:cs typeface="Times New Roman" panose="02020603050405020304" pitchFamily="18" charset="0"/>
              </a:rPr>
              <a:t>نتاج التعلم ج</a:t>
            </a:r>
            <a:br>
              <a:rPr lang="en-US" altLang="en-US" sz="1700" dirty="0">
                <a:latin typeface="Times New Roman" panose="02020603050405020304" pitchFamily="18" charset="0"/>
                <a:cs typeface="Times New Roman" panose="02020603050405020304" pitchFamily="18" charset="0"/>
              </a:rPr>
            </a:br>
            <a:br>
              <a:rPr lang="en-US" altLang="en-US" sz="1700" dirty="0">
                <a:latin typeface="Times New Roman" panose="02020603050405020304" pitchFamily="18" charset="0"/>
                <a:cs typeface="Times New Roman" panose="02020603050405020304" pitchFamily="18" charset="0"/>
              </a:rPr>
            </a:br>
            <a:endParaRPr lang="en-GB" altLang="en-US" sz="1700" dirty="0">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F6288F53-7499-9791-E5F7-5D65F6103F64}"/>
              </a:ext>
            </a:extLst>
          </p:cNvPr>
          <p:cNvSpPr>
            <a:spLocks noChangeArrowheads="1"/>
          </p:cNvSpPr>
          <p:nvPr/>
        </p:nvSpPr>
        <p:spPr bwMode="auto">
          <a:xfrm>
            <a:off x="5678486" y="2132857"/>
            <a:ext cx="3008313" cy="399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20000"/>
              </a:spcBef>
            </a:pPr>
            <a:r>
              <a:rPr lang="ar" sz="2800">
                <a:latin typeface="Times New Roman" panose="02020603050405020304" pitchFamily="18" charset="0"/>
                <a:ea typeface="Arial" charset="0"/>
                <a:cs typeface="Times New Roman" panose="02020603050405020304" pitchFamily="18" charset="0"/>
              </a:rPr>
              <a:t>استكشاف سمات القوة الشخصية والثقة بالنفس المطلوبة لتقديم الرعاية.</a:t>
            </a:r>
          </a:p>
        </p:txBody>
      </p:sp>
      <p:grpSp>
        <p:nvGrpSpPr>
          <p:cNvPr id="2" name="Group 1">
            <a:extLst>
              <a:ext uri="{FF2B5EF4-FFF2-40B4-BE49-F238E27FC236}">
                <a16:creationId xmlns:a16="http://schemas.microsoft.com/office/drawing/2014/main" id="{1D432634-270E-E2D4-B81B-547297164019}"/>
              </a:ext>
            </a:extLst>
          </p:cNvPr>
          <p:cNvGrpSpPr/>
          <p:nvPr/>
        </p:nvGrpSpPr>
        <p:grpSpPr>
          <a:xfrm flipH="1">
            <a:off x="457199" y="1972827"/>
            <a:ext cx="5111751" cy="3230141"/>
            <a:chOff x="457199" y="1972827"/>
            <a:chExt cx="5111751" cy="3230141"/>
          </a:xfrm>
        </p:grpSpPr>
        <p:sp>
          <p:nvSpPr>
            <p:cNvPr id="3" name="Rectangle: Rounded Corners 2">
              <a:extLst>
                <a:ext uri="{FF2B5EF4-FFF2-40B4-BE49-F238E27FC236}">
                  <a16:creationId xmlns:a16="http://schemas.microsoft.com/office/drawing/2014/main" id="{74645315-9C41-239A-49A3-DD7D432F3746}"/>
                </a:ext>
              </a:extLst>
            </p:cNvPr>
            <p:cNvSpPr/>
            <p:nvPr/>
          </p:nvSpPr>
          <p:spPr>
            <a:xfrm>
              <a:off x="457199" y="1972827"/>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Head with Gears">
              <a:extLst>
                <a:ext uri="{FF2B5EF4-FFF2-40B4-BE49-F238E27FC236}">
                  <a16:creationId xmlns:a16="http://schemas.microsoft.com/office/drawing/2014/main" id="{6224AB14-7BB2-B102-0E56-AC2E75F676E2}"/>
                </a:ext>
              </a:extLst>
            </p:cNvPr>
            <p:cNvSpPr/>
            <p:nvPr/>
          </p:nvSpPr>
          <p:spPr>
            <a:xfrm>
              <a:off x="891473" y="2295841"/>
              <a:ext cx="789590" cy="789590"/>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21B331FE-DEAF-D3F4-ADFC-0B2AA46E9B10}"/>
                </a:ext>
              </a:extLst>
            </p:cNvPr>
            <p:cNvSpPr/>
            <p:nvPr/>
          </p:nvSpPr>
          <p:spPr>
            <a:xfrm>
              <a:off x="2115338" y="1972827"/>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dirty="0"/>
                <a:t>ج1</a:t>
              </a:r>
              <a:r>
                <a:rPr lang="ar" sz="2500" kern="1200" dirty="0"/>
                <a:t> نقاط القوة الشخصية ومجالات ال</a:t>
              </a:r>
              <a:r>
                <a:rPr lang="ar-EG" sz="2500" kern="1200" dirty="0"/>
                <a:t>تطوّر</a:t>
              </a:r>
              <a:endParaRPr lang="en-US" sz="2500" kern="1200" dirty="0"/>
            </a:p>
          </p:txBody>
        </p:sp>
        <p:sp>
          <p:nvSpPr>
            <p:cNvPr id="6" name="Rectangle: Rounded Corners 5">
              <a:extLst>
                <a:ext uri="{FF2B5EF4-FFF2-40B4-BE49-F238E27FC236}">
                  <a16:creationId xmlns:a16="http://schemas.microsoft.com/office/drawing/2014/main" id="{A03CAC7E-A3E5-E38C-504F-92ED37043CCC}"/>
                </a:ext>
              </a:extLst>
            </p:cNvPr>
            <p:cNvSpPr/>
            <p:nvPr/>
          </p:nvSpPr>
          <p:spPr>
            <a:xfrm>
              <a:off x="457199" y="3767350"/>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Checkmark">
              <a:extLst>
                <a:ext uri="{FF2B5EF4-FFF2-40B4-BE49-F238E27FC236}">
                  <a16:creationId xmlns:a16="http://schemas.microsoft.com/office/drawing/2014/main" id="{FB5CBD12-9893-B736-52C9-84CFB38C29FC}"/>
                </a:ext>
              </a:extLst>
            </p:cNvPr>
            <p:cNvSpPr/>
            <p:nvPr/>
          </p:nvSpPr>
          <p:spPr>
            <a:xfrm flipH="1">
              <a:off x="891473" y="4090364"/>
              <a:ext cx="789590" cy="789590"/>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62F14EBA-E72C-DBD7-1EB4-EBFAC63C1796}"/>
                </a:ext>
              </a:extLst>
            </p:cNvPr>
            <p:cNvSpPr/>
            <p:nvPr/>
          </p:nvSpPr>
          <p:spPr>
            <a:xfrm>
              <a:off x="2115338" y="3767350"/>
              <a:ext cx="3453611"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a:t>ج2 </a:t>
              </a:r>
              <a:r>
                <a:rPr lang="ar" sz="2500" kern="1200"/>
                <a:t>بناء الثقة بالنفس	</a:t>
              </a:r>
              <a:endParaRPr lang="en-US" sz="2500" kern="1200"/>
            </a:p>
          </p:txBody>
        </p:sp>
      </p:grpSp>
      <p:sp>
        <p:nvSpPr>
          <p:cNvPr id="9" name="TextBox 8">
            <a:extLst>
              <a:ext uri="{FF2B5EF4-FFF2-40B4-BE49-F238E27FC236}">
                <a16:creationId xmlns:a16="http://schemas.microsoft.com/office/drawing/2014/main" id="{0354CDF0-C19B-CE29-8D2E-FD26555B0B3E}"/>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599464974"/>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5DACD-7895-200F-7A40-95F6643DBAB0}"/>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67326CC1-862F-B04E-3BDB-67C0A5D267DF}"/>
              </a:ext>
            </a:extLst>
          </p:cNvPr>
          <p:cNvSpPr>
            <a:spLocks noGrp="1" noChangeArrowheads="1"/>
          </p:cNvSpPr>
          <p:nvPr>
            <p:ph type="title"/>
          </p:nvPr>
        </p:nvSpPr>
        <p:spPr bwMode="auto">
          <a:xfrm>
            <a:off x="5678486" y="1195200"/>
            <a:ext cx="3008313" cy="86564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p>
            <a:pPr rtl="1"/>
            <a:r>
              <a:rPr lang="ar">
                <a:latin typeface="Times New Roman" panose="02020603050405020304" pitchFamily="18" charset="0"/>
                <a:cs typeface="Times New Roman" panose="02020603050405020304" pitchFamily="18" charset="0"/>
              </a:rPr>
              <a:t>نتاج التعلم د</a:t>
            </a:r>
            <a:br>
              <a:rPr lang="en-US" altLang="en-US">
                <a:latin typeface="Times New Roman" panose="02020603050405020304" pitchFamily="18" charset="0"/>
                <a:cs typeface="Times New Roman" panose="02020603050405020304" pitchFamily="18" charset="0"/>
              </a:rPr>
            </a:br>
            <a:endParaRPr lang="en-GB" altLang="en-US">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B3ECC3BB-13F3-B5C6-0D62-D56ADDDC74D9}"/>
              </a:ext>
            </a:extLst>
          </p:cNvPr>
          <p:cNvSpPr>
            <a:spLocks noChangeArrowheads="1"/>
          </p:cNvSpPr>
          <p:nvPr/>
        </p:nvSpPr>
        <p:spPr bwMode="auto">
          <a:xfrm>
            <a:off x="5678486" y="2132857"/>
            <a:ext cx="3008313" cy="399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Bef>
                <a:spcPct val="20000"/>
              </a:spcBef>
            </a:pPr>
            <a:r>
              <a:rPr lang="ar" sz="2800">
                <a:latin typeface="Times New Roman" panose="02020603050405020304" pitchFamily="18" charset="0"/>
                <a:ea typeface="Arial" charset="0"/>
                <a:cs typeface="Times New Roman" panose="02020603050405020304" pitchFamily="18" charset="0"/>
              </a:rPr>
              <a:t>التفكير بتمعُّن في متطلبات تطوير الذات اللازمة لتقديم الرعاية.</a:t>
            </a:r>
          </a:p>
        </p:txBody>
      </p:sp>
      <p:grpSp>
        <p:nvGrpSpPr>
          <p:cNvPr id="2" name="Group 1">
            <a:extLst>
              <a:ext uri="{FF2B5EF4-FFF2-40B4-BE49-F238E27FC236}">
                <a16:creationId xmlns:a16="http://schemas.microsoft.com/office/drawing/2014/main" id="{0C90EA7C-38CC-2C56-B77F-66EC71BB53FE}"/>
              </a:ext>
            </a:extLst>
          </p:cNvPr>
          <p:cNvGrpSpPr/>
          <p:nvPr/>
        </p:nvGrpSpPr>
        <p:grpSpPr>
          <a:xfrm flipH="1">
            <a:off x="457199" y="1972827"/>
            <a:ext cx="5111751" cy="3230141"/>
            <a:chOff x="457199" y="1972827"/>
            <a:chExt cx="5111751" cy="3230141"/>
          </a:xfrm>
        </p:grpSpPr>
        <p:sp>
          <p:nvSpPr>
            <p:cNvPr id="3" name="Rectangle: Rounded Corners 2">
              <a:extLst>
                <a:ext uri="{FF2B5EF4-FFF2-40B4-BE49-F238E27FC236}">
                  <a16:creationId xmlns:a16="http://schemas.microsoft.com/office/drawing/2014/main" id="{43CB050F-1447-22DB-E010-C596AF02B994}"/>
                </a:ext>
              </a:extLst>
            </p:cNvPr>
            <p:cNvSpPr/>
            <p:nvPr/>
          </p:nvSpPr>
          <p:spPr>
            <a:xfrm>
              <a:off x="457199" y="1972827"/>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 name="Rectangle 3" descr="Head with Gears">
              <a:extLst>
                <a:ext uri="{FF2B5EF4-FFF2-40B4-BE49-F238E27FC236}">
                  <a16:creationId xmlns:a16="http://schemas.microsoft.com/office/drawing/2014/main" id="{B4ADFD0A-A67A-6090-7E47-858ABF6D692F}"/>
                </a:ext>
              </a:extLst>
            </p:cNvPr>
            <p:cNvSpPr/>
            <p:nvPr/>
          </p:nvSpPr>
          <p:spPr>
            <a:xfrm>
              <a:off x="891473" y="2295841"/>
              <a:ext cx="789590" cy="789590"/>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5" name="Freeform: Shape 4">
              <a:extLst>
                <a:ext uri="{FF2B5EF4-FFF2-40B4-BE49-F238E27FC236}">
                  <a16:creationId xmlns:a16="http://schemas.microsoft.com/office/drawing/2014/main" id="{9562EF2A-9699-1EE9-6742-F3BE29DDEF4F}"/>
                </a:ext>
              </a:extLst>
            </p:cNvPr>
            <p:cNvSpPr/>
            <p:nvPr/>
          </p:nvSpPr>
          <p:spPr>
            <a:xfrm>
              <a:off x="1790600" y="1972827"/>
              <a:ext cx="3778350"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dirty="0"/>
                <a:t>د1</a:t>
              </a:r>
              <a:r>
                <a:rPr lang="ar" sz="2500" kern="1200" dirty="0"/>
                <a:t> مراجعة مدى التطوّر الشخصي</a:t>
              </a:r>
              <a:endParaRPr lang="en-US" sz="2500" kern="1200" dirty="0"/>
            </a:p>
          </p:txBody>
        </p:sp>
        <p:sp>
          <p:nvSpPr>
            <p:cNvPr id="6" name="Rectangle: Rounded Corners 5">
              <a:extLst>
                <a:ext uri="{FF2B5EF4-FFF2-40B4-BE49-F238E27FC236}">
                  <a16:creationId xmlns:a16="http://schemas.microsoft.com/office/drawing/2014/main" id="{8A02ACCE-2C10-BEC1-640B-555CFDD9C45E}"/>
                </a:ext>
              </a:extLst>
            </p:cNvPr>
            <p:cNvSpPr/>
            <p:nvPr/>
          </p:nvSpPr>
          <p:spPr>
            <a:xfrm>
              <a:off x="457199" y="3767350"/>
              <a:ext cx="5111751" cy="1435618"/>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Rectangle 6" descr="Teacher">
              <a:extLst>
                <a:ext uri="{FF2B5EF4-FFF2-40B4-BE49-F238E27FC236}">
                  <a16:creationId xmlns:a16="http://schemas.microsoft.com/office/drawing/2014/main" id="{8F6640B6-92D8-DF15-5809-B740CE7FCF15}"/>
                </a:ext>
              </a:extLst>
            </p:cNvPr>
            <p:cNvSpPr/>
            <p:nvPr/>
          </p:nvSpPr>
          <p:spPr>
            <a:xfrm>
              <a:off x="891473" y="4090364"/>
              <a:ext cx="789590" cy="789590"/>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Freeform: Shape 7">
              <a:extLst>
                <a:ext uri="{FF2B5EF4-FFF2-40B4-BE49-F238E27FC236}">
                  <a16:creationId xmlns:a16="http://schemas.microsoft.com/office/drawing/2014/main" id="{E0155313-CF53-ED26-C6D6-6DB9A6392DF6}"/>
                </a:ext>
              </a:extLst>
            </p:cNvPr>
            <p:cNvSpPr/>
            <p:nvPr/>
          </p:nvSpPr>
          <p:spPr>
            <a:xfrm>
              <a:off x="1886198" y="3767350"/>
              <a:ext cx="3682752" cy="1435618"/>
            </a:xfrm>
            <a:custGeom>
              <a:avLst/>
              <a:gdLst>
                <a:gd name="connsiteX0" fmla="*/ 0 w 3453611"/>
                <a:gd name="connsiteY0" fmla="*/ 0 h 1435618"/>
                <a:gd name="connsiteX1" fmla="*/ 3453611 w 3453611"/>
                <a:gd name="connsiteY1" fmla="*/ 0 h 1435618"/>
                <a:gd name="connsiteX2" fmla="*/ 3453611 w 3453611"/>
                <a:gd name="connsiteY2" fmla="*/ 1435618 h 1435618"/>
                <a:gd name="connsiteX3" fmla="*/ 0 w 3453611"/>
                <a:gd name="connsiteY3" fmla="*/ 1435618 h 1435618"/>
                <a:gd name="connsiteX4" fmla="*/ 0 w 3453611"/>
                <a:gd name="connsiteY4" fmla="*/ 0 h 14356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611" h="1435618">
                  <a:moveTo>
                    <a:pt x="0" y="0"/>
                  </a:moveTo>
                  <a:lnTo>
                    <a:pt x="3453611" y="0"/>
                  </a:lnTo>
                  <a:lnTo>
                    <a:pt x="3453611" y="1435618"/>
                  </a:lnTo>
                  <a:lnTo>
                    <a:pt x="0" y="14356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1936" tIns="151936" rIns="151936" bIns="151936" numCol="1" spcCol="1270" rtlCol="1" anchor="ctr" anchorCtr="0">
              <a:noAutofit/>
            </a:bodyPr>
            <a:lstStyle/>
            <a:p>
              <a:pPr marL="0" lvl="0" indent="0" algn="r" defTabSz="1111250" rtl="1">
                <a:lnSpc>
                  <a:spcPct val="90000"/>
                </a:lnSpc>
                <a:spcBef>
                  <a:spcPct val="0"/>
                </a:spcBef>
                <a:spcAft>
                  <a:spcPct val="35000"/>
                </a:spcAft>
                <a:buNone/>
              </a:pPr>
              <a:r>
                <a:rPr lang="ar" sz="2500" b="1" kern="1200" dirty="0"/>
                <a:t>د2</a:t>
              </a:r>
              <a:r>
                <a:rPr lang="ar" sz="2500" kern="1200" dirty="0"/>
                <a:t> الاستفادة من التعليقات وخطط العمل لتطوير النمو المهني الشخصي</a:t>
              </a:r>
              <a:endParaRPr lang="en-US" sz="2500" kern="1200" dirty="0"/>
            </a:p>
          </p:txBody>
        </p:sp>
      </p:grpSp>
      <p:sp>
        <p:nvSpPr>
          <p:cNvPr id="9" name="TextBox 8">
            <a:extLst>
              <a:ext uri="{FF2B5EF4-FFF2-40B4-BE49-F238E27FC236}">
                <a16:creationId xmlns:a16="http://schemas.microsoft.com/office/drawing/2014/main" id="{D17A8BBA-9B08-3D58-7035-87EE315E212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1477928410"/>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2248E-25DD-2D87-5AA3-5E7D8AAF6D33}"/>
              </a:ext>
            </a:extLst>
          </p:cNvPr>
          <p:cNvSpPr>
            <a:spLocks noGrp="1"/>
          </p:cNvSpPr>
          <p:nvPr>
            <p:ph type="title"/>
          </p:nvPr>
        </p:nvSpPr>
        <p:spPr>
          <a:xfrm>
            <a:off x="457200" y="1195200"/>
            <a:ext cx="8229600" cy="864000"/>
          </a:xfrm>
        </p:spPr>
        <p:txBody>
          <a:bodyPr wrap="square" rtlCol="1" anchor="ctr">
            <a:normAutofit/>
          </a:bodyPr>
          <a:lstStyle/>
          <a:p>
            <a:pPr rtl="1"/>
            <a:r>
              <a:rPr lang="ar">
                <a:latin typeface="Times New Roman" panose="02020603050405020304" pitchFamily="18" charset="0"/>
                <a:cs typeface="Times New Roman" panose="02020603050405020304" pitchFamily="18" charset="0"/>
              </a:rPr>
              <a:t>مهام Pearson المُحددة</a:t>
            </a:r>
          </a:p>
        </p:txBody>
      </p:sp>
      <p:grpSp>
        <p:nvGrpSpPr>
          <p:cNvPr id="3" name="Group 2">
            <a:extLst>
              <a:ext uri="{FF2B5EF4-FFF2-40B4-BE49-F238E27FC236}">
                <a16:creationId xmlns:a16="http://schemas.microsoft.com/office/drawing/2014/main" id="{ACCB5D7B-D91B-D6E1-2E33-8498D65F5679}"/>
              </a:ext>
            </a:extLst>
          </p:cNvPr>
          <p:cNvGrpSpPr/>
          <p:nvPr/>
        </p:nvGrpSpPr>
        <p:grpSpPr>
          <a:xfrm flipH="1">
            <a:off x="468311" y="2826245"/>
            <a:ext cx="8207375" cy="2617944"/>
            <a:chOff x="468311" y="2826245"/>
            <a:chExt cx="8207375" cy="2617944"/>
          </a:xfrm>
        </p:grpSpPr>
        <p:sp>
          <p:nvSpPr>
            <p:cNvPr id="4" name="Rectangle: Rounded Corners 3">
              <a:extLst>
                <a:ext uri="{FF2B5EF4-FFF2-40B4-BE49-F238E27FC236}">
                  <a16:creationId xmlns:a16="http://schemas.microsoft.com/office/drawing/2014/main" id="{6A8F636D-339E-DD8D-B5A1-4E0E60F0DBBB}"/>
                </a:ext>
              </a:extLst>
            </p:cNvPr>
            <p:cNvSpPr/>
            <p:nvPr/>
          </p:nvSpPr>
          <p:spPr>
            <a:xfrm>
              <a:off x="468311" y="2826245"/>
              <a:ext cx="8207375" cy="1163530"/>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5" name="Rectangle 4" descr="Checkmark">
              <a:extLst>
                <a:ext uri="{FF2B5EF4-FFF2-40B4-BE49-F238E27FC236}">
                  <a16:creationId xmlns:a16="http://schemas.microsoft.com/office/drawing/2014/main" id="{2B9F0D2B-8136-882C-C6E6-0B590C11BF5A}"/>
                </a:ext>
              </a:extLst>
            </p:cNvPr>
            <p:cNvSpPr/>
            <p:nvPr/>
          </p:nvSpPr>
          <p:spPr>
            <a:xfrm flipH="1">
              <a:off x="820279" y="3088040"/>
              <a:ext cx="639941" cy="639941"/>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2372C93B-8010-8367-9418-81EDFA41912F}"/>
                </a:ext>
              </a:extLst>
            </p:cNvPr>
            <p:cNvSpPr/>
            <p:nvPr/>
          </p:nvSpPr>
          <p:spPr>
            <a:xfrm>
              <a:off x="1812189" y="2826245"/>
              <a:ext cx="6863496" cy="1163530"/>
            </a:xfrm>
            <a:custGeom>
              <a:avLst/>
              <a:gdLst>
                <a:gd name="connsiteX0" fmla="*/ 0 w 6863496"/>
                <a:gd name="connsiteY0" fmla="*/ 0 h 1163530"/>
                <a:gd name="connsiteX1" fmla="*/ 6863496 w 6863496"/>
                <a:gd name="connsiteY1" fmla="*/ 0 h 1163530"/>
                <a:gd name="connsiteX2" fmla="*/ 6863496 w 6863496"/>
                <a:gd name="connsiteY2" fmla="*/ 1163530 h 1163530"/>
                <a:gd name="connsiteX3" fmla="*/ 0 w 6863496"/>
                <a:gd name="connsiteY3" fmla="*/ 1163530 h 1163530"/>
                <a:gd name="connsiteX4" fmla="*/ 0 w 6863496"/>
                <a:gd name="connsiteY4" fmla="*/ 0 h 1163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63496" h="1163530">
                  <a:moveTo>
                    <a:pt x="0" y="0"/>
                  </a:moveTo>
                  <a:lnTo>
                    <a:pt x="6863496" y="0"/>
                  </a:lnTo>
                  <a:lnTo>
                    <a:pt x="6863496" y="1163530"/>
                  </a:lnTo>
                  <a:lnTo>
                    <a:pt x="0" y="11635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3140" tIns="123140" rIns="123140" bIns="123140" numCol="1" spcCol="1270" rtlCol="1" anchor="ctr" anchorCtr="0">
              <a:noAutofit/>
            </a:bodyPr>
            <a:lstStyle/>
            <a:p>
              <a:pPr marL="0" lvl="0" indent="0" algn="r" defTabSz="1111250" rtl="1">
                <a:lnSpc>
                  <a:spcPct val="90000"/>
                </a:lnSpc>
                <a:spcBef>
                  <a:spcPct val="0"/>
                </a:spcBef>
                <a:spcAft>
                  <a:spcPct val="35000"/>
                </a:spcAft>
                <a:buNone/>
              </a:pPr>
              <a:r>
                <a:rPr lang="ar" sz="2400" kern="1200" dirty="0"/>
                <a:t>إكمال وحل الواجب تحت إشراف</a:t>
              </a:r>
              <a:endParaRPr lang="en-US" sz="2400" kern="1200" dirty="0"/>
            </a:p>
          </p:txBody>
        </p:sp>
        <p:sp>
          <p:nvSpPr>
            <p:cNvPr id="8" name="Rectangle: Rounded Corners 7">
              <a:extLst>
                <a:ext uri="{FF2B5EF4-FFF2-40B4-BE49-F238E27FC236}">
                  <a16:creationId xmlns:a16="http://schemas.microsoft.com/office/drawing/2014/main" id="{D7420074-3D7A-B9B5-9E25-F8D3FE16C322}"/>
                </a:ext>
              </a:extLst>
            </p:cNvPr>
            <p:cNvSpPr/>
            <p:nvPr/>
          </p:nvSpPr>
          <p:spPr>
            <a:xfrm>
              <a:off x="468311" y="4280659"/>
              <a:ext cx="8207375" cy="1163530"/>
            </a:xfrm>
            <a:prstGeom prst="roundRect">
              <a:avLst>
                <a:gd name="adj" fmla="val 10000"/>
              </a:avLst>
            </a:prstGeom>
          </p:spPr>
          <p:style>
            <a:lnRef idx="0">
              <a:schemeClr val="accent2">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Rectangle 8" descr="Stopwatch">
              <a:extLst>
                <a:ext uri="{FF2B5EF4-FFF2-40B4-BE49-F238E27FC236}">
                  <a16:creationId xmlns:a16="http://schemas.microsoft.com/office/drawing/2014/main" id="{2C52606C-4007-7A03-EA45-55BD9F3A819F}"/>
                </a:ext>
              </a:extLst>
            </p:cNvPr>
            <p:cNvSpPr/>
            <p:nvPr/>
          </p:nvSpPr>
          <p:spPr>
            <a:xfrm>
              <a:off x="820279" y="4542453"/>
              <a:ext cx="639941" cy="639941"/>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2E27B371-EAD5-DD95-1DC4-C603B388D59F}"/>
                </a:ext>
              </a:extLst>
            </p:cNvPr>
            <p:cNvSpPr/>
            <p:nvPr/>
          </p:nvSpPr>
          <p:spPr>
            <a:xfrm>
              <a:off x="1812189" y="4280659"/>
              <a:ext cx="6863496" cy="1163530"/>
            </a:xfrm>
            <a:custGeom>
              <a:avLst/>
              <a:gdLst>
                <a:gd name="connsiteX0" fmla="*/ 0 w 6863496"/>
                <a:gd name="connsiteY0" fmla="*/ 0 h 1163530"/>
                <a:gd name="connsiteX1" fmla="*/ 6863496 w 6863496"/>
                <a:gd name="connsiteY1" fmla="*/ 0 h 1163530"/>
                <a:gd name="connsiteX2" fmla="*/ 6863496 w 6863496"/>
                <a:gd name="connsiteY2" fmla="*/ 1163530 h 1163530"/>
                <a:gd name="connsiteX3" fmla="*/ 0 w 6863496"/>
                <a:gd name="connsiteY3" fmla="*/ 1163530 h 1163530"/>
                <a:gd name="connsiteX4" fmla="*/ 0 w 6863496"/>
                <a:gd name="connsiteY4" fmla="*/ 0 h 1163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63496" h="1163530">
                  <a:moveTo>
                    <a:pt x="0" y="0"/>
                  </a:moveTo>
                  <a:lnTo>
                    <a:pt x="6863496" y="0"/>
                  </a:lnTo>
                  <a:lnTo>
                    <a:pt x="6863496" y="1163530"/>
                  </a:lnTo>
                  <a:lnTo>
                    <a:pt x="0" y="11635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3140" tIns="123140" rIns="123140" bIns="123140" numCol="1" spcCol="1270" rtlCol="1" anchor="ctr" anchorCtr="0">
              <a:noAutofit/>
            </a:bodyPr>
            <a:lstStyle/>
            <a:p>
              <a:pPr marL="0" lvl="0" indent="0" algn="r" defTabSz="1111250" rtl="1">
                <a:lnSpc>
                  <a:spcPct val="90000"/>
                </a:lnSpc>
                <a:spcBef>
                  <a:spcPct val="0"/>
                </a:spcBef>
                <a:spcAft>
                  <a:spcPct val="35000"/>
                </a:spcAft>
                <a:buNone/>
              </a:pPr>
              <a:r>
                <a:rPr lang="ar" sz="2500" kern="1200"/>
                <a:t>حل الواجب في 20 ساعات</a:t>
              </a:r>
              <a:endParaRPr lang="en-US" sz="2500" kern="1200"/>
            </a:p>
          </p:txBody>
        </p:sp>
      </p:grpSp>
      <p:sp>
        <p:nvSpPr>
          <p:cNvPr id="6" name="TextBox 5">
            <a:extLst>
              <a:ext uri="{FF2B5EF4-FFF2-40B4-BE49-F238E27FC236}">
                <a16:creationId xmlns:a16="http://schemas.microsoft.com/office/drawing/2014/main" id="{8865F333-D48F-9CDB-06FE-1308E89D8FF2}"/>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1838424729"/>
      </p:ext>
    </p:extLst>
  </p:cSld>
  <p:clrMapOvr>
    <a:masterClrMapping/>
  </p:clrMapOvr>
  <p:transition>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0E1F-D812-E366-C119-11D691BC95D0}"/>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3D06CDF5-F6FB-3CCE-1869-CA93C665B632}"/>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latin typeface="Times New Roman" panose="02020603050405020304" pitchFamily="18" charset="0"/>
                <a:cs typeface="Times New Roman" panose="02020603050405020304" pitchFamily="18" charset="0"/>
              </a:rPr>
              <a:t>نتاج التعلم أ</a:t>
            </a:r>
            <a:br>
              <a:rPr lang="en-US" altLang="en-US" sz="2400" b="1" dirty="0">
                <a:latin typeface="Times New Roman" panose="02020603050405020304" pitchFamily="18" charset="0"/>
                <a:cs typeface="Times New Roman" panose="02020603050405020304" pitchFamily="18" charset="0"/>
              </a:rPr>
            </a:br>
            <a:br>
              <a:rPr lang="en-US" altLang="en-US" sz="2400" b="1" dirty="0">
                <a:latin typeface="Times New Roman" panose="02020603050405020304" pitchFamily="18" charset="0"/>
                <a:cs typeface="Times New Roman" panose="02020603050405020304" pitchFamily="18" charset="0"/>
              </a:rPr>
            </a:br>
            <a:endParaRPr lang="en-GB" altLang="en-US" sz="3600" b="1"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CD7FE84B-A28A-F143-C02A-EDEF9CE9D87D}"/>
              </a:ext>
            </a:extLst>
          </p:cNvPr>
          <p:cNvSpPr>
            <a:spLocks noGrp="1" noChangeArrowheads="1"/>
          </p:cNvSpPr>
          <p:nvPr>
            <p:ph sz="half" idx="2"/>
          </p:nvPr>
        </p:nvSpPr>
        <p:spPr bwMode="auto">
          <a:xfrm>
            <a:off x="1043608" y="3645024"/>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latin typeface="Times New Roman" panose="02020603050405020304" pitchFamily="18" charset="0"/>
                <a:cs typeface="Times New Roman" panose="02020603050405020304" pitchFamily="18" charset="0"/>
              </a:rPr>
              <a:t>أ1 أنواع التواصل الفعّال</a:t>
            </a:r>
          </a:p>
          <a:p>
            <a:pPr rtl="1"/>
            <a:r>
              <a:rPr lang="ar" b="1" dirty="0">
                <a:latin typeface="Times New Roman" panose="02020603050405020304" pitchFamily="18" charset="0"/>
                <a:cs typeface="Times New Roman" panose="02020603050405020304" pitchFamily="18" charset="0"/>
              </a:rPr>
              <a:t>أ2 عقبات التواصل الفعّال</a:t>
            </a:r>
            <a:endParaRPr lang="en-GB" altLang="en-US" dirty="0">
              <a:solidFill>
                <a:srgbClr val="FF0000"/>
              </a:solidFill>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613A9C33-5186-0D6D-1A0E-1593B0027CA2}"/>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a:latin typeface="Times New Roman" panose="02020603050405020304" pitchFamily="18" charset="0"/>
                <a:cs typeface="Times New Roman" panose="02020603050405020304" pitchFamily="18" charset="0"/>
              </a:rPr>
              <a:t>فهم مهارات التواصل المطلوبة لتقديم الرعاية</a:t>
            </a:r>
          </a:p>
        </p:txBody>
      </p:sp>
      <p:sp>
        <p:nvSpPr>
          <p:cNvPr id="2" name="TextBox 1">
            <a:extLst>
              <a:ext uri="{FF2B5EF4-FFF2-40B4-BE49-F238E27FC236}">
                <a16:creationId xmlns:a16="http://schemas.microsoft.com/office/drawing/2014/main" id="{C89CE782-4499-67AB-DC5B-A1B0104B4DA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1503340465"/>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974DDA-9AE1-DFEC-463F-4FE594325968}"/>
              </a:ext>
            </a:extLst>
          </p:cNvPr>
          <p:cNvSpPr>
            <a:spLocks noGrp="1"/>
          </p:cNvSpPr>
          <p:nvPr>
            <p:ph type="title"/>
          </p:nvPr>
        </p:nvSpPr>
        <p:spPr>
          <a:xfrm>
            <a:off x="457200" y="1462336"/>
            <a:ext cx="8229600" cy="864000"/>
          </a:xfrm>
        </p:spPr>
        <p:txBody>
          <a:bodyPr rtlCol="1"/>
          <a:lstStyle/>
          <a:p>
            <a:pPr rtl="1"/>
            <a:r>
              <a:rPr lang="ar" dirty="0">
                <a:latin typeface="Times New Roman" panose="02020603050405020304" pitchFamily="18" charset="0"/>
                <a:cs typeface="Times New Roman" panose="02020603050405020304" pitchFamily="18" charset="0"/>
              </a:rPr>
              <a:t>كيف نتواصل مع الآخرين؟</a:t>
            </a:r>
          </a:p>
        </p:txBody>
      </p:sp>
      <p:pic>
        <p:nvPicPr>
          <p:cNvPr id="2" name="Picture 1" descr="A group of people around a table&#10;&#10;AI-generated content may be incorrect.">
            <a:extLst>
              <a:ext uri="{FF2B5EF4-FFF2-40B4-BE49-F238E27FC236}">
                <a16:creationId xmlns:a16="http://schemas.microsoft.com/office/drawing/2014/main" id="{F61DBEA7-B9CD-BA4E-265C-2661AFAC3B89}"/>
              </a:ext>
            </a:extLst>
          </p:cNvPr>
          <p:cNvPicPr>
            <a:picLocks noChangeAspect="1"/>
          </p:cNvPicPr>
          <p:nvPr/>
        </p:nvPicPr>
        <p:blipFill>
          <a:blip r:embed="rId3"/>
          <a:stretch>
            <a:fillRect/>
          </a:stretch>
        </p:blipFill>
        <p:spPr>
          <a:xfrm>
            <a:off x="255100" y="2317714"/>
            <a:ext cx="4432159" cy="2937745"/>
          </a:xfrm>
          <a:prstGeom prst="rect">
            <a:avLst/>
          </a:prstGeom>
          <a:ln>
            <a:noFill/>
          </a:ln>
        </p:spPr>
      </p:pic>
      <p:pic>
        <p:nvPicPr>
          <p:cNvPr id="3" name="Picture 2" descr="A person with his head in his hands&#10;&#10;AI-generated content may be incorrect.">
            <a:extLst>
              <a:ext uri="{FF2B5EF4-FFF2-40B4-BE49-F238E27FC236}">
                <a16:creationId xmlns:a16="http://schemas.microsoft.com/office/drawing/2014/main" id="{792369F2-61C0-360E-2272-05EB9E28664A}"/>
              </a:ext>
            </a:extLst>
          </p:cNvPr>
          <p:cNvPicPr>
            <a:picLocks noChangeAspect="1"/>
          </p:cNvPicPr>
          <p:nvPr/>
        </p:nvPicPr>
        <p:blipFill>
          <a:blip r:embed="rId4"/>
          <a:stretch>
            <a:fillRect/>
          </a:stretch>
        </p:blipFill>
        <p:spPr>
          <a:xfrm>
            <a:off x="4455652" y="3614285"/>
            <a:ext cx="4434340" cy="2949877"/>
          </a:xfrm>
          <a:prstGeom prst="rect">
            <a:avLst/>
          </a:prstGeom>
          <a:ln>
            <a:noFill/>
          </a:ln>
        </p:spPr>
      </p:pic>
      <p:sp>
        <p:nvSpPr>
          <p:cNvPr id="4" name="TextBox 3">
            <a:extLst>
              <a:ext uri="{FF2B5EF4-FFF2-40B4-BE49-F238E27FC236}">
                <a16:creationId xmlns:a16="http://schemas.microsoft.com/office/drawing/2014/main" id="{B308D6A1-0593-81FD-00A1-0C99D7D8A56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3533924338"/>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BCE3-F55A-9CE0-EDF0-3AD343F7BE38}"/>
              </a:ext>
            </a:extLst>
          </p:cNvPr>
          <p:cNvSpPr>
            <a:spLocks noGrp="1"/>
          </p:cNvSpPr>
          <p:nvPr>
            <p:ph type="title"/>
          </p:nvPr>
        </p:nvSpPr>
        <p:spPr>
          <a:xfrm>
            <a:off x="457200" y="1195200"/>
            <a:ext cx="8229600" cy="864000"/>
          </a:xfrm>
        </p:spPr>
        <p:txBody>
          <a:bodyPr rtlCol="1"/>
          <a:lstStyle/>
          <a:p>
            <a:pPr rtl="1"/>
            <a:r>
              <a:rPr lang="ar" sz="3200">
                <a:latin typeface="Times New Roman" panose="02020603050405020304" pitchFamily="18" charset="0"/>
                <a:cs typeface="Times New Roman" panose="02020603050405020304" pitchFamily="18" charset="0"/>
              </a:rPr>
              <a:t>طابق الكلمات بالصور - ما الذي يُعَبر عنه هؤلاء الأشخاص؟</a:t>
            </a:r>
          </a:p>
        </p:txBody>
      </p:sp>
      <p:sp>
        <p:nvSpPr>
          <p:cNvPr id="9" name="TextBox 8">
            <a:extLst>
              <a:ext uri="{FF2B5EF4-FFF2-40B4-BE49-F238E27FC236}">
                <a16:creationId xmlns:a16="http://schemas.microsoft.com/office/drawing/2014/main" id="{966D2069-A506-D405-0BDD-009746903214}"/>
              </a:ext>
            </a:extLst>
          </p:cNvPr>
          <p:cNvSpPr txBox="1"/>
          <p:nvPr/>
        </p:nvSpPr>
        <p:spPr>
          <a:xfrm>
            <a:off x="3382792" y="2420888"/>
            <a:ext cx="2045816" cy="3816429"/>
          </a:xfrm>
          <a:prstGeom prst="rect">
            <a:avLst/>
          </a:prstGeom>
          <a:noFill/>
        </p:spPr>
        <p:txBody>
          <a:bodyPr wrap="none" rtlCol="1">
            <a:spAutoFit/>
          </a:bodyPr>
          <a:lstStyle/>
          <a:p>
            <a:pPr rtl="1"/>
            <a:r>
              <a:rPr lang="a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مسرور</a:t>
            </a:r>
          </a:p>
          <a:p>
            <a:pPr rtl="1"/>
            <a:endParaRPr lang="en-GB"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rtl="1"/>
            <a:r>
              <a:rPr lang="a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حزين</a:t>
            </a:r>
          </a:p>
          <a:p>
            <a:pPr rtl="1"/>
            <a:endParaRPr lang="en-GB"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rtl="1"/>
            <a:r>
              <a:rPr lang="a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واثق من نفسه</a:t>
            </a:r>
          </a:p>
          <a:p>
            <a:pPr rtl="1"/>
            <a:endParaRPr lang="en-GB"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rtl="1"/>
            <a:r>
              <a:rPr lang="a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يشعر بالملل</a:t>
            </a:r>
          </a:p>
          <a:p>
            <a:pPr rtl="1"/>
            <a:endParaRPr lang="en-GB"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rtl="1"/>
            <a:r>
              <a:rPr lang="a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مُحبَط</a:t>
            </a:r>
          </a:p>
          <a:p>
            <a:pPr rtl="1"/>
            <a:endParaRPr lang="en-GB"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rtl="1"/>
            <a:r>
              <a:rPr lang="ar"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مُستغرق في التفكير</a:t>
            </a:r>
          </a:p>
        </p:txBody>
      </p:sp>
      <p:pic>
        <p:nvPicPr>
          <p:cNvPr id="3" name="Picture 2" descr="A person smiling at camera&#10;&#10;AI-generated content may be incorrect.">
            <a:extLst>
              <a:ext uri="{FF2B5EF4-FFF2-40B4-BE49-F238E27FC236}">
                <a16:creationId xmlns:a16="http://schemas.microsoft.com/office/drawing/2014/main" id="{DA23DE88-91CE-9C55-C504-0215FCFD5402}"/>
              </a:ext>
            </a:extLst>
          </p:cNvPr>
          <p:cNvPicPr>
            <a:picLocks noChangeAspect="1"/>
          </p:cNvPicPr>
          <p:nvPr/>
        </p:nvPicPr>
        <p:blipFill>
          <a:blip r:embed="rId3"/>
          <a:stretch>
            <a:fillRect/>
          </a:stretch>
        </p:blipFill>
        <p:spPr>
          <a:xfrm>
            <a:off x="817181" y="2036859"/>
            <a:ext cx="2273549" cy="1430560"/>
          </a:xfrm>
          <a:prstGeom prst="rect">
            <a:avLst/>
          </a:prstGeom>
          <a:ln>
            <a:noFill/>
          </a:ln>
        </p:spPr>
      </p:pic>
      <p:pic>
        <p:nvPicPr>
          <p:cNvPr id="4" name="Picture 3" descr="A person wearing sunglasses and smiling&#10;&#10;AI-generated content may be incorrect.">
            <a:extLst>
              <a:ext uri="{FF2B5EF4-FFF2-40B4-BE49-F238E27FC236}">
                <a16:creationId xmlns:a16="http://schemas.microsoft.com/office/drawing/2014/main" id="{4D4D113E-21ED-9FB1-1144-53BA46381BD1}"/>
              </a:ext>
            </a:extLst>
          </p:cNvPr>
          <p:cNvPicPr>
            <a:picLocks noChangeAspect="1"/>
          </p:cNvPicPr>
          <p:nvPr/>
        </p:nvPicPr>
        <p:blipFill>
          <a:blip r:embed="rId4"/>
          <a:stretch>
            <a:fillRect/>
          </a:stretch>
        </p:blipFill>
        <p:spPr>
          <a:xfrm>
            <a:off x="817182" y="3531061"/>
            <a:ext cx="2273547" cy="1430560"/>
          </a:xfrm>
          <a:prstGeom prst="rect">
            <a:avLst/>
          </a:prstGeom>
          <a:ln>
            <a:noFill/>
          </a:ln>
        </p:spPr>
      </p:pic>
      <p:pic>
        <p:nvPicPr>
          <p:cNvPr id="5" name="Picture 4" descr="A person sitting at a desk with his head on his hand&#10;&#10;AI-generated content may be incorrect.">
            <a:extLst>
              <a:ext uri="{FF2B5EF4-FFF2-40B4-BE49-F238E27FC236}">
                <a16:creationId xmlns:a16="http://schemas.microsoft.com/office/drawing/2014/main" id="{A50E9B60-01AF-E204-6ABB-A3C41EAF8867}"/>
              </a:ext>
            </a:extLst>
          </p:cNvPr>
          <p:cNvPicPr>
            <a:picLocks noChangeAspect="1"/>
          </p:cNvPicPr>
          <p:nvPr/>
        </p:nvPicPr>
        <p:blipFill>
          <a:blip r:embed="rId5"/>
          <a:stretch>
            <a:fillRect/>
          </a:stretch>
        </p:blipFill>
        <p:spPr>
          <a:xfrm>
            <a:off x="817181" y="5012491"/>
            <a:ext cx="2273549" cy="1430560"/>
          </a:xfrm>
          <a:prstGeom prst="rect">
            <a:avLst/>
          </a:prstGeom>
          <a:ln>
            <a:noFill/>
          </a:ln>
        </p:spPr>
      </p:pic>
      <p:pic>
        <p:nvPicPr>
          <p:cNvPr id="7" name="Picture 6" descr="A person holding a paper and looking at a computer&#10;&#10;AI-generated content may be incorrect.">
            <a:extLst>
              <a:ext uri="{FF2B5EF4-FFF2-40B4-BE49-F238E27FC236}">
                <a16:creationId xmlns:a16="http://schemas.microsoft.com/office/drawing/2014/main" id="{087B2CDF-BBC8-6FBE-D062-0D7D5215C3A2}"/>
              </a:ext>
            </a:extLst>
          </p:cNvPr>
          <p:cNvPicPr>
            <a:picLocks noChangeAspect="1"/>
          </p:cNvPicPr>
          <p:nvPr/>
        </p:nvPicPr>
        <p:blipFill>
          <a:blip r:embed="rId6"/>
          <a:stretch>
            <a:fillRect/>
          </a:stretch>
        </p:blipFill>
        <p:spPr>
          <a:xfrm>
            <a:off x="6002187" y="1981014"/>
            <a:ext cx="2273549" cy="1542252"/>
          </a:xfrm>
          <a:prstGeom prst="rect">
            <a:avLst/>
          </a:prstGeom>
          <a:ln>
            <a:noFill/>
          </a:ln>
        </p:spPr>
      </p:pic>
      <p:pic>
        <p:nvPicPr>
          <p:cNvPr id="10" name="Picture 9" descr="A person sitting down with her hands on her face&#10;&#10;AI-generated content may be incorrect.">
            <a:extLst>
              <a:ext uri="{FF2B5EF4-FFF2-40B4-BE49-F238E27FC236}">
                <a16:creationId xmlns:a16="http://schemas.microsoft.com/office/drawing/2014/main" id="{F76722AE-36AB-DF0E-C9BC-9C44B1F9F438}"/>
              </a:ext>
            </a:extLst>
          </p:cNvPr>
          <p:cNvPicPr>
            <a:picLocks noChangeAspect="1"/>
          </p:cNvPicPr>
          <p:nvPr/>
        </p:nvPicPr>
        <p:blipFill>
          <a:blip r:embed="rId7"/>
          <a:stretch>
            <a:fillRect/>
          </a:stretch>
        </p:blipFill>
        <p:spPr>
          <a:xfrm>
            <a:off x="6066041" y="3531060"/>
            <a:ext cx="2273549" cy="1430560"/>
          </a:xfrm>
          <a:prstGeom prst="rect">
            <a:avLst/>
          </a:prstGeom>
          <a:ln>
            <a:noFill/>
          </a:ln>
        </p:spPr>
      </p:pic>
      <p:pic>
        <p:nvPicPr>
          <p:cNvPr id="14" name="Picture 13" descr="A person sitting in a chair&#10;&#10;AI-generated content may be incorrect.">
            <a:extLst>
              <a:ext uri="{FF2B5EF4-FFF2-40B4-BE49-F238E27FC236}">
                <a16:creationId xmlns:a16="http://schemas.microsoft.com/office/drawing/2014/main" id="{F9FBD56D-E472-7754-972E-CDAE3E60CE46}"/>
              </a:ext>
            </a:extLst>
          </p:cNvPr>
          <p:cNvPicPr>
            <a:picLocks noChangeAspect="1"/>
          </p:cNvPicPr>
          <p:nvPr/>
        </p:nvPicPr>
        <p:blipFill>
          <a:blip r:embed="rId8"/>
          <a:stretch>
            <a:fillRect/>
          </a:stretch>
        </p:blipFill>
        <p:spPr>
          <a:xfrm>
            <a:off x="6066041" y="5012491"/>
            <a:ext cx="2273549" cy="1430560"/>
          </a:xfrm>
          <a:prstGeom prst="rect">
            <a:avLst/>
          </a:prstGeom>
          <a:ln>
            <a:noFill/>
          </a:ln>
        </p:spPr>
      </p:pic>
      <p:sp>
        <p:nvSpPr>
          <p:cNvPr id="6" name="TextBox 5">
            <a:extLst>
              <a:ext uri="{FF2B5EF4-FFF2-40B4-BE49-F238E27FC236}">
                <a16:creationId xmlns:a16="http://schemas.microsoft.com/office/drawing/2014/main" id="{A1E9BB1A-1647-413D-2117-F01D793DB02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3921412788"/>
      </p:ext>
    </p:extLst>
  </p:cSld>
  <p:clrMapOvr>
    <a:masterClrMapping/>
  </p:clrMapOvr>
  <p:transition>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A787BA6-B178-94BA-C44A-60B245433574}"/>
              </a:ext>
            </a:extLst>
          </p:cNvPr>
          <p:cNvSpPr>
            <a:spLocks noGrp="1"/>
          </p:cNvSpPr>
          <p:nvPr>
            <p:ph type="title"/>
          </p:nvPr>
        </p:nvSpPr>
        <p:spPr>
          <a:xfrm>
            <a:off x="493205" y="1389520"/>
            <a:ext cx="8229600" cy="864000"/>
          </a:xfrm>
        </p:spPr>
        <p:txBody>
          <a:bodyPr rtlCol="1"/>
          <a:lstStyle/>
          <a:p>
            <a:pPr rtl="1"/>
            <a:r>
              <a:rPr lang="ar">
                <a:latin typeface="Times New Roman" panose="02020603050405020304" pitchFamily="18" charset="0"/>
                <a:cs typeface="Times New Roman" panose="02020603050405020304" pitchFamily="18" charset="0"/>
              </a:rPr>
              <a:t>مهارات التواصل</a:t>
            </a: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BEF0E459-3D89-CE04-E106-7E9C479D18AA}"/>
              </a:ext>
            </a:extLst>
          </p:cNvPr>
          <p:cNvSpPr>
            <a:spLocks noGrp="1"/>
          </p:cNvSpPr>
          <p:nvPr>
            <p:ph type="body" idx="1"/>
          </p:nvPr>
        </p:nvSpPr>
        <p:spPr>
          <a:xfrm>
            <a:off x="4572000" y="1752812"/>
            <a:ext cx="4040188" cy="639762"/>
          </a:xfrm>
        </p:spPr>
        <p:txBody>
          <a:bodyPr rtlCol="1"/>
          <a:lstStyle/>
          <a:p>
            <a:pPr rtl="1"/>
            <a:r>
              <a:rPr lang="ar" dirty="0">
                <a:latin typeface="Times New Roman" panose="02020603050405020304" pitchFamily="18" charset="0"/>
                <a:cs typeface="Times New Roman" panose="02020603050405020304" pitchFamily="18" charset="0"/>
              </a:rPr>
              <a:t>العرض الشفهي</a:t>
            </a:r>
          </a:p>
        </p:txBody>
      </p:sp>
      <p:sp>
        <p:nvSpPr>
          <p:cNvPr id="5" name="Text Placeholder 4">
            <a:extLst>
              <a:ext uri="{FF2B5EF4-FFF2-40B4-BE49-F238E27FC236}">
                <a16:creationId xmlns:a16="http://schemas.microsoft.com/office/drawing/2014/main" id="{828D4A72-A0D7-7AFE-4DDD-E37B038313B0}"/>
              </a:ext>
            </a:extLst>
          </p:cNvPr>
          <p:cNvSpPr>
            <a:spLocks noGrp="1"/>
          </p:cNvSpPr>
          <p:nvPr>
            <p:ph type="body" sz="quarter" idx="3"/>
          </p:nvPr>
        </p:nvSpPr>
        <p:spPr>
          <a:xfrm>
            <a:off x="368105" y="1713361"/>
            <a:ext cx="4041775" cy="639762"/>
          </a:xfrm>
        </p:spPr>
        <p:txBody>
          <a:bodyPr rtlCol="1"/>
          <a:lstStyle/>
          <a:p>
            <a:pPr rtl="1"/>
            <a:r>
              <a:rPr lang="ar">
                <a:latin typeface="Times New Roman" panose="02020603050405020304" pitchFamily="18" charset="0"/>
                <a:cs typeface="Times New Roman" panose="02020603050405020304" pitchFamily="18" charset="0"/>
              </a:rPr>
              <a:t>التواصل غير اللفظي</a:t>
            </a:r>
          </a:p>
        </p:txBody>
      </p:sp>
      <p:sp>
        <p:nvSpPr>
          <p:cNvPr id="6" name="Content Placeholder 5">
            <a:extLst>
              <a:ext uri="{FF2B5EF4-FFF2-40B4-BE49-F238E27FC236}">
                <a16:creationId xmlns:a16="http://schemas.microsoft.com/office/drawing/2014/main" id="{88958D16-58FF-25BE-96C2-7F2171FBB684}"/>
              </a:ext>
            </a:extLst>
          </p:cNvPr>
          <p:cNvSpPr>
            <a:spLocks noGrp="1"/>
          </p:cNvSpPr>
          <p:nvPr>
            <p:ph sz="quarter" idx="4"/>
          </p:nvPr>
        </p:nvSpPr>
        <p:spPr>
          <a:xfrm>
            <a:off x="368106" y="2662588"/>
            <a:ext cx="4041775" cy="3193562"/>
          </a:xfrm>
        </p:spPr>
        <p:txBody>
          <a:bodyPr rtlCol="1"/>
          <a:lstStyle/>
          <a:p>
            <a:pPr rtl="1"/>
            <a:r>
              <a:rPr lang="ar" sz="1800" dirty="0">
                <a:latin typeface="Times New Roman" panose="02020603050405020304" pitchFamily="18" charset="0"/>
                <a:cs typeface="Times New Roman" panose="02020603050405020304" pitchFamily="18" charset="0"/>
              </a:rPr>
              <a:t>اتخاذ وضعية جسدية إيجابية وغير دفاعية، مثل عدم طيّ الذراعين أو تشبيكهما</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r>
              <a:rPr lang="ar" sz="1800" dirty="0">
                <a:latin typeface="Times New Roman" panose="02020603050405020304" pitchFamily="18" charset="0"/>
                <a:cs typeface="Times New Roman" panose="02020603050405020304" pitchFamily="18" charset="0"/>
              </a:rPr>
              <a:t>تعابير الوجه الإيجابية والتواصل البصري</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algn="just" rtl="1"/>
            <a:r>
              <a:rPr lang="ar" sz="1800" dirty="0">
                <a:latin typeface="Times New Roman" panose="02020603050405020304" pitchFamily="18" charset="0"/>
                <a:cs typeface="Times New Roman" panose="02020603050405020304" pitchFamily="18" charset="0"/>
              </a:rPr>
              <a:t>الاستخدام المناسب للمساحة الشخصية والتواصل باللمس، مثل الاختلافات الثقافية، الأشخاص المصابون بأمراض نفسية، والتفضيلات الشخصية</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r>
              <a:rPr lang="ar" sz="1800" dirty="0">
                <a:latin typeface="Times New Roman" panose="02020603050405020304" pitchFamily="18" charset="0"/>
                <a:cs typeface="Times New Roman" panose="02020603050405020304" pitchFamily="18" charset="0"/>
              </a:rPr>
              <a:t>استخدام لغة الجسد بطريقة لا توحي بالتهديد.</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E73A4F05-C2A1-2896-DE91-6524B78150F9}"/>
              </a:ext>
            </a:extLst>
          </p:cNvPr>
          <p:cNvSpPr>
            <a:spLocks noGrp="1"/>
          </p:cNvSpPr>
          <p:nvPr>
            <p:ph sz="half" idx="2"/>
          </p:nvPr>
        </p:nvSpPr>
        <p:spPr>
          <a:xfrm>
            <a:off x="4646613" y="2662588"/>
            <a:ext cx="4040188" cy="3193562"/>
          </a:xfrm>
        </p:spPr>
        <p:txBody>
          <a:bodyPr rtlCol="1"/>
          <a:lstStyle/>
          <a:p>
            <a:pPr rtl="1"/>
            <a:r>
              <a:rPr lang="ar" sz="1800" dirty="0">
                <a:latin typeface="Times New Roman" panose="02020603050405020304" pitchFamily="18" charset="0"/>
                <a:cs typeface="Times New Roman" panose="02020603050405020304" pitchFamily="18" charset="0"/>
              </a:rPr>
              <a:t>وضوح الكلام والنطق، ووضوح الصوت والسرعة، والنبرة والإيضاح والتكرار</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r>
              <a:rPr lang="ar" sz="1800" dirty="0">
                <a:latin typeface="Times New Roman" panose="02020603050405020304" pitchFamily="18" charset="0"/>
                <a:cs typeface="Times New Roman" panose="02020603050405020304" pitchFamily="18" charset="0"/>
              </a:rPr>
              <a:t>اختيار اللغة الرسمية وغير الرسمية</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r>
              <a:rPr lang="ar" sz="1800" dirty="0">
                <a:latin typeface="Times New Roman" panose="02020603050405020304" pitchFamily="18" charset="0"/>
                <a:cs typeface="Times New Roman" panose="02020603050405020304" pitchFamily="18" charset="0"/>
              </a:rPr>
              <a:t>استخدام الكلمات العاميّة والمحليّة ومواضع تجنبها، إضافةً إلى مواضع تجنب استخدام المصطلحات المعقّدة أو الفنية أو الاختصارات</a:t>
            </a:r>
            <a:r>
              <a:rPr lang="ar-EG" sz="1800" dirty="0">
                <a:latin typeface="Times New Roman" panose="02020603050405020304" pitchFamily="18" charset="0"/>
                <a:cs typeface="Times New Roman" panose="02020603050405020304" pitchFamily="18" charset="0"/>
              </a:rPr>
              <a:t>.</a:t>
            </a:r>
            <a:endParaRPr lang="ar" sz="1800" dirty="0">
              <a:latin typeface="Times New Roman" panose="02020603050405020304" pitchFamily="18" charset="0"/>
              <a:cs typeface="Times New Roman" panose="02020603050405020304" pitchFamily="18" charset="0"/>
            </a:endParaRPr>
          </a:p>
          <a:p>
            <a:pPr rtl="1"/>
            <a:r>
              <a:rPr lang="ar" sz="1800" dirty="0">
                <a:latin typeface="Times New Roman" panose="02020603050405020304" pitchFamily="18" charset="0"/>
                <a:cs typeface="Times New Roman" panose="02020603050405020304" pitchFamily="18" charset="0"/>
              </a:rPr>
              <a:t>مهارات الاستماع الفعّال.</a:t>
            </a:r>
          </a:p>
        </p:txBody>
      </p:sp>
      <p:sp>
        <p:nvSpPr>
          <p:cNvPr id="2" name="TextBox 1">
            <a:extLst>
              <a:ext uri="{FF2B5EF4-FFF2-40B4-BE49-F238E27FC236}">
                <a16:creationId xmlns:a16="http://schemas.microsoft.com/office/drawing/2014/main" id="{7064213D-EBDD-C60E-3FB7-93829E2CA45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6BDD581-65C3-4766-AA5C-4B45D43E0FBC}"/>
              </a:ext>
            </a:extLst>
          </p:cNvPr>
          <p:cNvSpPr>
            <a:spLocks noGrp="1"/>
          </p:cNvSpPr>
          <p:nvPr>
            <p:ph type="title"/>
          </p:nvPr>
        </p:nvSpPr>
        <p:spPr>
          <a:xfrm>
            <a:off x="457200" y="1459818"/>
            <a:ext cx="8229600" cy="864000"/>
          </a:xfrm>
        </p:spPr>
        <p:txBody>
          <a:bodyPr rtlCol="1"/>
          <a:lstStyle/>
          <a:p>
            <a:pPr rtl="1"/>
            <a:r>
              <a:rPr lang="ar">
                <a:latin typeface="Times New Roman" panose="02020603050405020304" pitchFamily="18" charset="0"/>
                <a:cs typeface="Times New Roman" panose="02020603050405020304" pitchFamily="18" charset="0"/>
              </a:rPr>
              <a:t>التواصل في بيئة الرعاية الصحية والاجتماعية</a:t>
            </a:r>
          </a:p>
        </p:txBody>
      </p:sp>
      <p:sp>
        <p:nvSpPr>
          <p:cNvPr id="11" name="Subtitle 10">
            <a:extLst>
              <a:ext uri="{FF2B5EF4-FFF2-40B4-BE49-F238E27FC236}">
                <a16:creationId xmlns:a16="http://schemas.microsoft.com/office/drawing/2014/main" id="{B85C02E5-01C7-6367-C2A4-5CA05B70A36A}"/>
              </a:ext>
            </a:extLst>
          </p:cNvPr>
          <p:cNvSpPr>
            <a:spLocks noGrp="1"/>
          </p:cNvSpPr>
          <p:nvPr>
            <p:ph idx="1"/>
          </p:nvPr>
        </p:nvSpPr>
        <p:spPr>
          <a:xfrm>
            <a:off x="479425" y="2996952"/>
            <a:ext cx="8207375" cy="3365516"/>
          </a:xfrm>
        </p:spPr>
        <p:txBody>
          <a:bodyPr rtlCol="1"/>
          <a:lstStyle/>
          <a:p>
            <a:pPr rtl="1"/>
            <a:r>
              <a:rPr lang="ar" dirty="0">
                <a:latin typeface="Times New Roman" panose="02020603050405020304" pitchFamily="18" charset="0"/>
                <a:cs typeface="Times New Roman" panose="02020603050405020304" pitchFamily="18" charset="0"/>
              </a:rPr>
              <a:t>شاهد هذا الفيلم القصير أو ابحث عن فيلم قصير مماثل، ودَوِّن ملاحظاتك حول جودة وتأثيرات التواصل المستخدم</a:t>
            </a:r>
            <a:r>
              <a:rPr lang="ar-EG"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endParaRPr>
          </a:p>
          <a:p>
            <a:pPr rtl="1"/>
            <a:r>
              <a:rPr lang="ar" dirty="0">
                <a:solidFill>
                  <a:srgbClr val="99CC0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https://www.youtube.com/watch?v=r842Ylpa-nQ</a:t>
            </a:r>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2DD3C2A-1E73-966D-0E43-C3F20700618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317320585"/>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6342A-C866-E1DC-62B4-08C4947B1D84}"/>
              </a:ext>
            </a:extLst>
          </p:cNvPr>
          <p:cNvSpPr>
            <a:spLocks noGrp="1"/>
          </p:cNvSpPr>
          <p:nvPr>
            <p:ph type="title"/>
          </p:nvPr>
        </p:nvSpPr>
        <p:spPr>
          <a:xfrm>
            <a:off x="457200" y="1484784"/>
            <a:ext cx="8229600" cy="864000"/>
          </a:xfrm>
        </p:spPr>
        <p:txBody>
          <a:bodyPr rtlCol="1"/>
          <a:lstStyle/>
          <a:p>
            <a:pPr rtl="1"/>
            <a:r>
              <a:rPr lang="ar">
                <a:latin typeface="Times New Roman" panose="02020603050405020304" pitchFamily="18" charset="0"/>
                <a:cs typeface="Times New Roman" panose="02020603050405020304" pitchFamily="18" charset="0"/>
              </a:rPr>
              <a:t>التواصل اللفظي - الكلام الواضح</a:t>
            </a:r>
          </a:p>
        </p:txBody>
      </p:sp>
      <p:sp>
        <p:nvSpPr>
          <p:cNvPr id="5" name="Subtitle 4">
            <a:extLst>
              <a:ext uri="{FF2B5EF4-FFF2-40B4-BE49-F238E27FC236}">
                <a16:creationId xmlns:a16="http://schemas.microsoft.com/office/drawing/2014/main" id="{3B78BAD8-CB56-5B26-BE39-FB1202123DB4}"/>
              </a:ext>
            </a:extLst>
          </p:cNvPr>
          <p:cNvSpPr>
            <a:spLocks noGrp="1"/>
          </p:cNvSpPr>
          <p:nvPr>
            <p:ph idx="1"/>
          </p:nvPr>
        </p:nvSpPr>
        <p:spPr>
          <a:xfrm>
            <a:off x="468312" y="3013020"/>
            <a:ext cx="8207375" cy="3585688"/>
          </a:xfrm>
        </p:spPr>
        <p:txBody>
          <a:bodyPr rtlCol="1"/>
          <a:lstStyle/>
          <a:p>
            <a:pPr rtl="1"/>
            <a:r>
              <a:rPr lang="ar" dirty="0">
                <a:latin typeface="Times New Roman" panose="02020603050405020304" pitchFamily="18" charset="0"/>
                <a:cs typeface="Times New Roman" panose="02020603050405020304" pitchFamily="18" charset="0"/>
              </a:rPr>
              <a:t>شاهد هذا المقطع الصغير أو ابحث عن مقطع مماثل، ودَوِّن ملاحظاتك حول جودة التواصل اللفظي المستخدم</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marL="0" indent="0" algn="ctr">
              <a:buNone/>
            </a:pPr>
            <a:r>
              <a:rPr lang="en-GB" dirty="0">
                <a:hlinkClick r:id="rId3"/>
              </a:rPr>
              <a:t>https://www.youtube.com/watch?v=W1RY_72O_LQ</a:t>
            </a:r>
            <a:endParaRPr lang="en-GB" dirty="0"/>
          </a:p>
          <a:p>
            <a:pPr algn="l" rtl="1"/>
            <a:endParaRPr lang="en-GB"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F7AF692-AD43-8396-AE38-2D0B61ABA2E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839463393"/>
      </p:ext>
    </p:extLst>
  </p:cSld>
  <p:clrMapOvr>
    <a:masterClrMapping/>
  </p:clrMapOvr>
  <p:transition>
    <p:sndAc>
      <p:stSnd>
        <p:snd r:embed="rId2"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4B8F11-8930-AD5A-0876-A9F1CB0A582B}"/>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اللغة الرسمية وغير الرسمية</a:t>
            </a:r>
          </a:p>
        </p:txBody>
      </p:sp>
      <p:sp>
        <p:nvSpPr>
          <p:cNvPr id="6" name="Subtitle 5">
            <a:extLst>
              <a:ext uri="{FF2B5EF4-FFF2-40B4-BE49-F238E27FC236}">
                <a16:creationId xmlns:a16="http://schemas.microsoft.com/office/drawing/2014/main" id="{C08CE587-4740-986D-A20C-8F8B65F78326}"/>
              </a:ext>
            </a:extLst>
          </p:cNvPr>
          <p:cNvSpPr>
            <a:spLocks noGrp="1"/>
          </p:cNvSpPr>
          <p:nvPr>
            <p:ph idx="1"/>
          </p:nvPr>
        </p:nvSpPr>
        <p:spPr>
          <a:xfrm>
            <a:off x="468311" y="2780928"/>
            <a:ext cx="8207375" cy="3293508"/>
          </a:xfrm>
        </p:spPr>
        <p:txBody>
          <a:bodyPr rtlCol="1"/>
          <a:lstStyle/>
          <a:p>
            <a:pPr rtl="1"/>
            <a:r>
              <a:rPr lang="ar" dirty="0">
                <a:latin typeface="Times New Roman" panose="02020603050405020304" pitchFamily="18" charset="0"/>
                <a:cs typeface="Times New Roman" panose="02020603050405020304" pitchFamily="18" charset="0"/>
              </a:rPr>
              <a:t>مهارات التواصل غير الفعالة في مكان العمل</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شاهد هذا الفيلم القصير، ودَوِّن بعض الملاحظات حول نوع اللغة المستخدمة</a:t>
            </a:r>
            <a:r>
              <a:rPr lang="ar-EG" dirty="0">
                <a:latin typeface="Times New Roman" panose="02020603050405020304" pitchFamily="18" charset="0"/>
                <a:cs typeface="Times New Roman" panose="02020603050405020304" pitchFamily="18" charset="0"/>
              </a:rPr>
              <a:t>:</a:t>
            </a:r>
            <a:r>
              <a:rPr lang="ar" dirty="0">
                <a:latin typeface="Times New Roman" panose="02020603050405020304" pitchFamily="18" charset="0"/>
                <a:cs typeface="Times New Roman" panose="02020603050405020304" pitchFamily="18" charset="0"/>
              </a:rPr>
              <a:t> </a:t>
            </a:r>
          </a:p>
          <a:p>
            <a:pPr rtl="1"/>
            <a:r>
              <a:rPr lang="en-US" noProof="0" dirty="0">
                <a:latin typeface="Times New Roman" panose="02020603050405020304" pitchFamily="18" charset="0"/>
                <a:cs typeface="Times New Roman" panose="02020603050405020304" pitchFamily="18" charset="0"/>
                <a:hlinkClick r:id="rId3"/>
              </a:rPr>
              <a:t>https://www.youtube.com/watch?v=LmOKwjgYcG4</a:t>
            </a:r>
            <a:endParaRPr lang="en-US" noProof="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97E30FD-7DEC-0932-0A80-0B2DE7941001}"/>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3929857888"/>
      </p:ext>
    </p:extLst>
  </p:cSld>
  <p:clrMapOvr>
    <a:masterClrMapping/>
  </p:clrMapOvr>
  <p:transition>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9B53-BA42-7E6D-1ABE-3F8E4F194C6F}"/>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مهارات الإنصات الفعال</a:t>
            </a:r>
          </a:p>
        </p:txBody>
      </p:sp>
      <p:sp>
        <p:nvSpPr>
          <p:cNvPr id="3" name="Content Placeholder 2">
            <a:extLst>
              <a:ext uri="{FF2B5EF4-FFF2-40B4-BE49-F238E27FC236}">
                <a16:creationId xmlns:a16="http://schemas.microsoft.com/office/drawing/2014/main" id="{3A4634AD-9E74-7D15-1080-6053D54AD01E}"/>
              </a:ext>
            </a:extLst>
          </p:cNvPr>
          <p:cNvSpPr>
            <a:spLocks noGrp="1"/>
          </p:cNvSpPr>
          <p:nvPr>
            <p:ph idx="1"/>
          </p:nvPr>
        </p:nvSpPr>
        <p:spPr>
          <a:xfrm>
            <a:off x="755576" y="2859583"/>
            <a:ext cx="3384376" cy="3878436"/>
          </a:xfrm>
        </p:spPr>
        <p:txBody>
          <a:bodyPr rtlCol="1"/>
          <a:lstStyle/>
          <a:p>
            <a:pPr rtl="1"/>
            <a:r>
              <a:rPr lang="ar" dirty="0">
                <a:latin typeface="Times New Roman" panose="02020603050405020304" pitchFamily="18" charset="0"/>
                <a:cs typeface="Times New Roman" panose="02020603050405020304" pitchFamily="18" charset="0"/>
              </a:rPr>
              <a:t>الانتباه الكامل</a:t>
            </a:r>
          </a:p>
          <a:p>
            <a:pPr rtl="1"/>
            <a:r>
              <a:rPr lang="ar" dirty="0">
                <a:latin typeface="Times New Roman" panose="02020603050405020304" pitchFamily="18" charset="0"/>
                <a:cs typeface="Times New Roman" panose="02020603050405020304" pitchFamily="18" charset="0"/>
              </a:rPr>
              <a:t>التعاطف</a:t>
            </a:r>
          </a:p>
          <a:p>
            <a:pPr rtl="1"/>
            <a:r>
              <a:rPr lang="ar" dirty="0">
                <a:latin typeface="Times New Roman" panose="02020603050405020304" pitchFamily="18" charset="0"/>
                <a:cs typeface="Times New Roman" panose="02020603050405020304" pitchFamily="18" charset="0"/>
              </a:rPr>
              <a:t>ال</a:t>
            </a:r>
            <a:r>
              <a:rPr lang="ar-EG" dirty="0">
                <a:latin typeface="Times New Roman" panose="02020603050405020304" pitchFamily="18" charset="0"/>
                <a:cs typeface="Times New Roman" panose="02020603050405020304" pitchFamily="18" charset="0"/>
              </a:rPr>
              <a:t>ان</a:t>
            </a:r>
            <a:r>
              <a:rPr lang="ar" dirty="0">
                <a:latin typeface="Times New Roman" panose="02020603050405020304" pitchFamily="18" charset="0"/>
                <a:cs typeface="Times New Roman" panose="02020603050405020304" pitchFamily="18" charset="0"/>
              </a:rPr>
              <a:t>عك</a:t>
            </a:r>
            <a:r>
              <a:rPr lang="ar-EG" dirty="0">
                <a:latin typeface="Times New Roman" panose="02020603050405020304" pitchFamily="18" charset="0"/>
                <a:cs typeface="Times New Roman" panose="02020603050405020304" pitchFamily="18" charset="0"/>
              </a:rPr>
              <a:t>ا</a:t>
            </a:r>
            <a:r>
              <a:rPr lang="ar" dirty="0">
                <a:latin typeface="Times New Roman" panose="02020603050405020304" pitchFamily="18" charset="0"/>
                <a:cs typeface="Times New Roman" panose="02020603050405020304" pitchFamily="18" charset="0"/>
              </a:rPr>
              <a:t>س</a:t>
            </a:r>
          </a:p>
          <a:p>
            <a:pPr rtl="1"/>
            <a:r>
              <a:rPr lang="ar" dirty="0">
                <a:latin typeface="Times New Roman" panose="02020603050405020304" pitchFamily="18" charset="0"/>
                <a:cs typeface="Times New Roman" panose="02020603050405020304" pitchFamily="18" charset="0"/>
              </a:rPr>
              <a:t>طرح الأسئلة</a:t>
            </a:r>
          </a:p>
          <a:p>
            <a:pPr rtl="1"/>
            <a:endParaRPr lang="en-GB" dirty="0">
              <a:latin typeface="Times New Roman" panose="02020603050405020304" pitchFamily="18" charset="0"/>
              <a:cs typeface="Times New Roman" panose="02020603050405020304" pitchFamily="18" charset="0"/>
            </a:endParaRPr>
          </a:p>
        </p:txBody>
      </p:sp>
      <p:sp>
        <p:nvSpPr>
          <p:cNvPr id="6" name="Explosion: 8 Points 5">
            <a:extLst>
              <a:ext uri="{FF2B5EF4-FFF2-40B4-BE49-F238E27FC236}">
                <a16:creationId xmlns:a16="http://schemas.microsoft.com/office/drawing/2014/main" id="{00D5D4F1-5D70-2A4E-156D-EFCB69B03C4F}"/>
              </a:ext>
            </a:extLst>
          </p:cNvPr>
          <p:cNvSpPr/>
          <p:nvPr/>
        </p:nvSpPr>
        <p:spPr>
          <a:xfrm>
            <a:off x="4355976" y="2052324"/>
            <a:ext cx="4536504" cy="3878436"/>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dirty="0">
                <a:solidFill>
                  <a:schemeClr val="accent2"/>
                </a:solidFill>
                <a:latin typeface="Times New Roman" panose="02020603050405020304" pitchFamily="18" charset="0"/>
                <a:cs typeface="Times New Roman" panose="02020603050405020304" pitchFamily="18" charset="0"/>
              </a:rPr>
              <a:t>اختر أحد هذه الجوانب للاستماع النشط واكتشف قدر المستطاع حول كيفية استخدامه لتحسين التواصل</a:t>
            </a:r>
          </a:p>
        </p:txBody>
      </p:sp>
      <p:sp>
        <p:nvSpPr>
          <p:cNvPr id="4" name="TextBox 3">
            <a:extLst>
              <a:ext uri="{FF2B5EF4-FFF2-40B4-BE49-F238E27FC236}">
                <a16:creationId xmlns:a16="http://schemas.microsoft.com/office/drawing/2014/main" id="{80E7E1FF-0D8A-1629-37F4-FDDBC292A8A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3544156587"/>
      </p:ext>
    </p:extLst>
  </p:cSld>
  <p:clrMapOvr>
    <a:masterClrMapping/>
  </p:clrMapOvr>
  <p:transition>
    <p:sndAc>
      <p:stSnd>
        <p:snd r:embed="rId2"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E0BC-95A8-F814-EF8F-3249EBDC3D4C}"/>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التواصل غير اللفظي</a:t>
            </a:r>
          </a:p>
        </p:txBody>
      </p:sp>
      <p:sp>
        <p:nvSpPr>
          <p:cNvPr id="3" name="Content Placeholder 2">
            <a:extLst>
              <a:ext uri="{FF2B5EF4-FFF2-40B4-BE49-F238E27FC236}">
                <a16:creationId xmlns:a16="http://schemas.microsoft.com/office/drawing/2014/main" id="{C0D60900-D7BB-F1C2-54B4-E236AEAF97E6}"/>
              </a:ext>
            </a:extLst>
          </p:cNvPr>
          <p:cNvSpPr>
            <a:spLocks noGrp="1"/>
          </p:cNvSpPr>
          <p:nvPr>
            <p:ph idx="1"/>
          </p:nvPr>
        </p:nvSpPr>
        <p:spPr>
          <a:xfrm>
            <a:off x="468311" y="2196000"/>
            <a:ext cx="8207375" cy="3878436"/>
          </a:xfrm>
        </p:spPr>
        <p:txBody>
          <a:bodyPr rtlCol="1"/>
          <a:lstStyle/>
          <a:p>
            <a:pPr rtl="1"/>
            <a:r>
              <a:rPr lang="ar" dirty="0">
                <a:latin typeface="Times New Roman" panose="02020603050405020304" pitchFamily="18" charset="0"/>
                <a:cs typeface="Times New Roman" panose="02020603050405020304" pitchFamily="18" charset="0"/>
              </a:rPr>
              <a:t>شاهد هذا الفيلم القصير، ودَوّن ملاحظاتك حول أنواع التواصل غير اللفظي المستخدم</a:t>
            </a:r>
            <a:r>
              <a:rPr lang="ar-EG" dirty="0">
                <a:latin typeface="Times New Roman" panose="02020603050405020304" pitchFamily="18" charset="0"/>
                <a:cs typeface="Times New Roman" panose="02020603050405020304" pitchFamily="18" charset="0"/>
              </a:rPr>
              <a:t>ة:</a:t>
            </a:r>
            <a:endParaRPr lang="ar" dirty="0">
              <a:latin typeface="Times New Roman" panose="02020603050405020304" pitchFamily="18" charset="0"/>
              <a:cs typeface="Times New Roman" panose="02020603050405020304" pitchFamily="18" charset="0"/>
            </a:endParaRPr>
          </a:p>
          <a:p>
            <a:pPr rtl="1"/>
            <a:r>
              <a:rPr lang="en-US" noProof="0" dirty="0">
                <a:latin typeface="Times New Roman" panose="02020603050405020304" pitchFamily="18" charset="0"/>
                <a:ea typeface="Calibri" panose="020F0502020204030204" pitchFamily="34" charset="0"/>
                <a:cs typeface="Times New Roman" panose="02020603050405020304" pitchFamily="18" charset="0"/>
                <a:hlinkClick r:id="rId3"/>
              </a:rPr>
              <a:t>https://www.youtube.com/watch?v=ihKXQbYeV5k</a:t>
            </a:r>
            <a:endParaRPr lang="en-GB" dirty="0">
              <a:latin typeface="Times New Roman" panose="02020603050405020304" pitchFamily="18" charset="0"/>
              <a:ea typeface="Calibri" panose="020F0502020204030204" pitchFamily="34"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4B32541-BD5E-905A-F3D9-6361DE0259C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1123557587"/>
      </p:ext>
    </p:extLst>
  </p:cSld>
  <p:clrMapOvr>
    <a:masterClrMapping/>
  </p:clrMapOvr>
  <p:transition>
    <p:sndAc>
      <p:stSnd>
        <p:snd r:embed="rId2"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0EBF7-0F14-CA6B-7721-B6BC63078457}"/>
              </a:ext>
            </a:extLst>
          </p:cNvPr>
          <p:cNvSpPr>
            <a:spLocks noGrp="1"/>
          </p:cNvSpPr>
          <p:nvPr>
            <p:ph type="title"/>
          </p:nvPr>
        </p:nvSpPr>
        <p:spPr>
          <a:xfrm>
            <a:off x="457200" y="972165"/>
            <a:ext cx="8229600" cy="863600"/>
          </a:xfrm>
        </p:spPr>
        <p:txBody>
          <a:bodyPr rtlCol="1"/>
          <a:lstStyle/>
          <a:p>
            <a:pPr rtl="1"/>
            <a:r>
              <a:rPr lang="ar">
                <a:latin typeface="Times New Roman" panose="02020603050405020304" pitchFamily="18" charset="0"/>
                <a:cs typeface="Times New Roman" panose="02020603050405020304" pitchFamily="18" charset="0"/>
              </a:rPr>
              <a:t>عوائق التواصل</a:t>
            </a:r>
          </a:p>
        </p:txBody>
      </p:sp>
      <p:sp>
        <p:nvSpPr>
          <p:cNvPr id="3" name="Content Placeholder 2">
            <a:extLst>
              <a:ext uri="{FF2B5EF4-FFF2-40B4-BE49-F238E27FC236}">
                <a16:creationId xmlns:a16="http://schemas.microsoft.com/office/drawing/2014/main" id="{C6FFC1F2-4955-D15A-464D-E02DE2216916}"/>
              </a:ext>
            </a:extLst>
          </p:cNvPr>
          <p:cNvSpPr>
            <a:spLocks noGrp="1"/>
          </p:cNvSpPr>
          <p:nvPr>
            <p:ph sz="half" idx="2"/>
          </p:nvPr>
        </p:nvSpPr>
        <p:spPr>
          <a:xfrm>
            <a:off x="6350876" y="1658927"/>
            <a:ext cx="2591643" cy="2961679"/>
          </a:xfrm>
        </p:spPr>
        <p:txBody>
          <a:bodyPr rtlCol="1"/>
          <a:lstStyle/>
          <a:p>
            <a:pPr rtl="1"/>
            <a:r>
              <a:rPr lang="ar">
                <a:solidFill>
                  <a:schemeClr val="accent2"/>
                </a:solidFill>
                <a:latin typeface="Times New Roman" panose="02020603050405020304" pitchFamily="18" charset="0"/>
                <a:cs typeface="Times New Roman" panose="02020603050405020304" pitchFamily="18" charset="0"/>
              </a:rPr>
              <a:t>العوائق البيئية</a:t>
            </a:r>
          </a:p>
          <a:p>
            <a:pPr rtl="1"/>
            <a:r>
              <a:rPr lang="ar">
                <a:solidFill>
                  <a:schemeClr val="accent2"/>
                </a:solidFill>
                <a:latin typeface="Times New Roman" panose="02020603050405020304" pitchFamily="18" charset="0"/>
                <a:cs typeface="Times New Roman" panose="02020603050405020304" pitchFamily="18" charset="0"/>
              </a:rPr>
              <a:t>العوائق المادية</a:t>
            </a:r>
          </a:p>
          <a:p>
            <a:pPr rtl="1"/>
            <a:r>
              <a:rPr lang="ar">
                <a:solidFill>
                  <a:schemeClr val="accent2"/>
                </a:solidFill>
                <a:latin typeface="Times New Roman" panose="02020603050405020304" pitchFamily="18" charset="0"/>
                <a:cs typeface="Times New Roman" panose="02020603050405020304" pitchFamily="18" charset="0"/>
              </a:rPr>
              <a:t>العوائق اللغوية</a:t>
            </a:r>
          </a:p>
          <a:p>
            <a:pPr rtl="1"/>
            <a:r>
              <a:rPr lang="ar">
                <a:solidFill>
                  <a:schemeClr val="accent2"/>
                </a:solidFill>
                <a:latin typeface="Times New Roman" panose="02020603050405020304" pitchFamily="18" charset="0"/>
                <a:cs typeface="Times New Roman" panose="02020603050405020304" pitchFamily="18" charset="0"/>
              </a:rPr>
              <a:t>العوائق الاجتماعية</a:t>
            </a:r>
          </a:p>
        </p:txBody>
      </p:sp>
      <p:sp>
        <p:nvSpPr>
          <p:cNvPr id="8" name="TextBox 7">
            <a:extLst>
              <a:ext uri="{FF2B5EF4-FFF2-40B4-BE49-F238E27FC236}">
                <a16:creationId xmlns:a16="http://schemas.microsoft.com/office/drawing/2014/main" id="{A7B1F832-F5F1-7038-FC71-33F85B84982D}"/>
              </a:ext>
            </a:extLst>
          </p:cNvPr>
          <p:cNvSpPr txBox="1"/>
          <p:nvPr/>
        </p:nvSpPr>
        <p:spPr>
          <a:xfrm>
            <a:off x="2493832" y="3677609"/>
            <a:ext cx="1133872"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الإضاءة</a:t>
            </a:r>
          </a:p>
        </p:txBody>
      </p:sp>
      <p:sp>
        <p:nvSpPr>
          <p:cNvPr id="10" name="TextBox 9">
            <a:extLst>
              <a:ext uri="{FF2B5EF4-FFF2-40B4-BE49-F238E27FC236}">
                <a16:creationId xmlns:a16="http://schemas.microsoft.com/office/drawing/2014/main" id="{506454E1-AB0F-7485-F01A-A3DDD7905C28}"/>
              </a:ext>
            </a:extLst>
          </p:cNvPr>
          <p:cNvSpPr txBox="1"/>
          <p:nvPr/>
        </p:nvSpPr>
        <p:spPr>
          <a:xfrm>
            <a:off x="4355976" y="2172554"/>
            <a:ext cx="1205880"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مقاعد الجلوس</a:t>
            </a:r>
          </a:p>
        </p:txBody>
      </p:sp>
      <p:sp>
        <p:nvSpPr>
          <p:cNvPr id="12" name="TextBox 11">
            <a:extLst>
              <a:ext uri="{FF2B5EF4-FFF2-40B4-BE49-F238E27FC236}">
                <a16:creationId xmlns:a16="http://schemas.microsoft.com/office/drawing/2014/main" id="{4F031A42-6AD3-AAAD-3E4C-16EFF4A825AE}"/>
              </a:ext>
            </a:extLst>
          </p:cNvPr>
          <p:cNvSpPr txBox="1"/>
          <p:nvPr/>
        </p:nvSpPr>
        <p:spPr>
          <a:xfrm>
            <a:off x="3923929" y="3731882"/>
            <a:ext cx="1648336"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الضوضاء الخارجية</a:t>
            </a:r>
          </a:p>
        </p:txBody>
      </p:sp>
      <p:sp>
        <p:nvSpPr>
          <p:cNvPr id="16" name="TextBox 15">
            <a:extLst>
              <a:ext uri="{FF2B5EF4-FFF2-40B4-BE49-F238E27FC236}">
                <a16:creationId xmlns:a16="http://schemas.microsoft.com/office/drawing/2014/main" id="{A0A83C74-305E-9C24-8976-4AB734BF7618}"/>
              </a:ext>
            </a:extLst>
          </p:cNvPr>
          <p:cNvSpPr txBox="1"/>
          <p:nvPr/>
        </p:nvSpPr>
        <p:spPr>
          <a:xfrm>
            <a:off x="593372" y="2186731"/>
            <a:ext cx="1637928"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ضيق المساحة</a:t>
            </a:r>
          </a:p>
        </p:txBody>
      </p:sp>
      <p:sp>
        <p:nvSpPr>
          <p:cNvPr id="18" name="TextBox 17">
            <a:extLst>
              <a:ext uri="{FF2B5EF4-FFF2-40B4-BE49-F238E27FC236}">
                <a16:creationId xmlns:a16="http://schemas.microsoft.com/office/drawing/2014/main" id="{0836EA54-EA71-571D-9194-FD16194995D4}"/>
              </a:ext>
            </a:extLst>
          </p:cNvPr>
          <p:cNvSpPr txBox="1"/>
          <p:nvPr/>
        </p:nvSpPr>
        <p:spPr>
          <a:xfrm>
            <a:off x="2956211" y="4441318"/>
            <a:ext cx="2176555"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الحرمان الحسي</a:t>
            </a:r>
          </a:p>
        </p:txBody>
      </p:sp>
      <p:sp>
        <p:nvSpPr>
          <p:cNvPr id="20" name="TextBox 19">
            <a:extLst>
              <a:ext uri="{FF2B5EF4-FFF2-40B4-BE49-F238E27FC236}">
                <a16:creationId xmlns:a16="http://schemas.microsoft.com/office/drawing/2014/main" id="{FA30FC9D-197E-E02A-8AA9-CFD8E2FEED28}"/>
              </a:ext>
            </a:extLst>
          </p:cNvPr>
          <p:cNvSpPr txBox="1"/>
          <p:nvPr/>
        </p:nvSpPr>
        <p:spPr>
          <a:xfrm>
            <a:off x="388935" y="5357144"/>
            <a:ext cx="2176555"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الأمراض الجسدية والعقلية</a:t>
            </a:r>
          </a:p>
        </p:txBody>
      </p:sp>
      <p:sp>
        <p:nvSpPr>
          <p:cNvPr id="22" name="TextBox 21">
            <a:extLst>
              <a:ext uri="{FF2B5EF4-FFF2-40B4-BE49-F238E27FC236}">
                <a16:creationId xmlns:a16="http://schemas.microsoft.com/office/drawing/2014/main" id="{1176D6BA-956B-D253-C0D9-9D19773EDF20}"/>
              </a:ext>
            </a:extLst>
          </p:cNvPr>
          <p:cNvSpPr txBox="1"/>
          <p:nvPr/>
        </p:nvSpPr>
        <p:spPr>
          <a:xfrm>
            <a:off x="198093" y="4556735"/>
            <a:ext cx="2277208" cy="369332"/>
          </a:xfrm>
          <a:prstGeom prst="rect">
            <a:avLst/>
          </a:prstGeom>
          <a:noFill/>
        </p:spPr>
        <p:txBody>
          <a:bodyPr wrap="square" rtlCol="1">
            <a:spAutoFit/>
          </a:bodyPr>
          <a:lstStyle/>
          <a:p>
            <a:pPr rtl="1"/>
            <a:r>
              <a:rPr lang="ar">
                <a:solidFill>
                  <a:srgbClr val="00B050"/>
                </a:solidFill>
                <a:latin typeface="Times New Roman" panose="02020603050405020304" pitchFamily="18" charset="0"/>
                <a:cs typeface="Times New Roman" panose="02020603050405020304" pitchFamily="18" charset="0"/>
              </a:rPr>
              <a:t>ازدياد اعتلال الصحة</a:t>
            </a:r>
          </a:p>
        </p:txBody>
      </p:sp>
      <p:sp>
        <p:nvSpPr>
          <p:cNvPr id="24" name="TextBox 23">
            <a:extLst>
              <a:ext uri="{FF2B5EF4-FFF2-40B4-BE49-F238E27FC236}">
                <a16:creationId xmlns:a16="http://schemas.microsoft.com/office/drawing/2014/main" id="{C41ACEC8-F602-0775-E8C8-0513A276456B}"/>
              </a:ext>
            </a:extLst>
          </p:cNvPr>
          <p:cNvSpPr txBox="1"/>
          <p:nvPr/>
        </p:nvSpPr>
        <p:spPr>
          <a:xfrm>
            <a:off x="2627784" y="5102690"/>
            <a:ext cx="2340941" cy="369332"/>
          </a:xfrm>
          <a:prstGeom prst="rect">
            <a:avLst/>
          </a:prstGeom>
          <a:noFill/>
        </p:spPr>
        <p:txBody>
          <a:bodyPr wrap="square" rtlCol="1">
            <a:spAutoFit/>
          </a:bodyPr>
          <a:lstStyle/>
          <a:p>
            <a:pPr rtl="1"/>
            <a:r>
              <a:rPr lang="ar">
                <a:solidFill>
                  <a:srgbClr val="00B050"/>
                </a:solidFill>
                <a:latin typeface="Times New Roman" panose="02020603050405020304" pitchFamily="18" charset="0"/>
                <a:cs typeface="Times New Roman" panose="02020603050405020304" pitchFamily="18" charset="0"/>
              </a:rPr>
              <a:t>اللغة الإنجليزية كلغة ثانية </a:t>
            </a:r>
          </a:p>
        </p:txBody>
      </p:sp>
      <p:sp>
        <p:nvSpPr>
          <p:cNvPr id="26" name="TextBox 25">
            <a:extLst>
              <a:ext uri="{FF2B5EF4-FFF2-40B4-BE49-F238E27FC236}">
                <a16:creationId xmlns:a16="http://schemas.microsoft.com/office/drawing/2014/main" id="{81FD064B-D987-3AD5-ECAE-3665801E5E0C}"/>
              </a:ext>
            </a:extLst>
          </p:cNvPr>
          <p:cNvSpPr txBox="1"/>
          <p:nvPr/>
        </p:nvSpPr>
        <p:spPr>
          <a:xfrm>
            <a:off x="201481" y="3916548"/>
            <a:ext cx="2167763" cy="369332"/>
          </a:xfrm>
          <a:prstGeom prst="rect">
            <a:avLst/>
          </a:prstGeom>
          <a:noFill/>
        </p:spPr>
        <p:txBody>
          <a:bodyPr wrap="square" rtlCol="1">
            <a:spAutoFit/>
          </a:bodyPr>
          <a:lstStyle/>
          <a:p>
            <a:pPr rtl="1"/>
            <a:r>
              <a:rPr lang="ar">
                <a:solidFill>
                  <a:srgbClr val="00B050"/>
                </a:solidFill>
                <a:latin typeface="Times New Roman" panose="02020603050405020304" pitchFamily="18" charset="0"/>
                <a:cs typeface="Times New Roman" panose="02020603050405020304" pitchFamily="18" charset="0"/>
              </a:rPr>
              <a:t>صعوبات النُطق</a:t>
            </a:r>
          </a:p>
        </p:txBody>
      </p:sp>
      <p:sp>
        <p:nvSpPr>
          <p:cNvPr id="28" name="TextBox 27">
            <a:extLst>
              <a:ext uri="{FF2B5EF4-FFF2-40B4-BE49-F238E27FC236}">
                <a16:creationId xmlns:a16="http://schemas.microsoft.com/office/drawing/2014/main" id="{997BEA41-06C4-B493-857C-A3DCBA0F3840}"/>
              </a:ext>
            </a:extLst>
          </p:cNvPr>
          <p:cNvSpPr txBox="1"/>
          <p:nvPr/>
        </p:nvSpPr>
        <p:spPr>
          <a:xfrm>
            <a:off x="1970900" y="2475952"/>
            <a:ext cx="2167763" cy="369332"/>
          </a:xfrm>
          <a:prstGeom prst="rect">
            <a:avLst/>
          </a:prstGeom>
          <a:noFill/>
        </p:spPr>
        <p:txBody>
          <a:bodyPr wrap="square" rtlCol="1">
            <a:spAutoFit/>
          </a:bodyPr>
          <a:lstStyle/>
          <a:p>
            <a:pPr rtl="1"/>
            <a:r>
              <a:rPr lang="ar">
                <a:solidFill>
                  <a:srgbClr val="00B050"/>
                </a:solidFill>
                <a:latin typeface="Times New Roman" panose="02020603050405020304" pitchFamily="18" charset="0"/>
                <a:cs typeface="Times New Roman" panose="02020603050405020304" pitchFamily="18" charset="0"/>
              </a:rPr>
              <a:t>ضعف الثقة بالنفس</a:t>
            </a:r>
          </a:p>
        </p:txBody>
      </p:sp>
      <p:sp>
        <p:nvSpPr>
          <p:cNvPr id="30" name="TextBox 29">
            <a:extLst>
              <a:ext uri="{FF2B5EF4-FFF2-40B4-BE49-F238E27FC236}">
                <a16:creationId xmlns:a16="http://schemas.microsoft.com/office/drawing/2014/main" id="{17F0354F-6887-F19F-494E-750A966CFE47}"/>
              </a:ext>
            </a:extLst>
          </p:cNvPr>
          <p:cNvSpPr txBox="1"/>
          <p:nvPr/>
        </p:nvSpPr>
        <p:spPr>
          <a:xfrm>
            <a:off x="-109641" y="3044086"/>
            <a:ext cx="2340941"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التعرض للترهيب</a:t>
            </a:r>
          </a:p>
        </p:txBody>
      </p:sp>
      <p:sp>
        <p:nvSpPr>
          <p:cNvPr id="32" name="TextBox 31">
            <a:extLst>
              <a:ext uri="{FF2B5EF4-FFF2-40B4-BE49-F238E27FC236}">
                <a16:creationId xmlns:a16="http://schemas.microsoft.com/office/drawing/2014/main" id="{A1112DCE-1B7C-6376-62BA-30EEF6166114}"/>
              </a:ext>
            </a:extLst>
          </p:cNvPr>
          <p:cNvSpPr txBox="1"/>
          <p:nvPr/>
        </p:nvSpPr>
        <p:spPr>
          <a:xfrm>
            <a:off x="2369243" y="3070510"/>
            <a:ext cx="2340941" cy="369332"/>
          </a:xfrm>
          <a:prstGeom prst="rect">
            <a:avLst/>
          </a:prstGeom>
          <a:noFill/>
        </p:spPr>
        <p:txBody>
          <a:bodyPr wrap="square" rtlCol="1">
            <a:spAutoFit/>
          </a:bodyPr>
          <a:lstStyle/>
          <a:p>
            <a:pPr rtl="1"/>
            <a:r>
              <a:rPr lang="ar" dirty="0">
                <a:solidFill>
                  <a:srgbClr val="00B050"/>
                </a:solidFill>
                <a:latin typeface="Times New Roman" panose="02020603050405020304" pitchFamily="18" charset="0"/>
                <a:cs typeface="Times New Roman" panose="02020603050405020304" pitchFamily="18" charset="0"/>
              </a:rPr>
              <a:t>التعرض للإساءة أو للصدمة</a:t>
            </a:r>
          </a:p>
        </p:txBody>
      </p:sp>
      <p:sp>
        <p:nvSpPr>
          <p:cNvPr id="33" name="Explosion: 8 Points 32">
            <a:extLst>
              <a:ext uri="{FF2B5EF4-FFF2-40B4-BE49-F238E27FC236}">
                <a16:creationId xmlns:a16="http://schemas.microsoft.com/office/drawing/2014/main" id="{7D1C6885-A376-A89C-F7C4-5DB6375E3076}"/>
              </a:ext>
            </a:extLst>
          </p:cNvPr>
          <p:cNvSpPr/>
          <p:nvPr/>
        </p:nvSpPr>
        <p:spPr>
          <a:xfrm>
            <a:off x="5796136" y="3659096"/>
            <a:ext cx="3230524" cy="2303108"/>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1400" dirty="0">
                <a:solidFill>
                  <a:schemeClr val="accent2"/>
                </a:solidFill>
                <a:latin typeface="Times New Roman" panose="02020603050405020304" pitchFamily="18" charset="0"/>
                <a:cs typeface="Times New Roman" panose="02020603050405020304" pitchFamily="18" charset="0"/>
              </a:rPr>
              <a:t>طابق الكلمات الموجودة جهة اليمين مع الفئات الموجودة جهة اليسار</a:t>
            </a:r>
          </a:p>
        </p:txBody>
      </p:sp>
      <p:sp>
        <p:nvSpPr>
          <p:cNvPr id="4" name="TextBox 3">
            <a:extLst>
              <a:ext uri="{FF2B5EF4-FFF2-40B4-BE49-F238E27FC236}">
                <a16:creationId xmlns:a16="http://schemas.microsoft.com/office/drawing/2014/main" id="{7163BC2A-D3BB-BD09-384E-6C9A1CF47F2D}"/>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61738511"/>
      </p:ext>
    </p:extLst>
  </p:cSld>
  <p:clrMapOvr>
    <a:masterClrMapping/>
  </p:clrMapOvr>
  <p:transition>
    <p:sndAc>
      <p:stSnd>
        <p:snd r:embed="rId2"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4D9DB-8A1C-1C52-47F1-5C20C5C81CDB}"/>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697EE9BC-D661-C8B1-63BF-88A8FA510885}"/>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latin typeface="Times New Roman" panose="02020603050405020304" pitchFamily="18" charset="0"/>
                <a:cs typeface="Times New Roman" panose="02020603050405020304" pitchFamily="18" charset="0"/>
              </a:rPr>
              <a:t>نتاج التعلم ب</a:t>
            </a:r>
            <a:br>
              <a:rPr lang="en-US" altLang="en-US" sz="2400" b="1" dirty="0">
                <a:latin typeface="Times New Roman" panose="02020603050405020304" pitchFamily="18" charset="0"/>
                <a:cs typeface="Times New Roman" panose="02020603050405020304" pitchFamily="18" charset="0"/>
              </a:rPr>
            </a:br>
            <a:br>
              <a:rPr lang="en-US" altLang="en-US" sz="2400" b="1" dirty="0">
                <a:latin typeface="Times New Roman" panose="02020603050405020304" pitchFamily="18" charset="0"/>
                <a:cs typeface="Times New Roman" panose="02020603050405020304" pitchFamily="18" charset="0"/>
              </a:rPr>
            </a:br>
            <a:endParaRPr lang="en-GB" altLang="en-US" sz="3600" b="1"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86E9B85F-2F86-1739-ABF4-4EFAB32DCBAB}"/>
              </a:ext>
            </a:extLst>
          </p:cNvPr>
          <p:cNvSpPr>
            <a:spLocks noGrp="1" noChangeArrowheads="1"/>
          </p:cNvSpPr>
          <p:nvPr>
            <p:ph sz="half" idx="2"/>
          </p:nvPr>
        </p:nvSpPr>
        <p:spPr bwMode="auto">
          <a:xfrm>
            <a:off x="1331640" y="3645024"/>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latin typeface="Times New Roman" panose="02020603050405020304" pitchFamily="18" charset="0"/>
                <a:cs typeface="Times New Roman" panose="02020603050405020304" pitchFamily="18" charset="0"/>
              </a:rPr>
              <a:t>ب1 تقديم الرعاية مع الحفاظ على الكرامة</a:t>
            </a:r>
          </a:p>
          <a:p>
            <a:pPr rtl="1"/>
            <a:r>
              <a:rPr lang="ar" b="1" dirty="0">
                <a:latin typeface="Times New Roman" panose="02020603050405020304" pitchFamily="18" charset="0"/>
                <a:cs typeface="Times New Roman" panose="02020603050405020304" pitchFamily="18" charset="0"/>
              </a:rPr>
              <a:t>ب 2 دمج التعاطف في الرعاية</a:t>
            </a:r>
          </a:p>
          <a:p>
            <a:pPr rtl="1"/>
            <a:r>
              <a:rPr lang="ar" b="1" dirty="0">
                <a:latin typeface="Times New Roman" panose="02020603050405020304" pitchFamily="18" charset="0"/>
                <a:cs typeface="Times New Roman" panose="02020603050405020304" pitchFamily="18" charset="0"/>
              </a:rPr>
              <a:t>ب3 تقديم الرعاية باحترام</a:t>
            </a:r>
            <a:endParaRPr lang="en-GB" altLang="en-US" dirty="0">
              <a:solidFill>
                <a:srgbClr val="FF0000"/>
              </a:solidFill>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E952A436-24D2-A64F-1BC7-DCC95712575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a:latin typeface="Times New Roman" panose="02020603050405020304" pitchFamily="18" charset="0"/>
                <a:cs typeface="Times New Roman" panose="02020603050405020304" pitchFamily="18" charset="0"/>
              </a:rPr>
              <a:t>دراسة قيم الكرامة والتعاطف والاحترام اللازمة لتقديم الرعاية.</a:t>
            </a:r>
          </a:p>
        </p:txBody>
      </p:sp>
      <p:sp>
        <p:nvSpPr>
          <p:cNvPr id="2" name="TextBox 1">
            <a:extLst>
              <a:ext uri="{FF2B5EF4-FFF2-40B4-BE49-F238E27FC236}">
                <a16:creationId xmlns:a16="http://schemas.microsoft.com/office/drawing/2014/main" id="{496D0671-EADB-B640-F3C8-2BFC2D9DD843}"/>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4262561402"/>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F56F7-61CC-CE75-5DBB-88676371D942}"/>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ب1 تقديم الرعاية مع الحفاظ على الكرامة</a:t>
            </a:r>
          </a:p>
        </p:txBody>
      </p:sp>
      <p:sp>
        <p:nvSpPr>
          <p:cNvPr id="3" name="Content Placeholder 2">
            <a:extLst>
              <a:ext uri="{FF2B5EF4-FFF2-40B4-BE49-F238E27FC236}">
                <a16:creationId xmlns:a16="http://schemas.microsoft.com/office/drawing/2014/main" id="{D4E2224A-F81A-2246-BB69-329D4A743DCA}"/>
              </a:ext>
            </a:extLst>
          </p:cNvPr>
          <p:cNvSpPr>
            <a:spLocks noGrp="1"/>
          </p:cNvSpPr>
          <p:nvPr>
            <p:ph sz="half" idx="2"/>
          </p:nvPr>
        </p:nvSpPr>
        <p:spPr>
          <a:xfrm>
            <a:off x="468312" y="2195513"/>
            <a:ext cx="7991475" cy="3609975"/>
          </a:xfrm>
        </p:spPr>
        <p:txBody>
          <a:bodyPr rtlCol="1"/>
          <a:lstStyle/>
          <a:p>
            <a:pPr marL="0" indent="0" rtl="1">
              <a:buNone/>
            </a:pPr>
            <a:r>
              <a:rPr lang="ar" dirty="0">
                <a:latin typeface="Times New Roman" panose="02020603050405020304" pitchFamily="18" charset="0"/>
                <a:cs typeface="Times New Roman" panose="02020603050405020304" pitchFamily="18" charset="0"/>
              </a:rPr>
              <a:t>أهمية احترام كرامة الآخرين باتبّاع السلوكيات الملائمة:</a:t>
            </a:r>
          </a:p>
          <a:p>
            <a:pPr rtl="1"/>
            <a:r>
              <a:rPr lang="ar" dirty="0">
                <a:latin typeface="Times New Roman" panose="02020603050405020304" pitchFamily="18" charset="0"/>
                <a:cs typeface="Times New Roman" panose="02020603050405020304" pitchFamily="18" charset="0"/>
              </a:rPr>
              <a:t>اتباع نهج غير متحيز وتجنب إصدار الأحكام المسبقة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احترام التنوع وخيارات الأفراد الشخصية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تقديم الرعاية بطريقة مسؤولة وفي الوقت المناسب</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استخدام مصطلحات مناسبة عند مخاطبة الأفراد، واحترام ثقافة ودين كل فرد.</a:t>
            </a:r>
          </a:p>
        </p:txBody>
      </p:sp>
      <p:sp>
        <p:nvSpPr>
          <p:cNvPr id="4" name="TextBox 3">
            <a:extLst>
              <a:ext uri="{FF2B5EF4-FFF2-40B4-BE49-F238E27FC236}">
                <a16:creationId xmlns:a16="http://schemas.microsoft.com/office/drawing/2014/main" id="{8A843801-AD73-8BF1-A4CC-A8AFECE68ECF}"/>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495784711"/>
      </p:ext>
    </p:extLst>
  </p:cSld>
  <p:clrMapOvr>
    <a:masterClrMapping/>
  </p:clrMapOvr>
  <p:transition>
    <p:sndAc>
      <p:stSnd>
        <p:snd r:embed="rId2"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EC055-AFA1-283A-C8AD-46A512B3A6AC}"/>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الكرامة عند تقديم الرعاية</a:t>
            </a:r>
          </a:p>
        </p:txBody>
      </p:sp>
      <p:sp>
        <p:nvSpPr>
          <p:cNvPr id="3" name="Content Placeholder 2">
            <a:extLst>
              <a:ext uri="{FF2B5EF4-FFF2-40B4-BE49-F238E27FC236}">
                <a16:creationId xmlns:a16="http://schemas.microsoft.com/office/drawing/2014/main" id="{131C743E-5194-8EA6-E597-05F82A973439}"/>
              </a:ext>
            </a:extLst>
          </p:cNvPr>
          <p:cNvSpPr>
            <a:spLocks noGrp="1"/>
          </p:cNvSpPr>
          <p:nvPr>
            <p:ph sz="half" idx="2"/>
          </p:nvPr>
        </p:nvSpPr>
        <p:spPr>
          <a:xfrm>
            <a:off x="468312" y="2195513"/>
            <a:ext cx="7991475" cy="3609975"/>
          </a:xfrm>
        </p:spPr>
        <p:txBody>
          <a:bodyPr rtlCol="1"/>
          <a:lstStyle/>
          <a:p>
            <a:pPr rtl="1"/>
            <a:r>
              <a:rPr lang="ar" dirty="0">
                <a:latin typeface="Times New Roman" panose="02020603050405020304" pitchFamily="18" charset="0"/>
                <a:cs typeface="Times New Roman" panose="02020603050405020304" pitchFamily="18" charset="0"/>
              </a:rPr>
              <a:t>شاهد هذا الفيلم القصير، ودَوِّن بعض الملاحظات عن الكرامة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hlinkClick r:id="rId3"/>
              </a:rPr>
              <a:t>https://www.scie.org.uk/providing-care/dignity-in-care/videos/</a:t>
            </a:r>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a:p>
            <a:pPr rtl="1"/>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3ED1E9B-8651-17E4-DF7B-B7F8740DF146}"/>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1354641630"/>
      </p:ext>
    </p:extLst>
  </p:cSld>
  <p:clrMapOvr>
    <a:masterClrMapping/>
  </p:clrMapOvr>
  <p:transition>
    <p:sndAc>
      <p:stSnd>
        <p:snd r:embed="rId2"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5CA41-3290-037C-3876-2DF81BDF9444}"/>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دمج التعاطف في الرعاية</a:t>
            </a:r>
          </a:p>
        </p:txBody>
      </p:sp>
      <p:sp>
        <p:nvSpPr>
          <p:cNvPr id="3" name="Content Placeholder 2">
            <a:extLst>
              <a:ext uri="{FF2B5EF4-FFF2-40B4-BE49-F238E27FC236}">
                <a16:creationId xmlns:a16="http://schemas.microsoft.com/office/drawing/2014/main" id="{FF661CF6-DED9-4222-79CE-BE7B0C943DFA}"/>
              </a:ext>
            </a:extLst>
          </p:cNvPr>
          <p:cNvSpPr>
            <a:spLocks noGrp="1"/>
          </p:cNvSpPr>
          <p:nvPr>
            <p:ph sz="half" idx="2"/>
          </p:nvPr>
        </p:nvSpPr>
        <p:spPr>
          <a:xfrm>
            <a:off x="107504" y="2195513"/>
            <a:ext cx="8640960" cy="3753767"/>
          </a:xfrm>
        </p:spPr>
        <p:txBody>
          <a:bodyPr rtlCol="1"/>
          <a:lstStyle/>
          <a:p>
            <a:pPr marL="0" indent="0" rtl="1">
              <a:buNone/>
            </a:pPr>
            <a:r>
              <a:rPr lang="ar" dirty="0">
                <a:latin typeface="Times New Roman" panose="02020603050405020304" pitchFamily="18" charset="0"/>
                <a:cs typeface="Times New Roman" panose="02020603050405020304" pitchFamily="18" charset="0"/>
              </a:rPr>
              <a:t>أهمية إظهار التعاطف أو فهم الآخرين باتباع السلوكيات الملائمة:</a:t>
            </a:r>
          </a:p>
          <a:p>
            <a:pPr rtl="1"/>
            <a:r>
              <a:rPr lang="ar" dirty="0">
                <a:latin typeface="Times New Roman" panose="02020603050405020304" pitchFamily="18" charset="0"/>
                <a:cs typeface="Times New Roman" panose="02020603050405020304" pitchFamily="18" charset="0"/>
              </a:rPr>
              <a:t>الصبر والصدق والاحترام والموثوقية واللباقة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إظهار الاهتمام، واستخدام حس الفكاهة، والمرونة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دعم الصحة النفسية من خلال إظهار التعاطف مع مشاعر الحزن أو القلق</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تخصيص الوقت الكافي للإنصات إلى الآخرين، وإحالة المواضيع المثيرة للقلق بالطريقة المناسبة.</a:t>
            </a:r>
          </a:p>
        </p:txBody>
      </p:sp>
      <p:sp>
        <p:nvSpPr>
          <p:cNvPr id="4" name="TextBox 3">
            <a:extLst>
              <a:ext uri="{FF2B5EF4-FFF2-40B4-BE49-F238E27FC236}">
                <a16:creationId xmlns:a16="http://schemas.microsoft.com/office/drawing/2014/main" id="{4EB4DEDF-E872-C4FD-19EA-97C8E247FFEC}"/>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73779688"/>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AB4CA-3EB8-7734-C4D9-3A91CD181A15}"/>
              </a:ext>
            </a:extLst>
          </p:cNvPr>
          <p:cNvSpPr>
            <a:spLocks noGrp="1"/>
          </p:cNvSpPr>
          <p:nvPr>
            <p:ph type="title"/>
          </p:nvPr>
        </p:nvSpPr>
        <p:spPr>
          <a:xfrm>
            <a:off x="457200" y="1195388"/>
            <a:ext cx="8229600" cy="863600"/>
          </a:xfrm>
        </p:spPr>
        <p:txBody>
          <a:bodyPr rtlCol="1"/>
          <a:lstStyle/>
          <a:p>
            <a:pPr rtl="1"/>
            <a:r>
              <a:rPr lang="ar">
                <a:latin typeface="Times New Roman" panose="02020603050405020304" pitchFamily="18" charset="0"/>
                <a:cs typeface="Times New Roman" panose="02020603050405020304" pitchFamily="18" charset="0"/>
              </a:rPr>
              <a:t>تقديم الرعاية باحترام</a:t>
            </a:r>
          </a:p>
        </p:txBody>
      </p:sp>
      <p:sp>
        <p:nvSpPr>
          <p:cNvPr id="3" name="Content Placeholder 2">
            <a:extLst>
              <a:ext uri="{FF2B5EF4-FFF2-40B4-BE49-F238E27FC236}">
                <a16:creationId xmlns:a16="http://schemas.microsoft.com/office/drawing/2014/main" id="{45C365BB-ED9B-966B-2FC1-25DE3F40E42F}"/>
              </a:ext>
            </a:extLst>
          </p:cNvPr>
          <p:cNvSpPr>
            <a:spLocks noGrp="1"/>
          </p:cNvSpPr>
          <p:nvPr>
            <p:ph sz="half" idx="2"/>
          </p:nvPr>
        </p:nvSpPr>
        <p:spPr>
          <a:xfrm>
            <a:off x="468312" y="2195513"/>
            <a:ext cx="7991475" cy="3609975"/>
          </a:xfrm>
        </p:spPr>
        <p:txBody>
          <a:bodyPr rtlCol="1"/>
          <a:lstStyle/>
          <a:p>
            <a:pPr marL="0" indent="0" rtl="1">
              <a:buNone/>
            </a:pPr>
            <a:r>
              <a:rPr lang="ar" dirty="0">
                <a:latin typeface="Times New Roman" panose="02020603050405020304" pitchFamily="18" charset="0"/>
                <a:cs typeface="Times New Roman" panose="02020603050405020304" pitchFamily="18" charset="0"/>
              </a:rPr>
              <a:t>أهمية معاملة الآخرين باحترام، من خلال اتباع السلوكيات الملائمة:</a:t>
            </a:r>
          </a:p>
          <a:p>
            <a:pPr rtl="1"/>
            <a:r>
              <a:rPr lang="ar" dirty="0">
                <a:latin typeface="Times New Roman" panose="02020603050405020304" pitchFamily="18" charset="0"/>
                <a:cs typeface="Times New Roman" panose="02020603050405020304" pitchFamily="18" charset="0"/>
              </a:rPr>
              <a:t>احترام الاختلافات، مثل اختلاف النوع الاجتماعي، والثقافة، والدين أو المعتقدات غير الدينية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احترام الخصوصية والآراء</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احترام العبارات الخطابية، مثل الاسم واللقب الذي يسبق الاسم</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احترام حق الشخص في قبول الرعاية أو رفضها</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A8391C-20DC-DC2C-05D4-C5E07690C2F5}"/>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723372673"/>
      </p:ext>
    </p:extLst>
  </p:cSld>
  <p:clrMapOvr>
    <a:masterClrMapping/>
  </p:clrMapOvr>
  <p:transition>
    <p:sndAc>
      <p:stSnd>
        <p:snd r:embed="rId2"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4223D-5DA2-617D-A375-9E13759879DE}"/>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00165C92-EDF8-3347-5E9F-FD6080EEEC1A}"/>
              </a:ext>
            </a:extLst>
          </p:cNvPr>
          <p:cNvSpPr>
            <a:spLocks noGrp="1" noChangeArrowheads="1"/>
          </p:cNvSpPr>
          <p:nvPr>
            <p:ph type="title"/>
          </p:nvPr>
        </p:nvSpPr>
        <p:spPr bwMode="auto">
          <a:xfrm>
            <a:off x="457200" y="1523421"/>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latin typeface="Times New Roman" panose="02020603050405020304" pitchFamily="18" charset="0"/>
                <a:cs typeface="Times New Roman" panose="02020603050405020304" pitchFamily="18" charset="0"/>
              </a:rPr>
              <a:t>نتاج التعلم ج</a:t>
            </a:r>
            <a:br>
              <a:rPr lang="en-US" altLang="en-US" sz="2400" b="1" dirty="0">
                <a:latin typeface="Times New Roman" panose="02020603050405020304" pitchFamily="18" charset="0"/>
                <a:cs typeface="Times New Roman" panose="02020603050405020304" pitchFamily="18" charset="0"/>
              </a:rPr>
            </a:br>
            <a:br>
              <a:rPr lang="en-US" altLang="en-US" sz="2400" b="1" dirty="0">
                <a:latin typeface="Times New Roman" panose="02020603050405020304" pitchFamily="18" charset="0"/>
                <a:cs typeface="Times New Roman" panose="02020603050405020304" pitchFamily="18" charset="0"/>
              </a:rPr>
            </a:br>
            <a:endParaRPr lang="en-GB" altLang="en-US" sz="3600" b="1"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6CF9C4F2-C1F7-17C5-D991-9382FDD8C534}"/>
              </a:ext>
            </a:extLst>
          </p:cNvPr>
          <p:cNvSpPr>
            <a:spLocks noGrp="1" noChangeArrowheads="1"/>
          </p:cNvSpPr>
          <p:nvPr>
            <p:ph sz="half" idx="2"/>
          </p:nvPr>
        </p:nvSpPr>
        <p:spPr bwMode="auto">
          <a:xfrm>
            <a:off x="574030" y="3572669"/>
            <a:ext cx="77056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dirty="0">
                <a:latin typeface="Times New Roman" panose="02020603050405020304" pitchFamily="18" charset="0"/>
                <a:cs typeface="Times New Roman" panose="02020603050405020304" pitchFamily="18" charset="0"/>
              </a:rPr>
              <a:t>ج1 نقاط القوة الشخصية ومجالات ال</a:t>
            </a:r>
            <a:r>
              <a:rPr lang="ar-EG" b="1" dirty="0">
                <a:latin typeface="Times New Roman" panose="02020603050405020304" pitchFamily="18" charset="0"/>
                <a:cs typeface="Times New Roman" panose="02020603050405020304" pitchFamily="18" charset="0"/>
              </a:rPr>
              <a:t>تطوّر</a:t>
            </a:r>
            <a:endParaRPr lang="ar" b="1" dirty="0">
              <a:latin typeface="Times New Roman" panose="02020603050405020304" pitchFamily="18" charset="0"/>
              <a:cs typeface="Times New Roman" panose="02020603050405020304" pitchFamily="18" charset="0"/>
            </a:endParaRPr>
          </a:p>
          <a:p>
            <a:pPr rtl="1"/>
            <a:r>
              <a:rPr lang="ar" b="1" dirty="0">
                <a:latin typeface="Times New Roman" panose="02020603050405020304" pitchFamily="18" charset="0"/>
                <a:cs typeface="Times New Roman" panose="02020603050405020304" pitchFamily="18" charset="0"/>
              </a:rPr>
              <a:t>ج2 بناء الثقة بالنفس</a:t>
            </a:r>
            <a:endParaRPr lang="en-GB" altLang="en-US" dirty="0">
              <a:solidFill>
                <a:srgbClr val="FF0000"/>
              </a:solidFill>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58E96E00-8D1B-9BBE-DC75-B7C920B204F2}"/>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a:latin typeface="Times New Roman" panose="02020603050405020304" pitchFamily="18" charset="0"/>
                <a:cs typeface="Times New Roman" panose="02020603050405020304" pitchFamily="18" charset="0"/>
              </a:rPr>
              <a:t>استكشاف سمات القوة الشخصية والثقة بالنفس المطلوبة لتقديم الرعاية.</a:t>
            </a:r>
          </a:p>
        </p:txBody>
      </p:sp>
      <p:sp>
        <p:nvSpPr>
          <p:cNvPr id="2" name="TextBox 1">
            <a:extLst>
              <a:ext uri="{FF2B5EF4-FFF2-40B4-BE49-F238E27FC236}">
                <a16:creationId xmlns:a16="http://schemas.microsoft.com/office/drawing/2014/main" id="{9E65387C-F730-45B7-3731-C906821F413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3160015230"/>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1E05-6D38-7529-99DD-9096B87012A0}"/>
              </a:ext>
            </a:extLst>
          </p:cNvPr>
          <p:cNvSpPr>
            <a:spLocks noGrp="1"/>
          </p:cNvSpPr>
          <p:nvPr>
            <p:ph type="title"/>
          </p:nvPr>
        </p:nvSpPr>
        <p:spPr>
          <a:xfrm>
            <a:off x="457200" y="836712"/>
            <a:ext cx="8229600" cy="864000"/>
          </a:xfrm>
        </p:spPr>
        <p:txBody>
          <a:bodyPr rtlCol="1"/>
          <a:lstStyle/>
          <a:p>
            <a:pPr algn="ctr" rtl="1"/>
            <a:r>
              <a:rPr lang="ar" sz="2800" dirty="0">
                <a:latin typeface="Times New Roman" panose="02020603050405020304" pitchFamily="18" charset="0"/>
                <a:cs typeface="Times New Roman" panose="02020603050405020304" pitchFamily="18" charset="0"/>
              </a:rPr>
              <a:t>نقاط القوة الشخصية ومجالات ال</a:t>
            </a:r>
            <a:r>
              <a:rPr lang="ar-EG" sz="2800" dirty="0">
                <a:latin typeface="Times New Roman" panose="02020603050405020304" pitchFamily="18" charset="0"/>
                <a:cs typeface="Times New Roman" panose="02020603050405020304" pitchFamily="18" charset="0"/>
              </a:rPr>
              <a:t>تطوّر</a:t>
            </a:r>
            <a:endParaRPr lang="ar" sz="2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F67CC3BB-5390-30DA-FE4B-B7D247EF2469}"/>
              </a:ext>
            </a:extLst>
          </p:cNvPr>
          <p:cNvSpPr>
            <a:spLocks noGrp="1"/>
          </p:cNvSpPr>
          <p:nvPr>
            <p:ph type="body" idx="1"/>
          </p:nvPr>
        </p:nvSpPr>
        <p:spPr>
          <a:xfrm>
            <a:off x="4646611" y="1484784"/>
            <a:ext cx="4040188" cy="639762"/>
          </a:xfrm>
        </p:spPr>
        <p:txBody>
          <a:bodyPr rtlCol="1"/>
          <a:lstStyle/>
          <a:p>
            <a:pPr rtl="1"/>
            <a:r>
              <a:rPr lang="ar">
                <a:latin typeface="Times New Roman" panose="02020603050405020304" pitchFamily="18" charset="0"/>
                <a:cs typeface="Times New Roman" panose="02020603050405020304" pitchFamily="18" charset="0"/>
              </a:rPr>
              <a:t>المهارات</a:t>
            </a:r>
          </a:p>
        </p:txBody>
      </p:sp>
      <p:sp>
        <p:nvSpPr>
          <p:cNvPr id="6" name="Content Placeholder 5">
            <a:extLst>
              <a:ext uri="{FF2B5EF4-FFF2-40B4-BE49-F238E27FC236}">
                <a16:creationId xmlns:a16="http://schemas.microsoft.com/office/drawing/2014/main" id="{14D11DD9-F766-6F70-8D4D-0259F628023B}"/>
              </a:ext>
            </a:extLst>
          </p:cNvPr>
          <p:cNvSpPr>
            <a:spLocks noGrp="1"/>
          </p:cNvSpPr>
          <p:nvPr>
            <p:ph sz="half" idx="2"/>
          </p:nvPr>
        </p:nvSpPr>
        <p:spPr>
          <a:xfrm>
            <a:off x="4646611" y="2221386"/>
            <a:ext cx="4040188" cy="3193562"/>
          </a:xfrm>
        </p:spPr>
        <p:txBody>
          <a:bodyPr rtlCol="1"/>
          <a:lstStyle/>
          <a:p>
            <a:pPr rtl="1"/>
            <a:r>
              <a:rPr lang="ar" sz="1800">
                <a:latin typeface="Times New Roman" panose="02020603050405020304" pitchFamily="18" charset="0"/>
                <a:cs typeface="Times New Roman" panose="02020603050405020304" pitchFamily="18" charset="0"/>
              </a:rPr>
              <a:t>مهارات التواصل والعمل الجماعي</a:t>
            </a:r>
          </a:p>
          <a:p>
            <a:pPr rtl="1"/>
            <a:r>
              <a:rPr lang="ar" sz="1800">
                <a:latin typeface="Times New Roman" panose="02020603050405020304" pitchFamily="18" charset="0"/>
                <a:cs typeface="Times New Roman" panose="02020603050405020304" pitchFamily="18" charset="0"/>
              </a:rPr>
              <a:t>مهارات الملاحظة وتسجيل البيانات</a:t>
            </a:r>
          </a:p>
          <a:p>
            <a:pPr rtl="1"/>
            <a:r>
              <a:rPr lang="ar" sz="1800">
                <a:latin typeface="Times New Roman" panose="02020603050405020304" pitchFamily="18" charset="0"/>
                <a:cs typeface="Times New Roman" panose="02020603050405020304" pitchFamily="18" charset="0"/>
              </a:rPr>
              <a:t>مهارات التنظيم وحل المشكلات</a:t>
            </a:r>
          </a:p>
        </p:txBody>
      </p:sp>
      <p:sp>
        <p:nvSpPr>
          <p:cNvPr id="7" name="Text Placeholder 6">
            <a:extLst>
              <a:ext uri="{FF2B5EF4-FFF2-40B4-BE49-F238E27FC236}">
                <a16:creationId xmlns:a16="http://schemas.microsoft.com/office/drawing/2014/main" id="{3B71A0F7-42F6-2FB8-341D-BE021DC976C8}"/>
              </a:ext>
            </a:extLst>
          </p:cNvPr>
          <p:cNvSpPr>
            <a:spLocks noGrp="1"/>
          </p:cNvSpPr>
          <p:nvPr>
            <p:ph type="body" sz="quarter" idx="3"/>
          </p:nvPr>
        </p:nvSpPr>
        <p:spPr>
          <a:xfrm>
            <a:off x="457199" y="1484784"/>
            <a:ext cx="4041775" cy="639762"/>
          </a:xfrm>
        </p:spPr>
        <p:txBody>
          <a:bodyPr rtlCol="1"/>
          <a:lstStyle/>
          <a:p>
            <a:pPr rtl="1"/>
            <a:r>
              <a:rPr lang="ar">
                <a:latin typeface="Times New Roman" panose="02020603050405020304" pitchFamily="18" charset="0"/>
                <a:cs typeface="Times New Roman" panose="02020603050405020304" pitchFamily="18" charset="0"/>
              </a:rPr>
              <a:t>الصفات الشخصية</a:t>
            </a:r>
          </a:p>
        </p:txBody>
      </p:sp>
      <p:sp>
        <p:nvSpPr>
          <p:cNvPr id="8" name="Content Placeholder 7">
            <a:extLst>
              <a:ext uri="{FF2B5EF4-FFF2-40B4-BE49-F238E27FC236}">
                <a16:creationId xmlns:a16="http://schemas.microsoft.com/office/drawing/2014/main" id="{59DC4E73-83A4-7793-24D3-6EC223B34939}"/>
              </a:ext>
            </a:extLst>
          </p:cNvPr>
          <p:cNvSpPr>
            <a:spLocks noGrp="1"/>
          </p:cNvSpPr>
          <p:nvPr>
            <p:ph sz="quarter" idx="4"/>
          </p:nvPr>
        </p:nvSpPr>
        <p:spPr>
          <a:xfrm>
            <a:off x="457199" y="2221386"/>
            <a:ext cx="4041775" cy="3193562"/>
          </a:xfrm>
        </p:spPr>
        <p:txBody>
          <a:bodyPr rtlCol="1"/>
          <a:lstStyle/>
          <a:p>
            <a:pPr rtl="1"/>
            <a:r>
              <a:rPr lang="ar" sz="1800" dirty="0">
                <a:latin typeface="Times New Roman" panose="02020603050405020304" pitchFamily="18" charset="0"/>
                <a:cs typeface="Times New Roman" panose="02020603050405020304" pitchFamily="18" charset="0"/>
              </a:rPr>
              <a:t>الصبر</a:t>
            </a:r>
          </a:p>
          <a:p>
            <a:pPr rtl="1"/>
            <a:r>
              <a:rPr lang="ar" sz="1800" dirty="0">
                <a:latin typeface="Times New Roman" panose="02020603050405020304" pitchFamily="18" charset="0"/>
                <a:cs typeface="Times New Roman" panose="02020603050405020304" pitchFamily="18" charset="0"/>
              </a:rPr>
              <a:t>التعاطف</a:t>
            </a:r>
          </a:p>
          <a:p>
            <a:pPr rtl="1"/>
            <a:r>
              <a:rPr lang="ar" sz="1800" dirty="0">
                <a:latin typeface="Times New Roman" panose="02020603050405020304" pitchFamily="18" charset="0"/>
                <a:cs typeface="Times New Roman" panose="02020603050405020304" pitchFamily="18" charset="0"/>
              </a:rPr>
              <a:t>الصدق</a:t>
            </a:r>
          </a:p>
          <a:p>
            <a:pPr rtl="1"/>
            <a:r>
              <a:rPr lang="ar" sz="1800" dirty="0">
                <a:latin typeface="Times New Roman" panose="02020603050405020304" pitchFamily="18" charset="0"/>
                <a:cs typeface="Times New Roman" panose="02020603050405020304" pitchFamily="18" charset="0"/>
              </a:rPr>
              <a:t>الاحترام</a:t>
            </a:r>
          </a:p>
          <a:p>
            <a:pPr rtl="1"/>
            <a:r>
              <a:rPr lang="ar" sz="1800" dirty="0">
                <a:latin typeface="Times New Roman" panose="02020603050405020304" pitchFamily="18" charset="0"/>
                <a:cs typeface="Times New Roman" panose="02020603050405020304" pitchFamily="18" charset="0"/>
              </a:rPr>
              <a:t>الرغبة</a:t>
            </a:r>
          </a:p>
          <a:p>
            <a:pPr rtl="1"/>
            <a:r>
              <a:rPr lang="ar" sz="1800" dirty="0">
                <a:latin typeface="Times New Roman" panose="02020603050405020304" pitchFamily="18" charset="0"/>
                <a:cs typeface="Times New Roman" panose="02020603050405020304" pitchFamily="18" charset="0"/>
              </a:rPr>
              <a:t>الموثوقية</a:t>
            </a:r>
          </a:p>
          <a:p>
            <a:pPr rtl="1"/>
            <a:r>
              <a:rPr lang="ar" sz="1800" dirty="0">
                <a:latin typeface="Times New Roman" panose="02020603050405020304" pitchFamily="18" charset="0"/>
                <a:cs typeface="Times New Roman" panose="02020603050405020304" pitchFamily="18" charset="0"/>
              </a:rPr>
              <a:t>البراعة</a:t>
            </a:r>
          </a:p>
          <a:p>
            <a:pPr rtl="1"/>
            <a:r>
              <a:rPr lang="ar" sz="1800" dirty="0">
                <a:latin typeface="Times New Roman" panose="02020603050405020304" pitchFamily="18" charset="0"/>
                <a:cs typeface="Times New Roman" panose="02020603050405020304" pitchFamily="18" charset="0"/>
              </a:rPr>
              <a:t>الاهتمام</a:t>
            </a:r>
          </a:p>
          <a:p>
            <a:pPr rtl="1"/>
            <a:r>
              <a:rPr lang="ar" sz="1800" dirty="0">
                <a:latin typeface="Times New Roman" panose="02020603050405020304" pitchFamily="18" charset="0"/>
                <a:cs typeface="Times New Roman" panose="02020603050405020304" pitchFamily="18" charset="0"/>
              </a:rPr>
              <a:t>أخلاقيات العمل</a:t>
            </a:r>
          </a:p>
          <a:p>
            <a:pPr rtl="1"/>
            <a:r>
              <a:rPr lang="ar" sz="1800" dirty="0">
                <a:latin typeface="Times New Roman" panose="02020603050405020304" pitchFamily="18" charset="0"/>
                <a:cs typeface="Times New Roman" panose="02020603050405020304" pitchFamily="18" charset="0"/>
              </a:rPr>
              <a:t>روح الدعابة</a:t>
            </a:r>
          </a:p>
          <a:p>
            <a:pPr rtl="1"/>
            <a:r>
              <a:rPr lang="ar" sz="1800" dirty="0">
                <a:latin typeface="Times New Roman" panose="02020603050405020304" pitchFamily="18" charset="0"/>
                <a:cs typeface="Times New Roman" panose="02020603050405020304" pitchFamily="18" charset="0"/>
              </a:rPr>
              <a:t>المرونة</a:t>
            </a:r>
          </a:p>
          <a:p>
            <a:pPr rtl="1"/>
            <a:r>
              <a:rPr lang="ar" sz="1800" dirty="0">
                <a:latin typeface="Times New Roman" panose="02020603050405020304" pitchFamily="18" charset="0"/>
                <a:cs typeface="Times New Roman" panose="02020603050405020304" pitchFamily="18" charset="0"/>
              </a:rPr>
              <a:t>دعم المساواة والتنوع</a:t>
            </a:r>
          </a:p>
        </p:txBody>
      </p:sp>
      <p:sp>
        <p:nvSpPr>
          <p:cNvPr id="9" name="Explosion: 8 Points 8">
            <a:extLst>
              <a:ext uri="{FF2B5EF4-FFF2-40B4-BE49-F238E27FC236}">
                <a16:creationId xmlns:a16="http://schemas.microsoft.com/office/drawing/2014/main" id="{2B3AE199-1A0B-7C07-2E91-CF5C4A773CA1}"/>
              </a:ext>
            </a:extLst>
          </p:cNvPr>
          <p:cNvSpPr/>
          <p:nvPr/>
        </p:nvSpPr>
        <p:spPr>
          <a:xfrm>
            <a:off x="4860032" y="3453740"/>
            <a:ext cx="4114800" cy="2495540"/>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sz="1600" dirty="0">
                <a:solidFill>
                  <a:schemeClr val="accent2"/>
                </a:solidFill>
                <a:latin typeface="Times New Roman" panose="02020603050405020304" pitchFamily="18" charset="0"/>
                <a:cs typeface="Times New Roman" panose="02020603050405020304" pitchFamily="18" charset="0"/>
              </a:rPr>
              <a:t>أي من هذه الصفات تعتقد أنك تمتلكها - أيها ترغب في تطويرها؟</a:t>
            </a:r>
          </a:p>
        </p:txBody>
      </p:sp>
      <p:sp>
        <p:nvSpPr>
          <p:cNvPr id="3" name="TextBox 2">
            <a:extLst>
              <a:ext uri="{FF2B5EF4-FFF2-40B4-BE49-F238E27FC236}">
                <a16:creationId xmlns:a16="http://schemas.microsoft.com/office/drawing/2014/main" id="{7D031112-F6DF-31DF-0526-7DF4F6E49C60}"/>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19308326"/>
      </p:ext>
    </p:extLst>
  </p:cSld>
  <p:clrMapOvr>
    <a:masterClrMapping/>
  </p:clrMapOvr>
  <p:transition>
    <p:sndAc>
      <p:stSnd>
        <p:snd r:embed="rId2"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7008-CE87-F762-F0BB-959C54BC6B90}"/>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تحليل الصفات الشخصية</a:t>
            </a:r>
          </a:p>
        </p:txBody>
      </p:sp>
      <p:grpSp>
        <p:nvGrpSpPr>
          <p:cNvPr id="3" name="Group 2">
            <a:extLst>
              <a:ext uri="{FF2B5EF4-FFF2-40B4-BE49-F238E27FC236}">
                <a16:creationId xmlns:a16="http://schemas.microsoft.com/office/drawing/2014/main" id="{C8565C85-4E1F-532F-8EA4-1FB710F57154}"/>
              </a:ext>
            </a:extLst>
          </p:cNvPr>
          <p:cNvGrpSpPr/>
          <p:nvPr/>
        </p:nvGrpSpPr>
        <p:grpSpPr>
          <a:xfrm flipH="1">
            <a:off x="468312" y="2197454"/>
            <a:ext cx="8207374" cy="3874379"/>
            <a:chOff x="468312" y="2197454"/>
            <a:chExt cx="8207374" cy="3874379"/>
          </a:xfrm>
        </p:grpSpPr>
        <p:sp>
          <p:nvSpPr>
            <p:cNvPr id="4" name="Freeform: Shape 3">
              <a:extLst>
                <a:ext uri="{FF2B5EF4-FFF2-40B4-BE49-F238E27FC236}">
                  <a16:creationId xmlns:a16="http://schemas.microsoft.com/office/drawing/2014/main" id="{942BAA66-11DB-CAE2-04FD-3AF1CAAE1A0F}"/>
                </a:ext>
              </a:extLst>
            </p:cNvPr>
            <p:cNvSpPr/>
            <p:nvPr/>
          </p:nvSpPr>
          <p:spPr>
            <a:xfrm>
              <a:off x="3422966" y="2290813"/>
              <a:ext cx="5252720" cy="746868"/>
            </a:xfrm>
            <a:custGeom>
              <a:avLst/>
              <a:gdLst>
                <a:gd name="connsiteX0" fmla="*/ 124480 w 746868"/>
                <a:gd name="connsiteY0" fmla="*/ 0 h 5252720"/>
                <a:gd name="connsiteX1" fmla="*/ 622388 w 746868"/>
                <a:gd name="connsiteY1" fmla="*/ 0 h 5252720"/>
                <a:gd name="connsiteX2" fmla="*/ 746868 w 746868"/>
                <a:gd name="connsiteY2" fmla="*/ 124480 h 5252720"/>
                <a:gd name="connsiteX3" fmla="*/ 746868 w 746868"/>
                <a:gd name="connsiteY3" fmla="*/ 5252720 h 5252720"/>
                <a:gd name="connsiteX4" fmla="*/ 746868 w 746868"/>
                <a:gd name="connsiteY4" fmla="*/ 5252720 h 5252720"/>
                <a:gd name="connsiteX5" fmla="*/ 0 w 746868"/>
                <a:gd name="connsiteY5" fmla="*/ 5252720 h 5252720"/>
                <a:gd name="connsiteX6" fmla="*/ 0 w 746868"/>
                <a:gd name="connsiteY6" fmla="*/ 5252720 h 5252720"/>
                <a:gd name="connsiteX7" fmla="*/ 0 w 746868"/>
                <a:gd name="connsiteY7" fmla="*/ 124480 h 5252720"/>
                <a:gd name="connsiteX8" fmla="*/ 124480 w 746868"/>
                <a:gd name="connsiteY8" fmla="*/ 0 h 525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868" h="5252720">
                  <a:moveTo>
                    <a:pt x="746868" y="875470"/>
                  </a:moveTo>
                  <a:lnTo>
                    <a:pt x="746868" y="4377250"/>
                  </a:lnTo>
                  <a:cubicBezTo>
                    <a:pt x="746868" y="4860754"/>
                    <a:pt x="738944" y="5252716"/>
                    <a:pt x="729169" y="5252716"/>
                  </a:cubicBezTo>
                  <a:lnTo>
                    <a:pt x="0" y="5252716"/>
                  </a:lnTo>
                  <a:lnTo>
                    <a:pt x="0" y="5252716"/>
                  </a:lnTo>
                  <a:lnTo>
                    <a:pt x="0" y="4"/>
                  </a:lnTo>
                  <a:lnTo>
                    <a:pt x="0" y="4"/>
                  </a:lnTo>
                  <a:lnTo>
                    <a:pt x="729169" y="4"/>
                  </a:lnTo>
                  <a:cubicBezTo>
                    <a:pt x="738944" y="4"/>
                    <a:pt x="746868" y="391966"/>
                    <a:pt x="746868" y="875470"/>
                  </a:cubicBezTo>
                  <a:close/>
                </a:path>
              </a:pathLst>
            </a:custGeom>
            <a:solidFill>
              <a:srgbClr val="92D050">
                <a:alpha val="90000"/>
              </a:srgbClr>
            </a:solidFill>
          </p:spPr>
          <p:style>
            <a:lnRef idx="2">
              <a:schemeClr val="accent2">
                <a:alpha val="90000"/>
                <a:tint val="40000"/>
                <a:hueOff val="0"/>
                <a:satOff val="0"/>
                <a:lumOff val="0"/>
                <a:alphaOff val="0"/>
              </a:schemeClr>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8591" tIns="110753" rIns="185048" bIns="110755" numCol="1" spcCol="1270" rtlCol="1" anchor="ctr" anchorCtr="0">
              <a:noAutofit/>
            </a:bodyPr>
            <a:lstStyle/>
            <a:p>
              <a:pPr marL="285750" lvl="1" indent="-285750" algn="r" defTabSz="1733550" rtl="1">
                <a:lnSpc>
                  <a:spcPct val="90000"/>
                </a:lnSpc>
                <a:spcBef>
                  <a:spcPct val="0"/>
                </a:spcBef>
                <a:spcAft>
                  <a:spcPct val="15000"/>
                </a:spcAft>
                <a:buChar char="•"/>
              </a:pPr>
              <a:r>
                <a:rPr lang="ar" sz="3900" kern="1200"/>
                <a:t>نقاط القوة</a:t>
              </a:r>
            </a:p>
          </p:txBody>
        </p:sp>
        <p:sp>
          <p:nvSpPr>
            <p:cNvPr id="5" name="Freeform: Shape 4">
              <a:extLst>
                <a:ext uri="{FF2B5EF4-FFF2-40B4-BE49-F238E27FC236}">
                  <a16:creationId xmlns:a16="http://schemas.microsoft.com/office/drawing/2014/main" id="{95138217-F0A4-FA2F-6C70-8B790BC5BFA0}"/>
                </a:ext>
              </a:extLst>
            </p:cNvPr>
            <p:cNvSpPr/>
            <p:nvPr/>
          </p:nvSpPr>
          <p:spPr>
            <a:xfrm>
              <a:off x="468312" y="2197454"/>
              <a:ext cx="2954655" cy="933585"/>
            </a:xfrm>
            <a:custGeom>
              <a:avLst/>
              <a:gdLst>
                <a:gd name="connsiteX0" fmla="*/ 0 w 2954655"/>
                <a:gd name="connsiteY0" fmla="*/ 155601 h 933585"/>
                <a:gd name="connsiteX1" fmla="*/ 155601 w 2954655"/>
                <a:gd name="connsiteY1" fmla="*/ 0 h 933585"/>
                <a:gd name="connsiteX2" fmla="*/ 2799054 w 2954655"/>
                <a:gd name="connsiteY2" fmla="*/ 0 h 933585"/>
                <a:gd name="connsiteX3" fmla="*/ 2954655 w 2954655"/>
                <a:gd name="connsiteY3" fmla="*/ 155601 h 933585"/>
                <a:gd name="connsiteX4" fmla="*/ 2954655 w 2954655"/>
                <a:gd name="connsiteY4" fmla="*/ 777984 h 933585"/>
                <a:gd name="connsiteX5" fmla="*/ 2799054 w 2954655"/>
                <a:gd name="connsiteY5" fmla="*/ 933585 h 933585"/>
                <a:gd name="connsiteX6" fmla="*/ 155601 w 2954655"/>
                <a:gd name="connsiteY6" fmla="*/ 933585 h 933585"/>
                <a:gd name="connsiteX7" fmla="*/ 0 w 2954655"/>
                <a:gd name="connsiteY7" fmla="*/ 777984 h 933585"/>
                <a:gd name="connsiteX8" fmla="*/ 0 w 2954655"/>
                <a:gd name="connsiteY8" fmla="*/ 155601 h 93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655" h="933585">
                  <a:moveTo>
                    <a:pt x="0" y="155601"/>
                  </a:moveTo>
                  <a:cubicBezTo>
                    <a:pt x="0" y="69665"/>
                    <a:pt x="69665" y="0"/>
                    <a:pt x="155601" y="0"/>
                  </a:cubicBezTo>
                  <a:lnTo>
                    <a:pt x="2799054" y="0"/>
                  </a:lnTo>
                  <a:cubicBezTo>
                    <a:pt x="2884990" y="0"/>
                    <a:pt x="2954655" y="69665"/>
                    <a:pt x="2954655" y="155601"/>
                  </a:cubicBezTo>
                  <a:lnTo>
                    <a:pt x="2954655" y="777984"/>
                  </a:lnTo>
                  <a:cubicBezTo>
                    <a:pt x="2954655" y="863920"/>
                    <a:pt x="2884990" y="933585"/>
                    <a:pt x="2799054" y="933585"/>
                  </a:cubicBezTo>
                  <a:lnTo>
                    <a:pt x="155601" y="933585"/>
                  </a:lnTo>
                  <a:cubicBezTo>
                    <a:pt x="69665" y="933585"/>
                    <a:pt x="0" y="863920"/>
                    <a:pt x="0" y="777984"/>
                  </a:cubicBezTo>
                  <a:lnTo>
                    <a:pt x="0" y="15560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24644" tIns="135109" rIns="224644" bIns="135109" numCol="1" spcCol="1270" rtlCol="1" anchor="ctr" anchorCtr="0">
              <a:noAutofit/>
            </a:bodyPr>
            <a:lstStyle/>
            <a:p>
              <a:pPr marL="0" lvl="0" indent="0" algn="ctr" defTabSz="2089150" rtl="1">
                <a:lnSpc>
                  <a:spcPct val="90000"/>
                </a:lnSpc>
                <a:spcBef>
                  <a:spcPct val="0"/>
                </a:spcBef>
                <a:spcAft>
                  <a:spcPct val="35000"/>
                </a:spcAft>
                <a:buNone/>
              </a:pPr>
              <a:r>
                <a:rPr lang="ar" sz="4700" kern="1200"/>
                <a:t>S</a:t>
              </a:r>
            </a:p>
          </p:txBody>
        </p:sp>
        <p:sp>
          <p:nvSpPr>
            <p:cNvPr id="6" name="Freeform: Shape 5">
              <a:extLst>
                <a:ext uri="{FF2B5EF4-FFF2-40B4-BE49-F238E27FC236}">
                  <a16:creationId xmlns:a16="http://schemas.microsoft.com/office/drawing/2014/main" id="{A226FD98-C245-FC0D-181E-931F2A22BAF7}"/>
                </a:ext>
              </a:extLst>
            </p:cNvPr>
            <p:cNvSpPr/>
            <p:nvPr/>
          </p:nvSpPr>
          <p:spPr>
            <a:xfrm>
              <a:off x="3422966" y="3271078"/>
              <a:ext cx="5252720" cy="746868"/>
            </a:xfrm>
            <a:custGeom>
              <a:avLst/>
              <a:gdLst>
                <a:gd name="connsiteX0" fmla="*/ 124480 w 746868"/>
                <a:gd name="connsiteY0" fmla="*/ 0 h 5252720"/>
                <a:gd name="connsiteX1" fmla="*/ 622388 w 746868"/>
                <a:gd name="connsiteY1" fmla="*/ 0 h 5252720"/>
                <a:gd name="connsiteX2" fmla="*/ 746868 w 746868"/>
                <a:gd name="connsiteY2" fmla="*/ 124480 h 5252720"/>
                <a:gd name="connsiteX3" fmla="*/ 746868 w 746868"/>
                <a:gd name="connsiteY3" fmla="*/ 5252720 h 5252720"/>
                <a:gd name="connsiteX4" fmla="*/ 746868 w 746868"/>
                <a:gd name="connsiteY4" fmla="*/ 5252720 h 5252720"/>
                <a:gd name="connsiteX5" fmla="*/ 0 w 746868"/>
                <a:gd name="connsiteY5" fmla="*/ 5252720 h 5252720"/>
                <a:gd name="connsiteX6" fmla="*/ 0 w 746868"/>
                <a:gd name="connsiteY6" fmla="*/ 5252720 h 5252720"/>
                <a:gd name="connsiteX7" fmla="*/ 0 w 746868"/>
                <a:gd name="connsiteY7" fmla="*/ 124480 h 5252720"/>
                <a:gd name="connsiteX8" fmla="*/ 124480 w 746868"/>
                <a:gd name="connsiteY8" fmla="*/ 0 h 525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868" h="5252720">
                  <a:moveTo>
                    <a:pt x="746868" y="875470"/>
                  </a:moveTo>
                  <a:lnTo>
                    <a:pt x="746868" y="4377250"/>
                  </a:lnTo>
                  <a:cubicBezTo>
                    <a:pt x="746868" y="4860754"/>
                    <a:pt x="738944" y="5252716"/>
                    <a:pt x="729169" y="5252716"/>
                  </a:cubicBezTo>
                  <a:lnTo>
                    <a:pt x="0" y="5252716"/>
                  </a:lnTo>
                  <a:lnTo>
                    <a:pt x="0" y="5252716"/>
                  </a:lnTo>
                  <a:lnTo>
                    <a:pt x="0" y="4"/>
                  </a:lnTo>
                  <a:lnTo>
                    <a:pt x="0" y="4"/>
                  </a:lnTo>
                  <a:lnTo>
                    <a:pt x="729169" y="4"/>
                  </a:lnTo>
                  <a:cubicBezTo>
                    <a:pt x="738944" y="4"/>
                    <a:pt x="746868" y="391966"/>
                    <a:pt x="746868" y="875470"/>
                  </a:cubicBezTo>
                  <a:close/>
                </a:path>
              </a:pathLst>
            </a:custGeom>
            <a:solidFill>
              <a:srgbClr val="FFC000">
                <a:alpha val="90000"/>
              </a:srgbClr>
            </a:solidFill>
          </p:spPr>
          <p:style>
            <a:lnRef idx="2">
              <a:schemeClr val="accent2">
                <a:alpha val="90000"/>
                <a:tint val="40000"/>
                <a:hueOff val="0"/>
                <a:satOff val="0"/>
                <a:lumOff val="0"/>
                <a:alphaOff val="0"/>
              </a:schemeClr>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8591" tIns="110753" rIns="185048" bIns="110755" numCol="1" spcCol="1270" rtlCol="1" anchor="ctr" anchorCtr="0">
              <a:noAutofit/>
            </a:bodyPr>
            <a:lstStyle/>
            <a:p>
              <a:pPr marL="285750" lvl="1" indent="-285750" algn="r" defTabSz="1733550" rtl="1">
                <a:lnSpc>
                  <a:spcPct val="90000"/>
                </a:lnSpc>
                <a:spcBef>
                  <a:spcPct val="0"/>
                </a:spcBef>
                <a:spcAft>
                  <a:spcPct val="15000"/>
                </a:spcAft>
                <a:buChar char="•"/>
              </a:pPr>
              <a:r>
                <a:rPr lang="ar" sz="3900" kern="1200"/>
                <a:t>نقاط الضعف</a:t>
              </a:r>
            </a:p>
          </p:txBody>
        </p:sp>
        <p:sp>
          <p:nvSpPr>
            <p:cNvPr id="7" name="Freeform: Shape 6">
              <a:extLst>
                <a:ext uri="{FF2B5EF4-FFF2-40B4-BE49-F238E27FC236}">
                  <a16:creationId xmlns:a16="http://schemas.microsoft.com/office/drawing/2014/main" id="{D6E64064-9469-EB27-266A-349284706083}"/>
                </a:ext>
              </a:extLst>
            </p:cNvPr>
            <p:cNvSpPr/>
            <p:nvPr/>
          </p:nvSpPr>
          <p:spPr>
            <a:xfrm>
              <a:off x="468312" y="3177718"/>
              <a:ext cx="2954655" cy="933585"/>
            </a:xfrm>
            <a:custGeom>
              <a:avLst/>
              <a:gdLst>
                <a:gd name="connsiteX0" fmla="*/ 0 w 2954655"/>
                <a:gd name="connsiteY0" fmla="*/ 155601 h 933585"/>
                <a:gd name="connsiteX1" fmla="*/ 155601 w 2954655"/>
                <a:gd name="connsiteY1" fmla="*/ 0 h 933585"/>
                <a:gd name="connsiteX2" fmla="*/ 2799054 w 2954655"/>
                <a:gd name="connsiteY2" fmla="*/ 0 h 933585"/>
                <a:gd name="connsiteX3" fmla="*/ 2954655 w 2954655"/>
                <a:gd name="connsiteY3" fmla="*/ 155601 h 933585"/>
                <a:gd name="connsiteX4" fmla="*/ 2954655 w 2954655"/>
                <a:gd name="connsiteY4" fmla="*/ 777984 h 933585"/>
                <a:gd name="connsiteX5" fmla="*/ 2799054 w 2954655"/>
                <a:gd name="connsiteY5" fmla="*/ 933585 h 933585"/>
                <a:gd name="connsiteX6" fmla="*/ 155601 w 2954655"/>
                <a:gd name="connsiteY6" fmla="*/ 933585 h 933585"/>
                <a:gd name="connsiteX7" fmla="*/ 0 w 2954655"/>
                <a:gd name="connsiteY7" fmla="*/ 777984 h 933585"/>
                <a:gd name="connsiteX8" fmla="*/ 0 w 2954655"/>
                <a:gd name="connsiteY8" fmla="*/ 155601 h 93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655" h="933585">
                  <a:moveTo>
                    <a:pt x="0" y="155601"/>
                  </a:moveTo>
                  <a:cubicBezTo>
                    <a:pt x="0" y="69665"/>
                    <a:pt x="69665" y="0"/>
                    <a:pt x="155601" y="0"/>
                  </a:cubicBezTo>
                  <a:lnTo>
                    <a:pt x="2799054" y="0"/>
                  </a:lnTo>
                  <a:cubicBezTo>
                    <a:pt x="2884990" y="0"/>
                    <a:pt x="2954655" y="69665"/>
                    <a:pt x="2954655" y="155601"/>
                  </a:cubicBezTo>
                  <a:lnTo>
                    <a:pt x="2954655" y="777984"/>
                  </a:lnTo>
                  <a:cubicBezTo>
                    <a:pt x="2954655" y="863920"/>
                    <a:pt x="2884990" y="933585"/>
                    <a:pt x="2799054" y="933585"/>
                  </a:cubicBezTo>
                  <a:lnTo>
                    <a:pt x="155601" y="933585"/>
                  </a:lnTo>
                  <a:cubicBezTo>
                    <a:pt x="69665" y="933585"/>
                    <a:pt x="0" y="863920"/>
                    <a:pt x="0" y="777984"/>
                  </a:cubicBezTo>
                  <a:lnTo>
                    <a:pt x="0" y="15560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24644" tIns="135109" rIns="224644" bIns="135109" numCol="1" spcCol="1270" rtlCol="1" anchor="ctr" anchorCtr="0">
              <a:noAutofit/>
            </a:bodyPr>
            <a:lstStyle/>
            <a:p>
              <a:pPr marL="0" lvl="0" indent="0" algn="ctr" defTabSz="2089150" rtl="1">
                <a:lnSpc>
                  <a:spcPct val="90000"/>
                </a:lnSpc>
                <a:spcBef>
                  <a:spcPct val="0"/>
                </a:spcBef>
                <a:spcAft>
                  <a:spcPct val="35000"/>
                </a:spcAft>
                <a:buNone/>
              </a:pPr>
              <a:r>
                <a:rPr lang="ar" sz="4700" kern="1200"/>
                <a:t>W</a:t>
              </a:r>
            </a:p>
          </p:txBody>
        </p:sp>
        <p:sp>
          <p:nvSpPr>
            <p:cNvPr id="8" name="Freeform: Shape 7">
              <a:extLst>
                <a:ext uri="{FF2B5EF4-FFF2-40B4-BE49-F238E27FC236}">
                  <a16:creationId xmlns:a16="http://schemas.microsoft.com/office/drawing/2014/main" id="{C54C559C-16B4-817B-72AF-F3585DDA5222}"/>
                </a:ext>
              </a:extLst>
            </p:cNvPr>
            <p:cNvSpPr/>
            <p:nvPr/>
          </p:nvSpPr>
          <p:spPr>
            <a:xfrm>
              <a:off x="3422966" y="4251343"/>
              <a:ext cx="5252720" cy="746868"/>
            </a:xfrm>
            <a:custGeom>
              <a:avLst/>
              <a:gdLst>
                <a:gd name="connsiteX0" fmla="*/ 124480 w 746868"/>
                <a:gd name="connsiteY0" fmla="*/ 0 h 5252720"/>
                <a:gd name="connsiteX1" fmla="*/ 622388 w 746868"/>
                <a:gd name="connsiteY1" fmla="*/ 0 h 5252720"/>
                <a:gd name="connsiteX2" fmla="*/ 746868 w 746868"/>
                <a:gd name="connsiteY2" fmla="*/ 124480 h 5252720"/>
                <a:gd name="connsiteX3" fmla="*/ 746868 w 746868"/>
                <a:gd name="connsiteY3" fmla="*/ 5252720 h 5252720"/>
                <a:gd name="connsiteX4" fmla="*/ 746868 w 746868"/>
                <a:gd name="connsiteY4" fmla="*/ 5252720 h 5252720"/>
                <a:gd name="connsiteX5" fmla="*/ 0 w 746868"/>
                <a:gd name="connsiteY5" fmla="*/ 5252720 h 5252720"/>
                <a:gd name="connsiteX6" fmla="*/ 0 w 746868"/>
                <a:gd name="connsiteY6" fmla="*/ 5252720 h 5252720"/>
                <a:gd name="connsiteX7" fmla="*/ 0 w 746868"/>
                <a:gd name="connsiteY7" fmla="*/ 124480 h 5252720"/>
                <a:gd name="connsiteX8" fmla="*/ 124480 w 746868"/>
                <a:gd name="connsiteY8" fmla="*/ 0 h 525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868" h="5252720">
                  <a:moveTo>
                    <a:pt x="746868" y="875470"/>
                  </a:moveTo>
                  <a:lnTo>
                    <a:pt x="746868" y="4377250"/>
                  </a:lnTo>
                  <a:cubicBezTo>
                    <a:pt x="746868" y="4860754"/>
                    <a:pt x="738944" y="5252716"/>
                    <a:pt x="729169" y="5252716"/>
                  </a:cubicBezTo>
                  <a:lnTo>
                    <a:pt x="0" y="5252716"/>
                  </a:lnTo>
                  <a:lnTo>
                    <a:pt x="0" y="5252716"/>
                  </a:lnTo>
                  <a:lnTo>
                    <a:pt x="0" y="4"/>
                  </a:lnTo>
                  <a:lnTo>
                    <a:pt x="0" y="4"/>
                  </a:lnTo>
                  <a:lnTo>
                    <a:pt x="729169" y="4"/>
                  </a:lnTo>
                  <a:cubicBezTo>
                    <a:pt x="738944" y="4"/>
                    <a:pt x="746868" y="391966"/>
                    <a:pt x="746868" y="875470"/>
                  </a:cubicBezTo>
                  <a:close/>
                </a:path>
              </a:pathLst>
            </a:custGeom>
            <a:solidFill>
              <a:srgbClr val="00B0F0">
                <a:alpha val="90000"/>
              </a:srgbClr>
            </a:solidFill>
          </p:spPr>
          <p:style>
            <a:lnRef idx="2">
              <a:schemeClr val="accent2">
                <a:alpha val="90000"/>
                <a:tint val="40000"/>
                <a:hueOff val="0"/>
                <a:satOff val="0"/>
                <a:lumOff val="0"/>
                <a:alphaOff val="0"/>
              </a:schemeClr>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8591" tIns="110753" rIns="185048" bIns="110755" numCol="1" spcCol="1270" rtlCol="1" anchor="ctr" anchorCtr="0">
              <a:noAutofit/>
            </a:bodyPr>
            <a:lstStyle/>
            <a:p>
              <a:pPr marL="285750" lvl="1" indent="-285750" algn="r" defTabSz="1733550" rtl="1">
                <a:lnSpc>
                  <a:spcPct val="90000"/>
                </a:lnSpc>
                <a:spcBef>
                  <a:spcPct val="0"/>
                </a:spcBef>
                <a:spcAft>
                  <a:spcPct val="15000"/>
                </a:spcAft>
                <a:buChar char="•"/>
              </a:pPr>
              <a:r>
                <a:rPr lang="ar" sz="3900" kern="1200"/>
                <a:t>الفرص</a:t>
              </a:r>
            </a:p>
          </p:txBody>
        </p:sp>
        <p:sp>
          <p:nvSpPr>
            <p:cNvPr id="10" name="Freeform: Shape 9">
              <a:extLst>
                <a:ext uri="{FF2B5EF4-FFF2-40B4-BE49-F238E27FC236}">
                  <a16:creationId xmlns:a16="http://schemas.microsoft.com/office/drawing/2014/main" id="{6772176F-6BB9-08A2-6141-185526F7EB04}"/>
                </a:ext>
              </a:extLst>
            </p:cNvPr>
            <p:cNvSpPr/>
            <p:nvPr/>
          </p:nvSpPr>
          <p:spPr>
            <a:xfrm>
              <a:off x="468312" y="4157983"/>
              <a:ext cx="2954655" cy="933585"/>
            </a:xfrm>
            <a:custGeom>
              <a:avLst/>
              <a:gdLst>
                <a:gd name="connsiteX0" fmla="*/ 0 w 2954655"/>
                <a:gd name="connsiteY0" fmla="*/ 155601 h 933585"/>
                <a:gd name="connsiteX1" fmla="*/ 155601 w 2954655"/>
                <a:gd name="connsiteY1" fmla="*/ 0 h 933585"/>
                <a:gd name="connsiteX2" fmla="*/ 2799054 w 2954655"/>
                <a:gd name="connsiteY2" fmla="*/ 0 h 933585"/>
                <a:gd name="connsiteX3" fmla="*/ 2954655 w 2954655"/>
                <a:gd name="connsiteY3" fmla="*/ 155601 h 933585"/>
                <a:gd name="connsiteX4" fmla="*/ 2954655 w 2954655"/>
                <a:gd name="connsiteY4" fmla="*/ 777984 h 933585"/>
                <a:gd name="connsiteX5" fmla="*/ 2799054 w 2954655"/>
                <a:gd name="connsiteY5" fmla="*/ 933585 h 933585"/>
                <a:gd name="connsiteX6" fmla="*/ 155601 w 2954655"/>
                <a:gd name="connsiteY6" fmla="*/ 933585 h 933585"/>
                <a:gd name="connsiteX7" fmla="*/ 0 w 2954655"/>
                <a:gd name="connsiteY7" fmla="*/ 777984 h 933585"/>
                <a:gd name="connsiteX8" fmla="*/ 0 w 2954655"/>
                <a:gd name="connsiteY8" fmla="*/ 155601 h 93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655" h="933585">
                  <a:moveTo>
                    <a:pt x="0" y="155601"/>
                  </a:moveTo>
                  <a:cubicBezTo>
                    <a:pt x="0" y="69665"/>
                    <a:pt x="69665" y="0"/>
                    <a:pt x="155601" y="0"/>
                  </a:cubicBezTo>
                  <a:lnTo>
                    <a:pt x="2799054" y="0"/>
                  </a:lnTo>
                  <a:cubicBezTo>
                    <a:pt x="2884990" y="0"/>
                    <a:pt x="2954655" y="69665"/>
                    <a:pt x="2954655" y="155601"/>
                  </a:cubicBezTo>
                  <a:lnTo>
                    <a:pt x="2954655" y="777984"/>
                  </a:lnTo>
                  <a:cubicBezTo>
                    <a:pt x="2954655" y="863920"/>
                    <a:pt x="2884990" y="933585"/>
                    <a:pt x="2799054" y="933585"/>
                  </a:cubicBezTo>
                  <a:lnTo>
                    <a:pt x="155601" y="933585"/>
                  </a:lnTo>
                  <a:cubicBezTo>
                    <a:pt x="69665" y="933585"/>
                    <a:pt x="0" y="863920"/>
                    <a:pt x="0" y="777984"/>
                  </a:cubicBezTo>
                  <a:lnTo>
                    <a:pt x="0" y="15560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24644" tIns="135109" rIns="224644" bIns="135109" numCol="1" spcCol="1270" rtlCol="1" anchor="ctr" anchorCtr="0">
              <a:noAutofit/>
            </a:bodyPr>
            <a:lstStyle/>
            <a:p>
              <a:pPr marL="0" lvl="0" indent="0" algn="ctr" defTabSz="2089150" rtl="1">
                <a:lnSpc>
                  <a:spcPct val="90000"/>
                </a:lnSpc>
                <a:spcBef>
                  <a:spcPct val="0"/>
                </a:spcBef>
                <a:spcAft>
                  <a:spcPct val="35000"/>
                </a:spcAft>
                <a:buNone/>
              </a:pPr>
              <a:r>
                <a:rPr lang="ar" sz="4700" kern="1200"/>
                <a:t>O</a:t>
              </a:r>
            </a:p>
          </p:txBody>
        </p:sp>
        <p:sp>
          <p:nvSpPr>
            <p:cNvPr id="11" name="Freeform: Shape 10">
              <a:extLst>
                <a:ext uri="{FF2B5EF4-FFF2-40B4-BE49-F238E27FC236}">
                  <a16:creationId xmlns:a16="http://schemas.microsoft.com/office/drawing/2014/main" id="{A5E7A5C8-45D0-97D0-D38E-F232CA8C4F61}"/>
                </a:ext>
              </a:extLst>
            </p:cNvPr>
            <p:cNvSpPr/>
            <p:nvPr/>
          </p:nvSpPr>
          <p:spPr>
            <a:xfrm>
              <a:off x="3422966" y="5231607"/>
              <a:ext cx="5252720" cy="746868"/>
            </a:xfrm>
            <a:custGeom>
              <a:avLst/>
              <a:gdLst>
                <a:gd name="connsiteX0" fmla="*/ 124480 w 746868"/>
                <a:gd name="connsiteY0" fmla="*/ 0 h 5252720"/>
                <a:gd name="connsiteX1" fmla="*/ 622388 w 746868"/>
                <a:gd name="connsiteY1" fmla="*/ 0 h 5252720"/>
                <a:gd name="connsiteX2" fmla="*/ 746868 w 746868"/>
                <a:gd name="connsiteY2" fmla="*/ 124480 h 5252720"/>
                <a:gd name="connsiteX3" fmla="*/ 746868 w 746868"/>
                <a:gd name="connsiteY3" fmla="*/ 5252720 h 5252720"/>
                <a:gd name="connsiteX4" fmla="*/ 746868 w 746868"/>
                <a:gd name="connsiteY4" fmla="*/ 5252720 h 5252720"/>
                <a:gd name="connsiteX5" fmla="*/ 0 w 746868"/>
                <a:gd name="connsiteY5" fmla="*/ 5252720 h 5252720"/>
                <a:gd name="connsiteX6" fmla="*/ 0 w 746868"/>
                <a:gd name="connsiteY6" fmla="*/ 5252720 h 5252720"/>
                <a:gd name="connsiteX7" fmla="*/ 0 w 746868"/>
                <a:gd name="connsiteY7" fmla="*/ 124480 h 5252720"/>
                <a:gd name="connsiteX8" fmla="*/ 124480 w 746868"/>
                <a:gd name="connsiteY8" fmla="*/ 0 h 525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868" h="5252720">
                  <a:moveTo>
                    <a:pt x="746868" y="875470"/>
                  </a:moveTo>
                  <a:lnTo>
                    <a:pt x="746868" y="4377250"/>
                  </a:lnTo>
                  <a:cubicBezTo>
                    <a:pt x="746868" y="4860754"/>
                    <a:pt x="738944" y="5252716"/>
                    <a:pt x="729169" y="5252716"/>
                  </a:cubicBezTo>
                  <a:lnTo>
                    <a:pt x="0" y="5252716"/>
                  </a:lnTo>
                  <a:lnTo>
                    <a:pt x="0" y="5252716"/>
                  </a:lnTo>
                  <a:lnTo>
                    <a:pt x="0" y="4"/>
                  </a:lnTo>
                  <a:lnTo>
                    <a:pt x="0" y="4"/>
                  </a:lnTo>
                  <a:lnTo>
                    <a:pt x="729169" y="4"/>
                  </a:lnTo>
                  <a:cubicBezTo>
                    <a:pt x="738944" y="4"/>
                    <a:pt x="746868" y="391966"/>
                    <a:pt x="746868" y="875470"/>
                  </a:cubicBezTo>
                  <a:close/>
                </a:path>
              </a:pathLst>
            </a:custGeom>
            <a:solidFill>
              <a:srgbClr val="FE5054">
                <a:alpha val="89804"/>
              </a:srgbClr>
            </a:solidFill>
          </p:spPr>
          <p:style>
            <a:lnRef idx="2">
              <a:schemeClr val="accent2">
                <a:alpha val="90000"/>
                <a:tint val="40000"/>
                <a:hueOff val="0"/>
                <a:satOff val="0"/>
                <a:lumOff val="0"/>
                <a:alphaOff val="0"/>
              </a:schemeClr>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8591" tIns="110754" rIns="185048" bIns="110754" numCol="1" spcCol="1270" rtlCol="1" anchor="ctr" anchorCtr="0">
              <a:noAutofit/>
            </a:bodyPr>
            <a:lstStyle/>
            <a:p>
              <a:pPr marL="285750" lvl="1" indent="-285750" algn="r" defTabSz="1733550" rtl="1">
                <a:lnSpc>
                  <a:spcPct val="90000"/>
                </a:lnSpc>
                <a:spcBef>
                  <a:spcPct val="0"/>
                </a:spcBef>
                <a:spcAft>
                  <a:spcPct val="15000"/>
                </a:spcAft>
                <a:buChar char="•"/>
              </a:pPr>
              <a:r>
                <a:rPr lang="ar" sz="3900" kern="1200"/>
                <a:t>التهديدات</a:t>
              </a:r>
            </a:p>
          </p:txBody>
        </p:sp>
        <p:sp>
          <p:nvSpPr>
            <p:cNvPr id="12" name="Freeform: Shape 11">
              <a:extLst>
                <a:ext uri="{FF2B5EF4-FFF2-40B4-BE49-F238E27FC236}">
                  <a16:creationId xmlns:a16="http://schemas.microsoft.com/office/drawing/2014/main" id="{5ED0E0AF-DAB2-2F5B-8CBA-E0B7B018ECC4}"/>
                </a:ext>
              </a:extLst>
            </p:cNvPr>
            <p:cNvSpPr/>
            <p:nvPr/>
          </p:nvSpPr>
          <p:spPr>
            <a:xfrm>
              <a:off x="468312" y="5138248"/>
              <a:ext cx="2954655" cy="933585"/>
            </a:xfrm>
            <a:custGeom>
              <a:avLst/>
              <a:gdLst>
                <a:gd name="connsiteX0" fmla="*/ 0 w 2954655"/>
                <a:gd name="connsiteY0" fmla="*/ 155601 h 933585"/>
                <a:gd name="connsiteX1" fmla="*/ 155601 w 2954655"/>
                <a:gd name="connsiteY1" fmla="*/ 0 h 933585"/>
                <a:gd name="connsiteX2" fmla="*/ 2799054 w 2954655"/>
                <a:gd name="connsiteY2" fmla="*/ 0 h 933585"/>
                <a:gd name="connsiteX3" fmla="*/ 2954655 w 2954655"/>
                <a:gd name="connsiteY3" fmla="*/ 155601 h 933585"/>
                <a:gd name="connsiteX4" fmla="*/ 2954655 w 2954655"/>
                <a:gd name="connsiteY4" fmla="*/ 777984 h 933585"/>
                <a:gd name="connsiteX5" fmla="*/ 2799054 w 2954655"/>
                <a:gd name="connsiteY5" fmla="*/ 933585 h 933585"/>
                <a:gd name="connsiteX6" fmla="*/ 155601 w 2954655"/>
                <a:gd name="connsiteY6" fmla="*/ 933585 h 933585"/>
                <a:gd name="connsiteX7" fmla="*/ 0 w 2954655"/>
                <a:gd name="connsiteY7" fmla="*/ 777984 h 933585"/>
                <a:gd name="connsiteX8" fmla="*/ 0 w 2954655"/>
                <a:gd name="connsiteY8" fmla="*/ 155601 h 933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655" h="933585">
                  <a:moveTo>
                    <a:pt x="0" y="155601"/>
                  </a:moveTo>
                  <a:cubicBezTo>
                    <a:pt x="0" y="69665"/>
                    <a:pt x="69665" y="0"/>
                    <a:pt x="155601" y="0"/>
                  </a:cubicBezTo>
                  <a:lnTo>
                    <a:pt x="2799054" y="0"/>
                  </a:lnTo>
                  <a:cubicBezTo>
                    <a:pt x="2884990" y="0"/>
                    <a:pt x="2954655" y="69665"/>
                    <a:pt x="2954655" y="155601"/>
                  </a:cubicBezTo>
                  <a:lnTo>
                    <a:pt x="2954655" y="777984"/>
                  </a:lnTo>
                  <a:cubicBezTo>
                    <a:pt x="2954655" y="863920"/>
                    <a:pt x="2884990" y="933585"/>
                    <a:pt x="2799054" y="933585"/>
                  </a:cubicBezTo>
                  <a:lnTo>
                    <a:pt x="155601" y="933585"/>
                  </a:lnTo>
                  <a:cubicBezTo>
                    <a:pt x="69665" y="933585"/>
                    <a:pt x="0" y="863920"/>
                    <a:pt x="0" y="777984"/>
                  </a:cubicBezTo>
                  <a:lnTo>
                    <a:pt x="0" y="155601"/>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24644" tIns="135109" rIns="224644" bIns="135109" numCol="1" spcCol="1270" rtlCol="1" anchor="ctr" anchorCtr="0">
              <a:noAutofit/>
            </a:bodyPr>
            <a:lstStyle/>
            <a:p>
              <a:pPr marL="0" lvl="0" indent="0" algn="ctr" defTabSz="2089150" rtl="1">
                <a:lnSpc>
                  <a:spcPct val="90000"/>
                </a:lnSpc>
                <a:spcBef>
                  <a:spcPct val="0"/>
                </a:spcBef>
                <a:spcAft>
                  <a:spcPct val="35000"/>
                </a:spcAft>
                <a:buNone/>
              </a:pPr>
              <a:r>
                <a:rPr lang="ar" sz="4700" kern="1200"/>
                <a:t>T</a:t>
              </a:r>
            </a:p>
          </p:txBody>
        </p:sp>
      </p:grpSp>
      <p:sp>
        <p:nvSpPr>
          <p:cNvPr id="9" name="TextBox 8">
            <a:extLst>
              <a:ext uri="{FF2B5EF4-FFF2-40B4-BE49-F238E27FC236}">
                <a16:creationId xmlns:a16="http://schemas.microsoft.com/office/drawing/2014/main" id="{96CBA2D5-6E37-5781-263D-4E0FBC89CB97}"/>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81756637"/>
      </p:ext>
    </p:extLst>
  </p:cSld>
  <p:clrMapOvr>
    <a:masterClrMapping/>
  </p:clrMapOvr>
  <p:transition>
    <p:sndAc>
      <p:stSnd>
        <p:snd r:embed="rId2"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9CB48-93F8-E652-E2CB-624F71029BF7}"/>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الصفات الشخصية</a:t>
            </a:r>
          </a:p>
        </p:txBody>
      </p:sp>
      <p:sp>
        <p:nvSpPr>
          <p:cNvPr id="3" name="Content Placeholder 2">
            <a:extLst>
              <a:ext uri="{FF2B5EF4-FFF2-40B4-BE49-F238E27FC236}">
                <a16:creationId xmlns:a16="http://schemas.microsoft.com/office/drawing/2014/main" id="{6DE42BD5-89E9-D798-A162-6A1118AC122C}"/>
              </a:ext>
            </a:extLst>
          </p:cNvPr>
          <p:cNvSpPr>
            <a:spLocks noGrp="1"/>
          </p:cNvSpPr>
          <p:nvPr>
            <p:ph idx="1"/>
          </p:nvPr>
        </p:nvSpPr>
        <p:spPr>
          <a:xfrm>
            <a:off x="468311" y="2196000"/>
            <a:ext cx="8207375" cy="3878436"/>
          </a:xfrm>
        </p:spPr>
        <p:txBody>
          <a:bodyPr rtlCol="1"/>
          <a:lstStyle/>
          <a:p>
            <a:pPr rtl="1"/>
            <a:r>
              <a:rPr lang="ar" dirty="0">
                <a:latin typeface="Times New Roman" panose="02020603050405020304" pitchFamily="18" charset="0"/>
                <a:cs typeface="Times New Roman" panose="02020603050405020304" pitchFamily="18" charset="0"/>
              </a:rPr>
              <a:t>شاهد هذه الأفلام القصيرة، أو ابحث عن شئ مماثل، وفكر مليًا في تحليل نقاط قوتك وضعفك وفرصك والتهديدات التي تتعرض لها (SWOT)</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en-US" noProof="0" dirty="0">
                <a:latin typeface="Times New Roman" panose="02020603050405020304" pitchFamily="18" charset="0"/>
                <a:cs typeface="Times New Roman" panose="02020603050405020304" pitchFamily="18" charset="0"/>
                <a:hlinkClick r:id="rId3"/>
              </a:rPr>
              <a:t>https://www.youtube.com/watch?v=7mV1_ZO0PlI</a:t>
            </a:r>
            <a:endParaRPr lang="en-GB" dirty="0">
              <a:latin typeface="Times New Roman" panose="02020603050405020304" pitchFamily="18" charset="0"/>
              <a:cs typeface="Times New Roman" panose="02020603050405020304" pitchFamily="18" charset="0"/>
            </a:endParaRPr>
          </a:p>
          <a:p>
            <a:pPr rtl="1"/>
            <a:r>
              <a:rPr lang="en-US" noProof="0" dirty="0">
                <a:latin typeface="Times New Roman" panose="02020603050405020304" pitchFamily="18" charset="0"/>
                <a:cs typeface="Times New Roman" panose="02020603050405020304" pitchFamily="18" charset="0"/>
                <a:hlinkClick r:id="rId4"/>
              </a:rPr>
              <a:t>https://www.youtube.com/watch?v=enWsI5u55gg</a:t>
            </a:r>
            <a:endParaRPr lang="en-GB" dirty="0">
              <a:latin typeface="Times New Roman" panose="02020603050405020304" pitchFamily="18" charset="0"/>
              <a:cs typeface="Times New Roman" panose="02020603050405020304" pitchFamily="18" charset="0"/>
            </a:endParaRPr>
          </a:p>
          <a:p>
            <a:pPr rtl="1"/>
            <a:r>
              <a:rPr lang="en-US" noProof="0" dirty="0">
                <a:latin typeface="Times New Roman" panose="02020603050405020304" pitchFamily="18" charset="0"/>
                <a:cs typeface="Times New Roman" panose="02020603050405020304" pitchFamily="18" charset="0"/>
                <a:hlinkClick r:id="rId5"/>
              </a:rPr>
              <a:t>https://www.youtube.com/watch?v=wfY-f_PfiOo</a:t>
            </a:r>
            <a:endParaRPr lang="en-GB" dirty="0">
              <a:latin typeface="Times New Roman" panose="02020603050405020304" pitchFamily="18" charset="0"/>
              <a:cs typeface="Times New Roman" panose="02020603050405020304" pitchFamily="18" charset="0"/>
            </a:endParaRPr>
          </a:p>
          <a:p>
            <a:pPr marL="0" indent="0" rtl="1">
              <a:buNone/>
            </a:pPr>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F3C9586-7A82-9B03-D788-32489C2032DF}"/>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4252011629"/>
      </p:ext>
    </p:extLst>
  </p:cSld>
  <p:clrMapOvr>
    <a:masterClrMapping/>
  </p:clrMapOvr>
  <p:transition>
    <p:sndAc>
      <p:stSnd>
        <p:snd r:embed="rId2"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C3F3-25CF-5880-4E10-841890104866}"/>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بناء الثقة بالنفس</a:t>
            </a:r>
          </a:p>
        </p:txBody>
      </p:sp>
      <p:sp>
        <p:nvSpPr>
          <p:cNvPr id="3" name="Content Placeholder 2">
            <a:extLst>
              <a:ext uri="{FF2B5EF4-FFF2-40B4-BE49-F238E27FC236}">
                <a16:creationId xmlns:a16="http://schemas.microsoft.com/office/drawing/2014/main" id="{39BBB2F0-4043-7FCD-7B40-90C0107ED28C}"/>
              </a:ext>
            </a:extLst>
          </p:cNvPr>
          <p:cNvSpPr>
            <a:spLocks noGrp="1"/>
          </p:cNvSpPr>
          <p:nvPr>
            <p:ph idx="1"/>
          </p:nvPr>
        </p:nvSpPr>
        <p:spPr>
          <a:xfrm>
            <a:off x="468311" y="2196000"/>
            <a:ext cx="8207375" cy="3878436"/>
          </a:xfrm>
        </p:spPr>
        <p:txBody>
          <a:bodyPr rtlCol="1"/>
          <a:lstStyle/>
          <a:p>
            <a:pPr marL="0" indent="0" rtl="1">
              <a:buNone/>
            </a:pPr>
            <a:r>
              <a:rPr lang="ar" dirty="0">
                <a:latin typeface="Times New Roman" panose="02020603050405020304" pitchFamily="18" charset="0"/>
                <a:cs typeface="Times New Roman" panose="02020603050405020304" pitchFamily="18" charset="0"/>
              </a:rPr>
              <a:t>يمكن لخطط التطوير الشخصي (PDP) تحديد مجالات التطوير التي تسهم في بناء الثقة بالنفس:</a:t>
            </a:r>
          </a:p>
          <a:p>
            <a:pPr rtl="1"/>
            <a:r>
              <a:rPr lang="ar" dirty="0">
                <a:latin typeface="Times New Roman" panose="02020603050405020304" pitchFamily="18" charset="0"/>
                <a:cs typeface="Times New Roman" panose="02020603050405020304" pitchFamily="18" charset="0"/>
              </a:rPr>
              <a:t>تحديد الجوانب التي يجب تعلمها أو تطويرها</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كيفية تحقيق ذلك</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تحديد الموارد المطلوبة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وضع أهداف ذكية تحقق معيار سمارت (SMART)، أي أنها محددة، وقابلة للقياس، وقابلة للتحقيق، وذات صلة بالموضوع، ومحددة بزمن</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تحديد تواريخ الإنجاز والمراجعة</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a:p>
            <a:pPr rtl="1"/>
            <a:r>
              <a:rPr lang="ar" dirty="0">
                <a:latin typeface="Times New Roman" panose="02020603050405020304" pitchFamily="18" charset="0"/>
                <a:cs typeface="Times New Roman" panose="02020603050405020304" pitchFamily="18" charset="0"/>
              </a:rPr>
              <a:t>تحديد معايير النجاح</a:t>
            </a:r>
            <a:r>
              <a:rPr lang="ar-EG" dirty="0">
                <a:latin typeface="Times New Roman" panose="02020603050405020304" pitchFamily="18" charset="0"/>
                <a:cs typeface="Times New Roman" panose="02020603050405020304" pitchFamily="18" charset="0"/>
              </a:rPr>
              <a:t>.</a:t>
            </a:r>
            <a:endParaRPr lang="ar"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235FD56-5F26-FE8D-29DA-3977CE36D9E4}"/>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3557788980"/>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4F69C-5C42-6A32-1232-4647F2F2E6E4}"/>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0B2D2A73-BD88-DBD2-B731-DFC318AC69D0}"/>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b="1" dirty="0">
                <a:latin typeface="Times New Roman" panose="02020603050405020304" pitchFamily="18" charset="0"/>
                <a:cs typeface="Times New Roman" panose="02020603050405020304" pitchFamily="18" charset="0"/>
              </a:rPr>
              <a:t>نتاج التعلم د</a:t>
            </a:r>
            <a:br>
              <a:rPr lang="en-US" altLang="en-US" sz="2400" b="1" dirty="0">
                <a:latin typeface="Times New Roman" panose="02020603050405020304" pitchFamily="18" charset="0"/>
                <a:cs typeface="Times New Roman" panose="02020603050405020304" pitchFamily="18" charset="0"/>
              </a:rPr>
            </a:br>
            <a:br>
              <a:rPr lang="en-US" altLang="en-US" sz="2400" b="1" dirty="0">
                <a:latin typeface="Times New Roman" panose="02020603050405020304" pitchFamily="18" charset="0"/>
                <a:cs typeface="Times New Roman" panose="02020603050405020304" pitchFamily="18" charset="0"/>
              </a:rPr>
            </a:br>
            <a:endParaRPr lang="en-GB" altLang="en-US" sz="3600" b="1" dirty="0">
              <a:latin typeface="Times New Roman" panose="02020603050405020304" pitchFamily="18" charset="0"/>
              <a:cs typeface="Times New Roman" panose="02020603050405020304" pitchFamily="18" charset="0"/>
            </a:endParaRPr>
          </a:p>
        </p:txBody>
      </p:sp>
      <p:sp>
        <p:nvSpPr>
          <p:cNvPr id="34819" name="Content Placeholder 3">
            <a:extLst>
              <a:ext uri="{FF2B5EF4-FFF2-40B4-BE49-F238E27FC236}">
                <a16:creationId xmlns:a16="http://schemas.microsoft.com/office/drawing/2014/main" id="{F0350391-0308-E0A8-448F-038449BE07D6}"/>
              </a:ext>
            </a:extLst>
          </p:cNvPr>
          <p:cNvSpPr>
            <a:spLocks noGrp="1" noChangeArrowheads="1"/>
          </p:cNvSpPr>
          <p:nvPr>
            <p:ph sz="half" idx="2"/>
          </p:nvPr>
        </p:nvSpPr>
        <p:spPr bwMode="auto">
          <a:xfrm>
            <a:off x="179512" y="4149725"/>
            <a:ext cx="77056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b="1">
                <a:latin typeface="Times New Roman" panose="02020603050405020304" pitchFamily="18" charset="0"/>
                <a:cs typeface="Times New Roman" panose="02020603050405020304" pitchFamily="18" charset="0"/>
              </a:rPr>
              <a:t>د1 مراجعة مدى التطوّر الشخصي</a:t>
            </a:r>
          </a:p>
          <a:p>
            <a:pPr rtl="1"/>
            <a:r>
              <a:rPr lang="ar" b="1">
                <a:latin typeface="Times New Roman" panose="02020603050405020304" pitchFamily="18" charset="0"/>
                <a:cs typeface="Times New Roman" panose="02020603050405020304" pitchFamily="18" charset="0"/>
              </a:rPr>
              <a:t>د2 الاعتماد على التعليقات وخطط العمل لتطوير النمو المهني الشخصي</a:t>
            </a:r>
            <a:endParaRPr lang="en-GB" altLang="en-US" dirty="0">
              <a:solidFill>
                <a:srgbClr val="FF0000"/>
              </a:solidFill>
              <a:latin typeface="Times New Roman" panose="02020603050405020304" pitchFamily="18" charset="0"/>
              <a:cs typeface="Times New Roman" panose="02020603050405020304" pitchFamily="18" charset="0"/>
            </a:endParaRPr>
          </a:p>
        </p:txBody>
      </p:sp>
      <p:sp>
        <p:nvSpPr>
          <p:cNvPr id="34820" name="Rectangle 1">
            <a:extLst>
              <a:ext uri="{FF2B5EF4-FFF2-40B4-BE49-F238E27FC236}">
                <a16:creationId xmlns:a16="http://schemas.microsoft.com/office/drawing/2014/main" id="{FF9C552B-C7ED-5A9D-B79B-7E7CE2B927AE}"/>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2400" dirty="0">
                <a:latin typeface="Times New Roman" panose="02020603050405020304" pitchFamily="18" charset="0"/>
                <a:cs typeface="Times New Roman" panose="02020603050405020304" pitchFamily="18" charset="0"/>
              </a:rPr>
              <a:t>التفكير بتمعُّن في متطلبات تطوير الذات اللازمة لتقديم الرعاية</a:t>
            </a:r>
          </a:p>
        </p:txBody>
      </p:sp>
      <p:sp>
        <p:nvSpPr>
          <p:cNvPr id="2" name="TextBox 1">
            <a:extLst>
              <a:ext uri="{FF2B5EF4-FFF2-40B4-BE49-F238E27FC236}">
                <a16:creationId xmlns:a16="http://schemas.microsoft.com/office/drawing/2014/main" id="{C9B106A6-2C1B-6620-7E20-17D98414091B}"/>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74696740"/>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2C5C1-5347-7F4D-2B85-BD32DD075790}"/>
              </a:ext>
            </a:extLst>
          </p:cNvPr>
          <p:cNvSpPr>
            <a:spLocks noGrp="1"/>
          </p:cNvSpPr>
          <p:nvPr>
            <p:ph type="title"/>
          </p:nvPr>
        </p:nvSpPr>
        <p:spPr>
          <a:xfrm>
            <a:off x="457200" y="1292270"/>
            <a:ext cx="8229600" cy="840586"/>
          </a:xfrm>
        </p:spPr>
        <p:txBody>
          <a:bodyPr rtlCol="1"/>
          <a:lstStyle/>
          <a:p>
            <a:pPr rtl="1"/>
            <a:r>
              <a:rPr lang="ar">
                <a:latin typeface="Times New Roman" panose="02020603050405020304" pitchFamily="18" charset="0"/>
                <a:cs typeface="Times New Roman" panose="02020603050405020304" pitchFamily="18" charset="0"/>
              </a:rPr>
              <a:t>مراجعة مدى التطوّر الشخصي</a:t>
            </a:r>
          </a:p>
        </p:txBody>
      </p:sp>
      <p:sp>
        <p:nvSpPr>
          <p:cNvPr id="3" name="Content Placeholder 2">
            <a:extLst>
              <a:ext uri="{FF2B5EF4-FFF2-40B4-BE49-F238E27FC236}">
                <a16:creationId xmlns:a16="http://schemas.microsoft.com/office/drawing/2014/main" id="{B4780C1F-9A9C-EF34-B821-3FAA376A3A2B}"/>
              </a:ext>
            </a:extLst>
          </p:cNvPr>
          <p:cNvSpPr>
            <a:spLocks noGrp="1"/>
          </p:cNvSpPr>
          <p:nvPr>
            <p:ph idx="1"/>
          </p:nvPr>
        </p:nvSpPr>
        <p:spPr>
          <a:xfrm>
            <a:off x="468311" y="2420888"/>
            <a:ext cx="8207375" cy="3653548"/>
          </a:xfrm>
        </p:spPr>
        <p:txBody>
          <a:bodyPr rtlCol="1"/>
          <a:lstStyle/>
          <a:p>
            <a:pPr rtl="1"/>
            <a:r>
              <a:rPr lang="ar">
                <a:latin typeface="Times New Roman" panose="02020603050405020304" pitchFamily="18" charset="0"/>
                <a:cs typeface="Times New Roman" panose="02020603050405020304" pitchFamily="18" charset="0"/>
              </a:rPr>
              <a:t>تطوير مهارات التواصل.</a:t>
            </a:r>
          </a:p>
          <a:p>
            <a:pPr rtl="1"/>
            <a:r>
              <a:rPr lang="ar">
                <a:latin typeface="Times New Roman" panose="02020603050405020304" pitchFamily="18" charset="0"/>
                <a:cs typeface="Times New Roman" panose="02020603050405020304" pitchFamily="18" charset="0"/>
              </a:rPr>
              <a:t>تعزيز القيم الشخصية.</a:t>
            </a:r>
          </a:p>
          <a:p>
            <a:pPr rtl="1"/>
            <a:r>
              <a:rPr lang="ar">
                <a:latin typeface="Times New Roman" panose="02020603050405020304" pitchFamily="18" charset="0"/>
                <a:cs typeface="Times New Roman" panose="02020603050405020304" pitchFamily="18" charset="0"/>
              </a:rPr>
              <a:t>تحسين نقاط القوة الشخصية والثقة بالنفس.</a:t>
            </a:r>
          </a:p>
        </p:txBody>
      </p:sp>
      <p:pic>
        <p:nvPicPr>
          <p:cNvPr id="4" name="Picture 3" descr="A close-up of a plant&#10;&#10;AI-generated content may be incorrect.">
            <a:extLst>
              <a:ext uri="{FF2B5EF4-FFF2-40B4-BE49-F238E27FC236}">
                <a16:creationId xmlns:a16="http://schemas.microsoft.com/office/drawing/2014/main" id="{68C95467-E818-C7A2-61FB-3CB785F21827}"/>
              </a:ext>
            </a:extLst>
          </p:cNvPr>
          <p:cNvPicPr>
            <a:picLocks noChangeAspect="1"/>
          </p:cNvPicPr>
          <p:nvPr/>
        </p:nvPicPr>
        <p:blipFill>
          <a:blip r:embed="rId3"/>
          <a:stretch>
            <a:fillRect/>
          </a:stretch>
        </p:blipFill>
        <p:spPr>
          <a:xfrm>
            <a:off x="2299143" y="3987302"/>
            <a:ext cx="4545714" cy="2497573"/>
          </a:xfrm>
          <a:prstGeom prst="rect">
            <a:avLst/>
          </a:prstGeom>
          <a:ln>
            <a:noFill/>
          </a:ln>
        </p:spPr>
      </p:pic>
      <p:sp>
        <p:nvSpPr>
          <p:cNvPr id="5" name="TextBox 4">
            <a:extLst>
              <a:ext uri="{FF2B5EF4-FFF2-40B4-BE49-F238E27FC236}">
                <a16:creationId xmlns:a16="http://schemas.microsoft.com/office/drawing/2014/main" id="{247AEDDF-1E7B-E086-21C5-6B8E39DEDBCF}"/>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197081917"/>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6A15D-01C4-AF7F-1BD8-D75A797F9911}"/>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استخدام التعليقات</a:t>
            </a:r>
          </a:p>
        </p:txBody>
      </p:sp>
      <p:grpSp>
        <p:nvGrpSpPr>
          <p:cNvPr id="3" name="Group 2">
            <a:extLst>
              <a:ext uri="{FF2B5EF4-FFF2-40B4-BE49-F238E27FC236}">
                <a16:creationId xmlns:a16="http://schemas.microsoft.com/office/drawing/2014/main" id="{3E8961C0-B279-D4CC-010E-CE9D126ED46B}"/>
              </a:ext>
            </a:extLst>
          </p:cNvPr>
          <p:cNvGrpSpPr/>
          <p:nvPr/>
        </p:nvGrpSpPr>
        <p:grpSpPr>
          <a:xfrm flipH="1">
            <a:off x="468312" y="2197406"/>
            <a:ext cx="8207374" cy="3874474"/>
            <a:chOff x="468312" y="2197406"/>
            <a:chExt cx="8207374" cy="3874474"/>
          </a:xfrm>
        </p:grpSpPr>
        <p:sp>
          <p:nvSpPr>
            <p:cNvPr id="4" name="Freeform: Shape 3">
              <a:extLst>
                <a:ext uri="{FF2B5EF4-FFF2-40B4-BE49-F238E27FC236}">
                  <a16:creationId xmlns:a16="http://schemas.microsoft.com/office/drawing/2014/main" id="{6CBA7620-0099-E78A-C864-4AD815C40B91}"/>
                </a:ext>
              </a:extLst>
            </p:cNvPr>
            <p:cNvSpPr/>
            <p:nvPr/>
          </p:nvSpPr>
          <p:spPr>
            <a:xfrm>
              <a:off x="3422966" y="2322390"/>
              <a:ext cx="5252720" cy="999864"/>
            </a:xfrm>
            <a:custGeom>
              <a:avLst/>
              <a:gdLst>
                <a:gd name="connsiteX0" fmla="*/ 166647 w 999864"/>
                <a:gd name="connsiteY0" fmla="*/ 0 h 5252720"/>
                <a:gd name="connsiteX1" fmla="*/ 833217 w 999864"/>
                <a:gd name="connsiteY1" fmla="*/ 0 h 5252720"/>
                <a:gd name="connsiteX2" fmla="*/ 999864 w 999864"/>
                <a:gd name="connsiteY2" fmla="*/ 166647 h 5252720"/>
                <a:gd name="connsiteX3" fmla="*/ 999864 w 999864"/>
                <a:gd name="connsiteY3" fmla="*/ 5252720 h 5252720"/>
                <a:gd name="connsiteX4" fmla="*/ 999864 w 999864"/>
                <a:gd name="connsiteY4" fmla="*/ 5252720 h 5252720"/>
                <a:gd name="connsiteX5" fmla="*/ 0 w 999864"/>
                <a:gd name="connsiteY5" fmla="*/ 5252720 h 5252720"/>
                <a:gd name="connsiteX6" fmla="*/ 0 w 999864"/>
                <a:gd name="connsiteY6" fmla="*/ 5252720 h 5252720"/>
                <a:gd name="connsiteX7" fmla="*/ 0 w 999864"/>
                <a:gd name="connsiteY7" fmla="*/ 166647 h 5252720"/>
                <a:gd name="connsiteX8" fmla="*/ 166647 w 999864"/>
                <a:gd name="connsiteY8" fmla="*/ 0 h 525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864" h="5252720">
                  <a:moveTo>
                    <a:pt x="999864" y="875471"/>
                  </a:moveTo>
                  <a:lnTo>
                    <a:pt x="999864" y="4377249"/>
                  </a:lnTo>
                  <a:cubicBezTo>
                    <a:pt x="999864" y="4860759"/>
                    <a:pt x="985662" y="5252717"/>
                    <a:pt x="968142" y="5252717"/>
                  </a:cubicBezTo>
                  <a:lnTo>
                    <a:pt x="0" y="5252717"/>
                  </a:lnTo>
                  <a:lnTo>
                    <a:pt x="0" y="5252717"/>
                  </a:lnTo>
                  <a:lnTo>
                    <a:pt x="0" y="3"/>
                  </a:lnTo>
                  <a:lnTo>
                    <a:pt x="0" y="3"/>
                  </a:lnTo>
                  <a:lnTo>
                    <a:pt x="968142" y="3"/>
                  </a:lnTo>
                  <a:cubicBezTo>
                    <a:pt x="985662" y="3"/>
                    <a:pt x="999864" y="391961"/>
                    <a:pt x="999864" y="875471"/>
                  </a:cubicBez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1931" tIns="149773" rIns="250738" bIns="149775" numCol="1" spcCol="1270" rtlCol="1" anchor="ctr" anchorCtr="0">
              <a:noAutofit/>
            </a:bodyPr>
            <a:lstStyle/>
            <a:p>
              <a:pPr marL="285750" lvl="1" indent="-285750" algn="r" defTabSz="2355850" rtl="1">
                <a:lnSpc>
                  <a:spcPct val="90000"/>
                </a:lnSpc>
                <a:spcBef>
                  <a:spcPct val="0"/>
                </a:spcBef>
                <a:spcAft>
                  <a:spcPct val="15000"/>
                </a:spcAft>
                <a:buChar char="•"/>
              </a:pPr>
              <a:r>
                <a:rPr lang="ar-EG" sz="5300" kern="1200" dirty="0"/>
                <a:t>خطة (خطط)</a:t>
              </a:r>
              <a:endParaRPr lang="ar" sz="5300" kern="1200" dirty="0"/>
            </a:p>
          </p:txBody>
        </p:sp>
        <p:sp>
          <p:nvSpPr>
            <p:cNvPr id="6" name="Freeform: Shape 5">
              <a:extLst>
                <a:ext uri="{FF2B5EF4-FFF2-40B4-BE49-F238E27FC236}">
                  <a16:creationId xmlns:a16="http://schemas.microsoft.com/office/drawing/2014/main" id="{1F4F41EF-D409-5037-70DF-A1D65B7F87F1}"/>
                </a:ext>
              </a:extLst>
            </p:cNvPr>
            <p:cNvSpPr/>
            <p:nvPr/>
          </p:nvSpPr>
          <p:spPr>
            <a:xfrm>
              <a:off x="468312" y="2197406"/>
              <a:ext cx="2954655" cy="1249830"/>
            </a:xfrm>
            <a:custGeom>
              <a:avLst/>
              <a:gdLst>
                <a:gd name="connsiteX0" fmla="*/ 0 w 2954655"/>
                <a:gd name="connsiteY0" fmla="*/ 208309 h 1249830"/>
                <a:gd name="connsiteX1" fmla="*/ 208309 w 2954655"/>
                <a:gd name="connsiteY1" fmla="*/ 0 h 1249830"/>
                <a:gd name="connsiteX2" fmla="*/ 2746346 w 2954655"/>
                <a:gd name="connsiteY2" fmla="*/ 0 h 1249830"/>
                <a:gd name="connsiteX3" fmla="*/ 2954655 w 2954655"/>
                <a:gd name="connsiteY3" fmla="*/ 208309 h 1249830"/>
                <a:gd name="connsiteX4" fmla="*/ 2954655 w 2954655"/>
                <a:gd name="connsiteY4" fmla="*/ 1041521 h 1249830"/>
                <a:gd name="connsiteX5" fmla="*/ 2746346 w 2954655"/>
                <a:gd name="connsiteY5" fmla="*/ 1249830 h 1249830"/>
                <a:gd name="connsiteX6" fmla="*/ 208309 w 2954655"/>
                <a:gd name="connsiteY6" fmla="*/ 1249830 h 1249830"/>
                <a:gd name="connsiteX7" fmla="*/ 0 w 2954655"/>
                <a:gd name="connsiteY7" fmla="*/ 1041521 h 1249830"/>
                <a:gd name="connsiteX8" fmla="*/ 0 w 2954655"/>
                <a:gd name="connsiteY8" fmla="*/ 208309 h 124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655" h="1249830">
                  <a:moveTo>
                    <a:pt x="0" y="208309"/>
                  </a:moveTo>
                  <a:cubicBezTo>
                    <a:pt x="0" y="93263"/>
                    <a:pt x="93263" y="0"/>
                    <a:pt x="208309" y="0"/>
                  </a:cubicBezTo>
                  <a:lnTo>
                    <a:pt x="2746346" y="0"/>
                  </a:lnTo>
                  <a:cubicBezTo>
                    <a:pt x="2861392" y="0"/>
                    <a:pt x="2954655" y="93263"/>
                    <a:pt x="2954655" y="208309"/>
                  </a:cubicBezTo>
                  <a:lnTo>
                    <a:pt x="2954655" y="1041521"/>
                  </a:lnTo>
                  <a:cubicBezTo>
                    <a:pt x="2954655" y="1156567"/>
                    <a:pt x="2861392" y="1249830"/>
                    <a:pt x="2746346" y="1249830"/>
                  </a:cubicBezTo>
                  <a:lnTo>
                    <a:pt x="208309" y="1249830"/>
                  </a:lnTo>
                  <a:cubicBezTo>
                    <a:pt x="93263" y="1249830"/>
                    <a:pt x="0" y="1156567"/>
                    <a:pt x="0" y="1041521"/>
                  </a:cubicBezTo>
                  <a:lnTo>
                    <a:pt x="0" y="20830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01042" tIns="181027" rIns="301042" bIns="181027" numCol="1" spcCol="1270" rtlCol="1" anchor="ctr" anchorCtr="0">
              <a:noAutofit/>
            </a:bodyPr>
            <a:lstStyle/>
            <a:p>
              <a:pPr marL="0" lvl="0" indent="0" algn="ctr" defTabSz="2800350" rtl="1">
                <a:lnSpc>
                  <a:spcPct val="90000"/>
                </a:lnSpc>
                <a:spcBef>
                  <a:spcPct val="0"/>
                </a:spcBef>
                <a:spcAft>
                  <a:spcPct val="35000"/>
                </a:spcAft>
                <a:buNone/>
              </a:pPr>
              <a:r>
                <a:rPr lang="ar" sz="6300" kern="1200"/>
                <a:t>P</a:t>
              </a:r>
            </a:p>
          </p:txBody>
        </p:sp>
        <p:sp>
          <p:nvSpPr>
            <p:cNvPr id="7" name="Freeform: Shape 6">
              <a:extLst>
                <a:ext uri="{FF2B5EF4-FFF2-40B4-BE49-F238E27FC236}">
                  <a16:creationId xmlns:a16="http://schemas.microsoft.com/office/drawing/2014/main" id="{FBA5E1B7-96E9-913F-24B6-C48E66329C12}"/>
                </a:ext>
              </a:extLst>
            </p:cNvPr>
            <p:cNvSpPr/>
            <p:nvPr/>
          </p:nvSpPr>
          <p:spPr>
            <a:xfrm>
              <a:off x="3422966" y="3634712"/>
              <a:ext cx="5252720" cy="999864"/>
            </a:xfrm>
            <a:custGeom>
              <a:avLst/>
              <a:gdLst>
                <a:gd name="connsiteX0" fmla="*/ 166647 w 999864"/>
                <a:gd name="connsiteY0" fmla="*/ 0 h 5252720"/>
                <a:gd name="connsiteX1" fmla="*/ 833217 w 999864"/>
                <a:gd name="connsiteY1" fmla="*/ 0 h 5252720"/>
                <a:gd name="connsiteX2" fmla="*/ 999864 w 999864"/>
                <a:gd name="connsiteY2" fmla="*/ 166647 h 5252720"/>
                <a:gd name="connsiteX3" fmla="*/ 999864 w 999864"/>
                <a:gd name="connsiteY3" fmla="*/ 5252720 h 5252720"/>
                <a:gd name="connsiteX4" fmla="*/ 999864 w 999864"/>
                <a:gd name="connsiteY4" fmla="*/ 5252720 h 5252720"/>
                <a:gd name="connsiteX5" fmla="*/ 0 w 999864"/>
                <a:gd name="connsiteY5" fmla="*/ 5252720 h 5252720"/>
                <a:gd name="connsiteX6" fmla="*/ 0 w 999864"/>
                <a:gd name="connsiteY6" fmla="*/ 5252720 h 5252720"/>
                <a:gd name="connsiteX7" fmla="*/ 0 w 999864"/>
                <a:gd name="connsiteY7" fmla="*/ 166647 h 5252720"/>
                <a:gd name="connsiteX8" fmla="*/ 166647 w 999864"/>
                <a:gd name="connsiteY8" fmla="*/ 0 h 525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864" h="5252720">
                  <a:moveTo>
                    <a:pt x="999864" y="875471"/>
                  </a:moveTo>
                  <a:lnTo>
                    <a:pt x="999864" y="4377249"/>
                  </a:lnTo>
                  <a:cubicBezTo>
                    <a:pt x="999864" y="4860759"/>
                    <a:pt x="985662" y="5252717"/>
                    <a:pt x="968142" y="5252717"/>
                  </a:cubicBezTo>
                  <a:lnTo>
                    <a:pt x="0" y="5252717"/>
                  </a:lnTo>
                  <a:lnTo>
                    <a:pt x="0" y="5252717"/>
                  </a:lnTo>
                  <a:lnTo>
                    <a:pt x="0" y="3"/>
                  </a:lnTo>
                  <a:lnTo>
                    <a:pt x="0" y="3"/>
                  </a:lnTo>
                  <a:lnTo>
                    <a:pt x="968142" y="3"/>
                  </a:lnTo>
                  <a:cubicBezTo>
                    <a:pt x="985662" y="3"/>
                    <a:pt x="999864" y="391961"/>
                    <a:pt x="999864" y="875471"/>
                  </a:cubicBez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1931" tIns="149773" rIns="250738" bIns="149775" numCol="1" spcCol="1270" rtlCol="1" anchor="ctr" anchorCtr="0">
              <a:noAutofit/>
            </a:bodyPr>
            <a:lstStyle/>
            <a:p>
              <a:pPr marL="285750" lvl="1" indent="-285750" algn="r" defTabSz="2355850" rtl="1">
                <a:lnSpc>
                  <a:spcPct val="90000"/>
                </a:lnSpc>
                <a:spcBef>
                  <a:spcPct val="0"/>
                </a:spcBef>
                <a:spcAft>
                  <a:spcPct val="15000"/>
                </a:spcAft>
                <a:buChar char="•"/>
              </a:pPr>
              <a:r>
                <a:rPr lang="ar" sz="5300" kern="1200"/>
                <a:t>التطوير</a:t>
              </a:r>
            </a:p>
          </p:txBody>
        </p:sp>
        <p:sp>
          <p:nvSpPr>
            <p:cNvPr id="8" name="Freeform: Shape 7">
              <a:extLst>
                <a:ext uri="{FF2B5EF4-FFF2-40B4-BE49-F238E27FC236}">
                  <a16:creationId xmlns:a16="http://schemas.microsoft.com/office/drawing/2014/main" id="{B3C78240-B31B-65C2-905F-AC15540CB116}"/>
                </a:ext>
              </a:extLst>
            </p:cNvPr>
            <p:cNvSpPr/>
            <p:nvPr/>
          </p:nvSpPr>
          <p:spPr>
            <a:xfrm>
              <a:off x="468312" y="3509728"/>
              <a:ext cx="2954655" cy="1249830"/>
            </a:xfrm>
            <a:custGeom>
              <a:avLst/>
              <a:gdLst>
                <a:gd name="connsiteX0" fmla="*/ 0 w 2954655"/>
                <a:gd name="connsiteY0" fmla="*/ 208309 h 1249830"/>
                <a:gd name="connsiteX1" fmla="*/ 208309 w 2954655"/>
                <a:gd name="connsiteY1" fmla="*/ 0 h 1249830"/>
                <a:gd name="connsiteX2" fmla="*/ 2746346 w 2954655"/>
                <a:gd name="connsiteY2" fmla="*/ 0 h 1249830"/>
                <a:gd name="connsiteX3" fmla="*/ 2954655 w 2954655"/>
                <a:gd name="connsiteY3" fmla="*/ 208309 h 1249830"/>
                <a:gd name="connsiteX4" fmla="*/ 2954655 w 2954655"/>
                <a:gd name="connsiteY4" fmla="*/ 1041521 h 1249830"/>
                <a:gd name="connsiteX5" fmla="*/ 2746346 w 2954655"/>
                <a:gd name="connsiteY5" fmla="*/ 1249830 h 1249830"/>
                <a:gd name="connsiteX6" fmla="*/ 208309 w 2954655"/>
                <a:gd name="connsiteY6" fmla="*/ 1249830 h 1249830"/>
                <a:gd name="connsiteX7" fmla="*/ 0 w 2954655"/>
                <a:gd name="connsiteY7" fmla="*/ 1041521 h 1249830"/>
                <a:gd name="connsiteX8" fmla="*/ 0 w 2954655"/>
                <a:gd name="connsiteY8" fmla="*/ 208309 h 124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655" h="1249830">
                  <a:moveTo>
                    <a:pt x="0" y="208309"/>
                  </a:moveTo>
                  <a:cubicBezTo>
                    <a:pt x="0" y="93263"/>
                    <a:pt x="93263" y="0"/>
                    <a:pt x="208309" y="0"/>
                  </a:cubicBezTo>
                  <a:lnTo>
                    <a:pt x="2746346" y="0"/>
                  </a:lnTo>
                  <a:cubicBezTo>
                    <a:pt x="2861392" y="0"/>
                    <a:pt x="2954655" y="93263"/>
                    <a:pt x="2954655" y="208309"/>
                  </a:cubicBezTo>
                  <a:lnTo>
                    <a:pt x="2954655" y="1041521"/>
                  </a:lnTo>
                  <a:cubicBezTo>
                    <a:pt x="2954655" y="1156567"/>
                    <a:pt x="2861392" y="1249830"/>
                    <a:pt x="2746346" y="1249830"/>
                  </a:cubicBezTo>
                  <a:lnTo>
                    <a:pt x="208309" y="1249830"/>
                  </a:lnTo>
                  <a:cubicBezTo>
                    <a:pt x="93263" y="1249830"/>
                    <a:pt x="0" y="1156567"/>
                    <a:pt x="0" y="1041521"/>
                  </a:cubicBezTo>
                  <a:lnTo>
                    <a:pt x="0" y="20830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01042" tIns="181027" rIns="301042" bIns="181027" numCol="1" spcCol="1270" rtlCol="1" anchor="ctr" anchorCtr="0">
              <a:noAutofit/>
            </a:bodyPr>
            <a:lstStyle/>
            <a:p>
              <a:pPr marL="0" lvl="0" indent="0" algn="ctr" defTabSz="2800350" rtl="1">
                <a:lnSpc>
                  <a:spcPct val="90000"/>
                </a:lnSpc>
                <a:spcBef>
                  <a:spcPct val="0"/>
                </a:spcBef>
                <a:spcAft>
                  <a:spcPct val="35000"/>
                </a:spcAft>
                <a:buNone/>
              </a:pPr>
              <a:r>
                <a:rPr lang="ar" sz="6300" kern="1200"/>
                <a:t>D</a:t>
              </a:r>
            </a:p>
          </p:txBody>
        </p:sp>
        <p:sp>
          <p:nvSpPr>
            <p:cNvPr id="9" name="Freeform: Shape 8">
              <a:extLst>
                <a:ext uri="{FF2B5EF4-FFF2-40B4-BE49-F238E27FC236}">
                  <a16:creationId xmlns:a16="http://schemas.microsoft.com/office/drawing/2014/main" id="{ADAE6B81-47E7-E3E9-EA19-D2B27C37DAFD}"/>
                </a:ext>
              </a:extLst>
            </p:cNvPr>
            <p:cNvSpPr/>
            <p:nvPr/>
          </p:nvSpPr>
          <p:spPr>
            <a:xfrm>
              <a:off x="3422966" y="4947034"/>
              <a:ext cx="5252720" cy="999864"/>
            </a:xfrm>
            <a:custGeom>
              <a:avLst/>
              <a:gdLst>
                <a:gd name="connsiteX0" fmla="*/ 166647 w 999864"/>
                <a:gd name="connsiteY0" fmla="*/ 0 h 5252720"/>
                <a:gd name="connsiteX1" fmla="*/ 833217 w 999864"/>
                <a:gd name="connsiteY1" fmla="*/ 0 h 5252720"/>
                <a:gd name="connsiteX2" fmla="*/ 999864 w 999864"/>
                <a:gd name="connsiteY2" fmla="*/ 166647 h 5252720"/>
                <a:gd name="connsiteX3" fmla="*/ 999864 w 999864"/>
                <a:gd name="connsiteY3" fmla="*/ 5252720 h 5252720"/>
                <a:gd name="connsiteX4" fmla="*/ 999864 w 999864"/>
                <a:gd name="connsiteY4" fmla="*/ 5252720 h 5252720"/>
                <a:gd name="connsiteX5" fmla="*/ 0 w 999864"/>
                <a:gd name="connsiteY5" fmla="*/ 5252720 h 5252720"/>
                <a:gd name="connsiteX6" fmla="*/ 0 w 999864"/>
                <a:gd name="connsiteY6" fmla="*/ 5252720 h 5252720"/>
                <a:gd name="connsiteX7" fmla="*/ 0 w 999864"/>
                <a:gd name="connsiteY7" fmla="*/ 166647 h 5252720"/>
                <a:gd name="connsiteX8" fmla="*/ 166647 w 999864"/>
                <a:gd name="connsiteY8" fmla="*/ 0 h 525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9864" h="5252720">
                  <a:moveTo>
                    <a:pt x="999864" y="875471"/>
                  </a:moveTo>
                  <a:lnTo>
                    <a:pt x="999864" y="4377249"/>
                  </a:lnTo>
                  <a:cubicBezTo>
                    <a:pt x="999864" y="4860759"/>
                    <a:pt x="985662" y="5252717"/>
                    <a:pt x="968142" y="5252717"/>
                  </a:cubicBezTo>
                  <a:lnTo>
                    <a:pt x="0" y="5252717"/>
                  </a:lnTo>
                  <a:lnTo>
                    <a:pt x="0" y="5252717"/>
                  </a:lnTo>
                  <a:lnTo>
                    <a:pt x="0" y="3"/>
                  </a:lnTo>
                  <a:lnTo>
                    <a:pt x="0" y="3"/>
                  </a:lnTo>
                  <a:lnTo>
                    <a:pt x="968142" y="3"/>
                  </a:lnTo>
                  <a:cubicBezTo>
                    <a:pt x="985662" y="3"/>
                    <a:pt x="999864" y="391961"/>
                    <a:pt x="999864" y="875471"/>
                  </a:cubicBez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1931" tIns="149774" rIns="250738" bIns="149774" numCol="1" spcCol="1270" rtlCol="1" anchor="ctr" anchorCtr="0">
              <a:noAutofit/>
            </a:bodyPr>
            <a:lstStyle/>
            <a:p>
              <a:pPr marL="285750" lvl="1" indent="-285750" algn="r" defTabSz="2355850" rtl="1">
                <a:lnSpc>
                  <a:spcPct val="90000"/>
                </a:lnSpc>
                <a:spcBef>
                  <a:spcPct val="0"/>
                </a:spcBef>
                <a:spcAft>
                  <a:spcPct val="15000"/>
                </a:spcAft>
                <a:buChar char="•"/>
              </a:pPr>
              <a:r>
                <a:rPr lang="ar-EG" sz="5300" kern="1200" dirty="0"/>
                <a:t>الشخصي</a:t>
              </a:r>
              <a:endParaRPr lang="ar" sz="5300" kern="1200" dirty="0"/>
            </a:p>
          </p:txBody>
        </p:sp>
        <p:sp>
          <p:nvSpPr>
            <p:cNvPr id="10" name="Freeform: Shape 9">
              <a:extLst>
                <a:ext uri="{FF2B5EF4-FFF2-40B4-BE49-F238E27FC236}">
                  <a16:creationId xmlns:a16="http://schemas.microsoft.com/office/drawing/2014/main" id="{4BEEE3A3-A01F-48E4-D157-A024EFA53AA2}"/>
                </a:ext>
              </a:extLst>
            </p:cNvPr>
            <p:cNvSpPr/>
            <p:nvPr/>
          </p:nvSpPr>
          <p:spPr>
            <a:xfrm>
              <a:off x="468312" y="4822050"/>
              <a:ext cx="2954655" cy="1249830"/>
            </a:xfrm>
            <a:custGeom>
              <a:avLst/>
              <a:gdLst>
                <a:gd name="connsiteX0" fmla="*/ 0 w 2954655"/>
                <a:gd name="connsiteY0" fmla="*/ 208309 h 1249830"/>
                <a:gd name="connsiteX1" fmla="*/ 208309 w 2954655"/>
                <a:gd name="connsiteY1" fmla="*/ 0 h 1249830"/>
                <a:gd name="connsiteX2" fmla="*/ 2746346 w 2954655"/>
                <a:gd name="connsiteY2" fmla="*/ 0 h 1249830"/>
                <a:gd name="connsiteX3" fmla="*/ 2954655 w 2954655"/>
                <a:gd name="connsiteY3" fmla="*/ 208309 h 1249830"/>
                <a:gd name="connsiteX4" fmla="*/ 2954655 w 2954655"/>
                <a:gd name="connsiteY4" fmla="*/ 1041521 h 1249830"/>
                <a:gd name="connsiteX5" fmla="*/ 2746346 w 2954655"/>
                <a:gd name="connsiteY5" fmla="*/ 1249830 h 1249830"/>
                <a:gd name="connsiteX6" fmla="*/ 208309 w 2954655"/>
                <a:gd name="connsiteY6" fmla="*/ 1249830 h 1249830"/>
                <a:gd name="connsiteX7" fmla="*/ 0 w 2954655"/>
                <a:gd name="connsiteY7" fmla="*/ 1041521 h 1249830"/>
                <a:gd name="connsiteX8" fmla="*/ 0 w 2954655"/>
                <a:gd name="connsiteY8" fmla="*/ 208309 h 124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655" h="1249830">
                  <a:moveTo>
                    <a:pt x="0" y="208309"/>
                  </a:moveTo>
                  <a:cubicBezTo>
                    <a:pt x="0" y="93263"/>
                    <a:pt x="93263" y="0"/>
                    <a:pt x="208309" y="0"/>
                  </a:cubicBezTo>
                  <a:lnTo>
                    <a:pt x="2746346" y="0"/>
                  </a:lnTo>
                  <a:cubicBezTo>
                    <a:pt x="2861392" y="0"/>
                    <a:pt x="2954655" y="93263"/>
                    <a:pt x="2954655" y="208309"/>
                  </a:cubicBezTo>
                  <a:lnTo>
                    <a:pt x="2954655" y="1041521"/>
                  </a:lnTo>
                  <a:cubicBezTo>
                    <a:pt x="2954655" y="1156567"/>
                    <a:pt x="2861392" y="1249830"/>
                    <a:pt x="2746346" y="1249830"/>
                  </a:cubicBezTo>
                  <a:lnTo>
                    <a:pt x="208309" y="1249830"/>
                  </a:lnTo>
                  <a:cubicBezTo>
                    <a:pt x="93263" y="1249830"/>
                    <a:pt x="0" y="1156567"/>
                    <a:pt x="0" y="1041521"/>
                  </a:cubicBezTo>
                  <a:lnTo>
                    <a:pt x="0" y="208309"/>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01042" tIns="181027" rIns="301042" bIns="181027" numCol="1" spcCol="1270" rtlCol="1" anchor="ctr" anchorCtr="0">
              <a:noAutofit/>
            </a:bodyPr>
            <a:lstStyle/>
            <a:p>
              <a:pPr marL="0" lvl="0" indent="0" algn="ctr" defTabSz="2800350" rtl="1">
                <a:lnSpc>
                  <a:spcPct val="90000"/>
                </a:lnSpc>
                <a:spcBef>
                  <a:spcPct val="0"/>
                </a:spcBef>
                <a:spcAft>
                  <a:spcPct val="35000"/>
                </a:spcAft>
                <a:buNone/>
              </a:pPr>
              <a:r>
                <a:rPr lang="ar" sz="6300" kern="1200"/>
                <a:t>P</a:t>
              </a:r>
            </a:p>
          </p:txBody>
        </p:sp>
      </p:grpSp>
      <p:sp>
        <p:nvSpPr>
          <p:cNvPr id="5" name="TextBox 4">
            <a:extLst>
              <a:ext uri="{FF2B5EF4-FFF2-40B4-BE49-F238E27FC236}">
                <a16:creationId xmlns:a16="http://schemas.microsoft.com/office/drawing/2014/main" id="{62EB1FD0-DD87-4AB2-476E-A7595D657595}"/>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512906982"/>
      </p:ext>
    </p:extLst>
  </p:cSld>
  <p:clrMapOvr>
    <a:masterClrMapping/>
  </p:clrMapOvr>
  <p:transition>
    <p:sndAc>
      <p:stSnd>
        <p:snd r:embed="rId2"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B93B6-5419-8E0A-DB7D-B91D8A361570}"/>
              </a:ext>
            </a:extLst>
          </p:cNvPr>
          <p:cNvSpPr>
            <a:spLocks noGrp="1"/>
          </p:cNvSpPr>
          <p:nvPr>
            <p:ph type="title"/>
          </p:nvPr>
        </p:nvSpPr>
        <p:spPr>
          <a:xfrm>
            <a:off x="457200" y="1195200"/>
            <a:ext cx="8229600" cy="864000"/>
          </a:xfrm>
        </p:spPr>
        <p:txBody>
          <a:bodyPr rtlCol="1"/>
          <a:lstStyle/>
          <a:p>
            <a:pPr rtl="1"/>
            <a:r>
              <a:rPr lang="ar">
                <a:latin typeface="Times New Roman" panose="02020603050405020304" pitchFamily="18" charset="0"/>
                <a:cs typeface="Times New Roman" panose="02020603050405020304" pitchFamily="18" charset="0"/>
              </a:rPr>
              <a:t>أهمية خطط التطوير الشخصي (PDP)</a:t>
            </a:r>
          </a:p>
        </p:txBody>
      </p:sp>
      <p:sp>
        <p:nvSpPr>
          <p:cNvPr id="3" name="Content Placeholder 2">
            <a:extLst>
              <a:ext uri="{FF2B5EF4-FFF2-40B4-BE49-F238E27FC236}">
                <a16:creationId xmlns:a16="http://schemas.microsoft.com/office/drawing/2014/main" id="{7A10A5E0-893A-2489-7A44-390AF1B66DA2}"/>
              </a:ext>
            </a:extLst>
          </p:cNvPr>
          <p:cNvSpPr>
            <a:spLocks noGrp="1"/>
          </p:cNvSpPr>
          <p:nvPr>
            <p:ph idx="1"/>
          </p:nvPr>
        </p:nvSpPr>
        <p:spPr>
          <a:xfrm>
            <a:off x="468311" y="2196000"/>
            <a:ext cx="8207375" cy="3878436"/>
          </a:xfrm>
        </p:spPr>
        <p:txBody>
          <a:bodyPr rtlCol="1"/>
          <a:lstStyle/>
          <a:p>
            <a:pPr rtl="1"/>
            <a:r>
              <a:rPr lang="ar">
                <a:latin typeface="Times New Roman" panose="02020603050405020304" pitchFamily="18" charset="0"/>
                <a:cs typeface="Times New Roman" panose="02020603050405020304" pitchFamily="18" charset="0"/>
              </a:rPr>
              <a:t>تعرُّف الجوانب التي تُقدّم فيها ملاحظات إيجابية وتعليقات بنّاءة.</a:t>
            </a:r>
          </a:p>
          <a:p>
            <a:pPr rtl="1"/>
            <a:r>
              <a:rPr lang="ar">
                <a:latin typeface="Times New Roman" panose="02020603050405020304" pitchFamily="18" charset="0"/>
                <a:cs typeface="Times New Roman" panose="02020603050405020304" pitchFamily="18" charset="0"/>
              </a:rPr>
              <a:t>تسليط الضوء على جوانب التحسين.</a:t>
            </a:r>
          </a:p>
          <a:p>
            <a:pPr rtl="1"/>
            <a:r>
              <a:rPr lang="ar">
                <a:latin typeface="Times New Roman" panose="02020603050405020304" pitchFamily="18" charset="0"/>
                <a:cs typeface="Times New Roman" panose="02020603050405020304" pitchFamily="18" charset="0"/>
              </a:rPr>
              <a:t>تحديد الأهداف المهنية.</a:t>
            </a:r>
          </a:p>
        </p:txBody>
      </p:sp>
      <p:sp>
        <p:nvSpPr>
          <p:cNvPr id="7" name="Explosion: 8 Points 6">
            <a:extLst>
              <a:ext uri="{FF2B5EF4-FFF2-40B4-BE49-F238E27FC236}">
                <a16:creationId xmlns:a16="http://schemas.microsoft.com/office/drawing/2014/main" id="{FA0662C7-2EA6-46EC-1231-147090C2C081}"/>
              </a:ext>
            </a:extLst>
          </p:cNvPr>
          <p:cNvSpPr/>
          <p:nvPr/>
        </p:nvSpPr>
        <p:spPr>
          <a:xfrm>
            <a:off x="4716016" y="3613436"/>
            <a:ext cx="3816424" cy="2983916"/>
          </a:xfrm>
          <a:prstGeom prst="irregularSeal1">
            <a:avLst/>
          </a:prstGeom>
          <a:solidFill>
            <a:srgbClr val="C9F343"/>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rtl="1"/>
            <a:r>
              <a:rPr lang="ar" dirty="0">
                <a:solidFill>
                  <a:schemeClr val="accent2"/>
                </a:solidFill>
                <a:latin typeface="Times New Roman" panose="02020603050405020304" pitchFamily="18" charset="0"/>
                <a:cs typeface="Times New Roman" panose="02020603050405020304" pitchFamily="18" charset="0"/>
              </a:rPr>
              <a:t>كم عدد هذه الأهداف التي يمكنك تحديدها؟</a:t>
            </a:r>
          </a:p>
        </p:txBody>
      </p:sp>
      <p:pic>
        <p:nvPicPr>
          <p:cNvPr id="4" name="Picture 3" descr="Close up of darts hitting the center of a dartboard&#10;&#10;AI-generated content may be incorrect.">
            <a:extLst>
              <a:ext uri="{FF2B5EF4-FFF2-40B4-BE49-F238E27FC236}">
                <a16:creationId xmlns:a16="http://schemas.microsoft.com/office/drawing/2014/main" id="{1AC2FD64-AC45-A4EA-D425-829533EFA597}"/>
              </a:ext>
            </a:extLst>
          </p:cNvPr>
          <p:cNvPicPr>
            <a:picLocks noChangeAspect="1"/>
          </p:cNvPicPr>
          <p:nvPr/>
        </p:nvPicPr>
        <p:blipFill>
          <a:blip r:embed="rId4"/>
          <a:stretch>
            <a:fillRect/>
          </a:stretch>
        </p:blipFill>
        <p:spPr>
          <a:xfrm>
            <a:off x="568122" y="3783793"/>
            <a:ext cx="3984909" cy="2649175"/>
          </a:xfrm>
          <a:prstGeom prst="rect">
            <a:avLst/>
          </a:prstGeom>
          <a:ln>
            <a:noFill/>
          </a:ln>
        </p:spPr>
      </p:pic>
      <p:sp>
        <p:nvSpPr>
          <p:cNvPr id="5" name="TextBox 4">
            <a:extLst>
              <a:ext uri="{FF2B5EF4-FFF2-40B4-BE49-F238E27FC236}">
                <a16:creationId xmlns:a16="http://schemas.microsoft.com/office/drawing/2014/main" id="{A6C92677-F09B-12D1-88D0-CB5DC02B1BF9}"/>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483742848"/>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6E8F5-F8D6-DCAD-41F8-0041D76AF9AC}"/>
              </a:ext>
            </a:extLst>
          </p:cNvPr>
          <p:cNvSpPr>
            <a:spLocks noGrp="1"/>
          </p:cNvSpPr>
          <p:nvPr>
            <p:ph type="title"/>
          </p:nvPr>
        </p:nvSpPr>
        <p:spPr/>
        <p:txBody>
          <a:bodyPr rtlCol="1"/>
          <a:lstStyle/>
          <a:p>
            <a:pPr rtl="1"/>
            <a:r>
              <a:rPr lang="ar">
                <a:latin typeface="Times New Roman" panose="02020603050405020304" pitchFamily="18" charset="0"/>
                <a:cs typeface="Times New Roman" panose="02020603050405020304" pitchFamily="18" charset="0"/>
              </a:rPr>
              <a:t>شكر وتقدير</a:t>
            </a:r>
            <a:endParaRPr lang="en-US" err="1">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2E69B9-DC90-DB99-EB06-5183A4A9D2C0}"/>
              </a:ext>
            </a:extLst>
          </p:cNvPr>
          <p:cNvSpPr>
            <a:spLocks noGrp="1"/>
          </p:cNvSpPr>
          <p:nvPr>
            <p:ph idx="1"/>
          </p:nvPr>
        </p:nvSpPr>
        <p:spPr/>
        <p:txBody>
          <a:bodyPr rtlCol="1"/>
          <a:lstStyle/>
          <a:p>
            <a:pPr marL="0" indent="0" algn="justLow" rtl="1">
              <a:buNone/>
            </a:pPr>
            <a:r>
              <a:rPr lang="ar" b="1" dirty="0">
                <a:latin typeface="Times New Roman" panose="02020603050405020304" pitchFamily="18" charset="0"/>
                <a:cs typeface="Times New Roman" panose="02020603050405020304" pitchFamily="18" charset="0"/>
              </a:rPr>
              <a:t>الصور:</a:t>
            </a:r>
            <a:endParaRPr lang="en-GB" dirty="0">
              <a:latin typeface="Times New Roman" panose="02020603050405020304" pitchFamily="18" charset="0"/>
              <a:cs typeface="Times New Roman" panose="02020603050405020304" pitchFamily="18" charset="0"/>
            </a:endParaRPr>
          </a:p>
          <a:p>
            <a:pPr marL="0" indent="0" algn="justLow" rtl="1">
              <a:buNone/>
            </a:pPr>
            <a:r>
              <a:rPr lang="ar" dirty="0">
                <a:latin typeface="Times New Roman" panose="02020603050405020304" pitchFamily="18" charset="0"/>
                <a:cs typeface="Times New Roman" panose="02020603050405020304" pitchFamily="18" charset="0"/>
              </a:rPr>
              <a:t>(دليل الاختصارات: l-يسار، r-يمين، c-وسط، t-أعلى، b-أسفل)</a:t>
            </a:r>
            <a:endParaRPr lang="en-GB" dirty="0">
              <a:latin typeface="Times New Roman" panose="02020603050405020304" pitchFamily="18" charset="0"/>
              <a:cs typeface="Times New Roman" panose="02020603050405020304" pitchFamily="18" charset="0"/>
            </a:endParaRPr>
          </a:p>
          <a:p>
            <a:pPr algn="justLow" rtl="1"/>
            <a:r>
              <a:rPr lang="ar" b="1" dirty="0">
                <a:latin typeface="Times New Roman" panose="02020603050405020304" pitchFamily="18" charset="0"/>
                <a:cs typeface="Times New Roman" panose="02020603050405020304" pitchFamily="18" charset="0"/>
              </a:rPr>
              <a:t>stock.adobe.com: </a:t>
            </a:r>
            <a:r>
              <a:rPr lang="ar" dirty="0">
                <a:latin typeface="Times New Roman" panose="02020603050405020304" pitchFamily="18" charset="0"/>
                <a:cs typeface="Times New Roman" panose="02020603050405020304" pitchFamily="18" charset="0"/>
              </a:rPr>
              <a:t>أرمي بيكا (الشريحة 1)، تشارتفوتو (الشريحة 10 على اليمين)، ياروسلاف أستاخوف (الشريحة 10 على اليسار)، فيزكس (الشريحة 11 بالأعلى على اليسار)، إس بي أرتس ميديا (الشريحة 11 بالوسط على اليمين)، ديزاين باي ريجا (الشريحة 11 بالوسط على اليسار)، دامير خابيروف (الشريحة 11 بالأسفل على اليمين)، ليوبومير (الشريحة 11 بالأعلى على اليمين)، سي ديفيدز/peopleimages.com (الشريحة 11 بالأسفل على اليمين)، أمار تي في (الشريحة 30)، أرتيم بوستوييف (الشريحة 32).</a:t>
            </a:r>
            <a:endParaRPr lang="en-GB" dirty="0">
              <a:latin typeface="Times New Roman" panose="02020603050405020304" pitchFamily="18" charset="0"/>
              <a:cs typeface="Times New Roman" panose="02020603050405020304" pitchFamily="18" charset="0"/>
            </a:endParaRPr>
          </a:p>
          <a:p>
            <a:pPr algn="justLow" rtl="1"/>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8CB5272-A1DC-53B2-9AFE-C212E4348B09}"/>
              </a:ext>
            </a:extLst>
          </p:cNvPr>
          <p:cNvSpPr txBox="1"/>
          <p:nvPr/>
        </p:nvSpPr>
        <p:spPr>
          <a:xfrm>
            <a:off x="47065" y="6603206"/>
            <a:ext cx="1143000" cy="230832"/>
          </a:xfrm>
          <a:prstGeom prst="rect">
            <a:avLst/>
          </a:prstGeom>
          <a:noFill/>
        </p:spPr>
        <p:txBody>
          <a:bodyPr wrap="square">
            <a:spAutoFit/>
          </a:bodyPr>
          <a:lstStyle/>
          <a:p>
            <a:pPr algn="l"/>
            <a:r>
              <a:rPr lang="en-GB" sz="900" b="0" i="0" dirty="0">
                <a:solidFill>
                  <a:srgbClr val="242424"/>
                </a:solidFill>
                <a:effectLst/>
                <a:latin typeface="Aptos Narrow" panose="020B0004020202020204" pitchFamily="34" charset="0"/>
              </a:rPr>
              <a:t>A103000424330</a:t>
            </a:r>
            <a:endParaRPr lang="en-GB" sz="900" dirty="0"/>
          </a:p>
        </p:txBody>
      </p:sp>
    </p:spTree>
    <p:extLst>
      <p:ext uri="{BB962C8B-B14F-4D97-AF65-F5344CB8AC3E}">
        <p14:creationId xmlns:p14="http://schemas.microsoft.com/office/powerpoint/2010/main" val="2600002333"/>
      </p:ext>
    </p:extLst>
  </p:cSld>
  <p:clrMapOvr>
    <a:masterClrMapping/>
  </p:clrMapOvr>
  <p:transition>
    <p:sndAc>
      <p:stSnd>
        <p:snd r:embed="rId2"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3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9F343"/>
        </a:solidFill>
        <a:ln>
          <a:solidFill>
            <a:srgbClr val="FFFF00"/>
          </a:solidFill>
        </a:ln>
      </a:spPr>
      <a:bodyPr rtlCol="0" anchor="ctr"/>
      <a:lstStyle>
        <a:defPPr algn="ctr">
          <a:defRPr sz="1400" dirty="0">
            <a:solidFill>
              <a:schemeClr val="accent2"/>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05CA97BB98D954187A61B8775138C0A" ma:contentTypeVersion="18" ma:contentTypeDescription="Create a new document." ma:contentTypeScope="" ma:versionID="698bde0db92f4b6453249da6bd9087ce">
  <xsd:schema xmlns:xsd="http://www.w3.org/2001/XMLSchema" xmlns:xs="http://www.w3.org/2001/XMLSchema" xmlns:p="http://schemas.microsoft.com/office/2006/metadata/properties" xmlns:ns1="http://schemas.microsoft.com/sharepoint/v3" xmlns:ns2="a26a0597-d0d1-4250-940c-88e9bf9d5597" xmlns:ns3="6881431a-e3b2-481e-ba90-fae26e2fa83c" targetNamespace="http://schemas.microsoft.com/office/2006/metadata/properties" ma:root="true" ma:fieldsID="b9339031a639aa78a5deea90689d2a48" ns1:_="" ns2:_="" ns3:_="">
    <xsd:import namespace="http://schemas.microsoft.com/sharepoint/v3"/>
    <xsd:import namespace="a26a0597-d0d1-4250-940c-88e9bf9d5597"/>
    <xsd:import namespace="6881431a-e3b2-481e-ba90-fae26e2fa83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lcf76f155ced4ddcb4097134ff3c332f" minOccurs="0"/>
                <xsd:element ref="ns2:TaxCatchAll" minOccurs="0"/>
                <xsd:element ref="ns3:MediaServiceLocation" minOccurs="0"/>
                <xsd:element ref="ns3:MediaServiceGenerationTime" minOccurs="0"/>
                <xsd:element ref="ns3:MediaServiceEventHashCode" minOccurs="0"/>
                <xsd:element ref="ns3:MediaServiceOCR" minOccurs="0"/>
                <xsd:element ref="ns3:MediaServiceObjectDetectorVersions" minOccurs="0"/>
                <xsd:element ref="ns3:MediaServiceSearchProperties" minOccurs="0"/>
                <xsd:element ref="ns3: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6a0597-d0d1-4250-940c-88e9bf9d559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b19cccf-beb9-4e4d-a7ce-d3aacf7fbe52}" ma:internalName="TaxCatchAll" ma:showField="CatchAllData" ma:web="a26a0597-d0d1-4250-940c-88e9bf9d559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881431a-e3b2-481e-ba90-fae26e2fa83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26a0597-d0d1-4250-940c-88e9bf9d5597" xsi:nil="true"/>
    <lcf76f155ced4ddcb4097134ff3c332f xmlns="6881431a-e3b2-481e-ba90-fae26e2fa83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1C354A6-DFEF-4AAD-A115-E1D078887D9C}"/>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9848C615-482B-4AB5-9FE7-A2F3E6CFF2B1}">
  <ds:schemaRefs>
    <ds:schemaRef ds:uri="http://schemas.openxmlformats.org/package/2006/metadata/core-properties"/>
    <ds:schemaRef ds:uri="7c1bd8dc-4e40-424f-a15f-9ffcd522197f"/>
    <ds:schemaRef ds:uri="http://purl.org/dc/dcmitype/"/>
    <ds:schemaRef ds:uri="http://schemas.microsoft.com/office/2006/documentManagement/types"/>
    <ds:schemaRef ds:uri="6125ffc9-2c56-435e-8267-1393444907b2"/>
    <ds:schemaRef ds:uri="http://schemas.microsoft.com/office/infopath/2007/PartnerControls"/>
    <ds:schemaRef ds:uri="http://purl.org/dc/terms/"/>
    <ds:schemaRef ds:uri="http://purl.org/dc/elements/1.1/"/>
    <ds:schemaRef ds:uri="http://schemas.microsoft.com/sharepoint/v3"/>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otalTime>10888</TotalTime>
  <Words>1374</Words>
  <Application>Microsoft Office PowerPoint</Application>
  <PresentationFormat>On-screen Show (4:3)</PresentationFormat>
  <Paragraphs>242</Paragraphs>
  <Slides>33</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Aptos Narrow</vt:lpstr>
      <vt:lpstr>Arial</vt:lpstr>
      <vt:lpstr>Sakkal Majalla</vt:lpstr>
      <vt:lpstr>Times New Roman</vt:lpstr>
      <vt:lpstr>Verdana</vt:lpstr>
      <vt:lpstr>Wingdings</vt:lpstr>
      <vt:lpstr>1_Information Technology</vt:lpstr>
      <vt:lpstr>13_Beauty Therapy</vt:lpstr>
      <vt:lpstr>الوحدة 3 المهارات والخصائص والقيم اللازمة لتقديم الرعاية الصحية  </vt:lpstr>
      <vt:lpstr>المهارات والخصائص والقيم اللازمة لتقديم الرعاية الصحية</vt:lpstr>
      <vt:lpstr>نتاجات التعلم</vt:lpstr>
      <vt:lpstr>نتاج التعلم أ </vt:lpstr>
      <vt:lpstr>نتاج التعلم ب  </vt:lpstr>
      <vt:lpstr>نتاج التعلم ج  </vt:lpstr>
      <vt:lpstr>نتاج التعلم د </vt:lpstr>
      <vt:lpstr>مهام Pearson المُحددة</vt:lpstr>
      <vt:lpstr>نتاج التعلم أ  </vt:lpstr>
      <vt:lpstr>كيف نتواصل مع الآخرين؟</vt:lpstr>
      <vt:lpstr>طابق الكلمات بالصور - ما الذي يُعَبر عنه هؤلاء الأشخاص؟</vt:lpstr>
      <vt:lpstr>مهارات التواصل </vt:lpstr>
      <vt:lpstr>التواصل في بيئة الرعاية الصحية والاجتماعية</vt:lpstr>
      <vt:lpstr>التواصل اللفظي - الكلام الواضح</vt:lpstr>
      <vt:lpstr>اللغة الرسمية وغير الرسمية</vt:lpstr>
      <vt:lpstr>مهارات الإنصات الفعال</vt:lpstr>
      <vt:lpstr>التواصل غير اللفظي</vt:lpstr>
      <vt:lpstr>عوائق التواصل</vt:lpstr>
      <vt:lpstr>نتاج التعلم ب  </vt:lpstr>
      <vt:lpstr>ب1 تقديم الرعاية مع الحفاظ على الكرامة</vt:lpstr>
      <vt:lpstr>الكرامة عند تقديم الرعاية</vt:lpstr>
      <vt:lpstr>دمج التعاطف في الرعاية</vt:lpstr>
      <vt:lpstr>تقديم الرعاية باحترام</vt:lpstr>
      <vt:lpstr>نتاج التعلم ج  </vt:lpstr>
      <vt:lpstr>نقاط القوة الشخصية ومجالات التطوّر</vt:lpstr>
      <vt:lpstr>تحليل الصفات الشخصية</vt:lpstr>
      <vt:lpstr>الصفات الشخصية</vt:lpstr>
      <vt:lpstr>بناء الثقة بالنفس</vt:lpstr>
      <vt:lpstr>نتاج التعلم د  </vt:lpstr>
      <vt:lpstr>مراجعة مدى التطوّر الشخصي</vt:lpstr>
      <vt:lpstr>استخدام التعليقات</vt:lpstr>
      <vt:lpstr>أهمية خطط التطوير الشخصي (PDP)</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166</cp:revision>
  <dcterms:created xsi:type="dcterms:W3CDTF">2020-07-15T07:14:47Z</dcterms:created>
  <dcterms:modified xsi:type="dcterms:W3CDTF">2025-09-24T08:58:49Z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0x010100105CA97BB98D954187A61B8775138C0A</vt:lpwstr>
  </property>
  <property fmtid="{D5CDD505-2E9C-101B-9397-08002B2CF9AE}" pid="4" name="MediaServiceImageTags">
    <vt:lpwstr/>
  </property>
</Properties>
</file>