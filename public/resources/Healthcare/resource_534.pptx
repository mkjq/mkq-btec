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1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12.xml" ContentType="application/vnd.openxmlformats-officedocument.theme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13.xml" ContentType="application/vnd.openxmlformats-officedocument.theme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  <p:sldMasterId id="2147484932" r:id="rId14"/>
    <p:sldMasterId id="2147484945" r:id="rId15"/>
    <p:sldMasterId id="2147484958" r:id="rId16"/>
    <p:sldMasterId id="2147484971" r:id="rId17"/>
  </p:sldMasterIdLst>
  <p:notesMasterIdLst>
    <p:notesMasterId r:id="rId71"/>
  </p:notesMasterIdLst>
  <p:handoutMasterIdLst>
    <p:handoutMasterId r:id="rId72"/>
  </p:handoutMasterIdLst>
  <p:sldIdLst>
    <p:sldId id="256" r:id="rId18"/>
    <p:sldId id="257" r:id="rId19"/>
    <p:sldId id="258" r:id="rId20"/>
    <p:sldId id="272" r:id="rId21"/>
    <p:sldId id="306" r:id="rId22"/>
    <p:sldId id="308" r:id="rId23"/>
    <p:sldId id="310" r:id="rId24"/>
    <p:sldId id="312" r:id="rId25"/>
    <p:sldId id="311" r:id="rId26"/>
    <p:sldId id="358" r:id="rId27"/>
    <p:sldId id="316" r:id="rId28"/>
    <p:sldId id="318" r:id="rId29"/>
    <p:sldId id="320" r:id="rId30"/>
    <p:sldId id="321" r:id="rId31"/>
    <p:sldId id="322" r:id="rId32"/>
    <p:sldId id="319" r:id="rId33"/>
    <p:sldId id="324" r:id="rId34"/>
    <p:sldId id="332" r:id="rId35"/>
    <p:sldId id="326" r:id="rId36"/>
    <p:sldId id="333" r:id="rId37"/>
    <p:sldId id="336" r:id="rId38"/>
    <p:sldId id="325" r:id="rId39"/>
    <p:sldId id="328" r:id="rId40"/>
    <p:sldId id="334" r:id="rId41"/>
    <p:sldId id="329" r:id="rId42"/>
    <p:sldId id="337" r:id="rId43"/>
    <p:sldId id="330" r:id="rId44"/>
    <p:sldId id="327" r:id="rId45"/>
    <p:sldId id="359" r:id="rId46"/>
    <p:sldId id="339" r:id="rId47"/>
    <p:sldId id="331" r:id="rId48"/>
    <p:sldId id="338" r:id="rId49"/>
    <p:sldId id="341" r:id="rId50"/>
    <p:sldId id="342" r:id="rId51"/>
    <p:sldId id="343" r:id="rId52"/>
    <p:sldId id="307" r:id="rId53"/>
    <p:sldId id="313" r:id="rId54"/>
    <p:sldId id="344" r:id="rId55"/>
    <p:sldId id="345" r:id="rId56"/>
    <p:sldId id="346" r:id="rId57"/>
    <p:sldId id="347" r:id="rId58"/>
    <p:sldId id="356" r:id="rId59"/>
    <p:sldId id="348" r:id="rId60"/>
    <p:sldId id="349" r:id="rId61"/>
    <p:sldId id="357" r:id="rId62"/>
    <p:sldId id="350" r:id="rId63"/>
    <p:sldId id="351" r:id="rId64"/>
    <p:sldId id="352" r:id="rId65"/>
    <p:sldId id="353" r:id="rId66"/>
    <p:sldId id="354" r:id="rId67"/>
    <p:sldId id="355" r:id="rId68"/>
    <p:sldId id="314" r:id="rId69"/>
    <p:sldId id="360" r:id="rId7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  <p:cmAuthor id="15" name="Denise Ratcliffe" initials="DR" lastIdx="15" clrIdx="14">
    <p:extLst>
      <p:ext uri="{19B8F6BF-5375-455C-9EA6-DF929625EA0E}">
        <p15:presenceInfo xmlns:p15="http://schemas.microsoft.com/office/powerpoint/2012/main" userId="c6d0b3e1f824e5e0" providerId="Windows Live"/>
      </p:ext>
    </p:extLst>
  </p:cmAuthor>
  <p:cmAuthor id="16" name="Gary Heayn" initials="GH" lastIdx="29" clrIdx="15">
    <p:extLst>
      <p:ext uri="{19B8F6BF-5375-455C-9EA6-DF929625EA0E}">
        <p15:presenceInfo xmlns:p15="http://schemas.microsoft.com/office/powerpoint/2012/main" userId="abb7bc71316bd5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209F9-826D-4236-A5F1-0679C050C9A3}" v="55" dt="2025-09-24T08:39:20.926"/>
    <p1510:client id="{F4775B54-882F-44DE-BA36-D10EBAF5ECB3}" v="18" dt="2025-09-24T12:52:40.275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45" autoAdjust="0"/>
    <p:restoredTop sz="84739" autoAdjust="0"/>
  </p:normalViewPr>
  <p:slideViewPr>
    <p:cSldViewPr>
      <p:cViewPr varScale="1">
        <p:scale>
          <a:sx n="127" d="100"/>
          <a:sy n="127" d="100"/>
        </p:scale>
        <p:origin x="2682" y="330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9.xml"/><Relationship Id="rId21" Type="http://schemas.openxmlformats.org/officeDocument/2006/relationships/slide" Target="slides/slide4.xml"/><Relationship Id="rId42" Type="http://schemas.openxmlformats.org/officeDocument/2006/relationships/slide" Target="slides/slide25.xml"/><Relationship Id="rId47" Type="http://schemas.openxmlformats.org/officeDocument/2006/relationships/slide" Target="slides/slide30.xml"/><Relationship Id="rId63" Type="http://schemas.openxmlformats.org/officeDocument/2006/relationships/slide" Target="slides/slide46.xml"/><Relationship Id="rId68" Type="http://schemas.openxmlformats.org/officeDocument/2006/relationships/slide" Target="slides/slide51.xml"/><Relationship Id="rId16" Type="http://schemas.openxmlformats.org/officeDocument/2006/relationships/slideMaster" Target="slideMasters/slideMaster1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7.xml"/><Relationship Id="rId32" Type="http://schemas.openxmlformats.org/officeDocument/2006/relationships/slide" Target="slides/slide15.xml"/><Relationship Id="rId37" Type="http://schemas.openxmlformats.org/officeDocument/2006/relationships/slide" Target="slides/slide20.xml"/><Relationship Id="rId40" Type="http://schemas.openxmlformats.org/officeDocument/2006/relationships/slide" Target="slides/slide23.xml"/><Relationship Id="rId45" Type="http://schemas.openxmlformats.org/officeDocument/2006/relationships/slide" Target="slides/slide28.xml"/><Relationship Id="rId53" Type="http://schemas.openxmlformats.org/officeDocument/2006/relationships/slide" Target="slides/slide36.xml"/><Relationship Id="rId58" Type="http://schemas.openxmlformats.org/officeDocument/2006/relationships/slide" Target="slides/slide41.xml"/><Relationship Id="rId66" Type="http://schemas.openxmlformats.org/officeDocument/2006/relationships/slide" Target="slides/slide49.xml"/><Relationship Id="rId74" Type="http://schemas.openxmlformats.org/officeDocument/2006/relationships/presProps" Target="presProps.xml"/><Relationship Id="rId79" Type="http://schemas.microsoft.com/office/2015/10/relationships/revisionInfo" Target="revisionInfo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44.xml"/><Relationship Id="rId19" Type="http://schemas.openxmlformats.org/officeDocument/2006/relationships/slide" Target="slides/slide2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5.xml"/><Relationship Id="rId27" Type="http://schemas.openxmlformats.org/officeDocument/2006/relationships/slide" Target="slides/slide10.xml"/><Relationship Id="rId30" Type="http://schemas.openxmlformats.org/officeDocument/2006/relationships/slide" Target="slides/slide13.xml"/><Relationship Id="rId35" Type="http://schemas.openxmlformats.org/officeDocument/2006/relationships/slide" Target="slides/slide18.xml"/><Relationship Id="rId43" Type="http://schemas.openxmlformats.org/officeDocument/2006/relationships/slide" Target="slides/slide26.xml"/><Relationship Id="rId48" Type="http://schemas.openxmlformats.org/officeDocument/2006/relationships/slide" Target="slides/slide31.xml"/><Relationship Id="rId56" Type="http://schemas.openxmlformats.org/officeDocument/2006/relationships/slide" Target="slides/slide39.xml"/><Relationship Id="rId64" Type="http://schemas.openxmlformats.org/officeDocument/2006/relationships/slide" Target="slides/slide47.xml"/><Relationship Id="rId69" Type="http://schemas.openxmlformats.org/officeDocument/2006/relationships/slide" Target="slides/slide52.xml"/><Relationship Id="rId77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4.xml"/><Relationship Id="rId72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8.xml"/><Relationship Id="rId33" Type="http://schemas.openxmlformats.org/officeDocument/2006/relationships/slide" Target="slides/slide16.xml"/><Relationship Id="rId38" Type="http://schemas.openxmlformats.org/officeDocument/2006/relationships/slide" Target="slides/slide21.xml"/><Relationship Id="rId46" Type="http://schemas.openxmlformats.org/officeDocument/2006/relationships/slide" Target="slides/slide29.xml"/><Relationship Id="rId59" Type="http://schemas.openxmlformats.org/officeDocument/2006/relationships/slide" Target="slides/slide42.xml"/><Relationship Id="rId67" Type="http://schemas.openxmlformats.org/officeDocument/2006/relationships/slide" Target="slides/slide50.xml"/><Relationship Id="rId20" Type="http://schemas.openxmlformats.org/officeDocument/2006/relationships/slide" Target="slides/slide3.xml"/><Relationship Id="rId41" Type="http://schemas.openxmlformats.org/officeDocument/2006/relationships/slide" Target="slides/slide24.xml"/><Relationship Id="rId54" Type="http://schemas.openxmlformats.org/officeDocument/2006/relationships/slide" Target="slides/slide37.xml"/><Relationship Id="rId62" Type="http://schemas.openxmlformats.org/officeDocument/2006/relationships/slide" Target="slides/slide45.xml"/><Relationship Id="rId70" Type="http://schemas.openxmlformats.org/officeDocument/2006/relationships/slide" Target="slides/slide53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6.xml"/><Relationship Id="rId28" Type="http://schemas.openxmlformats.org/officeDocument/2006/relationships/slide" Target="slides/slide11.xml"/><Relationship Id="rId36" Type="http://schemas.openxmlformats.org/officeDocument/2006/relationships/slide" Target="slides/slide19.xml"/><Relationship Id="rId49" Type="http://schemas.openxmlformats.org/officeDocument/2006/relationships/slide" Target="slides/slide32.xml"/><Relationship Id="rId57" Type="http://schemas.openxmlformats.org/officeDocument/2006/relationships/slide" Target="slides/slide40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4.xml"/><Relationship Id="rId44" Type="http://schemas.openxmlformats.org/officeDocument/2006/relationships/slide" Target="slides/slide27.xml"/><Relationship Id="rId52" Type="http://schemas.openxmlformats.org/officeDocument/2006/relationships/slide" Target="slides/slide35.xml"/><Relationship Id="rId60" Type="http://schemas.openxmlformats.org/officeDocument/2006/relationships/slide" Target="slides/slide43.xml"/><Relationship Id="rId65" Type="http://schemas.openxmlformats.org/officeDocument/2006/relationships/slide" Target="slides/slide48.xml"/><Relationship Id="rId73" Type="http://schemas.openxmlformats.org/officeDocument/2006/relationships/commentAuthors" Target="commentAuthors.xml"/><Relationship Id="rId78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1.xml"/><Relationship Id="rId39" Type="http://schemas.openxmlformats.org/officeDocument/2006/relationships/slide" Target="slides/slide22.xml"/><Relationship Id="rId34" Type="http://schemas.openxmlformats.org/officeDocument/2006/relationships/slide" Target="slides/slide17.xml"/><Relationship Id="rId50" Type="http://schemas.openxmlformats.org/officeDocument/2006/relationships/slide" Target="slides/slide33.xml"/><Relationship Id="rId55" Type="http://schemas.openxmlformats.org/officeDocument/2006/relationships/slide" Target="slides/slide38.xml"/><Relationship Id="rId76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71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il Snell" userId="349f2868-c303-411a-a9fc-19b25c360970" providerId="ADAL" clId="{64D3072E-41F2-48D7-8FB2-B5482B8F18AC}"/>
    <pc:docChg chg="modSld">
      <pc:chgData name="Gail Snell" userId="349f2868-c303-411a-a9fc-19b25c360970" providerId="ADAL" clId="{64D3072E-41F2-48D7-8FB2-B5482B8F18AC}" dt="2025-09-05T15:22:25.570" v="48" actId="20577"/>
      <pc:docMkLst>
        <pc:docMk/>
      </pc:docMkLst>
      <pc:sldChg chg="modSp">
        <pc:chgData name="Gail Snell" userId="349f2868-c303-411a-a9fc-19b25c360970" providerId="ADAL" clId="{64D3072E-41F2-48D7-8FB2-B5482B8F18AC}" dt="2025-09-05T15:20:50.404" v="30" actId="20577"/>
        <pc:sldMkLst>
          <pc:docMk/>
          <pc:sldMk cId="2571560613" sldId="318"/>
        </pc:sldMkLst>
        <pc:graphicFrameChg chg="mod">
          <ac:chgData name="Gail Snell" userId="349f2868-c303-411a-a9fc-19b25c360970" providerId="ADAL" clId="{64D3072E-41F2-48D7-8FB2-B5482B8F18AC}" dt="2025-09-05T15:20:50.404" v="30" actId="20577"/>
          <ac:graphicFrameMkLst>
            <pc:docMk/>
            <pc:sldMk cId="2571560613" sldId="318"/>
            <ac:graphicFrameMk id="4" creationId="{E10905B2-4BB5-ABEA-41B2-B4D3E3CC474D}"/>
          </ac:graphicFrameMkLst>
        </pc:graphicFrameChg>
      </pc:sldChg>
      <pc:sldChg chg="addSp modSp mod">
        <pc:chgData name="Gail Snell" userId="349f2868-c303-411a-a9fc-19b25c360970" providerId="ADAL" clId="{64D3072E-41F2-48D7-8FB2-B5482B8F18AC}" dt="2025-09-05T15:18:45.107" v="15" actId="1076"/>
        <pc:sldMkLst>
          <pc:docMk/>
          <pc:sldMk cId="1296272461" sldId="322"/>
        </pc:sldMkLst>
        <pc:spChg chg="add mod">
          <ac:chgData name="Gail Snell" userId="349f2868-c303-411a-a9fc-19b25c360970" providerId="ADAL" clId="{64D3072E-41F2-48D7-8FB2-B5482B8F18AC}" dt="2025-09-05T15:18:45.107" v="15" actId="1076"/>
          <ac:spMkLst>
            <pc:docMk/>
            <pc:sldMk cId="1296272461" sldId="322"/>
            <ac:spMk id="2" creationId="{8B01DDC7-AB21-9476-294D-865537E6DDDA}"/>
          </ac:spMkLst>
        </pc:spChg>
      </pc:sldChg>
      <pc:sldChg chg="modSp mod">
        <pc:chgData name="Gail Snell" userId="349f2868-c303-411a-a9fc-19b25c360970" providerId="ADAL" clId="{64D3072E-41F2-48D7-8FB2-B5482B8F18AC}" dt="2025-09-05T15:21:55.913" v="44" actId="20577"/>
        <pc:sldMkLst>
          <pc:docMk/>
          <pc:sldMk cId="1410054363" sldId="327"/>
        </pc:sldMkLst>
        <pc:spChg chg="mod">
          <ac:chgData name="Gail Snell" userId="349f2868-c303-411a-a9fc-19b25c360970" providerId="ADAL" clId="{64D3072E-41F2-48D7-8FB2-B5482B8F18AC}" dt="2025-09-05T15:21:55.913" v="44" actId="20577"/>
          <ac:spMkLst>
            <pc:docMk/>
            <pc:sldMk cId="1410054363" sldId="327"/>
            <ac:spMk id="3" creationId="{442AF402-A64B-338E-C3D3-EC6B258958C7}"/>
          </ac:spMkLst>
        </pc:spChg>
      </pc:sldChg>
      <pc:sldChg chg="modSp mod">
        <pc:chgData name="Gail Snell" userId="349f2868-c303-411a-a9fc-19b25c360970" providerId="ADAL" clId="{64D3072E-41F2-48D7-8FB2-B5482B8F18AC}" dt="2025-09-05T15:21:38.348" v="41" actId="14100"/>
        <pc:sldMkLst>
          <pc:docMk/>
          <pc:sldMk cId="232059885" sldId="334"/>
        </pc:sldMkLst>
        <pc:spChg chg="mod">
          <ac:chgData name="Gail Snell" userId="349f2868-c303-411a-a9fc-19b25c360970" providerId="ADAL" clId="{64D3072E-41F2-48D7-8FB2-B5482B8F18AC}" dt="2025-09-05T15:21:38.348" v="41" actId="14100"/>
          <ac:spMkLst>
            <pc:docMk/>
            <pc:sldMk cId="232059885" sldId="334"/>
            <ac:spMk id="6" creationId="{1A7B5227-8EA5-2C73-1324-0492C77C8457}"/>
          </ac:spMkLst>
        </pc:spChg>
      </pc:sldChg>
      <pc:sldChg chg="modSp mod">
        <pc:chgData name="Gail Snell" userId="349f2868-c303-411a-a9fc-19b25c360970" providerId="ADAL" clId="{64D3072E-41F2-48D7-8FB2-B5482B8F18AC}" dt="2025-09-05T15:22:10.497" v="45" actId="20577"/>
        <pc:sldMkLst>
          <pc:docMk/>
          <pc:sldMk cId="2871612489" sldId="341"/>
        </pc:sldMkLst>
        <pc:spChg chg="mod">
          <ac:chgData name="Gail Snell" userId="349f2868-c303-411a-a9fc-19b25c360970" providerId="ADAL" clId="{64D3072E-41F2-48D7-8FB2-B5482B8F18AC}" dt="2025-09-05T15:22:10.497" v="45" actId="20577"/>
          <ac:spMkLst>
            <pc:docMk/>
            <pc:sldMk cId="2871612489" sldId="341"/>
            <ac:spMk id="7" creationId="{9B791B7F-0C51-C56B-7E66-C62FEBA5B1BB}"/>
          </ac:spMkLst>
        </pc:spChg>
      </pc:sldChg>
      <pc:sldChg chg="modSp mod">
        <pc:chgData name="Gail Snell" userId="349f2868-c303-411a-a9fc-19b25c360970" providerId="ADAL" clId="{64D3072E-41F2-48D7-8FB2-B5482B8F18AC}" dt="2025-09-05T15:22:25.570" v="48" actId="20577"/>
        <pc:sldMkLst>
          <pc:docMk/>
          <pc:sldMk cId="1525191042" sldId="343"/>
        </pc:sldMkLst>
        <pc:spChg chg="mod">
          <ac:chgData name="Gail Snell" userId="349f2868-c303-411a-a9fc-19b25c360970" providerId="ADAL" clId="{64D3072E-41F2-48D7-8FB2-B5482B8F18AC}" dt="2025-09-05T15:22:25.570" v="48" actId="20577"/>
          <ac:spMkLst>
            <pc:docMk/>
            <pc:sldMk cId="1525191042" sldId="343"/>
            <ac:spMk id="7" creationId="{5AA0F9E4-6563-FB62-BE92-18824D42DB1F}"/>
          </ac:spMkLst>
        </pc:spChg>
      </pc:sldChg>
    </pc:docChg>
  </pc:docChgLst>
  <pc:docChgLst>
    <pc:chgData name="Gail Snell" userId="S::gail.snell@pearson.com::349f2868-c303-411a-a9fc-19b25c360970" providerId="AD" clId="Web-{2ACD88F7-FC85-7ACB-615F-882BB5CB8367}"/>
    <pc:docChg chg="modSld">
      <pc:chgData name="Gail Snell" userId="S::gail.snell@pearson.com::349f2868-c303-411a-a9fc-19b25c360970" providerId="AD" clId="Web-{2ACD88F7-FC85-7ACB-615F-882BB5CB8367}" dt="2025-09-05T15:17:04.133" v="82"/>
      <pc:docMkLst>
        <pc:docMk/>
      </pc:docMkLst>
      <pc:sldChg chg="delSp">
        <pc:chgData name="Gail Snell" userId="S::gail.snell@pearson.com::349f2868-c303-411a-a9fc-19b25c360970" providerId="AD" clId="Web-{2ACD88F7-FC85-7ACB-615F-882BB5CB8367}" dt="2025-09-05T15:15:56.635" v="74"/>
        <pc:sldMkLst>
          <pc:docMk/>
          <pc:sldMk cId="0" sldId="257"/>
        </pc:sldMkLst>
      </pc:sldChg>
      <pc:sldChg chg="modSp">
        <pc:chgData name="Gail Snell" userId="S::gail.snell@pearson.com::349f2868-c303-411a-a9fc-19b25c360970" providerId="AD" clId="Web-{2ACD88F7-FC85-7ACB-615F-882BB5CB8367}" dt="2025-09-05T15:14:34.170" v="72" actId="1076"/>
        <pc:sldMkLst>
          <pc:docMk/>
          <pc:sldMk cId="407724259" sldId="307"/>
        </pc:sldMkLst>
        <pc:spChg chg="mod">
          <ac:chgData name="Gail Snell" userId="S::gail.snell@pearson.com::349f2868-c303-411a-a9fc-19b25c360970" providerId="AD" clId="Web-{2ACD88F7-FC85-7ACB-615F-882BB5CB8367}" dt="2025-09-05T15:14:34.170" v="72" actId="1076"/>
          <ac:spMkLst>
            <pc:docMk/>
            <pc:sldMk cId="407724259" sldId="307"/>
            <ac:spMk id="34820" creationId="{D22BF1B4-D245-1214-849F-6B04D575BE48}"/>
          </ac:spMkLst>
        </pc:spChg>
      </pc:sldChg>
      <pc:sldChg chg="modSp">
        <pc:chgData name="Gail Snell" userId="S::gail.snell@pearson.com::349f2868-c303-411a-a9fc-19b25c360970" providerId="AD" clId="Web-{2ACD88F7-FC85-7ACB-615F-882BB5CB8367}" dt="2025-09-05T15:09:13.672" v="54" actId="1076"/>
        <pc:sldMkLst>
          <pc:docMk/>
          <pc:sldMk cId="1882542862" sldId="308"/>
        </pc:sldMkLst>
        <pc:spChg chg="mod">
          <ac:chgData name="Gail Snell" userId="S::gail.snell@pearson.com::349f2868-c303-411a-a9fc-19b25c360970" providerId="AD" clId="Web-{2ACD88F7-FC85-7ACB-615F-882BB5CB8367}" dt="2025-09-05T15:09:13.672" v="54" actId="1076"/>
          <ac:spMkLst>
            <pc:docMk/>
            <pc:sldMk cId="1882542862" sldId="308"/>
            <ac:spMk id="2" creationId="{9CF422E3-1DF3-A328-2249-AE446DD979FE}"/>
          </ac:spMkLst>
        </pc:spChg>
      </pc:sldChg>
      <pc:sldChg chg="modSp">
        <pc:chgData name="Gail Snell" userId="S::gail.snell@pearson.com::349f2868-c303-411a-a9fc-19b25c360970" providerId="AD" clId="Web-{2ACD88F7-FC85-7ACB-615F-882BB5CB8367}" dt="2025-09-05T15:15:09.559" v="73" actId="1076"/>
        <pc:sldMkLst>
          <pc:docMk/>
          <pc:sldMk cId="1941054913" sldId="314"/>
        </pc:sldMkLst>
        <pc:spChg chg="mod">
          <ac:chgData name="Gail Snell" userId="S::gail.snell@pearson.com::349f2868-c303-411a-a9fc-19b25c360970" providerId="AD" clId="Web-{2ACD88F7-FC85-7ACB-615F-882BB5CB8367}" dt="2025-09-05T15:15:09.559" v="73" actId="1076"/>
          <ac:spMkLst>
            <pc:docMk/>
            <pc:sldMk cId="1941054913" sldId="314"/>
            <ac:spMk id="34820" creationId="{3DCC1606-A5F1-BB2D-8085-EBB83FAD1AFB}"/>
          </ac:spMkLst>
        </pc:spChg>
      </pc:sldChg>
      <pc:sldChg chg="delSp">
        <pc:chgData name="Gail Snell" userId="S::gail.snell@pearson.com::349f2868-c303-411a-a9fc-19b25c360970" providerId="AD" clId="Web-{2ACD88F7-FC85-7ACB-615F-882BB5CB8367}" dt="2025-09-05T15:01:42.673" v="1"/>
        <pc:sldMkLst>
          <pc:docMk/>
          <pc:sldMk cId="3910266446" sldId="316"/>
        </pc:sldMkLst>
      </pc:sldChg>
      <pc:sldChg chg="delSp">
        <pc:chgData name="Gail Snell" userId="S::gail.snell@pearson.com::349f2868-c303-411a-a9fc-19b25c360970" providerId="AD" clId="Web-{2ACD88F7-FC85-7ACB-615F-882BB5CB8367}" dt="2025-09-05T15:01:47.173" v="2"/>
        <pc:sldMkLst>
          <pc:docMk/>
          <pc:sldMk cId="2571560613" sldId="318"/>
        </pc:sldMkLst>
      </pc:sldChg>
      <pc:sldChg chg="delSp">
        <pc:chgData name="Gail Snell" userId="S::gail.snell@pearson.com::349f2868-c303-411a-a9fc-19b25c360970" providerId="AD" clId="Web-{2ACD88F7-FC85-7ACB-615F-882BB5CB8367}" dt="2025-09-05T15:10:16.141" v="55"/>
        <pc:sldMkLst>
          <pc:docMk/>
          <pc:sldMk cId="2170622806" sldId="319"/>
        </pc:sldMkLst>
      </pc:sldChg>
      <pc:sldChg chg="delSp">
        <pc:chgData name="Gail Snell" userId="S::gail.snell@pearson.com::349f2868-c303-411a-a9fc-19b25c360970" providerId="AD" clId="Web-{2ACD88F7-FC85-7ACB-615F-882BB5CB8367}" dt="2025-09-05T15:01:49.642" v="3"/>
        <pc:sldMkLst>
          <pc:docMk/>
          <pc:sldMk cId="1516634886" sldId="320"/>
        </pc:sldMkLst>
      </pc:sldChg>
      <pc:sldChg chg="addSp delSp modSp">
        <pc:chgData name="Gail Snell" userId="S::gail.snell@pearson.com::349f2868-c303-411a-a9fc-19b25c360970" providerId="AD" clId="Web-{2ACD88F7-FC85-7ACB-615F-882BB5CB8367}" dt="2025-09-05T15:17:04.133" v="82"/>
        <pc:sldMkLst>
          <pc:docMk/>
          <pc:sldMk cId="1296272461" sldId="322"/>
        </pc:sldMkLst>
        <pc:picChg chg="mod modCrop">
          <ac:chgData name="Gail Snell" userId="S::gail.snell@pearson.com::349f2868-c303-411a-a9fc-19b25c360970" providerId="AD" clId="Web-{2ACD88F7-FC85-7ACB-615F-882BB5CB8367}" dt="2025-09-05T15:16:35.743" v="76"/>
          <ac:picMkLst>
            <pc:docMk/>
            <pc:sldMk cId="1296272461" sldId="322"/>
            <ac:picMk id="8" creationId="{1BF3E808-AD87-476E-A460-8790683A1D2E}"/>
          </ac:picMkLst>
        </pc:picChg>
      </pc:sldChg>
      <pc:sldChg chg="delSp modSp">
        <pc:chgData name="Gail Snell" userId="S::gail.snell@pearson.com::349f2868-c303-411a-a9fc-19b25c360970" providerId="AD" clId="Web-{2ACD88F7-FC85-7ACB-615F-882BB5CB8367}" dt="2025-09-05T15:10:20.172" v="56" actId="1076"/>
        <pc:sldMkLst>
          <pc:docMk/>
          <pc:sldMk cId="2845046806" sldId="324"/>
        </pc:sldMkLst>
        <pc:spChg chg="mod">
          <ac:chgData name="Gail Snell" userId="S::gail.snell@pearson.com::349f2868-c303-411a-a9fc-19b25c360970" providerId="AD" clId="Web-{2ACD88F7-FC85-7ACB-615F-882BB5CB8367}" dt="2025-09-05T15:10:20.172" v="56" actId="1076"/>
          <ac:spMkLst>
            <pc:docMk/>
            <pc:sldMk cId="2845046806" sldId="324"/>
            <ac:spMk id="2" creationId="{24BA6E24-5EF9-B9EA-3F1E-F8E2BB8D82B9}"/>
          </ac:spMkLst>
        </pc:spChg>
      </pc:sldChg>
      <pc:sldChg chg="delSp">
        <pc:chgData name="Gail Snell" userId="S::gail.snell@pearson.com::349f2868-c303-411a-a9fc-19b25c360970" providerId="AD" clId="Web-{2ACD88F7-FC85-7ACB-615F-882BB5CB8367}" dt="2025-09-05T15:02:14.798" v="9"/>
        <pc:sldMkLst>
          <pc:docMk/>
          <pc:sldMk cId="2043365643" sldId="325"/>
        </pc:sldMkLst>
      </pc:sldChg>
      <pc:sldChg chg="delSp">
        <pc:chgData name="Gail Snell" userId="S::gail.snell@pearson.com::349f2868-c303-411a-a9fc-19b25c360970" providerId="AD" clId="Web-{2ACD88F7-FC85-7ACB-615F-882BB5CB8367}" dt="2025-09-05T15:02:03.361" v="6"/>
        <pc:sldMkLst>
          <pc:docMk/>
          <pc:sldMk cId="413192494" sldId="326"/>
        </pc:sldMkLst>
      </pc:sldChg>
      <pc:sldChg chg="delSp">
        <pc:chgData name="Gail Snell" userId="S::gail.snell@pearson.com::349f2868-c303-411a-a9fc-19b25c360970" providerId="AD" clId="Web-{2ACD88F7-FC85-7ACB-615F-882BB5CB8367}" dt="2025-09-05T15:02:34.189" v="15"/>
        <pc:sldMkLst>
          <pc:docMk/>
          <pc:sldMk cId="1410054363" sldId="327"/>
        </pc:sldMkLst>
      </pc:sldChg>
      <pc:sldChg chg="delSp modSp">
        <pc:chgData name="Gail Snell" userId="S::gail.snell@pearson.com::349f2868-c303-411a-a9fc-19b25c360970" providerId="AD" clId="Web-{2ACD88F7-FC85-7ACB-615F-882BB5CB8367}" dt="2025-09-05T15:10:51.203" v="60" actId="1076"/>
        <pc:sldMkLst>
          <pc:docMk/>
          <pc:sldMk cId="856632379" sldId="328"/>
        </pc:sldMkLst>
        <pc:spChg chg="mod">
          <ac:chgData name="Gail Snell" userId="S::gail.snell@pearson.com::349f2868-c303-411a-a9fc-19b25c360970" providerId="AD" clId="Web-{2ACD88F7-FC85-7ACB-615F-882BB5CB8367}" dt="2025-09-05T15:10:51.203" v="60" actId="1076"/>
          <ac:spMkLst>
            <pc:docMk/>
            <pc:sldMk cId="856632379" sldId="328"/>
            <ac:spMk id="2" creationId="{181973E8-7933-3673-2570-339464231893}"/>
          </ac:spMkLst>
        </pc:spChg>
        <pc:spChg chg="mod">
          <ac:chgData name="Gail Snell" userId="S::gail.snell@pearson.com::349f2868-c303-411a-a9fc-19b25c360970" providerId="AD" clId="Web-{2ACD88F7-FC85-7ACB-615F-882BB5CB8367}" dt="2025-09-05T15:10:49.140" v="59" actId="1076"/>
          <ac:spMkLst>
            <pc:docMk/>
            <pc:sldMk cId="856632379" sldId="328"/>
            <ac:spMk id="3" creationId="{02E6DC81-40C9-757A-0326-BAF73EDF8848}"/>
          </ac:spMkLst>
        </pc:spChg>
      </pc:sldChg>
      <pc:sldChg chg="delSp">
        <pc:chgData name="Gail Snell" userId="S::gail.snell@pearson.com::349f2868-c303-411a-a9fc-19b25c360970" providerId="AD" clId="Web-{2ACD88F7-FC85-7ACB-615F-882BB5CB8367}" dt="2025-09-05T15:02:24.814" v="12"/>
        <pc:sldMkLst>
          <pc:docMk/>
          <pc:sldMk cId="3772271224" sldId="329"/>
        </pc:sldMkLst>
      </pc:sldChg>
      <pc:sldChg chg="delSp">
        <pc:chgData name="Gail Snell" userId="S::gail.snell@pearson.com::349f2868-c303-411a-a9fc-19b25c360970" providerId="AD" clId="Web-{2ACD88F7-FC85-7ACB-615F-882BB5CB8367}" dt="2025-09-05T15:02:32.095" v="14"/>
        <pc:sldMkLst>
          <pc:docMk/>
          <pc:sldMk cId="4114640083" sldId="330"/>
        </pc:sldMkLst>
      </pc:sldChg>
      <pc:sldChg chg="delSp modSp">
        <pc:chgData name="Gail Snell" userId="S::gail.snell@pearson.com::349f2868-c303-411a-a9fc-19b25c360970" providerId="AD" clId="Web-{2ACD88F7-FC85-7ACB-615F-882BB5CB8367}" dt="2025-09-05T15:13:33.920" v="63" actId="1076"/>
        <pc:sldMkLst>
          <pc:docMk/>
          <pc:sldMk cId="464483734" sldId="331"/>
        </pc:sldMkLst>
        <pc:spChg chg="mod">
          <ac:chgData name="Gail Snell" userId="S::gail.snell@pearson.com::349f2868-c303-411a-a9fc-19b25c360970" providerId="AD" clId="Web-{2ACD88F7-FC85-7ACB-615F-882BB5CB8367}" dt="2025-09-05T15:13:33.920" v="63" actId="1076"/>
          <ac:spMkLst>
            <pc:docMk/>
            <pc:sldMk cId="464483734" sldId="331"/>
            <ac:spMk id="2" creationId="{D57230D4-7061-CFA0-692E-B15642D78FCD}"/>
          </ac:spMkLst>
        </pc:spChg>
      </pc:sldChg>
      <pc:sldChg chg="delSp modSp">
        <pc:chgData name="Gail Snell" userId="S::gail.snell@pearson.com::349f2868-c303-411a-a9fc-19b25c360970" providerId="AD" clId="Web-{2ACD88F7-FC85-7ACB-615F-882BB5CB8367}" dt="2025-09-05T15:10:30.891" v="58" actId="1076"/>
        <pc:sldMkLst>
          <pc:docMk/>
          <pc:sldMk cId="2537066159" sldId="332"/>
        </pc:sldMkLst>
        <pc:picChg chg="mod">
          <ac:chgData name="Gail Snell" userId="S::gail.snell@pearson.com::349f2868-c303-411a-a9fc-19b25c360970" providerId="AD" clId="Web-{2ACD88F7-FC85-7ACB-615F-882BB5CB8367}" dt="2025-09-05T15:10:30.891" v="58" actId="1076"/>
          <ac:picMkLst>
            <pc:docMk/>
            <pc:sldMk cId="2537066159" sldId="332"/>
            <ac:picMk id="9" creationId="{632894E8-F981-48FB-B973-6C471D37447E}"/>
          </ac:picMkLst>
        </pc:picChg>
      </pc:sldChg>
      <pc:sldChg chg="delSp">
        <pc:chgData name="Gail Snell" userId="S::gail.snell@pearson.com::349f2868-c303-411a-a9fc-19b25c360970" providerId="AD" clId="Web-{2ACD88F7-FC85-7ACB-615F-882BB5CB8367}" dt="2025-09-05T15:02:08.126" v="7"/>
        <pc:sldMkLst>
          <pc:docMk/>
          <pc:sldMk cId="1748386966" sldId="333"/>
        </pc:sldMkLst>
      </pc:sldChg>
      <pc:sldChg chg="delSp">
        <pc:chgData name="Gail Snell" userId="S::gail.snell@pearson.com::349f2868-c303-411a-a9fc-19b25c360970" providerId="AD" clId="Web-{2ACD88F7-FC85-7ACB-615F-882BB5CB8367}" dt="2025-09-05T15:02:21.330" v="11"/>
        <pc:sldMkLst>
          <pc:docMk/>
          <pc:sldMk cId="232059885" sldId="334"/>
        </pc:sldMkLst>
      </pc:sldChg>
      <pc:sldChg chg="delSp">
        <pc:chgData name="Gail Snell" userId="S::gail.snell@pearson.com::349f2868-c303-411a-a9fc-19b25c360970" providerId="AD" clId="Web-{2ACD88F7-FC85-7ACB-615F-882BB5CB8367}" dt="2025-09-05T15:02:10.267" v="8"/>
        <pc:sldMkLst>
          <pc:docMk/>
          <pc:sldMk cId="1368657191" sldId="336"/>
        </pc:sldMkLst>
      </pc:sldChg>
      <pc:sldChg chg="delSp modSp">
        <pc:chgData name="Gail Snell" userId="S::gail.snell@pearson.com::349f2868-c303-411a-a9fc-19b25c360970" providerId="AD" clId="Web-{2ACD88F7-FC85-7ACB-615F-882BB5CB8367}" dt="2025-09-05T15:12:03.546" v="62"/>
        <pc:sldMkLst>
          <pc:docMk/>
          <pc:sldMk cId="3625294711" sldId="337"/>
        </pc:sldMkLst>
        <pc:picChg chg="mod modCrop">
          <ac:chgData name="Gail Snell" userId="S::gail.snell@pearson.com::349f2868-c303-411a-a9fc-19b25c360970" providerId="AD" clId="Web-{2ACD88F7-FC85-7ACB-615F-882BB5CB8367}" dt="2025-09-05T15:12:03.546" v="62"/>
          <ac:picMkLst>
            <pc:docMk/>
            <pc:sldMk cId="3625294711" sldId="337"/>
            <ac:picMk id="11" creationId="{24D6E650-1CE4-4DB1-A962-76C9D26C6692}"/>
          </ac:picMkLst>
        </pc:picChg>
      </pc:sldChg>
      <pc:sldChg chg="delSp modSp">
        <pc:chgData name="Gail Snell" userId="S::gail.snell@pearson.com::349f2868-c303-411a-a9fc-19b25c360970" providerId="AD" clId="Web-{2ACD88F7-FC85-7ACB-615F-882BB5CB8367}" dt="2025-09-05T15:13:43.170" v="65" actId="1076"/>
        <pc:sldMkLst>
          <pc:docMk/>
          <pc:sldMk cId="3814231365" sldId="338"/>
        </pc:sldMkLst>
        <pc:spChg chg="mod">
          <ac:chgData name="Gail Snell" userId="S::gail.snell@pearson.com::349f2868-c303-411a-a9fc-19b25c360970" providerId="AD" clId="Web-{2ACD88F7-FC85-7ACB-615F-882BB5CB8367}" dt="2025-09-05T15:13:43.170" v="65" actId="1076"/>
          <ac:spMkLst>
            <pc:docMk/>
            <pc:sldMk cId="3814231365" sldId="338"/>
            <ac:spMk id="2" creationId="{910CDDF1-22D2-D051-54A4-495434897132}"/>
          </ac:spMkLst>
        </pc:spChg>
        <pc:picChg chg="mod">
          <ac:chgData name="Gail Snell" userId="S::gail.snell@pearson.com::349f2868-c303-411a-a9fc-19b25c360970" providerId="AD" clId="Web-{2ACD88F7-FC85-7ACB-615F-882BB5CB8367}" dt="2025-09-05T15:13:40.545" v="64" actId="1076"/>
          <ac:picMkLst>
            <pc:docMk/>
            <pc:sldMk cId="3814231365" sldId="338"/>
            <ac:picMk id="8" creationId="{EB7C48EA-8DAF-4CFB-B0F2-5F5C22F00568}"/>
          </ac:picMkLst>
        </pc:picChg>
      </pc:sldChg>
      <pc:sldChg chg="delSp">
        <pc:chgData name="Gail Snell" userId="S::gail.snell@pearson.com::349f2868-c303-411a-a9fc-19b25c360970" providerId="AD" clId="Web-{2ACD88F7-FC85-7ACB-615F-882BB5CB8367}" dt="2025-09-05T15:02:41.064" v="17"/>
        <pc:sldMkLst>
          <pc:docMk/>
          <pc:sldMk cId="347465944" sldId="339"/>
        </pc:sldMkLst>
      </pc:sldChg>
      <pc:sldChg chg="delSp modSp">
        <pc:chgData name="Gail Snell" userId="S::gail.snell@pearson.com::349f2868-c303-411a-a9fc-19b25c360970" providerId="AD" clId="Web-{2ACD88F7-FC85-7ACB-615F-882BB5CB8367}" dt="2025-09-05T15:13:53.655" v="67" actId="1076"/>
        <pc:sldMkLst>
          <pc:docMk/>
          <pc:sldMk cId="2871612489" sldId="341"/>
        </pc:sldMkLst>
        <pc:spChg chg="mod">
          <ac:chgData name="Gail Snell" userId="S::gail.snell@pearson.com::349f2868-c303-411a-a9fc-19b25c360970" providerId="AD" clId="Web-{2ACD88F7-FC85-7ACB-615F-882BB5CB8367}" dt="2025-09-05T15:13:53.655" v="67" actId="1076"/>
          <ac:spMkLst>
            <pc:docMk/>
            <pc:sldMk cId="2871612489" sldId="341"/>
            <ac:spMk id="2" creationId="{56BD497D-0220-006B-0FA5-C9136CCD26BC}"/>
          </ac:spMkLst>
        </pc:spChg>
        <pc:spChg chg="mod">
          <ac:chgData name="Gail Snell" userId="S::gail.snell@pearson.com::349f2868-c303-411a-a9fc-19b25c360970" providerId="AD" clId="Web-{2ACD88F7-FC85-7ACB-615F-882BB5CB8367}" dt="2025-09-05T15:13:51.076" v="66" actId="1076"/>
          <ac:spMkLst>
            <pc:docMk/>
            <pc:sldMk cId="2871612489" sldId="341"/>
            <ac:spMk id="7" creationId="{9B791B7F-0C51-C56B-7E66-C62FEBA5B1BB}"/>
          </ac:spMkLst>
        </pc:spChg>
      </pc:sldChg>
      <pc:sldChg chg="delSp modSp">
        <pc:chgData name="Gail Snell" userId="S::gail.snell@pearson.com::349f2868-c303-411a-a9fc-19b25c360970" providerId="AD" clId="Web-{2ACD88F7-FC85-7ACB-615F-882BB5CB8367}" dt="2025-09-05T15:14:07.248" v="71" actId="1076"/>
        <pc:sldMkLst>
          <pc:docMk/>
          <pc:sldMk cId="1212719524" sldId="342"/>
        </pc:sldMkLst>
        <pc:spChg chg="mod">
          <ac:chgData name="Gail Snell" userId="S::gail.snell@pearson.com::349f2868-c303-411a-a9fc-19b25c360970" providerId="AD" clId="Web-{2ACD88F7-FC85-7ACB-615F-882BB5CB8367}" dt="2025-09-05T15:14:07.248" v="71" actId="1076"/>
          <ac:spMkLst>
            <pc:docMk/>
            <pc:sldMk cId="1212719524" sldId="342"/>
            <ac:spMk id="2" creationId="{1D1A209A-2658-ABFC-29A2-A51868AA0B32}"/>
          </ac:spMkLst>
        </pc:spChg>
        <pc:spChg chg="mod">
          <ac:chgData name="Gail Snell" userId="S::gail.snell@pearson.com::349f2868-c303-411a-a9fc-19b25c360970" providerId="AD" clId="Web-{2ACD88F7-FC85-7ACB-615F-882BB5CB8367}" dt="2025-09-05T15:13:59.358" v="68" actId="1076"/>
          <ac:spMkLst>
            <pc:docMk/>
            <pc:sldMk cId="1212719524" sldId="342"/>
            <ac:spMk id="3" creationId="{17B81608-6F31-218D-87DF-2F9A26DA58A5}"/>
          </ac:spMkLst>
        </pc:spChg>
        <pc:spChg chg="mod">
          <ac:chgData name="Gail Snell" userId="S::gail.snell@pearson.com::349f2868-c303-411a-a9fc-19b25c360970" providerId="AD" clId="Web-{2ACD88F7-FC85-7ACB-615F-882BB5CB8367}" dt="2025-09-05T15:14:01.342" v="69" actId="1076"/>
          <ac:spMkLst>
            <pc:docMk/>
            <pc:sldMk cId="1212719524" sldId="342"/>
            <ac:spMk id="4" creationId="{AA251CA5-62E5-A092-681A-C46F5020888E}"/>
          </ac:spMkLst>
        </pc:spChg>
        <pc:spChg chg="mod">
          <ac:chgData name="Gail Snell" userId="S::gail.snell@pearson.com::349f2868-c303-411a-a9fc-19b25c360970" providerId="AD" clId="Web-{2ACD88F7-FC85-7ACB-615F-882BB5CB8367}" dt="2025-09-05T15:14:05.201" v="70" actId="1076"/>
          <ac:spMkLst>
            <pc:docMk/>
            <pc:sldMk cId="1212719524" sldId="342"/>
            <ac:spMk id="7" creationId="{835CA004-4978-239E-BEC4-42793BB52A38}"/>
          </ac:spMkLst>
        </pc:spChg>
      </pc:sldChg>
      <pc:sldChg chg="delSp modSp">
        <pc:chgData name="Gail Snell" userId="S::gail.snell@pearson.com::349f2868-c303-411a-a9fc-19b25c360970" providerId="AD" clId="Web-{2ACD88F7-FC85-7ACB-615F-882BB5CB8367}" dt="2025-09-05T15:03:01.751" v="23"/>
        <pc:sldMkLst>
          <pc:docMk/>
          <pc:sldMk cId="1525191042" sldId="343"/>
        </pc:sldMkLst>
      </pc:sldChg>
      <pc:sldChg chg="delSp">
        <pc:chgData name="Gail Snell" userId="S::gail.snell@pearson.com::349f2868-c303-411a-a9fc-19b25c360970" providerId="AD" clId="Web-{2ACD88F7-FC85-7ACB-615F-882BB5CB8367}" dt="2025-09-05T15:03:03.673" v="24"/>
        <pc:sldMkLst>
          <pc:docMk/>
          <pc:sldMk cId="302946375" sldId="344"/>
        </pc:sldMkLst>
      </pc:sldChg>
      <pc:sldChg chg="delSp">
        <pc:chgData name="Gail Snell" userId="S::gail.snell@pearson.com::349f2868-c303-411a-a9fc-19b25c360970" providerId="AD" clId="Web-{2ACD88F7-FC85-7ACB-615F-882BB5CB8367}" dt="2025-09-05T15:03:07.158" v="25"/>
        <pc:sldMkLst>
          <pc:docMk/>
          <pc:sldMk cId="3607263072" sldId="345"/>
        </pc:sldMkLst>
      </pc:sldChg>
      <pc:sldChg chg="delSp">
        <pc:chgData name="Gail Snell" userId="S::gail.snell@pearson.com::349f2868-c303-411a-a9fc-19b25c360970" providerId="AD" clId="Web-{2ACD88F7-FC85-7ACB-615F-882BB5CB8367}" dt="2025-09-05T15:03:09.939" v="26"/>
        <pc:sldMkLst>
          <pc:docMk/>
          <pc:sldMk cId="2257020973" sldId="346"/>
        </pc:sldMkLst>
      </pc:sldChg>
      <pc:sldChg chg="delSp">
        <pc:chgData name="Gail Snell" userId="S::gail.snell@pearson.com::349f2868-c303-411a-a9fc-19b25c360970" providerId="AD" clId="Web-{2ACD88F7-FC85-7ACB-615F-882BB5CB8367}" dt="2025-09-05T15:03:14.079" v="27"/>
        <pc:sldMkLst>
          <pc:docMk/>
          <pc:sldMk cId="2470344612" sldId="347"/>
        </pc:sldMkLst>
      </pc:sldChg>
      <pc:sldChg chg="delSp modSp">
        <pc:chgData name="Gail Snell" userId="S::gail.snell@pearson.com::349f2868-c303-411a-a9fc-19b25c360970" providerId="AD" clId="Web-{2ACD88F7-FC85-7ACB-615F-882BB5CB8367}" dt="2025-09-05T15:08:50" v="52" actId="14100"/>
        <pc:sldMkLst>
          <pc:docMk/>
          <pc:sldMk cId="1660025902" sldId="348"/>
        </pc:sldMkLst>
        <pc:spChg chg="mod">
          <ac:chgData name="Gail Snell" userId="S::gail.snell@pearson.com::349f2868-c303-411a-a9fc-19b25c360970" providerId="AD" clId="Web-{2ACD88F7-FC85-7ACB-615F-882BB5CB8367}" dt="2025-09-05T15:08:50" v="52" actId="14100"/>
          <ac:spMkLst>
            <pc:docMk/>
            <pc:sldMk cId="1660025902" sldId="348"/>
            <ac:spMk id="3" creationId="{BF53F1A3-B69D-5D12-C440-86BDEDDA1136}"/>
          </ac:spMkLst>
        </pc:spChg>
      </pc:sldChg>
      <pc:sldChg chg="delSp">
        <pc:chgData name="Gail Snell" userId="S::gail.snell@pearson.com::349f2868-c303-411a-a9fc-19b25c360970" providerId="AD" clId="Web-{2ACD88F7-FC85-7ACB-615F-882BB5CB8367}" dt="2025-09-05T15:03:23.642" v="31"/>
        <pc:sldMkLst>
          <pc:docMk/>
          <pc:sldMk cId="2753778435" sldId="349"/>
        </pc:sldMkLst>
      </pc:sldChg>
      <pc:sldChg chg="delSp">
        <pc:chgData name="Gail Snell" userId="S::gail.snell@pearson.com::349f2868-c303-411a-a9fc-19b25c360970" providerId="AD" clId="Web-{2ACD88F7-FC85-7ACB-615F-882BB5CB8367}" dt="2025-09-05T15:03:30.236" v="33"/>
        <pc:sldMkLst>
          <pc:docMk/>
          <pc:sldMk cId="3947070430" sldId="350"/>
        </pc:sldMkLst>
      </pc:sldChg>
      <pc:sldChg chg="delSp">
        <pc:chgData name="Gail Snell" userId="S::gail.snell@pearson.com::349f2868-c303-411a-a9fc-19b25c360970" providerId="AD" clId="Web-{2ACD88F7-FC85-7ACB-615F-882BB5CB8367}" dt="2025-09-05T15:03:33.283" v="34"/>
        <pc:sldMkLst>
          <pc:docMk/>
          <pc:sldMk cId="3466074848" sldId="351"/>
        </pc:sldMkLst>
      </pc:sldChg>
      <pc:sldChg chg="delSp">
        <pc:chgData name="Gail Snell" userId="S::gail.snell@pearson.com::349f2868-c303-411a-a9fc-19b25c360970" providerId="AD" clId="Web-{2ACD88F7-FC85-7ACB-615F-882BB5CB8367}" dt="2025-09-05T15:03:35.423" v="35"/>
        <pc:sldMkLst>
          <pc:docMk/>
          <pc:sldMk cId="3084374323" sldId="352"/>
        </pc:sldMkLst>
      </pc:sldChg>
      <pc:sldChg chg="delSp modSp">
        <pc:chgData name="Gail Snell" userId="S::gail.snell@pearson.com::349f2868-c303-411a-a9fc-19b25c360970" providerId="AD" clId="Web-{2ACD88F7-FC85-7ACB-615F-882BB5CB8367}" dt="2025-09-05T15:03:40.923" v="37"/>
        <pc:sldMkLst>
          <pc:docMk/>
          <pc:sldMk cId="2437349872" sldId="353"/>
        </pc:sldMkLst>
      </pc:sldChg>
      <pc:sldChg chg="delSp">
        <pc:chgData name="Gail Snell" userId="S::gail.snell@pearson.com::349f2868-c303-411a-a9fc-19b25c360970" providerId="AD" clId="Web-{2ACD88F7-FC85-7ACB-615F-882BB5CB8367}" dt="2025-09-05T15:03:44.361" v="38"/>
        <pc:sldMkLst>
          <pc:docMk/>
          <pc:sldMk cId="2206504362" sldId="354"/>
        </pc:sldMkLst>
      </pc:sldChg>
      <pc:sldChg chg="delSp">
        <pc:chgData name="Gail Snell" userId="S::gail.snell@pearson.com::349f2868-c303-411a-a9fc-19b25c360970" providerId="AD" clId="Web-{2ACD88F7-FC85-7ACB-615F-882BB5CB8367}" dt="2025-09-05T15:03:46.845" v="39"/>
        <pc:sldMkLst>
          <pc:docMk/>
          <pc:sldMk cId="2013596317" sldId="355"/>
        </pc:sldMkLst>
      </pc:sldChg>
      <pc:sldChg chg="delSp modSp">
        <pc:chgData name="Gail Snell" userId="S::gail.snell@pearson.com::349f2868-c303-411a-a9fc-19b25c360970" providerId="AD" clId="Web-{2ACD88F7-FC85-7ACB-615F-882BB5CB8367}" dt="2025-09-05T15:03:18.470" v="29"/>
        <pc:sldMkLst>
          <pc:docMk/>
          <pc:sldMk cId="2518282078" sldId="356"/>
        </pc:sldMkLst>
      </pc:sldChg>
      <pc:sldChg chg="delSp">
        <pc:chgData name="Gail Snell" userId="S::gail.snell@pearson.com::349f2868-c303-411a-a9fc-19b25c360970" providerId="AD" clId="Web-{2ACD88F7-FC85-7ACB-615F-882BB5CB8367}" dt="2025-09-05T15:03:27.361" v="32"/>
        <pc:sldMkLst>
          <pc:docMk/>
          <pc:sldMk cId="2216916425" sldId="357"/>
        </pc:sldMkLst>
      </pc:sldChg>
      <pc:sldChg chg="delSp">
        <pc:chgData name="Gail Snell" userId="S::gail.snell@pearson.com::349f2868-c303-411a-a9fc-19b25c360970" providerId="AD" clId="Web-{2ACD88F7-FC85-7ACB-615F-882BB5CB8367}" dt="2025-09-05T15:01:38.267" v="0"/>
        <pc:sldMkLst>
          <pc:docMk/>
          <pc:sldMk cId="4255229222" sldId="358"/>
        </pc:sldMkLst>
      </pc:sldChg>
      <pc:sldChg chg="delSp">
        <pc:chgData name="Gail Snell" userId="S::gail.snell@pearson.com::349f2868-c303-411a-a9fc-19b25c360970" providerId="AD" clId="Web-{2ACD88F7-FC85-7ACB-615F-882BB5CB8367}" dt="2025-09-05T15:02:37.829" v="16"/>
        <pc:sldMkLst>
          <pc:docMk/>
          <pc:sldMk cId="1169771997" sldId="359"/>
        </pc:sldMkLst>
      </pc:sldChg>
    </pc:docChg>
  </pc:docChgLst>
  <pc:docChgLst>
    <pc:chgData name="Paul Winser" userId="c3146a91-e6bd-4264-bd86-e164e04bc32d" providerId="ADAL" clId="{F4775B54-882F-44DE-BA36-D10EBAF5ECB3}"/>
    <pc:docChg chg="custSel modSld">
      <pc:chgData name="Paul Winser" userId="c3146a91-e6bd-4264-bd86-e164e04bc32d" providerId="ADAL" clId="{F4775B54-882F-44DE-BA36-D10EBAF5ECB3}" dt="2025-09-24T12:52:32.590" v="45"/>
      <pc:docMkLst>
        <pc:docMk/>
      </pc:docMkLst>
      <pc:sldChg chg="addSp delSp modSp mod">
        <pc:chgData name="Paul Winser" userId="c3146a91-e6bd-4264-bd86-e164e04bc32d" providerId="ADAL" clId="{F4775B54-882F-44DE-BA36-D10EBAF5ECB3}" dt="2025-09-24T12:52:08.756" v="43" actId="167"/>
        <pc:sldMkLst>
          <pc:docMk/>
          <pc:sldMk cId="3910266446" sldId="316"/>
        </pc:sldMkLst>
        <pc:grpChg chg="del">
          <ac:chgData name="Paul Winser" userId="c3146a91-e6bd-4264-bd86-e164e04bc32d" providerId="ADAL" clId="{F4775B54-882F-44DE-BA36-D10EBAF5ECB3}" dt="2025-09-24T12:52:06.093" v="41" actId="478"/>
          <ac:grpSpMkLst>
            <pc:docMk/>
            <pc:sldMk cId="3910266446" sldId="316"/>
            <ac:grpSpMk id="26" creationId="{D52B258D-B9CA-FC7B-7C45-0D44867E02A3}"/>
          </ac:grpSpMkLst>
        </pc:grpChg>
        <pc:picChg chg="add mod ord">
          <ac:chgData name="Paul Winser" userId="c3146a91-e6bd-4264-bd86-e164e04bc32d" providerId="ADAL" clId="{F4775B54-882F-44DE-BA36-D10EBAF5ECB3}" dt="2025-09-24T12:52:08.756" v="43" actId="167"/>
          <ac:picMkLst>
            <pc:docMk/>
            <pc:sldMk cId="3910266446" sldId="316"/>
            <ac:picMk id="4" creationId="{DA1991AC-2069-FF50-F4D5-99042774A901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10:00:05.370" v="38" actId="1076"/>
        <pc:sldMkLst>
          <pc:docMk/>
          <pc:sldMk cId="2845046806" sldId="324"/>
        </pc:sldMkLst>
        <pc:picChg chg="del">
          <ac:chgData name="Paul Winser" userId="c3146a91-e6bd-4264-bd86-e164e04bc32d" providerId="ADAL" clId="{F4775B54-882F-44DE-BA36-D10EBAF5ECB3}" dt="2025-09-24T10:00:00.868" v="35" actId="478"/>
          <ac:picMkLst>
            <pc:docMk/>
            <pc:sldMk cId="2845046806" sldId="324"/>
            <ac:picMk id="5" creationId="{0C1D95B4-42CF-6734-2C1C-1DEAB951CE3F}"/>
          </ac:picMkLst>
        </pc:picChg>
        <pc:picChg chg="add mod">
          <ac:chgData name="Paul Winser" userId="c3146a91-e6bd-4264-bd86-e164e04bc32d" providerId="ADAL" clId="{F4775B54-882F-44DE-BA36-D10EBAF5ECB3}" dt="2025-09-24T10:00:05.370" v="38" actId="1076"/>
          <ac:picMkLst>
            <pc:docMk/>
            <pc:sldMk cId="2845046806" sldId="324"/>
            <ac:picMk id="6" creationId="{6E4D3751-4B93-B42D-322C-CAA1BABB4694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09:59:02.107" v="28" actId="1076"/>
        <pc:sldMkLst>
          <pc:docMk/>
          <pc:sldMk cId="2043365643" sldId="325"/>
        </pc:sldMkLst>
        <pc:picChg chg="del">
          <ac:chgData name="Paul Winser" userId="c3146a91-e6bd-4264-bd86-e164e04bc32d" providerId="ADAL" clId="{F4775B54-882F-44DE-BA36-D10EBAF5ECB3}" dt="2025-09-24T09:58:57.146" v="25" actId="478"/>
          <ac:picMkLst>
            <pc:docMk/>
            <pc:sldMk cId="2043365643" sldId="325"/>
            <ac:picMk id="5" creationId="{20DB8ADB-2086-CA54-3118-15BF396E5586}"/>
          </ac:picMkLst>
        </pc:picChg>
        <pc:picChg chg="add mod">
          <ac:chgData name="Paul Winser" userId="c3146a91-e6bd-4264-bd86-e164e04bc32d" providerId="ADAL" clId="{F4775B54-882F-44DE-BA36-D10EBAF5ECB3}" dt="2025-09-24T09:59:02.107" v="28" actId="1076"/>
          <ac:picMkLst>
            <pc:docMk/>
            <pc:sldMk cId="2043365643" sldId="325"/>
            <ac:picMk id="6" creationId="{983CCB9C-0F33-F943-42F7-209AA459C9E0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09:57:56.213" v="12" actId="1076"/>
        <pc:sldMkLst>
          <pc:docMk/>
          <pc:sldMk cId="1410054363" sldId="327"/>
        </pc:sldMkLst>
        <pc:picChg chg="del">
          <ac:chgData name="Paul Winser" userId="c3146a91-e6bd-4264-bd86-e164e04bc32d" providerId="ADAL" clId="{F4775B54-882F-44DE-BA36-D10EBAF5ECB3}" dt="2025-09-24T09:57:51.891" v="9" actId="478"/>
          <ac:picMkLst>
            <pc:docMk/>
            <pc:sldMk cId="1410054363" sldId="327"/>
            <ac:picMk id="5" creationId="{5C1B829F-FB93-C880-99C0-56A47655F4CF}"/>
          </ac:picMkLst>
        </pc:picChg>
        <pc:picChg chg="add mod">
          <ac:chgData name="Paul Winser" userId="c3146a91-e6bd-4264-bd86-e164e04bc32d" providerId="ADAL" clId="{F4775B54-882F-44DE-BA36-D10EBAF5ECB3}" dt="2025-09-24T09:57:56.213" v="12" actId="1076"/>
          <ac:picMkLst>
            <pc:docMk/>
            <pc:sldMk cId="1410054363" sldId="327"/>
            <ac:picMk id="6" creationId="{B4C58B51-7C34-239B-F537-A2574A8A9BDB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09:58:51.354" v="24" actId="1076"/>
        <pc:sldMkLst>
          <pc:docMk/>
          <pc:sldMk cId="856632379" sldId="328"/>
        </pc:sldMkLst>
        <pc:picChg chg="del">
          <ac:chgData name="Paul Winser" userId="c3146a91-e6bd-4264-bd86-e164e04bc32d" providerId="ADAL" clId="{F4775B54-882F-44DE-BA36-D10EBAF5ECB3}" dt="2025-09-24T09:58:46.150" v="21" actId="478"/>
          <ac:picMkLst>
            <pc:docMk/>
            <pc:sldMk cId="856632379" sldId="328"/>
            <ac:picMk id="5" creationId="{64E1CCE1-E918-F399-71E1-785455EB8D40}"/>
          </ac:picMkLst>
        </pc:picChg>
        <pc:picChg chg="add mod">
          <ac:chgData name="Paul Winser" userId="c3146a91-e6bd-4264-bd86-e164e04bc32d" providerId="ADAL" clId="{F4775B54-882F-44DE-BA36-D10EBAF5ECB3}" dt="2025-09-24T09:58:51.354" v="24" actId="1076"/>
          <ac:picMkLst>
            <pc:docMk/>
            <pc:sldMk cId="856632379" sldId="328"/>
            <ac:picMk id="6" creationId="{9E9029CE-0A2C-FB78-AA22-632B74043710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09:58:26.561" v="16" actId="1076"/>
        <pc:sldMkLst>
          <pc:docMk/>
          <pc:sldMk cId="3772271224" sldId="329"/>
        </pc:sldMkLst>
        <pc:picChg chg="del">
          <ac:chgData name="Paul Winser" userId="c3146a91-e6bd-4264-bd86-e164e04bc32d" providerId="ADAL" clId="{F4775B54-882F-44DE-BA36-D10EBAF5ECB3}" dt="2025-09-24T09:58:22.091" v="13" actId="478"/>
          <ac:picMkLst>
            <pc:docMk/>
            <pc:sldMk cId="3772271224" sldId="329"/>
            <ac:picMk id="5" creationId="{A83C6717-382F-C60E-1E0A-4436E12D043B}"/>
          </ac:picMkLst>
        </pc:picChg>
        <pc:picChg chg="add mod">
          <ac:chgData name="Paul Winser" userId="c3146a91-e6bd-4264-bd86-e164e04bc32d" providerId="ADAL" clId="{F4775B54-882F-44DE-BA36-D10EBAF5ECB3}" dt="2025-09-24T09:58:26.561" v="16" actId="1076"/>
          <ac:picMkLst>
            <pc:docMk/>
            <pc:sldMk cId="3772271224" sldId="329"/>
            <ac:picMk id="6" creationId="{1A563233-BF94-8955-8CB3-8641411271E0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09:57:26.111" v="3" actId="1076"/>
        <pc:sldMkLst>
          <pc:docMk/>
          <pc:sldMk cId="464483734" sldId="331"/>
        </pc:sldMkLst>
        <pc:picChg chg="del">
          <ac:chgData name="Paul Winser" userId="c3146a91-e6bd-4264-bd86-e164e04bc32d" providerId="ADAL" clId="{F4775B54-882F-44DE-BA36-D10EBAF5ECB3}" dt="2025-09-24T09:57:19.150" v="0" actId="478"/>
          <ac:picMkLst>
            <pc:docMk/>
            <pc:sldMk cId="464483734" sldId="331"/>
            <ac:picMk id="5" creationId="{BDEA7326-8813-46C2-809B-6FC3139D9217}"/>
          </ac:picMkLst>
        </pc:picChg>
        <pc:picChg chg="add mod">
          <ac:chgData name="Paul Winser" userId="c3146a91-e6bd-4264-bd86-e164e04bc32d" providerId="ADAL" clId="{F4775B54-882F-44DE-BA36-D10EBAF5ECB3}" dt="2025-09-24T09:57:26.111" v="3" actId="1076"/>
          <ac:picMkLst>
            <pc:docMk/>
            <pc:sldMk cId="464483734" sldId="331"/>
            <ac:picMk id="6" creationId="{1848787B-0615-2383-6A65-19C79F63DD2D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09:59:52.356" v="34" actId="1076"/>
        <pc:sldMkLst>
          <pc:docMk/>
          <pc:sldMk cId="2537066159" sldId="332"/>
        </pc:sldMkLst>
        <pc:picChg chg="add mod">
          <ac:chgData name="Paul Winser" userId="c3146a91-e6bd-4264-bd86-e164e04bc32d" providerId="ADAL" clId="{F4775B54-882F-44DE-BA36-D10EBAF5ECB3}" dt="2025-09-24T09:59:50.943" v="33" actId="14100"/>
          <ac:picMkLst>
            <pc:docMk/>
            <pc:sldMk cId="2537066159" sldId="332"/>
            <ac:picMk id="4" creationId="{D8181C9A-0FD6-B6CD-B3E1-224B5AA6347A}"/>
          </ac:picMkLst>
        </pc:picChg>
        <pc:picChg chg="del">
          <ac:chgData name="Paul Winser" userId="c3146a91-e6bd-4264-bd86-e164e04bc32d" providerId="ADAL" clId="{F4775B54-882F-44DE-BA36-D10EBAF5ECB3}" dt="2025-09-24T09:59:38.980" v="29" actId="478"/>
          <ac:picMkLst>
            <pc:docMk/>
            <pc:sldMk cId="2537066159" sldId="332"/>
            <ac:picMk id="5" creationId="{34EC3211-5FA4-3F47-FADE-8C949F9A35BB}"/>
          </ac:picMkLst>
        </pc:picChg>
        <pc:picChg chg="mod">
          <ac:chgData name="Paul Winser" userId="c3146a91-e6bd-4264-bd86-e164e04bc32d" providerId="ADAL" clId="{F4775B54-882F-44DE-BA36-D10EBAF5ECB3}" dt="2025-09-24T09:59:52.356" v="34" actId="1076"/>
          <ac:picMkLst>
            <pc:docMk/>
            <pc:sldMk cId="2537066159" sldId="332"/>
            <ac:picMk id="9" creationId="{632894E8-F981-48FB-B973-6C471D37447E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09:58:38.639" v="20" actId="1076"/>
        <pc:sldMkLst>
          <pc:docMk/>
          <pc:sldMk cId="232059885" sldId="334"/>
        </pc:sldMkLst>
        <pc:picChg chg="add mod">
          <ac:chgData name="Paul Winser" userId="c3146a91-e6bd-4264-bd86-e164e04bc32d" providerId="ADAL" clId="{F4775B54-882F-44DE-BA36-D10EBAF5ECB3}" dt="2025-09-24T09:58:38.639" v="20" actId="1076"/>
          <ac:picMkLst>
            <pc:docMk/>
            <pc:sldMk cId="232059885" sldId="334"/>
            <ac:picMk id="4" creationId="{024E1FE8-1129-7D12-63AA-89B92243F22E}"/>
          </ac:picMkLst>
        </pc:picChg>
        <pc:picChg chg="del">
          <ac:chgData name="Paul Winser" userId="c3146a91-e6bd-4264-bd86-e164e04bc32d" providerId="ADAL" clId="{F4775B54-882F-44DE-BA36-D10EBAF5ECB3}" dt="2025-09-24T09:58:34.358" v="17" actId="478"/>
          <ac:picMkLst>
            <pc:docMk/>
            <pc:sldMk cId="232059885" sldId="334"/>
            <ac:picMk id="7" creationId="{E45E6FB2-4715-4B9A-3E26-5522E769EB30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12:52:32.590" v="45"/>
        <pc:sldMkLst>
          <pc:docMk/>
          <pc:sldMk cId="1368657191" sldId="336"/>
        </pc:sldMkLst>
        <pc:grpChg chg="del">
          <ac:chgData name="Paul Winser" userId="c3146a91-e6bd-4264-bd86-e164e04bc32d" providerId="ADAL" clId="{F4775B54-882F-44DE-BA36-D10EBAF5ECB3}" dt="2025-09-24T12:52:32.401" v="44" actId="478"/>
          <ac:grpSpMkLst>
            <pc:docMk/>
            <pc:sldMk cId="1368657191" sldId="336"/>
            <ac:grpSpMk id="6" creationId="{A105F086-54CB-C504-9113-13AE92D88644}"/>
          </ac:grpSpMkLst>
        </pc:grpChg>
        <pc:picChg chg="add mod">
          <ac:chgData name="Paul Winser" userId="c3146a91-e6bd-4264-bd86-e164e04bc32d" providerId="ADAL" clId="{F4775B54-882F-44DE-BA36-D10EBAF5ECB3}" dt="2025-09-24T12:52:32.590" v="45"/>
          <ac:picMkLst>
            <pc:docMk/>
            <pc:sldMk cId="1368657191" sldId="336"/>
            <ac:picMk id="4" creationId="{A67B6C50-7827-9BB8-2A29-68555707F645}"/>
          </ac:picMkLst>
        </pc:picChg>
      </pc:sldChg>
      <pc:sldChg chg="addSp delSp modSp mod">
        <pc:chgData name="Paul Winser" userId="c3146a91-e6bd-4264-bd86-e164e04bc32d" providerId="ADAL" clId="{F4775B54-882F-44DE-BA36-D10EBAF5ECB3}" dt="2025-09-24T12:51:52.259" v="40"/>
        <pc:sldMkLst>
          <pc:docMk/>
          <pc:sldMk cId="4255229222" sldId="358"/>
        </pc:sldMkLst>
        <pc:grpChg chg="del">
          <ac:chgData name="Paul Winser" userId="c3146a91-e6bd-4264-bd86-e164e04bc32d" providerId="ADAL" clId="{F4775B54-882F-44DE-BA36-D10EBAF5ECB3}" dt="2025-09-24T12:51:51.923" v="39" actId="478"/>
          <ac:grpSpMkLst>
            <pc:docMk/>
            <pc:sldMk cId="4255229222" sldId="358"/>
            <ac:grpSpMk id="26" creationId="{E79E3573-820F-E7F6-0261-F78B859823D3}"/>
          </ac:grpSpMkLst>
        </pc:grpChg>
        <pc:picChg chg="add mod">
          <ac:chgData name="Paul Winser" userId="c3146a91-e6bd-4264-bd86-e164e04bc32d" providerId="ADAL" clId="{F4775B54-882F-44DE-BA36-D10EBAF5ECB3}" dt="2025-09-24T12:51:52.259" v="40"/>
          <ac:picMkLst>
            <pc:docMk/>
            <pc:sldMk cId="4255229222" sldId="358"/>
            <ac:picMk id="4" creationId="{7855A98B-819C-0F2E-4FCE-7BFA732977FB}"/>
          </ac:picMkLst>
        </pc:picChg>
      </pc:sldChg>
      <pc:sldChg chg="addSp delSp modSp">
        <pc:chgData name="Paul Winser" userId="c3146a91-e6bd-4264-bd86-e164e04bc32d" providerId="ADAL" clId="{F4775B54-882F-44DE-BA36-D10EBAF5ECB3}" dt="2025-09-24T09:57:45.401" v="8" actId="1076"/>
        <pc:sldMkLst>
          <pc:docMk/>
          <pc:sldMk cId="1169771997" sldId="359"/>
        </pc:sldMkLst>
        <pc:spChg chg="add del mod">
          <ac:chgData name="Paul Winser" userId="c3146a91-e6bd-4264-bd86-e164e04bc32d" providerId="ADAL" clId="{F4775B54-882F-44DE-BA36-D10EBAF5ECB3}" dt="2025-09-24T09:57:39.625" v="6" actId="478"/>
          <ac:spMkLst>
            <pc:docMk/>
            <pc:sldMk cId="1169771997" sldId="359"/>
            <ac:spMk id="4" creationId="{5700B0B0-BD34-D747-4D89-885F0C925EF7}"/>
          </ac:spMkLst>
        </pc:spChg>
        <pc:picChg chg="del">
          <ac:chgData name="Paul Winser" userId="c3146a91-e6bd-4264-bd86-e164e04bc32d" providerId="ADAL" clId="{F4775B54-882F-44DE-BA36-D10EBAF5ECB3}" dt="2025-09-24T09:57:37.244" v="4" actId="478"/>
          <ac:picMkLst>
            <pc:docMk/>
            <pc:sldMk cId="1169771997" sldId="359"/>
            <ac:picMk id="5" creationId="{D51A85C6-71D2-6EF3-A92E-63CCEB640DFF}"/>
          </ac:picMkLst>
        </pc:picChg>
        <pc:picChg chg="add mod">
          <ac:chgData name="Paul Winser" userId="c3146a91-e6bd-4264-bd86-e164e04bc32d" providerId="ADAL" clId="{F4775B54-882F-44DE-BA36-D10EBAF5ECB3}" dt="2025-09-24T09:57:45.401" v="8" actId="1076"/>
          <ac:picMkLst>
            <pc:docMk/>
            <pc:sldMk cId="1169771997" sldId="359"/>
            <ac:picMk id="6" creationId="{D211F835-1791-0ED3-5737-FAA1B09ED697}"/>
          </ac:picMkLst>
        </pc:picChg>
      </pc:sldChg>
    </pc:docChg>
  </pc:docChgLst>
  <pc:docChgLst>
    <pc:chgData name="Paul Winser" userId="c3146a91-e6bd-4264-bd86-e164e04bc32d" providerId="ADAL" clId="{569209F9-826D-4236-A5F1-0679C050C9A3}"/>
    <pc:docChg chg="undo custSel modSld sldOrd">
      <pc:chgData name="Paul Winser" userId="c3146a91-e6bd-4264-bd86-e164e04bc32d" providerId="ADAL" clId="{569209F9-826D-4236-A5F1-0679C050C9A3}" dt="2025-09-24T08:39:07.463" v="61" actId="478"/>
      <pc:docMkLst>
        <pc:docMk/>
      </pc:docMkLst>
      <pc:sldChg chg="addSp modSp">
        <pc:chgData name="Paul Winser" userId="c3146a91-e6bd-4264-bd86-e164e04bc32d" providerId="ADAL" clId="{569209F9-826D-4236-A5F1-0679C050C9A3}" dt="2025-09-24T08:37:26.882" v="1"/>
        <pc:sldMkLst>
          <pc:docMk/>
          <pc:sldMk cId="0" sldId="256"/>
        </pc:sldMkLst>
        <pc:spChg chg="add mod">
          <ac:chgData name="Paul Winser" userId="c3146a91-e6bd-4264-bd86-e164e04bc32d" providerId="ADAL" clId="{569209F9-826D-4236-A5F1-0679C050C9A3}" dt="2025-09-24T08:37:26.882" v="1"/>
          <ac:spMkLst>
            <pc:docMk/>
            <pc:sldMk cId="0" sldId="256"/>
            <ac:spMk id="2" creationId="{E51271A8-BD1B-52BA-CCA8-997809C17DD4}"/>
          </ac:spMkLst>
        </pc:spChg>
      </pc:sldChg>
      <pc:sldChg chg="addSp modSp ord">
        <pc:chgData name="Paul Winser" userId="c3146a91-e6bd-4264-bd86-e164e04bc32d" providerId="ADAL" clId="{569209F9-826D-4236-A5F1-0679C050C9A3}" dt="2025-09-24T08:37:28.851" v="3"/>
        <pc:sldMkLst>
          <pc:docMk/>
          <pc:sldMk cId="0" sldId="257"/>
        </pc:sldMkLst>
        <pc:spChg chg="add mod">
          <ac:chgData name="Paul Winser" userId="c3146a91-e6bd-4264-bd86-e164e04bc32d" providerId="ADAL" clId="{569209F9-826D-4236-A5F1-0679C050C9A3}" dt="2025-09-24T08:37:28.851" v="3"/>
          <ac:spMkLst>
            <pc:docMk/>
            <pc:sldMk cId="0" sldId="257"/>
            <ac:spMk id="2" creationId="{AC91B37D-702D-A1C2-AFC9-B89BE4802F4F}"/>
          </ac:spMkLst>
        </pc:spChg>
      </pc:sldChg>
      <pc:sldChg chg="addSp modSp">
        <pc:chgData name="Paul Winser" userId="c3146a91-e6bd-4264-bd86-e164e04bc32d" providerId="ADAL" clId="{569209F9-826D-4236-A5F1-0679C050C9A3}" dt="2025-09-24T08:37:30.181" v="4"/>
        <pc:sldMkLst>
          <pc:docMk/>
          <pc:sldMk cId="0" sldId="258"/>
        </pc:sldMkLst>
        <pc:spChg chg="add mod">
          <ac:chgData name="Paul Winser" userId="c3146a91-e6bd-4264-bd86-e164e04bc32d" providerId="ADAL" clId="{569209F9-826D-4236-A5F1-0679C050C9A3}" dt="2025-09-24T08:37:30.181" v="4"/>
          <ac:spMkLst>
            <pc:docMk/>
            <pc:sldMk cId="0" sldId="258"/>
            <ac:spMk id="2" creationId="{1533EB8E-0228-8FC9-9439-3D31E21EAB8C}"/>
          </ac:spMkLst>
        </pc:spChg>
      </pc:sldChg>
      <pc:sldChg chg="addSp modSp">
        <pc:chgData name="Paul Winser" userId="c3146a91-e6bd-4264-bd86-e164e04bc32d" providerId="ADAL" clId="{569209F9-826D-4236-A5F1-0679C050C9A3}" dt="2025-09-24T08:37:31.516" v="5"/>
        <pc:sldMkLst>
          <pc:docMk/>
          <pc:sldMk cId="0" sldId="272"/>
        </pc:sldMkLst>
        <pc:spChg chg="add mod">
          <ac:chgData name="Paul Winser" userId="c3146a91-e6bd-4264-bd86-e164e04bc32d" providerId="ADAL" clId="{569209F9-826D-4236-A5F1-0679C050C9A3}" dt="2025-09-24T08:37:31.516" v="5"/>
          <ac:spMkLst>
            <pc:docMk/>
            <pc:sldMk cId="0" sldId="272"/>
            <ac:spMk id="3" creationId="{D3DA0F9D-EC5E-9034-644A-72E08D3DEA14}"/>
          </ac:spMkLst>
        </pc:spChg>
      </pc:sldChg>
      <pc:sldChg chg="addSp modSp">
        <pc:chgData name="Paul Winser" userId="c3146a91-e6bd-4264-bd86-e164e04bc32d" providerId="ADAL" clId="{569209F9-826D-4236-A5F1-0679C050C9A3}" dt="2025-09-24T08:37:32.741" v="6"/>
        <pc:sldMkLst>
          <pc:docMk/>
          <pc:sldMk cId="1038968000" sldId="306"/>
        </pc:sldMkLst>
        <pc:spChg chg="add mod">
          <ac:chgData name="Paul Winser" userId="c3146a91-e6bd-4264-bd86-e164e04bc32d" providerId="ADAL" clId="{569209F9-826D-4236-A5F1-0679C050C9A3}" dt="2025-09-24T08:37:32.741" v="6"/>
          <ac:spMkLst>
            <pc:docMk/>
            <pc:sldMk cId="1038968000" sldId="306"/>
            <ac:spMk id="3" creationId="{2420FC85-55CF-84B0-CDDD-99EB5509DF6C}"/>
          </ac:spMkLst>
        </pc:spChg>
      </pc:sldChg>
      <pc:sldChg chg="addSp modSp">
        <pc:chgData name="Paul Winser" userId="c3146a91-e6bd-4264-bd86-e164e04bc32d" providerId="ADAL" clId="{569209F9-826D-4236-A5F1-0679C050C9A3}" dt="2025-09-24T08:38:41.076" v="43"/>
        <pc:sldMkLst>
          <pc:docMk/>
          <pc:sldMk cId="407724259" sldId="307"/>
        </pc:sldMkLst>
        <pc:spChg chg="add mod">
          <ac:chgData name="Paul Winser" userId="c3146a91-e6bd-4264-bd86-e164e04bc32d" providerId="ADAL" clId="{569209F9-826D-4236-A5F1-0679C050C9A3}" dt="2025-09-24T08:38:41.076" v="43"/>
          <ac:spMkLst>
            <pc:docMk/>
            <pc:sldMk cId="407724259" sldId="307"/>
            <ac:spMk id="2" creationId="{416F9D8B-69FB-3CFC-40E2-A597C4B2EEF9}"/>
          </ac:spMkLst>
        </pc:spChg>
      </pc:sldChg>
      <pc:sldChg chg="addSp modSp">
        <pc:chgData name="Paul Winser" userId="c3146a91-e6bd-4264-bd86-e164e04bc32d" providerId="ADAL" clId="{569209F9-826D-4236-A5F1-0679C050C9A3}" dt="2025-09-24T08:37:34.260" v="7"/>
        <pc:sldMkLst>
          <pc:docMk/>
          <pc:sldMk cId="1882542862" sldId="308"/>
        </pc:sldMkLst>
        <pc:spChg chg="add mod">
          <ac:chgData name="Paul Winser" userId="c3146a91-e6bd-4264-bd86-e164e04bc32d" providerId="ADAL" clId="{569209F9-826D-4236-A5F1-0679C050C9A3}" dt="2025-09-24T08:37:34.260" v="7"/>
          <ac:spMkLst>
            <pc:docMk/>
            <pc:sldMk cId="1882542862" sldId="308"/>
            <ac:spMk id="3" creationId="{F5F2802C-E1DE-22C1-E490-8A85196DDC26}"/>
          </ac:spMkLst>
        </pc:spChg>
      </pc:sldChg>
      <pc:sldChg chg="addSp modSp">
        <pc:chgData name="Paul Winser" userId="c3146a91-e6bd-4264-bd86-e164e04bc32d" providerId="ADAL" clId="{569209F9-826D-4236-A5F1-0679C050C9A3}" dt="2025-09-24T08:37:35.525" v="8"/>
        <pc:sldMkLst>
          <pc:docMk/>
          <pc:sldMk cId="1081079995" sldId="310"/>
        </pc:sldMkLst>
        <pc:spChg chg="add mod">
          <ac:chgData name="Paul Winser" userId="c3146a91-e6bd-4264-bd86-e164e04bc32d" providerId="ADAL" clId="{569209F9-826D-4236-A5F1-0679C050C9A3}" dt="2025-09-24T08:37:35.525" v="8"/>
          <ac:spMkLst>
            <pc:docMk/>
            <pc:sldMk cId="1081079995" sldId="310"/>
            <ac:spMk id="3" creationId="{68737E43-9CBB-41BA-16BB-7E1B75DDA290}"/>
          </ac:spMkLst>
        </pc:spChg>
      </pc:sldChg>
      <pc:sldChg chg="addSp modSp">
        <pc:chgData name="Paul Winser" userId="c3146a91-e6bd-4264-bd86-e164e04bc32d" providerId="ADAL" clId="{569209F9-826D-4236-A5F1-0679C050C9A3}" dt="2025-09-24T08:37:38.341" v="10"/>
        <pc:sldMkLst>
          <pc:docMk/>
          <pc:sldMk cId="142850893" sldId="311"/>
        </pc:sldMkLst>
        <pc:spChg chg="add mod">
          <ac:chgData name="Paul Winser" userId="c3146a91-e6bd-4264-bd86-e164e04bc32d" providerId="ADAL" clId="{569209F9-826D-4236-A5F1-0679C050C9A3}" dt="2025-09-24T08:37:38.341" v="10"/>
          <ac:spMkLst>
            <pc:docMk/>
            <pc:sldMk cId="142850893" sldId="311"/>
            <ac:spMk id="2" creationId="{823BC290-EFC0-B57A-DD14-54F02E699E8A}"/>
          </ac:spMkLst>
        </pc:spChg>
      </pc:sldChg>
      <pc:sldChg chg="addSp modSp">
        <pc:chgData name="Paul Winser" userId="c3146a91-e6bd-4264-bd86-e164e04bc32d" providerId="ADAL" clId="{569209F9-826D-4236-A5F1-0679C050C9A3}" dt="2025-09-24T08:37:36.810" v="9"/>
        <pc:sldMkLst>
          <pc:docMk/>
          <pc:sldMk cId="2209782034" sldId="312"/>
        </pc:sldMkLst>
        <pc:spChg chg="add mod">
          <ac:chgData name="Paul Winser" userId="c3146a91-e6bd-4264-bd86-e164e04bc32d" providerId="ADAL" clId="{569209F9-826D-4236-A5F1-0679C050C9A3}" dt="2025-09-24T08:37:36.810" v="9"/>
          <ac:spMkLst>
            <pc:docMk/>
            <pc:sldMk cId="2209782034" sldId="312"/>
            <ac:spMk id="3" creationId="{7AAE496F-A8EC-283D-F6C7-6E079B4B9C66}"/>
          </ac:spMkLst>
        </pc:spChg>
      </pc:sldChg>
      <pc:sldChg chg="addSp modSp">
        <pc:chgData name="Paul Winser" userId="c3146a91-e6bd-4264-bd86-e164e04bc32d" providerId="ADAL" clId="{569209F9-826D-4236-A5F1-0679C050C9A3}" dt="2025-09-24T08:38:42.193" v="44"/>
        <pc:sldMkLst>
          <pc:docMk/>
          <pc:sldMk cId="2702990085" sldId="313"/>
        </pc:sldMkLst>
        <pc:spChg chg="add mod">
          <ac:chgData name="Paul Winser" userId="c3146a91-e6bd-4264-bd86-e164e04bc32d" providerId="ADAL" clId="{569209F9-826D-4236-A5F1-0679C050C9A3}" dt="2025-09-24T08:38:42.193" v="44"/>
          <ac:spMkLst>
            <pc:docMk/>
            <pc:sldMk cId="2702990085" sldId="313"/>
            <ac:spMk id="3" creationId="{029FC511-17D4-ADE1-B676-16C129A0B7FE}"/>
          </ac:spMkLst>
        </pc:spChg>
      </pc:sldChg>
      <pc:sldChg chg="addSp modSp">
        <pc:chgData name="Paul Winser" userId="c3146a91-e6bd-4264-bd86-e164e04bc32d" providerId="ADAL" clId="{569209F9-826D-4236-A5F1-0679C050C9A3}" dt="2025-09-24T08:39:03.745" v="59"/>
        <pc:sldMkLst>
          <pc:docMk/>
          <pc:sldMk cId="1941054913" sldId="314"/>
        </pc:sldMkLst>
        <pc:spChg chg="add mod">
          <ac:chgData name="Paul Winser" userId="c3146a91-e6bd-4264-bd86-e164e04bc32d" providerId="ADAL" clId="{569209F9-826D-4236-A5F1-0679C050C9A3}" dt="2025-09-24T08:39:03.745" v="59"/>
          <ac:spMkLst>
            <pc:docMk/>
            <pc:sldMk cId="1941054913" sldId="314"/>
            <ac:spMk id="2" creationId="{2EBEDE2C-730E-12AC-8CD2-9656843B1BEF}"/>
          </ac:spMkLst>
        </pc:spChg>
      </pc:sldChg>
      <pc:sldChg chg="addSp modSp mod">
        <pc:chgData name="Paul Winser" userId="c3146a91-e6bd-4264-bd86-e164e04bc32d" providerId="ADAL" clId="{569209F9-826D-4236-A5F1-0679C050C9A3}" dt="2025-09-24T08:38:04.192" v="18"/>
        <pc:sldMkLst>
          <pc:docMk/>
          <pc:sldMk cId="3910266446" sldId="316"/>
        </pc:sldMkLst>
        <pc:spChg chg="add mod">
          <ac:chgData name="Paul Winser" userId="c3146a91-e6bd-4264-bd86-e164e04bc32d" providerId="ADAL" clId="{569209F9-826D-4236-A5F1-0679C050C9A3}" dt="2025-09-24T08:38:04.192" v="18"/>
          <ac:spMkLst>
            <pc:docMk/>
            <pc:sldMk cId="3910266446" sldId="316"/>
            <ac:spMk id="3" creationId="{7DF20BD3-D053-EA1D-E362-60DE807171DF}"/>
          </ac:spMkLst>
        </pc:spChg>
        <pc:grpChg chg="mod">
          <ac:chgData name="Paul Winser" userId="c3146a91-e6bd-4264-bd86-e164e04bc32d" providerId="ADAL" clId="{569209F9-826D-4236-A5F1-0679C050C9A3}" dt="2025-09-24T08:37:59.545" v="17" actId="14100"/>
          <ac:grpSpMkLst>
            <pc:docMk/>
            <pc:sldMk cId="3910266446" sldId="316"/>
            <ac:grpSpMk id="26" creationId="{D52B258D-B9CA-FC7B-7C45-0D44867E02A3}"/>
          </ac:grpSpMkLst>
        </pc:grpChg>
      </pc:sldChg>
      <pc:sldChg chg="addSp modSp">
        <pc:chgData name="Paul Winser" userId="c3146a91-e6bd-4264-bd86-e164e04bc32d" providerId="ADAL" clId="{569209F9-826D-4236-A5F1-0679C050C9A3}" dt="2025-09-24T08:38:05.507" v="19"/>
        <pc:sldMkLst>
          <pc:docMk/>
          <pc:sldMk cId="2571560613" sldId="318"/>
        </pc:sldMkLst>
        <pc:spChg chg="add mod">
          <ac:chgData name="Paul Winser" userId="c3146a91-e6bd-4264-bd86-e164e04bc32d" providerId="ADAL" clId="{569209F9-826D-4236-A5F1-0679C050C9A3}" dt="2025-09-24T08:38:05.507" v="19"/>
          <ac:spMkLst>
            <pc:docMk/>
            <pc:sldMk cId="2571560613" sldId="318"/>
            <ac:spMk id="3" creationId="{CDBA3B1F-2F66-1F43-3BA3-419016215F1B}"/>
          </ac:spMkLst>
        </pc:spChg>
      </pc:sldChg>
      <pc:sldChg chg="addSp modSp">
        <pc:chgData name="Paul Winser" userId="c3146a91-e6bd-4264-bd86-e164e04bc32d" providerId="ADAL" clId="{569209F9-826D-4236-A5F1-0679C050C9A3}" dt="2025-09-24T08:38:12.883" v="23"/>
        <pc:sldMkLst>
          <pc:docMk/>
          <pc:sldMk cId="2170622806" sldId="319"/>
        </pc:sldMkLst>
        <pc:spChg chg="add mod">
          <ac:chgData name="Paul Winser" userId="c3146a91-e6bd-4264-bd86-e164e04bc32d" providerId="ADAL" clId="{569209F9-826D-4236-A5F1-0679C050C9A3}" dt="2025-09-24T08:38:12.883" v="23"/>
          <ac:spMkLst>
            <pc:docMk/>
            <pc:sldMk cId="2170622806" sldId="319"/>
            <ac:spMk id="3" creationId="{F9551F16-3F52-A62D-B316-0E65688DF077}"/>
          </ac:spMkLst>
        </pc:spChg>
      </pc:sldChg>
      <pc:sldChg chg="addSp modSp">
        <pc:chgData name="Paul Winser" userId="c3146a91-e6bd-4264-bd86-e164e04bc32d" providerId="ADAL" clId="{569209F9-826D-4236-A5F1-0679C050C9A3}" dt="2025-09-24T08:38:07.986" v="20"/>
        <pc:sldMkLst>
          <pc:docMk/>
          <pc:sldMk cId="1516634886" sldId="320"/>
        </pc:sldMkLst>
        <pc:spChg chg="add mod">
          <ac:chgData name="Paul Winser" userId="c3146a91-e6bd-4264-bd86-e164e04bc32d" providerId="ADAL" clId="{569209F9-826D-4236-A5F1-0679C050C9A3}" dt="2025-09-24T08:38:07.986" v="20"/>
          <ac:spMkLst>
            <pc:docMk/>
            <pc:sldMk cId="1516634886" sldId="320"/>
            <ac:spMk id="3" creationId="{D07AF5AB-BFD9-43B7-6110-F36680221F8A}"/>
          </ac:spMkLst>
        </pc:spChg>
      </pc:sldChg>
      <pc:sldChg chg="addSp modSp">
        <pc:chgData name="Paul Winser" userId="c3146a91-e6bd-4264-bd86-e164e04bc32d" providerId="ADAL" clId="{569209F9-826D-4236-A5F1-0679C050C9A3}" dt="2025-09-24T08:38:09.872" v="21"/>
        <pc:sldMkLst>
          <pc:docMk/>
          <pc:sldMk cId="3548307194" sldId="321"/>
        </pc:sldMkLst>
        <pc:spChg chg="add mod">
          <ac:chgData name="Paul Winser" userId="c3146a91-e6bd-4264-bd86-e164e04bc32d" providerId="ADAL" clId="{569209F9-826D-4236-A5F1-0679C050C9A3}" dt="2025-09-24T08:38:09.872" v="21"/>
          <ac:spMkLst>
            <pc:docMk/>
            <pc:sldMk cId="3548307194" sldId="321"/>
            <ac:spMk id="2" creationId="{8570B3C8-16C9-E1D2-923F-AFA8862C1CB2}"/>
          </ac:spMkLst>
        </pc:spChg>
      </pc:sldChg>
      <pc:sldChg chg="addSp modSp">
        <pc:chgData name="Paul Winser" userId="c3146a91-e6bd-4264-bd86-e164e04bc32d" providerId="ADAL" clId="{569209F9-826D-4236-A5F1-0679C050C9A3}" dt="2025-09-24T08:38:11.542" v="22"/>
        <pc:sldMkLst>
          <pc:docMk/>
          <pc:sldMk cId="1296272461" sldId="322"/>
        </pc:sldMkLst>
        <pc:spChg chg="add mod">
          <ac:chgData name="Paul Winser" userId="c3146a91-e6bd-4264-bd86-e164e04bc32d" providerId="ADAL" clId="{569209F9-826D-4236-A5F1-0679C050C9A3}" dt="2025-09-24T08:38:11.542" v="22"/>
          <ac:spMkLst>
            <pc:docMk/>
            <pc:sldMk cId="1296272461" sldId="322"/>
            <ac:spMk id="3" creationId="{E44BB637-5DC9-0F63-6358-A331C42528D2}"/>
          </ac:spMkLst>
        </pc:spChg>
      </pc:sldChg>
      <pc:sldChg chg="addSp modSp">
        <pc:chgData name="Paul Winser" userId="c3146a91-e6bd-4264-bd86-e164e04bc32d" providerId="ADAL" clId="{569209F9-826D-4236-A5F1-0679C050C9A3}" dt="2025-09-24T08:38:14.309" v="24"/>
        <pc:sldMkLst>
          <pc:docMk/>
          <pc:sldMk cId="2845046806" sldId="324"/>
        </pc:sldMkLst>
        <pc:spChg chg="add mod">
          <ac:chgData name="Paul Winser" userId="c3146a91-e6bd-4264-bd86-e164e04bc32d" providerId="ADAL" clId="{569209F9-826D-4236-A5F1-0679C050C9A3}" dt="2025-09-24T08:38:14.309" v="24"/>
          <ac:spMkLst>
            <pc:docMk/>
            <pc:sldMk cId="2845046806" sldId="324"/>
            <ac:spMk id="4" creationId="{B843562C-BC1D-07FC-BD70-EB25FF4BFD6A}"/>
          </ac:spMkLst>
        </pc:spChg>
      </pc:sldChg>
      <pc:sldChg chg="addSp modSp">
        <pc:chgData name="Paul Winser" userId="c3146a91-e6bd-4264-bd86-e164e04bc32d" providerId="ADAL" clId="{569209F9-826D-4236-A5F1-0679C050C9A3}" dt="2025-09-24T08:38:21.074" v="29"/>
        <pc:sldMkLst>
          <pc:docMk/>
          <pc:sldMk cId="2043365643" sldId="325"/>
        </pc:sldMkLst>
        <pc:spChg chg="add mod">
          <ac:chgData name="Paul Winser" userId="c3146a91-e6bd-4264-bd86-e164e04bc32d" providerId="ADAL" clId="{569209F9-826D-4236-A5F1-0679C050C9A3}" dt="2025-09-24T08:38:21.074" v="29"/>
          <ac:spMkLst>
            <pc:docMk/>
            <pc:sldMk cId="2043365643" sldId="325"/>
            <ac:spMk id="4" creationId="{765E5553-31D1-7CCC-E559-129C8C1618DA}"/>
          </ac:spMkLst>
        </pc:spChg>
      </pc:sldChg>
      <pc:sldChg chg="addSp modSp">
        <pc:chgData name="Paul Winser" userId="c3146a91-e6bd-4264-bd86-e164e04bc32d" providerId="ADAL" clId="{569209F9-826D-4236-A5F1-0679C050C9A3}" dt="2025-09-24T08:38:16.993" v="26"/>
        <pc:sldMkLst>
          <pc:docMk/>
          <pc:sldMk cId="413192494" sldId="326"/>
        </pc:sldMkLst>
        <pc:spChg chg="add mod">
          <ac:chgData name="Paul Winser" userId="c3146a91-e6bd-4264-bd86-e164e04bc32d" providerId="ADAL" clId="{569209F9-826D-4236-A5F1-0679C050C9A3}" dt="2025-09-24T08:38:16.993" v="26"/>
          <ac:spMkLst>
            <pc:docMk/>
            <pc:sldMk cId="413192494" sldId="326"/>
            <ac:spMk id="4" creationId="{BE9AB881-AC70-63E7-5E31-A7B4C942B12B}"/>
          </ac:spMkLst>
        </pc:spChg>
      </pc:sldChg>
      <pc:sldChg chg="addSp modSp">
        <pc:chgData name="Paul Winser" userId="c3146a91-e6bd-4264-bd86-e164e04bc32d" providerId="ADAL" clId="{569209F9-826D-4236-A5F1-0679C050C9A3}" dt="2025-09-24T08:38:28.994" v="35"/>
        <pc:sldMkLst>
          <pc:docMk/>
          <pc:sldMk cId="1410054363" sldId="327"/>
        </pc:sldMkLst>
        <pc:spChg chg="add mod">
          <ac:chgData name="Paul Winser" userId="c3146a91-e6bd-4264-bd86-e164e04bc32d" providerId="ADAL" clId="{569209F9-826D-4236-A5F1-0679C050C9A3}" dt="2025-09-24T08:38:28.994" v="35"/>
          <ac:spMkLst>
            <pc:docMk/>
            <pc:sldMk cId="1410054363" sldId="327"/>
            <ac:spMk id="4" creationId="{3B9AA701-9727-6BFB-F0A1-07D1CB2A4A46}"/>
          </ac:spMkLst>
        </pc:spChg>
      </pc:sldChg>
      <pc:sldChg chg="addSp modSp">
        <pc:chgData name="Paul Winser" userId="c3146a91-e6bd-4264-bd86-e164e04bc32d" providerId="ADAL" clId="{569209F9-826D-4236-A5F1-0679C050C9A3}" dt="2025-09-24T08:38:22.289" v="30"/>
        <pc:sldMkLst>
          <pc:docMk/>
          <pc:sldMk cId="856632379" sldId="328"/>
        </pc:sldMkLst>
        <pc:spChg chg="add mod">
          <ac:chgData name="Paul Winser" userId="c3146a91-e6bd-4264-bd86-e164e04bc32d" providerId="ADAL" clId="{569209F9-826D-4236-A5F1-0679C050C9A3}" dt="2025-09-24T08:38:22.289" v="30"/>
          <ac:spMkLst>
            <pc:docMk/>
            <pc:sldMk cId="856632379" sldId="328"/>
            <ac:spMk id="4" creationId="{61258673-7165-FD22-0880-B2AF4F5F11C8}"/>
          </ac:spMkLst>
        </pc:spChg>
      </pc:sldChg>
      <pc:sldChg chg="addSp modSp">
        <pc:chgData name="Paul Winser" userId="c3146a91-e6bd-4264-bd86-e164e04bc32d" providerId="ADAL" clId="{569209F9-826D-4236-A5F1-0679C050C9A3}" dt="2025-09-24T08:38:24.819" v="32"/>
        <pc:sldMkLst>
          <pc:docMk/>
          <pc:sldMk cId="3772271224" sldId="329"/>
        </pc:sldMkLst>
        <pc:spChg chg="add mod">
          <ac:chgData name="Paul Winser" userId="c3146a91-e6bd-4264-bd86-e164e04bc32d" providerId="ADAL" clId="{569209F9-826D-4236-A5F1-0679C050C9A3}" dt="2025-09-24T08:38:24.819" v="32"/>
          <ac:spMkLst>
            <pc:docMk/>
            <pc:sldMk cId="3772271224" sldId="329"/>
            <ac:spMk id="4" creationId="{3256BAB2-B869-701F-C94D-135E1607E171}"/>
          </ac:spMkLst>
        </pc:spChg>
      </pc:sldChg>
      <pc:sldChg chg="addSp modSp">
        <pc:chgData name="Paul Winser" userId="c3146a91-e6bd-4264-bd86-e164e04bc32d" providerId="ADAL" clId="{569209F9-826D-4236-A5F1-0679C050C9A3}" dt="2025-09-24T08:38:27.378" v="34"/>
        <pc:sldMkLst>
          <pc:docMk/>
          <pc:sldMk cId="4114640083" sldId="330"/>
        </pc:sldMkLst>
        <pc:spChg chg="add mod">
          <ac:chgData name="Paul Winser" userId="c3146a91-e6bd-4264-bd86-e164e04bc32d" providerId="ADAL" clId="{569209F9-826D-4236-A5F1-0679C050C9A3}" dt="2025-09-24T08:38:27.378" v="34"/>
          <ac:spMkLst>
            <pc:docMk/>
            <pc:sldMk cId="4114640083" sldId="330"/>
            <ac:spMk id="4" creationId="{92A5F757-8A76-3059-94C6-7EEE02D13EFE}"/>
          </ac:spMkLst>
        </pc:spChg>
      </pc:sldChg>
      <pc:sldChg chg="addSp modSp">
        <pc:chgData name="Paul Winser" userId="c3146a91-e6bd-4264-bd86-e164e04bc32d" providerId="ADAL" clId="{569209F9-826D-4236-A5F1-0679C050C9A3}" dt="2025-09-24T08:38:34.226" v="38"/>
        <pc:sldMkLst>
          <pc:docMk/>
          <pc:sldMk cId="464483734" sldId="331"/>
        </pc:sldMkLst>
        <pc:spChg chg="add mod">
          <ac:chgData name="Paul Winser" userId="c3146a91-e6bd-4264-bd86-e164e04bc32d" providerId="ADAL" clId="{569209F9-826D-4236-A5F1-0679C050C9A3}" dt="2025-09-24T08:38:34.226" v="38"/>
          <ac:spMkLst>
            <pc:docMk/>
            <pc:sldMk cId="464483734" sldId="331"/>
            <ac:spMk id="4" creationId="{BECBF2FA-A0EF-33F0-F87D-36EEFB160EBA}"/>
          </ac:spMkLst>
        </pc:spChg>
      </pc:sldChg>
      <pc:sldChg chg="addSp modSp">
        <pc:chgData name="Paul Winser" userId="c3146a91-e6bd-4264-bd86-e164e04bc32d" providerId="ADAL" clId="{569209F9-826D-4236-A5F1-0679C050C9A3}" dt="2025-09-24T08:38:15.619" v="25"/>
        <pc:sldMkLst>
          <pc:docMk/>
          <pc:sldMk cId="2537066159" sldId="332"/>
        </pc:sldMkLst>
        <pc:spChg chg="add mod">
          <ac:chgData name="Paul Winser" userId="c3146a91-e6bd-4264-bd86-e164e04bc32d" providerId="ADAL" clId="{569209F9-826D-4236-A5F1-0679C050C9A3}" dt="2025-09-24T08:38:15.619" v="25"/>
          <ac:spMkLst>
            <pc:docMk/>
            <pc:sldMk cId="2537066159" sldId="332"/>
            <ac:spMk id="3" creationId="{BB0DFB1C-BA9E-21BB-E197-8055F83851FA}"/>
          </ac:spMkLst>
        </pc:spChg>
      </pc:sldChg>
      <pc:sldChg chg="addSp modSp">
        <pc:chgData name="Paul Winser" userId="c3146a91-e6bd-4264-bd86-e164e04bc32d" providerId="ADAL" clId="{569209F9-826D-4236-A5F1-0679C050C9A3}" dt="2025-09-24T08:38:18.178" v="27"/>
        <pc:sldMkLst>
          <pc:docMk/>
          <pc:sldMk cId="1748386966" sldId="333"/>
        </pc:sldMkLst>
        <pc:spChg chg="add mod">
          <ac:chgData name="Paul Winser" userId="c3146a91-e6bd-4264-bd86-e164e04bc32d" providerId="ADAL" clId="{569209F9-826D-4236-A5F1-0679C050C9A3}" dt="2025-09-24T08:38:18.178" v="27"/>
          <ac:spMkLst>
            <pc:docMk/>
            <pc:sldMk cId="1748386966" sldId="333"/>
            <ac:spMk id="3" creationId="{9439DF09-94DD-4377-9FC7-212BA538BA2E}"/>
          </ac:spMkLst>
        </pc:spChg>
      </pc:sldChg>
      <pc:sldChg chg="addSp modSp">
        <pc:chgData name="Paul Winser" userId="c3146a91-e6bd-4264-bd86-e164e04bc32d" providerId="ADAL" clId="{569209F9-826D-4236-A5F1-0679C050C9A3}" dt="2025-09-24T08:38:23.586" v="31"/>
        <pc:sldMkLst>
          <pc:docMk/>
          <pc:sldMk cId="232059885" sldId="334"/>
        </pc:sldMkLst>
        <pc:spChg chg="add mod">
          <ac:chgData name="Paul Winser" userId="c3146a91-e6bd-4264-bd86-e164e04bc32d" providerId="ADAL" clId="{569209F9-826D-4236-A5F1-0679C050C9A3}" dt="2025-09-24T08:38:23.586" v="31"/>
          <ac:spMkLst>
            <pc:docMk/>
            <pc:sldMk cId="232059885" sldId="334"/>
            <ac:spMk id="3" creationId="{FDE0C0F5-4B21-274B-278A-2EDD3EE5F778}"/>
          </ac:spMkLst>
        </pc:spChg>
      </pc:sldChg>
      <pc:sldChg chg="addSp modSp">
        <pc:chgData name="Paul Winser" userId="c3146a91-e6bd-4264-bd86-e164e04bc32d" providerId="ADAL" clId="{569209F9-826D-4236-A5F1-0679C050C9A3}" dt="2025-09-24T08:38:19.523" v="28"/>
        <pc:sldMkLst>
          <pc:docMk/>
          <pc:sldMk cId="1368657191" sldId="336"/>
        </pc:sldMkLst>
        <pc:spChg chg="add mod">
          <ac:chgData name="Paul Winser" userId="c3146a91-e6bd-4264-bd86-e164e04bc32d" providerId="ADAL" clId="{569209F9-826D-4236-A5F1-0679C050C9A3}" dt="2025-09-24T08:38:19.523" v="28"/>
          <ac:spMkLst>
            <pc:docMk/>
            <pc:sldMk cId="1368657191" sldId="336"/>
            <ac:spMk id="3" creationId="{A32D1980-8BAF-FAD0-FACF-0C8A377FF797}"/>
          </ac:spMkLst>
        </pc:spChg>
      </pc:sldChg>
      <pc:sldChg chg="addSp modSp">
        <pc:chgData name="Paul Winser" userId="c3146a91-e6bd-4264-bd86-e164e04bc32d" providerId="ADAL" clId="{569209F9-826D-4236-A5F1-0679C050C9A3}" dt="2025-09-24T08:38:26.083" v="33"/>
        <pc:sldMkLst>
          <pc:docMk/>
          <pc:sldMk cId="3625294711" sldId="337"/>
        </pc:sldMkLst>
        <pc:spChg chg="add mod">
          <ac:chgData name="Paul Winser" userId="c3146a91-e6bd-4264-bd86-e164e04bc32d" providerId="ADAL" clId="{569209F9-826D-4236-A5F1-0679C050C9A3}" dt="2025-09-24T08:38:26.083" v="33"/>
          <ac:spMkLst>
            <pc:docMk/>
            <pc:sldMk cId="3625294711" sldId="337"/>
            <ac:spMk id="3" creationId="{72846046-D399-60BE-4238-185C36AC4C7E}"/>
          </ac:spMkLst>
        </pc:spChg>
      </pc:sldChg>
      <pc:sldChg chg="addSp modSp">
        <pc:chgData name="Paul Winser" userId="c3146a91-e6bd-4264-bd86-e164e04bc32d" providerId="ADAL" clId="{569209F9-826D-4236-A5F1-0679C050C9A3}" dt="2025-09-24T08:38:35.923" v="39"/>
        <pc:sldMkLst>
          <pc:docMk/>
          <pc:sldMk cId="3814231365" sldId="338"/>
        </pc:sldMkLst>
        <pc:spChg chg="add mod">
          <ac:chgData name="Paul Winser" userId="c3146a91-e6bd-4264-bd86-e164e04bc32d" providerId="ADAL" clId="{569209F9-826D-4236-A5F1-0679C050C9A3}" dt="2025-09-24T08:38:35.923" v="39"/>
          <ac:spMkLst>
            <pc:docMk/>
            <pc:sldMk cId="3814231365" sldId="338"/>
            <ac:spMk id="3" creationId="{3EF7617C-AC03-3ABB-13FA-E1E25DC56885}"/>
          </ac:spMkLst>
        </pc:spChg>
      </pc:sldChg>
      <pc:sldChg chg="addSp modSp">
        <pc:chgData name="Paul Winser" userId="c3146a91-e6bd-4264-bd86-e164e04bc32d" providerId="ADAL" clId="{569209F9-826D-4236-A5F1-0679C050C9A3}" dt="2025-09-24T08:38:32.771" v="37"/>
        <pc:sldMkLst>
          <pc:docMk/>
          <pc:sldMk cId="347465944" sldId="339"/>
        </pc:sldMkLst>
        <pc:spChg chg="add mod">
          <ac:chgData name="Paul Winser" userId="c3146a91-e6bd-4264-bd86-e164e04bc32d" providerId="ADAL" clId="{569209F9-826D-4236-A5F1-0679C050C9A3}" dt="2025-09-24T08:38:32.771" v="37"/>
          <ac:spMkLst>
            <pc:docMk/>
            <pc:sldMk cId="347465944" sldId="339"/>
            <ac:spMk id="3" creationId="{C5BEB788-B87D-0886-576B-6034975B0797}"/>
          </ac:spMkLst>
        </pc:spChg>
      </pc:sldChg>
      <pc:sldChg chg="addSp modSp">
        <pc:chgData name="Paul Winser" userId="c3146a91-e6bd-4264-bd86-e164e04bc32d" providerId="ADAL" clId="{569209F9-826D-4236-A5F1-0679C050C9A3}" dt="2025-09-24T08:38:37.205" v="40"/>
        <pc:sldMkLst>
          <pc:docMk/>
          <pc:sldMk cId="2871612489" sldId="341"/>
        </pc:sldMkLst>
        <pc:spChg chg="add mod">
          <ac:chgData name="Paul Winser" userId="c3146a91-e6bd-4264-bd86-e164e04bc32d" providerId="ADAL" clId="{569209F9-826D-4236-A5F1-0679C050C9A3}" dt="2025-09-24T08:38:37.205" v="40"/>
          <ac:spMkLst>
            <pc:docMk/>
            <pc:sldMk cId="2871612489" sldId="341"/>
            <ac:spMk id="3" creationId="{552B931A-4029-FE4D-E7F2-D0AC0583A435}"/>
          </ac:spMkLst>
        </pc:spChg>
      </pc:sldChg>
      <pc:sldChg chg="addSp modSp">
        <pc:chgData name="Paul Winser" userId="c3146a91-e6bd-4264-bd86-e164e04bc32d" providerId="ADAL" clId="{569209F9-826D-4236-A5F1-0679C050C9A3}" dt="2025-09-24T08:38:38.453" v="41"/>
        <pc:sldMkLst>
          <pc:docMk/>
          <pc:sldMk cId="1212719524" sldId="342"/>
        </pc:sldMkLst>
        <pc:spChg chg="add mod">
          <ac:chgData name="Paul Winser" userId="c3146a91-e6bd-4264-bd86-e164e04bc32d" providerId="ADAL" clId="{569209F9-826D-4236-A5F1-0679C050C9A3}" dt="2025-09-24T08:38:38.453" v="41"/>
          <ac:spMkLst>
            <pc:docMk/>
            <pc:sldMk cId="1212719524" sldId="342"/>
            <ac:spMk id="5" creationId="{EAF1B81D-961B-B266-4AC8-6E4D2E5B4A55}"/>
          </ac:spMkLst>
        </pc:spChg>
      </pc:sldChg>
      <pc:sldChg chg="addSp modSp">
        <pc:chgData name="Paul Winser" userId="c3146a91-e6bd-4264-bd86-e164e04bc32d" providerId="ADAL" clId="{569209F9-826D-4236-A5F1-0679C050C9A3}" dt="2025-09-24T08:38:39.714" v="42"/>
        <pc:sldMkLst>
          <pc:docMk/>
          <pc:sldMk cId="1525191042" sldId="343"/>
        </pc:sldMkLst>
        <pc:spChg chg="add mod">
          <ac:chgData name="Paul Winser" userId="c3146a91-e6bd-4264-bd86-e164e04bc32d" providerId="ADAL" clId="{569209F9-826D-4236-A5F1-0679C050C9A3}" dt="2025-09-24T08:38:39.714" v="42"/>
          <ac:spMkLst>
            <pc:docMk/>
            <pc:sldMk cId="1525191042" sldId="343"/>
            <ac:spMk id="2" creationId="{1CECEC4B-316D-6C9C-7318-4FCE60493E28}"/>
          </ac:spMkLst>
        </pc:spChg>
      </pc:sldChg>
      <pc:sldChg chg="addSp modSp">
        <pc:chgData name="Paul Winser" userId="c3146a91-e6bd-4264-bd86-e164e04bc32d" providerId="ADAL" clId="{569209F9-826D-4236-A5F1-0679C050C9A3}" dt="2025-09-24T08:38:43.328" v="45"/>
        <pc:sldMkLst>
          <pc:docMk/>
          <pc:sldMk cId="302946375" sldId="344"/>
        </pc:sldMkLst>
        <pc:spChg chg="add mod">
          <ac:chgData name="Paul Winser" userId="c3146a91-e6bd-4264-bd86-e164e04bc32d" providerId="ADAL" clId="{569209F9-826D-4236-A5F1-0679C050C9A3}" dt="2025-09-24T08:38:43.328" v="45"/>
          <ac:spMkLst>
            <pc:docMk/>
            <pc:sldMk cId="302946375" sldId="344"/>
            <ac:spMk id="4" creationId="{02BA474D-F87C-6674-FB94-771930AA8A73}"/>
          </ac:spMkLst>
        </pc:spChg>
      </pc:sldChg>
      <pc:sldChg chg="addSp modSp">
        <pc:chgData name="Paul Winser" userId="c3146a91-e6bd-4264-bd86-e164e04bc32d" providerId="ADAL" clId="{569209F9-826D-4236-A5F1-0679C050C9A3}" dt="2025-09-24T08:38:44.675" v="46"/>
        <pc:sldMkLst>
          <pc:docMk/>
          <pc:sldMk cId="3607263072" sldId="345"/>
        </pc:sldMkLst>
        <pc:spChg chg="add mod">
          <ac:chgData name="Paul Winser" userId="c3146a91-e6bd-4264-bd86-e164e04bc32d" providerId="ADAL" clId="{569209F9-826D-4236-A5F1-0679C050C9A3}" dt="2025-09-24T08:38:44.675" v="46"/>
          <ac:spMkLst>
            <pc:docMk/>
            <pc:sldMk cId="3607263072" sldId="345"/>
            <ac:spMk id="4" creationId="{5F153B87-BE93-4586-FDB9-D61288F4EAB5}"/>
          </ac:spMkLst>
        </pc:spChg>
      </pc:sldChg>
      <pc:sldChg chg="addSp modSp">
        <pc:chgData name="Paul Winser" userId="c3146a91-e6bd-4264-bd86-e164e04bc32d" providerId="ADAL" clId="{569209F9-826D-4236-A5F1-0679C050C9A3}" dt="2025-09-24T08:38:46.034" v="47"/>
        <pc:sldMkLst>
          <pc:docMk/>
          <pc:sldMk cId="2257020973" sldId="346"/>
        </pc:sldMkLst>
        <pc:spChg chg="add mod">
          <ac:chgData name="Paul Winser" userId="c3146a91-e6bd-4264-bd86-e164e04bc32d" providerId="ADAL" clId="{569209F9-826D-4236-A5F1-0679C050C9A3}" dt="2025-09-24T08:38:46.034" v="47"/>
          <ac:spMkLst>
            <pc:docMk/>
            <pc:sldMk cId="2257020973" sldId="346"/>
            <ac:spMk id="3" creationId="{356E015A-8644-B942-8CC2-A3018A1CC85F}"/>
          </ac:spMkLst>
        </pc:spChg>
      </pc:sldChg>
      <pc:sldChg chg="addSp modSp">
        <pc:chgData name="Paul Winser" userId="c3146a91-e6bd-4264-bd86-e164e04bc32d" providerId="ADAL" clId="{569209F9-826D-4236-A5F1-0679C050C9A3}" dt="2025-09-24T08:38:47.867" v="48"/>
        <pc:sldMkLst>
          <pc:docMk/>
          <pc:sldMk cId="2470344612" sldId="347"/>
        </pc:sldMkLst>
        <pc:spChg chg="add mod">
          <ac:chgData name="Paul Winser" userId="c3146a91-e6bd-4264-bd86-e164e04bc32d" providerId="ADAL" clId="{569209F9-826D-4236-A5F1-0679C050C9A3}" dt="2025-09-24T08:38:47.867" v="48"/>
          <ac:spMkLst>
            <pc:docMk/>
            <pc:sldMk cId="2470344612" sldId="347"/>
            <ac:spMk id="3" creationId="{DF2691C9-AC22-81D8-29B7-C962045CB905}"/>
          </ac:spMkLst>
        </pc:spChg>
      </pc:sldChg>
      <pc:sldChg chg="addSp modSp">
        <pc:chgData name="Paul Winser" userId="c3146a91-e6bd-4264-bd86-e164e04bc32d" providerId="ADAL" clId="{569209F9-826D-4236-A5F1-0679C050C9A3}" dt="2025-09-24T08:38:50.897" v="50"/>
        <pc:sldMkLst>
          <pc:docMk/>
          <pc:sldMk cId="1660025902" sldId="348"/>
        </pc:sldMkLst>
        <pc:spChg chg="add mod">
          <ac:chgData name="Paul Winser" userId="c3146a91-e6bd-4264-bd86-e164e04bc32d" providerId="ADAL" clId="{569209F9-826D-4236-A5F1-0679C050C9A3}" dt="2025-09-24T08:38:50.897" v="50"/>
          <ac:spMkLst>
            <pc:docMk/>
            <pc:sldMk cId="1660025902" sldId="348"/>
            <ac:spMk id="4" creationId="{6E8F3BAA-98A7-D777-E8A6-486D3F5D9BEA}"/>
          </ac:spMkLst>
        </pc:spChg>
      </pc:sldChg>
      <pc:sldChg chg="addSp modSp">
        <pc:chgData name="Paul Winser" userId="c3146a91-e6bd-4264-bd86-e164e04bc32d" providerId="ADAL" clId="{569209F9-826D-4236-A5F1-0679C050C9A3}" dt="2025-09-24T08:38:52.195" v="51"/>
        <pc:sldMkLst>
          <pc:docMk/>
          <pc:sldMk cId="2753778435" sldId="349"/>
        </pc:sldMkLst>
        <pc:spChg chg="add mod">
          <ac:chgData name="Paul Winser" userId="c3146a91-e6bd-4264-bd86-e164e04bc32d" providerId="ADAL" clId="{569209F9-826D-4236-A5F1-0679C050C9A3}" dt="2025-09-24T08:38:52.195" v="51"/>
          <ac:spMkLst>
            <pc:docMk/>
            <pc:sldMk cId="2753778435" sldId="349"/>
            <ac:spMk id="3" creationId="{D239E7CE-FFF4-9931-2D0F-E41D2F868B80}"/>
          </ac:spMkLst>
        </pc:spChg>
      </pc:sldChg>
      <pc:sldChg chg="addSp modSp">
        <pc:chgData name="Paul Winser" userId="c3146a91-e6bd-4264-bd86-e164e04bc32d" providerId="ADAL" clId="{569209F9-826D-4236-A5F1-0679C050C9A3}" dt="2025-09-24T08:38:55.952" v="53"/>
        <pc:sldMkLst>
          <pc:docMk/>
          <pc:sldMk cId="3947070430" sldId="350"/>
        </pc:sldMkLst>
        <pc:spChg chg="add mod">
          <ac:chgData name="Paul Winser" userId="c3146a91-e6bd-4264-bd86-e164e04bc32d" providerId="ADAL" clId="{569209F9-826D-4236-A5F1-0679C050C9A3}" dt="2025-09-24T08:38:55.952" v="53"/>
          <ac:spMkLst>
            <pc:docMk/>
            <pc:sldMk cId="3947070430" sldId="350"/>
            <ac:spMk id="4" creationId="{1A38FF98-5431-35AF-4068-F3E7EB6DFCBA}"/>
          </ac:spMkLst>
        </pc:spChg>
      </pc:sldChg>
      <pc:sldChg chg="addSp modSp">
        <pc:chgData name="Paul Winser" userId="c3146a91-e6bd-4264-bd86-e164e04bc32d" providerId="ADAL" clId="{569209F9-826D-4236-A5F1-0679C050C9A3}" dt="2025-09-24T08:38:57.380" v="54"/>
        <pc:sldMkLst>
          <pc:docMk/>
          <pc:sldMk cId="3466074848" sldId="351"/>
        </pc:sldMkLst>
        <pc:spChg chg="add mod">
          <ac:chgData name="Paul Winser" userId="c3146a91-e6bd-4264-bd86-e164e04bc32d" providerId="ADAL" clId="{569209F9-826D-4236-A5F1-0679C050C9A3}" dt="2025-09-24T08:38:57.380" v="54"/>
          <ac:spMkLst>
            <pc:docMk/>
            <pc:sldMk cId="3466074848" sldId="351"/>
            <ac:spMk id="4" creationId="{EB5883EF-99DD-4505-AFCF-875529E35214}"/>
          </ac:spMkLst>
        </pc:spChg>
      </pc:sldChg>
      <pc:sldChg chg="addSp modSp">
        <pc:chgData name="Paul Winser" userId="c3146a91-e6bd-4264-bd86-e164e04bc32d" providerId="ADAL" clId="{569209F9-826D-4236-A5F1-0679C050C9A3}" dt="2025-09-24T08:38:58.594" v="55"/>
        <pc:sldMkLst>
          <pc:docMk/>
          <pc:sldMk cId="3084374323" sldId="352"/>
        </pc:sldMkLst>
        <pc:spChg chg="add mod">
          <ac:chgData name="Paul Winser" userId="c3146a91-e6bd-4264-bd86-e164e04bc32d" providerId="ADAL" clId="{569209F9-826D-4236-A5F1-0679C050C9A3}" dt="2025-09-24T08:38:58.594" v="55"/>
          <ac:spMkLst>
            <pc:docMk/>
            <pc:sldMk cId="3084374323" sldId="352"/>
            <ac:spMk id="4" creationId="{C4352BC1-7549-4E0C-A96D-E8B647D133F0}"/>
          </ac:spMkLst>
        </pc:spChg>
      </pc:sldChg>
      <pc:sldChg chg="addSp modSp">
        <pc:chgData name="Paul Winser" userId="c3146a91-e6bd-4264-bd86-e164e04bc32d" providerId="ADAL" clId="{569209F9-826D-4236-A5F1-0679C050C9A3}" dt="2025-09-24T08:38:59.826" v="56"/>
        <pc:sldMkLst>
          <pc:docMk/>
          <pc:sldMk cId="2437349872" sldId="353"/>
        </pc:sldMkLst>
        <pc:spChg chg="add mod">
          <ac:chgData name="Paul Winser" userId="c3146a91-e6bd-4264-bd86-e164e04bc32d" providerId="ADAL" clId="{569209F9-826D-4236-A5F1-0679C050C9A3}" dt="2025-09-24T08:38:59.826" v="56"/>
          <ac:spMkLst>
            <pc:docMk/>
            <pc:sldMk cId="2437349872" sldId="353"/>
            <ac:spMk id="2" creationId="{0EFB80F1-2CDA-2916-1D26-6B837AFD8668}"/>
          </ac:spMkLst>
        </pc:spChg>
      </pc:sldChg>
      <pc:sldChg chg="addSp modSp">
        <pc:chgData name="Paul Winser" userId="c3146a91-e6bd-4264-bd86-e164e04bc32d" providerId="ADAL" clId="{569209F9-826D-4236-A5F1-0679C050C9A3}" dt="2025-09-24T08:39:01.120" v="57"/>
        <pc:sldMkLst>
          <pc:docMk/>
          <pc:sldMk cId="2206504362" sldId="354"/>
        </pc:sldMkLst>
        <pc:spChg chg="add mod">
          <ac:chgData name="Paul Winser" userId="c3146a91-e6bd-4264-bd86-e164e04bc32d" providerId="ADAL" clId="{569209F9-826D-4236-A5F1-0679C050C9A3}" dt="2025-09-24T08:39:01.120" v="57"/>
          <ac:spMkLst>
            <pc:docMk/>
            <pc:sldMk cId="2206504362" sldId="354"/>
            <ac:spMk id="2" creationId="{45CB48F7-A5A2-4942-AC3D-5AA2A883B0E8}"/>
          </ac:spMkLst>
        </pc:spChg>
      </pc:sldChg>
      <pc:sldChg chg="addSp modSp">
        <pc:chgData name="Paul Winser" userId="c3146a91-e6bd-4264-bd86-e164e04bc32d" providerId="ADAL" clId="{569209F9-826D-4236-A5F1-0679C050C9A3}" dt="2025-09-24T08:39:02.261" v="58"/>
        <pc:sldMkLst>
          <pc:docMk/>
          <pc:sldMk cId="2013596317" sldId="355"/>
        </pc:sldMkLst>
        <pc:spChg chg="add mod">
          <ac:chgData name="Paul Winser" userId="c3146a91-e6bd-4264-bd86-e164e04bc32d" providerId="ADAL" clId="{569209F9-826D-4236-A5F1-0679C050C9A3}" dt="2025-09-24T08:39:02.261" v="58"/>
          <ac:spMkLst>
            <pc:docMk/>
            <pc:sldMk cId="2013596317" sldId="355"/>
            <ac:spMk id="2" creationId="{5C47C4D9-441B-250D-79B4-90F883AB5C8C}"/>
          </ac:spMkLst>
        </pc:spChg>
      </pc:sldChg>
      <pc:sldChg chg="addSp modSp">
        <pc:chgData name="Paul Winser" userId="c3146a91-e6bd-4264-bd86-e164e04bc32d" providerId="ADAL" clId="{569209F9-826D-4236-A5F1-0679C050C9A3}" dt="2025-09-24T08:38:49.729" v="49"/>
        <pc:sldMkLst>
          <pc:docMk/>
          <pc:sldMk cId="2518282078" sldId="356"/>
        </pc:sldMkLst>
        <pc:spChg chg="add mod">
          <ac:chgData name="Paul Winser" userId="c3146a91-e6bd-4264-bd86-e164e04bc32d" providerId="ADAL" clId="{569209F9-826D-4236-A5F1-0679C050C9A3}" dt="2025-09-24T08:38:49.729" v="49"/>
          <ac:spMkLst>
            <pc:docMk/>
            <pc:sldMk cId="2518282078" sldId="356"/>
            <ac:spMk id="3" creationId="{3DD3CA09-5EA2-831E-C9BB-A21B4F6CE330}"/>
          </ac:spMkLst>
        </pc:spChg>
      </pc:sldChg>
      <pc:sldChg chg="addSp modSp">
        <pc:chgData name="Paul Winser" userId="c3146a91-e6bd-4264-bd86-e164e04bc32d" providerId="ADAL" clId="{569209F9-826D-4236-A5F1-0679C050C9A3}" dt="2025-09-24T08:38:54.241" v="52"/>
        <pc:sldMkLst>
          <pc:docMk/>
          <pc:sldMk cId="2216916425" sldId="357"/>
        </pc:sldMkLst>
        <pc:spChg chg="add mod">
          <ac:chgData name="Paul Winser" userId="c3146a91-e6bd-4264-bd86-e164e04bc32d" providerId="ADAL" clId="{569209F9-826D-4236-A5F1-0679C050C9A3}" dt="2025-09-24T08:38:54.241" v="52"/>
          <ac:spMkLst>
            <pc:docMk/>
            <pc:sldMk cId="2216916425" sldId="357"/>
            <ac:spMk id="4" creationId="{422B1716-47DA-0B26-FEE2-902B76CF157F}"/>
          </ac:spMkLst>
        </pc:spChg>
      </pc:sldChg>
      <pc:sldChg chg="addSp modSp mod">
        <pc:chgData name="Paul Winser" userId="c3146a91-e6bd-4264-bd86-e164e04bc32d" providerId="ADAL" clId="{569209F9-826D-4236-A5F1-0679C050C9A3}" dt="2025-09-24T08:37:52.708" v="13" actId="1076"/>
        <pc:sldMkLst>
          <pc:docMk/>
          <pc:sldMk cId="4255229222" sldId="358"/>
        </pc:sldMkLst>
        <pc:spChg chg="add mod">
          <ac:chgData name="Paul Winser" userId="c3146a91-e6bd-4264-bd86-e164e04bc32d" providerId="ADAL" clId="{569209F9-826D-4236-A5F1-0679C050C9A3}" dt="2025-09-24T08:37:43.160" v="11"/>
          <ac:spMkLst>
            <pc:docMk/>
            <pc:sldMk cId="4255229222" sldId="358"/>
            <ac:spMk id="3" creationId="{7BBE0A40-C0B5-1B68-1C1C-E1B03B5040DC}"/>
          </ac:spMkLst>
        </pc:spChg>
        <pc:grpChg chg="mod">
          <ac:chgData name="Paul Winser" userId="c3146a91-e6bd-4264-bd86-e164e04bc32d" providerId="ADAL" clId="{569209F9-826D-4236-A5F1-0679C050C9A3}" dt="2025-09-24T08:37:52.708" v="13" actId="1076"/>
          <ac:grpSpMkLst>
            <pc:docMk/>
            <pc:sldMk cId="4255229222" sldId="358"/>
            <ac:grpSpMk id="26" creationId="{E79E3573-820F-E7F6-0261-F78B859823D3}"/>
          </ac:grpSpMkLst>
        </pc:grpChg>
      </pc:sldChg>
      <pc:sldChg chg="addSp modSp">
        <pc:chgData name="Paul Winser" userId="c3146a91-e6bd-4264-bd86-e164e04bc32d" providerId="ADAL" clId="{569209F9-826D-4236-A5F1-0679C050C9A3}" dt="2025-09-24T08:38:30.705" v="36"/>
        <pc:sldMkLst>
          <pc:docMk/>
          <pc:sldMk cId="1169771997" sldId="359"/>
        </pc:sldMkLst>
        <pc:spChg chg="add mod">
          <ac:chgData name="Paul Winser" userId="c3146a91-e6bd-4264-bd86-e164e04bc32d" providerId="ADAL" clId="{569209F9-826D-4236-A5F1-0679C050C9A3}" dt="2025-09-24T08:38:30.705" v="36"/>
          <ac:spMkLst>
            <pc:docMk/>
            <pc:sldMk cId="1169771997" sldId="359"/>
            <ac:spMk id="3" creationId="{AEF8A062-7F2A-B777-8CE0-48E909984091}"/>
          </ac:spMkLst>
        </pc:spChg>
      </pc:sldChg>
      <pc:sldChg chg="addSp delSp modSp mod">
        <pc:chgData name="Paul Winser" userId="c3146a91-e6bd-4264-bd86-e164e04bc32d" providerId="ADAL" clId="{569209F9-826D-4236-A5F1-0679C050C9A3}" dt="2025-09-24T08:39:07.463" v="61" actId="478"/>
        <pc:sldMkLst>
          <pc:docMk/>
          <pc:sldMk cId="1040997120" sldId="360"/>
        </pc:sldMkLst>
        <pc:spChg chg="del">
          <ac:chgData name="Paul Winser" userId="c3146a91-e6bd-4264-bd86-e164e04bc32d" providerId="ADAL" clId="{569209F9-826D-4236-A5F1-0679C050C9A3}" dt="2025-09-24T08:39:07.463" v="61" actId="478"/>
          <ac:spMkLst>
            <pc:docMk/>
            <pc:sldMk cId="1040997120" sldId="360"/>
            <ac:spMk id="4" creationId="{0C58D67F-35EB-4F25-BFDE-DC284A7CD1E7}"/>
          </ac:spMkLst>
        </pc:spChg>
        <pc:spChg chg="add mod">
          <ac:chgData name="Paul Winser" userId="c3146a91-e6bd-4264-bd86-e164e04bc32d" providerId="ADAL" clId="{569209F9-826D-4236-A5F1-0679C050C9A3}" dt="2025-09-24T08:39:05.580" v="60"/>
          <ac:spMkLst>
            <pc:docMk/>
            <pc:sldMk cId="1040997120" sldId="360"/>
            <ac:spMk id="5" creationId="{57FCBC57-8679-FF7E-3D3D-E951C2101889}"/>
          </ac:spMkLst>
        </pc:spChg>
      </pc:sldChg>
    </pc:docChg>
  </pc:docChgLst>
  <pc:docChgLst>
    <pc:chgData name="Gary Heayn" userId="abb7bc71316bd597" providerId="LiveId" clId="{6EBE5F52-1554-4702-A2C8-3D07BBDA6B21}"/>
    <pc:docChg chg="custSel modSld">
      <pc:chgData name="Gary Heayn" userId="abb7bc71316bd597" providerId="LiveId" clId="{6EBE5F52-1554-4702-A2C8-3D07BBDA6B21}" dt="2025-09-01T09:50:20.624" v="163" actId="20577"/>
      <pc:docMkLst>
        <pc:docMk/>
      </pc:docMkLst>
      <pc:sldChg chg="modSp mod">
        <pc:chgData name="Gary Heayn" userId="abb7bc71316bd597" providerId="LiveId" clId="{6EBE5F52-1554-4702-A2C8-3D07BBDA6B21}" dt="2025-09-01T09:46:12" v="33" actId="20577"/>
        <pc:sldMkLst>
          <pc:docMk/>
          <pc:sldMk cId="2845046806" sldId="324"/>
        </pc:sldMkLst>
        <pc:spChg chg="mod">
          <ac:chgData name="Gary Heayn" userId="abb7bc71316bd597" providerId="LiveId" clId="{6EBE5F52-1554-4702-A2C8-3D07BBDA6B21}" dt="2025-09-01T09:46:12" v="33" actId="20577"/>
          <ac:spMkLst>
            <pc:docMk/>
            <pc:sldMk cId="2845046806" sldId="324"/>
            <ac:spMk id="3" creationId="{DCF2FAEB-255A-FD78-DB1A-EBC024A52D6A}"/>
          </ac:spMkLst>
        </pc:spChg>
      </pc:sldChg>
      <pc:sldChg chg="modSp mod">
        <pc:chgData name="Gary Heayn" userId="abb7bc71316bd597" providerId="LiveId" clId="{6EBE5F52-1554-4702-A2C8-3D07BBDA6B21}" dt="2025-09-01T09:47:16.188" v="64" actId="6549"/>
        <pc:sldMkLst>
          <pc:docMk/>
          <pc:sldMk cId="2043365643" sldId="325"/>
        </pc:sldMkLst>
        <pc:spChg chg="mod">
          <ac:chgData name="Gary Heayn" userId="abb7bc71316bd597" providerId="LiveId" clId="{6EBE5F52-1554-4702-A2C8-3D07BBDA6B21}" dt="2025-09-01T09:47:16.188" v="64" actId="6549"/>
          <ac:spMkLst>
            <pc:docMk/>
            <pc:sldMk cId="2043365643" sldId="325"/>
            <ac:spMk id="3" creationId="{0B45E80A-F5E8-D7A2-8097-B233FAB7F64B}"/>
          </ac:spMkLst>
        </pc:spChg>
      </pc:sldChg>
      <pc:sldChg chg="modSp mod">
        <pc:chgData name="Gary Heayn" userId="abb7bc71316bd597" providerId="LiveId" clId="{6EBE5F52-1554-4702-A2C8-3D07BBDA6B21}" dt="2025-09-01T09:46:35.297" v="56" actId="20577"/>
        <pc:sldMkLst>
          <pc:docMk/>
          <pc:sldMk cId="413192494" sldId="326"/>
        </pc:sldMkLst>
        <pc:spChg chg="mod">
          <ac:chgData name="Gary Heayn" userId="abb7bc71316bd597" providerId="LiveId" clId="{6EBE5F52-1554-4702-A2C8-3D07BBDA6B21}" dt="2025-09-01T09:46:35.297" v="56" actId="20577"/>
          <ac:spMkLst>
            <pc:docMk/>
            <pc:sldMk cId="413192494" sldId="326"/>
            <ac:spMk id="3" creationId="{DA9B9FAE-6C05-5C10-7DD1-A49C795C5867}"/>
          </ac:spMkLst>
        </pc:spChg>
      </pc:sldChg>
      <pc:sldChg chg="modSp mod">
        <pc:chgData name="Gary Heayn" userId="abb7bc71316bd597" providerId="LiveId" clId="{6EBE5F52-1554-4702-A2C8-3D07BBDA6B21}" dt="2025-09-01T09:47:39.428" v="75" actId="6549"/>
        <pc:sldMkLst>
          <pc:docMk/>
          <pc:sldMk cId="856632379" sldId="328"/>
        </pc:sldMkLst>
        <pc:spChg chg="mod">
          <ac:chgData name="Gary Heayn" userId="abb7bc71316bd597" providerId="LiveId" clId="{6EBE5F52-1554-4702-A2C8-3D07BBDA6B21}" dt="2025-09-01T09:47:39.428" v="75" actId="6549"/>
          <ac:spMkLst>
            <pc:docMk/>
            <pc:sldMk cId="856632379" sldId="328"/>
            <ac:spMk id="3" creationId="{02E6DC81-40C9-757A-0326-BAF73EDF8848}"/>
          </ac:spMkLst>
        </pc:spChg>
      </pc:sldChg>
      <pc:sldChg chg="modSp mod">
        <pc:chgData name="Gary Heayn" userId="abb7bc71316bd597" providerId="LiveId" clId="{6EBE5F52-1554-4702-A2C8-3D07BBDA6B21}" dt="2025-09-01T09:47:57.643" v="83" actId="6549"/>
        <pc:sldMkLst>
          <pc:docMk/>
          <pc:sldMk cId="3772271224" sldId="329"/>
        </pc:sldMkLst>
        <pc:spChg chg="mod">
          <ac:chgData name="Gary Heayn" userId="abb7bc71316bd597" providerId="LiveId" clId="{6EBE5F52-1554-4702-A2C8-3D07BBDA6B21}" dt="2025-09-01T09:47:57.643" v="83" actId="6549"/>
          <ac:spMkLst>
            <pc:docMk/>
            <pc:sldMk cId="3772271224" sldId="329"/>
            <ac:spMk id="3" creationId="{32AC8714-32DB-1CC0-C31F-15722D895AB3}"/>
          </ac:spMkLst>
        </pc:spChg>
      </pc:sldChg>
      <pc:sldChg chg="addSp delSp modSp mod">
        <pc:chgData name="Gary Heayn" userId="abb7bc71316bd597" providerId="LiveId" clId="{6EBE5F52-1554-4702-A2C8-3D07BBDA6B21}" dt="2025-09-01T09:49:39.825" v="122" actId="20577"/>
        <pc:sldMkLst>
          <pc:docMk/>
          <pc:sldMk cId="4114640083" sldId="330"/>
        </pc:sldMkLst>
        <pc:spChg chg="mod">
          <ac:chgData name="Gary Heayn" userId="abb7bc71316bd597" providerId="LiveId" clId="{6EBE5F52-1554-4702-A2C8-3D07BBDA6B21}" dt="2025-09-01T09:49:39.825" v="122" actId="20577"/>
          <ac:spMkLst>
            <pc:docMk/>
            <pc:sldMk cId="4114640083" sldId="330"/>
            <ac:spMk id="3" creationId="{F5E66D05-11DD-96FB-6079-A911BCA7CEA3}"/>
          </ac:spMkLst>
        </pc:spChg>
        <pc:spChg chg="mod topLvl">
          <ac:chgData name="Gary Heayn" userId="abb7bc71316bd597" providerId="LiveId" clId="{6EBE5F52-1554-4702-A2C8-3D07BBDA6B21}" dt="2025-09-01T09:49:16.178" v="109" actId="338"/>
          <ac:spMkLst>
            <pc:docMk/>
            <pc:sldMk cId="4114640083" sldId="330"/>
            <ac:spMk id="5" creationId="{186099E4-F09B-462A-B1D5-5738F1E90597}"/>
          </ac:spMkLst>
        </pc:spChg>
        <pc:grpChg chg="add mod">
          <ac:chgData name="Gary Heayn" userId="abb7bc71316bd597" providerId="LiveId" clId="{6EBE5F52-1554-4702-A2C8-3D07BBDA6B21}" dt="2025-09-01T09:49:16.178" v="109" actId="338"/>
          <ac:grpSpMkLst>
            <pc:docMk/>
            <pc:sldMk cId="4114640083" sldId="330"/>
            <ac:grpSpMk id="6" creationId="{05650A57-F7F6-D696-8E09-81A237842CFD}"/>
          </ac:grpSpMkLst>
        </pc:grpChg>
        <pc:picChg chg="mod topLvl modCrop">
          <ac:chgData name="Gary Heayn" userId="abb7bc71316bd597" providerId="LiveId" clId="{6EBE5F52-1554-4702-A2C8-3D07BBDA6B21}" dt="2025-09-01T09:49:16.178" v="109" actId="338"/>
          <ac:picMkLst>
            <pc:docMk/>
            <pc:sldMk cId="4114640083" sldId="330"/>
            <ac:picMk id="8" creationId="{45540075-A4A1-4A1A-B5E3-1B19A7FE94BB}"/>
          </ac:picMkLst>
        </pc:picChg>
      </pc:sldChg>
      <pc:sldChg chg="modSp mod">
        <pc:chgData name="Gary Heayn" userId="abb7bc71316bd597" providerId="LiveId" clId="{6EBE5F52-1554-4702-A2C8-3D07BBDA6B21}" dt="2025-09-01T09:50:20.624" v="163" actId="20577"/>
        <pc:sldMkLst>
          <pc:docMk/>
          <pc:sldMk cId="464483734" sldId="331"/>
        </pc:sldMkLst>
        <pc:spChg chg="mod">
          <ac:chgData name="Gary Heayn" userId="abb7bc71316bd597" providerId="LiveId" clId="{6EBE5F52-1554-4702-A2C8-3D07BBDA6B21}" dt="2025-09-01T09:50:20.624" v="163" actId="20577"/>
          <ac:spMkLst>
            <pc:docMk/>
            <pc:sldMk cId="464483734" sldId="331"/>
            <ac:spMk id="3" creationId="{9749A74E-E388-EE11-5EE1-591ED7756DF1}"/>
          </ac:spMkLst>
        </pc:spChg>
      </pc:sldChg>
      <pc:sldChg chg="modSp mod">
        <pc:chgData name="Gary Heayn" userId="abb7bc71316bd597" providerId="LiveId" clId="{6EBE5F52-1554-4702-A2C8-3D07BBDA6B21}" dt="2025-09-01T09:34:59.334" v="0" actId="14100"/>
        <pc:sldMkLst>
          <pc:docMk/>
          <pc:sldMk cId="2537066159" sldId="33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B9E3E2-0B8F-47CB-A32A-CF7DAD118470}" type="doc">
      <dgm:prSet loTypeId="urn:microsoft.com/office/officeart/2005/8/layout/chevron2" loCatId="process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GB"/>
        </a:p>
      </dgm:t>
    </dgm:pt>
    <dgm:pt modelId="{E4C7F85A-38DF-497F-B071-81E81F577DD5}">
      <dgm:prSet phldrT="[Text]" custT="1"/>
      <dgm:spPr/>
      <dgm:t>
        <a:bodyPr/>
        <a:lstStyle/>
        <a:p>
          <a:r>
            <a:rPr lang="en-GB" sz="900" dirty="0"/>
            <a:t>cells</a:t>
          </a:r>
        </a:p>
      </dgm:t>
    </dgm:pt>
    <dgm:pt modelId="{07B5833E-3193-4630-B75B-BA0DB0594F77}" type="parTrans" cxnId="{3DE333C0-FFCA-42AE-B7A2-502F2FCC8642}">
      <dgm:prSet/>
      <dgm:spPr/>
      <dgm:t>
        <a:bodyPr/>
        <a:lstStyle/>
        <a:p>
          <a:endParaRPr lang="en-GB" sz="2400"/>
        </a:p>
      </dgm:t>
    </dgm:pt>
    <dgm:pt modelId="{8E1068F4-0A86-4FA4-895B-A90C5F1886DC}" type="sibTrans" cxnId="{3DE333C0-FFCA-42AE-B7A2-502F2FCC8642}">
      <dgm:prSet/>
      <dgm:spPr/>
      <dgm:t>
        <a:bodyPr/>
        <a:lstStyle/>
        <a:p>
          <a:endParaRPr lang="en-GB" sz="2400"/>
        </a:p>
      </dgm:t>
    </dgm:pt>
    <dgm:pt modelId="{FAABB173-086F-4AAA-8E2D-03EEF6F27150}">
      <dgm:prSet phldrT="[Text]" custT="1"/>
      <dgm:spPr/>
      <dgm:t>
        <a:bodyPr/>
        <a:lstStyle/>
        <a:p>
          <a:r>
            <a:rPr lang="en-GB" sz="1000" dirty="0"/>
            <a:t> individual building blocks</a:t>
          </a:r>
        </a:p>
      </dgm:t>
    </dgm:pt>
    <dgm:pt modelId="{0FAD7E85-89D8-441B-8570-1BC2E1C07076}" type="parTrans" cxnId="{AC10429D-8762-40D6-BEAA-BD772BB0B37E}">
      <dgm:prSet/>
      <dgm:spPr/>
      <dgm:t>
        <a:bodyPr/>
        <a:lstStyle/>
        <a:p>
          <a:endParaRPr lang="en-GB" sz="2400"/>
        </a:p>
      </dgm:t>
    </dgm:pt>
    <dgm:pt modelId="{7AF5FAB5-F66F-4290-BD89-806968CCCFD6}" type="sibTrans" cxnId="{AC10429D-8762-40D6-BEAA-BD772BB0B37E}">
      <dgm:prSet/>
      <dgm:spPr/>
      <dgm:t>
        <a:bodyPr/>
        <a:lstStyle/>
        <a:p>
          <a:endParaRPr lang="en-GB" sz="2400"/>
        </a:p>
      </dgm:t>
    </dgm:pt>
    <dgm:pt modelId="{D102D75E-CC98-4DB5-8DFC-879266DF83B0}">
      <dgm:prSet phldrT="[Text]" custT="1"/>
      <dgm:spPr/>
      <dgm:t>
        <a:bodyPr/>
        <a:lstStyle/>
        <a:p>
          <a:r>
            <a:rPr lang="en-GB" sz="1000" dirty="0"/>
            <a:t> examples include muscle cells, nerve cells (neurones), connective tissue cells</a:t>
          </a:r>
        </a:p>
      </dgm:t>
    </dgm:pt>
    <dgm:pt modelId="{D284F736-6E94-4896-9B06-1CA0715BB8B1}" type="parTrans" cxnId="{03A7B8E4-76BB-46C1-AE64-D939A20CFFA8}">
      <dgm:prSet/>
      <dgm:spPr/>
      <dgm:t>
        <a:bodyPr/>
        <a:lstStyle/>
        <a:p>
          <a:endParaRPr lang="en-GB" sz="2400"/>
        </a:p>
      </dgm:t>
    </dgm:pt>
    <dgm:pt modelId="{3BEB5DBB-791C-4389-A2ED-6B06599ACD71}" type="sibTrans" cxnId="{03A7B8E4-76BB-46C1-AE64-D939A20CFFA8}">
      <dgm:prSet/>
      <dgm:spPr/>
      <dgm:t>
        <a:bodyPr/>
        <a:lstStyle/>
        <a:p>
          <a:endParaRPr lang="en-GB" sz="2400"/>
        </a:p>
      </dgm:t>
    </dgm:pt>
    <dgm:pt modelId="{C6F7EEC9-9A7C-440A-B311-B7A3E11D1A5F}">
      <dgm:prSet phldrT="[Text]" custT="1"/>
      <dgm:spPr/>
      <dgm:t>
        <a:bodyPr/>
        <a:lstStyle/>
        <a:p>
          <a:r>
            <a:rPr lang="en-GB" sz="900" dirty="0"/>
            <a:t>tissues</a:t>
          </a:r>
        </a:p>
      </dgm:t>
    </dgm:pt>
    <dgm:pt modelId="{01FC4F94-D029-4142-8CB7-6B61019F3DDA}" type="parTrans" cxnId="{B6C060A4-6F91-4BDD-8293-FF65708728EC}">
      <dgm:prSet/>
      <dgm:spPr/>
      <dgm:t>
        <a:bodyPr/>
        <a:lstStyle/>
        <a:p>
          <a:endParaRPr lang="en-GB" sz="2400"/>
        </a:p>
      </dgm:t>
    </dgm:pt>
    <dgm:pt modelId="{D495C96B-95D8-4D0C-B988-6F8C8399E7C4}" type="sibTrans" cxnId="{B6C060A4-6F91-4BDD-8293-FF65708728EC}">
      <dgm:prSet/>
      <dgm:spPr/>
      <dgm:t>
        <a:bodyPr/>
        <a:lstStyle/>
        <a:p>
          <a:endParaRPr lang="en-GB" sz="2400"/>
        </a:p>
      </dgm:t>
    </dgm:pt>
    <dgm:pt modelId="{A92478A2-18CD-421E-852B-64B571463AFE}">
      <dgm:prSet phldrT="[Text]" custT="1"/>
      <dgm:spPr/>
      <dgm:t>
        <a:bodyPr/>
        <a:lstStyle/>
        <a:p>
          <a:r>
            <a:rPr lang="en-GB" sz="1000" dirty="0"/>
            <a:t> a group of cells of all the same type</a:t>
          </a:r>
        </a:p>
      </dgm:t>
    </dgm:pt>
    <dgm:pt modelId="{C6F3B8C1-2782-4016-A249-074A6930B472}" type="parTrans" cxnId="{A940B4D1-678D-4D09-9C82-609946EC5956}">
      <dgm:prSet/>
      <dgm:spPr/>
      <dgm:t>
        <a:bodyPr/>
        <a:lstStyle/>
        <a:p>
          <a:endParaRPr lang="en-GB" sz="2400"/>
        </a:p>
      </dgm:t>
    </dgm:pt>
    <dgm:pt modelId="{B0B65EC0-2C0A-4D80-AF7F-F85FFC845FC1}" type="sibTrans" cxnId="{A940B4D1-678D-4D09-9C82-609946EC5956}">
      <dgm:prSet/>
      <dgm:spPr/>
      <dgm:t>
        <a:bodyPr/>
        <a:lstStyle/>
        <a:p>
          <a:endParaRPr lang="en-GB" sz="2400"/>
        </a:p>
      </dgm:t>
    </dgm:pt>
    <dgm:pt modelId="{CC049FA7-1008-437D-8C7C-FCF14278EB0A}">
      <dgm:prSet phldrT="[Text]" custT="1"/>
      <dgm:spPr/>
      <dgm:t>
        <a:bodyPr/>
        <a:lstStyle/>
        <a:p>
          <a:r>
            <a:rPr lang="en-GB" sz="1000" dirty="0"/>
            <a:t> like a wall made of bricks</a:t>
          </a:r>
        </a:p>
      </dgm:t>
    </dgm:pt>
    <dgm:pt modelId="{BB1CC48C-0DB5-483D-AA11-1A3D9B953B0F}" type="parTrans" cxnId="{271DDB23-EB7C-4D15-BA20-10B1BF08122C}">
      <dgm:prSet/>
      <dgm:spPr/>
      <dgm:t>
        <a:bodyPr/>
        <a:lstStyle/>
        <a:p>
          <a:endParaRPr lang="en-GB" sz="2400"/>
        </a:p>
      </dgm:t>
    </dgm:pt>
    <dgm:pt modelId="{5AA07897-8DBB-4645-9B88-40F5D6012BA6}" type="sibTrans" cxnId="{271DDB23-EB7C-4D15-BA20-10B1BF08122C}">
      <dgm:prSet/>
      <dgm:spPr/>
      <dgm:t>
        <a:bodyPr/>
        <a:lstStyle/>
        <a:p>
          <a:endParaRPr lang="en-GB" sz="2400"/>
        </a:p>
      </dgm:t>
    </dgm:pt>
    <dgm:pt modelId="{666F4040-A904-43AF-BF3E-88446FF3C629}">
      <dgm:prSet phldrT="[Text]" custT="1"/>
      <dgm:spPr/>
      <dgm:t>
        <a:bodyPr/>
        <a:lstStyle/>
        <a:p>
          <a:r>
            <a:rPr lang="en-GB" sz="900" dirty="0"/>
            <a:t>organs</a:t>
          </a:r>
        </a:p>
      </dgm:t>
    </dgm:pt>
    <dgm:pt modelId="{F15C4186-F08F-4E0D-95F1-734AA8D7F6A9}" type="parTrans" cxnId="{1EB15C13-F163-4522-9EF8-3169763C372A}">
      <dgm:prSet/>
      <dgm:spPr/>
      <dgm:t>
        <a:bodyPr/>
        <a:lstStyle/>
        <a:p>
          <a:endParaRPr lang="en-GB" sz="2400"/>
        </a:p>
      </dgm:t>
    </dgm:pt>
    <dgm:pt modelId="{A7DD2AF4-1F22-4BCA-B067-D8A0DC9F7717}" type="sibTrans" cxnId="{1EB15C13-F163-4522-9EF8-3169763C372A}">
      <dgm:prSet/>
      <dgm:spPr/>
      <dgm:t>
        <a:bodyPr/>
        <a:lstStyle/>
        <a:p>
          <a:endParaRPr lang="en-GB" sz="2400"/>
        </a:p>
      </dgm:t>
    </dgm:pt>
    <dgm:pt modelId="{1EB0C071-4CEA-443F-A4B2-B042B4A1C764}">
      <dgm:prSet phldrT="[Text]" custT="1"/>
      <dgm:spPr/>
      <dgm:t>
        <a:bodyPr/>
        <a:lstStyle/>
        <a:p>
          <a:r>
            <a:rPr lang="en-GB" sz="1000" dirty="0"/>
            <a:t> made up from more than one type of tissue</a:t>
          </a:r>
        </a:p>
      </dgm:t>
    </dgm:pt>
    <dgm:pt modelId="{8FCDE484-0A30-4982-B2BB-DA7A0A7AED73}" type="parTrans" cxnId="{81249336-B2FA-4F44-90AF-D4FF424F3F0D}">
      <dgm:prSet/>
      <dgm:spPr/>
      <dgm:t>
        <a:bodyPr/>
        <a:lstStyle/>
        <a:p>
          <a:endParaRPr lang="en-GB" sz="2400"/>
        </a:p>
      </dgm:t>
    </dgm:pt>
    <dgm:pt modelId="{AA36F31E-FB8D-471A-BEF5-EF54635843B5}" type="sibTrans" cxnId="{81249336-B2FA-4F44-90AF-D4FF424F3F0D}">
      <dgm:prSet/>
      <dgm:spPr/>
      <dgm:t>
        <a:bodyPr/>
        <a:lstStyle/>
        <a:p>
          <a:endParaRPr lang="en-GB" sz="2400"/>
        </a:p>
      </dgm:t>
    </dgm:pt>
    <dgm:pt modelId="{87FD2598-FF68-426F-AF8D-38E09EB13197}">
      <dgm:prSet phldrT="[Text]" custT="1"/>
      <dgm:spPr/>
      <dgm:t>
        <a:bodyPr/>
        <a:lstStyle/>
        <a:p>
          <a:r>
            <a:rPr lang="en-GB" sz="1000" dirty="0"/>
            <a:t> like the walls, ceilings and floors making up a room in a house</a:t>
          </a:r>
        </a:p>
      </dgm:t>
    </dgm:pt>
    <dgm:pt modelId="{7D88B99C-AE07-48B0-B80A-96F52D05999A}" type="parTrans" cxnId="{4E21F7F0-C97F-4E6A-AD57-73255391CFB6}">
      <dgm:prSet/>
      <dgm:spPr/>
      <dgm:t>
        <a:bodyPr/>
        <a:lstStyle/>
        <a:p>
          <a:endParaRPr lang="en-GB" sz="2400"/>
        </a:p>
      </dgm:t>
    </dgm:pt>
    <dgm:pt modelId="{AB91A455-52E7-42FD-A27C-FE6F22390FD4}" type="sibTrans" cxnId="{4E21F7F0-C97F-4E6A-AD57-73255391CFB6}">
      <dgm:prSet/>
      <dgm:spPr/>
      <dgm:t>
        <a:bodyPr/>
        <a:lstStyle/>
        <a:p>
          <a:endParaRPr lang="en-GB" sz="2400"/>
        </a:p>
      </dgm:t>
    </dgm:pt>
    <dgm:pt modelId="{CC28D12F-F269-45B1-A773-7081BBC436C7}">
      <dgm:prSet phldrT="[Text]" custT="1"/>
      <dgm:spPr/>
      <dgm:t>
        <a:bodyPr/>
        <a:lstStyle/>
        <a:p>
          <a:r>
            <a:rPr lang="en-GB" sz="900" dirty="0"/>
            <a:t>organ systems</a:t>
          </a:r>
        </a:p>
      </dgm:t>
    </dgm:pt>
    <dgm:pt modelId="{85C6FE34-911F-4CC6-B943-93C8C1A0188A}" type="parTrans" cxnId="{F9C1004C-7449-4854-99AC-36D0F9BFD05E}">
      <dgm:prSet/>
      <dgm:spPr/>
      <dgm:t>
        <a:bodyPr/>
        <a:lstStyle/>
        <a:p>
          <a:endParaRPr lang="en-GB" sz="2400"/>
        </a:p>
      </dgm:t>
    </dgm:pt>
    <dgm:pt modelId="{10C9BCE2-85F3-405E-AD82-681F440DC659}" type="sibTrans" cxnId="{F9C1004C-7449-4854-99AC-36D0F9BFD05E}">
      <dgm:prSet/>
      <dgm:spPr/>
      <dgm:t>
        <a:bodyPr/>
        <a:lstStyle/>
        <a:p>
          <a:endParaRPr lang="en-GB" sz="2400"/>
        </a:p>
      </dgm:t>
    </dgm:pt>
    <dgm:pt modelId="{75026A79-F1E7-495E-A3C8-630E87959B24}">
      <dgm:prSet phldrT="[Text]" custT="1"/>
      <dgm:spPr/>
      <dgm:t>
        <a:bodyPr/>
        <a:lstStyle/>
        <a:p>
          <a:r>
            <a:rPr lang="en-GB" sz="900" dirty="0"/>
            <a:t>organisms</a:t>
          </a:r>
        </a:p>
      </dgm:t>
    </dgm:pt>
    <dgm:pt modelId="{3FC9C354-7E03-450A-9A0C-7684B1B3C217}" type="parTrans" cxnId="{0316FB2E-484F-4D57-AB3A-024EC6C6B24C}">
      <dgm:prSet/>
      <dgm:spPr/>
      <dgm:t>
        <a:bodyPr/>
        <a:lstStyle/>
        <a:p>
          <a:endParaRPr lang="en-GB" sz="2400"/>
        </a:p>
      </dgm:t>
    </dgm:pt>
    <dgm:pt modelId="{53751392-7E9B-4E1F-8CB0-D49B35609996}" type="sibTrans" cxnId="{0316FB2E-484F-4D57-AB3A-024EC6C6B24C}">
      <dgm:prSet/>
      <dgm:spPr/>
      <dgm:t>
        <a:bodyPr/>
        <a:lstStyle/>
        <a:p>
          <a:endParaRPr lang="en-GB" sz="2400"/>
        </a:p>
      </dgm:t>
    </dgm:pt>
    <dgm:pt modelId="{ED70813C-0DB4-4666-87AC-0F280661F67A}">
      <dgm:prSet phldrT="[Text]" custT="1"/>
      <dgm:spPr/>
      <dgm:t>
        <a:bodyPr/>
        <a:lstStyle/>
        <a:p>
          <a:r>
            <a:rPr lang="en-GB" sz="1000" dirty="0"/>
            <a:t> more than one organ combined</a:t>
          </a:r>
        </a:p>
      </dgm:t>
    </dgm:pt>
    <dgm:pt modelId="{83CD6F70-558D-4583-A1AA-17C74BEE531D}" type="parTrans" cxnId="{5701DE5F-95CB-4453-B5E3-F7B20129E9DE}">
      <dgm:prSet/>
      <dgm:spPr/>
      <dgm:t>
        <a:bodyPr/>
        <a:lstStyle/>
        <a:p>
          <a:endParaRPr lang="en-GB" sz="2400"/>
        </a:p>
      </dgm:t>
    </dgm:pt>
    <dgm:pt modelId="{460B0F30-1D21-4DB2-9045-F89BFF733E88}" type="sibTrans" cxnId="{5701DE5F-95CB-4453-B5E3-F7B20129E9DE}">
      <dgm:prSet/>
      <dgm:spPr/>
      <dgm:t>
        <a:bodyPr/>
        <a:lstStyle/>
        <a:p>
          <a:endParaRPr lang="en-GB" sz="2400"/>
        </a:p>
      </dgm:t>
    </dgm:pt>
    <dgm:pt modelId="{B51941B7-57AD-49C2-B07E-AB2B9022E24B}">
      <dgm:prSet phldrT="[Text]" custT="1"/>
      <dgm:spPr/>
      <dgm:t>
        <a:bodyPr/>
        <a:lstStyle/>
        <a:p>
          <a:r>
            <a:rPr lang="en-GB" sz="1000" dirty="0"/>
            <a:t> the living individual made up from all the organ systems combined</a:t>
          </a:r>
        </a:p>
      </dgm:t>
    </dgm:pt>
    <dgm:pt modelId="{D392D0EE-611B-471E-BE09-111819D19E16}" type="parTrans" cxnId="{01B64169-5ED5-4095-9394-E8B12A222C10}">
      <dgm:prSet/>
      <dgm:spPr/>
      <dgm:t>
        <a:bodyPr/>
        <a:lstStyle/>
        <a:p>
          <a:endParaRPr lang="en-GB" sz="2400"/>
        </a:p>
      </dgm:t>
    </dgm:pt>
    <dgm:pt modelId="{C83E9819-D6CA-442D-91E1-6C4AE0366278}" type="sibTrans" cxnId="{01B64169-5ED5-4095-9394-E8B12A222C10}">
      <dgm:prSet/>
      <dgm:spPr/>
      <dgm:t>
        <a:bodyPr/>
        <a:lstStyle/>
        <a:p>
          <a:endParaRPr lang="en-GB" sz="2400"/>
        </a:p>
      </dgm:t>
    </dgm:pt>
    <dgm:pt modelId="{4ECF0A68-0CF6-417C-A42E-99CB87EBC6D4}">
      <dgm:prSet phldrT="[Text]" custT="1"/>
      <dgm:spPr/>
      <dgm:t>
        <a:bodyPr/>
        <a:lstStyle/>
        <a:p>
          <a:r>
            <a:rPr lang="en-GB" sz="1000" dirty="0"/>
            <a:t> like bricks in a house wall</a:t>
          </a:r>
        </a:p>
      </dgm:t>
    </dgm:pt>
    <dgm:pt modelId="{9FE7DA5E-776D-4A62-AE49-DB091E50C7C7}" type="parTrans" cxnId="{4D86E1DD-B530-4F28-90EB-4604BCC2688E}">
      <dgm:prSet/>
      <dgm:spPr/>
      <dgm:t>
        <a:bodyPr/>
        <a:lstStyle/>
        <a:p>
          <a:endParaRPr lang="en-GB" sz="2400"/>
        </a:p>
      </dgm:t>
    </dgm:pt>
    <dgm:pt modelId="{166DEFFB-CE38-4921-8996-1CD58D61AD9C}" type="sibTrans" cxnId="{4D86E1DD-B530-4F28-90EB-4604BCC2688E}">
      <dgm:prSet/>
      <dgm:spPr/>
      <dgm:t>
        <a:bodyPr/>
        <a:lstStyle/>
        <a:p>
          <a:endParaRPr lang="en-GB" sz="2400"/>
        </a:p>
      </dgm:t>
    </dgm:pt>
    <dgm:pt modelId="{40FE85E5-382B-4D8A-B6F1-C7DA8DB79E4D}">
      <dgm:prSet phldrT="[Text]" custT="1"/>
      <dgm:spPr/>
      <dgm:t>
        <a:bodyPr/>
        <a:lstStyle/>
        <a:p>
          <a:r>
            <a:rPr lang="en-GB" sz="1000" dirty="0"/>
            <a:t> examples include muscle tissue, fat (adipose) tissue</a:t>
          </a:r>
        </a:p>
      </dgm:t>
    </dgm:pt>
    <dgm:pt modelId="{CAA21FA2-1F2F-4BB9-81A5-64356F69333B}" type="parTrans" cxnId="{7F7816BD-5F7F-4B14-8B83-4EFEA8C26088}">
      <dgm:prSet/>
      <dgm:spPr/>
      <dgm:t>
        <a:bodyPr/>
        <a:lstStyle/>
        <a:p>
          <a:endParaRPr lang="en-GB" sz="2400"/>
        </a:p>
      </dgm:t>
    </dgm:pt>
    <dgm:pt modelId="{F935078F-EC0E-459D-A205-03CC7CFC01A0}" type="sibTrans" cxnId="{7F7816BD-5F7F-4B14-8B83-4EFEA8C26088}">
      <dgm:prSet/>
      <dgm:spPr/>
      <dgm:t>
        <a:bodyPr/>
        <a:lstStyle/>
        <a:p>
          <a:endParaRPr lang="en-GB" sz="2400"/>
        </a:p>
      </dgm:t>
    </dgm:pt>
    <dgm:pt modelId="{C8AB095B-84FA-4A28-B724-DE326EFA1BA8}">
      <dgm:prSet phldrT="[Text]" custT="1"/>
      <dgm:spPr/>
      <dgm:t>
        <a:bodyPr/>
        <a:lstStyle/>
        <a:p>
          <a:r>
            <a:rPr lang="en-GB" sz="1000" dirty="0"/>
            <a:t> examples include the heart made from muscle, connective and nervous tissues</a:t>
          </a:r>
        </a:p>
      </dgm:t>
    </dgm:pt>
    <dgm:pt modelId="{6AE3B1AF-2513-46C5-ACA6-3E94EE1D5465}" type="parTrans" cxnId="{BB385FD1-4D1F-41CF-9BAA-73FFF408D252}">
      <dgm:prSet/>
      <dgm:spPr/>
      <dgm:t>
        <a:bodyPr/>
        <a:lstStyle/>
        <a:p>
          <a:endParaRPr lang="en-GB" sz="2400"/>
        </a:p>
      </dgm:t>
    </dgm:pt>
    <dgm:pt modelId="{52B9D100-62B0-4DA0-9D65-1BC161E9EBFC}" type="sibTrans" cxnId="{BB385FD1-4D1F-41CF-9BAA-73FFF408D252}">
      <dgm:prSet/>
      <dgm:spPr/>
      <dgm:t>
        <a:bodyPr/>
        <a:lstStyle/>
        <a:p>
          <a:endParaRPr lang="en-GB" sz="2400"/>
        </a:p>
      </dgm:t>
    </dgm:pt>
    <dgm:pt modelId="{B565208A-5529-4915-802E-43D7D399C61B}">
      <dgm:prSet phldrT="[Text]" custT="1"/>
      <dgm:spPr/>
      <dgm:t>
        <a:bodyPr/>
        <a:lstStyle/>
        <a:p>
          <a:endParaRPr lang="en-GB" sz="1000" dirty="0"/>
        </a:p>
      </dgm:t>
    </dgm:pt>
    <dgm:pt modelId="{157F3F25-AC3B-4942-BB10-97F467301D54}" type="parTrans" cxnId="{5C5EC83E-17F8-4666-896F-4078767B65B0}">
      <dgm:prSet/>
      <dgm:spPr/>
      <dgm:t>
        <a:bodyPr/>
        <a:lstStyle/>
        <a:p>
          <a:endParaRPr lang="en-GB" sz="2400"/>
        </a:p>
      </dgm:t>
    </dgm:pt>
    <dgm:pt modelId="{711F70D0-2CB8-4694-8DD0-57A83FA64964}" type="sibTrans" cxnId="{5C5EC83E-17F8-4666-896F-4078767B65B0}">
      <dgm:prSet/>
      <dgm:spPr/>
      <dgm:t>
        <a:bodyPr/>
        <a:lstStyle/>
        <a:p>
          <a:endParaRPr lang="en-GB" sz="2400"/>
        </a:p>
      </dgm:t>
    </dgm:pt>
    <dgm:pt modelId="{7A397BB6-24BE-4801-A60A-CDDE29693C46}">
      <dgm:prSet phldrT="[Text]" custT="1"/>
      <dgm:spPr/>
      <dgm:t>
        <a:bodyPr/>
        <a:lstStyle/>
        <a:p>
          <a:r>
            <a:rPr lang="en-GB" sz="1000" dirty="0"/>
            <a:t> many rooms in a house combined to make a whole floor</a:t>
          </a:r>
        </a:p>
      </dgm:t>
    </dgm:pt>
    <dgm:pt modelId="{3622D6FA-EC60-4AC4-BAE8-4F2976441031}" type="parTrans" cxnId="{A6926267-D44C-4B55-9A0F-EA24FAB109AC}">
      <dgm:prSet/>
      <dgm:spPr/>
      <dgm:t>
        <a:bodyPr/>
        <a:lstStyle/>
        <a:p>
          <a:endParaRPr lang="en-GB" sz="2400"/>
        </a:p>
      </dgm:t>
    </dgm:pt>
    <dgm:pt modelId="{5EAAE93B-B5EF-492C-96F8-DF997DF55C0A}" type="sibTrans" cxnId="{A6926267-D44C-4B55-9A0F-EA24FAB109AC}">
      <dgm:prSet/>
      <dgm:spPr/>
      <dgm:t>
        <a:bodyPr/>
        <a:lstStyle/>
        <a:p>
          <a:endParaRPr lang="en-GB" sz="2400"/>
        </a:p>
      </dgm:t>
    </dgm:pt>
    <dgm:pt modelId="{0022131E-DAEF-4CBD-9014-B3B862ED8D1C}">
      <dgm:prSet phldrT="[Text]" custT="1"/>
      <dgm:spPr/>
      <dgm:t>
        <a:bodyPr/>
        <a:lstStyle/>
        <a:p>
          <a:r>
            <a:rPr lang="en-GB" sz="1000" dirty="0"/>
            <a:t> examples include the heart and lungs being combined to make the cardiorespiratory system</a:t>
          </a:r>
        </a:p>
      </dgm:t>
    </dgm:pt>
    <dgm:pt modelId="{23EFA18B-616D-4CF4-823F-F80743451132}" type="parTrans" cxnId="{28CB2756-F1FA-4BE8-9612-06BCF8660A97}">
      <dgm:prSet/>
      <dgm:spPr/>
      <dgm:t>
        <a:bodyPr/>
        <a:lstStyle/>
        <a:p>
          <a:endParaRPr lang="en-GB" sz="2400"/>
        </a:p>
      </dgm:t>
    </dgm:pt>
    <dgm:pt modelId="{588FAE29-856B-42B4-8F50-947B0C899A19}" type="sibTrans" cxnId="{28CB2756-F1FA-4BE8-9612-06BCF8660A97}">
      <dgm:prSet/>
      <dgm:spPr/>
      <dgm:t>
        <a:bodyPr/>
        <a:lstStyle/>
        <a:p>
          <a:endParaRPr lang="en-GB" sz="2400"/>
        </a:p>
      </dgm:t>
    </dgm:pt>
    <dgm:pt modelId="{F6BBED2A-E0FE-4460-9DEC-AC2C8F146A65}">
      <dgm:prSet phldrT="[Text]" custT="1"/>
      <dgm:spPr/>
      <dgm:t>
        <a:bodyPr/>
        <a:lstStyle/>
        <a:p>
          <a:r>
            <a:rPr lang="en-GB" sz="1000" dirty="0"/>
            <a:t> like all the floors combining to make a house</a:t>
          </a:r>
        </a:p>
      </dgm:t>
    </dgm:pt>
    <dgm:pt modelId="{AE989146-5F17-4B7A-880C-A6785B88FF07}" type="parTrans" cxnId="{C236420E-FE3B-46FC-861A-8F7D500F45FA}">
      <dgm:prSet/>
      <dgm:spPr/>
      <dgm:t>
        <a:bodyPr/>
        <a:lstStyle/>
        <a:p>
          <a:endParaRPr lang="en-GB" sz="2400"/>
        </a:p>
      </dgm:t>
    </dgm:pt>
    <dgm:pt modelId="{80C62F0B-4EB8-4218-8767-477EDB66C4D4}" type="sibTrans" cxnId="{C236420E-FE3B-46FC-861A-8F7D500F45FA}">
      <dgm:prSet/>
      <dgm:spPr/>
      <dgm:t>
        <a:bodyPr/>
        <a:lstStyle/>
        <a:p>
          <a:endParaRPr lang="en-GB" sz="2400"/>
        </a:p>
      </dgm:t>
    </dgm:pt>
    <dgm:pt modelId="{A763AE1C-9BD3-4E61-8AB3-862BBEE5DCCF}">
      <dgm:prSet phldrT="[Text]" custT="1"/>
      <dgm:spPr/>
      <dgm:t>
        <a:bodyPr/>
        <a:lstStyle/>
        <a:p>
          <a:r>
            <a:rPr lang="en-GB" sz="1000" dirty="0"/>
            <a:t> examples include humans, falcons and elephants</a:t>
          </a:r>
        </a:p>
      </dgm:t>
    </dgm:pt>
    <dgm:pt modelId="{C9301216-47DB-48A7-A560-DC649558BB3E}" type="parTrans" cxnId="{AF3DF957-4521-4584-9B8F-6171B857F426}">
      <dgm:prSet/>
      <dgm:spPr/>
      <dgm:t>
        <a:bodyPr/>
        <a:lstStyle/>
        <a:p>
          <a:endParaRPr lang="en-GB" sz="2400"/>
        </a:p>
      </dgm:t>
    </dgm:pt>
    <dgm:pt modelId="{ED75633C-5883-48C4-8E72-1A05078A6760}" type="sibTrans" cxnId="{AF3DF957-4521-4584-9B8F-6171B857F426}">
      <dgm:prSet/>
      <dgm:spPr/>
      <dgm:t>
        <a:bodyPr/>
        <a:lstStyle/>
        <a:p>
          <a:endParaRPr lang="en-GB" sz="2400"/>
        </a:p>
      </dgm:t>
    </dgm:pt>
    <dgm:pt modelId="{23286645-B119-438F-9E01-03FE09A5B3E8}" type="pres">
      <dgm:prSet presAssocID="{45B9E3E2-0B8F-47CB-A32A-CF7DAD118470}" presName="linearFlow" presStyleCnt="0">
        <dgm:presLayoutVars>
          <dgm:dir/>
          <dgm:animLvl val="lvl"/>
          <dgm:resizeHandles val="exact"/>
        </dgm:presLayoutVars>
      </dgm:prSet>
      <dgm:spPr/>
    </dgm:pt>
    <dgm:pt modelId="{D9A874C7-FFAC-479D-A6C5-A9137EFF031B}" type="pres">
      <dgm:prSet presAssocID="{E4C7F85A-38DF-497F-B071-81E81F577DD5}" presName="composite" presStyleCnt="0"/>
      <dgm:spPr/>
    </dgm:pt>
    <dgm:pt modelId="{F5877F03-F737-4FB1-B243-766033318424}" type="pres">
      <dgm:prSet presAssocID="{E4C7F85A-38DF-497F-B071-81E81F577DD5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A6C1C32B-BBAE-4CDC-92C7-CD6D2CA02CC4}" type="pres">
      <dgm:prSet presAssocID="{E4C7F85A-38DF-497F-B071-81E81F577DD5}" presName="descendantText" presStyleLbl="alignAcc1" presStyleIdx="0" presStyleCnt="5">
        <dgm:presLayoutVars>
          <dgm:bulletEnabled val="1"/>
        </dgm:presLayoutVars>
      </dgm:prSet>
      <dgm:spPr/>
    </dgm:pt>
    <dgm:pt modelId="{467BF299-638A-4618-A750-39BBB9FD37F7}" type="pres">
      <dgm:prSet presAssocID="{8E1068F4-0A86-4FA4-895B-A90C5F1886DC}" presName="sp" presStyleCnt="0"/>
      <dgm:spPr/>
    </dgm:pt>
    <dgm:pt modelId="{8047AD7D-C623-4FE2-B526-347E72E3A549}" type="pres">
      <dgm:prSet presAssocID="{C6F7EEC9-9A7C-440A-B311-B7A3E11D1A5F}" presName="composite" presStyleCnt="0"/>
      <dgm:spPr/>
    </dgm:pt>
    <dgm:pt modelId="{CF0BC498-1C82-4D58-AC5B-F6360BA947FA}" type="pres">
      <dgm:prSet presAssocID="{C6F7EEC9-9A7C-440A-B311-B7A3E11D1A5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5BFFE736-1D9E-4927-8930-22F4A99C5F76}" type="pres">
      <dgm:prSet presAssocID="{C6F7EEC9-9A7C-440A-B311-B7A3E11D1A5F}" presName="descendantText" presStyleLbl="alignAcc1" presStyleIdx="1" presStyleCnt="5">
        <dgm:presLayoutVars>
          <dgm:bulletEnabled val="1"/>
        </dgm:presLayoutVars>
      </dgm:prSet>
      <dgm:spPr/>
    </dgm:pt>
    <dgm:pt modelId="{BCE5B482-05A5-43DC-B89F-EEAB8053AD13}" type="pres">
      <dgm:prSet presAssocID="{D495C96B-95D8-4D0C-B988-6F8C8399E7C4}" presName="sp" presStyleCnt="0"/>
      <dgm:spPr/>
    </dgm:pt>
    <dgm:pt modelId="{C9EB3576-F1F3-41E1-9A07-5443F3BE8F0D}" type="pres">
      <dgm:prSet presAssocID="{666F4040-A904-43AF-BF3E-88446FF3C629}" presName="composite" presStyleCnt="0"/>
      <dgm:spPr/>
    </dgm:pt>
    <dgm:pt modelId="{BE7AFB4A-DC73-4D5C-B7FF-1D6A20616404}" type="pres">
      <dgm:prSet presAssocID="{666F4040-A904-43AF-BF3E-88446FF3C629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BCB2C39C-8855-45E0-8A1B-2B5D76D3B705}" type="pres">
      <dgm:prSet presAssocID="{666F4040-A904-43AF-BF3E-88446FF3C629}" presName="descendantText" presStyleLbl="alignAcc1" presStyleIdx="2" presStyleCnt="5">
        <dgm:presLayoutVars>
          <dgm:bulletEnabled val="1"/>
        </dgm:presLayoutVars>
      </dgm:prSet>
      <dgm:spPr/>
    </dgm:pt>
    <dgm:pt modelId="{906500F7-A0A8-48D1-B068-2CD68C318D76}" type="pres">
      <dgm:prSet presAssocID="{A7DD2AF4-1F22-4BCA-B067-D8A0DC9F7717}" presName="sp" presStyleCnt="0"/>
      <dgm:spPr/>
    </dgm:pt>
    <dgm:pt modelId="{CD6EB001-0E75-4698-B867-CD73BEC69BDF}" type="pres">
      <dgm:prSet presAssocID="{CC28D12F-F269-45B1-A773-7081BBC436C7}" presName="composite" presStyleCnt="0"/>
      <dgm:spPr/>
    </dgm:pt>
    <dgm:pt modelId="{FDC9AF2A-F443-48B1-998F-5DCF3E54956D}" type="pres">
      <dgm:prSet presAssocID="{CC28D12F-F269-45B1-A773-7081BBC436C7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5697E1E0-8635-4E4A-9F74-2DF0E443AA9A}" type="pres">
      <dgm:prSet presAssocID="{CC28D12F-F269-45B1-A773-7081BBC436C7}" presName="descendantText" presStyleLbl="alignAcc1" presStyleIdx="3" presStyleCnt="5">
        <dgm:presLayoutVars>
          <dgm:bulletEnabled val="1"/>
        </dgm:presLayoutVars>
      </dgm:prSet>
      <dgm:spPr/>
    </dgm:pt>
    <dgm:pt modelId="{C50E3470-F3D8-4E1E-980E-F51C69B1EC81}" type="pres">
      <dgm:prSet presAssocID="{10C9BCE2-85F3-405E-AD82-681F440DC659}" presName="sp" presStyleCnt="0"/>
      <dgm:spPr/>
    </dgm:pt>
    <dgm:pt modelId="{24A0A391-00B8-48C3-956B-8689DD6EA8A4}" type="pres">
      <dgm:prSet presAssocID="{75026A79-F1E7-495E-A3C8-630E87959B24}" presName="composite" presStyleCnt="0"/>
      <dgm:spPr/>
    </dgm:pt>
    <dgm:pt modelId="{878022D6-7577-49F7-959E-A811EF624F77}" type="pres">
      <dgm:prSet presAssocID="{75026A79-F1E7-495E-A3C8-630E87959B24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06AC15A8-8E7D-4E14-B2E1-36500D8670F0}" type="pres">
      <dgm:prSet presAssocID="{75026A79-F1E7-495E-A3C8-630E87959B24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C236420E-FE3B-46FC-861A-8F7D500F45FA}" srcId="{75026A79-F1E7-495E-A3C8-630E87959B24}" destId="{F6BBED2A-E0FE-4460-9DEC-AC2C8F146A65}" srcOrd="1" destOrd="0" parTransId="{AE989146-5F17-4B7A-880C-A6785B88FF07}" sibTransId="{80C62F0B-4EB8-4218-8767-477EDB66C4D4}"/>
    <dgm:cxn modelId="{1EB15C13-F163-4522-9EF8-3169763C372A}" srcId="{45B9E3E2-0B8F-47CB-A32A-CF7DAD118470}" destId="{666F4040-A904-43AF-BF3E-88446FF3C629}" srcOrd="2" destOrd="0" parTransId="{F15C4186-F08F-4E0D-95F1-734AA8D7F6A9}" sibTransId="{A7DD2AF4-1F22-4BCA-B067-D8A0DC9F7717}"/>
    <dgm:cxn modelId="{A2FD9F14-D604-4A44-992B-F17ACF4D129E}" type="presOf" srcId="{A92478A2-18CD-421E-852B-64B571463AFE}" destId="{5BFFE736-1D9E-4927-8930-22F4A99C5F76}" srcOrd="0" destOrd="0" presId="urn:microsoft.com/office/officeart/2005/8/layout/chevron2"/>
    <dgm:cxn modelId="{AA673D17-8E51-47B0-8194-94A5F12B7121}" type="presOf" srcId="{A763AE1C-9BD3-4E61-8AB3-862BBEE5DCCF}" destId="{06AC15A8-8E7D-4E14-B2E1-36500D8670F0}" srcOrd="0" destOrd="2" presId="urn:microsoft.com/office/officeart/2005/8/layout/chevron2"/>
    <dgm:cxn modelId="{4C4C8D19-1355-454E-8D61-089E23A2E5C8}" type="presOf" srcId="{1EB0C071-4CEA-443F-A4B2-B042B4A1C764}" destId="{BCB2C39C-8855-45E0-8A1B-2B5D76D3B705}" srcOrd="0" destOrd="0" presId="urn:microsoft.com/office/officeart/2005/8/layout/chevron2"/>
    <dgm:cxn modelId="{EDA46B22-92EB-4546-BF84-CC247597E0D9}" type="presOf" srcId="{40FE85E5-382B-4D8A-B6F1-C7DA8DB79E4D}" destId="{5BFFE736-1D9E-4927-8930-22F4A99C5F76}" srcOrd="0" destOrd="2" presId="urn:microsoft.com/office/officeart/2005/8/layout/chevron2"/>
    <dgm:cxn modelId="{271DDB23-EB7C-4D15-BA20-10B1BF08122C}" srcId="{C6F7EEC9-9A7C-440A-B311-B7A3E11D1A5F}" destId="{CC049FA7-1008-437D-8C7C-FCF14278EB0A}" srcOrd="1" destOrd="0" parTransId="{BB1CC48C-0DB5-483D-AA11-1A3D9B953B0F}" sibTransId="{5AA07897-8DBB-4645-9B88-40F5D6012BA6}"/>
    <dgm:cxn modelId="{264D2D2B-8D67-48B6-B776-2E23A7624933}" type="presOf" srcId="{E4C7F85A-38DF-497F-B071-81E81F577DD5}" destId="{F5877F03-F737-4FB1-B243-766033318424}" srcOrd="0" destOrd="0" presId="urn:microsoft.com/office/officeart/2005/8/layout/chevron2"/>
    <dgm:cxn modelId="{0316FB2E-484F-4D57-AB3A-024EC6C6B24C}" srcId="{45B9E3E2-0B8F-47CB-A32A-CF7DAD118470}" destId="{75026A79-F1E7-495E-A3C8-630E87959B24}" srcOrd="4" destOrd="0" parTransId="{3FC9C354-7E03-450A-9A0C-7684B1B3C217}" sibTransId="{53751392-7E9B-4E1F-8CB0-D49B35609996}"/>
    <dgm:cxn modelId="{81249336-B2FA-4F44-90AF-D4FF424F3F0D}" srcId="{666F4040-A904-43AF-BF3E-88446FF3C629}" destId="{1EB0C071-4CEA-443F-A4B2-B042B4A1C764}" srcOrd="0" destOrd="0" parTransId="{8FCDE484-0A30-4982-B2BB-DA7A0A7AED73}" sibTransId="{AA36F31E-FB8D-471A-BEF5-EF54635843B5}"/>
    <dgm:cxn modelId="{5C5EC83E-17F8-4666-896F-4078767B65B0}" srcId="{CC28D12F-F269-45B1-A773-7081BBC436C7}" destId="{B565208A-5529-4915-802E-43D7D399C61B}" srcOrd="3" destOrd="0" parTransId="{157F3F25-AC3B-4942-BB10-97F467301D54}" sibTransId="{711F70D0-2CB8-4694-8DD0-57A83FA64964}"/>
    <dgm:cxn modelId="{5701DE5F-95CB-4453-B5E3-F7B20129E9DE}" srcId="{CC28D12F-F269-45B1-A773-7081BBC436C7}" destId="{ED70813C-0DB4-4666-87AC-0F280661F67A}" srcOrd="0" destOrd="0" parTransId="{83CD6F70-558D-4583-A1AA-17C74BEE531D}" sibTransId="{460B0F30-1D21-4DB2-9045-F89BFF733E88}"/>
    <dgm:cxn modelId="{A6926267-D44C-4B55-9A0F-EA24FAB109AC}" srcId="{CC28D12F-F269-45B1-A773-7081BBC436C7}" destId="{7A397BB6-24BE-4801-A60A-CDDE29693C46}" srcOrd="1" destOrd="0" parTransId="{3622D6FA-EC60-4AC4-BAE8-4F2976441031}" sibTransId="{5EAAE93B-B5EF-492C-96F8-DF997DF55C0A}"/>
    <dgm:cxn modelId="{01B64169-5ED5-4095-9394-E8B12A222C10}" srcId="{75026A79-F1E7-495E-A3C8-630E87959B24}" destId="{B51941B7-57AD-49C2-B07E-AB2B9022E24B}" srcOrd="0" destOrd="0" parTransId="{D392D0EE-611B-471E-BE09-111819D19E16}" sibTransId="{C83E9819-D6CA-442D-91E1-6C4AE0366278}"/>
    <dgm:cxn modelId="{F9C1004C-7449-4854-99AC-36D0F9BFD05E}" srcId="{45B9E3E2-0B8F-47CB-A32A-CF7DAD118470}" destId="{CC28D12F-F269-45B1-A773-7081BBC436C7}" srcOrd="3" destOrd="0" parTransId="{85C6FE34-911F-4CC6-B943-93C8C1A0188A}" sibTransId="{10C9BCE2-85F3-405E-AD82-681F440DC659}"/>
    <dgm:cxn modelId="{B3B08452-2AC9-4225-BEE9-11CECC08F088}" type="presOf" srcId="{0022131E-DAEF-4CBD-9014-B3B862ED8D1C}" destId="{5697E1E0-8635-4E4A-9F74-2DF0E443AA9A}" srcOrd="0" destOrd="2" presId="urn:microsoft.com/office/officeart/2005/8/layout/chevron2"/>
    <dgm:cxn modelId="{28CB2756-F1FA-4BE8-9612-06BCF8660A97}" srcId="{CC28D12F-F269-45B1-A773-7081BBC436C7}" destId="{0022131E-DAEF-4CBD-9014-B3B862ED8D1C}" srcOrd="2" destOrd="0" parTransId="{23EFA18B-616D-4CF4-823F-F80743451132}" sibTransId="{588FAE29-856B-42B4-8F50-947B0C899A19}"/>
    <dgm:cxn modelId="{AF3DF957-4521-4584-9B8F-6171B857F426}" srcId="{75026A79-F1E7-495E-A3C8-630E87959B24}" destId="{A763AE1C-9BD3-4E61-8AB3-862BBEE5DCCF}" srcOrd="2" destOrd="0" parTransId="{C9301216-47DB-48A7-A560-DC649558BB3E}" sibTransId="{ED75633C-5883-48C4-8E72-1A05078A6760}"/>
    <dgm:cxn modelId="{2E47E183-C0BF-4047-8CE9-332174E795A2}" type="presOf" srcId="{666F4040-A904-43AF-BF3E-88446FF3C629}" destId="{BE7AFB4A-DC73-4D5C-B7FF-1D6A20616404}" srcOrd="0" destOrd="0" presId="urn:microsoft.com/office/officeart/2005/8/layout/chevron2"/>
    <dgm:cxn modelId="{68E1549B-08A8-48A7-9850-6F815C9C2BC9}" type="presOf" srcId="{B565208A-5529-4915-802E-43D7D399C61B}" destId="{5697E1E0-8635-4E4A-9F74-2DF0E443AA9A}" srcOrd="0" destOrd="3" presId="urn:microsoft.com/office/officeart/2005/8/layout/chevron2"/>
    <dgm:cxn modelId="{BDD5AB9B-C5A2-4133-BCA9-C0D3D961141C}" type="presOf" srcId="{75026A79-F1E7-495E-A3C8-630E87959B24}" destId="{878022D6-7577-49F7-959E-A811EF624F77}" srcOrd="0" destOrd="0" presId="urn:microsoft.com/office/officeart/2005/8/layout/chevron2"/>
    <dgm:cxn modelId="{AC10429D-8762-40D6-BEAA-BD772BB0B37E}" srcId="{E4C7F85A-38DF-497F-B071-81E81F577DD5}" destId="{FAABB173-086F-4AAA-8E2D-03EEF6F27150}" srcOrd="0" destOrd="0" parTransId="{0FAD7E85-89D8-441B-8570-1BC2E1C07076}" sibTransId="{7AF5FAB5-F66F-4290-BD89-806968CCCFD6}"/>
    <dgm:cxn modelId="{B6C060A4-6F91-4BDD-8293-FF65708728EC}" srcId="{45B9E3E2-0B8F-47CB-A32A-CF7DAD118470}" destId="{C6F7EEC9-9A7C-440A-B311-B7A3E11D1A5F}" srcOrd="1" destOrd="0" parTransId="{01FC4F94-D029-4142-8CB7-6B61019F3DDA}" sibTransId="{D495C96B-95D8-4D0C-B988-6F8C8399E7C4}"/>
    <dgm:cxn modelId="{C4091BA6-FB0E-49CE-8F16-0187F1251034}" type="presOf" srcId="{CC049FA7-1008-437D-8C7C-FCF14278EB0A}" destId="{5BFFE736-1D9E-4927-8930-22F4A99C5F76}" srcOrd="0" destOrd="1" presId="urn:microsoft.com/office/officeart/2005/8/layout/chevron2"/>
    <dgm:cxn modelId="{088B61B5-1F87-4248-8831-A27F3E7DC3F1}" type="presOf" srcId="{FAABB173-086F-4AAA-8E2D-03EEF6F27150}" destId="{A6C1C32B-BBAE-4CDC-92C7-CD6D2CA02CC4}" srcOrd="0" destOrd="0" presId="urn:microsoft.com/office/officeart/2005/8/layout/chevron2"/>
    <dgm:cxn modelId="{7F7816BD-5F7F-4B14-8B83-4EFEA8C26088}" srcId="{C6F7EEC9-9A7C-440A-B311-B7A3E11D1A5F}" destId="{40FE85E5-382B-4D8A-B6F1-C7DA8DB79E4D}" srcOrd="2" destOrd="0" parTransId="{CAA21FA2-1F2F-4BB9-81A5-64356F69333B}" sibTransId="{F935078F-EC0E-459D-A205-03CC7CFC01A0}"/>
    <dgm:cxn modelId="{3DE333C0-FFCA-42AE-B7A2-502F2FCC8642}" srcId="{45B9E3E2-0B8F-47CB-A32A-CF7DAD118470}" destId="{E4C7F85A-38DF-497F-B071-81E81F577DD5}" srcOrd="0" destOrd="0" parTransId="{07B5833E-3193-4630-B75B-BA0DB0594F77}" sibTransId="{8E1068F4-0A86-4FA4-895B-A90C5F1886DC}"/>
    <dgm:cxn modelId="{BED3E6C0-6CF2-481B-BFD8-D1CFF10DA82D}" type="presOf" srcId="{CC28D12F-F269-45B1-A773-7081BBC436C7}" destId="{FDC9AF2A-F443-48B1-998F-5DCF3E54956D}" srcOrd="0" destOrd="0" presId="urn:microsoft.com/office/officeart/2005/8/layout/chevron2"/>
    <dgm:cxn modelId="{AD3597C1-C4FD-4A25-931F-D8B502EA6739}" type="presOf" srcId="{C6F7EEC9-9A7C-440A-B311-B7A3E11D1A5F}" destId="{CF0BC498-1C82-4D58-AC5B-F6360BA947FA}" srcOrd="0" destOrd="0" presId="urn:microsoft.com/office/officeart/2005/8/layout/chevron2"/>
    <dgm:cxn modelId="{AE7DF6C5-520C-453C-A97A-53348B21C897}" type="presOf" srcId="{D102D75E-CC98-4DB5-8DFC-879266DF83B0}" destId="{A6C1C32B-BBAE-4CDC-92C7-CD6D2CA02CC4}" srcOrd="0" destOrd="2" presId="urn:microsoft.com/office/officeart/2005/8/layout/chevron2"/>
    <dgm:cxn modelId="{BB385FD1-4D1F-41CF-9BAA-73FFF408D252}" srcId="{666F4040-A904-43AF-BF3E-88446FF3C629}" destId="{C8AB095B-84FA-4A28-B724-DE326EFA1BA8}" srcOrd="2" destOrd="0" parTransId="{6AE3B1AF-2513-46C5-ACA6-3E94EE1D5465}" sibTransId="{52B9D100-62B0-4DA0-9D65-1BC161E9EBFC}"/>
    <dgm:cxn modelId="{A940B4D1-678D-4D09-9C82-609946EC5956}" srcId="{C6F7EEC9-9A7C-440A-B311-B7A3E11D1A5F}" destId="{A92478A2-18CD-421E-852B-64B571463AFE}" srcOrd="0" destOrd="0" parTransId="{C6F3B8C1-2782-4016-A249-074A6930B472}" sibTransId="{B0B65EC0-2C0A-4D80-AF7F-F85FFC845FC1}"/>
    <dgm:cxn modelId="{A5FB04D5-ECC9-49A6-8A59-16BF96691E8E}" type="presOf" srcId="{87FD2598-FF68-426F-AF8D-38E09EB13197}" destId="{BCB2C39C-8855-45E0-8A1B-2B5D76D3B705}" srcOrd="0" destOrd="1" presId="urn:microsoft.com/office/officeart/2005/8/layout/chevron2"/>
    <dgm:cxn modelId="{2764A2D5-F0AF-47EB-B233-24A463C55D70}" type="presOf" srcId="{C8AB095B-84FA-4A28-B724-DE326EFA1BA8}" destId="{BCB2C39C-8855-45E0-8A1B-2B5D76D3B705}" srcOrd="0" destOrd="2" presId="urn:microsoft.com/office/officeart/2005/8/layout/chevron2"/>
    <dgm:cxn modelId="{4D86E1DD-B530-4F28-90EB-4604BCC2688E}" srcId="{E4C7F85A-38DF-497F-B071-81E81F577DD5}" destId="{4ECF0A68-0CF6-417C-A42E-99CB87EBC6D4}" srcOrd="1" destOrd="0" parTransId="{9FE7DA5E-776D-4A62-AE49-DB091E50C7C7}" sibTransId="{166DEFFB-CE38-4921-8996-1CD58D61AD9C}"/>
    <dgm:cxn modelId="{60EC1FDF-1378-4212-B5E5-2F7E875FA970}" type="presOf" srcId="{4ECF0A68-0CF6-417C-A42E-99CB87EBC6D4}" destId="{A6C1C32B-BBAE-4CDC-92C7-CD6D2CA02CC4}" srcOrd="0" destOrd="1" presId="urn:microsoft.com/office/officeart/2005/8/layout/chevron2"/>
    <dgm:cxn modelId="{06634FE4-840E-475B-ABA6-3898BDCCF4DA}" type="presOf" srcId="{7A397BB6-24BE-4801-A60A-CDDE29693C46}" destId="{5697E1E0-8635-4E4A-9F74-2DF0E443AA9A}" srcOrd="0" destOrd="1" presId="urn:microsoft.com/office/officeart/2005/8/layout/chevron2"/>
    <dgm:cxn modelId="{03A7B8E4-76BB-46C1-AE64-D939A20CFFA8}" srcId="{E4C7F85A-38DF-497F-B071-81E81F577DD5}" destId="{D102D75E-CC98-4DB5-8DFC-879266DF83B0}" srcOrd="2" destOrd="0" parTransId="{D284F736-6E94-4896-9B06-1CA0715BB8B1}" sibTransId="{3BEB5DBB-791C-4389-A2ED-6B06599ACD71}"/>
    <dgm:cxn modelId="{0B95F0EA-C7AB-41F2-B9C8-6A192390EDAE}" type="presOf" srcId="{ED70813C-0DB4-4666-87AC-0F280661F67A}" destId="{5697E1E0-8635-4E4A-9F74-2DF0E443AA9A}" srcOrd="0" destOrd="0" presId="urn:microsoft.com/office/officeart/2005/8/layout/chevron2"/>
    <dgm:cxn modelId="{BB412AEC-93EE-49B7-8B83-2FE100BBB8C4}" type="presOf" srcId="{45B9E3E2-0B8F-47CB-A32A-CF7DAD118470}" destId="{23286645-B119-438F-9E01-03FE09A5B3E8}" srcOrd="0" destOrd="0" presId="urn:microsoft.com/office/officeart/2005/8/layout/chevron2"/>
    <dgm:cxn modelId="{E8984AEE-DD57-49C1-A332-6D6379750543}" type="presOf" srcId="{F6BBED2A-E0FE-4460-9DEC-AC2C8F146A65}" destId="{06AC15A8-8E7D-4E14-B2E1-36500D8670F0}" srcOrd="0" destOrd="1" presId="urn:microsoft.com/office/officeart/2005/8/layout/chevron2"/>
    <dgm:cxn modelId="{4E21F7F0-C97F-4E6A-AD57-73255391CFB6}" srcId="{666F4040-A904-43AF-BF3E-88446FF3C629}" destId="{87FD2598-FF68-426F-AF8D-38E09EB13197}" srcOrd="1" destOrd="0" parTransId="{7D88B99C-AE07-48B0-B80A-96F52D05999A}" sibTransId="{AB91A455-52E7-42FD-A27C-FE6F22390FD4}"/>
    <dgm:cxn modelId="{4716EBF1-D53D-435A-BB92-BFE94B962E02}" type="presOf" srcId="{B51941B7-57AD-49C2-B07E-AB2B9022E24B}" destId="{06AC15A8-8E7D-4E14-B2E1-36500D8670F0}" srcOrd="0" destOrd="0" presId="urn:microsoft.com/office/officeart/2005/8/layout/chevron2"/>
    <dgm:cxn modelId="{E595E276-C877-4120-B22B-672F3CF5F01E}" type="presParOf" srcId="{23286645-B119-438F-9E01-03FE09A5B3E8}" destId="{D9A874C7-FFAC-479D-A6C5-A9137EFF031B}" srcOrd="0" destOrd="0" presId="urn:microsoft.com/office/officeart/2005/8/layout/chevron2"/>
    <dgm:cxn modelId="{F795EE9F-772D-4299-B163-599C0974C109}" type="presParOf" srcId="{D9A874C7-FFAC-479D-A6C5-A9137EFF031B}" destId="{F5877F03-F737-4FB1-B243-766033318424}" srcOrd="0" destOrd="0" presId="urn:microsoft.com/office/officeart/2005/8/layout/chevron2"/>
    <dgm:cxn modelId="{CF081596-F188-4711-82D0-1BB7464E3B32}" type="presParOf" srcId="{D9A874C7-FFAC-479D-A6C5-A9137EFF031B}" destId="{A6C1C32B-BBAE-4CDC-92C7-CD6D2CA02CC4}" srcOrd="1" destOrd="0" presId="urn:microsoft.com/office/officeart/2005/8/layout/chevron2"/>
    <dgm:cxn modelId="{1DD31A25-1419-48C8-845B-97038DD9C2F6}" type="presParOf" srcId="{23286645-B119-438F-9E01-03FE09A5B3E8}" destId="{467BF299-638A-4618-A750-39BBB9FD37F7}" srcOrd="1" destOrd="0" presId="urn:microsoft.com/office/officeart/2005/8/layout/chevron2"/>
    <dgm:cxn modelId="{BCB32A16-E4B9-453B-AB3B-9AC13B15F6F0}" type="presParOf" srcId="{23286645-B119-438F-9E01-03FE09A5B3E8}" destId="{8047AD7D-C623-4FE2-B526-347E72E3A549}" srcOrd="2" destOrd="0" presId="urn:microsoft.com/office/officeart/2005/8/layout/chevron2"/>
    <dgm:cxn modelId="{175A2DC5-0871-45B9-A4C5-2378168105A5}" type="presParOf" srcId="{8047AD7D-C623-4FE2-B526-347E72E3A549}" destId="{CF0BC498-1C82-4D58-AC5B-F6360BA947FA}" srcOrd="0" destOrd="0" presId="urn:microsoft.com/office/officeart/2005/8/layout/chevron2"/>
    <dgm:cxn modelId="{8FD26E69-8370-46A0-9C1C-61AFDCE09084}" type="presParOf" srcId="{8047AD7D-C623-4FE2-B526-347E72E3A549}" destId="{5BFFE736-1D9E-4927-8930-22F4A99C5F76}" srcOrd="1" destOrd="0" presId="urn:microsoft.com/office/officeart/2005/8/layout/chevron2"/>
    <dgm:cxn modelId="{BECB1428-518E-4BC5-A564-36F75080633F}" type="presParOf" srcId="{23286645-B119-438F-9E01-03FE09A5B3E8}" destId="{BCE5B482-05A5-43DC-B89F-EEAB8053AD13}" srcOrd="3" destOrd="0" presId="urn:microsoft.com/office/officeart/2005/8/layout/chevron2"/>
    <dgm:cxn modelId="{85FFD6AD-9DBB-4DB8-8B67-1866E6650B58}" type="presParOf" srcId="{23286645-B119-438F-9E01-03FE09A5B3E8}" destId="{C9EB3576-F1F3-41E1-9A07-5443F3BE8F0D}" srcOrd="4" destOrd="0" presId="urn:microsoft.com/office/officeart/2005/8/layout/chevron2"/>
    <dgm:cxn modelId="{022809D4-C3F1-437B-BCF8-A611185C680A}" type="presParOf" srcId="{C9EB3576-F1F3-41E1-9A07-5443F3BE8F0D}" destId="{BE7AFB4A-DC73-4D5C-B7FF-1D6A20616404}" srcOrd="0" destOrd="0" presId="urn:microsoft.com/office/officeart/2005/8/layout/chevron2"/>
    <dgm:cxn modelId="{1A426591-3703-4B2E-ADD5-A06508394613}" type="presParOf" srcId="{C9EB3576-F1F3-41E1-9A07-5443F3BE8F0D}" destId="{BCB2C39C-8855-45E0-8A1B-2B5D76D3B705}" srcOrd="1" destOrd="0" presId="urn:microsoft.com/office/officeart/2005/8/layout/chevron2"/>
    <dgm:cxn modelId="{36AAD559-DD4E-4E81-979A-7C98AC40DD76}" type="presParOf" srcId="{23286645-B119-438F-9E01-03FE09A5B3E8}" destId="{906500F7-A0A8-48D1-B068-2CD68C318D76}" srcOrd="5" destOrd="0" presId="urn:microsoft.com/office/officeart/2005/8/layout/chevron2"/>
    <dgm:cxn modelId="{3A4C5A3E-3F12-42FC-B5E0-62C2B873EFCF}" type="presParOf" srcId="{23286645-B119-438F-9E01-03FE09A5B3E8}" destId="{CD6EB001-0E75-4698-B867-CD73BEC69BDF}" srcOrd="6" destOrd="0" presId="urn:microsoft.com/office/officeart/2005/8/layout/chevron2"/>
    <dgm:cxn modelId="{35C18BEB-A474-4659-83D5-157B635DD4D8}" type="presParOf" srcId="{CD6EB001-0E75-4698-B867-CD73BEC69BDF}" destId="{FDC9AF2A-F443-48B1-998F-5DCF3E54956D}" srcOrd="0" destOrd="0" presId="urn:microsoft.com/office/officeart/2005/8/layout/chevron2"/>
    <dgm:cxn modelId="{C25519F4-524A-4F10-B1BA-3058069F9EB6}" type="presParOf" srcId="{CD6EB001-0E75-4698-B867-CD73BEC69BDF}" destId="{5697E1E0-8635-4E4A-9F74-2DF0E443AA9A}" srcOrd="1" destOrd="0" presId="urn:microsoft.com/office/officeart/2005/8/layout/chevron2"/>
    <dgm:cxn modelId="{7A022567-4F82-46A1-81A8-4717A284C1CD}" type="presParOf" srcId="{23286645-B119-438F-9E01-03FE09A5B3E8}" destId="{C50E3470-F3D8-4E1E-980E-F51C69B1EC81}" srcOrd="7" destOrd="0" presId="urn:microsoft.com/office/officeart/2005/8/layout/chevron2"/>
    <dgm:cxn modelId="{6E7A9376-BE79-48DD-8162-63391FE24A8F}" type="presParOf" srcId="{23286645-B119-438F-9E01-03FE09A5B3E8}" destId="{24A0A391-00B8-48C3-956B-8689DD6EA8A4}" srcOrd="8" destOrd="0" presId="urn:microsoft.com/office/officeart/2005/8/layout/chevron2"/>
    <dgm:cxn modelId="{A60264AE-6CCB-43D8-AE60-1AD53207813B}" type="presParOf" srcId="{24A0A391-00B8-48C3-956B-8689DD6EA8A4}" destId="{878022D6-7577-49F7-959E-A811EF624F77}" srcOrd="0" destOrd="0" presId="urn:microsoft.com/office/officeart/2005/8/layout/chevron2"/>
    <dgm:cxn modelId="{C1D47A69-FC98-4510-8448-472A7B48BC90}" type="presParOf" srcId="{24A0A391-00B8-48C3-956B-8689DD6EA8A4}" destId="{06AC15A8-8E7D-4E14-B2E1-36500D8670F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877F03-F737-4FB1-B243-766033318424}">
      <dsp:nvSpPr>
        <dsp:cNvPr id="0" name=""/>
        <dsp:cNvSpPr/>
      </dsp:nvSpPr>
      <dsp:spPr>
        <a:xfrm rot="5400000">
          <a:off x="-149608" y="151900"/>
          <a:ext cx="997386" cy="6981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cells</a:t>
          </a:r>
        </a:p>
      </dsp:txBody>
      <dsp:txXfrm rot="-5400000">
        <a:off x="0" y="351377"/>
        <a:ext cx="698170" cy="299216"/>
      </dsp:txXfrm>
    </dsp:sp>
    <dsp:sp modelId="{A6C1C32B-BBAE-4CDC-92C7-CD6D2CA02CC4}">
      <dsp:nvSpPr>
        <dsp:cNvPr id="0" name=""/>
        <dsp:cNvSpPr/>
      </dsp:nvSpPr>
      <dsp:spPr>
        <a:xfrm rot="5400000">
          <a:off x="3486381" y="-2785918"/>
          <a:ext cx="648301" cy="6224723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individual building blocks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like bricks in a house wall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examples include muscle cells, nerve cells (neurones), connective tissue cells</a:t>
          </a:r>
        </a:p>
      </dsp:txBody>
      <dsp:txXfrm rot="-5400000">
        <a:off x="698171" y="33939"/>
        <a:ext cx="6193076" cy="585007"/>
      </dsp:txXfrm>
    </dsp:sp>
    <dsp:sp modelId="{CF0BC498-1C82-4D58-AC5B-F6360BA947FA}">
      <dsp:nvSpPr>
        <dsp:cNvPr id="0" name=""/>
        <dsp:cNvSpPr/>
      </dsp:nvSpPr>
      <dsp:spPr>
        <a:xfrm rot="5400000">
          <a:off x="-149608" y="1031045"/>
          <a:ext cx="997386" cy="6981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tissues</a:t>
          </a:r>
        </a:p>
      </dsp:txBody>
      <dsp:txXfrm rot="-5400000">
        <a:off x="0" y="1230522"/>
        <a:ext cx="698170" cy="299216"/>
      </dsp:txXfrm>
    </dsp:sp>
    <dsp:sp modelId="{5BFFE736-1D9E-4927-8930-22F4A99C5F76}">
      <dsp:nvSpPr>
        <dsp:cNvPr id="0" name=""/>
        <dsp:cNvSpPr/>
      </dsp:nvSpPr>
      <dsp:spPr>
        <a:xfrm rot="5400000">
          <a:off x="3486381" y="-1906773"/>
          <a:ext cx="648301" cy="6224723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a group of cells of all the same type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like a wall made of bricks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examples include muscle tissue, fat (adipose) tissue</a:t>
          </a:r>
        </a:p>
      </dsp:txBody>
      <dsp:txXfrm rot="-5400000">
        <a:off x="698171" y="913084"/>
        <a:ext cx="6193076" cy="585007"/>
      </dsp:txXfrm>
    </dsp:sp>
    <dsp:sp modelId="{BE7AFB4A-DC73-4D5C-B7FF-1D6A20616404}">
      <dsp:nvSpPr>
        <dsp:cNvPr id="0" name=""/>
        <dsp:cNvSpPr/>
      </dsp:nvSpPr>
      <dsp:spPr>
        <a:xfrm rot="5400000">
          <a:off x="-149608" y="1910191"/>
          <a:ext cx="997386" cy="6981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organs</a:t>
          </a:r>
        </a:p>
      </dsp:txBody>
      <dsp:txXfrm rot="-5400000">
        <a:off x="0" y="2109668"/>
        <a:ext cx="698170" cy="299216"/>
      </dsp:txXfrm>
    </dsp:sp>
    <dsp:sp modelId="{BCB2C39C-8855-45E0-8A1B-2B5D76D3B705}">
      <dsp:nvSpPr>
        <dsp:cNvPr id="0" name=""/>
        <dsp:cNvSpPr/>
      </dsp:nvSpPr>
      <dsp:spPr>
        <a:xfrm rot="5400000">
          <a:off x="3486381" y="-1027627"/>
          <a:ext cx="648301" cy="6224723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made up from more than one type of tissue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like the walls, ceilings and floors making up a room in a house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examples include the heart made from muscle, connective and nervous tissues</a:t>
          </a:r>
        </a:p>
      </dsp:txBody>
      <dsp:txXfrm rot="-5400000">
        <a:off x="698171" y="1792230"/>
        <a:ext cx="6193076" cy="585007"/>
      </dsp:txXfrm>
    </dsp:sp>
    <dsp:sp modelId="{FDC9AF2A-F443-48B1-998F-5DCF3E54956D}">
      <dsp:nvSpPr>
        <dsp:cNvPr id="0" name=""/>
        <dsp:cNvSpPr/>
      </dsp:nvSpPr>
      <dsp:spPr>
        <a:xfrm rot="5400000">
          <a:off x="-149608" y="2789336"/>
          <a:ext cx="997386" cy="6981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organ systems</a:t>
          </a:r>
        </a:p>
      </dsp:txBody>
      <dsp:txXfrm rot="-5400000">
        <a:off x="0" y="2988813"/>
        <a:ext cx="698170" cy="299216"/>
      </dsp:txXfrm>
    </dsp:sp>
    <dsp:sp modelId="{5697E1E0-8635-4E4A-9F74-2DF0E443AA9A}">
      <dsp:nvSpPr>
        <dsp:cNvPr id="0" name=""/>
        <dsp:cNvSpPr/>
      </dsp:nvSpPr>
      <dsp:spPr>
        <a:xfrm rot="5400000">
          <a:off x="3486381" y="-148482"/>
          <a:ext cx="648301" cy="6224723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more than one organ combined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many rooms in a house combined to make a whole floor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examples include the heart and lungs being combined to make the cardiorespiratory system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000" kern="1200" dirty="0"/>
        </a:p>
      </dsp:txBody>
      <dsp:txXfrm rot="-5400000">
        <a:off x="698171" y="2671375"/>
        <a:ext cx="6193076" cy="585007"/>
      </dsp:txXfrm>
    </dsp:sp>
    <dsp:sp modelId="{878022D6-7577-49F7-959E-A811EF624F77}">
      <dsp:nvSpPr>
        <dsp:cNvPr id="0" name=""/>
        <dsp:cNvSpPr/>
      </dsp:nvSpPr>
      <dsp:spPr>
        <a:xfrm rot="5400000">
          <a:off x="-149608" y="3668482"/>
          <a:ext cx="997386" cy="69817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organisms</a:t>
          </a:r>
        </a:p>
      </dsp:txBody>
      <dsp:txXfrm rot="-5400000">
        <a:off x="0" y="3867959"/>
        <a:ext cx="698170" cy="299216"/>
      </dsp:txXfrm>
    </dsp:sp>
    <dsp:sp modelId="{06AC15A8-8E7D-4E14-B2E1-36500D8670F0}">
      <dsp:nvSpPr>
        <dsp:cNvPr id="0" name=""/>
        <dsp:cNvSpPr/>
      </dsp:nvSpPr>
      <dsp:spPr>
        <a:xfrm rot="5400000">
          <a:off x="3486381" y="730663"/>
          <a:ext cx="648301" cy="6224723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6350" rIns="6350" bIns="6350" numCol="1" spcCol="1270" anchor="ctr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the living individual made up from all the organ systems combined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like all the floors combining to make a house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kern="1200" dirty="0"/>
            <a:t> examples include humans, falcons and elephants</a:t>
          </a:r>
        </a:p>
      </dsp:txBody>
      <dsp:txXfrm rot="-5400000">
        <a:off x="698171" y="3550521"/>
        <a:ext cx="6193076" cy="585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BAA5BC-A9B8-C36D-8F0A-E2155FFCA3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AE051-C6BA-26BA-CCDA-1D27F9911E3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D1C25-2465-4CCC-8AD1-79A088F63130}" type="datetimeFigureOut">
              <a:rPr lang="en-GB" smtClean="0"/>
              <a:t>24/09/2025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21011-AFB3-EDC1-EE95-9EBBBC3B0D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C167F-AF8E-52B8-1733-1105F253C0E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9491DC-8778-4E64-9451-80C0023349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527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9FB3-9996-65E4-5205-D5A14663A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DFE895C-0B81-F70C-BBDD-5E377A64D2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65C7BDC1-2D08-10D2-9ED8-D6C16D5FD2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0B9BD46-CD1D-EECE-9ABC-31790D65E4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90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3DC97-F0EE-F83F-CE84-BE673BB1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4C749E3-2435-248C-5C68-F50E8BB2BA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5E4CFC49-83BA-B830-8259-ADEEF3662F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D859FC99-06E7-E176-A161-78460BD423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780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2C0A-A004-435B-8261-E89CF0AD3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519C9FF-1516-852D-DC3A-6EB1620DD0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7F1A68D-517F-6AAF-7D05-C325B205D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FA4FC62-D517-5D44-3785-CFC5B019FE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414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7DB1-0CBA-7041-79F8-489074C14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7A8A5517-AC96-6315-2112-35B1C7EBEF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AE7EFD51-7608-F235-A0C5-0FDE04BB2A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9D3E3855-825B-987F-873D-7D3C999D44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6034ED-D7F7-483D-8544-ED89FE784A02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415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CD95-44A5-8900-B615-54A2DAE0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B138424-A404-EDE1-2E79-7B04D348C6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82992E3-33C2-0B35-334C-B0AF8406C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496F299A-32F2-02FD-BFCE-C53147555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365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EBF1-A51B-D808-45E1-A7EA52858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943261A9-D4F0-1B91-43E1-14E2F4C64F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EC1897D-DB70-53A3-CB8B-E31B568CD5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73313B3-44F0-DA07-7EF4-D7EB123AF7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371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0C274-E953-EC8A-87D3-C925980E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0793D74-C332-C697-3F4F-BCD2127CB3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DE59FA3-2569-315A-EC7E-DCD13E01B1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807A65B-E47C-2575-9D4D-44B4CF670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983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A3358-2478-9F4A-61AE-F11942E4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CC513-74C1-9EC0-6A18-E3F9BF400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D4458-0A94-6633-80EE-8E8A243CA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C32DB-CC39-0FE4-F454-875DFFB15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09833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4760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9E01-0525-D85C-F424-E54E26D8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22B51-35C4-E5CC-E73B-36CFCB26F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3DBB6-92A3-97C7-6E5A-784F33AF0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342B4-8298-F7ED-EFA1-57BCB1E4D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52474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2C7B0-0252-699D-BC3A-57400649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ACE8F-70C8-C1CF-02CE-9F3C31935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9ECD6-73C1-F12A-03F0-C01E2CCF1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9324A-1CA4-FEBA-770B-0890594B83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87422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45853-A33D-13B2-79AD-73915347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83C4F-0F21-72D3-90B3-CE1BAF383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3DAE4-DEA2-5124-DF49-38AE90A36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A7448-3EA2-8C74-D7D8-0DA280965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7535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3A012-8FD1-B89E-6077-BA2AAA187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CB22E-9464-D261-1530-3BF0CDEEF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C9E11-7F38-58B1-E667-229505B8C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B3DF-F0A0-6D59-1828-C39B5054A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409386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DBAB3-48A0-26A1-2DF1-0A401FC2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2235E-0AE1-0853-0B4F-FE50FCCC7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42339-B936-C3FE-8105-4FEE440E5D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8F279-CB44-9E19-7AE5-584E78D5BF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544626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DCE1-0CFD-7208-FAD7-A2F6A977F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1A14EBC-3CE5-E9B4-03D5-EFD86CEDC6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6A06B82-803A-6B2E-FDB9-D9EF2EC6A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DF8471C8-F498-6220-90FF-A602BA001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38822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EADF0-6697-BD56-CCE4-4C10E4196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5DF2C27D-DC62-89A0-48B1-19A150FE45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B5776813-8957-6636-2F88-7ADA2CE7E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195AC71D-83DA-E357-0969-CF75694102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96034ED-D7F7-483D-8544-ED89FE784A02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474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740A3-FF4A-C950-3B07-ADB47815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7904B6F-C7EF-1FC7-70B7-29AF58854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587414B-5DF2-2589-91D9-37012A7D8E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2B71F0C-5A73-6141-89A4-B9F89B912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6B70D7-3B14-48B4-B744-A52FB5A4C04C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4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2.xml"/><Relationship Id="rId1" Type="http://schemas.openxmlformats.org/officeDocument/2006/relationships/audio" Target="../media/audio1.bin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3.xml"/><Relationship Id="rId1" Type="http://schemas.openxmlformats.org/officeDocument/2006/relationships/audio" Target="../media/audio1.bin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4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Unit X: </a:t>
            </a:r>
            <a:r>
              <a:rPr lang="en-GB" altLang="en-US" dirty="0" err="1"/>
              <a:t>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 altLang="en-US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Blue subhead</a:t>
            </a:r>
          </a:p>
          <a:p>
            <a:r>
              <a:rPr lang="en-GB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214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31324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04925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27089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9772700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5408964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538709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4077996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60455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494557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240118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696440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084674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583960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1687068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82738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7463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86515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1601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15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150173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488785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494968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04946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5799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23134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502595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641484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305782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3484972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634887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7713983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91334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736936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520529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44308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635048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1547283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66328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59867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511092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88982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196636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70722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396624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01142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663959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70731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3131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2894497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 dirty="0"/>
              <a:t>Body text </a:t>
            </a:r>
            <a:r>
              <a:rPr lang="en-GB" altLang="en-US" dirty="0" err="1"/>
              <a:t>xxxxxxxxxxxxxxxxxxxxxxxxxxxxxxxxxxxxxxxxx</a:t>
            </a:r>
            <a:r>
              <a:rPr lang="en-GB" altLang="en-US" dirty="0"/>
              <a:t>: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r>
              <a:rPr lang="en-GB" altLang="en-US" dirty="0"/>
              <a:t>Bullet text</a:t>
            </a:r>
          </a:p>
          <a:p>
            <a:pPr lv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562865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6" Type="http://schemas.openxmlformats.org/officeDocument/2006/relationships/image" Target="../media/image7.jpeg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pn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5" Type="http://schemas.openxmlformats.org/officeDocument/2006/relationships/image" Target="../media/image12.png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audio" Target="../media/audio1.bin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7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0.xml"/><Relationship Id="rId15" Type="http://schemas.openxmlformats.org/officeDocument/2006/relationships/image" Target="../media/image13.png"/><Relationship Id="rId10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Relationship Id="rId14" Type="http://schemas.openxmlformats.org/officeDocument/2006/relationships/audio" Target="../media/audio1.bin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60.xml"/><Relationship Id="rId3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9.xml"/><Relationship Id="rId2" Type="http://schemas.openxmlformats.org/officeDocument/2006/relationships/slideLayout" Target="../slideLayouts/slideLayout149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2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6.xml"/><Relationship Id="rId1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8.xml"/><Relationship Id="rId13" Type="http://schemas.openxmlformats.org/officeDocument/2006/relationships/slideLayout" Target="../slideLayouts/slideLayout173.xml"/><Relationship Id="rId3" Type="http://schemas.openxmlformats.org/officeDocument/2006/relationships/slideLayout" Target="../slideLayouts/slideLayout163.xml"/><Relationship Id="rId7" Type="http://schemas.openxmlformats.org/officeDocument/2006/relationships/slideLayout" Target="../slideLayouts/slideLayout167.xml"/><Relationship Id="rId12" Type="http://schemas.openxmlformats.org/officeDocument/2006/relationships/slideLayout" Target="../slideLayouts/slideLayout172.xml"/><Relationship Id="rId2" Type="http://schemas.openxmlformats.org/officeDocument/2006/relationships/slideLayout" Target="../slideLayouts/slideLayout16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61.xml"/><Relationship Id="rId6" Type="http://schemas.openxmlformats.org/officeDocument/2006/relationships/slideLayout" Target="../slideLayouts/slideLayout166.xml"/><Relationship Id="rId11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65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4.xml"/><Relationship Id="rId9" Type="http://schemas.openxmlformats.org/officeDocument/2006/relationships/slideLayout" Target="../slideLayouts/slideLayout169.xml"/><Relationship Id="rId14" Type="http://schemas.openxmlformats.org/officeDocument/2006/relationships/theme" Target="../theme/theme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84E05-9E1C-E490-9AFD-934E80BEE90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1112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8BF29-9A3B-CF6C-9FC1-DF71046C076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7384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902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  <p:sldLayoutId id="2147484937" r:id="rId5"/>
    <p:sldLayoutId id="2147484938" r:id="rId6"/>
    <p:sldLayoutId id="2147484939" r:id="rId7"/>
    <p:sldLayoutId id="2147484940" r:id="rId8"/>
    <p:sldLayoutId id="2147484941" r:id="rId9"/>
    <p:sldLayoutId id="2147484942" r:id="rId10"/>
    <p:sldLayoutId id="2147484943" r:id="rId11"/>
    <p:sldLayoutId id="2147484944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28300-C9A3-A6C9-BCC9-A9F536AAE61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16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46" r:id="rId1"/>
    <p:sldLayoutId id="2147484947" r:id="rId2"/>
    <p:sldLayoutId id="2147484948" r:id="rId3"/>
    <p:sldLayoutId id="2147484949" r:id="rId4"/>
    <p:sldLayoutId id="2147484950" r:id="rId5"/>
    <p:sldLayoutId id="2147484951" r:id="rId6"/>
    <p:sldLayoutId id="2147484952" r:id="rId7"/>
    <p:sldLayoutId id="2147484953" r:id="rId8"/>
    <p:sldLayoutId id="2147484954" r:id="rId9"/>
    <p:sldLayoutId id="2147484955" r:id="rId10"/>
    <p:sldLayoutId id="2147484956" r:id="rId11"/>
    <p:sldLayoutId id="2147484957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44E42-22D5-3C44-D060-73B1D9BC95A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41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59" r:id="rId1"/>
    <p:sldLayoutId id="2147484960" r:id="rId2"/>
    <p:sldLayoutId id="2147484961" r:id="rId3"/>
    <p:sldLayoutId id="2147484962" r:id="rId4"/>
    <p:sldLayoutId id="2147484963" r:id="rId5"/>
    <p:sldLayoutId id="2147484964" r:id="rId6"/>
    <p:sldLayoutId id="2147484965" r:id="rId7"/>
    <p:sldLayoutId id="2147484966" r:id="rId8"/>
    <p:sldLayoutId id="2147484967" r:id="rId9"/>
    <p:sldLayoutId id="2147484968" r:id="rId10"/>
    <p:sldLayoutId id="2147484969" r:id="rId11"/>
    <p:sldLayoutId id="2147484970" r:id="rId12"/>
    <p:sldLayoutId id="2147484985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 dirty="0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dirty="0"/>
              <a:t>© Pearson Education Ltd 2025. Copying permitted for purchasing institution only.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084CCC-2836-BEFD-D3FA-58984FD41023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4089"/>
            <a:ext cx="91440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4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72" r:id="rId1"/>
    <p:sldLayoutId id="2147484973" r:id="rId2"/>
    <p:sldLayoutId id="2147484974" r:id="rId3"/>
    <p:sldLayoutId id="2147484975" r:id="rId4"/>
    <p:sldLayoutId id="2147484976" r:id="rId5"/>
    <p:sldLayoutId id="2147484977" r:id="rId6"/>
    <p:sldLayoutId id="2147484978" r:id="rId7"/>
    <p:sldLayoutId id="2147484979" r:id="rId8"/>
    <p:sldLayoutId id="2147484980" r:id="rId9"/>
    <p:sldLayoutId id="2147484981" r:id="rId10"/>
    <p:sldLayoutId id="2147484982" r:id="rId11"/>
    <p:sldLayoutId id="2147484983" r:id="rId12"/>
    <p:sldLayoutId id="2147484984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8.xml"/><Relationship Id="rId4" Type="http://schemas.openxmlformats.org/officeDocument/2006/relationships/image" Target="../media/image1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0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0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2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2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3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3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3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41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43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Relationship Id="rId4" Type="http://schemas.openxmlformats.org/officeDocument/2006/relationships/image" Target="../media/image43.sv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4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5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170782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GB" altLang="en-US" dirty="0">
                <a:latin typeface="Arial"/>
                <a:cs typeface="Arial"/>
              </a:rPr>
              <a:t>Unit 7</a:t>
            </a:r>
            <a:br>
              <a:rPr lang="en-GB" altLang="en-US" dirty="0"/>
            </a:br>
            <a:r>
              <a:rPr lang="en-GB" altLang="en-US" dirty="0">
                <a:latin typeface="Arial"/>
                <a:cs typeface="Arial"/>
              </a:rPr>
              <a:t>Anatomy and Physiology for Health and Social Care</a:t>
            </a:r>
            <a:br>
              <a:rPr lang="en-GB" altLang="en-US" dirty="0">
                <a:latin typeface="Arial"/>
                <a:cs typeface="Arial"/>
              </a:rPr>
            </a:br>
            <a:br>
              <a:rPr lang="en-GB" altLang="en-US" dirty="0"/>
            </a:br>
            <a:br>
              <a:rPr lang="en-US" altLang="en-US" dirty="0"/>
            </a:br>
            <a:endParaRPr lang="en-GB" altLang="en-US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en-GB" altLang="en-US" sz="1400" dirty="0">
                <a:latin typeface="Arial"/>
                <a:cs typeface="Arial"/>
              </a:rPr>
              <a:t>© Pearson Education Ltd 2025. Copying permitted for purchasing institution only.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6CFF0F-ED27-4D34-833F-301C01C947C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43708" y="3212976"/>
            <a:ext cx="5256584" cy="26642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1271A8-BD1B-52BA-CCA8-997809C17DD4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800" dirty="0"/>
              <a:t>Anatomy and Physiology for Health and Social Care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8314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GB" altLang="en-US" dirty="0"/>
          </a:p>
          <a:p>
            <a:endParaRPr lang="en-GB" altLang="en-US" dirty="0"/>
          </a:p>
          <a:p>
            <a:endParaRPr lang="en-GB" altLang="en-US" dirty="0"/>
          </a:p>
          <a:p>
            <a:endParaRPr lang="en-GB" altLang="en-US" dirty="0"/>
          </a:p>
          <a:p>
            <a:endParaRPr lang="en-GB" altLang="en-US" dirty="0"/>
          </a:p>
          <a:p>
            <a:endParaRPr lang="en-GB" altLang="en-US" dirty="0"/>
          </a:p>
        </p:txBody>
      </p:sp>
      <p:sp>
        <p:nvSpPr>
          <p:cNvPr id="30728" name="Content Placeholder 3">
            <a:extLst>
              <a:ext uri="{FF2B5EF4-FFF2-40B4-BE49-F238E27FC236}">
                <a16:creationId xmlns:a16="http://schemas.microsoft.com/office/drawing/2014/main" id="{6AB919E6-80AB-57C7-EC52-07C7EBF5C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1600" y="2196001"/>
            <a:ext cx="7272808" cy="40241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this unit you will learn about how the human body is built up from its component parts. </a:t>
            </a:r>
          </a:p>
          <a:p>
            <a:pPr marL="0" indent="0">
              <a:buNone/>
            </a:pPr>
            <a:r>
              <a:rPr lang="en-US" dirty="0"/>
              <a:t>You will investigate how these components work together to keep us healthy. </a:t>
            </a:r>
          </a:p>
          <a:p>
            <a:pPr marL="0" indent="0">
              <a:buNone/>
            </a:pPr>
            <a:r>
              <a:rPr lang="en-US" dirty="0"/>
              <a:t>You will learn about what happens when some of these components stop working properly, and how to monitor people in your care to check their health on a regular basis.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1B37D-702D-A1C2-AFC9-B89BE4802F4F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Learning aims</a:t>
            </a:r>
            <a:endParaRPr lang="en-GB" altLang="en-US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61464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>
              <a:buNone/>
            </a:pPr>
            <a:r>
              <a:rPr lang="en-GB" altLang="en-US" b="1" dirty="0"/>
              <a:t>A	Know the organisation of the human body</a:t>
            </a:r>
            <a:endParaRPr lang="en-GB" altLang="en-US" dirty="0"/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en-GB" altLang="en-US" b="1" dirty="0"/>
              <a:t>B	Understand the structure, function and interrelationship of major body systems</a:t>
            </a:r>
            <a:endParaRPr lang="en-GB" altLang="en-US" dirty="0"/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en-GB" altLang="en-US" b="1" dirty="0"/>
              <a:t>C	Be able to carry out routine measurements and observations of body systems</a:t>
            </a:r>
          </a:p>
          <a:p>
            <a:pPr marL="404813" marR="0" lvl="0" indent="-404813" algn="l" defTabSz="4318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GB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	Know body system malfunctions and appropriate routine care</a:t>
            </a:r>
            <a:endParaRPr lang="en-GB" altLang="en-US" b="1" dirty="0"/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dirty="0"/>
            </a:br>
            <a:r>
              <a:rPr lang="en-GB" altLang="en-US" dirty="0"/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33EB8E-0228-8FC9-9439-3D31E21EAB8C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en-US" altLang="en-US" sz="2400" dirty="0"/>
              <a:t>LEARNING AIM A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DA32EC-8AF6-7463-EC5D-7F3F4D5B8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4" y="3429000"/>
            <a:ext cx="8207375" cy="2645436"/>
          </a:xfrm>
        </p:spPr>
        <p:txBody>
          <a:bodyPr/>
          <a:lstStyle/>
          <a:p>
            <a:r>
              <a:rPr lang="en-GB" dirty="0"/>
              <a:t>A1 Organisation</a:t>
            </a:r>
          </a:p>
          <a:p>
            <a:r>
              <a:rPr lang="en-GB" dirty="0"/>
              <a:t>A2 Structure of the main body organs</a:t>
            </a:r>
          </a:p>
          <a:p>
            <a:r>
              <a:rPr lang="en-GB" dirty="0"/>
              <a:t>A3 Location of main body organs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" y="2059200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GB" altLang="en-US" sz="3600" b="1" dirty="0"/>
              <a:t>Know the organisation of the human body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DA0F9D-EC5E-9034-644A-72E08D3DEA14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A6D67-8094-F111-E5D2-86C1A353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62123D8F-F57C-CBE1-73B9-961A2EA4B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en-US" altLang="en-US" sz="2400" dirty="0"/>
              <a:t>LEARNING AIM B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88ABBD-E0D2-60F9-581E-D08FB3196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4" y="3429000"/>
            <a:ext cx="8207375" cy="2645436"/>
          </a:xfrm>
        </p:spPr>
        <p:txBody>
          <a:bodyPr/>
          <a:lstStyle/>
          <a:p>
            <a:r>
              <a:rPr lang="en-GB" dirty="0"/>
              <a:t>B1 Body systems</a:t>
            </a:r>
          </a:p>
          <a:p>
            <a:r>
              <a:rPr lang="en-GB" dirty="0"/>
              <a:t>B2 Body functions</a:t>
            </a:r>
          </a:p>
          <a:p>
            <a:r>
              <a:rPr lang="en-GB" dirty="0"/>
              <a:t>B3 Interrelationships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9907D94E-1370-8697-A6CA-045D5909F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" y="1803658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Understand the structure, function and interrelationship of major body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20FC85-55CF-84B0-CDDD-99EB5509DF6C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389680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4D77-8FBB-CF2B-1253-C6BE5D338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8E9A6A5B-FAE7-DF6E-0FFB-21470C411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en-US" altLang="en-US" sz="2400" dirty="0"/>
              <a:t>LEARNING AIM C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F422E3-1DF3-A328-2249-AE446DD97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4" y="3595592"/>
            <a:ext cx="8207375" cy="2645436"/>
          </a:xfrm>
        </p:spPr>
        <p:txBody>
          <a:bodyPr/>
          <a:lstStyle/>
          <a:p>
            <a:r>
              <a:rPr lang="en-GB" dirty="0"/>
              <a:t>C1 Observations of own body and/or of those of consenting peers</a:t>
            </a:r>
          </a:p>
          <a:p>
            <a:r>
              <a:rPr lang="en-GB" dirty="0"/>
              <a:t>C2 Routine physiological measurements</a:t>
            </a:r>
          </a:p>
          <a:p>
            <a:r>
              <a:rPr lang="en-GB" dirty="0"/>
              <a:t>C3 Health, safety and accuracy considerations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4FAE3693-6C1B-5118-4FEF-29B6B6EBC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" y="1803658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Be able to carry out routine measurements and observations of body systems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2802C-E1DE-22C1-E490-8A85196DDC26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8254286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65ED8-181B-418F-5345-486F95D9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67BFC7B2-8448-32EB-4F17-C9A011723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en-US" altLang="en-US" sz="2400" dirty="0"/>
              <a:t>LEARNING AIM D</a:t>
            </a:r>
            <a:br>
              <a:rPr lang="en-US" altLang="en-US" sz="2400" dirty="0"/>
            </a:br>
            <a:br>
              <a:rPr lang="en-US" altLang="en-US" sz="2400" dirty="0"/>
            </a:br>
            <a:endParaRPr lang="en-GB" altLang="en-US" sz="36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4A957A-9A41-3011-88C8-16856A96E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4" y="3429000"/>
            <a:ext cx="8207375" cy="2645436"/>
          </a:xfrm>
        </p:spPr>
        <p:txBody>
          <a:bodyPr/>
          <a:lstStyle/>
          <a:p>
            <a:r>
              <a:rPr lang="en-GB" dirty="0"/>
              <a:t>D1 Malfunctions</a:t>
            </a:r>
          </a:p>
          <a:p>
            <a:r>
              <a:rPr lang="en-GB" dirty="0"/>
              <a:t>D2 Potential risk</a:t>
            </a:r>
          </a:p>
          <a:p>
            <a:r>
              <a:rPr lang="en-GB" dirty="0"/>
              <a:t>D3 Routine care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6430DCC9-BD6B-9CA1-4430-FD189032B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" y="1803658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Know body system malfunctions and appropriate routine care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737E43-9CBB-41BA-16BB-7E1B75DDA290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810799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A373-17A0-A4C2-9A62-0B4B4A1B3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53741190-7F9C-3D5D-5658-A7F8C754B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Learning aims A and B</a:t>
            </a:r>
            <a:endParaRPr lang="en-GB" altLang="en-US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6D8A001D-DC31-D15F-E208-E6EECEAD2B0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8585" y="2636912"/>
            <a:ext cx="4027487" cy="4024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/>
            <a:r>
              <a:rPr lang="en-GB" altLang="en-US" b="1" dirty="0"/>
              <a:t>A1</a:t>
            </a:r>
            <a:r>
              <a:rPr lang="en-GB" altLang="en-US" dirty="0"/>
              <a:t> Organisation</a:t>
            </a:r>
          </a:p>
          <a:p>
            <a:pPr marL="404813" indent="-387350" defTabSz="431800"/>
            <a:r>
              <a:rPr lang="en-GB" altLang="en-US" b="1" dirty="0"/>
              <a:t>A2</a:t>
            </a:r>
            <a:r>
              <a:rPr lang="en-GB" altLang="en-US" dirty="0"/>
              <a:t> Structure of the main body organs</a:t>
            </a:r>
          </a:p>
          <a:p>
            <a:pPr marL="404813" indent="-387350" defTabSz="431800"/>
            <a:r>
              <a:rPr lang="en-GB" altLang="en-US" b="1" dirty="0"/>
              <a:t>A3</a:t>
            </a:r>
            <a:r>
              <a:rPr lang="en-GB" altLang="en-US" dirty="0"/>
              <a:t> Location of main body organs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9C19B8-F07A-6730-8C3D-5F8197673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5533" y="2636912"/>
            <a:ext cx="4027488" cy="4024100"/>
          </a:xfrm>
        </p:spPr>
        <p:txBody>
          <a:bodyPr/>
          <a:lstStyle/>
          <a:p>
            <a:r>
              <a:rPr lang="en-GB" b="1" dirty="0"/>
              <a:t>B1</a:t>
            </a:r>
            <a:r>
              <a:rPr lang="en-GB" dirty="0"/>
              <a:t> Body systems</a:t>
            </a:r>
          </a:p>
          <a:p>
            <a:r>
              <a:rPr lang="en-GB" b="1" dirty="0"/>
              <a:t>B2</a:t>
            </a:r>
            <a:r>
              <a:rPr lang="en-GB" dirty="0"/>
              <a:t> Body functions</a:t>
            </a:r>
          </a:p>
          <a:p>
            <a:r>
              <a:rPr lang="en-GB" b="1" dirty="0"/>
              <a:t>B3</a:t>
            </a:r>
            <a:r>
              <a:rPr lang="en-GB" dirty="0"/>
              <a:t> Interrelationships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E496F-A8EC-283D-F6C7-6E079B4B9C66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2097820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3820E-590B-D71B-E531-E839749F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D8B4A0D-70C1-4AEE-98B5-08C32A22C5E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9288" y="2674546"/>
            <a:ext cx="2896235" cy="3093085"/>
          </a:xfrm>
          <a:prstGeom prst="rect">
            <a:avLst/>
          </a:prstGeom>
          <a:noFill/>
          <a:ln>
            <a:noFill/>
          </a:ln>
        </p:spPr>
      </p:pic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9BBB61DE-2905-4FCB-B88A-C276BFFD3B0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4154" y="2780928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3DC12947-1B1C-5F94-991A-C6D5C8912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A1 Organisation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418A45D-EF0B-9473-8BC2-E0717C5482E5}"/>
              </a:ext>
            </a:extLst>
          </p:cNvPr>
          <p:cNvSpPr/>
          <p:nvPr/>
        </p:nvSpPr>
        <p:spPr>
          <a:xfrm>
            <a:off x="5724128" y="2276872"/>
            <a:ext cx="2664296" cy="33843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2521459-C750-0E92-5148-9E643AB53ED0}"/>
              </a:ext>
            </a:extLst>
          </p:cNvPr>
          <p:cNvSpPr/>
          <p:nvPr/>
        </p:nvSpPr>
        <p:spPr>
          <a:xfrm>
            <a:off x="6948264" y="4365104"/>
            <a:ext cx="720080" cy="648072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7E098-F102-1B59-2EA1-F88F513881D9}"/>
              </a:ext>
            </a:extLst>
          </p:cNvPr>
          <p:cNvSpPr txBox="1"/>
          <p:nvPr/>
        </p:nvSpPr>
        <p:spPr>
          <a:xfrm>
            <a:off x="3974931" y="2489497"/>
            <a:ext cx="174919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Cell membrane</a:t>
            </a:r>
          </a:p>
          <a:p>
            <a:endParaRPr lang="en-GB" dirty="0"/>
          </a:p>
          <a:p>
            <a:r>
              <a:rPr lang="en-GB" dirty="0"/>
              <a:t>Cytoplasm</a:t>
            </a:r>
          </a:p>
          <a:p>
            <a:endParaRPr lang="en-GB" dirty="0"/>
          </a:p>
          <a:p>
            <a:r>
              <a:rPr lang="en-GB" dirty="0"/>
              <a:t>Nucleus</a:t>
            </a:r>
          </a:p>
          <a:p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9136E9-8379-63B0-F690-58F20C36D143}"/>
              </a:ext>
            </a:extLst>
          </p:cNvPr>
          <p:cNvCxnSpPr>
            <a:cxnSpLocks/>
          </p:cNvCxnSpPr>
          <p:nvPr/>
        </p:nvCxnSpPr>
        <p:spPr>
          <a:xfrm flipH="1">
            <a:off x="2432765" y="2636912"/>
            <a:ext cx="1563171" cy="8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C968DEB-2254-0A59-3EB2-49F8CE3D125D}"/>
              </a:ext>
            </a:extLst>
          </p:cNvPr>
          <p:cNvCxnSpPr>
            <a:endCxn id="6" idx="1"/>
          </p:cNvCxnSpPr>
          <p:nvPr/>
        </p:nvCxnSpPr>
        <p:spPr>
          <a:xfrm>
            <a:off x="5724128" y="2636912"/>
            <a:ext cx="390177" cy="135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4B7B0D-440D-4D53-19EF-585EED22A828}"/>
              </a:ext>
            </a:extLst>
          </p:cNvPr>
          <p:cNvCxnSpPr>
            <a:cxnSpLocks/>
          </p:cNvCxnSpPr>
          <p:nvPr/>
        </p:nvCxnSpPr>
        <p:spPr>
          <a:xfrm flipH="1">
            <a:off x="2195736" y="3212976"/>
            <a:ext cx="1779195" cy="6480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1430D6-6867-95F0-F467-076E3AD0A735}"/>
              </a:ext>
            </a:extLst>
          </p:cNvPr>
          <p:cNvCxnSpPr/>
          <p:nvPr/>
        </p:nvCxnSpPr>
        <p:spPr>
          <a:xfrm>
            <a:off x="5220072" y="3366660"/>
            <a:ext cx="1440160" cy="2783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3C0D161-2D1B-A719-27BD-221C2AF16EB8}"/>
              </a:ext>
            </a:extLst>
          </p:cNvPr>
          <p:cNvCxnSpPr>
            <a:cxnSpLocks/>
          </p:cNvCxnSpPr>
          <p:nvPr/>
        </p:nvCxnSpPr>
        <p:spPr>
          <a:xfrm flipH="1">
            <a:off x="3203848" y="3861048"/>
            <a:ext cx="771083" cy="360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F08CFC-1793-BB59-47FF-8C9F0B13C8CC}"/>
              </a:ext>
            </a:extLst>
          </p:cNvPr>
          <p:cNvCxnSpPr>
            <a:endCxn id="7" idx="2"/>
          </p:cNvCxnSpPr>
          <p:nvPr/>
        </p:nvCxnSpPr>
        <p:spPr>
          <a:xfrm>
            <a:off x="5076056" y="3861048"/>
            <a:ext cx="1872208" cy="8280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E9EE6F2-86DB-5D90-723B-79032F0AF590}"/>
              </a:ext>
            </a:extLst>
          </p:cNvPr>
          <p:cNvSpPr txBox="1"/>
          <p:nvPr/>
        </p:nvSpPr>
        <p:spPr>
          <a:xfrm>
            <a:off x="80979" y="6211618"/>
            <a:ext cx="8122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Real human cheek cells seen under a microscope	The main parts of a cell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3BC290-EFC0-B57A-DD14-54F02E699E8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28508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9F732-200A-0A5A-9034-962CE5FE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2920-F53D-27F7-CAAE-1AFC574A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7" y="929125"/>
            <a:ext cx="4557363" cy="864000"/>
          </a:xfrm>
        </p:spPr>
        <p:txBody>
          <a:bodyPr/>
          <a:lstStyle/>
          <a:p>
            <a:pPr algn="l"/>
            <a:r>
              <a:rPr lang="en-GB" sz="2400" dirty="0"/>
              <a:t>Match the cell to the description.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2272BE6-87EB-50A3-ED25-5F7A8141E629}"/>
              </a:ext>
            </a:extLst>
          </p:cNvPr>
          <p:cNvSpPr/>
          <p:nvPr/>
        </p:nvSpPr>
        <p:spPr>
          <a:xfrm>
            <a:off x="5228918" y="1606934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Nerve cell: transmits signals like a wire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42F7CC-41E9-CEEA-865D-313D8FA7C254}"/>
              </a:ext>
            </a:extLst>
          </p:cNvPr>
          <p:cNvSpPr/>
          <p:nvPr/>
        </p:nvSpPr>
        <p:spPr>
          <a:xfrm>
            <a:off x="5235741" y="2155992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Red blood cell: full of red haemoglobin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E2064C-4128-B59C-21CE-F75DBF1FF894}"/>
              </a:ext>
            </a:extLst>
          </p:cNvPr>
          <p:cNvSpPr/>
          <p:nvPr/>
        </p:nvSpPr>
        <p:spPr>
          <a:xfrm>
            <a:off x="5235741" y="2712825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Intestinal cells: tiny projections on upper surface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ECE5AB-A3ED-98CE-DF8A-2B892A920FE6}"/>
              </a:ext>
            </a:extLst>
          </p:cNvPr>
          <p:cNvSpPr/>
          <p:nvPr/>
        </p:nvSpPr>
        <p:spPr>
          <a:xfrm>
            <a:off x="5235741" y="3262395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Egg cell: large nucleus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01FEAB-3191-6987-1A92-56E8B4EC6975}"/>
              </a:ext>
            </a:extLst>
          </p:cNvPr>
          <p:cNvSpPr/>
          <p:nvPr/>
        </p:nvSpPr>
        <p:spPr>
          <a:xfrm>
            <a:off x="5235741" y="4958005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Bone cell: lots of hard projections to join to other cells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BA8550E-0369-710D-A39A-277D57F7A080}"/>
              </a:ext>
            </a:extLst>
          </p:cNvPr>
          <p:cNvSpPr/>
          <p:nvPr/>
        </p:nvSpPr>
        <p:spPr>
          <a:xfrm>
            <a:off x="5235741" y="4391988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White blood cell: large cell which moves and eats bacteria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8F114E0-2E5F-97D7-4188-E0DD4F5CDF26}"/>
              </a:ext>
            </a:extLst>
          </p:cNvPr>
          <p:cNvSpPr/>
          <p:nvPr/>
        </p:nvSpPr>
        <p:spPr>
          <a:xfrm>
            <a:off x="5235741" y="3825971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Sperm cell: long tail to help it swim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E0A40-C0B5-1B68-1C1C-E1B03B5040DC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5A98B-819C-0F2E-4FCE-7BFA732977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20" y="2636912"/>
            <a:ext cx="4729832" cy="294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22922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06E5D-2AE3-965C-152F-7BB67AF0E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1991AC-2069-FF50-F4D5-99042774A9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520" y="2636912"/>
            <a:ext cx="4729832" cy="29401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0A5EDB-26C0-A702-56F9-56758102F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7" y="929125"/>
            <a:ext cx="4557363" cy="864000"/>
          </a:xfrm>
        </p:spPr>
        <p:txBody>
          <a:bodyPr/>
          <a:lstStyle/>
          <a:p>
            <a:pPr algn="l"/>
            <a:r>
              <a:rPr lang="en-GB" sz="2400" dirty="0"/>
              <a:t>Match the cell to the description.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C82347-8403-4DE2-13E4-485868752023}"/>
              </a:ext>
            </a:extLst>
          </p:cNvPr>
          <p:cNvSpPr/>
          <p:nvPr/>
        </p:nvSpPr>
        <p:spPr>
          <a:xfrm>
            <a:off x="5228918" y="1606934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Nerve cell: transmits signals like a wire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C7B38B-0AA1-F5E3-BDC8-3DF33066A8ED}"/>
              </a:ext>
            </a:extLst>
          </p:cNvPr>
          <p:cNvSpPr/>
          <p:nvPr/>
        </p:nvSpPr>
        <p:spPr>
          <a:xfrm>
            <a:off x="5235741" y="2155992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Red blood cell: full of red haemoglobin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50E7DD-2263-F6E3-393E-0030FA48DA3D}"/>
              </a:ext>
            </a:extLst>
          </p:cNvPr>
          <p:cNvSpPr/>
          <p:nvPr/>
        </p:nvSpPr>
        <p:spPr>
          <a:xfrm>
            <a:off x="5235741" y="2712825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Intestinal cells: tiny projections on upper surface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8AE5C4-B7D5-2D9A-11E1-FDD05DB42758}"/>
              </a:ext>
            </a:extLst>
          </p:cNvPr>
          <p:cNvSpPr/>
          <p:nvPr/>
        </p:nvSpPr>
        <p:spPr>
          <a:xfrm>
            <a:off x="5235741" y="3262395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Egg cell: large nucleus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754CBD-0081-9DB4-B20E-9DCBAF212582}"/>
              </a:ext>
            </a:extLst>
          </p:cNvPr>
          <p:cNvSpPr/>
          <p:nvPr/>
        </p:nvSpPr>
        <p:spPr>
          <a:xfrm>
            <a:off x="5235741" y="4958005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Bone cell: lots of hard projections to join to other cells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162055-3237-CEB4-530A-5E17272E23AF}"/>
              </a:ext>
            </a:extLst>
          </p:cNvPr>
          <p:cNvSpPr/>
          <p:nvPr/>
        </p:nvSpPr>
        <p:spPr>
          <a:xfrm>
            <a:off x="5235741" y="4391988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White blood cell: large cell which moves and eats bacteria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BFE673-76D4-830B-0E9F-5410DAE8B79A}"/>
              </a:ext>
            </a:extLst>
          </p:cNvPr>
          <p:cNvSpPr/>
          <p:nvPr/>
        </p:nvSpPr>
        <p:spPr>
          <a:xfrm>
            <a:off x="5235741" y="3825971"/>
            <a:ext cx="3888432" cy="45974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Sperm cell: long tail to help it swim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C5D266-602F-4E35-FE07-3486F5E33495}"/>
              </a:ext>
            </a:extLst>
          </p:cNvPr>
          <p:cNvCxnSpPr>
            <a:stCxn id="9" idx="1"/>
          </p:cNvCxnSpPr>
          <p:nvPr/>
        </p:nvCxnSpPr>
        <p:spPr>
          <a:xfrm flipH="1">
            <a:off x="1115616" y="1836805"/>
            <a:ext cx="4113302" cy="14255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2F18B0B-8C02-9BFE-3F08-742CBF51E841}"/>
              </a:ext>
            </a:extLst>
          </p:cNvPr>
          <p:cNvCxnSpPr>
            <a:stCxn id="11" idx="1"/>
          </p:cNvCxnSpPr>
          <p:nvPr/>
        </p:nvCxnSpPr>
        <p:spPr>
          <a:xfrm flipH="1">
            <a:off x="2627784" y="2385863"/>
            <a:ext cx="2607957" cy="9729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AEF6EC-F239-E361-AB8D-CC4B30714D45}"/>
              </a:ext>
            </a:extLst>
          </p:cNvPr>
          <p:cNvCxnSpPr>
            <a:stCxn id="12" idx="1"/>
          </p:cNvCxnSpPr>
          <p:nvPr/>
        </p:nvCxnSpPr>
        <p:spPr>
          <a:xfrm flipH="1">
            <a:off x="4211960" y="2942696"/>
            <a:ext cx="1023781" cy="3196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941F021-C651-F8D2-8614-5963406CEE56}"/>
              </a:ext>
            </a:extLst>
          </p:cNvPr>
          <p:cNvCxnSpPr>
            <a:stCxn id="13" idx="1"/>
          </p:cNvCxnSpPr>
          <p:nvPr/>
        </p:nvCxnSpPr>
        <p:spPr>
          <a:xfrm flipH="1">
            <a:off x="4788024" y="3492266"/>
            <a:ext cx="447717" cy="13594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B34EA1-4426-D377-2D91-B911758B59DC}"/>
              </a:ext>
            </a:extLst>
          </p:cNvPr>
          <p:cNvCxnSpPr>
            <a:stCxn id="16" idx="1"/>
          </p:cNvCxnSpPr>
          <p:nvPr/>
        </p:nvCxnSpPr>
        <p:spPr>
          <a:xfrm flipH="1">
            <a:off x="3815916" y="4055842"/>
            <a:ext cx="1419825" cy="11013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0739015-760F-8B11-255D-4C62431EB5BE}"/>
              </a:ext>
            </a:extLst>
          </p:cNvPr>
          <p:cNvCxnSpPr>
            <a:stCxn id="15" idx="1"/>
          </p:cNvCxnSpPr>
          <p:nvPr/>
        </p:nvCxnSpPr>
        <p:spPr>
          <a:xfrm flipH="1">
            <a:off x="2699792" y="4621859"/>
            <a:ext cx="2535949" cy="312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A724DC-E8A6-525A-8100-AF93CB61FCD8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4355976" y="4285712"/>
            <a:ext cx="879765" cy="902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F20BD3-D053-EA1D-E362-60DE807171DF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91026644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668ED-3E03-BD49-0B5B-93DD1EB04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433600"/>
          </a:xfrm>
        </p:spPr>
        <p:txBody>
          <a:bodyPr/>
          <a:lstStyle/>
          <a:p>
            <a:r>
              <a:rPr lang="en-GB" sz="2400" dirty="0"/>
              <a:t>Cells, tissues, organs, organ systems and organisms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10905B2-4BB5-ABEA-41B2-B4D3E3CC47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6164351"/>
              </p:ext>
            </p:extLst>
          </p:nvPr>
        </p:nvGraphicFramePr>
        <p:xfrm>
          <a:off x="457418" y="1772816"/>
          <a:ext cx="6922894" cy="4518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DBA3B1F-2F66-1F43-3BA3-419016215F1B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7156061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284F7-880A-F91F-5061-5240C3BD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C566-CF8A-DAF6-C932-E1BB054FD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433600"/>
          </a:xfrm>
        </p:spPr>
        <p:txBody>
          <a:bodyPr/>
          <a:lstStyle/>
          <a:p>
            <a:r>
              <a:rPr lang="en-GB" sz="2400" dirty="0"/>
              <a:t>Cells, tissues, organs, organ systems and organisms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BAA12-9646-6364-9C61-BEE216391C50}"/>
              </a:ext>
            </a:extLst>
          </p:cNvPr>
          <p:cNvSpPr txBox="1"/>
          <p:nvPr/>
        </p:nvSpPr>
        <p:spPr>
          <a:xfrm>
            <a:off x="7380313" y="2348880"/>
            <a:ext cx="14401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arrows show how cells of the same type make tissues, then how mixing tissues makes organs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9F7913-3E52-450C-99D2-2DFC1ED5C7AD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1600" y="2074334"/>
            <a:ext cx="5976664" cy="38029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7AF5AB-BFD9-43B7-6110-F36680221F8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51663488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FB885-DA84-D95C-CF0E-1DB508FEE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D9C459B2-07BB-2F65-C3D7-7935D9F7F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5" y="118261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A2 and A3 Structure and location of main body organs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14D4983-5923-43B8-E90B-B82291376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45" y="2089597"/>
            <a:ext cx="8229600" cy="360040"/>
          </a:xfrm>
        </p:spPr>
        <p:txBody>
          <a:bodyPr/>
          <a:lstStyle/>
          <a:p>
            <a:pPr algn="l"/>
            <a:r>
              <a:rPr lang="en-GB" sz="2400" dirty="0"/>
              <a:t>We are now going to learn about the structure and location of the main organs of the body including: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56B86DA-A07D-4A60-6EA7-21696A5AC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4" y="2708920"/>
            <a:ext cx="4027487" cy="4024100"/>
          </a:xfrm>
        </p:spPr>
        <p:txBody>
          <a:bodyPr/>
          <a:lstStyle/>
          <a:p>
            <a:r>
              <a:rPr lang="en-GB" dirty="0"/>
              <a:t>skin </a:t>
            </a:r>
          </a:p>
          <a:p>
            <a:r>
              <a:rPr lang="en-GB" dirty="0"/>
              <a:t>heart </a:t>
            </a:r>
          </a:p>
          <a:p>
            <a:r>
              <a:rPr lang="en-GB" dirty="0"/>
              <a:t>lungs </a:t>
            </a:r>
          </a:p>
          <a:p>
            <a:r>
              <a:rPr lang="en-GB" dirty="0"/>
              <a:t>brain </a:t>
            </a:r>
          </a:p>
          <a:p>
            <a:r>
              <a:rPr lang="en-GB" dirty="0"/>
              <a:t>eyes</a:t>
            </a:r>
          </a:p>
          <a:p>
            <a:r>
              <a:rPr lang="en-GB" dirty="0"/>
              <a:t>ears </a:t>
            </a:r>
          </a:p>
          <a:p>
            <a:r>
              <a:rPr lang="en-GB" dirty="0"/>
              <a:t>stomach</a:t>
            </a:r>
          </a:p>
          <a:p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AE2B831-3BEB-6A1D-7896-5262B6018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1" y="2708920"/>
            <a:ext cx="4027488" cy="4024100"/>
          </a:xfrm>
        </p:spPr>
        <p:txBody>
          <a:bodyPr/>
          <a:lstStyle/>
          <a:p>
            <a:r>
              <a:rPr lang="en-GB" dirty="0"/>
              <a:t>uterus </a:t>
            </a:r>
          </a:p>
          <a:p>
            <a:r>
              <a:rPr lang="en-GB" dirty="0"/>
              <a:t>pancreas</a:t>
            </a:r>
          </a:p>
          <a:p>
            <a:r>
              <a:rPr lang="en-GB" dirty="0"/>
              <a:t>intestines</a:t>
            </a:r>
          </a:p>
          <a:p>
            <a:r>
              <a:rPr lang="en-GB" dirty="0"/>
              <a:t>liver </a:t>
            </a:r>
          </a:p>
          <a:p>
            <a:r>
              <a:rPr lang="en-GB" dirty="0"/>
              <a:t>kidneys</a:t>
            </a:r>
          </a:p>
          <a:p>
            <a:r>
              <a:rPr lang="en-GB" dirty="0"/>
              <a:t>bladder </a:t>
            </a:r>
          </a:p>
          <a:p>
            <a:r>
              <a:rPr lang="en-GB" dirty="0"/>
              <a:t>ovaries/testes</a:t>
            </a:r>
          </a:p>
          <a:p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70B3C8-16C9-E1D2-923F-AFA8862C1CB2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483071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8F307-1E09-3BB8-D439-426DD4DB8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F3E808-AD87-476E-A460-8790683A1D2E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39052" y="2123139"/>
            <a:ext cx="5769252" cy="39605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01DDC7-AB21-9476-294D-865537E6DDDA}"/>
              </a:ext>
            </a:extLst>
          </p:cNvPr>
          <p:cNvSpPr txBox="1"/>
          <p:nvPr/>
        </p:nvSpPr>
        <p:spPr>
          <a:xfrm>
            <a:off x="1003298" y="1196752"/>
            <a:ext cx="68407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dirty="0"/>
              <a:t>Human organs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BB637-5DC9-0F63-6358-A331C42528D2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962724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8759-CE18-5B35-CF6F-B6D91D439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05298"/>
            <a:ext cx="8229600" cy="864000"/>
          </a:xfrm>
        </p:spPr>
        <p:txBody>
          <a:bodyPr/>
          <a:lstStyle/>
          <a:p>
            <a:r>
              <a:rPr lang="en-GB" sz="3200" dirty="0"/>
              <a:t>B1 and B2 Body systems and functions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E1C0BD5-9FF0-580C-86DF-1C79CBD07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059200"/>
            <a:ext cx="8712968" cy="38784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These are the major body systems:</a:t>
            </a:r>
          </a:p>
          <a:p>
            <a:r>
              <a:rPr lang="en-GB" sz="2000" b="1" dirty="0"/>
              <a:t>Cardiovascular</a:t>
            </a:r>
            <a:r>
              <a:rPr lang="en-GB" sz="2000" dirty="0"/>
              <a:t>: heart, blood, blood vessels. </a:t>
            </a:r>
          </a:p>
          <a:p>
            <a:r>
              <a:rPr lang="en-GB" sz="2000" b="1" dirty="0"/>
              <a:t>Respiratory</a:t>
            </a:r>
            <a:r>
              <a:rPr lang="en-GB" sz="2000" dirty="0"/>
              <a:t>: upper and lower respiratory tracts. </a:t>
            </a:r>
          </a:p>
          <a:p>
            <a:r>
              <a:rPr lang="en-GB" sz="2000" b="1" dirty="0"/>
              <a:t>Nervous</a:t>
            </a:r>
            <a:r>
              <a:rPr lang="en-GB" sz="2000" dirty="0"/>
              <a:t>: brain, nerves, autonomic nervous system, the senses. </a:t>
            </a:r>
          </a:p>
          <a:p>
            <a:r>
              <a:rPr lang="en-GB" sz="2000" b="1" dirty="0"/>
              <a:t>Endocrine</a:t>
            </a:r>
            <a:r>
              <a:rPr lang="en-GB" sz="2000" dirty="0"/>
              <a:t>: glands, hormones. </a:t>
            </a:r>
          </a:p>
          <a:p>
            <a:r>
              <a:rPr lang="en-GB" sz="2000" b="1" dirty="0"/>
              <a:t>Digestive</a:t>
            </a:r>
            <a:r>
              <a:rPr lang="en-GB" sz="2000" dirty="0"/>
              <a:t>: mouth, oesophagus, stomach, small and large intestine, rectum. </a:t>
            </a:r>
          </a:p>
          <a:p>
            <a:r>
              <a:rPr lang="en-GB" sz="2000" b="1" dirty="0"/>
              <a:t>Excretory</a:t>
            </a:r>
            <a:r>
              <a:rPr lang="en-GB" sz="2000" dirty="0"/>
              <a:t>: kidneys, ureters, bladder, urethra. </a:t>
            </a:r>
          </a:p>
          <a:p>
            <a:r>
              <a:rPr lang="en-GB" sz="2000" b="1" dirty="0"/>
              <a:t>Reproductive</a:t>
            </a:r>
            <a:r>
              <a:rPr lang="en-GB" sz="2000" dirty="0"/>
              <a:t>: structure of male and female reproductive systems. </a:t>
            </a:r>
          </a:p>
          <a:p>
            <a:r>
              <a:rPr lang="fr-FR" sz="2000" b="1" dirty="0"/>
              <a:t>Musculoskeletal</a:t>
            </a:r>
            <a:r>
              <a:rPr lang="fr-FR" sz="2000" dirty="0"/>
              <a:t>: bones, joints, ligaments, muscles.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51F16-3F52-A62D-B316-0E65688DF077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17062280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6E24-5EF9-B9EA-3F1E-F8E2BB8D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455" y="1287751"/>
            <a:ext cx="5987008" cy="864000"/>
          </a:xfrm>
        </p:spPr>
        <p:txBody>
          <a:bodyPr/>
          <a:lstStyle/>
          <a:p>
            <a:r>
              <a:rPr lang="en-GB" dirty="0"/>
              <a:t>Cardiovascular (circulatory)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FAEB-255A-FD78-DB1A-EBC024A52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5" y="2924944"/>
            <a:ext cx="3671638" cy="3149492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Functions include:</a:t>
            </a:r>
          </a:p>
          <a:p>
            <a:r>
              <a:rPr lang="en-GB" dirty="0"/>
              <a:t>supplying oxygen to body tissues</a:t>
            </a:r>
          </a:p>
          <a:p>
            <a:r>
              <a:rPr lang="en-GB" dirty="0"/>
              <a:t>removal of waste products (such as urea)</a:t>
            </a:r>
          </a:p>
          <a:p>
            <a:r>
              <a:rPr lang="en-GB" dirty="0"/>
              <a:t>electrical conduction of the heart.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43562C-BC1D-07FC-BD70-EB25FF4BFD6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4D3751-4B93-B42D-322C-CAA1BABB4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1556792"/>
            <a:ext cx="2463797" cy="477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4680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2894E8-F981-48FB-B973-6C471D37447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70115" y="2212722"/>
            <a:ext cx="2880320" cy="43924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264458-2981-C989-2119-E22B13457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556792"/>
            <a:ext cx="7776864" cy="65806"/>
          </a:xfrm>
        </p:spPr>
        <p:txBody>
          <a:bodyPr/>
          <a:lstStyle/>
          <a:p>
            <a:r>
              <a:rPr lang="en-GB" sz="3200" dirty="0"/>
              <a:t>The heart pumps blood through the circulatory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DFB1C-BA9E-21BB-E197-8055F83851F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81C9A-0FD6-B6CD-B3E1-224B5AA63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7584" y="2204864"/>
            <a:ext cx="3024336" cy="391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06615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70A93-0CA8-AFB7-C1AA-F6464B88E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55EF-4315-9081-0361-179811FE6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5987008" cy="864000"/>
          </a:xfrm>
        </p:spPr>
        <p:txBody>
          <a:bodyPr/>
          <a:lstStyle/>
          <a:p>
            <a:r>
              <a:rPr lang="en-GB" dirty="0"/>
              <a:t>Respiratory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B9FAE-6C05-5C10-7DD1-A49C795C5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5" y="2196000"/>
            <a:ext cx="3671638" cy="38784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Functions include:</a:t>
            </a:r>
          </a:p>
          <a:p>
            <a:r>
              <a:rPr lang="en-GB" dirty="0"/>
              <a:t>maintenance of oxygen supply</a:t>
            </a:r>
          </a:p>
          <a:p>
            <a:r>
              <a:rPr lang="en-GB" dirty="0"/>
              <a:t>excretion of carbon dioxide and water vapour.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53654-C752-2785-E4DD-35BCE559DFD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660232" y="1195200"/>
            <a:ext cx="2304256" cy="53340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9AB881-AC70-63E7-5E31-A7B4C942B12B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31924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F3D3-2FDF-4618-B0EB-D68FA1CB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The diaphragm functions in breathing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82CC1-06B5-DC60-DBEE-89339BA6BF05}"/>
              </a:ext>
            </a:extLst>
          </p:cNvPr>
          <p:cNvSpPr txBox="1"/>
          <p:nvPr/>
        </p:nvSpPr>
        <p:spPr>
          <a:xfrm>
            <a:off x="1593832" y="5469392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inhaling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C2D310-F49F-5519-318C-CAE50268569E}"/>
              </a:ext>
            </a:extLst>
          </p:cNvPr>
          <p:cNvSpPr txBox="1"/>
          <p:nvPr/>
        </p:nvSpPr>
        <p:spPr>
          <a:xfrm>
            <a:off x="6570414" y="5446654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exhaling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CB10C62-2DA0-4C1E-806E-DCFA61C1D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552" y="2059200"/>
            <a:ext cx="3319409" cy="3314016"/>
          </a:xfr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02F71A-71DC-47E9-B89B-9E3D1ABE05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015" y="2059200"/>
            <a:ext cx="3319409" cy="34101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39DF09-94DD-4377-9FC7-212BA538BA2E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74838696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FFF3-2594-9A81-332D-27B5D8672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52736"/>
            <a:ext cx="8229600" cy="864000"/>
          </a:xfrm>
        </p:spPr>
        <p:txBody>
          <a:bodyPr/>
          <a:lstStyle/>
          <a:p>
            <a:r>
              <a:rPr lang="en-GB" dirty="0"/>
              <a:t>Alveoli structure and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180CB-5911-2893-7582-66FD5FF52845}"/>
              </a:ext>
            </a:extLst>
          </p:cNvPr>
          <p:cNvSpPr/>
          <p:nvPr/>
        </p:nvSpPr>
        <p:spPr>
          <a:xfrm>
            <a:off x="1331639" y="2697815"/>
            <a:ext cx="1558439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5E072-A78F-4495-894F-B9A126A5DA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1492" y="2382107"/>
            <a:ext cx="2808312" cy="360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2D1980-8BAF-FAD0-FACF-0C8A377FF797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7B6C50-7827-9BB8-2A29-68555707F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73" y="2905461"/>
            <a:ext cx="4375360" cy="259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57191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30FE-1323-BFD5-B50F-B794E84E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1D8F-A989-0C27-6A74-301B193B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5987008" cy="864000"/>
          </a:xfrm>
        </p:spPr>
        <p:txBody>
          <a:bodyPr/>
          <a:lstStyle/>
          <a:p>
            <a:r>
              <a:rPr lang="en-GB" dirty="0"/>
              <a:t>Nervous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5E80A-F5E8-D7A2-8097-B233FAB7F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5" y="2196000"/>
            <a:ext cx="3671638" cy="38784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Functions include:</a:t>
            </a:r>
          </a:p>
          <a:p>
            <a:r>
              <a:rPr lang="en-GB" dirty="0"/>
              <a:t>processing of and response to information about changes in the body</a:t>
            </a:r>
          </a:p>
          <a:p>
            <a:r>
              <a:rPr lang="en-GB" dirty="0"/>
              <a:t>aiding perception through the five senses.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E5553-31D1-7CCC-E559-129C8C1618D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3CCB9C-0F33-F943-42F7-209AA459C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1556792"/>
            <a:ext cx="2352829" cy="461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36564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13330-F2D5-C1FC-7701-E630C088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6DC81-40C9-757A-0326-BAF73EDF8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060" y="2408866"/>
            <a:ext cx="3671638" cy="38784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Functions include:</a:t>
            </a:r>
          </a:p>
          <a:p>
            <a:r>
              <a:rPr lang="en-GB" dirty="0"/>
              <a:t>control of movement</a:t>
            </a:r>
          </a:p>
          <a:p>
            <a:r>
              <a:rPr lang="en-GB" dirty="0"/>
              <a:t>coordination.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1973E8-7933-3673-2570-339464231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87751"/>
            <a:ext cx="5554960" cy="864000"/>
          </a:xfrm>
        </p:spPr>
        <p:txBody>
          <a:bodyPr/>
          <a:lstStyle/>
          <a:p>
            <a:r>
              <a:rPr lang="en-GB" dirty="0"/>
              <a:t>Musculoskeletal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258673-7165-FD22-0880-B2AF4F5F11C8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9029CE-0A2C-FB78-AA22-632B74043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323" y="1916832"/>
            <a:ext cx="3893617" cy="453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63237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F4D8-F8A0-8499-1CA7-B32471B34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24744"/>
            <a:ext cx="8229600" cy="433600"/>
          </a:xfrm>
        </p:spPr>
        <p:txBody>
          <a:bodyPr/>
          <a:lstStyle/>
          <a:p>
            <a:r>
              <a:rPr lang="en-GB" dirty="0"/>
              <a:t>Movement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7B5227-8EA5-2C73-1324-0492C77C8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672" y="1625005"/>
            <a:ext cx="2322694" cy="4555250"/>
          </a:xfrm>
        </p:spPr>
        <p:txBody>
          <a:bodyPr/>
          <a:lstStyle/>
          <a:p>
            <a:r>
              <a:rPr lang="en-GB" sz="2000" dirty="0"/>
              <a:t>Muscles contract and pull on tendons</a:t>
            </a:r>
          </a:p>
          <a:p>
            <a:r>
              <a:rPr lang="en-GB" sz="2000" dirty="0"/>
              <a:t>Tendons connect muscles to bones</a:t>
            </a:r>
          </a:p>
          <a:p>
            <a:r>
              <a:rPr lang="en-GB" sz="2000" dirty="0"/>
              <a:t>Joints are where bones meet</a:t>
            </a:r>
          </a:p>
          <a:p>
            <a:r>
              <a:rPr lang="en-GB" sz="2000" dirty="0"/>
              <a:t>Bones move at joints</a:t>
            </a:r>
          </a:p>
          <a:p>
            <a:r>
              <a:rPr lang="en-GB" sz="2000" dirty="0"/>
              <a:t>Ligaments hold joints together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0C0F5-4B21-274B-278A-2EDD3EE5F778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4E1FE8-1129-7D12-63AA-89B92243F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5816" y="1844824"/>
            <a:ext cx="5688632" cy="446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5988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AD266-6BE0-2732-5924-72F36A6A1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C8714-32DB-1CC0-C31F-15722D895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5" y="2196000"/>
            <a:ext cx="3671638" cy="38784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Functions include:</a:t>
            </a:r>
          </a:p>
          <a:p>
            <a:r>
              <a:rPr lang="en-GB" dirty="0"/>
              <a:t>mechanical and chemical digestion</a:t>
            </a:r>
          </a:p>
          <a:p>
            <a:r>
              <a:rPr lang="en-GB" dirty="0"/>
              <a:t>absorption and elimination of food materials.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58F0D-9109-5831-CE6D-D3C24E7E0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5554960" cy="864000"/>
          </a:xfrm>
        </p:spPr>
        <p:txBody>
          <a:bodyPr/>
          <a:lstStyle/>
          <a:p>
            <a:r>
              <a:rPr lang="en-GB" dirty="0"/>
              <a:t>Digestive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56BAB2-B869-701F-C94D-135E1607E171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563233-BF94-8955-8CB3-8641411271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1637193"/>
            <a:ext cx="2353423" cy="470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27122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CA07-C2AF-DEB3-03AC-058A37F0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Human Digestive System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4D6E650-1CE4-4DB1-A962-76C9D26C6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01"/>
          <a:stretch>
            <a:fillRect/>
          </a:stretch>
        </p:blipFill>
        <p:spPr>
          <a:xfrm>
            <a:off x="2089596" y="2524937"/>
            <a:ext cx="4974803" cy="353929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846046-D399-60BE-4238-185C36AC4C7E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25294711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529E-8D3E-8B1A-B165-6C209701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5650A57-F7F6-D696-8E09-81A237842CFD}"/>
              </a:ext>
            </a:extLst>
          </p:cNvPr>
          <p:cNvGrpSpPr/>
          <p:nvPr/>
        </p:nvGrpSpPr>
        <p:grpSpPr>
          <a:xfrm>
            <a:off x="1835696" y="1412776"/>
            <a:ext cx="7128792" cy="4395248"/>
            <a:chOff x="1835696" y="1412776"/>
            <a:chExt cx="7128792" cy="439524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540075-A4A1-4A1A-B5E3-1B19A7FE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835696" y="1415238"/>
              <a:ext cx="7128792" cy="4392786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86099E4-F09B-462A-B1D5-5738F1E90597}"/>
                </a:ext>
              </a:extLst>
            </p:cNvPr>
            <p:cNvSpPr/>
            <p:nvPr/>
          </p:nvSpPr>
          <p:spPr>
            <a:xfrm>
              <a:off x="3335478" y="1412776"/>
              <a:ext cx="4331298" cy="6629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b="1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66D05-11DD-96FB-6079-A911BCA7C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5" y="2061795"/>
            <a:ext cx="2592288" cy="425028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Functions include:</a:t>
            </a:r>
          </a:p>
          <a:p>
            <a:r>
              <a:rPr lang="en-GB" dirty="0"/>
              <a:t>filtering of blood</a:t>
            </a:r>
          </a:p>
          <a:p>
            <a:r>
              <a:rPr lang="en-GB" dirty="0"/>
              <a:t>salt balance</a:t>
            </a:r>
          </a:p>
          <a:p>
            <a:r>
              <a:rPr lang="en-GB" dirty="0"/>
              <a:t>pH balance</a:t>
            </a:r>
          </a:p>
          <a:p>
            <a:r>
              <a:rPr lang="en-GB" dirty="0"/>
              <a:t>fluid balance.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FAD729-64EE-2EB8-A2B3-A808A197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5554960" cy="864000"/>
          </a:xfrm>
        </p:spPr>
        <p:txBody>
          <a:bodyPr/>
          <a:lstStyle/>
          <a:p>
            <a:r>
              <a:rPr lang="en-GB" dirty="0"/>
              <a:t>Excretory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5F757-8A76-3059-94C6-7EEE02D13EFE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1146400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C9D06-F2D6-2216-42C1-36DEFC40D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DEAD-E9FB-B07F-7F49-1DB107B3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5987008" cy="864000"/>
          </a:xfrm>
        </p:spPr>
        <p:txBody>
          <a:bodyPr/>
          <a:lstStyle/>
          <a:p>
            <a:r>
              <a:rPr lang="en-GB" dirty="0"/>
              <a:t>Endocrine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AF402-A64B-338E-C3D3-EC6B25895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5" y="2196000"/>
            <a:ext cx="3671638" cy="3878436"/>
          </a:xfrm>
        </p:spPr>
        <p:txBody>
          <a:bodyPr/>
          <a:lstStyle/>
          <a:p>
            <a:r>
              <a:rPr lang="en-GB" dirty="0"/>
              <a:t>Secretion of hormones to maintain balance in the body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AA701-9727-6BFB-F0A1-07D1CB2A4A46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58B51-7C34-239B-F537-A2574A8A9B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92" y="1628800"/>
            <a:ext cx="2232248" cy="469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43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476C-362C-CF68-320F-EC129422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menstrual cycle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F8A062-7F2A-B777-8CE0-48E909984091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D211F835-1791-0ED3-5737-FAA1B09ED6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99592" y="2132856"/>
            <a:ext cx="7505127" cy="41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977199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C476C-362C-CF68-320F-EC1294227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menstrual cycle 2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6AAD3A6-088F-4487-AED5-A86955DA8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3728" y="2204864"/>
            <a:ext cx="4536504" cy="374441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BEB788-B87D-0886-576B-6034975B0797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4746594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BFDD-E690-C3E3-7B21-42F6C4AF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230D4-7061-CFA0-692E-B15642D7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83" y="1105357"/>
            <a:ext cx="5987008" cy="864000"/>
          </a:xfrm>
        </p:spPr>
        <p:txBody>
          <a:bodyPr/>
          <a:lstStyle/>
          <a:p>
            <a:r>
              <a:rPr lang="en-GB" dirty="0"/>
              <a:t>Reproductive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A74E-E388-EE11-5EE1-591ED775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5" y="2196000"/>
            <a:ext cx="3671638" cy="38784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Functions include:</a:t>
            </a:r>
          </a:p>
          <a:p>
            <a:r>
              <a:rPr lang="en-GB" dirty="0"/>
              <a:t>manufacture of specialised sex cells</a:t>
            </a:r>
          </a:p>
          <a:p>
            <a:r>
              <a:rPr lang="en-GB" dirty="0"/>
              <a:t>fertilisation</a:t>
            </a:r>
          </a:p>
          <a:p>
            <a:r>
              <a:rPr lang="en-GB" dirty="0"/>
              <a:t>development of embryo</a:t>
            </a:r>
          </a:p>
          <a:p>
            <a:r>
              <a:rPr lang="en-GB" dirty="0"/>
              <a:t>foetus</a:t>
            </a:r>
          </a:p>
          <a:p>
            <a:r>
              <a:rPr lang="en-GB" dirty="0"/>
              <a:t>birth of a baby.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CBF2FA-A0EF-33F0-F87D-36EEFB160EB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48787B-0615-2383-6A65-19C79F63D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2196000"/>
            <a:ext cx="4032448" cy="405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4837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B7C48EA-8DAF-4CFB-B0F2-5F5C22F00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27584" y="1795607"/>
            <a:ext cx="7488832" cy="4783721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10CDDF1-22D2-D051-54A4-495434897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83086"/>
            <a:ext cx="8229600" cy="402625"/>
          </a:xfrm>
        </p:spPr>
        <p:txBody>
          <a:bodyPr/>
          <a:lstStyle/>
          <a:p>
            <a:r>
              <a:rPr lang="en-GB" dirty="0"/>
              <a:t>Foetal 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7617C-AC03-3ABB-13FA-E1E25DC56885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81423136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497D-0220-006B-0FA5-C9136CCD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49" y="1202474"/>
            <a:ext cx="8229600" cy="577616"/>
          </a:xfrm>
        </p:spPr>
        <p:txBody>
          <a:bodyPr/>
          <a:lstStyle/>
          <a:p>
            <a:r>
              <a:rPr lang="en-GB" dirty="0"/>
              <a:t>Research task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8BED12-1FBC-05F0-486C-EA794574C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4" y="3717031"/>
            <a:ext cx="4027487" cy="2503069"/>
          </a:xfrm>
        </p:spPr>
        <p:txBody>
          <a:bodyPr/>
          <a:lstStyle/>
          <a:p>
            <a:r>
              <a:rPr lang="en-GB" dirty="0"/>
              <a:t>cardiovascular</a:t>
            </a:r>
          </a:p>
          <a:p>
            <a:r>
              <a:rPr lang="en-GB" dirty="0"/>
              <a:t>respiratory</a:t>
            </a:r>
          </a:p>
          <a:p>
            <a:r>
              <a:rPr lang="en-GB" dirty="0"/>
              <a:t>nervous</a:t>
            </a:r>
          </a:p>
          <a:p>
            <a:r>
              <a:rPr lang="en-GB" dirty="0"/>
              <a:t>endocrine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5FD51-BFC0-608A-FAAF-5C367FBFE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3717031"/>
            <a:ext cx="4027488" cy="2503070"/>
          </a:xfrm>
        </p:spPr>
        <p:txBody>
          <a:bodyPr/>
          <a:lstStyle/>
          <a:p>
            <a:r>
              <a:rPr lang="en-GB" dirty="0"/>
              <a:t>digestive</a:t>
            </a:r>
          </a:p>
          <a:p>
            <a:r>
              <a:rPr lang="en-GB" dirty="0"/>
              <a:t>excretory</a:t>
            </a:r>
          </a:p>
          <a:p>
            <a:r>
              <a:rPr lang="en-GB" dirty="0"/>
              <a:t>reproductive</a:t>
            </a:r>
          </a:p>
          <a:p>
            <a:r>
              <a:rPr lang="en-GB" dirty="0"/>
              <a:t>musculoskeletal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791B7F-0C51-C56B-7E66-C62FEBA5B1BB}"/>
              </a:ext>
            </a:extLst>
          </p:cNvPr>
          <p:cNvSpPr txBox="1"/>
          <p:nvPr/>
        </p:nvSpPr>
        <p:spPr>
          <a:xfrm>
            <a:off x="375948" y="1958108"/>
            <a:ext cx="764824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Select one of these body systems then prepare a presentation to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annotated diagram showing structure and relative organ sizes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function of the system in the body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individual role of each organ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relationship of  structure to function in each case.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2B931A-4029-FE4D-E7F2-D0AC0583A435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87161248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A209A-2658-ABFC-29A2-A51868AA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41087"/>
            <a:ext cx="8229600" cy="369332"/>
          </a:xfrm>
        </p:spPr>
        <p:txBody>
          <a:bodyPr/>
          <a:lstStyle/>
          <a:p>
            <a:r>
              <a:rPr lang="en-GB" dirty="0"/>
              <a:t>B3 Interrelationships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81608-6F31-218D-87DF-2F9A26DA5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017" y="2640679"/>
            <a:ext cx="4027487" cy="3295157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highlight>
                  <a:srgbClr val="FF0000"/>
                </a:highlight>
              </a:rPr>
              <a:t>too hot:</a:t>
            </a:r>
          </a:p>
          <a:p>
            <a:r>
              <a:rPr lang="en-GB" dirty="0"/>
              <a:t>sweat</a:t>
            </a:r>
          </a:p>
          <a:p>
            <a:r>
              <a:rPr lang="en-GB" dirty="0"/>
              <a:t>go red in the face (flush)</a:t>
            </a:r>
          </a:p>
          <a:p>
            <a:r>
              <a:rPr lang="en-GB" dirty="0"/>
              <a:t>take off some clothes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51CA5-62E5-A092-681A-C46F50208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2525" y="2640679"/>
            <a:ext cx="4027488" cy="329515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  <a:highlight>
                  <a:srgbClr val="0000FF"/>
                </a:highlight>
              </a:rPr>
              <a:t>too cold:</a:t>
            </a:r>
          </a:p>
          <a:p>
            <a:r>
              <a:rPr lang="en-GB" dirty="0"/>
              <a:t>shiver</a:t>
            </a:r>
          </a:p>
          <a:p>
            <a:r>
              <a:rPr lang="en-GB" dirty="0"/>
              <a:t>lips turn blue</a:t>
            </a:r>
          </a:p>
          <a:p>
            <a:r>
              <a:rPr lang="en-GB" dirty="0"/>
              <a:t>put on more clothes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5CA004-4978-239E-BEC4-42793BB52A38}"/>
              </a:ext>
            </a:extLst>
          </p:cNvPr>
          <p:cNvSpPr txBox="1"/>
          <p:nvPr/>
        </p:nvSpPr>
        <p:spPr>
          <a:xfrm>
            <a:off x="735611" y="1934667"/>
            <a:ext cx="3095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happens when we get: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1B81D-961B-B266-4AC8-6E4D2E5B4A55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212719524"/>
      </p:ext>
    </p:extLst>
  </p:cSld>
  <p:clrMapOvr>
    <a:masterClrMapping/>
  </p:clrMapOvr>
  <p:transition>
    <p:sndAc>
      <p:stSnd>
        <p:snd r:embed="rId2" name="cl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900B1F5-E0D2-E33C-9273-E41F927A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75" y="1124663"/>
            <a:ext cx="8229600" cy="433600"/>
          </a:xfrm>
        </p:spPr>
        <p:txBody>
          <a:bodyPr/>
          <a:lstStyle/>
          <a:p>
            <a:r>
              <a:rPr lang="en-GB" dirty="0"/>
              <a:t>Homeostasis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A0F9E4-6563-FB62-BE92-18824D42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4" y="2079303"/>
            <a:ext cx="8207375" cy="3995133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Research which systems work together to maintain the following and how they do this:</a:t>
            </a:r>
          </a:p>
          <a:p>
            <a:pPr marL="0" indent="0">
              <a:buNone/>
            </a:pPr>
            <a:endParaRPr lang="en-GB" dirty="0"/>
          </a:p>
          <a:p>
            <a:pPr marL="457200" indent="-457200">
              <a:buFont typeface="+mj-lt"/>
              <a:buAutoNum type="alphaLcParenR"/>
            </a:pPr>
            <a:r>
              <a:rPr lang="en-GB" dirty="0"/>
              <a:t>Oxygen supply and remove carbon dioxide </a:t>
            </a:r>
          </a:p>
          <a:p>
            <a:pPr marL="457200" indent="-457200">
              <a:buFont typeface="+mj-lt"/>
              <a:buAutoNum type="alphaLcParenR"/>
            </a:pPr>
            <a:r>
              <a:rPr lang="en-GB" dirty="0"/>
              <a:t>Blood glucose levels</a:t>
            </a:r>
          </a:p>
          <a:p>
            <a:pPr marL="457200" indent="-457200">
              <a:buFont typeface="+mj-lt"/>
              <a:buAutoNum type="alphaLcParenR"/>
            </a:pPr>
            <a:r>
              <a:rPr lang="en-GB" dirty="0"/>
              <a:t>Physical movement</a:t>
            </a:r>
          </a:p>
          <a:p>
            <a:pPr marL="457200" indent="-457200">
              <a:buFont typeface="+mj-lt"/>
              <a:buAutoNum type="alphaLcParenR"/>
            </a:pPr>
            <a:r>
              <a:rPr lang="en-GB" dirty="0"/>
              <a:t>Menstrual cycle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833CAC-2C23-0DB7-DA57-8021B97DB77B}"/>
              </a:ext>
            </a:extLst>
          </p:cNvPr>
          <p:cNvSpPr txBox="1"/>
          <p:nvPr/>
        </p:nvSpPr>
        <p:spPr>
          <a:xfrm>
            <a:off x="2556063" y="1634117"/>
            <a:ext cx="4378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(keeping conditions in the body constant)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E4572F-AEBD-0421-FCF5-F85B0082EBA7}"/>
              </a:ext>
            </a:extLst>
          </p:cNvPr>
          <p:cNvGrpSpPr/>
          <p:nvPr/>
        </p:nvGrpSpPr>
        <p:grpSpPr>
          <a:xfrm>
            <a:off x="2784440" y="5211162"/>
            <a:ext cx="3921368" cy="948742"/>
            <a:chOff x="3012817" y="5183745"/>
            <a:chExt cx="3921368" cy="948742"/>
          </a:xfrm>
        </p:grpSpPr>
        <p:grpSp>
          <p:nvGrpSpPr>
            <p:cNvPr id="9" name="Graphic 8" descr="Thermometer with solid fill">
              <a:extLst>
                <a:ext uri="{FF2B5EF4-FFF2-40B4-BE49-F238E27FC236}">
                  <a16:creationId xmlns:a16="http://schemas.microsoft.com/office/drawing/2014/main" id="{AC743CCB-6F0D-79E7-56D0-C2117617FBF1}"/>
                </a:ext>
              </a:extLst>
            </p:cNvPr>
            <p:cNvGrpSpPr/>
            <p:nvPr/>
          </p:nvGrpSpPr>
          <p:grpSpPr>
            <a:xfrm>
              <a:off x="3012817" y="5230521"/>
              <a:ext cx="381301" cy="843915"/>
              <a:chOff x="730536" y="4986800"/>
              <a:chExt cx="381301" cy="843915"/>
            </a:xfrm>
            <a:solidFill>
              <a:srgbClr val="FF0000"/>
            </a:solidFill>
          </p:grpSpPr>
          <p:sp>
            <p:nvSpPr>
              <p:cNvPr id="10" name="Free-form: Shape 9">
                <a:extLst>
                  <a:ext uri="{FF2B5EF4-FFF2-40B4-BE49-F238E27FC236}">
                    <a16:creationId xmlns:a16="http://schemas.microsoft.com/office/drawing/2014/main" id="{5C19358E-6B7F-064F-C5B1-D8D45001BF9E}"/>
                  </a:ext>
                </a:extLst>
              </p:cNvPr>
              <p:cNvSpPr/>
              <p:nvPr/>
            </p:nvSpPr>
            <p:spPr>
              <a:xfrm>
                <a:off x="730536" y="4986800"/>
                <a:ext cx="381301" cy="843915"/>
              </a:xfrm>
              <a:custGeom>
                <a:avLst/>
                <a:gdLst>
                  <a:gd name="connsiteX0" fmla="*/ 190651 w 381301"/>
                  <a:gd name="connsiteY0" fmla="*/ 786765 h 843915"/>
                  <a:gd name="connsiteX1" fmla="*/ 61111 w 381301"/>
                  <a:gd name="connsiteY1" fmla="*/ 682943 h 843915"/>
                  <a:gd name="connsiteX2" fmla="*/ 133501 w 381301"/>
                  <a:gd name="connsiteY2" fmla="*/ 533400 h 843915"/>
                  <a:gd name="connsiteX3" fmla="*/ 133501 w 381301"/>
                  <a:gd name="connsiteY3" fmla="*/ 114300 h 843915"/>
                  <a:gd name="connsiteX4" fmla="*/ 190651 w 381301"/>
                  <a:gd name="connsiteY4" fmla="*/ 57150 h 843915"/>
                  <a:gd name="connsiteX5" fmla="*/ 247801 w 381301"/>
                  <a:gd name="connsiteY5" fmla="*/ 114300 h 843915"/>
                  <a:gd name="connsiteX6" fmla="*/ 247801 w 381301"/>
                  <a:gd name="connsiteY6" fmla="*/ 533400 h 843915"/>
                  <a:gd name="connsiteX7" fmla="*/ 320191 w 381301"/>
                  <a:gd name="connsiteY7" fmla="*/ 682943 h 843915"/>
                  <a:gd name="connsiteX8" fmla="*/ 190651 w 381301"/>
                  <a:gd name="connsiteY8" fmla="*/ 786765 h 843915"/>
                  <a:gd name="connsiteX9" fmla="*/ 190651 w 381301"/>
                  <a:gd name="connsiteY9" fmla="*/ 786765 h 843915"/>
                  <a:gd name="connsiteX10" fmla="*/ 304951 w 381301"/>
                  <a:gd name="connsiteY10" fmla="*/ 501015 h 843915"/>
                  <a:gd name="connsiteX11" fmla="*/ 304951 w 381301"/>
                  <a:gd name="connsiteY11" fmla="*/ 114300 h 843915"/>
                  <a:gd name="connsiteX12" fmla="*/ 190651 w 381301"/>
                  <a:gd name="connsiteY12" fmla="*/ 0 h 843915"/>
                  <a:gd name="connsiteX13" fmla="*/ 76351 w 381301"/>
                  <a:gd name="connsiteY13" fmla="*/ 114300 h 843915"/>
                  <a:gd name="connsiteX14" fmla="*/ 76351 w 381301"/>
                  <a:gd name="connsiteY14" fmla="*/ 501015 h 843915"/>
                  <a:gd name="connsiteX15" fmla="*/ 9676 w 381301"/>
                  <a:gd name="connsiteY15" fmla="*/ 713423 h 843915"/>
                  <a:gd name="connsiteX16" fmla="*/ 190651 w 381301"/>
                  <a:gd name="connsiteY16" fmla="*/ 843915 h 843915"/>
                  <a:gd name="connsiteX17" fmla="*/ 371626 w 381301"/>
                  <a:gd name="connsiteY17" fmla="*/ 713423 h 843915"/>
                  <a:gd name="connsiteX18" fmla="*/ 304951 w 381301"/>
                  <a:gd name="connsiteY18" fmla="*/ 501015 h 843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81301" h="843915">
                    <a:moveTo>
                      <a:pt x="190651" y="786765"/>
                    </a:moveTo>
                    <a:cubicBezTo>
                      <a:pt x="128738" y="786765"/>
                      <a:pt x="74446" y="742950"/>
                      <a:pt x="61111" y="682943"/>
                    </a:cubicBezTo>
                    <a:cubicBezTo>
                      <a:pt x="46823" y="621983"/>
                      <a:pt x="77303" y="560070"/>
                      <a:pt x="133501" y="533400"/>
                    </a:cubicBezTo>
                    <a:lnTo>
                      <a:pt x="133501" y="114300"/>
                    </a:lnTo>
                    <a:cubicBezTo>
                      <a:pt x="133501" y="82867"/>
                      <a:pt x="159218" y="57150"/>
                      <a:pt x="190651" y="57150"/>
                    </a:cubicBezTo>
                    <a:cubicBezTo>
                      <a:pt x="222083" y="57150"/>
                      <a:pt x="247801" y="82867"/>
                      <a:pt x="247801" y="114300"/>
                    </a:cubicBezTo>
                    <a:lnTo>
                      <a:pt x="247801" y="533400"/>
                    </a:lnTo>
                    <a:cubicBezTo>
                      <a:pt x="303998" y="560070"/>
                      <a:pt x="333526" y="621983"/>
                      <a:pt x="320191" y="682943"/>
                    </a:cubicBezTo>
                    <a:cubicBezTo>
                      <a:pt x="305903" y="742950"/>
                      <a:pt x="252563" y="785813"/>
                      <a:pt x="190651" y="786765"/>
                    </a:cubicBezTo>
                    <a:lnTo>
                      <a:pt x="190651" y="786765"/>
                    </a:lnTo>
                    <a:close/>
                    <a:moveTo>
                      <a:pt x="304951" y="501015"/>
                    </a:moveTo>
                    <a:lnTo>
                      <a:pt x="304951" y="114300"/>
                    </a:lnTo>
                    <a:cubicBezTo>
                      <a:pt x="304951" y="51435"/>
                      <a:pt x="253516" y="0"/>
                      <a:pt x="190651" y="0"/>
                    </a:cubicBezTo>
                    <a:cubicBezTo>
                      <a:pt x="127786" y="0"/>
                      <a:pt x="76351" y="50483"/>
                      <a:pt x="76351" y="114300"/>
                    </a:cubicBezTo>
                    <a:lnTo>
                      <a:pt x="76351" y="501015"/>
                    </a:lnTo>
                    <a:cubicBezTo>
                      <a:pt x="10628" y="550545"/>
                      <a:pt x="-16042" y="636270"/>
                      <a:pt x="9676" y="713423"/>
                    </a:cubicBezTo>
                    <a:cubicBezTo>
                      <a:pt x="35393" y="791528"/>
                      <a:pt x="108736" y="843915"/>
                      <a:pt x="190651" y="843915"/>
                    </a:cubicBezTo>
                    <a:cubicBezTo>
                      <a:pt x="272566" y="843915"/>
                      <a:pt x="345908" y="791528"/>
                      <a:pt x="371626" y="713423"/>
                    </a:cubicBezTo>
                    <a:cubicBezTo>
                      <a:pt x="397343" y="636270"/>
                      <a:pt x="370673" y="550545"/>
                      <a:pt x="304951" y="50101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1" name="Free-form: Shape 10">
                <a:extLst>
                  <a:ext uri="{FF2B5EF4-FFF2-40B4-BE49-F238E27FC236}">
                    <a16:creationId xmlns:a16="http://schemas.microsoft.com/office/drawing/2014/main" id="{75BEED28-66D9-99A4-E591-C16A5A9DB54C}"/>
                  </a:ext>
                </a:extLst>
              </p:cNvPr>
              <p:cNvSpPr/>
              <p:nvPr/>
            </p:nvSpPr>
            <p:spPr>
              <a:xfrm>
                <a:off x="826252" y="5316365"/>
                <a:ext cx="189869" cy="419100"/>
              </a:xfrm>
              <a:custGeom>
                <a:avLst/>
                <a:gdLst>
                  <a:gd name="connsiteX0" fmla="*/ 113985 w 189869"/>
                  <a:gd name="connsiteY0" fmla="*/ 230505 h 419100"/>
                  <a:gd name="connsiteX1" fmla="*/ 113985 w 189869"/>
                  <a:gd name="connsiteY1" fmla="*/ 0 h 419100"/>
                  <a:gd name="connsiteX2" fmla="*/ 75885 w 189869"/>
                  <a:gd name="connsiteY2" fmla="*/ 0 h 419100"/>
                  <a:gd name="connsiteX3" fmla="*/ 75885 w 189869"/>
                  <a:gd name="connsiteY3" fmla="*/ 230505 h 419100"/>
                  <a:gd name="connsiteX4" fmla="*/ 637 w 189869"/>
                  <a:gd name="connsiteY4" fmla="*/ 333375 h 419100"/>
                  <a:gd name="connsiteX5" fmla="*/ 94935 w 189869"/>
                  <a:gd name="connsiteY5" fmla="*/ 419100 h 419100"/>
                  <a:gd name="connsiteX6" fmla="*/ 189232 w 189869"/>
                  <a:gd name="connsiteY6" fmla="*/ 333375 h 419100"/>
                  <a:gd name="connsiteX7" fmla="*/ 113985 w 189869"/>
                  <a:gd name="connsiteY7" fmla="*/ 230505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9869" h="419100">
                    <a:moveTo>
                      <a:pt x="113985" y="230505"/>
                    </a:moveTo>
                    <a:lnTo>
                      <a:pt x="113985" y="0"/>
                    </a:lnTo>
                    <a:lnTo>
                      <a:pt x="75885" y="0"/>
                    </a:lnTo>
                    <a:lnTo>
                      <a:pt x="75885" y="230505"/>
                    </a:lnTo>
                    <a:cubicBezTo>
                      <a:pt x="28260" y="240030"/>
                      <a:pt x="-5078" y="284797"/>
                      <a:pt x="637" y="333375"/>
                    </a:cubicBezTo>
                    <a:cubicBezTo>
                      <a:pt x="5400" y="381953"/>
                      <a:pt x="46357" y="419100"/>
                      <a:pt x="94935" y="419100"/>
                    </a:cubicBezTo>
                    <a:cubicBezTo>
                      <a:pt x="143512" y="419100"/>
                      <a:pt x="184470" y="381953"/>
                      <a:pt x="189232" y="333375"/>
                    </a:cubicBezTo>
                    <a:cubicBezTo>
                      <a:pt x="194947" y="284797"/>
                      <a:pt x="161610" y="240030"/>
                      <a:pt x="113985" y="2305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pic>
          <p:nvPicPr>
            <p:cNvPr id="12" name="Graphic 11" descr="Snowflake with solid fill">
              <a:extLst>
                <a:ext uri="{FF2B5EF4-FFF2-40B4-BE49-F238E27FC236}">
                  <a16:creationId xmlns:a16="http://schemas.microsoft.com/office/drawing/2014/main" id="{53CDC92E-75C4-234C-D41A-789BF3572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19785" y="5183745"/>
              <a:ext cx="914400" cy="914400"/>
            </a:xfrm>
            <a:prstGeom prst="rect">
              <a:avLst/>
            </a:prstGeom>
          </p:spPr>
        </p:pic>
        <p:sp>
          <p:nvSpPr>
            <p:cNvPr id="13" name="Arrow: Left-Right 12">
              <a:extLst>
                <a:ext uri="{FF2B5EF4-FFF2-40B4-BE49-F238E27FC236}">
                  <a16:creationId xmlns:a16="http://schemas.microsoft.com/office/drawing/2014/main" id="{27DA4AA6-A948-E1FB-6533-8E5C5AEE16CA}"/>
                </a:ext>
              </a:extLst>
            </p:cNvPr>
            <p:cNvSpPr/>
            <p:nvPr/>
          </p:nvSpPr>
          <p:spPr>
            <a:xfrm>
              <a:off x="3540180" y="5218087"/>
              <a:ext cx="2520280" cy="914400"/>
            </a:xfrm>
            <a:prstGeom prst="leftRightArrow">
              <a:avLst/>
            </a:prstGeom>
            <a:gradFill flip="none" rotWithShape="1">
              <a:gsLst>
                <a:gs pos="0">
                  <a:srgbClr val="FF0000"/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rgbClr val="00B0F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CECEC4B-316D-6C9C-7318-4FCE60493E28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52519104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F1CB-3DCF-32C9-1708-2608F3DF2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BF1C2324-8A02-6CFA-EF49-DCA2A79FD419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4153" y="2780928"/>
            <a:ext cx="8316317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GB" altLang="en-US" dirty="0"/>
          </a:p>
          <a:p>
            <a:pPr marL="685800"/>
            <a:r>
              <a:rPr lang="en-GB" altLang="en-US" dirty="0"/>
              <a:t>Complete assessment tasks for Learning aims A and B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D22BF1B4-D245-1214-849F-6B04D575B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540" y="1243027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Assessment: Learning aims A and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6F9D8B-69FB-3CFC-40E2-A597C4B2EEF9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0772425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A0CB4-F612-E3EE-FFBD-70A9E6B3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A6CAAF2A-E904-00AC-D9C0-0251049437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Learning aims C and D</a:t>
            </a:r>
            <a:endParaRPr lang="en-GB" altLang="en-US" dirty="0"/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8FAFB379-AA0B-EC13-5738-B0234DB0E4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/>
            <a:r>
              <a:rPr lang="en-GB" altLang="en-US" b="1" dirty="0"/>
              <a:t>C1</a:t>
            </a:r>
            <a:r>
              <a:rPr lang="en-GB" altLang="en-US" dirty="0"/>
              <a:t> Observations of own body and/or of those of consenting peers</a:t>
            </a:r>
          </a:p>
          <a:p>
            <a:pPr marL="404813" indent="-387350" defTabSz="431800"/>
            <a:r>
              <a:rPr lang="en-GB" altLang="en-US" b="1" dirty="0"/>
              <a:t>C2</a:t>
            </a:r>
            <a:r>
              <a:rPr lang="en-GB" altLang="en-US" dirty="0"/>
              <a:t> Routine physiological measurements</a:t>
            </a:r>
          </a:p>
          <a:p>
            <a:pPr marL="404813" indent="-387350" defTabSz="431800"/>
            <a:r>
              <a:rPr lang="en-GB" altLang="en-US" b="1" dirty="0"/>
              <a:t>C3</a:t>
            </a:r>
            <a:r>
              <a:rPr lang="en-GB" altLang="en-US" dirty="0"/>
              <a:t> Health, safety and accuracy considerations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E2700D-BAEE-9DE5-279E-F110780FEF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b="1" dirty="0"/>
              <a:t>D1</a:t>
            </a:r>
            <a:r>
              <a:rPr lang="en-GB" dirty="0"/>
              <a:t> Malfunctions</a:t>
            </a:r>
          </a:p>
          <a:p>
            <a:r>
              <a:rPr lang="en-GB" b="1" dirty="0"/>
              <a:t>D2</a:t>
            </a:r>
            <a:r>
              <a:rPr lang="en-GB" dirty="0"/>
              <a:t> Potential risk</a:t>
            </a:r>
          </a:p>
          <a:p>
            <a:r>
              <a:rPr lang="en-GB" b="1" dirty="0"/>
              <a:t>D3</a:t>
            </a:r>
            <a:r>
              <a:rPr lang="en-GB" dirty="0"/>
              <a:t> Routine care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FC511-17D4-ADE1-B676-16C129A0B7FE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7029900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E1D7C-50C8-098A-6EFB-C91622E2B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24744"/>
            <a:ext cx="8229600" cy="482195"/>
          </a:xfrm>
        </p:spPr>
        <p:txBody>
          <a:bodyPr/>
          <a:lstStyle/>
          <a:p>
            <a:r>
              <a:rPr lang="en-GB" dirty="0"/>
              <a:t>C1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81509-5E38-BA4C-008F-D418734ED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07375" cy="439248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Match up each body system to a malfunction that can affect it:</a:t>
            </a:r>
          </a:p>
          <a:p>
            <a:r>
              <a:rPr lang="en-GB" dirty="0"/>
              <a:t>cardiovascular</a:t>
            </a:r>
          </a:p>
          <a:p>
            <a:r>
              <a:rPr lang="en-GB" dirty="0"/>
              <a:t>respiratory</a:t>
            </a:r>
          </a:p>
          <a:p>
            <a:r>
              <a:rPr lang="en-GB" dirty="0"/>
              <a:t>nervous</a:t>
            </a:r>
          </a:p>
          <a:p>
            <a:r>
              <a:rPr lang="en-GB" dirty="0"/>
              <a:t>endocrine</a:t>
            </a:r>
          </a:p>
          <a:p>
            <a:r>
              <a:rPr lang="en-GB" dirty="0"/>
              <a:t>digestive</a:t>
            </a:r>
          </a:p>
          <a:p>
            <a:r>
              <a:rPr lang="en-GB" dirty="0"/>
              <a:t>excretory</a:t>
            </a:r>
          </a:p>
          <a:p>
            <a:r>
              <a:rPr lang="en-GB" dirty="0"/>
              <a:t>reproductive</a:t>
            </a:r>
          </a:p>
          <a:p>
            <a:r>
              <a:rPr lang="en-GB" dirty="0"/>
              <a:t>musculoskeletal</a:t>
            </a:r>
          </a:p>
          <a:p>
            <a:endParaRPr lang="en-GB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F992DC52-FB3B-DCBE-81E7-B78768FA8AB2}"/>
              </a:ext>
            </a:extLst>
          </p:cNvPr>
          <p:cNvSpPr txBox="1">
            <a:spLocks/>
          </p:cNvSpPr>
          <p:nvPr/>
        </p:nvSpPr>
        <p:spPr>
          <a:xfrm>
            <a:off x="4648200" y="3717031"/>
            <a:ext cx="4027488" cy="25030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GB" kern="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2A8A397-2A4B-E6FD-BD12-D8C39ADDC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326088"/>
              </p:ext>
            </p:extLst>
          </p:nvPr>
        </p:nvGraphicFramePr>
        <p:xfrm>
          <a:off x="5369809" y="2564904"/>
          <a:ext cx="2593233" cy="33464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3233">
                  <a:extLst>
                    <a:ext uri="{9D8B030D-6E8A-4147-A177-3AD203B41FA5}">
                      <a16:colId xmlns:a16="http://schemas.microsoft.com/office/drawing/2014/main" val="2351537668"/>
                    </a:ext>
                  </a:extLst>
                </a:gridCol>
              </a:tblGrid>
              <a:tr h="285328">
                <a:tc>
                  <a:txBody>
                    <a:bodyPr/>
                    <a:lstStyle/>
                    <a:p>
                      <a:r>
                        <a:rPr lang="en-GB" sz="1400" dirty="0"/>
                        <a:t>stiff joints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308209"/>
                  </a:ext>
                </a:extLst>
              </a:tr>
              <a:tr h="140549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039127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r>
                        <a:rPr lang="en-GB" sz="1400" dirty="0"/>
                        <a:t>stomach ulcer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20716"/>
                  </a:ext>
                </a:extLst>
              </a:tr>
              <a:tr h="119119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945718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sterility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66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519763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poor coordination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6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68293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heart attack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2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90206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growth disorders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1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50586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asthma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604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68025"/>
                  </a:ext>
                </a:extLst>
              </a:tr>
              <a:tr h="340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over urination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409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2BA474D-F87C-6674-FB94-771930AA8A73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294637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E2B99-6F3F-780B-EE1F-F445F25E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7042B-93CF-4989-2C7E-B571372A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24744"/>
            <a:ext cx="8229600" cy="482195"/>
          </a:xfrm>
        </p:spPr>
        <p:txBody>
          <a:bodyPr/>
          <a:lstStyle/>
          <a:p>
            <a:r>
              <a:rPr lang="en-GB" dirty="0"/>
              <a:t>C1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B9C50-72F8-5870-C12E-3652C4975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207375" cy="439248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Match up each body system to a malfunction that can affect it:</a:t>
            </a:r>
          </a:p>
          <a:p>
            <a:r>
              <a:rPr lang="en-GB" dirty="0"/>
              <a:t>cardiovascular</a:t>
            </a:r>
          </a:p>
          <a:p>
            <a:r>
              <a:rPr lang="en-GB" dirty="0"/>
              <a:t>respiratory</a:t>
            </a:r>
          </a:p>
          <a:p>
            <a:r>
              <a:rPr lang="en-GB" dirty="0"/>
              <a:t>nervous</a:t>
            </a:r>
          </a:p>
          <a:p>
            <a:r>
              <a:rPr lang="en-GB" dirty="0"/>
              <a:t>endocrine</a:t>
            </a:r>
          </a:p>
          <a:p>
            <a:r>
              <a:rPr lang="en-GB" dirty="0"/>
              <a:t>digestive</a:t>
            </a:r>
          </a:p>
          <a:p>
            <a:r>
              <a:rPr lang="en-GB" dirty="0"/>
              <a:t>excretory</a:t>
            </a:r>
          </a:p>
          <a:p>
            <a:r>
              <a:rPr lang="en-GB" dirty="0"/>
              <a:t>reproductive</a:t>
            </a:r>
          </a:p>
          <a:p>
            <a:r>
              <a:rPr lang="en-GB" dirty="0"/>
              <a:t>musculoskeletal</a:t>
            </a:r>
          </a:p>
          <a:p>
            <a:endParaRPr lang="en-GB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24DEB04-C955-F66A-6601-5259CCB8B831}"/>
              </a:ext>
            </a:extLst>
          </p:cNvPr>
          <p:cNvSpPr txBox="1">
            <a:spLocks/>
          </p:cNvSpPr>
          <p:nvPr/>
        </p:nvSpPr>
        <p:spPr>
          <a:xfrm>
            <a:off x="4648200" y="3717031"/>
            <a:ext cx="4027488" cy="250307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GB" kern="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DF759EF-5ED1-6615-5E50-99B08E7220D1}"/>
              </a:ext>
            </a:extLst>
          </p:cNvPr>
          <p:cNvGraphicFramePr>
            <a:graphicFrameLocks noGrp="1"/>
          </p:cNvGraphicFramePr>
          <p:nvPr/>
        </p:nvGraphicFramePr>
        <p:xfrm>
          <a:off x="5369809" y="2564904"/>
          <a:ext cx="2593233" cy="33464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3233">
                  <a:extLst>
                    <a:ext uri="{9D8B030D-6E8A-4147-A177-3AD203B41FA5}">
                      <a16:colId xmlns:a16="http://schemas.microsoft.com/office/drawing/2014/main" val="2351537668"/>
                    </a:ext>
                  </a:extLst>
                </a:gridCol>
              </a:tblGrid>
              <a:tr h="285328">
                <a:tc>
                  <a:txBody>
                    <a:bodyPr/>
                    <a:lstStyle/>
                    <a:p>
                      <a:r>
                        <a:rPr lang="en-GB" sz="1400" dirty="0"/>
                        <a:t>stiff joints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308209"/>
                  </a:ext>
                </a:extLst>
              </a:tr>
              <a:tr h="140549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039127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r>
                        <a:rPr lang="en-GB" sz="1400" dirty="0"/>
                        <a:t>stomach ulcer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820716"/>
                  </a:ext>
                </a:extLst>
              </a:tr>
              <a:tr h="119119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945718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sterility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66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519763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poor coordination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6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68293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heart attack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2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90206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growth disorders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1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50586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asthma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604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68025"/>
                  </a:ext>
                </a:extLst>
              </a:tr>
              <a:tr h="340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over urination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40945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910A442-69D0-A142-6592-63239A8BCAD3}"/>
              </a:ext>
            </a:extLst>
          </p:cNvPr>
          <p:cNvCxnSpPr>
            <a:cxnSpLocks/>
          </p:cNvCxnSpPr>
          <p:nvPr/>
        </p:nvCxnSpPr>
        <p:spPr>
          <a:xfrm flipH="1">
            <a:off x="3131840" y="2759066"/>
            <a:ext cx="2160240" cy="304619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B62200-73F1-C5AC-B68F-E9BE7637954B}"/>
              </a:ext>
            </a:extLst>
          </p:cNvPr>
          <p:cNvCxnSpPr/>
          <p:nvPr/>
        </p:nvCxnSpPr>
        <p:spPr>
          <a:xfrm>
            <a:off x="2987824" y="2759066"/>
            <a:ext cx="2304256" cy="17500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3DA1F05-F21C-57B9-51AD-195D8072B9C5}"/>
              </a:ext>
            </a:extLst>
          </p:cNvPr>
          <p:cNvCxnSpPr/>
          <p:nvPr/>
        </p:nvCxnSpPr>
        <p:spPr>
          <a:xfrm>
            <a:off x="2627784" y="3212976"/>
            <a:ext cx="2592288" cy="20162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425A01-2380-8EA1-2A74-75CFD630FD93}"/>
              </a:ext>
            </a:extLst>
          </p:cNvPr>
          <p:cNvCxnSpPr/>
          <p:nvPr/>
        </p:nvCxnSpPr>
        <p:spPr>
          <a:xfrm>
            <a:off x="2267744" y="3634093"/>
            <a:ext cx="2952328" cy="3709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983941-7301-1E12-72A9-EBFF681CE942}"/>
              </a:ext>
            </a:extLst>
          </p:cNvPr>
          <p:cNvCxnSpPr/>
          <p:nvPr/>
        </p:nvCxnSpPr>
        <p:spPr>
          <a:xfrm>
            <a:off x="2483768" y="4077072"/>
            <a:ext cx="2736304" cy="792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BFD4528-974A-C8C9-8C06-244CC385EF49}"/>
              </a:ext>
            </a:extLst>
          </p:cNvPr>
          <p:cNvCxnSpPr/>
          <p:nvPr/>
        </p:nvCxnSpPr>
        <p:spPr>
          <a:xfrm flipV="1">
            <a:off x="2483768" y="3212976"/>
            <a:ext cx="2736304" cy="12961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F63F12A-586F-7A04-E240-7B087B5AB3A9}"/>
              </a:ext>
            </a:extLst>
          </p:cNvPr>
          <p:cNvCxnSpPr/>
          <p:nvPr/>
        </p:nvCxnSpPr>
        <p:spPr>
          <a:xfrm>
            <a:off x="2483768" y="4869160"/>
            <a:ext cx="2808312" cy="86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0311CCB-FB55-1579-DC0B-43CA91CB7922}"/>
              </a:ext>
            </a:extLst>
          </p:cNvPr>
          <p:cNvCxnSpPr/>
          <p:nvPr/>
        </p:nvCxnSpPr>
        <p:spPr>
          <a:xfrm flipV="1">
            <a:off x="2771800" y="3573016"/>
            <a:ext cx="2448272" cy="18722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F153B87-BE93-4586-FDB9-D61288F4EAB5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60726307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AC78-E040-EC5C-2679-908BE1B75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404966"/>
          </a:xfrm>
        </p:spPr>
        <p:txBody>
          <a:bodyPr/>
          <a:lstStyle/>
          <a:p>
            <a:r>
              <a:rPr lang="en-GB" dirty="0"/>
              <a:t>Reliability vs Accuracy</a:t>
            </a:r>
          </a:p>
        </p:txBody>
      </p:sp>
      <p:pic>
        <p:nvPicPr>
          <p:cNvPr id="6" name="Content Placeholder 5" descr="Target outline">
            <a:extLst>
              <a:ext uri="{FF2B5EF4-FFF2-40B4-BE49-F238E27FC236}">
                <a16:creationId xmlns:a16="http://schemas.microsoft.com/office/drawing/2014/main" id="{111E66F5-2131-96C9-5605-B4FA15167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568" y="2059200"/>
            <a:ext cx="1969368" cy="1969368"/>
          </a:xfr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1FFFEAD-866A-2A9F-FB98-7D599F3EC47C}"/>
              </a:ext>
            </a:extLst>
          </p:cNvPr>
          <p:cNvGrpSpPr/>
          <p:nvPr/>
        </p:nvGrpSpPr>
        <p:grpSpPr>
          <a:xfrm>
            <a:off x="1585953" y="2948188"/>
            <a:ext cx="164598" cy="191392"/>
            <a:chOff x="3947931" y="3679585"/>
            <a:chExt cx="164598" cy="191392"/>
          </a:xfrm>
        </p:grpSpPr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DBDEF2D5-F724-EEEC-CBDD-F1BAF47B256D}"/>
                </a:ext>
              </a:extLst>
            </p:cNvPr>
            <p:cNvSpPr/>
            <p:nvPr/>
          </p:nvSpPr>
          <p:spPr>
            <a:xfrm>
              <a:off x="4064524" y="372458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-form: Shape 23">
              <a:extLst>
                <a:ext uri="{FF2B5EF4-FFF2-40B4-BE49-F238E27FC236}">
                  <a16:creationId xmlns:a16="http://schemas.microsoft.com/office/drawing/2014/main" id="{FEE3D0CE-5475-750C-5F33-99BBA9841DC3}"/>
                </a:ext>
              </a:extLst>
            </p:cNvPr>
            <p:cNvSpPr/>
            <p:nvPr/>
          </p:nvSpPr>
          <p:spPr>
            <a:xfrm>
              <a:off x="3954690" y="3822972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4221A784-471A-B787-2BDE-5D9B69ABA3E8}"/>
                </a:ext>
              </a:extLst>
            </p:cNvPr>
            <p:cNvSpPr/>
            <p:nvPr/>
          </p:nvSpPr>
          <p:spPr>
            <a:xfrm>
              <a:off x="3995936" y="3763280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6474860E-EF2D-01FB-C5AB-1596D09D4350}"/>
                </a:ext>
              </a:extLst>
            </p:cNvPr>
            <p:cNvSpPr/>
            <p:nvPr/>
          </p:nvSpPr>
          <p:spPr>
            <a:xfrm>
              <a:off x="3947931" y="3679585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-form: Shape 26">
              <a:extLst>
                <a:ext uri="{FF2B5EF4-FFF2-40B4-BE49-F238E27FC236}">
                  <a16:creationId xmlns:a16="http://schemas.microsoft.com/office/drawing/2014/main" id="{3FDBFDA7-C4DF-65C3-CB6C-E76CD74E6551}"/>
                </a:ext>
              </a:extLst>
            </p:cNvPr>
            <p:cNvSpPr/>
            <p:nvPr/>
          </p:nvSpPr>
          <p:spPr>
            <a:xfrm>
              <a:off x="4055756" y="3794959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9" name="Content Placeholder 5" descr="Target outline">
            <a:extLst>
              <a:ext uri="{FF2B5EF4-FFF2-40B4-BE49-F238E27FC236}">
                <a16:creationId xmlns:a16="http://schemas.microsoft.com/office/drawing/2014/main" id="{E103C4F6-FEFC-3B2D-6E04-60BF4A239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6717432" y="2059200"/>
            <a:ext cx="1969368" cy="1969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Content Placeholder 5" descr="Target outline">
            <a:extLst>
              <a:ext uri="{FF2B5EF4-FFF2-40B4-BE49-F238E27FC236}">
                <a16:creationId xmlns:a16="http://schemas.microsoft.com/office/drawing/2014/main" id="{C4915C6E-F0B8-06BE-4AB4-F49FF07A1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683568" y="3857988"/>
            <a:ext cx="1969368" cy="1969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Content Placeholder 5" descr="Target outline">
            <a:extLst>
              <a:ext uri="{FF2B5EF4-FFF2-40B4-BE49-F238E27FC236}">
                <a16:creationId xmlns:a16="http://schemas.microsoft.com/office/drawing/2014/main" id="{21A4BEB2-89F2-AA66-EDDF-CD2A41C3F8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6731143" y="3981123"/>
            <a:ext cx="1969368" cy="1969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B1C8CE3C-EF69-7F10-D7EC-65BC90A6EA8C}"/>
              </a:ext>
            </a:extLst>
          </p:cNvPr>
          <p:cNvGrpSpPr/>
          <p:nvPr/>
        </p:nvGrpSpPr>
        <p:grpSpPr>
          <a:xfrm>
            <a:off x="7486876" y="2803738"/>
            <a:ext cx="394124" cy="401110"/>
            <a:chOff x="7486876" y="2803738"/>
            <a:chExt cx="394124" cy="401110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1B16FE3B-76D7-6B71-B346-E6280CA74270}"/>
                </a:ext>
              </a:extLst>
            </p:cNvPr>
            <p:cNvSpPr/>
            <p:nvPr/>
          </p:nvSpPr>
          <p:spPr>
            <a:xfrm>
              <a:off x="7784990" y="2803738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AF3FD031-7E85-53AF-1F0E-155EB46577FC}"/>
                </a:ext>
              </a:extLst>
            </p:cNvPr>
            <p:cNvSpPr/>
            <p:nvPr/>
          </p:nvSpPr>
          <p:spPr>
            <a:xfrm>
              <a:off x="7486876" y="3132841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CD0991FF-B6BB-891B-4C8F-33B5BB08C632}"/>
                </a:ext>
              </a:extLst>
            </p:cNvPr>
            <p:cNvSpPr/>
            <p:nvPr/>
          </p:nvSpPr>
          <p:spPr>
            <a:xfrm>
              <a:off x="7640287" y="311156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-form: Shape 33">
              <a:extLst>
                <a:ext uri="{FF2B5EF4-FFF2-40B4-BE49-F238E27FC236}">
                  <a16:creationId xmlns:a16="http://schemas.microsoft.com/office/drawing/2014/main" id="{C68481F1-7802-0871-1687-E8DA23841A7C}"/>
                </a:ext>
              </a:extLst>
            </p:cNvPr>
            <p:cNvSpPr/>
            <p:nvPr/>
          </p:nvSpPr>
          <p:spPr>
            <a:xfrm>
              <a:off x="7693348" y="2985013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99500ED2-CF8D-C8D1-9BFA-1F4D040C529B}"/>
                </a:ext>
              </a:extLst>
            </p:cNvPr>
            <p:cNvSpPr/>
            <p:nvPr/>
          </p:nvSpPr>
          <p:spPr>
            <a:xfrm>
              <a:off x="7832995" y="3156843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-form: Shape 49">
              <a:extLst>
                <a:ext uri="{FF2B5EF4-FFF2-40B4-BE49-F238E27FC236}">
                  <a16:creationId xmlns:a16="http://schemas.microsoft.com/office/drawing/2014/main" id="{1F7CE318-2BCB-CF5D-261F-17002FA9A62B}"/>
                </a:ext>
              </a:extLst>
            </p:cNvPr>
            <p:cNvSpPr/>
            <p:nvPr/>
          </p:nvSpPr>
          <p:spPr>
            <a:xfrm>
              <a:off x="7534881" y="288760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1" name="Free-form: Shape 50">
            <a:extLst>
              <a:ext uri="{FF2B5EF4-FFF2-40B4-BE49-F238E27FC236}">
                <a16:creationId xmlns:a16="http://schemas.microsoft.com/office/drawing/2014/main" id="{FA5C6F07-2504-F5CA-315E-D1766F672BB2}"/>
              </a:ext>
            </a:extLst>
          </p:cNvPr>
          <p:cNvSpPr/>
          <p:nvPr/>
        </p:nvSpPr>
        <p:spPr>
          <a:xfrm>
            <a:off x="1657390" y="2924185"/>
            <a:ext cx="48005" cy="48005"/>
          </a:xfrm>
          <a:custGeom>
            <a:avLst/>
            <a:gdLst>
              <a:gd name="connsiteX0" fmla="*/ 48005 w 48005"/>
              <a:gd name="connsiteY0" fmla="*/ 24003 h 48005"/>
              <a:gd name="connsiteX1" fmla="*/ 24003 w 48005"/>
              <a:gd name="connsiteY1" fmla="*/ 48005 h 48005"/>
              <a:gd name="connsiteX2" fmla="*/ 0 w 48005"/>
              <a:gd name="connsiteY2" fmla="*/ 24003 h 48005"/>
              <a:gd name="connsiteX3" fmla="*/ 24003 w 48005"/>
              <a:gd name="connsiteY3" fmla="*/ 0 h 48005"/>
              <a:gd name="connsiteX4" fmla="*/ 48005 w 48005"/>
              <a:gd name="connsiteY4" fmla="*/ 24003 h 4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05" h="48005">
                <a:moveTo>
                  <a:pt x="48005" y="24003"/>
                </a:moveTo>
                <a:cubicBezTo>
                  <a:pt x="48005" y="37259"/>
                  <a:pt x="37259" y="48005"/>
                  <a:pt x="24003" y="48005"/>
                </a:cubicBezTo>
                <a:cubicBezTo>
                  <a:pt x="10746" y="48005"/>
                  <a:pt x="0" y="37259"/>
                  <a:pt x="0" y="24003"/>
                </a:cubicBezTo>
                <a:cubicBezTo>
                  <a:pt x="0" y="10746"/>
                  <a:pt x="10746" y="0"/>
                  <a:pt x="24003" y="0"/>
                </a:cubicBezTo>
                <a:cubicBezTo>
                  <a:pt x="37259" y="0"/>
                  <a:pt x="48005" y="10746"/>
                  <a:pt x="48005" y="24003"/>
                </a:cubicBezTo>
                <a:close/>
              </a:path>
            </a:pathLst>
          </a:custGeom>
          <a:solidFill>
            <a:srgbClr val="FF0000"/>
          </a:solidFill>
          <a:ln w="29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FDE90FF-EFE0-85B8-1801-0C3D8DB353D6}"/>
              </a:ext>
            </a:extLst>
          </p:cNvPr>
          <p:cNvGrpSpPr/>
          <p:nvPr/>
        </p:nvGrpSpPr>
        <p:grpSpPr>
          <a:xfrm>
            <a:off x="1143550" y="4394474"/>
            <a:ext cx="164598" cy="191392"/>
            <a:chOff x="3947931" y="3679585"/>
            <a:chExt cx="164598" cy="191392"/>
          </a:xfrm>
        </p:grpSpPr>
        <p:sp>
          <p:nvSpPr>
            <p:cNvPr id="53" name="Free-form: Shape 52">
              <a:extLst>
                <a:ext uri="{FF2B5EF4-FFF2-40B4-BE49-F238E27FC236}">
                  <a16:creationId xmlns:a16="http://schemas.microsoft.com/office/drawing/2014/main" id="{DB689A75-8EF7-929B-486D-943123DA8560}"/>
                </a:ext>
              </a:extLst>
            </p:cNvPr>
            <p:cNvSpPr/>
            <p:nvPr/>
          </p:nvSpPr>
          <p:spPr>
            <a:xfrm>
              <a:off x="4064524" y="372458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-form: Shape 53">
              <a:extLst>
                <a:ext uri="{FF2B5EF4-FFF2-40B4-BE49-F238E27FC236}">
                  <a16:creationId xmlns:a16="http://schemas.microsoft.com/office/drawing/2014/main" id="{73AD41F6-B295-8B7E-4620-FB17CC2F6D22}"/>
                </a:ext>
              </a:extLst>
            </p:cNvPr>
            <p:cNvSpPr/>
            <p:nvPr/>
          </p:nvSpPr>
          <p:spPr>
            <a:xfrm>
              <a:off x="3954690" y="3822972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-form: Shape 54">
              <a:extLst>
                <a:ext uri="{FF2B5EF4-FFF2-40B4-BE49-F238E27FC236}">
                  <a16:creationId xmlns:a16="http://schemas.microsoft.com/office/drawing/2014/main" id="{EC9C5DBA-3FAC-3942-1310-BB81664F7DBA}"/>
                </a:ext>
              </a:extLst>
            </p:cNvPr>
            <p:cNvSpPr/>
            <p:nvPr/>
          </p:nvSpPr>
          <p:spPr>
            <a:xfrm>
              <a:off x="3995936" y="3763280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-form: Shape 55">
              <a:extLst>
                <a:ext uri="{FF2B5EF4-FFF2-40B4-BE49-F238E27FC236}">
                  <a16:creationId xmlns:a16="http://schemas.microsoft.com/office/drawing/2014/main" id="{C2AF071A-F3D6-3F6C-93EE-5E0BA0FAFD8B}"/>
                </a:ext>
              </a:extLst>
            </p:cNvPr>
            <p:cNvSpPr/>
            <p:nvPr/>
          </p:nvSpPr>
          <p:spPr>
            <a:xfrm>
              <a:off x="3947931" y="3679585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-form: Shape 56">
              <a:extLst>
                <a:ext uri="{FF2B5EF4-FFF2-40B4-BE49-F238E27FC236}">
                  <a16:creationId xmlns:a16="http://schemas.microsoft.com/office/drawing/2014/main" id="{D88D7F3D-8D0B-CB4E-F7BC-995C49C71E91}"/>
                </a:ext>
              </a:extLst>
            </p:cNvPr>
            <p:cNvSpPr/>
            <p:nvPr/>
          </p:nvSpPr>
          <p:spPr>
            <a:xfrm>
              <a:off x="4055756" y="3794959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8" name="Free-form: Shape 57">
            <a:extLst>
              <a:ext uri="{FF2B5EF4-FFF2-40B4-BE49-F238E27FC236}">
                <a16:creationId xmlns:a16="http://schemas.microsoft.com/office/drawing/2014/main" id="{C3CE8898-CC3A-A9A3-6DD3-3482C354764F}"/>
              </a:ext>
            </a:extLst>
          </p:cNvPr>
          <p:cNvSpPr/>
          <p:nvPr/>
        </p:nvSpPr>
        <p:spPr>
          <a:xfrm>
            <a:off x="1119547" y="4461843"/>
            <a:ext cx="48005" cy="48005"/>
          </a:xfrm>
          <a:custGeom>
            <a:avLst/>
            <a:gdLst>
              <a:gd name="connsiteX0" fmla="*/ 48005 w 48005"/>
              <a:gd name="connsiteY0" fmla="*/ 24003 h 48005"/>
              <a:gd name="connsiteX1" fmla="*/ 24003 w 48005"/>
              <a:gd name="connsiteY1" fmla="*/ 48005 h 48005"/>
              <a:gd name="connsiteX2" fmla="*/ 0 w 48005"/>
              <a:gd name="connsiteY2" fmla="*/ 24003 h 48005"/>
              <a:gd name="connsiteX3" fmla="*/ 24003 w 48005"/>
              <a:gd name="connsiteY3" fmla="*/ 0 h 48005"/>
              <a:gd name="connsiteX4" fmla="*/ 48005 w 48005"/>
              <a:gd name="connsiteY4" fmla="*/ 24003 h 4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05" h="48005">
                <a:moveTo>
                  <a:pt x="48005" y="24003"/>
                </a:moveTo>
                <a:cubicBezTo>
                  <a:pt x="48005" y="37259"/>
                  <a:pt x="37259" y="48005"/>
                  <a:pt x="24003" y="48005"/>
                </a:cubicBezTo>
                <a:cubicBezTo>
                  <a:pt x="10746" y="48005"/>
                  <a:pt x="0" y="37259"/>
                  <a:pt x="0" y="24003"/>
                </a:cubicBezTo>
                <a:cubicBezTo>
                  <a:pt x="0" y="10746"/>
                  <a:pt x="10746" y="0"/>
                  <a:pt x="24003" y="0"/>
                </a:cubicBezTo>
                <a:cubicBezTo>
                  <a:pt x="37259" y="0"/>
                  <a:pt x="48005" y="10746"/>
                  <a:pt x="48005" y="24003"/>
                </a:cubicBezTo>
                <a:close/>
              </a:path>
            </a:pathLst>
          </a:custGeom>
          <a:solidFill>
            <a:srgbClr val="FF0000"/>
          </a:solidFill>
          <a:ln w="29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08ED49E-8305-9617-5183-EC492B5A1347}"/>
              </a:ext>
            </a:extLst>
          </p:cNvPr>
          <p:cNvGrpSpPr/>
          <p:nvPr/>
        </p:nvGrpSpPr>
        <p:grpSpPr>
          <a:xfrm>
            <a:off x="7952445" y="4403733"/>
            <a:ext cx="394124" cy="401110"/>
            <a:chOff x="7486876" y="2803738"/>
            <a:chExt cx="394124" cy="401110"/>
          </a:xfrm>
        </p:grpSpPr>
        <p:sp>
          <p:nvSpPr>
            <p:cNvPr id="61" name="Free-form: Shape 60">
              <a:extLst>
                <a:ext uri="{FF2B5EF4-FFF2-40B4-BE49-F238E27FC236}">
                  <a16:creationId xmlns:a16="http://schemas.microsoft.com/office/drawing/2014/main" id="{0E73F729-5D00-EE95-398D-F4711170FF55}"/>
                </a:ext>
              </a:extLst>
            </p:cNvPr>
            <p:cNvSpPr/>
            <p:nvPr/>
          </p:nvSpPr>
          <p:spPr>
            <a:xfrm>
              <a:off x="7784990" y="2803738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-form: Shape 61">
              <a:extLst>
                <a:ext uri="{FF2B5EF4-FFF2-40B4-BE49-F238E27FC236}">
                  <a16:creationId xmlns:a16="http://schemas.microsoft.com/office/drawing/2014/main" id="{E60FF1AA-92A2-B223-A837-4F60AF098523}"/>
                </a:ext>
              </a:extLst>
            </p:cNvPr>
            <p:cNvSpPr/>
            <p:nvPr/>
          </p:nvSpPr>
          <p:spPr>
            <a:xfrm>
              <a:off x="7486876" y="3132841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-form: Shape 62">
              <a:extLst>
                <a:ext uri="{FF2B5EF4-FFF2-40B4-BE49-F238E27FC236}">
                  <a16:creationId xmlns:a16="http://schemas.microsoft.com/office/drawing/2014/main" id="{78DF5A39-7CDC-4EA0-E513-B1327589E82B}"/>
                </a:ext>
              </a:extLst>
            </p:cNvPr>
            <p:cNvSpPr/>
            <p:nvPr/>
          </p:nvSpPr>
          <p:spPr>
            <a:xfrm>
              <a:off x="7640287" y="311156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-form: Shape 63">
              <a:extLst>
                <a:ext uri="{FF2B5EF4-FFF2-40B4-BE49-F238E27FC236}">
                  <a16:creationId xmlns:a16="http://schemas.microsoft.com/office/drawing/2014/main" id="{E743A95C-CC76-58F2-3B67-69D1BCE4325E}"/>
                </a:ext>
              </a:extLst>
            </p:cNvPr>
            <p:cNvSpPr/>
            <p:nvPr/>
          </p:nvSpPr>
          <p:spPr>
            <a:xfrm>
              <a:off x="7693348" y="2985013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-form: Shape 64">
              <a:extLst>
                <a:ext uri="{FF2B5EF4-FFF2-40B4-BE49-F238E27FC236}">
                  <a16:creationId xmlns:a16="http://schemas.microsoft.com/office/drawing/2014/main" id="{466036DF-0DAE-D23A-D0F6-5CE651A77868}"/>
                </a:ext>
              </a:extLst>
            </p:cNvPr>
            <p:cNvSpPr/>
            <p:nvPr/>
          </p:nvSpPr>
          <p:spPr>
            <a:xfrm>
              <a:off x="7832995" y="3156843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-form: Shape 65">
              <a:extLst>
                <a:ext uri="{FF2B5EF4-FFF2-40B4-BE49-F238E27FC236}">
                  <a16:creationId xmlns:a16="http://schemas.microsoft.com/office/drawing/2014/main" id="{EA09A3ED-084F-8DB7-1E5B-AA2CA3C1451C}"/>
                </a:ext>
              </a:extLst>
            </p:cNvPr>
            <p:cNvSpPr/>
            <p:nvPr/>
          </p:nvSpPr>
          <p:spPr>
            <a:xfrm>
              <a:off x="7534881" y="288760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C5785E55-440C-2EED-1863-732B80617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41512"/>
              </p:ext>
            </p:extLst>
          </p:nvPr>
        </p:nvGraphicFramePr>
        <p:xfrm>
          <a:off x="3427779" y="3079888"/>
          <a:ext cx="2593233" cy="1742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3233">
                  <a:extLst>
                    <a:ext uri="{9D8B030D-6E8A-4147-A177-3AD203B41FA5}">
                      <a16:colId xmlns:a16="http://schemas.microsoft.com/office/drawing/2014/main" val="2351537668"/>
                    </a:ext>
                  </a:extLst>
                </a:gridCol>
              </a:tblGrid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inaccurate and unreliable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6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68293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inaccurate and reliable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2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90206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accurate and unreliable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1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50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68025"/>
                  </a:ext>
                </a:extLst>
              </a:tr>
              <a:tr h="340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accurate and reliable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40945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7AEF1840-E648-D74A-8E6F-50C90675226F}"/>
              </a:ext>
            </a:extLst>
          </p:cNvPr>
          <p:cNvSpPr txBox="1"/>
          <p:nvPr/>
        </p:nvSpPr>
        <p:spPr>
          <a:xfrm>
            <a:off x="2644180" y="189213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match the labels to the images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6E015A-8644-B942-8CC2-A3018A1CC85F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25702097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28D67-6B5C-EACF-EC8D-B068B9BE7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1D806-E62C-6E75-1C89-DF86039E1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404966"/>
          </a:xfrm>
        </p:spPr>
        <p:txBody>
          <a:bodyPr/>
          <a:lstStyle/>
          <a:p>
            <a:r>
              <a:rPr lang="en-GB" dirty="0"/>
              <a:t>Reliability vs Accuracy</a:t>
            </a:r>
          </a:p>
        </p:txBody>
      </p:sp>
      <p:pic>
        <p:nvPicPr>
          <p:cNvPr id="6" name="Content Placeholder 5" descr="Target outline">
            <a:extLst>
              <a:ext uri="{FF2B5EF4-FFF2-40B4-BE49-F238E27FC236}">
                <a16:creationId xmlns:a16="http://schemas.microsoft.com/office/drawing/2014/main" id="{01DE9C49-6956-67A2-6983-34B7AB85F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568" y="2059200"/>
            <a:ext cx="1969368" cy="1969368"/>
          </a:xfr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7B28BEB-3F9B-7887-62FB-42AABFB5C45D}"/>
              </a:ext>
            </a:extLst>
          </p:cNvPr>
          <p:cNvGrpSpPr/>
          <p:nvPr/>
        </p:nvGrpSpPr>
        <p:grpSpPr>
          <a:xfrm>
            <a:off x="1585953" y="2948188"/>
            <a:ext cx="164598" cy="191392"/>
            <a:chOff x="3947931" y="3679585"/>
            <a:chExt cx="164598" cy="191392"/>
          </a:xfrm>
        </p:grpSpPr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14EB4007-5F42-AB20-7554-4FF143CE8436}"/>
                </a:ext>
              </a:extLst>
            </p:cNvPr>
            <p:cNvSpPr/>
            <p:nvPr/>
          </p:nvSpPr>
          <p:spPr>
            <a:xfrm>
              <a:off x="4064524" y="372458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" name="Free-form: Shape 23">
              <a:extLst>
                <a:ext uri="{FF2B5EF4-FFF2-40B4-BE49-F238E27FC236}">
                  <a16:creationId xmlns:a16="http://schemas.microsoft.com/office/drawing/2014/main" id="{5D5DC919-7BB6-9689-98A1-AD31D90CA33B}"/>
                </a:ext>
              </a:extLst>
            </p:cNvPr>
            <p:cNvSpPr/>
            <p:nvPr/>
          </p:nvSpPr>
          <p:spPr>
            <a:xfrm>
              <a:off x="3954690" y="3822972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B5B21A72-2A9A-EBD3-1928-774622E17289}"/>
                </a:ext>
              </a:extLst>
            </p:cNvPr>
            <p:cNvSpPr/>
            <p:nvPr/>
          </p:nvSpPr>
          <p:spPr>
            <a:xfrm>
              <a:off x="3995936" y="3763280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5E35A394-8F31-4824-802E-1617FFA0E5CD}"/>
                </a:ext>
              </a:extLst>
            </p:cNvPr>
            <p:cNvSpPr/>
            <p:nvPr/>
          </p:nvSpPr>
          <p:spPr>
            <a:xfrm>
              <a:off x="3947931" y="3679585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7" name="Free-form: Shape 26">
              <a:extLst>
                <a:ext uri="{FF2B5EF4-FFF2-40B4-BE49-F238E27FC236}">
                  <a16:creationId xmlns:a16="http://schemas.microsoft.com/office/drawing/2014/main" id="{62139542-2D68-B3A2-9B76-94D3E9E56788}"/>
                </a:ext>
              </a:extLst>
            </p:cNvPr>
            <p:cNvSpPr/>
            <p:nvPr/>
          </p:nvSpPr>
          <p:spPr>
            <a:xfrm>
              <a:off x="4055756" y="3794959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9" name="Content Placeholder 5" descr="Target outline">
            <a:extLst>
              <a:ext uri="{FF2B5EF4-FFF2-40B4-BE49-F238E27FC236}">
                <a16:creationId xmlns:a16="http://schemas.microsoft.com/office/drawing/2014/main" id="{36BF8DB0-AFB1-40D1-1A44-28565610E2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6717432" y="2059200"/>
            <a:ext cx="1969368" cy="1969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Content Placeholder 5" descr="Target outline">
            <a:extLst>
              <a:ext uri="{FF2B5EF4-FFF2-40B4-BE49-F238E27FC236}">
                <a16:creationId xmlns:a16="http://schemas.microsoft.com/office/drawing/2014/main" id="{02A28361-EA71-C63D-A1FF-747EF2975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683568" y="3857988"/>
            <a:ext cx="1969368" cy="1969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Content Placeholder 5" descr="Target outline">
            <a:extLst>
              <a:ext uri="{FF2B5EF4-FFF2-40B4-BE49-F238E27FC236}">
                <a16:creationId xmlns:a16="http://schemas.microsoft.com/office/drawing/2014/main" id="{BCF10C4C-B103-DCF6-6D84-571A3C1F9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6731143" y="3981123"/>
            <a:ext cx="1969368" cy="1969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C538FC36-9DF0-C140-E181-3DCDC51F472E}"/>
              </a:ext>
            </a:extLst>
          </p:cNvPr>
          <p:cNvGrpSpPr/>
          <p:nvPr/>
        </p:nvGrpSpPr>
        <p:grpSpPr>
          <a:xfrm>
            <a:off x="7486876" y="2803738"/>
            <a:ext cx="394124" cy="401110"/>
            <a:chOff x="7486876" y="2803738"/>
            <a:chExt cx="394124" cy="401110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7BAA4A02-9F2E-F5E1-AF3F-DC15D10FF203}"/>
                </a:ext>
              </a:extLst>
            </p:cNvPr>
            <p:cNvSpPr/>
            <p:nvPr/>
          </p:nvSpPr>
          <p:spPr>
            <a:xfrm>
              <a:off x="7784990" y="2803738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229464E8-00E9-BF0B-CFB2-C7DCBB4291E0}"/>
                </a:ext>
              </a:extLst>
            </p:cNvPr>
            <p:cNvSpPr/>
            <p:nvPr/>
          </p:nvSpPr>
          <p:spPr>
            <a:xfrm>
              <a:off x="7486876" y="3132841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3021DC94-8B02-2FD5-F4C7-3A12CC2464E6}"/>
                </a:ext>
              </a:extLst>
            </p:cNvPr>
            <p:cNvSpPr/>
            <p:nvPr/>
          </p:nvSpPr>
          <p:spPr>
            <a:xfrm>
              <a:off x="7640287" y="311156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4" name="Free-form: Shape 33">
              <a:extLst>
                <a:ext uri="{FF2B5EF4-FFF2-40B4-BE49-F238E27FC236}">
                  <a16:creationId xmlns:a16="http://schemas.microsoft.com/office/drawing/2014/main" id="{0657213F-357D-1B11-D17A-FCB5EB06A4F7}"/>
                </a:ext>
              </a:extLst>
            </p:cNvPr>
            <p:cNvSpPr/>
            <p:nvPr/>
          </p:nvSpPr>
          <p:spPr>
            <a:xfrm>
              <a:off x="7693348" y="2985013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E0BA73D7-3CDE-9091-01F2-62EA286C41C2}"/>
                </a:ext>
              </a:extLst>
            </p:cNvPr>
            <p:cNvSpPr/>
            <p:nvPr/>
          </p:nvSpPr>
          <p:spPr>
            <a:xfrm>
              <a:off x="7832995" y="3156843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-form: Shape 49">
              <a:extLst>
                <a:ext uri="{FF2B5EF4-FFF2-40B4-BE49-F238E27FC236}">
                  <a16:creationId xmlns:a16="http://schemas.microsoft.com/office/drawing/2014/main" id="{C532D08E-04F2-DC3B-0B27-3C996A07A4C8}"/>
                </a:ext>
              </a:extLst>
            </p:cNvPr>
            <p:cNvSpPr/>
            <p:nvPr/>
          </p:nvSpPr>
          <p:spPr>
            <a:xfrm>
              <a:off x="7534881" y="288760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1" name="Free-form: Shape 50">
            <a:extLst>
              <a:ext uri="{FF2B5EF4-FFF2-40B4-BE49-F238E27FC236}">
                <a16:creationId xmlns:a16="http://schemas.microsoft.com/office/drawing/2014/main" id="{D3D5A0F8-40CF-368D-2BAC-24BA40DC3356}"/>
              </a:ext>
            </a:extLst>
          </p:cNvPr>
          <p:cNvSpPr/>
          <p:nvPr/>
        </p:nvSpPr>
        <p:spPr>
          <a:xfrm>
            <a:off x="1657390" y="2924185"/>
            <a:ext cx="48005" cy="48005"/>
          </a:xfrm>
          <a:custGeom>
            <a:avLst/>
            <a:gdLst>
              <a:gd name="connsiteX0" fmla="*/ 48005 w 48005"/>
              <a:gd name="connsiteY0" fmla="*/ 24003 h 48005"/>
              <a:gd name="connsiteX1" fmla="*/ 24003 w 48005"/>
              <a:gd name="connsiteY1" fmla="*/ 48005 h 48005"/>
              <a:gd name="connsiteX2" fmla="*/ 0 w 48005"/>
              <a:gd name="connsiteY2" fmla="*/ 24003 h 48005"/>
              <a:gd name="connsiteX3" fmla="*/ 24003 w 48005"/>
              <a:gd name="connsiteY3" fmla="*/ 0 h 48005"/>
              <a:gd name="connsiteX4" fmla="*/ 48005 w 48005"/>
              <a:gd name="connsiteY4" fmla="*/ 24003 h 4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05" h="48005">
                <a:moveTo>
                  <a:pt x="48005" y="24003"/>
                </a:moveTo>
                <a:cubicBezTo>
                  <a:pt x="48005" y="37259"/>
                  <a:pt x="37259" y="48005"/>
                  <a:pt x="24003" y="48005"/>
                </a:cubicBezTo>
                <a:cubicBezTo>
                  <a:pt x="10746" y="48005"/>
                  <a:pt x="0" y="37259"/>
                  <a:pt x="0" y="24003"/>
                </a:cubicBezTo>
                <a:cubicBezTo>
                  <a:pt x="0" y="10746"/>
                  <a:pt x="10746" y="0"/>
                  <a:pt x="24003" y="0"/>
                </a:cubicBezTo>
                <a:cubicBezTo>
                  <a:pt x="37259" y="0"/>
                  <a:pt x="48005" y="10746"/>
                  <a:pt x="48005" y="24003"/>
                </a:cubicBezTo>
                <a:close/>
              </a:path>
            </a:pathLst>
          </a:custGeom>
          <a:solidFill>
            <a:srgbClr val="FF0000"/>
          </a:solidFill>
          <a:ln w="29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B67869-EF76-16DB-AD5B-71BFC903D9D8}"/>
              </a:ext>
            </a:extLst>
          </p:cNvPr>
          <p:cNvGrpSpPr/>
          <p:nvPr/>
        </p:nvGrpSpPr>
        <p:grpSpPr>
          <a:xfrm>
            <a:off x="1143550" y="4394474"/>
            <a:ext cx="164598" cy="191392"/>
            <a:chOff x="3947931" y="3679585"/>
            <a:chExt cx="164598" cy="191392"/>
          </a:xfrm>
        </p:grpSpPr>
        <p:sp>
          <p:nvSpPr>
            <p:cNvPr id="53" name="Free-form: Shape 52">
              <a:extLst>
                <a:ext uri="{FF2B5EF4-FFF2-40B4-BE49-F238E27FC236}">
                  <a16:creationId xmlns:a16="http://schemas.microsoft.com/office/drawing/2014/main" id="{6F0B337C-C4AE-F543-A9D9-87A66ED806B3}"/>
                </a:ext>
              </a:extLst>
            </p:cNvPr>
            <p:cNvSpPr/>
            <p:nvPr/>
          </p:nvSpPr>
          <p:spPr>
            <a:xfrm>
              <a:off x="4064524" y="372458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4" name="Free-form: Shape 53">
              <a:extLst>
                <a:ext uri="{FF2B5EF4-FFF2-40B4-BE49-F238E27FC236}">
                  <a16:creationId xmlns:a16="http://schemas.microsoft.com/office/drawing/2014/main" id="{F0B529B4-2090-171E-EC1D-ACCDF829E0C3}"/>
                </a:ext>
              </a:extLst>
            </p:cNvPr>
            <p:cNvSpPr/>
            <p:nvPr/>
          </p:nvSpPr>
          <p:spPr>
            <a:xfrm>
              <a:off x="3954690" y="3822972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5" name="Free-form: Shape 54">
              <a:extLst>
                <a:ext uri="{FF2B5EF4-FFF2-40B4-BE49-F238E27FC236}">
                  <a16:creationId xmlns:a16="http://schemas.microsoft.com/office/drawing/2014/main" id="{053105FF-D6BF-738C-4DA8-06E9C817B2E2}"/>
                </a:ext>
              </a:extLst>
            </p:cNvPr>
            <p:cNvSpPr/>
            <p:nvPr/>
          </p:nvSpPr>
          <p:spPr>
            <a:xfrm>
              <a:off x="3995936" y="3763280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6" name="Free-form: Shape 55">
              <a:extLst>
                <a:ext uri="{FF2B5EF4-FFF2-40B4-BE49-F238E27FC236}">
                  <a16:creationId xmlns:a16="http://schemas.microsoft.com/office/drawing/2014/main" id="{A7AFDED2-D8F4-3D19-7EA2-C1CEFB3D70DC}"/>
                </a:ext>
              </a:extLst>
            </p:cNvPr>
            <p:cNvSpPr/>
            <p:nvPr/>
          </p:nvSpPr>
          <p:spPr>
            <a:xfrm>
              <a:off x="3947931" y="3679585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7" name="Free-form: Shape 56">
              <a:extLst>
                <a:ext uri="{FF2B5EF4-FFF2-40B4-BE49-F238E27FC236}">
                  <a16:creationId xmlns:a16="http://schemas.microsoft.com/office/drawing/2014/main" id="{90B0B672-E6C5-B470-606C-CBF7A4A5F8C9}"/>
                </a:ext>
              </a:extLst>
            </p:cNvPr>
            <p:cNvSpPr/>
            <p:nvPr/>
          </p:nvSpPr>
          <p:spPr>
            <a:xfrm>
              <a:off x="4055756" y="3794959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58" name="Free-form: Shape 57">
            <a:extLst>
              <a:ext uri="{FF2B5EF4-FFF2-40B4-BE49-F238E27FC236}">
                <a16:creationId xmlns:a16="http://schemas.microsoft.com/office/drawing/2014/main" id="{BABEC698-3EC5-9839-EE0D-754C107AC6F0}"/>
              </a:ext>
            </a:extLst>
          </p:cNvPr>
          <p:cNvSpPr/>
          <p:nvPr/>
        </p:nvSpPr>
        <p:spPr>
          <a:xfrm>
            <a:off x="1119547" y="4461843"/>
            <a:ext cx="48005" cy="48005"/>
          </a:xfrm>
          <a:custGeom>
            <a:avLst/>
            <a:gdLst>
              <a:gd name="connsiteX0" fmla="*/ 48005 w 48005"/>
              <a:gd name="connsiteY0" fmla="*/ 24003 h 48005"/>
              <a:gd name="connsiteX1" fmla="*/ 24003 w 48005"/>
              <a:gd name="connsiteY1" fmla="*/ 48005 h 48005"/>
              <a:gd name="connsiteX2" fmla="*/ 0 w 48005"/>
              <a:gd name="connsiteY2" fmla="*/ 24003 h 48005"/>
              <a:gd name="connsiteX3" fmla="*/ 24003 w 48005"/>
              <a:gd name="connsiteY3" fmla="*/ 0 h 48005"/>
              <a:gd name="connsiteX4" fmla="*/ 48005 w 48005"/>
              <a:gd name="connsiteY4" fmla="*/ 24003 h 48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005" h="48005">
                <a:moveTo>
                  <a:pt x="48005" y="24003"/>
                </a:moveTo>
                <a:cubicBezTo>
                  <a:pt x="48005" y="37259"/>
                  <a:pt x="37259" y="48005"/>
                  <a:pt x="24003" y="48005"/>
                </a:cubicBezTo>
                <a:cubicBezTo>
                  <a:pt x="10746" y="48005"/>
                  <a:pt x="0" y="37259"/>
                  <a:pt x="0" y="24003"/>
                </a:cubicBezTo>
                <a:cubicBezTo>
                  <a:pt x="0" y="10746"/>
                  <a:pt x="10746" y="0"/>
                  <a:pt x="24003" y="0"/>
                </a:cubicBezTo>
                <a:cubicBezTo>
                  <a:pt x="37259" y="0"/>
                  <a:pt x="48005" y="10746"/>
                  <a:pt x="48005" y="24003"/>
                </a:cubicBezTo>
                <a:close/>
              </a:path>
            </a:pathLst>
          </a:custGeom>
          <a:solidFill>
            <a:srgbClr val="FF0000"/>
          </a:solidFill>
          <a:ln w="2977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7EDFF27-E24D-22C0-D5F3-A2A728172F60}"/>
              </a:ext>
            </a:extLst>
          </p:cNvPr>
          <p:cNvGrpSpPr/>
          <p:nvPr/>
        </p:nvGrpSpPr>
        <p:grpSpPr>
          <a:xfrm>
            <a:off x="7952445" y="4403733"/>
            <a:ext cx="394124" cy="401110"/>
            <a:chOff x="7486876" y="2803738"/>
            <a:chExt cx="394124" cy="401110"/>
          </a:xfrm>
        </p:grpSpPr>
        <p:sp>
          <p:nvSpPr>
            <p:cNvPr id="61" name="Free-form: Shape 60">
              <a:extLst>
                <a:ext uri="{FF2B5EF4-FFF2-40B4-BE49-F238E27FC236}">
                  <a16:creationId xmlns:a16="http://schemas.microsoft.com/office/drawing/2014/main" id="{8F0C4B08-81AA-966A-BCD8-EC80A3C04590}"/>
                </a:ext>
              </a:extLst>
            </p:cNvPr>
            <p:cNvSpPr/>
            <p:nvPr/>
          </p:nvSpPr>
          <p:spPr>
            <a:xfrm>
              <a:off x="7784990" y="2803738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2" name="Free-form: Shape 61">
              <a:extLst>
                <a:ext uri="{FF2B5EF4-FFF2-40B4-BE49-F238E27FC236}">
                  <a16:creationId xmlns:a16="http://schemas.microsoft.com/office/drawing/2014/main" id="{B2B33705-0615-A57B-D2B4-877DA07FA539}"/>
                </a:ext>
              </a:extLst>
            </p:cNvPr>
            <p:cNvSpPr/>
            <p:nvPr/>
          </p:nvSpPr>
          <p:spPr>
            <a:xfrm>
              <a:off x="7486876" y="3132841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3" name="Free-form: Shape 62">
              <a:extLst>
                <a:ext uri="{FF2B5EF4-FFF2-40B4-BE49-F238E27FC236}">
                  <a16:creationId xmlns:a16="http://schemas.microsoft.com/office/drawing/2014/main" id="{83244072-26C3-473F-7EC0-9A943EA686D1}"/>
                </a:ext>
              </a:extLst>
            </p:cNvPr>
            <p:cNvSpPr/>
            <p:nvPr/>
          </p:nvSpPr>
          <p:spPr>
            <a:xfrm>
              <a:off x="7640287" y="311156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4" name="Free-form: Shape 63">
              <a:extLst>
                <a:ext uri="{FF2B5EF4-FFF2-40B4-BE49-F238E27FC236}">
                  <a16:creationId xmlns:a16="http://schemas.microsoft.com/office/drawing/2014/main" id="{BCBBEB13-CDEC-D22C-C686-7C45B83F8CF6}"/>
                </a:ext>
              </a:extLst>
            </p:cNvPr>
            <p:cNvSpPr/>
            <p:nvPr/>
          </p:nvSpPr>
          <p:spPr>
            <a:xfrm>
              <a:off x="7693348" y="2985013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5" name="Free-form: Shape 64">
              <a:extLst>
                <a:ext uri="{FF2B5EF4-FFF2-40B4-BE49-F238E27FC236}">
                  <a16:creationId xmlns:a16="http://schemas.microsoft.com/office/drawing/2014/main" id="{BD8BBC8A-B170-F7D5-EC15-EFBD2D7E682F}"/>
                </a:ext>
              </a:extLst>
            </p:cNvPr>
            <p:cNvSpPr/>
            <p:nvPr/>
          </p:nvSpPr>
          <p:spPr>
            <a:xfrm>
              <a:off x="7832995" y="3156843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6" name="Free-form: Shape 65">
              <a:extLst>
                <a:ext uri="{FF2B5EF4-FFF2-40B4-BE49-F238E27FC236}">
                  <a16:creationId xmlns:a16="http://schemas.microsoft.com/office/drawing/2014/main" id="{92B320CF-F0B0-90A4-CB78-A08860DF9E6C}"/>
                </a:ext>
              </a:extLst>
            </p:cNvPr>
            <p:cNvSpPr/>
            <p:nvPr/>
          </p:nvSpPr>
          <p:spPr>
            <a:xfrm>
              <a:off x="7534881" y="2887607"/>
              <a:ext cx="48005" cy="48005"/>
            </a:xfrm>
            <a:custGeom>
              <a:avLst/>
              <a:gdLst>
                <a:gd name="connsiteX0" fmla="*/ 48005 w 48005"/>
                <a:gd name="connsiteY0" fmla="*/ 24003 h 48005"/>
                <a:gd name="connsiteX1" fmla="*/ 24003 w 48005"/>
                <a:gd name="connsiteY1" fmla="*/ 48005 h 48005"/>
                <a:gd name="connsiteX2" fmla="*/ 0 w 48005"/>
                <a:gd name="connsiteY2" fmla="*/ 24003 h 48005"/>
                <a:gd name="connsiteX3" fmla="*/ 24003 w 48005"/>
                <a:gd name="connsiteY3" fmla="*/ 0 h 48005"/>
                <a:gd name="connsiteX4" fmla="*/ 48005 w 48005"/>
                <a:gd name="connsiteY4" fmla="*/ 24003 h 4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005" h="48005">
                  <a:moveTo>
                    <a:pt x="48005" y="24003"/>
                  </a:moveTo>
                  <a:cubicBezTo>
                    <a:pt x="48005" y="37259"/>
                    <a:pt x="37259" y="48005"/>
                    <a:pt x="24003" y="48005"/>
                  </a:cubicBezTo>
                  <a:cubicBezTo>
                    <a:pt x="10746" y="48005"/>
                    <a:pt x="0" y="37259"/>
                    <a:pt x="0" y="24003"/>
                  </a:cubicBezTo>
                  <a:cubicBezTo>
                    <a:pt x="0" y="10746"/>
                    <a:pt x="10746" y="0"/>
                    <a:pt x="24003" y="0"/>
                  </a:cubicBezTo>
                  <a:cubicBezTo>
                    <a:pt x="37259" y="0"/>
                    <a:pt x="48005" y="10746"/>
                    <a:pt x="48005" y="24003"/>
                  </a:cubicBezTo>
                  <a:close/>
                </a:path>
              </a:pathLst>
            </a:custGeom>
            <a:solidFill>
              <a:srgbClr val="FF0000"/>
            </a:solidFill>
            <a:ln w="29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44554B61-E828-99C1-B1FB-67D1AFEF4792}"/>
              </a:ext>
            </a:extLst>
          </p:cNvPr>
          <p:cNvGraphicFramePr>
            <a:graphicFrameLocks noGrp="1"/>
          </p:cNvGraphicFramePr>
          <p:nvPr/>
        </p:nvGraphicFramePr>
        <p:xfrm>
          <a:off x="3427779" y="3079888"/>
          <a:ext cx="2593233" cy="17428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3233">
                  <a:extLst>
                    <a:ext uri="{9D8B030D-6E8A-4147-A177-3AD203B41FA5}">
                      <a16:colId xmlns:a16="http://schemas.microsoft.com/office/drawing/2014/main" val="2351537668"/>
                    </a:ext>
                  </a:extLst>
                </a:gridCol>
              </a:tblGrid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inaccurate and unreliable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68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68293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inaccurate and reliable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2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490206"/>
                  </a:ext>
                </a:extLst>
              </a:tr>
              <a:tr h="2853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accurate and unreliable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1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50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68025"/>
                  </a:ext>
                </a:extLst>
              </a:tr>
              <a:tr h="340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accurate and reliable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340945"/>
                  </a:ext>
                </a:extLst>
              </a:tr>
            </a:tbl>
          </a:graphicData>
        </a:graphic>
      </p:graphicFrame>
      <p:sp>
        <p:nvSpPr>
          <p:cNvPr id="68" name="TextBox 67">
            <a:extLst>
              <a:ext uri="{FF2B5EF4-FFF2-40B4-BE49-F238E27FC236}">
                <a16:creationId xmlns:a16="http://schemas.microsoft.com/office/drawing/2014/main" id="{11D03988-1E27-5B58-8336-0746835487F6}"/>
              </a:ext>
            </a:extLst>
          </p:cNvPr>
          <p:cNvSpPr txBox="1"/>
          <p:nvPr/>
        </p:nvSpPr>
        <p:spPr>
          <a:xfrm>
            <a:off x="2644180" y="189213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match the labels to the images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82205B-D1D8-C32A-DA1B-3AAD505DAA8A}"/>
              </a:ext>
            </a:extLst>
          </p:cNvPr>
          <p:cNvCxnSpPr>
            <a:cxnSpLocks/>
          </p:cNvCxnSpPr>
          <p:nvPr/>
        </p:nvCxnSpPr>
        <p:spPr>
          <a:xfrm flipH="1" flipV="1">
            <a:off x="2339752" y="3429000"/>
            <a:ext cx="1008112" cy="11675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F5ECE24-6829-7D91-93B7-5B7EABB5B3E8}"/>
              </a:ext>
            </a:extLst>
          </p:cNvPr>
          <p:cNvCxnSpPr/>
          <p:nvPr/>
        </p:nvCxnSpPr>
        <p:spPr>
          <a:xfrm flipV="1">
            <a:off x="6100927" y="3491752"/>
            <a:ext cx="999260" cy="527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872C9B-26C5-C249-31AB-0FBAE7C576A9}"/>
              </a:ext>
            </a:extLst>
          </p:cNvPr>
          <p:cNvCxnSpPr/>
          <p:nvPr/>
        </p:nvCxnSpPr>
        <p:spPr>
          <a:xfrm>
            <a:off x="6065879" y="3228523"/>
            <a:ext cx="1143276" cy="11896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1D6AB2-82ED-FE14-6AD2-2B5B815CE7AE}"/>
              </a:ext>
            </a:extLst>
          </p:cNvPr>
          <p:cNvCxnSpPr/>
          <p:nvPr/>
        </p:nvCxnSpPr>
        <p:spPr>
          <a:xfrm flipH="1">
            <a:off x="2123728" y="3645024"/>
            <a:ext cx="1224136" cy="504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F2691C9-AC22-81D8-29B7-C962045CB905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47034461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B772-4CBC-3C52-FE64-29507CAE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Risk factors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81BDC-6BA3-37E7-15B7-9115AF50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679" y="1644184"/>
            <a:ext cx="2986407" cy="387843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Can you match the boxes on the right with this list of risk factor types?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Lifestyle</a:t>
            </a:r>
          </a:p>
          <a:p>
            <a:r>
              <a:rPr lang="en-GB" dirty="0"/>
              <a:t>Environment</a:t>
            </a:r>
          </a:p>
          <a:p>
            <a:r>
              <a:rPr lang="en-GB" dirty="0"/>
              <a:t>Inherited</a:t>
            </a:r>
          </a:p>
          <a:p>
            <a:r>
              <a:rPr lang="en-GB" dirty="0"/>
              <a:t>Age-related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5439C3-A4D2-FAEA-9AE7-ECC6F6AB022A}"/>
              </a:ext>
            </a:extLst>
          </p:cNvPr>
          <p:cNvSpPr/>
          <p:nvPr/>
        </p:nvSpPr>
        <p:spPr>
          <a:xfrm>
            <a:off x="4860032" y="2492896"/>
            <a:ext cx="1152128" cy="57606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fatty foods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87C36C-C5BC-A9A5-DFC1-CD1065320818}"/>
              </a:ext>
            </a:extLst>
          </p:cNvPr>
          <p:cNvSpPr/>
          <p:nvPr/>
        </p:nvSpPr>
        <p:spPr>
          <a:xfrm>
            <a:off x="5724128" y="4509120"/>
            <a:ext cx="1296144" cy="57606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smoking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8B4AE86-E6F7-F898-007C-3ABAA8724564}"/>
              </a:ext>
            </a:extLst>
          </p:cNvPr>
          <p:cNvSpPr/>
          <p:nvPr/>
        </p:nvSpPr>
        <p:spPr>
          <a:xfrm>
            <a:off x="7164288" y="2347328"/>
            <a:ext cx="1440160" cy="86400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passed down from parents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F3DD35-19FE-8379-225A-BB278CBF5758}"/>
              </a:ext>
            </a:extLst>
          </p:cNvPr>
          <p:cNvSpPr/>
          <p:nvPr/>
        </p:nvSpPr>
        <p:spPr>
          <a:xfrm>
            <a:off x="3707134" y="4581128"/>
            <a:ext cx="1440930" cy="57606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dementia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558C978-562D-BEDA-BE8E-572ECC8F3C5F}"/>
              </a:ext>
            </a:extLst>
          </p:cNvPr>
          <p:cNvSpPr/>
          <p:nvPr/>
        </p:nvSpPr>
        <p:spPr>
          <a:xfrm>
            <a:off x="6372200" y="5661248"/>
            <a:ext cx="2016223" cy="57606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poor accommodation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D96929-666D-B20E-3A0E-17D25E280620}"/>
              </a:ext>
            </a:extLst>
          </p:cNvPr>
          <p:cNvSpPr/>
          <p:nvPr/>
        </p:nvSpPr>
        <p:spPr>
          <a:xfrm>
            <a:off x="4417691" y="5522620"/>
            <a:ext cx="1368153" cy="72008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lack of exercise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0DB984-FC4B-55A2-099A-FA9BE092F0A8}"/>
              </a:ext>
            </a:extLst>
          </p:cNvPr>
          <p:cNvSpPr/>
          <p:nvPr/>
        </p:nvSpPr>
        <p:spPr>
          <a:xfrm>
            <a:off x="3815916" y="3248980"/>
            <a:ext cx="1152128" cy="79208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high BMI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B306D1E-5E9F-013D-6AE7-CD2C8EC8F429}"/>
              </a:ext>
            </a:extLst>
          </p:cNvPr>
          <p:cNvSpPr/>
          <p:nvPr/>
        </p:nvSpPr>
        <p:spPr>
          <a:xfrm>
            <a:off x="6012160" y="3429000"/>
            <a:ext cx="1296144" cy="57606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arthritis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B0A6F25-3FC6-5215-9A98-D0D656F772F1}"/>
              </a:ext>
            </a:extLst>
          </p:cNvPr>
          <p:cNvSpPr/>
          <p:nvPr/>
        </p:nvSpPr>
        <p:spPr>
          <a:xfrm>
            <a:off x="7452319" y="4005064"/>
            <a:ext cx="1368153" cy="130234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poor working conditions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3CA09-5EA2-831E-C9BB-A21B4F6CE330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1828207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FE69-7E98-672E-A88F-291E981D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Circulatory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3F1A3-B69D-5D12-C440-86BDEDDA1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060" y="2196000"/>
            <a:ext cx="5155823" cy="387843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Select one of these health issues associated with the circulatory system and research it:</a:t>
            </a:r>
          </a:p>
          <a:p>
            <a:r>
              <a:rPr lang="en-GB" dirty="0"/>
              <a:t>hypertension</a:t>
            </a:r>
          </a:p>
          <a:p>
            <a:r>
              <a:rPr lang="en-GB" dirty="0"/>
              <a:t>coronary heart disease</a:t>
            </a:r>
          </a:p>
          <a:p>
            <a:r>
              <a:rPr lang="en-GB" dirty="0"/>
              <a:t>deep vein thrombosis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F3BAA-98A7-D777-E8A6-486D3F5D9BE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6002590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77A0-9890-4C08-4A00-676895887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Blocked blood vessels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9FBBB-B8E2-ED5B-81B9-3499CCC2E151}"/>
              </a:ext>
            </a:extLst>
          </p:cNvPr>
          <p:cNvSpPr txBox="1"/>
          <p:nvPr/>
        </p:nvSpPr>
        <p:spPr>
          <a:xfrm>
            <a:off x="5508105" y="3356992"/>
            <a:ext cx="26642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Can you describe how a build-up on the inside of a blood vessel could lead to coronary heart disease, or even a stroke?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71F1DA6-45B5-490C-9B0E-64960CEAE1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7624" y="2079036"/>
            <a:ext cx="3878262" cy="387826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39E7CE-FFF4-9931-2D0F-E41D2F868B80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75377843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F0F91-5462-D69E-BFA5-47EFD0DC3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Respiratory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812B3-79AA-F91E-483B-D28C9B9D3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one of these health issues associated with the respiratory system and research it:</a:t>
            </a:r>
          </a:p>
          <a:p>
            <a:r>
              <a:rPr lang="en-GB" dirty="0"/>
              <a:t>bronchitis</a:t>
            </a:r>
          </a:p>
          <a:p>
            <a:r>
              <a:rPr lang="en-GB" dirty="0"/>
              <a:t>asthma</a:t>
            </a:r>
          </a:p>
          <a:p>
            <a:r>
              <a:rPr lang="en-GB" dirty="0"/>
              <a:t>emphysema</a:t>
            </a:r>
          </a:p>
          <a:p>
            <a:r>
              <a:rPr lang="en-GB" dirty="0"/>
              <a:t>lung cancer</a:t>
            </a:r>
          </a:p>
          <a:p>
            <a:r>
              <a:rPr lang="en-GB" dirty="0"/>
              <a:t>tuberculosis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B1716-47DA-0B26-FEE2-902B76CF157F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21691642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AEDB-8114-F219-94E4-EFF97EB2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Nervous system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2976B-AE96-3225-B98E-DE1DF0515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one of these health issues associated with the nervous system and research it:</a:t>
            </a:r>
          </a:p>
          <a:p>
            <a:r>
              <a:rPr lang="en-GB" dirty="0"/>
              <a:t>stroke</a:t>
            </a:r>
          </a:p>
          <a:p>
            <a:r>
              <a:rPr lang="en-GB" dirty="0"/>
              <a:t>Parkinson’s disease</a:t>
            </a:r>
          </a:p>
          <a:p>
            <a:r>
              <a:rPr lang="en-GB" dirty="0"/>
              <a:t>multiple sclerosis</a:t>
            </a:r>
          </a:p>
          <a:p>
            <a:r>
              <a:rPr lang="en-GB" dirty="0"/>
              <a:t>sensory impairment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8FF98-5431-35AF-4068-F3E7EB6DFCBA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94707043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26CA6-8C2F-576D-8671-5CED2F20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48AB-6B6D-467A-8B01-BA7E28DC6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5648"/>
          </a:xfrm>
        </p:spPr>
        <p:txBody>
          <a:bodyPr/>
          <a:lstStyle/>
          <a:p>
            <a:r>
              <a:rPr lang="en-GB" sz="3200" dirty="0"/>
              <a:t>Digestive and excretory/renal system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A77ED-A786-BB5D-8DB5-DC4EC0E508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one of these health issues associated with the digestive system and research it:</a:t>
            </a:r>
          </a:p>
          <a:p>
            <a:r>
              <a:rPr lang="fr-FR" dirty="0"/>
              <a:t>bowel cancer</a:t>
            </a:r>
          </a:p>
          <a:p>
            <a:r>
              <a:rPr lang="fr-FR" dirty="0"/>
              <a:t>cholecystitis</a:t>
            </a:r>
          </a:p>
          <a:p>
            <a:r>
              <a:rPr lang="fr-FR" dirty="0"/>
              <a:t>irritable bowel syndrome (IBS)</a:t>
            </a:r>
          </a:p>
          <a:p>
            <a:r>
              <a:rPr lang="fr-FR" dirty="0"/>
              <a:t>collitis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BB2D9B-65DE-C835-C6F9-34595ECEA2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Select one of these health issues associated with the excretory/renal system and research it:</a:t>
            </a:r>
          </a:p>
          <a:p>
            <a:r>
              <a:rPr lang="en-GB" dirty="0"/>
              <a:t>urinary tract infections (UTIs)</a:t>
            </a:r>
          </a:p>
          <a:p>
            <a:r>
              <a:rPr lang="en-GB" dirty="0"/>
              <a:t>renal failure</a:t>
            </a:r>
          </a:p>
          <a:p>
            <a:r>
              <a:rPr lang="en-GB" dirty="0"/>
              <a:t>dialysis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883EF-99DD-4505-AFCF-875529E35214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46607484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DC4E-B097-2ABE-1FD9-764E55CE7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D20C-3FBC-F038-8781-E1259A6D2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5648"/>
          </a:xfrm>
        </p:spPr>
        <p:txBody>
          <a:bodyPr/>
          <a:lstStyle/>
          <a:p>
            <a:r>
              <a:rPr lang="en-GB" sz="3200" dirty="0"/>
              <a:t>Endocrine and other body system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D9EC5-F899-7987-C7E9-85E1FC7B9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800" dirty="0"/>
              <a:t>Select one of these health issues associated with the endocrine system and research it:</a:t>
            </a:r>
          </a:p>
          <a:p>
            <a:r>
              <a:rPr lang="en-GB" sz="1800" dirty="0"/>
              <a:t>Type 1 diabetes</a:t>
            </a:r>
          </a:p>
          <a:p>
            <a:r>
              <a:rPr lang="en-GB" sz="1800" dirty="0"/>
              <a:t>Type 2 diabetes</a:t>
            </a:r>
          </a:p>
          <a:p>
            <a:r>
              <a:rPr lang="en-GB" sz="1800" dirty="0"/>
              <a:t>underactive/overactive thyroid gland</a:t>
            </a:r>
            <a:endParaRPr lang="fr-FR" sz="1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682B6E-BB3C-114E-17A0-D6A817D10C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800" dirty="0"/>
              <a:t>Select one of these health issues associated with some other body systems and research it:</a:t>
            </a:r>
          </a:p>
          <a:p>
            <a:r>
              <a:rPr lang="en-GB" sz="1800" dirty="0"/>
              <a:t>reproductive:</a:t>
            </a:r>
          </a:p>
          <a:p>
            <a:pPr lvl="1"/>
            <a:r>
              <a:rPr lang="en-GB" sz="1800" dirty="0"/>
              <a:t>cervical cancer</a:t>
            </a:r>
          </a:p>
          <a:p>
            <a:pPr lvl="1"/>
            <a:r>
              <a:rPr lang="en-GB" sz="1800" dirty="0"/>
              <a:t>testicular cancer</a:t>
            </a:r>
          </a:p>
          <a:p>
            <a:pPr lvl="1"/>
            <a:r>
              <a:rPr lang="en-GB" sz="1800" dirty="0"/>
              <a:t>infertility</a:t>
            </a:r>
          </a:p>
          <a:p>
            <a:r>
              <a:rPr lang="en-GB" sz="1800" dirty="0"/>
              <a:t>musculoskeletal:</a:t>
            </a:r>
          </a:p>
          <a:p>
            <a:pPr lvl="1"/>
            <a:r>
              <a:rPr lang="en-GB" sz="1800" dirty="0"/>
              <a:t>osteoarthritis</a:t>
            </a:r>
          </a:p>
          <a:p>
            <a:pPr lvl="1"/>
            <a:r>
              <a:rPr lang="en-GB" sz="1800" dirty="0"/>
              <a:t>osteoporosis</a:t>
            </a:r>
          </a:p>
          <a:p>
            <a:pPr lvl="1"/>
            <a:r>
              <a:rPr lang="en-GB" sz="1800" dirty="0"/>
              <a:t>gout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352BC1-7549-4E0C-A96D-E8B647D133F0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08437432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169B55-9E9E-BE10-32D6-D4DFB38A9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Command words - Pass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9898757-C924-4D30-BC69-15526D17302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63722121"/>
              </p:ext>
            </p:extLst>
          </p:nvPr>
        </p:nvGraphicFramePr>
        <p:xfrm>
          <a:off x="576263" y="2058988"/>
          <a:ext cx="7991474" cy="3632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9555">
                  <a:extLst>
                    <a:ext uri="{9D8B030D-6E8A-4147-A177-3AD203B41FA5}">
                      <a16:colId xmlns:a16="http://schemas.microsoft.com/office/drawing/2014/main" val="1937218167"/>
                    </a:ext>
                  </a:extLst>
                </a:gridCol>
                <a:gridCol w="6191919">
                  <a:extLst>
                    <a:ext uri="{9D8B030D-6E8A-4147-A177-3AD203B41FA5}">
                      <a16:colId xmlns:a16="http://schemas.microsoft.com/office/drawing/2014/main" val="4240010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Write a list of the main items (not sentences).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34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State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Point out or list the main features.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06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Define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To state the meaning of something using the correct terms.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40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Identify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Give all the basic facts which relate to a topic.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95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Outline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Write a clear description but without going into too much detail.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5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Demonstrate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Show that you can do a particular activity or skill.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83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Explain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Make your point clear by providing sufficient detail.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312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Describe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Give a clear, straightforward description which includes all of the main points.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6590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Summarise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Write down or articulate briefly the main points or essential features.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5178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EFB80F1-2CDA-2916-1D26-6B837AFD8668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43734987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0B4D2-2768-CC19-CE38-20A36232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D275B4-3E5A-1B83-0052-56ECBC356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Command words - Merit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976E997-B0CA-A58A-C733-D0CC13EA8B7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46951716"/>
              </p:ext>
            </p:extLst>
          </p:nvPr>
        </p:nvGraphicFramePr>
        <p:xfrm>
          <a:off x="576263" y="2058988"/>
          <a:ext cx="7991474" cy="289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9555">
                  <a:extLst>
                    <a:ext uri="{9D8B030D-6E8A-4147-A177-3AD203B41FA5}">
                      <a16:colId xmlns:a16="http://schemas.microsoft.com/office/drawing/2014/main" val="1937218167"/>
                    </a:ext>
                  </a:extLst>
                </a:gridCol>
                <a:gridCol w="6191919">
                  <a:extLst>
                    <a:ext uri="{9D8B030D-6E8A-4147-A177-3AD203B41FA5}">
                      <a16:colId xmlns:a16="http://schemas.microsoft.com/office/drawing/2014/main" val="4240010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Discuss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To present an argument for and against.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34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Explain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Give logical reasons to support your view.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06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Describe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Give a full description including details of all the relevant features.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40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Demonstrate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Prove you can carry out a more complex activity.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95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Analyse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Identify the factors that apply, and state how these are linked and how each of them relates to the topic.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5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Justify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Give reasons for the points you are marking so that the marker knows how you arrived at that conclusion.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83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Suggest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Give your own ideas and thoughts.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3121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5CB48F7-A5A2-4942-AC3D-5AA2A883B0E8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20650436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F2AF2-4890-0967-D508-7DF9BC8D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5AC04FD-46D1-072C-A7DF-4B9DFF9A5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Command words - Distinction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D23D594-ACBC-BB4B-2785-503BA99E75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7545386"/>
              </p:ext>
            </p:extLst>
          </p:nvPr>
        </p:nvGraphicFramePr>
        <p:xfrm>
          <a:off x="576263" y="2058988"/>
          <a:ext cx="7991474" cy="375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9553">
                  <a:extLst>
                    <a:ext uri="{9D8B030D-6E8A-4147-A177-3AD203B41FA5}">
                      <a16:colId xmlns:a16="http://schemas.microsoft.com/office/drawing/2014/main" val="1937218167"/>
                    </a:ext>
                  </a:extLst>
                </a:gridCol>
                <a:gridCol w="5651921">
                  <a:extLst>
                    <a:ext uri="{9D8B030D-6E8A-4147-A177-3AD203B41FA5}">
                      <a16:colId xmlns:a16="http://schemas.microsoft.com/office/drawing/2014/main" val="4240010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Assess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Evaluate in terms of advantages and disadvantages.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9342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Analyse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Identify several relevant factors, show how they are linked, and explain the importance of each.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063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Evaluate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Bring together all of your information and make a judgement on the importance or success of something.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4402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Recommend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Suggest changes or improvements.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5955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Make recommendations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Make relevant and appropriate suggestions; usually for improvement.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5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Select and demonstrate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Select several relevant examples or pieces of related evidence which clearly support the arguments you are making. This may include showing particular practical skills.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83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b="1" dirty="0"/>
                        <a:t>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Consider each factor in turn, providing a description and explanation of their uses, strengths and weaknesses, making recommendations.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31215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C47C4D9-441B-250D-79B4-90F883AB5C8C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01359631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CD553-CA29-019B-658A-543E03EC8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C91B4F19-F20D-7EDB-1A5D-9185113CF14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4154" y="2780928"/>
            <a:ext cx="8460334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 algn="ctr">
              <a:buNone/>
            </a:pPr>
            <a:endParaRPr lang="en-GB" altLang="en-US" dirty="0"/>
          </a:p>
          <a:p>
            <a:pPr marL="685800"/>
            <a:r>
              <a:rPr lang="en-GB" altLang="en-US" dirty="0"/>
              <a:t>Complete assessment tasks for learning aims C and D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3DCC1606-A5F1-BB2D-8085-EBB83FAD1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8" y="1496228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Assessment: Learning aims C and 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BEDE2C-730E-12AC-8CD2-9656843B1BEF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9410549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5836-858E-499A-BBDC-08064FB8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F36D7-8939-46E5-A804-DF56D9A64E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(Keys: l-left, r-Right, c-Centre, </a:t>
            </a:r>
            <a:r>
              <a:rPr lang="en-IN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t-Top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b-Bottom)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123RF: 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Aamine29000 (Slide 1),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Microone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15),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Blueringmedia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20r),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Crystaleyemedia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30)</a:t>
            </a:r>
            <a:endParaRPr lang="en-IN" sz="1800" b="1" kern="1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Pearson Education Ltd.:</a:t>
            </a:r>
            <a:r>
              <a:rPr lang="en-I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Pearson Education Ltd (Slide20l, 29),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HL Studios (Slide 18l), Mark Turner, Beehive Illustration (Slide 21r), Oxford Designers &amp; Illustrators Ltd (Slide 24)</a:t>
            </a:r>
            <a:endParaRPr lang="en-IN" sz="1800" kern="100" dirty="0">
              <a:solidFill>
                <a:srgbClr val="444444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Shutterstock: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Esmiles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9), 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 DM (Slide 21r)</a:t>
            </a:r>
            <a:endParaRPr lang="en-IN" sz="1800" kern="10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stock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.adobe.com: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Designua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10, 11), </a:t>
            </a:r>
            <a:r>
              <a:rPr lang="en-US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Gritsalak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13),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Macrovector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17, 19, 22, 23, 25, 28, 31),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GraphicsRF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18r),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Tamatus_art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21l), </a:t>
            </a:r>
            <a:r>
              <a:rPr lang="en-US" sz="18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Blueringmedia</a:t>
            </a: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(Slide 26, 32), Nandalal (Slide 27), Olenka758 (Slide 44).</a:t>
            </a:r>
            <a:endParaRPr lang="en-GB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CBC57-8679-FF7E-3D3D-E951C2101889}"/>
              </a:ext>
            </a:extLst>
          </p:cNvPr>
          <p:cNvSpPr txBox="1"/>
          <p:nvPr/>
        </p:nvSpPr>
        <p:spPr>
          <a:xfrm>
            <a:off x="58198" y="6603206"/>
            <a:ext cx="105791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900" dirty="0"/>
              <a:t>A103000424337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04099712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1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3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400" b="1" dirty="0" smtClean="0"/>
        </a:defPPr>
      </a:lstStyle>
      <a:style>
        <a:lnRef idx="2">
          <a:schemeClr val="accent6">
            <a:shade val="15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4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a26a0597-d0d1-4250-940c-88e9bf9d5597" xsi:nil="true"/>
    <lcf76f155ced4ddcb4097134ff3c332f xmlns="6881431a-e3b2-481e-ba90-fae26e2fa83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5CA97BB98D954187A61B8775138C0A" ma:contentTypeVersion="18" ma:contentTypeDescription="Create a new document." ma:contentTypeScope="" ma:versionID="698bde0db92f4b6453249da6bd9087ce">
  <xsd:schema xmlns:xsd="http://www.w3.org/2001/XMLSchema" xmlns:xs="http://www.w3.org/2001/XMLSchema" xmlns:p="http://schemas.microsoft.com/office/2006/metadata/properties" xmlns:ns1="http://schemas.microsoft.com/sharepoint/v3" xmlns:ns2="a26a0597-d0d1-4250-940c-88e9bf9d5597" xmlns:ns3="6881431a-e3b2-481e-ba90-fae26e2fa83c" targetNamespace="http://schemas.microsoft.com/office/2006/metadata/properties" ma:root="true" ma:fieldsID="b9339031a639aa78a5deea90689d2a48" ns1:_="" ns2:_="" ns3:_="">
    <xsd:import namespace="http://schemas.microsoft.com/sharepoint/v3"/>
    <xsd:import namespace="a26a0597-d0d1-4250-940c-88e9bf9d5597"/>
    <xsd:import namespace="6881431a-e3b2-481e-ba90-fae26e2fa8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6a0597-d0d1-4250-940c-88e9bf9d559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b19cccf-beb9-4e4d-a7ce-d3aacf7fbe52}" ma:internalName="TaxCatchAll" ma:showField="CatchAllData" ma:web="a26a0597-d0d1-4250-940c-88e9bf9d55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81431a-e3b2-481e-ba90-fae26e2f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48C615-482B-4AB5-9FE7-A2F3E6CFF2B1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6125ffc9-2c56-435e-8267-1393444907b2"/>
    <ds:schemaRef ds:uri="http://www.w3.org/XML/1998/namespace"/>
    <ds:schemaRef ds:uri="http://purl.org/dc/elements/1.1/"/>
    <ds:schemaRef ds:uri="http://schemas.microsoft.com/sharepoint/v3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c1bd8dc-4e40-424f-a15f-9ffcd522197f"/>
  </ds:schemaRefs>
</ds:datastoreItem>
</file>

<file path=customXml/itemProps2.xml><?xml version="1.0" encoding="utf-8"?>
<ds:datastoreItem xmlns:ds="http://schemas.openxmlformats.org/officeDocument/2006/customXml" ds:itemID="{507BF841-CB78-4DF6-9DBE-0F1B1B199D4F}"/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13218</TotalTime>
  <Words>2108</Words>
  <Application>Microsoft Office PowerPoint</Application>
  <PresentationFormat>On-screen Show (4:3)</PresentationFormat>
  <Paragraphs>452</Paragraphs>
  <Slides>53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53</vt:i4>
      </vt:variant>
    </vt:vector>
  </HeadingPairs>
  <TitlesOfParts>
    <vt:vector size="72" baseType="lpstr">
      <vt:lpstr>Arial</vt:lpstr>
      <vt:lpstr>Calibri</vt:lpstr>
      <vt:lpstr>Times New Roman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11_Beauty Therapy</vt:lpstr>
      <vt:lpstr>12_Beauty Therapy</vt:lpstr>
      <vt:lpstr>13_Beauty Therapy</vt:lpstr>
      <vt:lpstr>14_Beauty Therapy</vt:lpstr>
      <vt:lpstr>Unit 7 Anatomy and Physiology for Health and Social Care   </vt:lpstr>
      <vt:lpstr>Anatomy and Physiology for Health and Social Care</vt:lpstr>
      <vt:lpstr>Learning aims</vt:lpstr>
      <vt:lpstr>LEARNING AIM A  </vt:lpstr>
      <vt:lpstr>LEARNING AIM B  </vt:lpstr>
      <vt:lpstr>LEARNING AIM C  </vt:lpstr>
      <vt:lpstr>LEARNING AIM D  </vt:lpstr>
      <vt:lpstr>Learning aims A and B</vt:lpstr>
      <vt:lpstr>PowerPoint Presentation</vt:lpstr>
      <vt:lpstr>Match the cell to the description.</vt:lpstr>
      <vt:lpstr>Match the cell to the description.</vt:lpstr>
      <vt:lpstr>Cells, tissues, organs, organ systems and organisms</vt:lpstr>
      <vt:lpstr>Cells, tissues, organs, organ systems and organisms</vt:lpstr>
      <vt:lpstr>We are now going to learn about the structure and location of the main organs of the body including:</vt:lpstr>
      <vt:lpstr>PowerPoint Presentation</vt:lpstr>
      <vt:lpstr>B1 and B2 Body systems and functions</vt:lpstr>
      <vt:lpstr>Cardiovascular (circulatory) system</vt:lpstr>
      <vt:lpstr>The heart pumps blood through the circulatory system</vt:lpstr>
      <vt:lpstr>Respiratory system</vt:lpstr>
      <vt:lpstr>The diaphragm functions in breathing </vt:lpstr>
      <vt:lpstr>Alveoli structure and function</vt:lpstr>
      <vt:lpstr>Nervous system</vt:lpstr>
      <vt:lpstr>Musculoskeletal system</vt:lpstr>
      <vt:lpstr>Movement</vt:lpstr>
      <vt:lpstr>Digestive system</vt:lpstr>
      <vt:lpstr>Human Digestive System</vt:lpstr>
      <vt:lpstr>Excretory system</vt:lpstr>
      <vt:lpstr>Endocrine system</vt:lpstr>
      <vt:lpstr>The menstrual cycle 1</vt:lpstr>
      <vt:lpstr>The menstrual cycle 2</vt:lpstr>
      <vt:lpstr>Reproductive system</vt:lpstr>
      <vt:lpstr>Foetal development</vt:lpstr>
      <vt:lpstr>Research task</vt:lpstr>
      <vt:lpstr>B3 Interrelationships</vt:lpstr>
      <vt:lpstr>Homeostasis</vt:lpstr>
      <vt:lpstr>PowerPoint Presentation</vt:lpstr>
      <vt:lpstr>Learning aims C and D</vt:lpstr>
      <vt:lpstr>C1 Observations</vt:lpstr>
      <vt:lpstr>C1 Observations</vt:lpstr>
      <vt:lpstr>Reliability vs Accuracy</vt:lpstr>
      <vt:lpstr>Reliability vs Accuracy</vt:lpstr>
      <vt:lpstr>Risk factors</vt:lpstr>
      <vt:lpstr>Circulatory disorders</vt:lpstr>
      <vt:lpstr>Blocked blood vessels</vt:lpstr>
      <vt:lpstr>Respiratory disorders</vt:lpstr>
      <vt:lpstr>Nervous system disorders</vt:lpstr>
      <vt:lpstr>Digestive and excretory/renal system disorders</vt:lpstr>
      <vt:lpstr>Endocrine and other body system disorders</vt:lpstr>
      <vt:lpstr>Command words - Pass</vt:lpstr>
      <vt:lpstr>Command words - Merit</vt:lpstr>
      <vt:lpstr>Command words - Distinction</vt:lpstr>
      <vt:lpstr>PowerPoint Presentation</vt:lpstr>
      <vt:lpstr>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197</cp:revision>
  <dcterms:created xsi:type="dcterms:W3CDTF">2020-07-15T07:14:47Z</dcterms:created>
  <dcterms:modified xsi:type="dcterms:W3CDTF">2025-09-24T12:52:41Z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0x010100105CA97BB98D954187A61B8775138C0A</vt:lpwstr>
  </property>
  <property fmtid="{D5CDD505-2E9C-101B-9397-08002B2CF9AE}" pid="4" name="MediaServiceImageTags">
    <vt:lpwstr/>
  </property>
</Properties>
</file>