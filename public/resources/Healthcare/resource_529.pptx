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8.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9.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10.xml" ContentType="application/vnd.openxmlformats-officedocument.theme+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11.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12.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theme/theme13.xml" ContentType="application/vnd.openxmlformats-officedocument.theme+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 id="2147484932" r:id="rId14"/>
    <p:sldMasterId id="2147484945" r:id="rId15"/>
    <p:sldMasterId id="2147484958" r:id="rId16"/>
    <p:sldMasterId id="2147484971" r:id="rId17"/>
  </p:sldMasterIdLst>
  <p:notesMasterIdLst>
    <p:notesMasterId r:id="rId53"/>
  </p:notesMasterIdLst>
  <p:handoutMasterIdLst>
    <p:handoutMasterId r:id="rId54"/>
  </p:handoutMasterIdLst>
  <p:sldIdLst>
    <p:sldId id="310" r:id="rId18"/>
    <p:sldId id="311" r:id="rId19"/>
    <p:sldId id="312" r:id="rId20"/>
    <p:sldId id="313" r:id="rId21"/>
    <p:sldId id="314" r:id="rId22"/>
    <p:sldId id="315" r:id="rId23"/>
    <p:sldId id="321" r:id="rId24"/>
    <p:sldId id="322" r:id="rId25"/>
    <p:sldId id="323" r:id="rId26"/>
    <p:sldId id="316" r:id="rId27"/>
    <p:sldId id="317" r:id="rId28"/>
    <p:sldId id="318" r:id="rId29"/>
    <p:sldId id="319" r:id="rId30"/>
    <p:sldId id="335" r:id="rId31"/>
    <p:sldId id="320" r:id="rId32"/>
    <p:sldId id="334" r:id="rId33"/>
    <p:sldId id="336" r:id="rId34"/>
    <p:sldId id="337" r:id="rId35"/>
    <p:sldId id="338" r:id="rId36"/>
    <p:sldId id="324" r:id="rId37"/>
    <p:sldId id="325" r:id="rId38"/>
    <p:sldId id="326" r:id="rId39"/>
    <p:sldId id="327" r:id="rId40"/>
    <p:sldId id="328" r:id="rId41"/>
    <p:sldId id="339" r:id="rId42"/>
    <p:sldId id="340" r:id="rId43"/>
    <p:sldId id="329" r:id="rId44"/>
    <p:sldId id="330" r:id="rId45"/>
    <p:sldId id="331" r:id="rId46"/>
    <p:sldId id="341" r:id="rId47"/>
    <p:sldId id="342" r:id="rId48"/>
    <p:sldId id="332" r:id="rId49"/>
    <p:sldId id="333" r:id="rId50"/>
    <p:sldId id="343" r:id="rId51"/>
    <p:sldId id="348" r:id="rId52"/>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 id="15" name="Bernard Jones" initials="BJ" lastIdx="2" clrIdx="14">
    <p:extLst>
      <p:ext uri="{19B8F6BF-5375-455C-9EA6-DF929625EA0E}">
        <p15:presenceInfo xmlns:p15="http://schemas.microsoft.com/office/powerpoint/2012/main" userId="S-1-5-21-1477274895-394607628-3577794650-6462" providerId="AD"/>
      </p:ext>
    </p:extLst>
  </p:cmAuthor>
  <p:cmAuthor id="16" name="Sarah Langley" initials="SL" lastIdx="2" clrIdx="15">
    <p:extLst>
      <p:ext uri="{19B8F6BF-5375-455C-9EA6-DF929625EA0E}">
        <p15:presenceInfo xmlns:p15="http://schemas.microsoft.com/office/powerpoint/2012/main" userId="S::Sarah.Langley@pearson.com::239c5547-87b3-47be-8ff1-783a9a4cc887" providerId="AD"/>
      </p:ext>
    </p:extLst>
  </p:cmAuthor>
  <p:cmAuthor id="17" name="VMSAVILLE" initials="VM" lastIdx="1" clrIdx="16">
    <p:extLst>
      <p:ext uri="{19B8F6BF-5375-455C-9EA6-DF929625EA0E}">
        <p15:presenceInfo xmlns:p15="http://schemas.microsoft.com/office/powerpoint/2012/main" userId="S::vmsaville_gmail.com#ext#@pearsoneducationinc.onmicrosoft.com::2983986a-dd2b-41fc-b042-2ccc6e6ccd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51EF85-2FA2-416E-9237-91A37611CB83}" v="35" dt="2025-09-24T08:43:31.798"/>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251" autoAdjust="0"/>
    <p:restoredTop sz="94660"/>
  </p:normalViewPr>
  <p:slideViewPr>
    <p:cSldViewPr snapToGrid="0">
      <p:cViewPr varScale="1">
        <p:scale>
          <a:sx n="142" d="100"/>
          <a:sy n="142" d="100"/>
        </p:scale>
        <p:origin x="2784" y="342"/>
      </p:cViewPr>
      <p:guideLst>
        <p:guide orient="horz" pos="1933"/>
        <p:guide pos="2880"/>
        <p:guide pos="1791"/>
        <p:guide orient="horz" pos="3657"/>
        <p:guide pos="106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slide" Target="slides/slide30.xml"/><Relationship Id="rId50" Type="http://schemas.openxmlformats.org/officeDocument/2006/relationships/slide" Target="slides/slide33.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2.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2.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slide" Target="slides/slide31.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34.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59" Type="http://schemas.openxmlformats.org/officeDocument/2006/relationships/tableStyles" Target="tableStyles.xml"/><Relationship Id="rId20" Type="http://schemas.openxmlformats.org/officeDocument/2006/relationships/slide" Target="slides/slide3.xml"/><Relationship Id="rId41" Type="http://schemas.openxmlformats.org/officeDocument/2006/relationships/slide" Target="slides/slide24.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viewProps" Target="viewProps.xml"/><Relationship Id="rId10" Type="http://schemas.openxmlformats.org/officeDocument/2006/relationships/slideMaster" Target="slideMasters/slideMaster7.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slide" Target="slides/slide35.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C951EF85-2FA2-416E-9237-91A37611CB83}"/>
    <pc:docChg chg="addSld modSld">
      <pc:chgData name="Paul Winser" userId="c3146a91-e6bd-4264-bd86-e164e04bc32d" providerId="ADAL" clId="{C951EF85-2FA2-416E-9237-91A37611CB83}" dt="2025-09-24T08:53:28.611" v="121" actId="20577"/>
      <pc:docMkLst>
        <pc:docMk/>
      </pc:docMkLst>
      <pc:sldChg chg="addSp modSp mod">
        <pc:chgData name="Paul Winser" userId="c3146a91-e6bd-4264-bd86-e164e04bc32d" providerId="ADAL" clId="{C951EF85-2FA2-416E-9237-91A37611CB83}" dt="2025-09-24T08:51:08.732" v="53" actId="20577"/>
        <pc:sldMkLst>
          <pc:docMk/>
          <pc:sldMk cId="0" sldId="310"/>
        </pc:sldMkLst>
        <pc:spChg chg="add mod">
          <ac:chgData name="Paul Winser" userId="c3146a91-e6bd-4264-bd86-e164e04bc32d" providerId="ADAL" clId="{C951EF85-2FA2-416E-9237-91A37611CB83}" dt="2025-09-24T08:51:08.732" v="53" actId="20577"/>
          <ac:spMkLst>
            <pc:docMk/>
            <pc:sldMk cId="0" sldId="310"/>
            <ac:spMk id="6" creationId="{B7DD900C-29F4-45D8-4F47-1D67A5C9A2C1}"/>
          </ac:spMkLst>
        </pc:spChg>
      </pc:sldChg>
      <pc:sldChg chg="addSp modSp mod">
        <pc:chgData name="Paul Winser" userId="c3146a91-e6bd-4264-bd86-e164e04bc32d" providerId="ADAL" clId="{C951EF85-2FA2-416E-9237-91A37611CB83}" dt="2025-09-24T08:51:12.359" v="55" actId="20577"/>
        <pc:sldMkLst>
          <pc:docMk/>
          <pc:sldMk cId="0" sldId="311"/>
        </pc:sldMkLst>
        <pc:spChg chg="add mod">
          <ac:chgData name="Paul Winser" userId="c3146a91-e6bd-4264-bd86-e164e04bc32d" providerId="ADAL" clId="{C951EF85-2FA2-416E-9237-91A37611CB83}" dt="2025-09-24T08:51:12.359" v="55" actId="20577"/>
          <ac:spMkLst>
            <pc:docMk/>
            <pc:sldMk cId="0" sldId="311"/>
            <ac:spMk id="9" creationId="{DF89BF5E-63DA-ACCF-CBEB-98E66167DE6D}"/>
          </ac:spMkLst>
        </pc:spChg>
      </pc:sldChg>
      <pc:sldChg chg="addSp modSp mod">
        <pc:chgData name="Paul Winser" userId="c3146a91-e6bd-4264-bd86-e164e04bc32d" providerId="ADAL" clId="{C951EF85-2FA2-416E-9237-91A37611CB83}" dt="2025-09-24T08:51:15.596" v="57" actId="20577"/>
        <pc:sldMkLst>
          <pc:docMk/>
          <pc:sldMk cId="0" sldId="312"/>
        </pc:sldMkLst>
        <pc:spChg chg="add mod">
          <ac:chgData name="Paul Winser" userId="c3146a91-e6bd-4264-bd86-e164e04bc32d" providerId="ADAL" clId="{C951EF85-2FA2-416E-9237-91A37611CB83}" dt="2025-09-24T08:51:15.596" v="57" actId="20577"/>
          <ac:spMkLst>
            <pc:docMk/>
            <pc:sldMk cId="0" sldId="312"/>
            <ac:spMk id="2" creationId="{3CFBD7DD-898D-72C2-4A0D-BF3E280AF19E}"/>
          </ac:spMkLst>
        </pc:spChg>
      </pc:sldChg>
      <pc:sldChg chg="addSp modSp mod">
        <pc:chgData name="Paul Winser" userId="c3146a91-e6bd-4264-bd86-e164e04bc32d" providerId="ADAL" clId="{C951EF85-2FA2-416E-9237-91A37611CB83}" dt="2025-09-24T08:51:19.032" v="59" actId="20577"/>
        <pc:sldMkLst>
          <pc:docMk/>
          <pc:sldMk cId="0" sldId="313"/>
        </pc:sldMkLst>
        <pc:spChg chg="add mod">
          <ac:chgData name="Paul Winser" userId="c3146a91-e6bd-4264-bd86-e164e04bc32d" providerId="ADAL" clId="{C951EF85-2FA2-416E-9237-91A37611CB83}" dt="2025-09-24T08:51:19.032" v="59" actId="20577"/>
          <ac:spMkLst>
            <pc:docMk/>
            <pc:sldMk cId="0" sldId="313"/>
            <ac:spMk id="3" creationId="{9D666F6B-43B1-E738-646D-37E85426B0B7}"/>
          </ac:spMkLst>
        </pc:spChg>
      </pc:sldChg>
      <pc:sldChg chg="addSp modSp mod">
        <pc:chgData name="Paul Winser" userId="c3146a91-e6bd-4264-bd86-e164e04bc32d" providerId="ADAL" clId="{C951EF85-2FA2-416E-9237-91A37611CB83}" dt="2025-09-24T08:51:22.391" v="61" actId="20577"/>
        <pc:sldMkLst>
          <pc:docMk/>
          <pc:sldMk cId="1060311299" sldId="314"/>
        </pc:sldMkLst>
        <pc:spChg chg="add mod">
          <ac:chgData name="Paul Winser" userId="c3146a91-e6bd-4264-bd86-e164e04bc32d" providerId="ADAL" clId="{C951EF85-2FA2-416E-9237-91A37611CB83}" dt="2025-09-24T08:51:22.391" v="61" actId="20577"/>
          <ac:spMkLst>
            <pc:docMk/>
            <pc:sldMk cId="1060311299" sldId="314"/>
            <ac:spMk id="2" creationId="{D6AAE8EF-45DD-05C4-B58E-9DE5F07B2E2C}"/>
          </ac:spMkLst>
        </pc:spChg>
      </pc:sldChg>
      <pc:sldChg chg="addSp modSp mod">
        <pc:chgData name="Paul Winser" userId="c3146a91-e6bd-4264-bd86-e164e04bc32d" providerId="ADAL" clId="{C951EF85-2FA2-416E-9237-91A37611CB83}" dt="2025-09-24T08:51:25.336" v="63" actId="20577"/>
        <pc:sldMkLst>
          <pc:docMk/>
          <pc:sldMk cId="137280912" sldId="315"/>
        </pc:sldMkLst>
        <pc:spChg chg="add mod">
          <ac:chgData name="Paul Winser" userId="c3146a91-e6bd-4264-bd86-e164e04bc32d" providerId="ADAL" clId="{C951EF85-2FA2-416E-9237-91A37611CB83}" dt="2025-09-24T08:51:25.336" v="63" actId="20577"/>
          <ac:spMkLst>
            <pc:docMk/>
            <pc:sldMk cId="137280912" sldId="315"/>
            <ac:spMk id="3" creationId="{AC70E1CA-B6F9-85ED-8110-A33043F1B57D}"/>
          </ac:spMkLst>
        </pc:spChg>
      </pc:sldChg>
      <pc:sldChg chg="addSp modSp mod">
        <pc:chgData name="Paul Winser" userId="c3146a91-e6bd-4264-bd86-e164e04bc32d" providerId="ADAL" clId="{C951EF85-2FA2-416E-9237-91A37611CB83}" dt="2025-09-24T08:51:45.032" v="71" actId="20577"/>
        <pc:sldMkLst>
          <pc:docMk/>
          <pc:sldMk cId="433323110" sldId="316"/>
        </pc:sldMkLst>
        <pc:spChg chg="add mod">
          <ac:chgData name="Paul Winser" userId="c3146a91-e6bd-4264-bd86-e164e04bc32d" providerId="ADAL" clId="{C951EF85-2FA2-416E-9237-91A37611CB83}" dt="2025-09-24T08:51:45.032" v="71" actId="20577"/>
          <ac:spMkLst>
            <pc:docMk/>
            <pc:sldMk cId="433323110" sldId="316"/>
            <ac:spMk id="5" creationId="{D279911D-EC83-BFD3-28E9-272E35569076}"/>
          </ac:spMkLst>
        </pc:spChg>
      </pc:sldChg>
      <pc:sldChg chg="addSp modSp mod">
        <pc:chgData name="Paul Winser" userId="c3146a91-e6bd-4264-bd86-e164e04bc32d" providerId="ADAL" clId="{C951EF85-2FA2-416E-9237-91A37611CB83}" dt="2025-09-24T08:51:48.870" v="73" actId="20577"/>
        <pc:sldMkLst>
          <pc:docMk/>
          <pc:sldMk cId="87272651" sldId="317"/>
        </pc:sldMkLst>
        <pc:spChg chg="add mod">
          <ac:chgData name="Paul Winser" userId="c3146a91-e6bd-4264-bd86-e164e04bc32d" providerId="ADAL" clId="{C951EF85-2FA2-416E-9237-91A37611CB83}" dt="2025-09-24T08:51:48.870" v="73" actId="20577"/>
          <ac:spMkLst>
            <pc:docMk/>
            <pc:sldMk cId="87272651" sldId="317"/>
            <ac:spMk id="4" creationId="{FD82695D-E9E9-CFFE-864C-707834B0A307}"/>
          </ac:spMkLst>
        </pc:spChg>
      </pc:sldChg>
      <pc:sldChg chg="addSp modSp mod">
        <pc:chgData name="Paul Winser" userId="c3146a91-e6bd-4264-bd86-e164e04bc32d" providerId="ADAL" clId="{C951EF85-2FA2-416E-9237-91A37611CB83}" dt="2025-09-24T08:51:52.393" v="75" actId="20577"/>
        <pc:sldMkLst>
          <pc:docMk/>
          <pc:sldMk cId="1946561807" sldId="318"/>
        </pc:sldMkLst>
        <pc:spChg chg="add mod">
          <ac:chgData name="Paul Winser" userId="c3146a91-e6bd-4264-bd86-e164e04bc32d" providerId="ADAL" clId="{C951EF85-2FA2-416E-9237-91A37611CB83}" dt="2025-09-24T08:51:52.393" v="75" actId="20577"/>
          <ac:spMkLst>
            <pc:docMk/>
            <pc:sldMk cId="1946561807" sldId="318"/>
            <ac:spMk id="5" creationId="{CB01A153-29D7-84E6-88BC-284EFF71FA89}"/>
          </ac:spMkLst>
        </pc:spChg>
      </pc:sldChg>
      <pc:sldChg chg="addSp modSp mod">
        <pc:chgData name="Paul Winser" userId="c3146a91-e6bd-4264-bd86-e164e04bc32d" providerId="ADAL" clId="{C951EF85-2FA2-416E-9237-91A37611CB83}" dt="2025-09-24T08:51:56.232" v="77" actId="20577"/>
        <pc:sldMkLst>
          <pc:docMk/>
          <pc:sldMk cId="771645650" sldId="319"/>
        </pc:sldMkLst>
        <pc:spChg chg="add mod">
          <ac:chgData name="Paul Winser" userId="c3146a91-e6bd-4264-bd86-e164e04bc32d" providerId="ADAL" clId="{C951EF85-2FA2-416E-9237-91A37611CB83}" dt="2025-09-24T08:51:56.232" v="77" actId="20577"/>
          <ac:spMkLst>
            <pc:docMk/>
            <pc:sldMk cId="771645650" sldId="319"/>
            <ac:spMk id="5" creationId="{BCD4D665-80D1-AC97-7B8F-040C78F42341}"/>
          </ac:spMkLst>
        </pc:spChg>
      </pc:sldChg>
      <pc:sldChg chg="addSp modSp mod">
        <pc:chgData name="Paul Winser" userId="c3146a91-e6bd-4264-bd86-e164e04bc32d" providerId="ADAL" clId="{C951EF85-2FA2-416E-9237-91A37611CB83}" dt="2025-09-24T08:52:07.718" v="81" actId="20577"/>
        <pc:sldMkLst>
          <pc:docMk/>
          <pc:sldMk cId="3755744007" sldId="320"/>
        </pc:sldMkLst>
        <pc:spChg chg="add mod">
          <ac:chgData name="Paul Winser" userId="c3146a91-e6bd-4264-bd86-e164e04bc32d" providerId="ADAL" clId="{C951EF85-2FA2-416E-9237-91A37611CB83}" dt="2025-09-24T08:52:07.718" v="81" actId="20577"/>
          <ac:spMkLst>
            <pc:docMk/>
            <pc:sldMk cId="3755744007" sldId="320"/>
            <ac:spMk id="7" creationId="{C308A765-53A5-2D41-0E96-2C5811F5D4BC}"/>
          </ac:spMkLst>
        </pc:spChg>
      </pc:sldChg>
      <pc:sldChg chg="addSp modSp mod">
        <pc:chgData name="Paul Winser" userId="c3146a91-e6bd-4264-bd86-e164e04bc32d" providerId="ADAL" clId="{C951EF85-2FA2-416E-9237-91A37611CB83}" dt="2025-09-24T08:51:30.568" v="65" actId="20577"/>
        <pc:sldMkLst>
          <pc:docMk/>
          <pc:sldMk cId="3591649129" sldId="321"/>
        </pc:sldMkLst>
        <pc:spChg chg="add mod">
          <ac:chgData name="Paul Winser" userId="c3146a91-e6bd-4264-bd86-e164e04bc32d" providerId="ADAL" clId="{C951EF85-2FA2-416E-9237-91A37611CB83}" dt="2025-09-24T08:51:30.568" v="65" actId="20577"/>
          <ac:spMkLst>
            <pc:docMk/>
            <pc:sldMk cId="3591649129" sldId="321"/>
            <ac:spMk id="9" creationId="{9E7B5ACF-EA05-73A1-746E-B89E28C9ED9A}"/>
          </ac:spMkLst>
        </pc:spChg>
      </pc:sldChg>
      <pc:sldChg chg="addSp modSp mod">
        <pc:chgData name="Paul Winser" userId="c3146a91-e6bd-4264-bd86-e164e04bc32d" providerId="ADAL" clId="{C951EF85-2FA2-416E-9237-91A37611CB83}" dt="2025-09-24T08:51:35.832" v="67" actId="20577"/>
        <pc:sldMkLst>
          <pc:docMk/>
          <pc:sldMk cId="119502705" sldId="322"/>
        </pc:sldMkLst>
        <pc:spChg chg="add mod">
          <ac:chgData name="Paul Winser" userId="c3146a91-e6bd-4264-bd86-e164e04bc32d" providerId="ADAL" clId="{C951EF85-2FA2-416E-9237-91A37611CB83}" dt="2025-09-24T08:51:35.832" v="67" actId="20577"/>
          <ac:spMkLst>
            <pc:docMk/>
            <pc:sldMk cId="119502705" sldId="322"/>
            <ac:spMk id="6" creationId="{F53057E8-E4F6-F147-2D6E-AE7343FEF986}"/>
          </ac:spMkLst>
        </pc:spChg>
      </pc:sldChg>
      <pc:sldChg chg="addSp modSp mod">
        <pc:chgData name="Paul Winser" userId="c3146a91-e6bd-4264-bd86-e164e04bc32d" providerId="ADAL" clId="{C951EF85-2FA2-416E-9237-91A37611CB83}" dt="2025-09-24T08:51:39.097" v="69" actId="20577"/>
        <pc:sldMkLst>
          <pc:docMk/>
          <pc:sldMk cId="3987739151" sldId="323"/>
        </pc:sldMkLst>
        <pc:spChg chg="add mod">
          <ac:chgData name="Paul Winser" userId="c3146a91-e6bd-4264-bd86-e164e04bc32d" providerId="ADAL" clId="{C951EF85-2FA2-416E-9237-91A37611CB83}" dt="2025-09-24T08:51:39.097" v="69" actId="20577"/>
          <ac:spMkLst>
            <pc:docMk/>
            <pc:sldMk cId="3987739151" sldId="323"/>
            <ac:spMk id="5" creationId="{2FB192BC-0364-6236-66B7-DAA0A75406DB}"/>
          </ac:spMkLst>
        </pc:spChg>
      </pc:sldChg>
      <pc:sldChg chg="addSp modSp mod">
        <pc:chgData name="Paul Winser" userId="c3146a91-e6bd-4264-bd86-e164e04bc32d" providerId="ADAL" clId="{C951EF85-2FA2-416E-9237-91A37611CB83}" dt="2025-09-24T08:52:26.709" v="91" actId="20577"/>
        <pc:sldMkLst>
          <pc:docMk/>
          <pc:sldMk cId="1554032897" sldId="324"/>
        </pc:sldMkLst>
        <pc:spChg chg="add mod">
          <ac:chgData name="Paul Winser" userId="c3146a91-e6bd-4264-bd86-e164e04bc32d" providerId="ADAL" clId="{C951EF85-2FA2-416E-9237-91A37611CB83}" dt="2025-09-24T08:52:26.709" v="91" actId="20577"/>
          <ac:spMkLst>
            <pc:docMk/>
            <pc:sldMk cId="1554032897" sldId="324"/>
            <ac:spMk id="8" creationId="{31A71FA3-9527-1CCC-C2A6-EAC547624084}"/>
          </ac:spMkLst>
        </pc:spChg>
      </pc:sldChg>
      <pc:sldChg chg="addSp modSp mod">
        <pc:chgData name="Paul Winser" userId="c3146a91-e6bd-4264-bd86-e164e04bc32d" providerId="ADAL" clId="{C951EF85-2FA2-416E-9237-91A37611CB83}" dt="2025-09-24T08:52:30.664" v="93" actId="20577"/>
        <pc:sldMkLst>
          <pc:docMk/>
          <pc:sldMk cId="1383555789" sldId="325"/>
        </pc:sldMkLst>
        <pc:spChg chg="add mod">
          <ac:chgData name="Paul Winser" userId="c3146a91-e6bd-4264-bd86-e164e04bc32d" providerId="ADAL" clId="{C951EF85-2FA2-416E-9237-91A37611CB83}" dt="2025-09-24T08:52:30.664" v="93" actId="20577"/>
          <ac:spMkLst>
            <pc:docMk/>
            <pc:sldMk cId="1383555789" sldId="325"/>
            <ac:spMk id="5" creationId="{4696CC94-A24B-FFE9-D046-59EFDE1CE3A6}"/>
          </ac:spMkLst>
        </pc:spChg>
      </pc:sldChg>
      <pc:sldChg chg="addSp modSp mod">
        <pc:chgData name="Paul Winser" userId="c3146a91-e6bd-4264-bd86-e164e04bc32d" providerId="ADAL" clId="{C951EF85-2FA2-416E-9237-91A37611CB83}" dt="2025-09-24T08:52:34.116" v="95" actId="20577"/>
        <pc:sldMkLst>
          <pc:docMk/>
          <pc:sldMk cId="765783671" sldId="326"/>
        </pc:sldMkLst>
        <pc:spChg chg="add mod">
          <ac:chgData name="Paul Winser" userId="c3146a91-e6bd-4264-bd86-e164e04bc32d" providerId="ADAL" clId="{C951EF85-2FA2-416E-9237-91A37611CB83}" dt="2025-09-24T08:52:34.116" v="95" actId="20577"/>
          <ac:spMkLst>
            <pc:docMk/>
            <pc:sldMk cId="765783671" sldId="326"/>
            <ac:spMk id="5" creationId="{3A6F1AA1-954B-FCAC-2110-DFBF62F7414A}"/>
          </ac:spMkLst>
        </pc:spChg>
      </pc:sldChg>
      <pc:sldChg chg="addSp modSp mod">
        <pc:chgData name="Paul Winser" userId="c3146a91-e6bd-4264-bd86-e164e04bc32d" providerId="ADAL" clId="{C951EF85-2FA2-416E-9237-91A37611CB83}" dt="2025-09-24T08:52:37.623" v="97" actId="20577"/>
        <pc:sldMkLst>
          <pc:docMk/>
          <pc:sldMk cId="3597526637" sldId="327"/>
        </pc:sldMkLst>
        <pc:spChg chg="add mod">
          <ac:chgData name="Paul Winser" userId="c3146a91-e6bd-4264-bd86-e164e04bc32d" providerId="ADAL" clId="{C951EF85-2FA2-416E-9237-91A37611CB83}" dt="2025-09-24T08:52:37.623" v="97" actId="20577"/>
          <ac:spMkLst>
            <pc:docMk/>
            <pc:sldMk cId="3597526637" sldId="327"/>
            <ac:spMk id="5" creationId="{82371C7D-DA18-9279-7159-896A3BBDD9D3}"/>
          </ac:spMkLst>
        </pc:spChg>
      </pc:sldChg>
      <pc:sldChg chg="addSp modSp mod">
        <pc:chgData name="Paul Winser" userId="c3146a91-e6bd-4264-bd86-e164e04bc32d" providerId="ADAL" clId="{C951EF85-2FA2-416E-9237-91A37611CB83}" dt="2025-09-24T08:52:40.629" v="99" actId="20577"/>
        <pc:sldMkLst>
          <pc:docMk/>
          <pc:sldMk cId="3816546856" sldId="328"/>
        </pc:sldMkLst>
        <pc:spChg chg="add mod">
          <ac:chgData name="Paul Winser" userId="c3146a91-e6bd-4264-bd86-e164e04bc32d" providerId="ADAL" clId="{C951EF85-2FA2-416E-9237-91A37611CB83}" dt="2025-09-24T08:52:40.629" v="99" actId="20577"/>
          <ac:spMkLst>
            <pc:docMk/>
            <pc:sldMk cId="3816546856" sldId="328"/>
            <ac:spMk id="5" creationId="{83B67D21-B875-23F3-FBF2-8D25E6EC4CAB}"/>
          </ac:spMkLst>
        </pc:spChg>
      </pc:sldChg>
      <pc:sldChg chg="addSp modSp mod">
        <pc:chgData name="Paul Winser" userId="c3146a91-e6bd-4264-bd86-e164e04bc32d" providerId="ADAL" clId="{C951EF85-2FA2-416E-9237-91A37611CB83}" dt="2025-09-24T08:52:55.236" v="105" actId="20577"/>
        <pc:sldMkLst>
          <pc:docMk/>
          <pc:sldMk cId="83306964" sldId="329"/>
        </pc:sldMkLst>
        <pc:spChg chg="add mod">
          <ac:chgData name="Paul Winser" userId="c3146a91-e6bd-4264-bd86-e164e04bc32d" providerId="ADAL" clId="{C951EF85-2FA2-416E-9237-91A37611CB83}" dt="2025-09-24T08:52:55.236" v="105" actId="20577"/>
          <ac:spMkLst>
            <pc:docMk/>
            <pc:sldMk cId="83306964" sldId="329"/>
            <ac:spMk id="6" creationId="{34BC2E2E-900C-2DF7-DBF3-694AAB63A270}"/>
          </ac:spMkLst>
        </pc:spChg>
      </pc:sldChg>
      <pc:sldChg chg="addSp modSp mod">
        <pc:chgData name="Paul Winser" userId="c3146a91-e6bd-4264-bd86-e164e04bc32d" providerId="ADAL" clId="{C951EF85-2FA2-416E-9237-91A37611CB83}" dt="2025-09-24T08:53:00.663" v="107" actId="6549"/>
        <pc:sldMkLst>
          <pc:docMk/>
          <pc:sldMk cId="2536708217" sldId="330"/>
        </pc:sldMkLst>
        <pc:spChg chg="add mod">
          <ac:chgData name="Paul Winser" userId="c3146a91-e6bd-4264-bd86-e164e04bc32d" providerId="ADAL" clId="{C951EF85-2FA2-416E-9237-91A37611CB83}" dt="2025-09-24T08:53:00.663" v="107" actId="6549"/>
          <ac:spMkLst>
            <pc:docMk/>
            <pc:sldMk cId="2536708217" sldId="330"/>
            <ac:spMk id="6" creationId="{5712329C-4904-A93C-8DC4-9C7B724DF405}"/>
          </ac:spMkLst>
        </pc:spChg>
      </pc:sldChg>
      <pc:sldChg chg="addSp modSp mod">
        <pc:chgData name="Paul Winser" userId="c3146a91-e6bd-4264-bd86-e164e04bc32d" providerId="ADAL" clId="{C951EF85-2FA2-416E-9237-91A37611CB83}" dt="2025-09-24T08:53:04.740" v="109" actId="20577"/>
        <pc:sldMkLst>
          <pc:docMk/>
          <pc:sldMk cId="3498080142" sldId="331"/>
        </pc:sldMkLst>
        <pc:spChg chg="add mod">
          <ac:chgData name="Paul Winser" userId="c3146a91-e6bd-4264-bd86-e164e04bc32d" providerId="ADAL" clId="{C951EF85-2FA2-416E-9237-91A37611CB83}" dt="2025-09-24T08:53:04.740" v="109" actId="20577"/>
          <ac:spMkLst>
            <pc:docMk/>
            <pc:sldMk cId="3498080142" sldId="331"/>
            <ac:spMk id="6" creationId="{C8A5E4E0-6B2F-DAF5-ABF1-9242E98ED674}"/>
          </ac:spMkLst>
        </pc:spChg>
      </pc:sldChg>
      <pc:sldChg chg="addSp modSp mod">
        <pc:chgData name="Paul Winser" userId="c3146a91-e6bd-4264-bd86-e164e04bc32d" providerId="ADAL" clId="{C951EF85-2FA2-416E-9237-91A37611CB83}" dt="2025-09-24T08:53:17.060" v="115" actId="20577"/>
        <pc:sldMkLst>
          <pc:docMk/>
          <pc:sldMk cId="2158082376" sldId="332"/>
        </pc:sldMkLst>
        <pc:spChg chg="add mod">
          <ac:chgData name="Paul Winser" userId="c3146a91-e6bd-4264-bd86-e164e04bc32d" providerId="ADAL" clId="{C951EF85-2FA2-416E-9237-91A37611CB83}" dt="2025-09-24T08:53:17.060" v="115" actId="20577"/>
          <ac:spMkLst>
            <pc:docMk/>
            <pc:sldMk cId="2158082376" sldId="332"/>
            <ac:spMk id="3" creationId="{7BE3EC24-D9CF-904C-C9CC-5F51B5D80F04}"/>
          </ac:spMkLst>
        </pc:spChg>
      </pc:sldChg>
      <pc:sldChg chg="addSp modSp mod">
        <pc:chgData name="Paul Winser" userId="c3146a91-e6bd-4264-bd86-e164e04bc32d" providerId="ADAL" clId="{C951EF85-2FA2-416E-9237-91A37611CB83}" dt="2025-09-24T08:53:20.947" v="117" actId="20577"/>
        <pc:sldMkLst>
          <pc:docMk/>
          <pc:sldMk cId="439133812" sldId="333"/>
        </pc:sldMkLst>
        <pc:spChg chg="add mod">
          <ac:chgData name="Paul Winser" userId="c3146a91-e6bd-4264-bd86-e164e04bc32d" providerId="ADAL" clId="{C951EF85-2FA2-416E-9237-91A37611CB83}" dt="2025-09-24T08:53:20.947" v="117" actId="20577"/>
          <ac:spMkLst>
            <pc:docMk/>
            <pc:sldMk cId="439133812" sldId="333"/>
            <ac:spMk id="4" creationId="{09CD84FA-9F09-4C52-8BC2-DB1631532E0E}"/>
          </ac:spMkLst>
        </pc:spChg>
      </pc:sldChg>
      <pc:sldChg chg="addSp modSp mod">
        <pc:chgData name="Paul Winser" userId="c3146a91-e6bd-4264-bd86-e164e04bc32d" providerId="ADAL" clId="{C951EF85-2FA2-416E-9237-91A37611CB83}" dt="2025-09-24T08:52:11.238" v="83" actId="20577"/>
        <pc:sldMkLst>
          <pc:docMk/>
          <pc:sldMk cId="534056698" sldId="334"/>
        </pc:sldMkLst>
        <pc:spChg chg="add mod">
          <ac:chgData name="Paul Winser" userId="c3146a91-e6bd-4264-bd86-e164e04bc32d" providerId="ADAL" clId="{C951EF85-2FA2-416E-9237-91A37611CB83}" dt="2025-09-24T08:52:11.238" v="83" actId="20577"/>
          <ac:spMkLst>
            <pc:docMk/>
            <pc:sldMk cId="534056698" sldId="334"/>
            <ac:spMk id="6" creationId="{76D90A1A-5E4A-6F64-3EBD-E700DB8DD501}"/>
          </ac:spMkLst>
        </pc:spChg>
      </pc:sldChg>
      <pc:sldChg chg="addSp modSp mod">
        <pc:chgData name="Paul Winser" userId="c3146a91-e6bd-4264-bd86-e164e04bc32d" providerId="ADAL" clId="{C951EF85-2FA2-416E-9237-91A37611CB83}" dt="2025-09-24T08:51:59.881" v="79" actId="20577"/>
        <pc:sldMkLst>
          <pc:docMk/>
          <pc:sldMk cId="1376053298" sldId="335"/>
        </pc:sldMkLst>
        <pc:spChg chg="add mod">
          <ac:chgData name="Paul Winser" userId="c3146a91-e6bd-4264-bd86-e164e04bc32d" providerId="ADAL" clId="{C951EF85-2FA2-416E-9237-91A37611CB83}" dt="2025-09-24T08:51:59.881" v="79" actId="20577"/>
          <ac:spMkLst>
            <pc:docMk/>
            <pc:sldMk cId="1376053298" sldId="335"/>
            <ac:spMk id="5" creationId="{81D00E68-72E7-3D80-6E0A-C0A844B38541}"/>
          </ac:spMkLst>
        </pc:spChg>
      </pc:sldChg>
      <pc:sldChg chg="addSp modSp mod">
        <pc:chgData name="Paul Winser" userId="c3146a91-e6bd-4264-bd86-e164e04bc32d" providerId="ADAL" clId="{C951EF85-2FA2-416E-9237-91A37611CB83}" dt="2025-09-24T08:52:15.701" v="85" actId="20577"/>
        <pc:sldMkLst>
          <pc:docMk/>
          <pc:sldMk cId="3298244869" sldId="336"/>
        </pc:sldMkLst>
        <pc:spChg chg="add mod">
          <ac:chgData name="Paul Winser" userId="c3146a91-e6bd-4264-bd86-e164e04bc32d" providerId="ADAL" clId="{C951EF85-2FA2-416E-9237-91A37611CB83}" dt="2025-09-24T08:52:15.701" v="85" actId="20577"/>
          <ac:spMkLst>
            <pc:docMk/>
            <pc:sldMk cId="3298244869" sldId="336"/>
            <ac:spMk id="3" creationId="{BEB3BD40-C40D-58FD-D182-2F8B6B4E002B}"/>
          </ac:spMkLst>
        </pc:spChg>
      </pc:sldChg>
      <pc:sldChg chg="addSp modSp mod">
        <pc:chgData name="Paul Winser" userId="c3146a91-e6bd-4264-bd86-e164e04bc32d" providerId="ADAL" clId="{C951EF85-2FA2-416E-9237-91A37611CB83}" dt="2025-09-24T08:52:19.146" v="87" actId="20577"/>
        <pc:sldMkLst>
          <pc:docMk/>
          <pc:sldMk cId="1986907699" sldId="337"/>
        </pc:sldMkLst>
        <pc:spChg chg="add mod">
          <ac:chgData name="Paul Winser" userId="c3146a91-e6bd-4264-bd86-e164e04bc32d" providerId="ADAL" clId="{C951EF85-2FA2-416E-9237-91A37611CB83}" dt="2025-09-24T08:52:19.146" v="87" actId="20577"/>
          <ac:spMkLst>
            <pc:docMk/>
            <pc:sldMk cId="1986907699" sldId="337"/>
            <ac:spMk id="5" creationId="{90C1D1EF-D53A-7459-1B4F-65182B554935}"/>
          </ac:spMkLst>
        </pc:spChg>
      </pc:sldChg>
      <pc:sldChg chg="addSp modSp mod">
        <pc:chgData name="Paul Winser" userId="c3146a91-e6bd-4264-bd86-e164e04bc32d" providerId="ADAL" clId="{C951EF85-2FA2-416E-9237-91A37611CB83}" dt="2025-09-24T08:52:23.321" v="89" actId="20577"/>
        <pc:sldMkLst>
          <pc:docMk/>
          <pc:sldMk cId="3371261871" sldId="338"/>
        </pc:sldMkLst>
        <pc:spChg chg="add mod">
          <ac:chgData name="Paul Winser" userId="c3146a91-e6bd-4264-bd86-e164e04bc32d" providerId="ADAL" clId="{C951EF85-2FA2-416E-9237-91A37611CB83}" dt="2025-09-24T08:52:23.321" v="89" actId="20577"/>
          <ac:spMkLst>
            <pc:docMk/>
            <pc:sldMk cId="3371261871" sldId="338"/>
            <ac:spMk id="8" creationId="{101598C0-0477-30EA-C69C-410E0884FF05}"/>
          </ac:spMkLst>
        </pc:spChg>
      </pc:sldChg>
      <pc:sldChg chg="addSp modSp mod">
        <pc:chgData name="Paul Winser" userId="c3146a91-e6bd-4264-bd86-e164e04bc32d" providerId="ADAL" clId="{C951EF85-2FA2-416E-9237-91A37611CB83}" dt="2025-09-24T08:52:44.806" v="101" actId="20577"/>
        <pc:sldMkLst>
          <pc:docMk/>
          <pc:sldMk cId="1746025683" sldId="339"/>
        </pc:sldMkLst>
        <pc:spChg chg="add mod">
          <ac:chgData name="Paul Winser" userId="c3146a91-e6bd-4264-bd86-e164e04bc32d" providerId="ADAL" clId="{C951EF85-2FA2-416E-9237-91A37611CB83}" dt="2025-09-24T08:52:44.806" v="101" actId="20577"/>
          <ac:spMkLst>
            <pc:docMk/>
            <pc:sldMk cId="1746025683" sldId="339"/>
            <ac:spMk id="2" creationId="{EA705957-02BE-929E-7924-D8C53BDED0BC}"/>
          </ac:spMkLst>
        </pc:spChg>
      </pc:sldChg>
      <pc:sldChg chg="addSp modSp mod">
        <pc:chgData name="Paul Winser" userId="c3146a91-e6bd-4264-bd86-e164e04bc32d" providerId="ADAL" clId="{C951EF85-2FA2-416E-9237-91A37611CB83}" dt="2025-09-24T08:52:52.036" v="103" actId="20577"/>
        <pc:sldMkLst>
          <pc:docMk/>
          <pc:sldMk cId="3120516940" sldId="340"/>
        </pc:sldMkLst>
        <pc:spChg chg="add mod">
          <ac:chgData name="Paul Winser" userId="c3146a91-e6bd-4264-bd86-e164e04bc32d" providerId="ADAL" clId="{C951EF85-2FA2-416E-9237-91A37611CB83}" dt="2025-09-24T08:52:52.036" v="103" actId="20577"/>
          <ac:spMkLst>
            <pc:docMk/>
            <pc:sldMk cId="3120516940" sldId="340"/>
            <ac:spMk id="2" creationId="{493BCCFC-5363-0B35-3A85-DC738E569880}"/>
          </ac:spMkLst>
        </pc:spChg>
      </pc:sldChg>
      <pc:sldChg chg="addSp modSp mod">
        <pc:chgData name="Paul Winser" userId="c3146a91-e6bd-4264-bd86-e164e04bc32d" providerId="ADAL" clId="{C951EF85-2FA2-416E-9237-91A37611CB83}" dt="2025-09-24T08:53:08.483" v="111" actId="20577"/>
        <pc:sldMkLst>
          <pc:docMk/>
          <pc:sldMk cId="1403915520" sldId="341"/>
        </pc:sldMkLst>
        <pc:spChg chg="add mod">
          <ac:chgData name="Paul Winser" userId="c3146a91-e6bd-4264-bd86-e164e04bc32d" providerId="ADAL" clId="{C951EF85-2FA2-416E-9237-91A37611CB83}" dt="2025-09-24T08:53:08.483" v="111" actId="20577"/>
          <ac:spMkLst>
            <pc:docMk/>
            <pc:sldMk cId="1403915520" sldId="341"/>
            <ac:spMk id="2" creationId="{17F952DB-FA98-3296-D4B7-82DD1551AEF0}"/>
          </ac:spMkLst>
        </pc:spChg>
      </pc:sldChg>
      <pc:sldChg chg="addSp modSp mod">
        <pc:chgData name="Paul Winser" userId="c3146a91-e6bd-4264-bd86-e164e04bc32d" providerId="ADAL" clId="{C951EF85-2FA2-416E-9237-91A37611CB83}" dt="2025-09-24T08:53:12.467" v="113" actId="20577"/>
        <pc:sldMkLst>
          <pc:docMk/>
          <pc:sldMk cId="1470341098" sldId="342"/>
        </pc:sldMkLst>
        <pc:spChg chg="add mod">
          <ac:chgData name="Paul Winser" userId="c3146a91-e6bd-4264-bd86-e164e04bc32d" providerId="ADAL" clId="{C951EF85-2FA2-416E-9237-91A37611CB83}" dt="2025-09-24T08:53:12.467" v="113" actId="20577"/>
          <ac:spMkLst>
            <pc:docMk/>
            <pc:sldMk cId="1470341098" sldId="342"/>
            <ac:spMk id="2" creationId="{D74E53D3-0FBB-8241-0D68-36422AC946EA}"/>
          </ac:spMkLst>
        </pc:spChg>
      </pc:sldChg>
      <pc:sldChg chg="addSp modSp add mod modTransition">
        <pc:chgData name="Paul Winser" userId="c3146a91-e6bd-4264-bd86-e164e04bc32d" providerId="ADAL" clId="{C951EF85-2FA2-416E-9237-91A37611CB83}" dt="2025-09-24T08:53:24.260" v="119" actId="20577"/>
        <pc:sldMkLst>
          <pc:docMk/>
          <pc:sldMk cId="2563415177" sldId="343"/>
        </pc:sldMkLst>
        <pc:spChg chg="add mod">
          <ac:chgData name="Paul Winser" userId="c3146a91-e6bd-4264-bd86-e164e04bc32d" providerId="ADAL" clId="{C951EF85-2FA2-416E-9237-91A37611CB83}" dt="2025-09-24T08:53:24.260" v="119" actId="20577"/>
          <ac:spMkLst>
            <pc:docMk/>
            <pc:sldMk cId="2563415177" sldId="343"/>
            <ac:spMk id="3" creationId="{AA3E6AC0-57BE-74A5-B9E6-83C0076D4720}"/>
          </ac:spMkLst>
        </pc:spChg>
      </pc:sldChg>
      <pc:sldChg chg="addSp modSp add mod modTransition">
        <pc:chgData name="Paul Winser" userId="c3146a91-e6bd-4264-bd86-e164e04bc32d" providerId="ADAL" clId="{C951EF85-2FA2-416E-9237-91A37611CB83}" dt="2025-09-24T08:53:28.611" v="121" actId="20577"/>
        <pc:sldMkLst>
          <pc:docMk/>
          <pc:sldMk cId="809897825" sldId="348"/>
        </pc:sldMkLst>
        <pc:spChg chg="add mod">
          <ac:chgData name="Paul Winser" userId="c3146a91-e6bd-4264-bd86-e164e04bc32d" providerId="ADAL" clId="{C951EF85-2FA2-416E-9237-91A37611CB83}" dt="2025-09-24T08:53:28.611" v="121" actId="20577"/>
          <ac:spMkLst>
            <pc:docMk/>
            <pc:sldMk cId="809897825" sldId="348"/>
            <ac:spMk id="3" creationId="{869410A0-6CD8-4857-A7A5-EC44DBFFC1A5}"/>
          </ac:spMkLst>
        </pc:spChg>
      </pc:sldChg>
    </pc:docChg>
  </pc:docChgLst>
  <pc:docChgLst>
    <pc:chgData name="Paul Winser" userId="c3146a91-e6bd-4264-bd86-e164e04bc32d" providerId="ADAL" clId="{BAED8207-ADAF-466F-B592-B0A7C8EAE89D}"/>
    <pc:docChg chg="custSel modSld">
      <pc:chgData name="Paul Winser" userId="c3146a91-e6bd-4264-bd86-e164e04bc32d" providerId="ADAL" clId="{BAED8207-ADAF-466F-B592-B0A7C8EAE89D}" dt="2025-06-30T08:26:13.090" v="26" actId="478"/>
      <pc:docMkLst>
        <pc:docMk/>
      </pc:docMkLst>
      <pc:sldChg chg="delSp mod">
        <pc:chgData name="Paul Winser" userId="c3146a91-e6bd-4264-bd86-e164e04bc32d" providerId="ADAL" clId="{BAED8207-ADAF-466F-B592-B0A7C8EAE89D}" dt="2025-06-30T08:24:51.085" v="0" actId="478"/>
        <pc:sldMkLst>
          <pc:docMk/>
          <pc:sldMk cId="0" sldId="311"/>
        </pc:sldMkLst>
      </pc:sldChg>
      <pc:sldChg chg="delSp mod">
        <pc:chgData name="Paul Winser" userId="c3146a91-e6bd-4264-bd86-e164e04bc32d" providerId="ADAL" clId="{BAED8207-ADAF-466F-B592-B0A7C8EAE89D}" dt="2025-06-30T08:24:52.801" v="1" actId="478"/>
        <pc:sldMkLst>
          <pc:docMk/>
          <pc:sldMk cId="0" sldId="312"/>
        </pc:sldMkLst>
      </pc:sldChg>
      <pc:sldChg chg="delSp mod">
        <pc:chgData name="Paul Winser" userId="c3146a91-e6bd-4264-bd86-e164e04bc32d" providerId="ADAL" clId="{BAED8207-ADAF-466F-B592-B0A7C8EAE89D}" dt="2025-06-30T08:25:02.477" v="2" actId="478"/>
        <pc:sldMkLst>
          <pc:docMk/>
          <pc:sldMk cId="1060311299" sldId="314"/>
        </pc:sldMkLst>
      </pc:sldChg>
      <pc:sldChg chg="delSp mod">
        <pc:chgData name="Paul Winser" userId="c3146a91-e6bd-4264-bd86-e164e04bc32d" providerId="ADAL" clId="{BAED8207-ADAF-466F-B592-B0A7C8EAE89D}" dt="2025-06-30T08:25:05.640" v="3" actId="478"/>
        <pc:sldMkLst>
          <pc:docMk/>
          <pc:sldMk cId="137280912" sldId="315"/>
        </pc:sldMkLst>
      </pc:sldChg>
      <pc:sldChg chg="delSp mod">
        <pc:chgData name="Paul Winser" userId="c3146a91-e6bd-4264-bd86-e164e04bc32d" providerId="ADAL" clId="{BAED8207-ADAF-466F-B592-B0A7C8EAE89D}" dt="2025-06-30T08:25:15.280" v="7" actId="478"/>
        <pc:sldMkLst>
          <pc:docMk/>
          <pc:sldMk cId="433323110" sldId="316"/>
        </pc:sldMkLst>
      </pc:sldChg>
      <pc:sldChg chg="delSp mod">
        <pc:chgData name="Paul Winser" userId="c3146a91-e6bd-4264-bd86-e164e04bc32d" providerId="ADAL" clId="{BAED8207-ADAF-466F-B592-B0A7C8EAE89D}" dt="2025-06-30T08:25:19.495" v="8" actId="478"/>
        <pc:sldMkLst>
          <pc:docMk/>
          <pc:sldMk cId="87272651" sldId="317"/>
        </pc:sldMkLst>
      </pc:sldChg>
      <pc:sldChg chg="delSp mod">
        <pc:chgData name="Paul Winser" userId="c3146a91-e6bd-4264-bd86-e164e04bc32d" providerId="ADAL" clId="{BAED8207-ADAF-466F-B592-B0A7C8EAE89D}" dt="2025-06-30T08:25:22.134" v="9" actId="478"/>
        <pc:sldMkLst>
          <pc:docMk/>
          <pc:sldMk cId="1946561807" sldId="318"/>
        </pc:sldMkLst>
      </pc:sldChg>
      <pc:sldChg chg="delSp mod">
        <pc:chgData name="Paul Winser" userId="c3146a91-e6bd-4264-bd86-e164e04bc32d" providerId="ADAL" clId="{BAED8207-ADAF-466F-B592-B0A7C8EAE89D}" dt="2025-06-30T08:25:24.905" v="10" actId="478"/>
        <pc:sldMkLst>
          <pc:docMk/>
          <pc:sldMk cId="771645650" sldId="319"/>
        </pc:sldMkLst>
      </pc:sldChg>
      <pc:sldChg chg="delSp mod">
        <pc:chgData name="Paul Winser" userId="c3146a91-e6bd-4264-bd86-e164e04bc32d" providerId="ADAL" clId="{BAED8207-ADAF-466F-B592-B0A7C8EAE89D}" dt="2025-06-30T08:25:29.802" v="12" actId="478"/>
        <pc:sldMkLst>
          <pc:docMk/>
          <pc:sldMk cId="3755744007" sldId="320"/>
        </pc:sldMkLst>
      </pc:sldChg>
      <pc:sldChg chg="delSp mod">
        <pc:chgData name="Paul Winser" userId="c3146a91-e6bd-4264-bd86-e164e04bc32d" providerId="ADAL" clId="{BAED8207-ADAF-466F-B592-B0A7C8EAE89D}" dt="2025-06-30T08:25:07.973" v="4" actId="478"/>
        <pc:sldMkLst>
          <pc:docMk/>
          <pc:sldMk cId="3591649129" sldId="321"/>
        </pc:sldMkLst>
      </pc:sldChg>
      <pc:sldChg chg="delSp mod">
        <pc:chgData name="Paul Winser" userId="c3146a91-e6bd-4264-bd86-e164e04bc32d" providerId="ADAL" clId="{BAED8207-ADAF-466F-B592-B0A7C8EAE89D}" dt="2025-06-30T08:25:10.897" v="5" actId="478"/>
        <pc:sldMkLst>
          <pc:docMk/>
          <pc:sldMk cId="119502705" sldId="322"/>
        </pc:sldMkLst>
      </pc:sldChg>
      <pc:sldChg chg="delSp mod">
        <pc:chgData name="Paul Winser" userId="c3146a91-e6bd-4264-bd86-e164e04bc32d" providerId="ADAL" clId="{BAED8207-ADAF-466F-B592-B0A7C8EAE89D}" dt="2025-06-30T08:25:13.230" v="6" actId="478"/>
        <pc:sldMkLst>
          <pc:docMk/>
          <pc:sldMk cId="3987739151" sldId="323"/>
        </pc:sldMkLst>
      </pc:sldChg>
      <pc:sldChg chg="delSp mod">
        <pc:chgData name="Paul Winser" userId="c3146a91-e6bd-4264-bd86-e164e04bc32d" providerId="ADAL" clId="{BAED8207-ADAF-466F-B592-B0A7C8EAE89D}" dt="2025-06-30T08:25:42.403" v="16" actId="478"/>
        <pc:sldMkLst>
          <pc:docMk/>
          <pc:sldMk cId="1554032897" sldId="324"/>
        </pc:sldMkLst>
      </pc:sldChg>
      <pc:sldChg chg="delSp mod">
        <pc:chgData name="Paul Winser" userId="c3146a91-e6bd-4264-bd86-e164e04bc32d" providerId="ADAL" clId="{BAED8207-ADAF-466F-B592-B0A7C8EAE89D}" dt="2025-06-30T08:25:45.025" v="17" actId="478"/>
        <pc:sldMkLst>
          <pc:docMk/>
          <pc:sldMk cId="1383555789" sldId="325"/>
        </pc:sldMkLst>
      </pc:sldChg>
      <pc:sldChg chg="delSp mod">
        <pc:chgData name="Paul Winser" userId="c3146a91-e6bd-4264-bd86-e164e04bc32d" providerId="ADAL" clId="{BAED8207-ADAF-466F-B592-B0A7C8EAE89D}" dt="2025-06-30T08:25:47.139" v="18" actId="478"/>
        <pc:sldMkLst>
          <pc:docMk/>
          <pc:sldMk cId="765783671" sldId="326"/>
        </pc:sldMkLst>
      </pc:sldChg>
      <pc:sldChg chg="delSp mod">
        <pc:chgData name="Paul Winser" userId="c3146a91-e6bd-4264-bd86-e164e04bc32d" providerId="ADAL" clId="{BAED8207-ADAF-466F-B592-B0A7C8EAE89D}" dt="2025-06-30T08:25:49.868" v="19" actId="478"/>
        <pc:sldMkLst>
          <pc:docMk/>
          <pc:sldMk cId="3597526637" sldId="327"/>
        </pc:sldMkLst>
      </pc:sldChg>
      <pc:sldChg chg="delSp mod">
        <pc:chgData name="Paul Winser" userId="c3146a91-e6bd-4264-bd86-e164e04bc32d" providerId="ADAL" clId="{BAED8207-ADAF-466F-B592-B0A7C8EAE89D}" dt="2025-06-30T08:25:52.254" v="20" actId="478"/>
        <pc:sldMkLst>
          <pc:docMk/>
          <pc:sldMk cId="3816546856" sldId="328"/>
        </pc:sldMkLst>
      </pc:sldChg>
      <pc:sldChg chg="delSp mod">
        <pc:chgData name="Paul Winser" userId="c3146a91-e6bd-4264-bd86-e164e04bc32d" providerId="ADAL" clId="{BAED8207-ADAF-466F-B592-B0A7C8EAE89D}" dt="2025-06-30T08:25:59.535" v="22" actId="478"/>
        <pc:sldMkLst>
          <pc:docMk/>
          <pc:sldMk cId="83306964" sldId="329"/>
        </pc:sldMkLst>
      </pc:sldChg>
      <pc:sldChg chg="delSp mod">
        <pc:chgData name="Paul Winser" userId="c3146a91-e6bd-4264-bd86-e164e04bc32d" providerId="ADAL" clId="{BAED8207-ADAF-466F-B592-B0A7C8EAE89D}" dt="2025-06-30T08:26:02.490" v="23" actId="478"/>
        <pc:sldMkLst>
          <pc:docMk/>
          <pc:sldMk cId="2536708217" sldId="330"/>
        </pc:sldMkLst>
      </pc:sldChg>
      <pc:sldChg chg="delSp mod">
        <pc:chgData name="Paul Winser" userId="c3146a91-e6bd-4264-bd86-e164e04bc32d" providerId="ADAL" clId="{BAED8207-ADAF-466F-B592-B0A7C8EAE89D}" dt="2025-06-30T08:26:04.974" v="24" actId="478"/>
        <pc:sldMkLst>
          <pc:docMk/>
          <pc:sldMk cId="3498080142" sldId="331"/>
        </pc:sldMkLst>
      </pc:sldChg>
      <pc:sldChg chg="delSp mod">
        <pc:chgData name="Paul Winser" userId="c3146a91-e6bd-4264-bd86-e164e04bc32d" providerId="ADAL" clId="{BAED8207-ADAF-466F-B592-B0A7C8EAE89D}" dt="2025-06-30T08:26:11.152" v="25" actId="478"/>
        <pc:sldMkLst>
          <pc:docMk/>
          <pc:sldMk cId="2158082376" sldId="332"/>
        </pc:sldMkLst>
      </pc:sldChg>
      <pc:sldChg chg="delSp mod">
        <pc:chgData name="Paul Winser" userId="c3146a91-e6bd-4264-bd86-e164e04bc32d" providerId="ADAL" clId="{BAED8207-ADAF-466F-B592-B0A7C8EAE89D}" dt="2025-06-30T08:26:13.090" v="26" actId="478"/>
        <pc:sldMkLst>
          <pc:docMk/>
          <pc:sldMk cId="439133812" sldId="333"/>
        </pc:sldMkLst>
      </pc:sldChg>
      <pc:sldChg chg="delSp mod">
        <pc:chgData name="Paul Winser" userId="c3146a91-e6bd-4264-bd86-e164e04bc32d" providerId="ADAL" clId="{BAED8207-ADAF-466F-B592-B0A7C8EAE89D}" dt="2025-06-30T08:25:32.876" v="13" actId="478"/>
        <pc:sldMkLst>
          <pc:docMk/>
          <pc:sldMk cId="534056698" sldId="334"/>
        </pc:sldMkLst>
      </pc:sldChg>
      <pc:sldChg chg="delSp mod">
        <pc:chgData name="Paul Winser" userId="c3146a91-e6bd-4264-bd86-e164e04bc32d" providerId="ADAL" clId="{BAED8207-ADAF-466F-B592-B0A7C8EAE89D}" dt="2025-06-30T08:25:26.895" v="11" actId="478"/>
        <pc:sldMkLst>
          <pc:docMk/>
          <pc:sldMk cId="1376053298" sldId="335"/>
        </pc:sldMkLst>
      </pc:sldChg>
      <pc:sldChg chg="delSp mod">
        <pc:chgData name="Paul Winser" userId="c3146a91-e6bd-4264-bd86-e164e04bc32d" providerId="ADAL" clId="{BAED8207-ADAF-466F-B592-B0A7C8EAE89D}" dt="2025-06-30T08:25:35.375" v="14" actId="478"/>
        <pc:sldMkLst>
          <pc:docMk/>
          <pc:sldMk cId="3298244869" sldId="336"/>
        </pc:sldMkLst>
      </pc:sldChg>
      <pc:sldChg chg="delSp mod">
        <pc:chgData name="Paul Winser" userId="c3146a91-e6bd-4264-bd86-e164e04bc32d" providerId="ADAL" clId="{BAED8207-ADAF-466F-B592-B0A7C8EAE89D}" dt="2025-06-30T08:25:40.023" v="15" actId="478"/>
        <pc:sldMkLst>
          <pc:docMk/>
          <pc:sldMk cId="3371261871" sldId="338"/>
        </pc:sldMkLst>
      </pc:sldChg>
      <pc:sldChg chg="delSp mod">
        <pc:chgData name="Paul Winser" userId="c3146a91-e6bd-4264-bd86-e164e04bc32d" providerId="ADAL" clId="{BAED8207-ADAF-466F-B592-B0A7C8EAE89D}" dt="2025-06-30T08:25:57.050" v="21" actId="478"/>
        <pc:sldMkLst>
          <pc:docMk/>
          <pc:sldMk cId="3120516940" sldId="340"/>
        </pc:sldMkLst>
      </pc:sldChg>
    </pc:docChg>
  </pc:docChgLst>
  <pc:docChgLst>
    <pc:chgData name="Gail Snell" userId="S::gail.snell@pearson.com::349f2868-c303-411a-a9fc-19b25c360970" providerId="AD" clId="Web-{C75B46D6-0AB8-D653-9AF1-28D4501FCFE7}"/>
    <pc:docChg chg="modSld">
      <pc:chgData name="Gail Snell" userId="S::gail.snell@pearson.com::349f2868-c303-411a-a9fc-19b25c360970" providerId="AD" clId="Web-{C75B46D6-0AB8-D653-9AF1-28D4501FCFE7}" dt="2025-08-05T16:19:16.037" v="6"/>
      <pc:docMkLst>
        <pc:docMk/>
      </pc:docMkLst>
      <pc:sldChg chg="modSp">
        <pc:chgData name="Gail Snell" userId="S::gail.snell@pearson.com::349f2868-c303-411a-a9fc-19b25c360970" providerId="AD" clId="Web-{C75B46D6-0AB8-D653-9AF1-28D4501FCFE7}" dt="2025-08-05T16:18:51.818" v="4"/>
        <pc:sldMkLst>
          <pc:docMk/>
          <pc:sldMk cId="433323110" sldId="316"/>
        </pc:sldMkLst>
      </pc:sldChg>
      <pc:sldChg chg="modSp">
        <pc:chgData name="Gail Snell" userId="S::gail.snell@pearson.com::349f2868-c303-411a-a9fc-19b25c360970" providerId="AD" clId="Web-{C75B46D6-0AB8-D653-9AF1-28D4501FCFE7}" dt="2025-08-05T16:19:01.178" v="5"/>
        <pc:sldMkLst>
          <pc:docMk/>
          <pc:sldMk cId="771645650" sldId="319"/>
        </pc:sldMkLst>
      </pc:sldChg>
      <pc:sldChg chg="modSp">
        <pc:chgData name="Gail Snell" userId="S::gail.snell@pearson.com::349f2868-c303-411a-a9fc-19b25c360970" providerId="AD" clId="Web-{C75B46D6-0AB8-D653-9AF1-28D4501FCFE7}" dt="2025-08-05T16:18:29.677" v="2"/>
        <pc:sldMkLst>
          <pc:docMk/>
          <pc:sldMk cId="3591649129" sldId="321"/>
        </pc:sldMkLst>
      </pc:sldChg>
      <pc:sldChg chg="modSp">
        <pc:chgData name="Gail Snell" userId="S::gail.snell@pearson.com::349f2868-c303-411a-a9fc-19b25c360970" providerId="AD" clId="Web-{C75B46D6-0AB8-D653-9AF1-28D4501FCFE7}" dt="2025-08-05T16:18:40.959" v="3"/>
        <pc:sldMkLst>
          <pc:docMk/>
          <pc:sldMk cId="3987739151" sldId="323"/>
        </pc:sldMkLst>
      </pc:sldChg>
      <pc:sldChg chg="modSp">
        <pc:chgData name="Gail Snell" userId="S::gail.snell@pearson.com::349f2868-c303-411a-a9fc-19b25c360970" providerId="AD" clId="Web-{C75B46D6-0AB8-D653-9AF1-28D4501FCFE7}" dt="2025-08-05T16:18:02.567" v="0"/>
        <pc:sldMkLst>
          <pc:docMk/>
          <pc:sldMk cId="1986907699" sldId="337"/>
        </pc:sldMkLst>
      </pc:sldChg>
      <pc:sldChg chg="modSp">
        <pc:chgData name="Gail Snell" userId="S::gail.snell@pearson.com::349f2868-c303-411a-a9fc-19b25c360970" providerId="AD" clId="Web-{C75B46D6-0AB8-D653-9AF1-28D4501FCFE7}" dt="2025-08-05T16:19:16.037" v="6"/>
        <pc:sldMkLst>
          <pc:docMk/>
          <pc:sldMk cId="3371261871" sldId="338"/>
        </pc:sldMkLst>
      </pc:sldChg>
    </pc:docChg>
  </pc:docChgLst>
  <pc:docChgLst>
    <pc:chgData name="Gail Snell" userId="S::gail.snell@pearson.com::349f2868-c303-411a-a9fc-19b25c360970" providerId="AD" clId="Web-{C028B1AC-F09F-7FDB-D310-F9AFDBC06CC9}"/>
    <pc:docChg chg="modSld">
      <pc:chgData name="Gail Snell" userId="S::gail.snell@pearson.com::349f2868-c303-411a-a9fc-19b25c360970" providerId="AD" clId="Web-{C028B1AC-F09F-7FDB-D310-F9AFDBC06CC9}" dt="2025-08-05T14:00:46.910" v="188" actId="1076"/>
      <pc:docMkLst>
        <pc:docMk/>
      </pc:docMkLst>
      <pc:sldChg chg="addSp delSp modSp">
        <pc:chgData name="Gail Snell" userId="S::gail.snell@pearson.com::349f2868-c303-411a-a9fc-19b25c360970" providerId="AD" clId="Web-{C028B1AC-F09F-7FDB-D310-F9AFDBC06CC9}" dt="2025-08-05T13:59:11.627" v="182" actId="1076"/>
        <pc:sldMkLst>
          <pc:docMk/>
          <pc:sldMk cId="0" sldId="310"/>
        </pc:sldMkLst>
      </pc:sldChg>
      <pc:sldChg chg="addSp delSp modSp">
        <pc:chgData name="Gail Snell" userId="S::gail.snell@pearson.com::349f2868-c303-411a-a9fc-19b25c360970" providerId="AD" clId="Web-{C028B1AC-F09F-7FDB-D310-F9AFDBC06CC9}" dt="2025-08-05T13:43:19.664" v="48" actId="1076"/>
        <pc:sldMkLst>
          <pc:docMk/>
          <pc:sldMk cId="433323110" sldId="316"/>
        </pc:sldMkLst>
      </pc:sldChg>
      <pc:sldChg chg="addSp delSp modSp">
        <pc:chgData name="Gail Snell" userId="S::gail.snell@pearson.com::349f2868-c303-411a-a9fc-19b25c360970" providerId="AD" clId="Web-{C028B1AC-F09F-7FDB-D310-F9AFDBC06CC9}" dt="2025-08-05T13:45:13.083" v="63" actId="1076"/>
        <pc:sldMkLst>
          <pc:docMk/>
          <pc:sldMk cId="1946561807" sldId="318"/>
        </pc:sldMkLst>
      </pc:sldChg>
      <pc:sldChg chg="addSp delSp modSp">
        <pc:chgData name="Gail Snell" userId="S::gail.snell@pearson.com::349f2868-c303-411a-a9fc-19b25c360970" providerId="AD" clId="Web-{C028B1AC-F09F-7FDB-D310-F9AFDBC06CC9}" dt="2025-08-05T13:46:12.479" v="72" actId="1076"/>
        <pc:sldMkLst>
          <pc:docMk/>
          <pc:sldMk cId="771645650" sldId="319"/>
        </pc:sldMkLst>
      </pc:sldChg>
      <pc:sldChg chg="addSp delSp modSp">
        <pc:chgData name="Gail Snell" userId="S::gail.snell@pearson.com::349f2868-c303-411a-a9fc-19b25c360970" providerId="AD" clId="Web-{C028B1AC-F09F-7FDB-D310-F9AFDBC06CC9}" dt="2025-08-05T13:59:38.971" v="185" actId="1076"/>
        <pc:sldMkLst>
          <pc:docMk/>
          <pc:sldMk cId="3591649129" sldId="321"/>
        </pc:sldMkLst>
      </pc:sldChg>
      <pc:sldChg chg="addSp delSp modSp">
        <pc:chgData name="Gail Snell" userId="S::gail.snell@pearson.com::349f2868-c303-411a-a9fc-19b25c360970" providerId="AD" clId="Web-{C028B1AC-F09F-7FDB-D310-F9AFDBC06CC9}" dt="2025-08-05T13:41:17.273" v="33" actId="1076"/>
        <pc:sldMkLst>
          <pc:docMk/>
          <pc:sldMk cId="3987739151" sldId="323"/>
        </pc:sldMkLst>
      </pc:sldChg>
      <pc:sldChg chg="addSp delSp modSp">
        <pc:chgData name="Gail Snell" userId="S::gail.snell@pearson.com::349f2868-c303-411a-a9fc-19b25c360970" providerId="AD" clId="Web-{C028B1AC-F09F-7FDB-D310-F9AFDBC06CC9}" dt="2025-08-05T13:54:33.780" v="142" actId="1076"/>
        <pc:sldMkLst>
          <pc:docMk/>
          <pc:sldMk cId="1383555789" sldId="325"/>
        </pc:sldMkLst>
      </pc:sldChg>
      <pc:sldChg chg="addSp delSp modSp">
        <pc:chgData name="Gail Snell" userId="S::gail.snell@pearson.com::349f2868-c303-411a-a9fc-19b25c360970" providerId="AD" clId="Web-{C028B1AC-F09F-7FDB-D310-F9AFDBC06CC9}" dt="2025-08-05T13:56:31.875" v="162" actId="1076"/>
        <pc:sldMkLst>
          <pc:docMk/>
          <pc:sldMk cId="765783671" sldId="326"/>
        </pc:sldMkLst>
      </pc:sldChg>
      <pc:sldChg chg="addSp delSp modSp">
        <pc:chgData name="Gail Snell" userId="S::gail.snell@pearson.com::349f2868-c303-411a-a9fc-19b25c360970" providerId="AD" clId="Web-{C028B1AC-F09F-7FDB-D310-F9AFDBC06CC9}" dt="2025-08-05T13:57:00.329" v="166" actId="1076"/>
        <pc:sldMkLst>
          <pc:docMk/>
          <pc:sldMk cId="3597526637" sldId="327"/>
        </pc:sldMkLst>
      </pc:sldChg>
      <pc:sldChg chg="addSp delSp modSp">
        <pc:chgData name="Gail Snell" userId="S::gail.snell@pearson.com::349f2868-c303-411a-a9fc-19b25c360970" providerId="AD" clId="Web-{C028B1AC-F09F-7FDB-D310-F9AFDBC06CC9}" dt="2025-08-05T13:58:33.111" v="181" actId="1076"/>
        <pc:sldMkLst>
          <pc:docMk/>
          <pc:sldMk cId="3816546856" sldId="328"/>
        </pc:sldMkLst>
      </pc:sldChg>
      <pc:sldChg chg="addSp delSp modSp">
        <pc:chgData name="Gail Snell" userId="S::gail.snell@pearson.com::349f2868-c303-411a-a9fc-19b25c360970" providerId="AD" clId="Web-{C028B1AC-F09F-7FDB-D310-F9AFDBC06CC9}" dt="2025-08-05T13:48:12.659" v="87" actId="1076"/>
        <pc:sldMkLst>
          <pc:docMk/>
          <pc:sldMk cId="1986907699" sldId="337"/>
        </pc:sldMkLst>
      </pc:sldChg>
      <pc:sldChg chg="addSp delSp modSp">
        <pc:chgData name="Gail Snell" userId="S::gail.snell@pearson.com::349f2868-c303-411a-a9fc-19b25c360970" providerId="AD" clId="Web-{C028B1AC-F09F-7FDB-D310-F9AFDBC06CC9}" dt="2025-08-05T14:00:46.910" v="188" actId="1076"/>
        <pc:sldMkLst>
          <pc:docMk/>
          <pc:sldMk cId="3371261871" sldId="33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2847A4-656D-4EF1-999E-840E634C0084}" type="doc">
      <dgm:prSet loTypeId="urn:microsoft.com/office/officeart/2005/8/layout/vList2" loCatId="list" qsTypeId="urn:microsoft.com/office/officeart/2005/8/quickstyle/simple5" qsCatId="simple" csTypeId="urn:microsoft.com/office/officeart/2005/8/colors/accent2_2" csCatId="accent2"/>
      <dgm:spPr/>
      <dgm:t>
        <a:bodyPr rtlCol="1"/>
        <a:lstStyle/>
        <a:p>
          <a:pPr rtl="1"/>
          <a:endParaRPr lang="en-US"/>
        </a:p>
      </dgm:t>
    </dgm:pt>
    <dgm:pt modelId="{3007FA7F-76F7-4C3D-82F5-8EE205381B2D}">
      <dgm:prSet custT="1"/>
      <dgm:spPr/>
      <dgm:t>
        <a:bodyPr rtlCol="1"/>
        <a:lstStyle/>
        <a:p>
          <a:pPr rtl="1"/>
          <a:r>
            <a:rPr lang="ar" sz="1600" b="1" dirty="0">
              <a:latin typeface="Times New Roman" panose="02020603050405020304" pitchFamily="18" charset="0"/>
              <a:cs typeface="Times New Roman" panose="02020603050405020304" pitchFamily="18" charset="0"/>
            </a:rPr>
            <a:t>الوراثة الجينية</a:t>
          </a:r>
          <a:endParaRPr lang="en-US" sz="1600" dirty="0">
            <a:latin typeface="Times New Roman" panose="02020603050405020304" pitchFamily="18" charset="0"/>
            <a:cs typeface="Times New Roman" panose="02020603050405020304" pitchFamily="18" charset="0"/>
          </a:endParaRPr>
        </a:p>
      </dgm:t>
    </dgm:pt>
    <dgm:pt modelId="{38BB97B5-2A56-4A2E-81BC-84DF9BD31BAE}" type="parTrans" cxnId="{C5F0F875-E37C-4B77-AC15-948D7FF8CF2B}">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DA076447-D640-4D1C-9B5C-1C8CCCF7BB44}" type="sibTrans" cxnId="{C5F0F875-E37C-4B77-AC15-948D7FF8CF2B}">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15686324-132B-4C6C-8AF1-BFCC880668E9}">
      <dgm:prSet custT="1"/>
      <dgm:spPr/>
      <dgm:t>
        <a:bodyPr rtlCol="1"/>
        <a:lstStyle/>
        <a:p>
          <a:pPr rtl="1"/>
          <a:r>
            <a:rPr lang="ar" sz="1600" dirty="0">
              <a:latin typeface="Times New Roman" panose="02020603050405020304" pitchFamily="18" charset="0"/>
              <a:cs typeface="Times New Roman" panose="02020603050405020304" pitchFamily="18" charset="0"/>
            </a:rPr>
            <a:t>السمات الموروثة من الوالدين إلى الأبناء</a:t>
          </a:r>
          <a:endParaRPr lang="en-US" sz="1600" dirty="0">
            <a:latin typeface="Times New Roman" panose="02020603050405020304" pitchFamily="18" charset="0"/>
            <a:cs typeface="Times New Roman" panose="02020603050405020304" pitchFamily="18" charset="0"/>
          </a:endParaRPr>
        </a:p>
      </dgm:t>
    </dgm:pt>
    <dgm:pt modelId="{E47792F8-D3F8-4145-82EE-B41223F1D60D}" type="parTrans" cxnId="{2669CE25-9AA2-444C-90CF-FB53CE4B6169}">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71E2711B-0541-4285-85BA-82458F7BBAF7}" type="sibTrans" cxnId="{2669CE25-9AA2-444C-90CF-FB53CE4B6169}">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BAB9470E-4D68-4380-A8ED-A28E0A501468}">
      <dgm:prSet custT="1"/>
      <dgm:spPr/>
      <dgm:t>
        <a:bodyPr rtlCol="1"/>
        <a:lstStyle/>
        <a:p>
          <a:pPr rtl="1"/>
          <a:r>
            <a:rPr lang="ar" sz="1600" dirty="0">
              <a:latin typeface="Times New Roman" panose="02020603050405020304" pitchFamily="18" charset="0"/>
              <a:cs typeface="Times New Roman" panose="02020603050405020304" pitchFamily="18" charset="0"/>
            </a:rPr>
            <a:t>مجموعة من الحالات تشمل التليّف الكيسي</a:t>
          </a:r>
          <a:endParaRPr lang="en-US" sz="1600" dirty="0">
            <a:latin typeface="Times New Roman" panose="02020603050405020304" pitchFamily="18" charset="0"/>
            <a:cs typeface="Times New Roman" panose="02020603050405020304" pitchFamily="18" charset="0"/>
          </a:endParaRPr>
        </a:p>
      </dgm:t>
    </dgm:pt>
    <dgm:pt modelId="{0FC3A5EE-4861-4E35-BF9E-183AB04D5A3F}" type="parTrans" cxnId="{2AEF3C0A-3D25-4D44-A06B-6A27B8D41FE6}">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6E611D20-E5F2-4633-B01F-7C9C99B70F3D}" type="sibTrans" cxnId="{2AEF3C0A-3D25-4D44-A06B-6A27B8D41FE6}">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1EC3DBB7-C251-43EC-8CF1-662DAB35DAC7}">
      <dgm:prSet custT="1"/>
      <dgm:spPr/>
      <dgm:t>
        <a:bodyPr rtlCol="1"/>
        <a:lstStyle/>
        <a:p>
          <a:pPr rtl="1"/>
          <a:r>
            <a:rPr lang="ar" sz="1600" dirty="0">
              <a:latin typeface="Times New Roman" panose="02020603050405020304" pitchFamily="18" charset="0"/>
              <a:cs typeface="Times New Roman" panose="02020603050405020304" pitchFamily="18" charset="0"/>
            </a:rPr>
            <a:t>حالات الإعاقة بسبب الحالات المرضية </a:t>
          </a:r>
          <a:endParaRPr lang="en-US" sz="1600" dirty="0">
            <a:latin typeface="Times New Roman" panose="02020603050405020304" pitchFamily="18" charset="0"/>
            <a:cs typeface="Times New Roman" panose="02020603050405020304" pitchFamily="18" charset="0"/>
          </a:endParaRPr>
        </a:p>
      </dgm:t>
    </dgm:pt>
    <dgm:pt modelId="{8A0457E7-5376-48E0-B6CA-08337CB59775}" type="parTrans" cxnId="{33A71E13-4085-4B59-B965-B8C493EA9B68}">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7C2D61CA-D1D0-40C9-A206-F489B7EA40DE}" type="sibTrans" cxnId="{33A71E13-4085-4B59-B965-B8C493EA9B68}">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FADEB0AA-DA94-407A-AB09-A7D3B028758A}">
      <dgm:prSet custT="1"/>
      <dgm:spPr/>
      <dgm:t>
        <a:bodyPr rtlCol="1"/>
        <a:lstStyle/>
        <a:p>
          <a:pPr rtl="1"/>
          <a:r>
            <a:rPr lang="ar" sz="1600" b="1" dirty="0">
              <a:latin typeface="Times New Roman" panose="02020603050405020304" pitchFamily="18" charset="0"/>
              <a:cs typeface="Times New Roman" panose="02020603050405020304" pitchFamily="18" charset="0"/>
            </a:rPr>
            <a:t>تؤثر </a:t>
          </a:r>
          <a:r>
            <a:rPr lang="ar" sz="1600" dirty="0">
              <a:latin typeface="Times New Roman" panose="02020603050405020304" pitchFamily="18" charset="0"/>
              <a:cs typeface="Times New Roman" panose="02020603050405020304" pitchFamily="18" charset="0"/>
            </a:rPr>
            <a:t>الأمراض والاعتلالات في الصحة والعافية على المديين القصير والطويل؛ فعلى سبيل المثال، قد يحد الربو من النشاط البدني </a:t>
          </a:r>
          <a:endParaRPr lang="en-US" sz="1600" dirty="0">
            <a:latin typeface="Times New Roman" panose="02020603050405020304" pitchFamily="18" charset="0"/>
            <a:cs typeface="Times New Roman" panose="02020603050405020304" pitchFamily="18" charset="0"/>
          </a:endParaRPr>
        </a:p>
      </dgm:t>
    </dgm:pt>
    <dgm:pt modelId="{D217A1C6-6959-42D4-858C-8B49C2073B90}" type="parTrans" cxnId="{D4A975AB-0232-44F8-8157-9BD64BDA7D1B}">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1BAEF150-D4AE-4C70-83C5-D39D327EA210}" type="sibTrans" cxnId="{D4A975AB-0232-44F8-8157-9BD64BDA7D1B}">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79276487-DCDA-40F8-B126-E98779781977}" type="pres">
      <dgm:prSet presAssocID="{DB2847A4-656D-4EF1-999E-840E634C0084}" presName="linear" presStyleCnt="0">
        <dgm:presLayoutVars>
          <dgm:animLvl val="lvl"/>
          <dgm:resizeHandles val="exact"/>
        </dgm:presLayoutVars>
      </dgm:prSet>
      <dgm:spPr/>
    </dgm:pt>
    <dgm:pt modelId="{ADF34FA7-52BA-42AF-B917-87FAEBB1F191}" type="pres">
      <dgm:prSet presAssocID="{3007FA7F-76F7-4C3D-82F5-8EE205381B2D}" presName="parentText" presStyleLbl="node1" presStyleIdx="0" presStyleCnt="5">
        <dgm:presLayoutVars>
          <dgm:chMax val="0"/>
          <dgm:bulletEnabled val="1"/>
        </dgm:presLayoutVars>
      </dgm:prSet>
      <dgm:spPr/>
    </dgm:pt>
    <dgm:pt modelId="{007A9D41-B0FE-4FD7-B472-00B1461F47B5}" type="pres">
      <dgm:prSet presAssocID="{DA076447-D640-4D1C-9B5C-1C8CCCF7BB44}" presName="spacer" presStyleCnt="0"/>
      <dgm:spPr/>
    </dgm:pt>
    <dgm:pt modelId="{FBB438EA-6AF5-4B2F-843B-E8D249B3553C}" type="pres">
      <dgm:prSet presAssocID="{15686324-132B-4C6C-8AF1-BFCC880668E9}" presName="parentText" presStyleLbl="node1" presStyleIdx="1" presStyleCnt="5">
        <dgm:presLayoutVars>
          <dgm:chMax val="0"/>
          <dgm:bulletEnabled val="1"/>
        </dgm:presLayoutVars>
      </dgm:prSet>
      <dgm:spPr/>
    </dgm:pt>
    <dgm:pt modelId="{6EC066F7-9CFE-4978-9FCD-3A9062F5637E}" type="pres">
      <dgm:prSet presAssocID="{71E2711B-0541-4285-85BA-82458F7BBAF7}" presName="spacer" presStyleCnt="0"/>
      <dgm:spPr/>
    </dgm:pt>
    <dgm:pt modelId="{DE59B17A-5738-4428-96F0-0A5AE497B85B}" type="pres">
      <dgm:prSet presAssocID="{BAB9470E-4D68-4380-A8ED-A28E0A501468}" presName="parentText" presStyleLbl="node1" presStyleIdx="2" presStyleCnt="5">
        <dgm:presLayoutVars>
          <dgm:chMax val="0"/>
          <dgm:bulletEnabled val="1"/>
        </dgm:presLayoutVars>
      </dgm:prSet>
      <dgm:spPr/>
    </dgm:pt>
    <dgm:pt modelId="{3AEA5769-2D6F-4F01-8125-D974612CD245}" type="pres">
      <dgm:prSet presAssocID="{6E611D20-E5F2-4633-B01F-7C9C99B70F3D}" presName="spacer" presStyleCnt="0"/>
      <dgm:spPr/>
    </dgm:pt>
    <dgm:pt modelId="{3B857FBE-DA46-4A9B-8128-3D66F81401CC}" type="pres">
      <dgm:prSet presAssocID="{1EC3DBB7-C251-43EC-8CF1-662DAB35DAC7}" presName="parentText" presStyleLbl="node1" presStyleIdx="3" presStyleCnt="5">
        <dgm:presLayoutVars>
          <dgm:chMax val="0"/>
          <dgm:bulletEnabled val="1"/>
        </dgm:presLayoutVars>
      </dgm:prSet>
      <dgm:spPr/>
    </dgm:pt>
    <dgm:pt modelId="{EE51C3BB-880A-4C84-9353-258C8F66B3E1}" type="pres">
      <dgm:prSet presAssocID="{7C2D61CA-D1D0-40C9-A206-F489B7EA40DE}" presName="spacer" presStyleCnt="0"/>
      <dgm:spPr/>
    </dgm:pt>
    <dgm:pt modelId="{46EEFAA3-D626-4D40-8FF7-F9934617F616}" type="pres">
      <dgm:prSet presAssocID="{FADEB0AA-DA94-407A-AB09-A7D3B028758A}" presName="parentText" presStyleLbl="node1" presStyleIdx="4" presStyleCnt="5">
        <dgm:presLayoutVars>
          <dgm:chMax val="0"/>
          <dgm:bulletEnabled val="1"/>
        </dgm:presLayoutVars>
      </dgm:prSet>
      <dgm:spPr/>
    </dgm:pt>
  </dgm:ptLst>
  <dgm:cxnLst>
    <dgm:cxn modelId="{2AEF3C0A-3D25-4D44-A06B-6A27B8D41FE6}" srcId="{DB2847A4-656D-4EF1-999E-840E634C0084}" destId="{BAB9470E-4D68-4380-A8ED-A28E0A501468}" srcOrd="2" destOrd="0" parTransId="{0FC3A5EE-4861-4E35-BF9E-183AB04D5A3F}" sibTransId="{6E611D20-E5F2-4633-B01F-7C9C99B70F3D}"/>
    <dgm:cxn modelId="{33A71E13-4085-4B59-B965-B8C493EA9B68}" srcId="{DB2847A4-656D-4EF1-999E-840E634C0084}" destId="{1EC3DBB7-C251-43EC-8CF1-662DAB35DAC7}" srcOrd="3" destOrd="0" parTransId="{8A0457E7-5376-48E0-B6CA-08337CB59775}" sibTransId="{7C2D61CA-D1D0-40C9-A206-F489B7EA40DE}"/>
    <dgm:cxn modelId="{2669CE25-9AA2-444C-90CF-FB53CE4B6169}" srcId="{DB2847A4-656D-4EF1-999E-840E634C0084}" destId="{15686324-132B-4C6C-8AF1-BFCC880668E9}" srcOrd="1" destOrd="0" parTransId="{E47792F8-D3F8-4145-82EE-B41223F1D60D}" sibTransId="{71E2711B-0541-4285-85BA-82458F7BBAF7}"/>
    <dgm:cxn modelId="{ABE3DE3B-FECF-4F0C-B482-127B573A546A}" type="presOf" srcId="{BAB9470E-4D68-4380-A8ED-A28E0A501468}" destId="{DE59B17A-5738-4428-96F0-0A5AE497B85B}" srcOrd="0" destOrd="0" presId="urn:microsoft.com/office/officeart/2005/8/layout/vList2"/>
    <dgm:cxn modelId="{9214754D-446D-41A5-8F50-1DE39A9BEC0D}" type="presOf" srcId="{DB2847A4-656D-4EF1-999E-840E634C0084}" destId="{79276487-DCDA-40F8-B126-E98779781977}" srcOrd="0" destOrd="0" presId="urn:microsoft.com/office/officeart/2005/8/layout/vList2"/>
    <dgm:cxn modelId="{A3C04D54-2544-4EC3-AE3B-07FF3456704F}" type="presOf" srcId="{15686324-132B-4C6C-8AF1-BFCC880668E9}" destId="{FBB438EA-6AF5-4B2F-843B-E8D249B3553C}" srcOrd="0" destOrd="0" presId="urn:microsoft.com/office/officeart/2005/8/layout/vList2"/>
    <dgm:cxn modelId="{C5F0F875-E37C-4B77-AC15-948D7FF8CF2B}" srcId="{DB2847A4-656D-4EF1-999E-840E634C0084}" destId="{3007FA7F-76F7-4C3D-82F5-8EE205381B2D}" srcOrd="0" destOrd="0" parTransId="{38BB97B5-2A56-4A2E-81BC-84DF9BD31BAE}" sibTransId="{DA076447-D640-4D1C-9B5C-1C8CCCF7BB44}"/>
    <dgm:cxn modelId="{23F2AC57-DD41-4178-8C52-185362C34209}" type="presOf" srcId="{3007FA7F-76F7-4C3D-82F5-8EE205381B2D}" destId="{ADF34FA7-52BA-42AF-B917-87FAEBB1F191}" srcOrd="0" destOrd="0" presId="urn:microsoft.com/office/officeart/2005/8/layout/vList2"/>
    <dgm:cxn modelId="{AB25B087-4D59-44E7-B3A3-EA2F65B31FDC}" type="presOf" srcId="{FADEB0AA-DA94-407A-AB09-A7D3B028758A}" destId="{46EEFAA3-D626-4D40-8FF7-F9934617F616}" srcOrd="0" destOrd="0" presId="urn:microsoft.com/office/officeart/2005/8/layout/vList2"/>
    <dgm:cxn modelId="{D4A975AB-0232-44F8-8157-9BD64BDA7D1B}" srcId="{DB2847A4-656D-4EF1-999E-840E634C0084}" destId="{FADEB0AA-DA94-407A-AB09-A7D3B028758A}" srcOrd="4" destOrd="0" parTransId="{D217A1C6-6959-42D4-858C-8B49C2073B90}" sibTransId="{1BAEF150-D4AE-4C70-83C5-D39D327EA210}"/>
    <dgm:cxn modelId="{DC834AB4-8C22-40C9-9DAB-DEA8FB618AF9}" type="presOf" srcId="{1EC3DBB7-C251-43EC-8CF1-662DAB35DAC7}" destId="{3B857FBE-DA46-4A9B-8128-3D66F81401CC}" srcOrd="0" destOrd="0" presId="urn:microsoft.com/office/officeart/2005/8/layout/vList2"/>
    <dgm:cxn modelId="{4A2FFE06-1414-4388-9571-F36121F25CF6}" type="presParOf" srcId="{79276487-DCDA-40F8-B126-E98779781977}" destId="{ADF34FA7-52BA-42AF-B917-87FAEBB1F191}" srcOrd="0" destOrd="0" presId="urn:microsoft.com/office/officeart/2005/8/layout/vList2"/>
    <dgm:cxn modelId="{0940402C-174C-4A8A-B3D9-93549505AFD3}" type="presParOf" srcId="{79276487-DCDA-40F8-B126-E98779781977}" destId="{007A9D41-B0FE-4FD7-B472-00B1461F47B5}" srcOrd="1" destOrd="0" presId="urn:microsoft.com/office/officeart/2005/8/layout/vList2"/>
    <dgm:cxn modelId="{DBEFDDAC-FC30-4B4A-9B27-DB0D45F2FBDC}" type="presParOf" srcId="{79276487-DCDA-40F8-B126-E98779781977}" destId="{FBB438EA-6AF5-4B2F-843B-E8D249B3553C}" srcOrd="2" destOrd="0" presId="urn:microsoft.com/office/officeart/2005/8/layout/vList2"/>
    <dgm:cxn modelId="{A24AC35E-E9E4-4384-BD5A-D766354A900F}" type="presParOf" srcId="{79276487-DCDA-40F8-B126-E98779781977}" destId="{6EC066F7-9CFE-4978-9FCD-3A9062F5637E}" srcOrd="3" destOrd="0" presId="urn:microsoft.com/office/officeart/2005/8/layout/vList2"/>
    <dgm:cxn modelId="{972F6A87-5097-49AF-B7C5-6623B4785A8D}" type="presParOf" srcId="{79276487-DCDA-40F8-B126-E98779781977}" destId="{DE59B17A-5738-4428-96F0-0A5AE497B85B}" srcOrd="4" destOrd="0" presId="urn:microsoft.com/office/officeart/2005/8/layout/vList2"/>
    <dgm:cxn modelId="{817320CF-FF04-47C7-BF1B-ED2C3B9A3409}" type="presParOf" srcId="{79276487-DCDA-40F8-B126-E98779781977}" destId="{3AEA5769-2D6F-4F01-8125-D974612CD245}" srcOrd="5" destOrd="0" presId="urn:microsoft.com/office/officeart/2005/8/layout/vList2"/>
    <dgm:cxn modelId="{ED2512EC-2684-4C8A-92E0-278EA7CD24B3}" type="presParOf" srcId="{79276487-DCDA-40F8-B126-E98779781977}" destId="{3B857FBE-DA46-4A9B-8128-3D66F81401CC}" srcOrd="6" destOrd="0" presId="urn:microsoft.com/office/officeart/2005/8/layout/vList2"/>
    <dgm:cxn modelId="{F3F9FC5C-12E8-472B-B3CB-57940402EBD9}" type="presParOf" srcId="{79276487-DCDA-40F8-B126-E98779781977}" destId="{EE51C3BB-880A-4C84-9353-258C8F66B3E1}" srcOrd="7" destOrd="0" presId="urn:microsoft.com/office/officeart/2005/8/layout/vList2"/>
    <dgm:cxn modelId="{1CC26F7A-1A25-4424-BA6A-5DC7DC14FA68}" type="presParOf" srcId="{79276487-DCDA-40F8-B126-E98779781977}" destId="{46EEFAA3-D626-4D40-8FF7-F9934617F616}"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F263B7-113E-487C-8CE8-06EFEB23636A}" type="doc">
      <dgm:prSet loTypeId="urn:microsoft.com/office/officeart/2008/layout/LinedList" loCatId="list" qsTypeId="urn:microsoft.com/office/officeart/2005/8/quickstyle/simple1" qsCatId="simple" csTypeId="urn:microsoft.com/office/officeart/2005/8/colors/accent2_2" csCatId="accent2" phldr="1"/>
      <dgm:spPr/>
      <dgm:t>
        <a:bodyPr rtlCol="1"/>
        <a:lstStyle/>
        <a:p>
          <a:pPr rtl="1"/>
          <a:endParaRPr lang="en-US"/>
        </a:p>
      </dgm:t>
    </dgm:pt>
    <dgm:pt modelId="{AA0EABA2-FBF4-4FC3-88E0-886A0C8545DA}">
      <dgm:prSet/>
      <dgm:spPr/>
      <dgm:t>
        <a:bodyPr rtlCol="1"/>
        <a:lstStyle/>
        <a:p>
          <a:pPr rtl="1"/>
          <a:r>
            <a:rPr lang="ar"/>
            <a:t>بدء مراحل الدراسة، والانتقال عبرها، وإتمامها </a:t>
          </a:r>
          <a:endParaRPr lang="en-US" dirty="0"/>
        </a:p>
      </dgm:t>
    </dgm:pt>
    <dgm:pt modelId="{6E7A63B5-3644-4F60-A70C-3E57C314EBE1}" type="parTrans" cxnId="{01A26353-F90B-4C79-A15E-F29ACCEA4BBB}">
      <dgm:prSet/>
      <dgm:spPr/>
      <dgm:t>
        <a:bodyPr rtlCol="1"/>
        <a:lstStyle/>
        <a:p>
          <a:pPr rtl="1"/>
          <a:endParaRPr lang="en-US"/>
        </a:p>
      </dgm:t>
    </dgm:pt>
    <dgm:pt modelId="{0DC5B055-B692-4B65-9E89-CD79A3DAE4D8}" type="sibTrans" cxnId="{01A26353-F90B-4C79-A15E-F29ACCEA4BBB}">
      <dgm:prSet/>
      <dgm:spPr/>
      <dgm:t>
        <a:bodyPr rtlCol="1"/>
        <a:lstStyle/>
        <a:p>
          <a:pPr rtl="1"/>
          <a:endParaRPr lang="en-US"/>
        </a:p>
      </dgm:t>
    </dgm:pt>
    <dgm:pt modelId="{DA74365C-7F93-4192-9BDC-AF93545A4BB4}">
      <dgm:prSet/>
      <dgm:spPr/>
      <dgm:t>
        <a:bodyPr rtlCol="1"/>
        <a:lstStyle/>
        <a:p>
          <a:pPr rtl="1"/>
          <a:r>
            <a:rPr lang="ar" dirty="0"/>
            <a:t>الانتقال إلى منزل أو مكان جديد </a:t>
          </a:r>
          <a:endParaRPr lang="en-US" dirty="0"/>
        </a:p>
      </dgm:t>
    </dgm:pt>
    <dgm:pt modelId="{6950E575-C0D0-4612-A8F4-ED312AABFF6A}" type="parTrans" cxnId="{7A4B7533-1FED-4A17-87A9-CA9D906DD06C}">
      <dgm:prSet/>
      <dgm:spPr/>
      <dgm:t>
        <a:bodyPr rtlCol="1"/>
        <a:lstStyle/>
        <a:p>
          <a:pPr rtl="1"/>
          <a:endParaRPr lang="en-US"/>
        </a:p>
      </dgm:t>
    </dgm:pt>
    <dgm:pt modelId="{044E4BA1-91A4-4E1C-A68D-3BFAF87EBC1A}" type="sibTrans" cxnId="{7A4B7533-1FED-4A17-87A9-CA9D906DD06C}">
      <dgm:prSet/>
      <dgm:spPr/>
      <dgm:t>
        <a:bodyPr rtlCol="1"/>
        <a:lstStyle/>
        <a:p>
          <a:pPr rtl="1"/>
          <a:endParaRPr lang="en-US"/>
        </a:p>
      </dgm:t>
    </dgm:pt>
    <dgm:pt modelId="{4D5D84C2-046A-4A51-865E-BCCA0EFE24B5}">
      <dgm:prSet/>
      <dgm:spPr/>
      <dgm:t>
        <a:bodyPr rtlCol="1"/>
        <a:lstStyle/>
        <a:p>
          <a:pPr rtl="1"/>
          <a:r>
            <a:rPr lang="ar"/>
            <a:t>الشروع في الحياة الوظيفية وخوضها </a:t>
          </a:r>
          <a:endParaRPr lang="en-US" dirty="0"/>
        </a:p>
      </dgm:t>
    </dgm:pt>
    <dgm:pt modelId="{ECE3A759-83EA-4D8A-B4E1-9DA802053993}" type="parTrans" cxnId="{896E92DB-ADB1-4139-B441-FE28E3991A4A}">
      <dgm:prSet/>
      <dgm:spPr/>
      <dgm:t>
        <a:bodyPr rtlCol="1"/>
        <a:lstStyle/>
        <a:p>
          <a:pPr rtl="1"/>
          <a:endParaRPr lang="en-US"/>
        </a:p>
      </dgm:t>
    </dgm:pt>
    <dgm:pt modelId="{9F9C56CD-5BFF-4533-A872-D768FD07D58F}" type="sibTrans" cxnId="{896E92DB-ADB1-4139-B441-FE28E3991A4A}">
      <dgm:prSet/>
      <dgm:spPr/>
      <dgm:t>
        <a:bodyPr rtlCol="1"/>
        <a:lstStyle/>
        <a:p>
          <a:pPr rtl="1"/>
          <a:endParaRPr lang="en-US"/>
        </a:p>
      </dgm:t>
    </dgm:pt>
    <dgm:pt modelId="{A64338DD-F575-4376-B341-18D668A1237F}">
      <dgm:prSet/>
      <dgm:spPr/>
      <dgm:t>
        <a:bodyPr rtlCol="1"/>
        <a:lstStyle/>
        <a:p>
          <a:pPr rtl="1"/>
          <a:r>
            <a:rPr lang="ar"/>
            <a:t>الزواج </a:t>
          </a:r>
          <a:endParaRPr lang="en-US" dirty="0"/>
        </a:p>
      </dgm:t>
    </dgm:pt>
    <dgm:pt modelId="{25A0F026-9734-40E7-90F7-8B035C2E072C}" type="parTrans" cxnId="{50E1655C-FF5C-4EC3-946B-9EDD547FA77E}">
      <dgm:prSet/>
      <dgm:spPr/>
      <dgm:t>
        <a:bodyPr rtlCol="1"/>
        <a:lstStyle/>
        <a:p>
          <a:pPr rtl="1"/>
          <a:endParaRPr lang="en-US"/>
        </a:p>
      </dgm:t>
    </dgm:pt>
    <dgm:pt modelId="{EB5AF3E1-49F2-4A07-B8E8-EAD3FAD580D8}" type="sibTrans" cxnId="{50E1655C-FF5C-4EC3-946B-9EDD547FA77E}">
      <dgm:prSet/>
      <dgm:spPr/>
      <dgm:t>
        <a:bodyPr rtlCol="1"/>
        <a:lstStyle/>
        <a:p>
          <a:pPr rtl="1"/>
          <a:endParaRPr lang="en-US"/>
        </a:p>
      </dgm:t>
    </dgm:pt>
    <dgm:pt modelId="{3F24B34D-62E9-4B14-B868-5A02CF496F4C}">
      <dgm:prSet/>
      <dgm:spPr/>
      <dgm:t>
        <a:bodyPr rtlCol="1"/>
        <a:lstStyle/>
        <a:p>
          <a:pPr rtl="1"/>
          <a:r>
            <a:rPr lang="ar"/>
            <a:t>الأبوة والأمومة </a:t>
          </a:r>
          <a:endParaRPr lang="en-US" dirty="0"/>
        </a:p>
      </dgm:t>
    </dgm:pt>
    <dgm:pt modelId="{AF0ADECD-C8CB-4E08-83C6-CF11C8E9148D}" type="parTrans" cxnId="{3B596443-7A5D-4A12-8E04-F821580B3EB6}">
      <dgm:prSet/>
      <dgm:spPr/>
      <dgm:t>
        <a:bodyPr rtlCol="1"/>
        <a:lstStyle/>
        <a:p>
          <a:pPr rtl="1"/>
          <a:endParaRPr lang="en-US"/>
        </a:p>
      </dgm:t>
    </dgm:pt>
    <dgm:pt modelId="{333CA8F6-36FC-44D4-9114-1AC449FC297B}" type="sibTrans" cxnId="{3B596443-7A5D-4A12-8E04-F821580B3EB6}">
      <dgm:prSet/>
      <dgm:spPr/>
      <dgm:t>
        <a:bodyPr rtlCol="1"/>
        <a:lstStyle/>
        <a:p>
          <a:pPr rtl="1"/>
          <a:endParaRPr lang="en-US"/>
        </a:p>
      </dgm:t>
    </dgm:pt>
    <dgm:pt modelId="{2D4BA6EB-2148-42D4-80ED-13E1C0EBDC3B}">
      <dgm:prSet/>
      <dgm:spPr/>
      <dgm:t>
        <a:bodyPr rtlCol="1"/>
        <a:lstStyle/>
        <a:p>
          <a:pPr rtl="1"/>
          <a:r>
            <a:rPr lang="ar"/>
            <a:t>التقاعد </a:t>
          </a:r>
          <a:endParaRPr lang="en-US" dirty="0"/>
        </a:p>
      </dgm:t>
    </dgm:pt>
    <dgm:pt modelId="{11CFB192-7A37-4C63-AB31-134848D1816A}" type="parTrans" cxnId="{F47A0C2A-EC59-4429-A2FE-BA5CAFE6045B}">
      <dgm:prSet/>
      <dgm:spPr/>
      <dgm:t>
        <a:bodyPr rtlCol="1"/>
        <a:lstStyle/>
        <a:p>
          <a:pPr rtl="1"/>
          <a:endParaRPr lang="en-US"/>
        </a:p>
      </dgm:t>
    </dgm:pt>
    <dgm:pt modelId="{CD042D4F-B484-494D-AFB1-91B9F8BCBA6D}" type="sibTrans" cxnId="{F47A0C2A-EC59-4429-A2FE-BA5CAFE6045B}">
      <dgm:prSet/>
      <dgm:spPr/>
      <dgm:t>
        <a:bodyPr rtlCol="1"/>
        <a:lstStyle/>
        <a:p>
          <a:pPr rtl="1"/>
          <a:endParaRPr lang="en-US"/>
        </a:p>
      </dgm:t>
    </dgm:pt>
    <dgm:pt modelId="{317F5433-D79B-4F71-ABA4-8639892BF18F}">
      <dgm:prSet/>
      <dgm:spPr/>
      <dgm:t>
        <a:bodyPr rtlCol="1"/>
        <a:lstStyle/>
        <a:p>
          <a:pPr rtl="1"/>
          <a:r>
            <a:rPr lang="ar"/>
            <a:t>وفاة الشريك أو أحد الأقرباء أو أحد الأصدقاء </a:t>
          </a:r>
          <a:endParaRPr lang="en-US" dirty="0"/>
        </a:p>
      </dgm:t>
    </dgm:pt>
    <dgm:pt modelId="{D7073C5B-779E-4C4B-BC5B-1882A341EEF7}" type="parTrans" cxnId="{C9071FD3-FDC0-435F-87F3-8A30D4C6EC2D}">
      <dgm:prSet/>
      <dgm:spPr/>
      <dgm:t>
        <a:bodyPr rtlCol="1"/>
        <a:lstStyle/>
        <a:p>
          <a:pPr rtl="1"/>
          <a:endParaRPr lang="en-US"/>
        </a:p>
      </dgm:t>
    </dgm:pt>
    <dgm:pt modelId="{5A867741-44B5-4642-B1A0-D8AEFB70ED3E}" type="sibTrans" cxnId="{C9071FD3-FDC0-435F-87F3-8A30D4C6EC2D}">
      <dgm:prSet/>
      <dgm:spPr/>
      <dgm:t>
        <a:bodyPr rtlCol="1"/>
        <a:lstStyle/>
        <a:p>
          <a:pPr rtl="1"/>
          <a:endParaRPr lang="en-US"/>
        </a:p>
      </dgm:t>
    </dgm:pt>
    <dgm:pt modelId="{BC4B26F4-90DC-4595-B8C0-91E73F936B34}">
      <dgm:prSet/>
      <dgm:spPr/>
      <dgm:t>
        <a:bodyPr rtlCol="1"/>
        <a:lstStyle/>
        <a:p>
          <a:pPr rtl="1"/>
          <a:r>
            <a:rPr lang="ar"/>
            <a:t>الانفصال عن الشريك أو الأسرة </a:t>
          </a:r>
          <a:endParaRPr lang="en-US" dirty="0"/>
        </a:p>
      </dgm:t>
    </dgm:pt>
    <dgm:pt modelId="{22482E27-31E9-4452-8075-6846E79EA1DE}" type="parTrans" cxnId="{C02189A6-FF7F-4AAA-9AC9-DCA4E0E7BFF8}">
      <dgm:prSet/>
      <dgm:spPr/>
      <dgm:t>
        <a:bodyPr rtlCol="1"/>
        <a:lstStyle/>
        <a:p>
          <a:pPr rtl="1"/>
          <a:endParaRPr lang="en-US"/>
        </a:p>
      </dgm:t>
    </dgm:pt>
    <dgm:pt modelId="{66274B48-BD17-4379-8B2A-147526EB9D8B}" type="sibTrans" cxnId="{C02189A6-FF7F-4AAA-9AC9-DCA4E0E7BFF8}">
      <dgm:prSet/>
      <dgm:spPr/>
      <dgm:t>
        <a:bodyPr rtlCol="1"/>
        <a:lstStyle/>
        <a:p>
          <a:pPr rtl="1"/>
          <a:endParaRPr lang="en-US"/>
        </a:p>
      </dgm:t>
    </dgm:pt>
    <dgm:pt modelId="{08B144DC-8B3F-47EC-BAA5-E02F89CFEE20}">
      <dgm:prSet/>
      <dgm:spPr/>
      <dgm:t>
        <a:bodyPr rtlCol="1"/>
        <a:lstStyle/>
        <a:p>
          <a:pPr rtl="1"/>
          <a:r>
            <a:rPr lang="ar"/>
            <a:t>الحوادث والإصابات، سوء الحالة الصحية </a:t>
          </a:r>
          <a:endParaRPr lang="en-US" dirty="0"/>
        </a:p>
      </dgm:t>
    </dgm:pt>
    <dgm:pt modelId="{8D723DB4-6C4B-4B04-B838-5A70820D2850}" type="parTrans" cxnId="{9FBAB238-6311-43AF-93EA-EDFBD4852128}">
      <dgm:prSet/>
      <dgm:spPr/>
      <dgm:t>
        <a:bodyPr rtlCol="1"/>
        <a:lstStyle/>
        <a:p>
          <a:pPr rtl="1"/>
          <a:endParaRPr lang="en-US"/>
        </a:p>
      </dgm:t>
    </dgm:pt>
    <dgm:pt modelId="{EC8A1945-FFC7-4A64-91EE-3A5FBB97CD28}" type="sibTrans" cxnId="{9FBAB238-6311-43AF-93EA-EDFBD4852128}">
      <dgm:prSet/>
      <dgm:spPr/>
      <dgm:t>
        <a:bodyPr rtlCol="1"/>
        <a:lstStyle/>
        <a:p>
          <a:pPr rtl="1"/>
          <a:endParaRPr lang="en-US"/>
        </a:p>
      </dgm:t>
    </dgm:pt>
    <dgm:pt modelId="{ED3DEE56-D5BD-45C3-9909-1C4AAD7E4D14}">
      <dgm:prSet/>
      <dgm:spPr/>
      <dgm:t>
        <a:bodyPr rtlCol="1"/>
        <a:lstStyle/>
        <a:p>
          <a:pPr rtl="1"/>
          <a:r>
            <a:rPr lang="ar" dirty="0"/>
            <a:t>ال</a:t>
          </a:r>
          <a:r>
            <a:rPr lang="ar-EG" dirty="0"/>
            <a:t>فصل</a:t>
          </a:r>
          <a:r>
            <a:rPr lang="ar" dirty="0"/>
            <a:t>، والتسرّب من التعليم </a:t>
          </a:r>
          <a:endParaRPr lang="en-US" dirty="0"/>
        </a:p>
      </dgm:t>
    </dgm:pt>
    <dgm:pt modelId="{964AD51D-4B94-4DEB-871D-9645B75BB3C0}" type="parTrans" cxnId="{5A85AD72-9E4B-48C4-8B15-2A9EA7AA6741}">
      <dgm:prSet/>
      <dgm:spPr/>
      <dgm:t>
        <a:bodyPr rtlCol="1"/>
        <a:lstStyle/>
        <a:p>
          <a:pPr rtl="1"/>
          <a:endParaRPr lang="en-US"/>
        </a:p>
      </dgm:t>
    </dgm:pt>
    <dgm:pt modelId="{58BB0EE8-330D-4BB1-8C07-67B59941D456}" type="sibTrans" cxnId="{5A85AD72-9E4B-48C4-8B15-2A9EA7AA6741}">
      <dgm:prSet/>
      <dgm:spPr/>
      <dgm:t>
        <a:bodyPr rtlCol="1"/>
        <a:lstStyle/>
        <a:p>
          <a:pPr rtl="1"/>
          <a:endParaRPr lang="en-US"/>
        </a:p>
      </dgm:t>
    </dgm:pt>
    <dgm:pt modelId="{DE72A99A-BA1A-4730-9624-8E193F6D58B3}">
      <dgm:prSet/>
      <dgm:spPr/>
      <dgm:t>
        <a:bodyPr rtlCol="1"/>
        <a:lstStyle/>
        <a:p>
          <a:pPr rtl="1"/>
          <a:r>
            <a:rPr lang="ar"/>
            <a:t>السجن </a:t>
          </a:r>
          <a:endParaRPr lang="en-US" dirty="0"/>
        </a:p>
      </dgm:t>
    </dgm:pt>
    <dgm:pt modelId="{8EA4B274-FDF9-4579-8314-F9B185520233}" type="parTrans" cxnId="{8F1700C9-3F9D-48B7-9770-40E95EE9C76D}">
      <dgm:prSet/>
      <dgm:spPr/>
      <dgm:t>
        <a:bodyPr rtlCol="1"/>
        <a:lstStyle/>
        <a:p>
          <a:pPr rtl="1"/>
          <a:endParaRPr lang="en-US"/>
        </a:p>
      </dgm:t>
    </dgm:pt>
    <dgm:pt modelId="{E42C199D-F25B-4190-8AF3-FB4A134380B7}" type="sibTrans" cxnId="{8F1700C9-3F9D-48B7-9770-40E95EE9C76D}">
      <dgm:prSet/>
      <dgm:spPr/>
      <dgm:t>
        <a:bodyPr rtlCol="1"/>
        <a:lstStyle/>
        <a:p>
          <a:pPr rtl="1"/>
          <a:endParaRPr lang="en-US"/>
        </a:p>
      </dgm:t>
    </dgm:pt>
    <dgm:pt modelId="{C247DD10-6EDE-4F4D-869C-6A2E4F7847AD}">
      <dgm:prSet/>
      <dgm:spPr/>
      <dgm:t>
        <a:bodyPr rtlCol="1"/>
        <a:lstStyle/>
        <a:p>
          <a:pPr rtl="1"/>
          <a:r>
            <a:rPr lang="ar"/>
            <a:t>الترقية، التغيرات في الوضع الوظيفي </a:t>
          </a:r>
          <a:endParaRPr lang="en-US" dirty="0"/>
        </a:p>
      </dgm:t>
    </dgm:pt>
    <dgm:pt modelId="{61F13BF4-A011-4408-884D-DF4A5D1DA554}" type="parTrans" cxnId="{D604D1D8-2BDD-4EF7-8E4F-F8C424CEEEBA}">
      <dgm:prSet/>
      <dgm:spPr/>
      <dgm:t>
        <a:bodyPr rtlCol="1"/>
        <a:lstStyle/>
        <a:p>
          <a:pPr rtl="1"/>
          <a:endParaRPr lang="en-US"/>
        </a:p>
      </dgm:t>
    </dgm:pt>
    <dgm:pt modelId="{4E7EB27B-3AAB-487A-A3AD-7C0A6F540021}" type="sibTrans" cxnId="{D604D1D8-2BDD-4EF7-8E4F-F8C424CEEEBA}">
      <dgm:prSet/>
      <dgm:spPr/>
      <dgm:t>
        <a:bodyPr rtlCol="1"/>
        <a:lstStyle/>
        <a:p>
          <a:pPr rtl="1"/>
          <a:endParaRPr lang="en-US"/>
        </a:p>
      </dgm:t>
    </dgm:pt>
    <dgm:pt modelId="{8337A5D1-FA11-436F-9BF7-76C8D1F20C54}">
      <dgm:prSet/>
      <dgm:spPr/>
      <dgm:t>
        <a:bodyPr rtlCol="1"/>
        <a:lstStyle/>
        <a:p>
          <a:pPr rtl="1"/>
          <a:r>
            <a:rPr lang="ar"/>
            <a:t>التأثيرات في الصحة النفسية</a:t>
          </a:r>
          <a:endParaRPr lang="en-US" dirty="0"/>
        </a:p>
      </dgm:t>
    </dgm:pt>
    <dgm:pt modelId="{18C04B5E-EB7E-45E9-A383-E6248858AD15}" type="parTrans" cxnId="{550E968F-F720-4BE1-8240-7C2A855417A6}">
      <dgm:prSet/>
      <dgm:spPr/>
      <dgm:t>
        <a:bodyPr rtlCol="1"/>
        <a:lstStyle/>
        <a:p>
          <a:pPr rtl="1"/>
          <a:endParaRPr lang="en-US"/>
        </a:p>
      </dgm:t>
    </dgm:pt>
    <dgm:pt modelId="{DE238ADA-A510-44C3-A6D0-151D72D00D88}" type="sibTrans" cxnId="{550E968F-F720-4BE1-8240-7C2A855417A6}">
      <dgm:prSet/>
      <dgm:spPr/>
      <dgm:t>
        <a:bodyPr rtlCol="1"/>
        <a:lstStyle/>
        <a:p>
          <a:pPr rtl="1"/>
          <a:endParaRPr lang="en-US"/>
        </a:p>
      </dgm:t>
    </dgm:pt>
    <dgm:pt modelId="{43E55C3E-82D0-448F-9E30-6D48692BABCC}" type="pres">
      <dgm:prSet presAssocID="{C5F263B7-113E-487C-8CE8-06EFEB23636A}" presName="vert0" presStyleCnt="0">
        <dgm:presLayoutVars>
          <dgm:dir/>
          <dgm:animOne val="branch"/>
          <dgm:animLvl val="lvl"/>
        </dgm:presLayoutVars>
      </dgm:prSet>
      <dgm:spPr/>
    </dgm:pt>
    <dgm:pt modelId="{02D4BF6D-C4DF-4787-A3CE-F2E1B1F2CB3C}" type="pres">
      <dgm:prSet presAssocID="{AA0EABA2-FBF4-4FC3-88E0-886A0C8545DA}" presName="thickLine" presStyleLbl="alignNode1" presStyleIdx="0" presStyleCnt="13"/>
      <dgm:spPr/>
    </dgm:pt>
    <dgm:pt modelId="{B9C7FC77-21F0-4BD5-9D41-4DE8AC1EA866}" type="pres">
      <dgm:prSet presAssocID="{AA0EABA2-FBF4-4FC3-88E0-886A0C8545DA}" presName="horz1" presStyleCnt="0"/>
      <dgm:spPr/>
    </dgm:pt>
    <dgm:pt modelId="{9B58E8D9-F21F-4B4F-9E22-F8ADE318DDD7}" type="pres">
      <dgm:prSet presAssocID="{AA0EABA2-FBF4-4FC3-88E0-886A0C8545DA}" presName="tx1" presStyleLbl="revTx" presStyleIdx="0" presStyleCnt="13"/>
      <dgm:spPr/>
    </dgm:pt>
    <dgm:pt modelId="{2F54ADB7-1554-4E48-87DA-D181F8F68DEE}" type="pres">
      <dgm:prSet presAssocID="{AA0EABA2-FBF4-4FC3-88E0-886A0C8545DA}" presName="vert1" presStyleCnt="0"/>
      <dgm:spPr/>
    </dgm:pt>
    <dgm:pt modelId="{112A1F78-3E7B-414A-83DA-E7B5D81303F2}" type="pres">
      <dgm:prSet presAssocID="{DA74365C-7F93-4192-9BDC-AF93545A4BB4}" presName="thickLine" presStyleLbl="alignNode1" presStyleIdx="1" presStyleCnt="13"/>
      <dgm:spPr/>
    </dgm:pt>
    <dgm:pt modelId="{943772AF-1C9D-4FE6-AB45-A677CEC65EF7}" type="pres">
      <dgm:prSet presAssocID="{DA74365C-7F93-4192-9BDC-AF93545A4BB4}" presName="horz1" presStyleCnt="0"/>
      <dgm:spPr/>
    </dgm:pt>
    <dgm:pt modelId="{EE6A49F7-A87D-4A8E-B970-262044CD331F}" type="pres">
      <dgm:prSet presAssocID="{DA74365C-7F93-4192-9BDC-AF93545A4BB4}" presName="tx1" presStyleLbl="revTx" presStyleIdx="1" presStyleCnt="13"/>
      <dgm:spPr/>
    </dgm:pt>
    <dgm:pt modelId="{6C076697-3BA8-4ABE-BC87-01834008F5B3}" type="pres">
      <dgm:prSet presAssocID="{DA74365C-7F93-4192-9BDC-AF93545A4BB4}" presName="vert1" presStyleCnt="0"/>
      <dgm:spPr/>
    </dgm:pt>
    <dgm:pt modelId="{564A876E-1ED2-4E34-89CA-916A086DAD03}" type="pres">
      <dgm:prSet presAssocID="{4D5D84C2-046A-4A51-865E-BCCA0EFE24B5}" presName="thickLine" presStyleLbl="alignNode1" presStyleIdx="2" presStyleCnt="13"/>
      <dgm:spPr/>
    </dgm:pt>
    <dgm:pt modelId="{472FE8D5-443B-4B7C-A56C-5CF757ED689E}" type="pres">
      <dgm:prSet presAssocID="{4D5D84C2-046A-4A51-865E-BCCA0EFE24B5}" presName="horz1" presStyleCnt="0"/>
      <dgm:spPr/>
    </dgm:pt>
    <dgm:pt modelId="{583CC83F-8DA1-49CE-AA16-AD42CBC9C875}" type="pres">
      <dgm:prSet presAssocID="{4D5D84C2-046A-4A51-865E-BCCA0EFE24B5}" presName="tx1" presStyleLbl="revTx" presStyleIdx="2" presStyleCnt="13"/>
      <dgm:spPr/>
    </dgm:pt>
    <dgm:pt modelId="{37A72787-B37C-4D36-8966-91CA2050956A}" type="pres">
      <dgm:prSet presAssocID="{4D5D84C2-046A-4A51-865E-BCCA0EFE24B5}" presName="vert1" presStyleCnt="0"/>
      <dgm:spPr/>
    </dgm:pt>
    <dgm:pt modelId="{54D36F8D-9491-46EB-A8E7-B2DB36C03844}" type="pres">
      <dgm:prSet presAssocID="{A64338DD-F575-4376-B341-18D668A1237F}" presName="thickLine" presStyleLbl="alignNode1" presStyleIdx="3" presStyleCnt="13"/>
      <dgm:spPr/>
    </dgm:pt>
    <dgm:pt modelId="{20EBC581-D5C6-4922-8435-67F99194FC1D}" type="pres">
      <dgm:prSet presAssocID="{A64338DD-F575-4376-B341-18D668A1237F}" presName="horz1" presStyleCnt="0"/>
      <dgm:spPr/>
    </dgm:pt>
    <dgm:pt modelId="{CBF5DBD9-7061-4EF9-A94B-B80905F2DDC0}" type="pres">
      <dgm:prSet presAssocID="{A64338DD-F575-4376-B341-18D668A1237F}" presName="tx1" presStyleLbl="revTx" presStyleIdx="3" presStyleCnt="13"/>
      <dgm:spPr/>
    </dgm:pt>
    <dgm:pt modelId="{7D0E3261-674F-4983-A977-F3893468ACB3}" type="pres">
      <dgm:prSet presAssocID="{A64338DD-F575-4376-B341-18D668A1237F}" presName="vert1" presStyleCnt="0"/>
      <dgm:spPr/>
    </dgm:pt>
    <dgm:pt modelId="{BFF6D875-D007-4417-BF1F-E257951AA3AE}" type="pres">
      <dgm:prSet presAssocID="{3F24B34D-62E9-4B14-B868-5A02CF496F4C}" presName="thickLine" presStyleLbl="alignNode1" presStyleIdx="4" presStyleCnt="13"/>
      <dgm:spPr/>
    </dgm:pt>
    <dgm:pt modelId="{D8A2A6CC-4AE8-4576-BF13-37F3C2663574}" type="pres">
      <dgm:prSet presAssocID="{3F24B34D-62E9-4B14-B868-5A02CF496F4C}" presName="horz1" presStyleCnt="0"/>
      <dgm:spPr/>
    </dgm:pt>
    <dgm:pt modelId="{C358586C-71FE-4AEA-80D2-A8B630F03DCF}" type="pres">
      <dgm:prSet presAssocID="{3F24B34D-62E9-4B14-B868-5A02CF496F4C}" presName="tx1" presStyleLbl="revTx" presStyleIdx="4" presStyleCnt="13"/>
      <dgm:spPr/>
    </dgm:pt>
    <dgm:pt modelId="{DBFDC33E-89FB-498A-82C4-AE4C746322D8}" type="pres">
      <dgm:prSet presAssocID="{3F24B34D-62E9-4B14-B868-5A02CF496F4C}" presName="vert1" presStyleCnt="0"/>
      <dgm:spPr/>
    </dgm:pt>
    <dgm:pt modelId="{AB2C2BF8-0142-4F07-A35D-2AF21AEED9CE}" type="pres">
      <dgm:prSet presAssocID="{2D4BA6EB-2148-42D4-80ED-13E1C0EBDC3B}" presName="thickLine" presStyleLbl="alignNode1" presStyleIdx="5" presStyleCnt="13"/>
      <dgm:spPr/>
    </dgm:pt>
    <dgm:pt modelId="{DB04263A-A1B9-440D-9993-9F9131B74C56}" type="pres">
      <dgm:prSet presAssocID="{2D4BA6EB-2148-42D4-80ED-13E1C0EBDC3B}" presName="horz1" presStyleCnt="0"/>
      <dgm:spPr/>
    </dgm:pt>
    <dgm:pt modelId="{EB782024-B900-4105-8286-B8C4B5E404F8}" type="pres">
      <dgm:prSet presAssocID="{2D4BA6EB-2148-42D4-80ED-13E1C0EBDC3B}" presName="tx1" presStyleLbl="revTx" presStyleIdx="5" presStyleCnt="13"/>
      <dgm:spPr/>
    </dgm:pt>
    <dgm:pt modelId="{10D77CAE-DED1-4C46-AB6D-34553047E6F9}" type="pres">
      <dgm:prSet presAssocID="{2D4BA6EB-2148-42D4-80ED-13E1C0EBDC3B}" presName="vert1" presStyleCnt="0"/>
      <dgm:spPr/>
    </dgm:pt>
    <dgm:pt modelId="{4AA470AB-DBE8-40CC-8A7E-4B0C0705A6DD}" type="pres">
      <dgm:prSet presAssocID="{317F5433-D79B-4F71-ABA4-8639892BF18F}" presName="thickLine" presStyleLbl="alignNode1" presStyleIdx="6" presStyleCnt="13"/>
      <dgm:spPr/>
    </dgm:pt>
    <dgm:pt modelId="{92F1764D-7C6D-4D59-BAB0-7AF46050A220}" type="pres">
      <dgm:prSet presAssocID="{317F5433-D79B-4F71-ABA4-8639892BF18F}" presName="horz1" presStyleCnt="0"/>
      <dgm:spPr/>
    </dgm:pt>
    <dgm:pt modelId="{D9668A01-632F-40CE-A439-E4743B569F94}" type="pres">
      <dgm:prSet presAssocID="{317F5433-D79B-4F71-ABA4-8639892BF18F}" presName="tx1" presStyleLbl="revTx" presStyleIdx="6" presStyleCnt="13"/>
      <dgm:spPr/>
    </dgm:pt>
    <dgm:pt modelId="{C233FD36-B7C4-4D56-8593-8BBD42659A73}" type="pres">
      <dgm:prSet presAssocID="{317F5433-D79B-4F71-ABA4-8639892BF18F}" presName="vert1" presStyleCnt="0"/>
      <dgm:spPr/>
    </dgm:pt>
    <dgm:pt modelId="{0D2F775C-04BE-45FC-8F7D-8D46D9ED6611}" type="pres">
      <dgm:prSet presAssocID="{BC4B26F4-90DC-4595-B8C0-91E73F936B34}" presName="thickLine" presStyleLbl="alignNode1" presStyleIdx="7" presStyleCnt="13"/>
      <dgm:spPr/>
    </dgm:pt>
    <dgm:pt modelId="{57E50E5C-DF72-4F4B-A8F2-47B11C40C263}" type="pres">
      <dgm:prSet presAssocID="{BC4B26F4-90DC-4595-B8C0-91E73F936B34}" presName="horz1" presStyleCnt="0"/>
      <dgm:spPr/>
    </dgm:pt>
    <dgm:pt modelId="{15E02214-EA4D-4E60-8FFB-A0E450C9F5F9}" type="pres">
      <dgm:prSet presAssocID="{BC4B26F4-90DC-4595-B8C0-91E73F936B34}" presName="tx1" presStyleLbl="revTx" presStyleIdx="7" presStyleCnt="13"/>
      <dgm:spPr/>
    </dgm:pt>
    <dgm:pt modelId="{F6E846DD-8CF1-4B59-84D9-0CE784311CCB}" type="pres">
      <dgm:prSet presAssocID="{BC4B26F4-90DC-4595-B8C0-91E73F936B34}" presName="vert1" presStyleCnt="0"/>
      <dgm:spPr/>
    </dgm:pt>
    <dgm:pt modelId="{010D07AF-3442-44FC-98A3-FD2994B3C748}" type="pres">
      <dgm:prSet presAssocID="{08B144DC-8B3F-47EC-BAA5-E02F89CFEE20}" presName="thickLine" presStyleLbl="alignNode1" presStyleIdx="8" presStyleCnt="13"/>
      <dgm:spPr/>
    </dgm:pt>
    <dgm:pt modelId="{2C748CCF-8243-48C9-9F91-EAF7D2031FE1}" type="pres">
      <dgm:prSet presAssocID="{08B144DC-8B3F-47EC-BAA5-E02F89CFEE20}" presName="horz1" presStyleCnt="0"/>
      <dgm:spPr/>
    </dgm:pt>
    <dgm:pt modelId="{CFE0F010-DCC2-450C-BE23-E27DC3791F86}" type="pres">
      <dgm:prSet presAssocID="{08B144DC-8B3F-47EC-BAA5-E02F89CFEE20}" presName="tx1" presStyleLbl="revTx" presStyleIdx="8" presStyleCnt="13"/>
      <dgm:spPr/>
    </dgm:pt>
    <dgm:pt modelId="{91960FA8-4C02-4580-AF86-CEAFFC7AE42A}" type="pres">
      <dgm:prSet presAssocID="{08B144DC-8B3F-47EC-BAA5-E02F89CFEE20}" presName="vert1" presStyleCnt="0"/>
      <dgm:spPr/>
    </dgm:pt>
    <dgm:pt modelId="{24C302CE-D4D6-4951-A862-F5F8AB342447}" type="pres">
      <dgm:prSet presAssocID="{ED3DEE56-D5BD-45C3-9909-1C4AAD7E4D14}" presName="thickLine" presStyleLbl="alignNode1" presStyleIdx="9" presStyleCnt="13"/>
      <dgm:spPr/>
    </dgm:pt>
    <dgm:pt modelId="{4E61D043-F104-4DD4-A45E-AB0DD2949539}" type="pres">
      <dgm:prSet presAssocID="{ED3DEE56-D5BD-45C3-9909-1C4AAD7E4D14}" presName="horz1" presStyleCnt="0"/>
      <dgm:spPr/>
    </dgm:pt>
    <dgm:pt modelId="{9992B0D3-7093-4943-97EA-BA9861C008AB}" type="pres">
      <dgm:prSet presAssocID="{ED3DEE56-D5BD-45C3-9909-1C4AAD7E4D14}" presName="tx1" presStyleLbl="revTx" presStyleIdx="9" presStyleCnt="13"/>
      <dgm:spPr/>
    </dgm:pt>
    <dgm:pt modelId="{26B9BD0B-84B8-416E-B35F-2E3A06D39AB4}" type="pres">
      <dgm:prSet presAssocID="{ED3DEE56-D5BD-45C3-9909-1C4AAD7E4D14}" presName="vert1" presStyleCnt="0"/>
      <dgm:spPr/>
    </dgm:pt>
    <dgm:pt modelId="{89994293-EA1E-4505-A69D-D11A82B03EE5}" type="pres">
      <dgm:prSet presAssocID="{DE72A99A-BA1A-4730-9624-8E193F6D58B3}" presName="thickLine" presStyleLbl="alignNode1" presStyleIdx="10" presStyleCnt="13"/>
      <dgm:spPr/>
    </dgm:pt>
    <dgm:pt modelId="{305EB46B-8720-45CC-B2A2-4D9E70E2724F}" type="pres">
      <dgm:prSet presAssocID="{DE72A99A-BA1A-4730-9624-8E193F6D58B3}" presName="horz1" presStyleCnt="0"/>
      <dgm:spPr/>
    </dgm:pt>
    <dgm:pt modelId="{4E3E7580-576F-4DCF-A8FE-56EB721194F5}" type="pres">
      <dgm:prSet presAssocID="{DE72A99A-BA1A-4730-9624-8E193F6D58B3}" presName="tx1" presStyleLbl="revTx" presStyleIdx="10" presStyleCnt="13"/>
      <dgm:spPr/>
    </dgm:pt>
    <dgm:pt modelId="{401128BC-FCE6-4FBD-BA65-13BDDA761A53}" type="pres">
      <dgm:prSet presAssocID="{DE72A99A-BA1A-4730-9624-8E193F6D58B3}" presName="vert1" presStyleCnt="0"/>
      <dgm:spPr/>
    </dgm:pt>
    <dgm:pt modelId="{37E0D4D4-5DA8-4ED4-9AC9-C82ECFE14DC1}" type="pres">
      <dgm:prSet presAssocID="{C247DD10-6EDE-4F4D-869C-6A2E4F7847AD}" presName="thickLine" presStyleLbl="alignNode1" presStyleIdx="11" presStyleCnt="13"/>
      <dgm:spPr/>
    </dgm:pt>
    <dgm:pt modelId="{74791533-3D2A-48D7-8429-EB797C94B89F}" type="pres">
      <dgm:prSet presAssocID="{C247DD10-6EDE-4F4D-869C-6A2E4F7847AD}" presName="horz1" presStyleCnt="0"/>
      <dgm:spPr/>
    </dgm:pt>
    <dgm:pt modelId="{43BCB809-DDD9-4765-AF54-0AD7B7971448}" type="pres">
      <dgm:prSet presAssocID="{C247DD10-6EDE-4F4D-869C-6A2E4F7847AD}" presName="tx1" presStyleLbl="revTx" presStyleIdx="11" presStyleCnt="13"/>
      <dgm:spPr/>
    </dgm:pt>
    <dgm:pt modelId="{83212529-F3EA-4C62-BA45-FF9CFA0D493E}" type="pres">
      <dgm:prSet presAssocID="{C247DD10-6EDE-4F4D-869C-6A2E4F7847AD}" presName="vert1" presStyleCnt="0"/>
      <dgm:spPr/>
    </dgm:pt>
    <dgm:pt modelId="{790613EE-1FCE-4309-A28F-4D1EF7E864A6}" type="pres">
      <dgm:prSet presAssocID="{8337A5D1-FA11-436F-9BF7-76C8D1F20C54}" presName="thickLine" presStyleLbl="alignNode1" presStyleIdx="12" presStyleCnt="13"/>
      <dgm:spPr/>
    </dgm:pt>
    <dgm:pt modelId="{813611EA-F700-4F86-A28E-5E277CEF92FC}" type="pres">
      <dgm:prSet presAssocID="{8337A5D1-FA11-436F-9BF7-76C8D1F20C54}" presName="horz1" presStyleCnt="0"/>
      <dgm:spPr/>
    </dgm:pt>
    <dgm:pt modelId="{6785F661-EE27-40F9-8A19-72359F248A48}" type="pres">
      <dgm:prSet presAssocID="{8337A5D1-FA11-436F-9BF7-76C8D1F20C54}" presName="tx1" presStyleLbl="revTx" presStyleIdx="12" presStyleCnt="13"/>
      <dgm:spPr/>
    </dgm:pt>
    <dgm:pt modelId="{956F8D57-C46A-4B61-BE39-442160F5E45F}" type="pres">
      <dgm:prSet presAssocID="{8337A5D1-FA11-436F-9BF7-76C8D1F20C54}" presName="vert1" presStyleCnt="0"/>
      <dgm:spPr/>
    </dgm:pt>
  </dgm:ptLst>
  <dgm:cxnLst>
    <dgm:cxn modelId="{B030440D-2400-4B0B-A0C9-04E324BD7FB5}" type="presOf" srcId="{BC4B26F4-90DC-4595-B8C0-91E73F936B34}" destId="{15E02214-EA4D-4E60-8FFB-A0E450C9F5F9}" srcOrd="0" destOrd="0" presId="urn:microsoft.com/office/officeart/2008/layout/LinedList"/>
    <dgm:cxn modelId="{00355526-A32E-4839-BE33-11B49A61D23B}" type="presOf" srcId="{4D5D84C2-046A-4A51-865E-BCCA0EFE24B5}" destId="{583CC83F-8DA1-49CE-AA16-AD42CBC9C875}" srcOrd="0" destOrd="0" presId="urn:microsoft.com/office/officeart/2008/layout/LinedList"/>
    <dgm:cxn modelId="{F47A0C2A-EC59-4429-A2FE-BA5CAFE6045B}" srcId="{C5F263B7-113E-487C-8CE8-06EFEB23636A}" destId="{2D4BA6EB-2148-42D4-80ED-13E1C0EBDC3B}" srcOrd="5" destOrd="0" parTransId="{11CFB192-7A37-4C63-AB31-134848D1816A}" sibTransId="{CD042D4F-B484-494D-AFB1-91B9F8BCBA6D}"/>
    <dgm:cxn modelId="{7A4B7533-1FED-4A17-87A9-CA9D906DD06C}" srcId="{C5F263B7-113E-487C-8CE8-06EFEB23636A}" destId="{DA74365C-7F93-4192-9BDC-AF93545A4BB4}" srcOrd="1" destOrd="0" parTransId="{6950E575-C0D0-4612-A8F4-ED312AABFF6A}" sibTransId="{044E4BA1-91A4-4E1C-A68D-3BFAF87EBC1A}"/>
    <dgm:cxn modelId="{9FBAB238-6311-43AF-93EA-EDFBD4852128}" srcId="{C5F263B7-113E-487C-8CE8-06EFEB23636A}" destId="{08B144DC-8B3F-47EC-BAA5-E02F89CFEE20}" srcOrd="8" destOrd="0" parTransId="{8D723DB4-6C4B-4B04-B838-5A70820D2850}" sibTransId="{EC8A1945-FFC7-4A64-91EE-3A5FBB97CD28}"/>
    <dgm:cxn modelId="{50E1655C-FF5C-4EC3-946B-9EDD547FA77E}" srcId="{C5F263B7-113E-487C-8CE8-06EFEB23636A}" destId="{A64338DD-F575-4376-B341-18D668A1237F}" srcOrd="3" destOrd="0" parTransId="{25A0F026-9734-40E7-90F7-8B035C2E072C}" sibTransId="{EB5AF3E1-49F2-4A07-B8E8-EAD3FAD580D8}"/>
    <dgm:cxn modelId="{5D4DA85F-25F5-4D37-B755-7784B7317BBA}" type="presOf" srcId="{DA74365C-7F93-4192-9BDC-AF93545A4BB4}" destId="{EE6A49F7-A87D-4A8E-B970-262044CD331F}" srcOrd="0" destOrd="0" presId="urn:microsoft.com/office/officeart/2008/layout/LinedList"/>
    <dgm:cxn modelId="{DE7C0562-E462-4736-BCDE-A3C9FEA7D05F}" type="presOf" srcId="{3F24B34D-62E9-4B14-B868-5A02CF496F4C}" destId="{C358586C-71FE-4AEA-80D2-A8B630F03DCF}" srcOrd="0" destOrd="0" presId="urn:microsoft.com/office/officeart/2008/layout/LinedList"/>
    <dgm:cxn modelId="{3B596443-7A5D-4A12-8E04-F821580B3EB6}" srcId="{C5F263B7-113E-487C-8CE8-06EFEB23636A}" destId="{3F24B34D-62E9-4B14-B868-5A02CF496F4C}" srcOrd="4" destOrd="0" parTransId="{AF0ADECD-C8CB-4E08-83C6-CF11C8E9148D}" sibTransId="{333CA8F6-36FC-44D4-9114-1AC449FC297B}"/>
    <dgm:cxn modelId="{338E8065-B809-4E2D-8129-35700E26B402}" type="presOf" srcId="{AA0EABA2-FBF4-4FC3-88E0-886A0C8545DA}" destId="{9B58E8D9-F21F-4B4F-9E22-F8ADE318DDD7}" srcOrd="0" destOrd="0" presId="urn:microsoft.com/office/officeart/2008/layout/LinedList"/>
    <dgm:cxn modelId="{1A69804D-FE8A-45AD-BE6E-36EE91E9F2AF}" type="presOf" srcId="{317F5433-D79B-4F71-ABA4-8639892BF18F}" destId="{D9668A01-632F-40CE-A439-E4743B569F94}" srcOrd="0" destOrd="0" presId="urn:microsoft.com/office/officeart/2008/layout/LinedList"/>
    <dgm:cxn modelId="{5A85AD72-9E4B-48C4-8B15-2A9EA7AA6741}" srcId="{C5F263B7-113E-487C-8CE8-06EFEB23636A}" destId="{ED3DEE56-D5BD-45C3-9909-1C4AAD7E4D14}" srcOrd="9" destOrd="0" parTransId="{964AD51D-4B94-4DEB-871D-9645B75BB3C0}" sibTransId="{58BB0EE8-330D-4BB1-8C07-67B59941D456}"/>
    <dgm:cxn modelId="{01A26353-F90B-4C79-A15E-F29ACCEA4BBB}" srcId="{C5F263B7-113E-487C-8CE8-06EFEB23636A}" destId="{AA0EABA2-FBF4-4FC3-88E0-886A0C8545DA}" srcOrd="0" destOrd="0" parTransId="{6E7A63B5-3644-4F60-A70C-3E57C314EBE1}" sibTransId="{0DC5B055-B692-4B65-9E89-CD79A3DAE4D8}"/>
    <dgm:cxn modelId="{541C5F59-AA40-4002-8A56-0DCCE7D8169B}" type="presOf" srcId="{2D4BA6EB-2148-42D4-80ED-13E1C0EBDC3B}" destId="{EB782024-B900-4105-8286-B8C4B5E404F8}" srcOrd="0" destOrd="0" presId="urn:microsoft.com/office/officeart/2008/layout/LinedList"/>
    <dgm:cxn modelId="{D65B797A-A6E0-4572-921D-0D173FA2C9F9}" type="presOf" srcId="{8337A5D1-FA11-436F-9BF7-76C8D1F20C54}" destId="{6785F661-EE27-40F9-8A19-72359F248A48}" srcOrd="0" destOrd="0" presId="urn:microsoft.com/office/officeart/2008/layout/LinedList"/>
    <dgm:cxn modelId="{550E968F-F720-4BE1-8240-7C2A855417A6}" srcId="{C5F263B7-113E-487C-8CE8-06EFEB23636A}" destId="{8337A5D1-FA11-436F-9BF7-76C8D1F20C54}" srcOrd="12" destOrd="0" parTransId="{18C04B5E-EB7E-45E9-A383-E6248858AD15}" sibTransId="{DE238ADA-A510-44C3-A6D0-151D72D00D88}"/>
    <dgm:cxn modelId="{1529EB9F-0BD1-4751-9735-B261FA11FCC5}" type="presOf" srcId="{C5F263B7-113E-487C-8CE8-06EFEB23636A}" destId="{43E55C3E-82D0-448F-9E30-6D48692BABCC}" srcOrd="0" destOrd="0" presId="urn:microsoft.com/office/officeart/2008/layout/LinedList"/>
    <dgm:cxn modelId="{6C26E8A1-61EE-432F-9725-8C50F78AE891}" type="presOf" srcId="{ED3DEE56-D5BD-45C3-9909-1C4AAD7E4D14}" destId="{9992B0D3-7093-4943-97EA-BA9861C008AB}" srcOrd="0" destOrd="0" presId="urn:microsoft.com/office/officeart/2008/layout/LinedList"/>
    <dgm:cxn modelId="{606363A2-2AA5-464C-8CD0-BB09BFFE9579}" type="presOf" srcId="{08B144DC-8B3F-47EC-BAA5-E02F89CFEE20}" destId="{CFE0F010-DCC2-450C-BE23-E27DC3791F86}" srcOrd="0" destOrd="0" presId="urn:microsoft.com/office/officeart/2008/layout/LinedList"/>
    <dgm:cxn modelId="{C02189A6-FF7F-4AAA-9AC9-DCA4E0E7BFF8}" srcId="{C5F263B7-113E-487C-8CE8-06EFEB23636A}" destId="{BC4B26F4-90DC-4595-B8C0-91E73F936B34}" srcOrd="7" destOrd="0" parTransId="{22482E27-31E9-4452-8075-6846E79EA1DE}" sibTransId="{66274B48-BD17-4379-8B2A-147526EB9D8B}"/>
    <dgm:cxn modelId="{8F1700C9-3F9D-48B7-9770-40E95EE9C76D}" srcId="{C5F263B7-113E-487C-8CE8-06EFEB23636A}" destId="{DE72A99A-BA1A-4730-9624-8E193F6D58B3}" srcOrd="10" destOrd="0" parTransId="{8EA4B274-FDF9-4579-8314-F9B185520233}" sibTransId="{E42C199D-F25B-4190-8AF3-FB4A134380B7}"/>
    <dgm:cxn modelId="{589966CA-B7C3-47A6-9139-EC82A8BDC829}" type="presOf" srcId="{DE72A99A-BA1A-4730-9624-8E193F6D58B3}" destId="{4E3E7580-576F-4DCF-A8FE-56EB721194F5}" srcOrd="0" destOrd="0" presId="urn:microsoft.com/office/officeart/2008/layout/LinedList"/>
    <dgm:cxn modelId="{C9071FD3-FDC0-435F-87F3-8A30D4C6EC2D}" srcId="{C5F263B7-113E-487C-8CE8-06EFEB23636A}" destId="{317F5433-D79B-4F71-ABA4-8639892BF18F}" srcOrd="6" destOrd="0" parTransId="{D7073C5B-779E-4C4B-BC5B-1882A341EEF7}" sibTransId="{5A867741-44B5-4642-B1A0-D8AEFB70ED3E}"/>
    <dgm:cxn modelId="{D604D1D8-2BDD-4EF7-8E4F-F8C424CEEEBA}" srcId="{C5F263B7-113E-487C-8CE8-06EFEB23636A}" destId="{C247DD10-6EDE-4F4D-869C-6A2E4F7847AD}" srcOrd="11" destOrd="0" parTransId="{61F13BF4-A011-4408-884D-DF4A5D1DA554}" sibTransId="{4E7EB27B-3AAB-487A-A3AD-7C0A6F540021}"/>
    <dgm:cxn modelId="{896E92DB-ADB1-4139-B441-FE28E3991A4A}" srcId="{C5F263B7-113E-487C-8CE8-06EFEB23636A}" destId="{4D5D84C2-046A-4A51-865E-BCCA0EFE24B5}" srcOrd="2" destOrd="0" parTransId="{ECE3A759-83EA-4D8A-B4E1-9DA802053993}" sibTransId="{9F9C56CD-5BFF-4533-A872-D768FD07D58F}"/>
    <dgm:cxn modelId="{8B183EE8-CB26-42F9-93E3-103EE3741B33}" type="presOf" srcId="{C247DD10-6EDE-4F4D-869C-6A2E4F7847AD}" destId="{43BCB809-DDD9-4765-AF54-0AD7B7971448}" srcOrd="0" destOrd="0" presId="urn:microsoft.com/office/officeart/2008/layout/LinedList"/>
    <dgm:cxn modelId="{F56B1EF6-CD6D-4ACB-AC4D-989044CE326C}" type="presOf" srcId="{A64338DD-F575-4376-B341-18D668A1237F}" destId="{CBF5DBD9-7061-4EF9-A94B-B80905F2DDC0}" srcOrd="0" destOrd="0" presId="urn:microsoft.com/office/officeart/2008/layout/LinedList"/>
    <dgm:cxn modelId="{4A0389D4-FE9F-4E10-8AB8-C4AB37918B66}" type="presParOf" srcId="{43E55C3E-82D0-448F-9E30-6D48692BABCC}" destId="{02D4BF6D-C4DF-4787-A3CE-F2E1B1F2CB3C}" srcOrd="0" destOrd="0" presId="urn:microsoft.com/office/officeart/2008/layout/LinedList"/>
    <dgm:cxn modelId="{D76DDBD8-2516-43C6-8E61-7497A2CE76AD}" type="presParOf" srcId="{43E55C3E-82D0-448F-9E30-6D48692BABCC}" destId="{B9C7FC77-21F0-4BD5-9D41-4DE8AC1EA866}" srcOrd="1" destOrd="0" presId="urn:microsoft.com/office/officeart/2008/layout/LinedList"/>
    <dgm:cxn modelId="{F83092BD-EE80-4131-9310-EE4901477F69}" type="presParOf" srcId="{B9C7FC77-21F0-4BD5-9D41-4DE8AC1EA866}" destId="{9B58E8D9-F21F-4B4F-9E22-F8ADE318DDD7}" srcOrd="0" destOrd="0" presId="urn:microsoft.com/office/officeart/2008/layout/LinedList"/>
    <dgm:cxn modelId="{8FC15322-DAC9-45A3-9E26-498A8852F5E3}" type="presParOf" srcId="{B9C7FC77-21F0-4BD5-9D41-4DE8AC1EA866}" destId="{2F54ADB7-1554-4E48-87DA-D181F8F68DEE}" srcOrd="1" destOrd="0" presId="urn:microsoft.com/office/officeart/2008/layout/LinedList"/>
    <dgm:cxn modelId="{B61A930B-D630-485D-AD5E-A768F3244B4D}" type="presParOf" srcId="{43E55C3E-82D0-448F-9E30-6D48692BABCC}" destId="{112A1F78-3E7B-414A-83DA-E7B5D81303F2}" srcOrd="2" destOrd="0" presId="urn:microsoft.com/office/officeart/2008/layout/LinedList"/>
    <dgm:cxn modelId="{F4B38F67-0A05-4C6B-BFD5-DA1642750001}" type="presParOf" srcId="{43E55C3E-82D0-448F-9E30-6D48692BABCC}" destId="{943772AF-1C9D-4FE6-AB45-A677CEC65EF7}" srcOrd="3" destOrd="0" presId="urn:microsoft.com/office/officeart/2008/layout/LinedList"/>
    <dgm:cxn modelId="{A7939249-382B-4C5E-8CDD-913988E4BDE9}" type="presParOf" srcId="{943772AF-1C9D-4FE6-AB45-A677CEC65EF7}" destId="{EE6A49F7-A87D-4A8E-B970-262044CD331F}" srcOrd="0" destOrd="0" presId="urn:microsoft.com/office/officeart/2008/layout/LinedList"/>
    <dgm:cxn modelId="{2439B825-B296-4883-B1E8-EA57E6F41010}" type="presParOf" srcId="{943772AF-1C9D-4FE6-AB45-A677CEC65EF7}" destId="{6C076697-3BA8-4ABE-BC87-01834008F5B3}" srcOrd="1" destOrd="0" presId="urn:microsoft.com/office/officeart/2008/layout/LinedList"/>
    <dgm:cxn modelId="{0DAB0355-2039-45FA-A034-0A60C5DB07FE}" type="presParOf" srcId="{43E55C3E-82D0-448F-9E30-6D48692BABCC}" destId="{564A876E-1ED2-4E34-89CA-916A086DAD03}" srcOrd="4" destOrd="0" presId="urn:microsoft.com/office/officeart/2008/layout/LinedList"/>
    <dgm:cxn modelId="{F7C0DFBD-1948-4AF9-92E9-949C7574D092}" type="presParOf" srcId="{43E55C3E-82D0-448F-9E30-6D48692BABCC}" destId="{472FE8D5-443B-4B7C-A56C-5CF757ED689E}" srcOrd="5" destOrd="0" presId="urn:microsoft.com/office/officeart/2008/layout/LinedList"/>
    <dgm:cxn modelId="{374FBDF4-BDF4-4BE2-9378-8E4B3F120A52}" type="presParOf" srcId="{472FE8D5-443B-4B7C-A56C-5CF757ED689E}" destId="{583CC83F-8DA1-49CE-AA16-AD42CBC9C875}" srcOrd="0" destOrd="0" presId="urn:microsoft.com/office/officeart/2008/layout/LinedList"/>
    <dgm:cxn modelId="{6611E66F-48B2-4CC1-91B7-6287C2D5F96A}" type="presParOf" srcId="{472FE8D5-443B-4B7C-A56C-5CF757ED689E}" destId="{37A72787-B37C-4D36-8966-91CA2050956A}" srcOrd="1" destOrd="0" presId="urn:microsoft.com/office/officeart/2008/layout/LinedList"/>
    <dgm:cxn modelId="{D56E0CB3-8F57-4E1D-9B33-FBD1FF6E1A7C}" type="presParOf" srcId="{43E55C3E-82D0-448F-9E30-6D48692BABCC}" destId="{54D36F8D-9491-46EB-A8E7-B2DB36C03844}" srcOrd="6" destOrd="0" presId="urn:microsoft.com/office/officeart/2008/layout/LinedList"/>
    <dgm:cxn modelId="{26D52223-AAFB-4578-BFD9-9EA24F5BF5FB}" type="presParOf" srcId="{43E55C3E-82D0-448F-9E30-6D48692BABCC}" destId="{20EBC581-D5C6-4922-8435-67F99194FC1D}" srcOrd="7" destOrd="0" presId="urn:microsoft.com/office/officeart/2008/layout/LinedList"/>
    <dgm:cxn modelId="{73CED527-6695-4998-B260-E83DBE61B6A0}" type="presParOf" srcId="{20EBC581-D5C6-4922-8435-67F99194FC1D}" destId="{CBF5DBD9-7061-4EF9-A94B-B80905F2DDC0}" srcOrd="0" destOrd="0" presId="urn:microsoft.com/office/officeart/2008/layout/LinedList"/>
    <dgm:cxn modelId="{F575E18C-0AB6-4186-98A0-C629C5F32339}" type="presParOf" srcId="{20EBC581-D5C6-4922-8435-67F99194FC1D}" destId="{7D0E3261-674F-4983-A977-F3893468ACB3}" srcOrd="1" destOrd="0" presId="urn:microsoft.com/office/officeart/2008/layout/LinedList"/>
    <dgm:cxn modelId="{465E07AC-322A-4B78-AB96-76E75E90E49A}" type="presParOf" srcId="{43E55C3E-82D0-448F-9E30-6D48692BABCC}" destId="{BFF6D875-D007-4417-BF1F-E257951AA3AE}" srcOrd="8" destOrd="0" presId="urn:microsoft.com/office/officeart/2008/layout/LinedList"/>
    <dgm:cxn modelId="{95E16D7E-F6D4-4B40-B970-6C3E5954F978}" type="presParOf" srcId="{43E55C3E-82D0-448F-9E30-6D48692BABCC}" destId="{D8A2A6CC-4AE8-4576-BF13-37F3C2663574}" srcOrd="9" destOrd="0" presId="urn:microsoft.com/office/officeart/2008/layout/LinedList"/>
    <dgm:cxn modelId="{BEB8AD8F-9BF3-4253-A9F4-52D4A35E5249}" type="presParOf" srcId="{D8A2A6CC-4AE8-4576-BF13-37F3C2663574}" destId="{C358586C-71FE-4AEA-80D2-A8B630F03DCF}" srcOrd="0" destOrd="0" presId="urn:microsoft.com/office/officeart/2008/layout/LinedList"/>
    <dgm:cxn modelId="{7D2C95DC-054F-4EB9-AF6B-3B1EC62C640F}" type="presParOf" srcId="{D8A2A6CC-4AE8-4576-BF13-37F3C2663574}" destId="{DBFDC33E-89FB-498A-82C4-AE4C746322D8}" srcOrd="1" destOrd="0" presId="urn:microsoft.com/office/officeart/2008/layout/LinedList"/>
    <dgm:cxn modelId="{98F16BC5-E1C8-4F76-9F2C-B743E6D7CFBF}" type="presParOf" srcId="{43E55C3E-82D0-448F-9E30-6D48692BABCC}" destId="{AB2C2BF8-0142-4F07-A35D-2AF21AEED9CE}" srcOrd="10" destOrd="0" presId="urn:microsoft.com/office/officeart/2008/layout/LinedList"/>
    <dgm:cxn modelId="{44A8F9B5-A878-46B3-8562-6C9E7496A086}" type="presParOf" srcId="{43E55C3E-82D0-448F-9E30-6D48692BABCC}" destId="{DB04263A-A1B9-440D-9993-9F9131B74C56}" srcOrd="11" destOrd="0" presId="urn:microsoft.com/office/officeart/2008/layout/LinedList"/>
    <dgm:cxn modelId="{7701D59A-106B-4B4E-9373-4CC2C1A4F30E}" type="presParOf" srcId="{DB04263A-A1B9-440D-9993-9F9131B74C56}" destId="{EB782024-B900-4105-8286-B8C4B5E404F8}" srcOrd="0" destOrd="0" presId="urn:microsoft.com/office/officeart/2008/layout/LinedList"/>
    <dgm:cxn modelId="{4C48C415-B36A-4FFE-8F7D-E759008AC876}" type="presParOf" srcId="{DB04263A-A1B9-440D-9993-9F9131B74C56}" destId="{10D77CAE-DED1-4C46-AB6D-34553047E6F9}" srcOrd="1" destOrd="0" presId="urn:microsoft.com/office/officeart/2008/layout/LinedList"/>
    <dgm:cxn modelId="{00514CC2-ACC1-4597-9ABE-B0FE0DA7EAAA}" type="presParOf" srcId="{43E55C3E-82D0-448F-9E30-6D48692BABCC}" destId="{4AA470AB-DBE8-40CC-8A7E-4B0C0705A6DD}" srcOrd="12" destOrd="0" presId="urn:microsoft.com/office/officeart/2008/layout/LinedList"/>
    <dgm:cxn modelId="{80938190-6558-48C5-8E44-28DE529C0E99}" type="presParOf" srcId="{43E55C3E-82D0-448F-9E30-6D48692BABCC}" destId="{92F1764D-7C6D-4D59-BAB0-7AF46050A220}" srcOrd="13" destOrd="0" presId="urn:microsoft.com/office/officeart/2008/layout/LinedList"/>
    <dgm:cxn modelId="{3A9D26F9-5EF9-4EA0-89C6-02E83C98F97A}" type="presParOf" srcId="{92F1764D-7C6D-4D59-BAB0-7AF46050A220}" destId="{D9668A01-632F-40CE-A439-E4743B569F94}" srcOrd="0" destOrd="0" presId="urn:microsoft.com/office/officeart/2008/layout/LinedList"/>
    <dgm:cxn modelId="{00F83004-E48A-47CC-89C3-16DCAA7D0E4E}" type="presParOf" srcId="{92F1764D-7C6D-4D59-BAB0-7AF46050A220}" destId="{C233FD36-B7C4-4D56-8593-8BBD42659A73}" srcOrd="1" destOrd="0" presId="urn:microsoft.com/office/officeart/2008/layout/LinedList"/>
    <dgm:cxn modelId="{8507636C-1454-4E9A-B4E7-D910AC5AD3A0}" type="presParOf" srcId="{43E55C3E-82D0-448F-9E30-6D48692BABCC}" destId="{0D2F775C-04BE-45FC-8F7D-8D46D9ED6611}" srcOrd="14" destOrd="0" presId="urn:microsoft.com/office/officeart/2008/layout/LinedList"/>
    <dgm:cxn modelId="{15E34913-7769-4D3C-9500-EBDC74E06ACF}" type="presParOf" srcId="{43E55C3E-82D0-448F-9E30-6D48692BABCC}" destId="{57E50E5C-DF72-4F4B-A8F2-47B11C40C263}" srcOrd="15" destOrd="0" presId="urn:microsoft.com/office/officeart/2008/layout/LinedList"/>
    <dgm:cxn modelId="{1CF429A6-63E6-4E57-8AC2-0A1E985BFBF8}" type="presParOf" srcId="{57E50E5C-DF72-4F4B-A8F2-47B11C40C263}" destId="{15E02214-EA4D-4E60-8FFB-A0E450C9F5F9}" srcOrd="0" destOrd="0" presId="urn:microsoft.com/office/officeart/2008/layout/LinedList"/>
    <dgm:cxn modelId="{B574A819-D8FA-424B-AF43-030D6BFA87DD}" type="presParOf" srcId="{57E50E5C-DF72-4F4B-A8F2-47B11C40C263}" destId="{F6E846DD-8CF1-4B59-84D9-0CE784311CCB}" srcOrd="1" destOrd="0" presId="urn:microsoft.com/office/officeart/2008/layout/LinedList"/>
    <dgm:cxn modelId="{F68A2153-7C86-4D06-B1B0-E7A101DC0951}" type="presParOf" srcId="{43E55C3E-82D0-448F-9E30-6D48692BABCC}" destId="{010D07AF-3442-44FC-98A3-FD2994B3C748}" srcOrd="16" destOrd="0" presId="urn:microsoft.com/office/officeart/2008/layout/LinedList"/>
    <dgm:cxn modelId="{8A74F472-3D8D-4606-971D-5A640EAC0464}" type="presParOf" srcId="{43E55C3E-82D0-448F-9E30-6D48692BABCC}" destId="{2C748CCF-8243-48C9-9F91-EAF7D2031FE1}" srcOrd="17" destOrd="0" presId="urn:microsoft.com/office/officeart/2008/layout/LinedList"/>
    <dgm:cxn modelId="{D174BAD8-3B20-4924-85B7-7703C1A16F42}" type="presParOf" srcId="{2C748CCF-8243-48C9-9F91-EAF7D2031FE1}" destId="{CFE0F010-DCC2-450C-BE23-E27DC3791F86}" srcOrd="0" destOrd="0" presId="urn:microsoft.com/office/officeart/2008/layout/LinedList"/>
    <dgm:cxn modelId="{59EDCB99-145E-439A-9D53-41D9AA18EDFD}" type="presParOf" srcId="{2C748CCF-8243-48C9-9F91-EAF7D2031FE1}" destId="{91960FA8-4C02-4580-AF86-CEAFFC7AE42A}" srcOrd="1" destOrd="0" presId="urn:microsoft.com/office/officeart/2008/layout/LinedList"/>
    <dgm:cxn modelId="{C59F442C-1725-466C-A8E4-C9A30548A08F}" type="presParOf" srcId="{43E55C3E-82D0-448F-9E30-6D48692BABCC}" destId="{24C302CE-D4D6-4951-A862-F5F8AB342447}" srcOrd="18" destOrd="0" presId="urn:microsoft.com/office/officeart/2008/layout/LinedList"/>
    <dgm:cxn modelId="{B0557132-E6FB-4C55-876D-02C791D2FE61}" type="presParOf" srcId="{43E55C3E-82D0-448F-9E30-6D48692BABCC}" destId="{4E61D043-F104-4DD4-A45E-AB0DD2949539}" srcOrd="19" destOrd="0" presId="urn:microsoft.com/office/officeart/2008/layout/LinedList"/>
    <dgm:cxn modelId="{6608A300-7C6F-4A08-8431-91322ABAA617}" type="presParOf" srcId="{4E61D043-F104-4DD4-A45E-AB0DD2949539}" destId="{9992B0D3-7093-4943-97EA-BA9861C008AB}" srcOrd="0" destOrd="0" presId="urn:microsoft.com/office/officeart/2008/layout/LinedList"/>
    <dgm:cxn modelId="{B9AAA991-D21A-4533-A457-0AE893E85351}" type="presParOf" srcId="{4E61D043-F104-4DD4-A45E-AB0DD2949539}" destId="{26B9BD0B-84B8-416E-B35F-2E3A06D39AB4}" srcOrd="1" destOrd="0" presId="urn:microsoft.com/office/officeart/2008/layout/LinedList"/>
    <dgm:cxn modelId="{CAA8ED8A-A9AA-420F-8359-F05BA6C6311E}" type="presParOf" srcId="{43E55C3E-82D0-448F-9E30-6D48692BABCC}" destId="{89994293-EA1E-4505-A69D-D11A82B03EE5}" srcOrd="20" destOrd="0" presId="urn:microsoft.com/office/officeart/2008/layout/LinedList"/>
    <dgm:cxn modelId="{76BDF725-1276-4DB9-A3E0-BF9282FD8E81}" type="presParOf" srcId="{43E55C3E-82D0-448F-9E30-6D48692BABCC}" destId="{305EB46B-8720-45CC-B2A2-4D9E70E2724F}" srcOrd="21" destOrd="0" presId="urn:microsoft.com/office/officeart/2008/layout/LinedList"/>
    <dgm:cxn modelId="{8E6062E2-B71F-4B12-849E-B51944581359}" type="presParOf" srcId="{305EB46B-8720-45CC-B2A2-4D9E70E2724F}" destId="{4E3E7580-576F-4DCF-A8FE-56EB721194F5}" srcOrd="0" destOrd="0" presId="urn:microsoft.com/office/officeart/2008/layout/LinedList"/>
    <dgm:cxn modelId="{0D328FFB-5AA1-4A3B-B3AA-0778F8E5C4D6}" type="presParOf" srcId="{305EB46B-8720-45CC-B2A2-4D9E70E2724F}" destId="{401128BC-FCE6-4FBD-BA65-13BDDA761A53}" srcOrd="1" destOrd="0" presId="urn:microsoft.com/office/officeart/2008/layout/LinedList"/>
    <dgm:cxn modelId="{F93D40CC-5B7D-403A-A928-675828DBA839}" type="presParOf" srcId="{43E55C3E-82D0-448F-9E30-6D48692BABCC}" destId="{37E0D4D4-5DA8-4ED4-9AC9-C82ECFE14DC1}" srcOrd="22" destOrd="0" presId="urn:microsoft.com/office/officeart/2008/layout/LinedList"/>
    <dgm:cxn modelId="{1EE635B7-B8A9-49FB-95A7-F9D673683E72}" type="presParOf" srcId="{43E55C3E-82D0-448F-9E30-6D48692BABCC}" destId="{74791533-3D2A-48D7-8429-EB797C94B89F}" srcOrd="23" destOrd="0" presId="urn:microsoft.com/office/officeart/2008/layout/LinedList"/>
    <dgm:cxn modelId="{D6425CE8-B079-43A7-BE43-C5844962AD30}" type="presParOf" srcId="{74791533-3D2A-48D7-8429-EB797C94B89F}" destId="{43BCB809-DDD9-4765-AF54-0AD7B7971448}" srcOrd="0" destOrd="0" presId="urn:microsoft.com/office/officeart/2008/layout/LinedList"/>
    <dgm:cxn modelId="{F194E6DD-F5B8-4B59-929B-8A4A658D92A6}" type="presParOf" srcId="{74791533-3D2A-48D7-8429-EB797C94B89F}" destId="{83212529-F3EA-4C62-BA45-FF9CFA0D493E}" srcOrd="1" destOrd="0" presId="urn:microsoft.com/office/officeart/2008/layout/LinedList"/>
    <dgm:cxn modelId="{40E559FC-60DF-4FFA-9BA4-2DEF111BF395}" type="presParOf" srcId="{43E55C3E-82D0-448F-9E30-6D48692BABCC}" destId="{790613EE-1FCE-4309-A28F-4D1EF7E864A6}" srcOrd="24" destOrd="0" presId="urn:microsoft.com/office/officeart/2008/layout/LinedList"/>
    <dgm:cxn modelId="{C6646AE2-1DC9-45CA-B012-C0391B5E500B}" type="presParOf" srcId="{43E55C3E-82D0-448F-9E30-6D48692BABCC}" destId="{813611EA-F700-4F86-A28E-5E277CEF92FC}" srcOrd="25" destOrd="0" presId="urn:microsoft.com/office/officeart/2008/layout/LinedList"/>
    <dgm:cxn modelId="{CD5BEFD9-C9B9-496B-95F2-7037DF885E3E}" type="presParOf" srcId="{813611EA-F700-4F86-A28E-5E277CEF92FC}" destId="{6785F661-EE27-40F9-8A19-72359F248A48}" srcOrd="0" destOrd="0" presId="urn:microsoft.com/office/officeart/2008/layout/LinedList"/>
    <dgm:cxn modelId="{EFA43FD8-26A4-4C2E-840A-2A730BC3C8E4}" type="presParOf" srcId="{813611EA-F700-4F86-A28E-5E277CEF92FC}" destId="{956F8D57-C46A-4B61-BE39-442160F5E45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F2E787B-AC56-422F-9392-6F6C159CE1F1}" type="doc">
      <dgm:prSet loTypeId="urn:microsoft.com/office/officeart/2008/layout/LinedList" loCatId="list" qsTypeId="urn:microsoft.com/office/officeart/2005/8/quickstyle/simple5" qsCatId="simple" csTypeId="urn:microsoft.com/office/officeart/2005/8/colors/accent2_2" csCatId="accent2"/>
      <dgm:spPr/>
      <dgm:t>
        <a:bodyPr rtlCol="1"/>
        <a:lstStyle/>
        <a:p>
          <a:pPr rtl="1"/>
          <a:endParaRPr lang="en-US"/>
        </a:p>
      </dgm:t>
    </dgm:pt>
    <dgm:pt modelId="{FF0AB4E9-5C9C-476A-A93B-82CF8BCF6D19}">
      <dgm:prSet/>
      <dgm:spPr/>
      <dgm:t>
        <a:bodyPr rtlCol="1"/>
        <a:lstStyle/>
        <a:p>
          <a:pPr rtl="1"/>
          <a:r>
            <a:rPr lang="ar"/>
            <a:t>ما هو سبب أهمية المرونة العاطفية؟</a:t>
          </a:r>
          <a:endParaRPr lang="en-US" dirty="0"/>
        </a:p>
      </dgm:t>
    </dgm:pt>
    <dgm:pt modelId="{C2B64A2C-A5BB-42A1-94CA-E28F6CF1F8ED}" type="parTrans" cxnId="{3AE937C5-55FE-40AA-9C5A-BD027FD4E5D7}">
      <dgm:prSet/>
      <dgm:spPr/>
      <dgm:t>
        <a:bodyPr rtlCol="1"/>
        <a:lstStyle/>
        <a:p>
          <a:pPr rtl="1"/>
          <a:endParaRPr lang="en-US"/>
        </a:p>
      </dgm:t>
    </dgm:pt>
    <dgm:pt modelId="{F13EEA7C-6092-42AA-B6C9-8E67DAB543F2}" type="sibTrans" cxnId="{3AE937C5-55FE-40AA-9C5A-BD027FD4E5D7}">
      <dgm:prSet/>
      <dgm:spPr/>
      <dgm:t>
        <a:bodyPr rtlCol="1"/>
        <a:lstStyle/>
        <a:p>
          <a:pPr rtl="1"/>
          <a:endParaRPr lang="en-US"/>
        </a:p>
      </dgm:t>
    </dgm:pt>
    <dgm:pt modelId="{D9DE70F0-636C-4124-8675-CFB4C030C7C7}">
      <dgm:prSet/>
      <dgm:spPr/>
      <dgm:t>
        <a:bodyPr rtlCol="1"/>
        <a:lstStyle/>
        <a:p>
          <a:pPr rtl="1"/>
          <a:r>
            <a:rPr lang="ar"/>
            <a:t>ما هي أنواع الدعم التي يمكن أن تُساعد؟</a:t>
          </a:r>
          <a:endParaRPr lang="en-US" dirty="0"/>
        </a:p>
      </dgm:t>
    </dgm:pt>
    <dgm:pt modelId="{0690869A-968F-4B5C-B47D-C8AC8A5DD1AC}" type="parTrans" cxnId="{73CD70B4-E65F-498F-8AD5-286BFA53F99A}">
      <dgm:prSet/>
      <dgm:spPr/>
      <dgm:t>
        <a:bodyPr rtlCol="1"/>
        <a:lstStyle/>
        <a:p>
          <a:pPr rtl="1"/>
          <a:endParaRPr lang="en-US"/>
        </a:p>
      </dgm:t>
    </dgm:pt>
    <dgm:pt modelId="{B19EB834-2988-47E2-B830-C273616F8D11}" type="sibTrans" cxnId="{73CD70B4-E65F-498F-8AD5-286BFA53F99A}">
      <dgm:prSet/>
      <dgm:spPr/>
      <dgm:t>
        <a:bodyPr rtlCol="1"/>
        <a:lstStyle/>
        <a:p>
          <a:pPr rtl="1"/>
          <a:endParaRPr lang="en-US"/>
        </a:p>
      </dgm:t>
    </dgm:pt>
    <dgm:pt modelId="{CB4E56EC-9FEA-4218-BA15-D58399A1C189}">
      <dgm:prSet/>
      <dgm:spPr/>
      <dgm:t>
        <a:bodyPr rtlCol="1"/>
        <a:lstStyle/>
        <a:p>
          <a:pPr rtl="1"/>
          <a:r>
            <a:rPr lang="ar"/>
            <a:t>من يُمكنه المساعدة؟</a:t>
          </a:r>
          <a:endParaRPr lang="en-US" dirty="0"/>
        </a:p>
      </dgm:t>
    </dgm:pt>
    <dgm:pt modelId="{DA43DDF0-6CEC-41FC-AF8C-B54A9690DDF3}" type="parTrans" cxnId="{EA8DA955-061D-42BA-8250-3C4D41B2823D}">
      <dgm:prSet/>
      <dgm:spPr/>
      <dgm:t>
        <a:bodyPr rtlCol="1"/>
        <a:lstStyle/>
        <a:p>
          <a:pPr rtl="1"/>
          <a:endParaRPr lang="en-US"/>
        </a:p>
      </dgm:t>
    </dgm:pt>
    <dgm:pt modelId="{D2064459-23BF-4E6E-82D7-71F60DFB647B}" type="sibTrans" cxnId="{EA8DA955-061D-42BA-8250-3C4D41B2823D}">
      <dgm:prSet/>
      <dgm:spPr/>
      <dgm:t>
        <a:bodyPr rtlCol="1"/>
        <a:lstStyle/>
        <a:p>
          <a:pPr rtl="1"/>
          <a:endParaRPr lang="en-US"/>
        </a:p>
      </dgm:t>
    </dgm:pt>
    <dgm:pt modelId="{0ECCBD7E-DA70-473D-B697-50AB308BD5E6}">
      <dgm:prSet/>
      <dgm:spPr/>
      <dgm:t>
        <a:bodyPr rtlCol="1"/>
        <a:lstStyle/>
        <a:p>
          <a:pPr rtl="1"/>
          <a:r>
            <a:rPr lang="ar"/>
            <a:t>كيف يُمكن للمؤسسات المجتمعية، والمؤسسات الدينية، والمجموعات التطوعية أن تساعد؟</a:t>
          </a:r>
          <a:endParaRPr lang="en-US" dirty="0"/>
        </a:p>
      </dgm:t>
    </dgm:pt>
    <dgm:pt modelId="{AEEECE8F-8108-4FFA-A29D-C5289DA75C21}" type="parTrans" cxnId="{6217C8DC-954A-434E-A3E2-73C8A0DFD822}">
      <dgm:prSet/>
      <dgm:spPr/>
      <dgm:t>
        <a:bodyPr rtlCol="1"/>
        <a:lstStyle/>
        <a:p>
          <a:pPr rtl="1"/>
          <a:endParaRPr lang="en-US"/>
        </a:p>
      </dgm:t>
    </dgm:pt>
    <dgm:pt modelId="{B36BDE88-F84D-4E00-B7B6-C0BDA1823087}" type="sibTrans" cxnId="{6217C8DC-954A-434E-A3E2-73C8A0DFD822}">
      <dgm:prSet/>
      <dgm:spPr/>
      <dgm:t>
        <a:bodyPr rtlCol="1"/>
        <a:lstStyle/>
        <a:p>
          <a:pPr rtl="1"/>
          <a:endParaRPr lang="en-US"/>
        </a:p>
      </dgm:t>
    </dgm:pt>
    <dgm:pt modelId="{6F63922F-ACD8-4F5E-B08D-7CE654462836}">
      <dgm:prSet/>
      <dgm:spPr/>
      <dgm:t>
        <a:bodyPr rtlCol="1"/>
        <a:lstStyle/>
        <a:p>
          <a:pPr rtl="1"/>
          <a:r>
            <a:rPr lang="ar"/>
            <a:t>كيف يُمكن للرعاية الطبية والرعاية الصحية والاجتماعية والدعم أن يساعد؟</a:t>
          </a:r>
          <a:endParaRPr lang="en-US" dirty="0"/>
        </a:p>
      </dgm:t>
    </dgm:pt>
    <dgm:pt modelId="{E5D2BB8D-C2A8-40D8-937A-14C45269C00A}" type="parTrans" cxnId="{21DB0F12-73BF-45E8-B403-AF1240D6256B}">
      <dgm:prSet/>
      <dgm:spPr/>
      <dgm:t>
        <a:bodyPr rtlCol="1"/>
        <a:lstStyle/>
        <a:p>
          <a:pPr rtl="1"/>
          <a:endParaRPr lang="en-US"/>
        </a:p>
      </dgm:t>
    </dgm:pt>
    <dgm:pt modelId="{6AEF020B-2BD5-4524-9FCB-74B17FC15EFD}" type="sibTrans" cxnId="{21DB0F12-73BF-45E8-B403-AF1240D6256B}">
      <dgm:prSet/>
      <dgm:spPr/>
      <dgm:t>
        <a:bodyPr rtlCol="1"/>
        <a:lstStyle/>
        <a:p>
          <a:pPr rtl="1"/>
          <a:endParaRPr lang="en-US"/>
        </a:p>
      </dgm:t>
    </dgm:pt>
    <dgm:pt modelId="{F9C5A0CB-E09C-48AB-BA45-F660230A55AC}" type="pres">
      <dgm:prSet presAssocID="{9F2E787B-AC56-422F-9392-6F6C159CE1F1}" presName="vert0" presStyleCnt="0">
        <dgm:presLayoutVars>
          <dgm:dir/>
          <dgm:animOne val="branch"/>
          <dgm:animLvl val="lvl"/>
        </dgm:presLayoutVars>
      </dgm:prSet>
      <dgm:spPr/>
    </dgm:pt>
    <dgm:pt modelId="{BE71F2DC-1EAC-4CED-B3F2-07973D55BDBD}" type="pres">
      <dgm:prSet presAssocID="{FF0AB4E9-5C9C-476A-A93B-82CF8BCF6D19}" presName="thickLine" presStyleLbl="alignNode1" presStyleIdx="0" presStyleCnt="5"/>
      <dgm:spPr/>
    </dgm:pt>
    <dgm:pt modelId="{440FB1C7-4674-4C23-B408-E4440C693670}" type="pres">
      <dgm:prSet presAssocID="{FF0AB4E9-5C9C-476A-A93B-82CF8BCF6D19}" presName="horz1" presStyleCnt="0"/>
      <dgm:spPr/>
    </dgm:pt>
    <dgm:pt modelId="{6FD42AD7-A7C4-4F91-AA4C-B540AAB8A7E4}" type="pres">
      <dgm:prSet presAssocID="{FF0AB4E9-5C9C-476A-A93B-82CF8BCF6D19}" presName="tx1" presStyleLbl="revTx" presStyleIdx="0" presStyleCnt="5"/>
      <dgm:spPr/>
    </dgm:pt>
    <dgm:pt modelId="{1D4521AF-9804-4662-8F0B-8BEA04763475}" type="pres">
      <dgm:prSet presAssocID="{FF0AB4E9-5C9C-476A-A93B-82CF8BCF6D19}" presName="vert1" presStyleCnt="0"/>
      <dgm:spPr/>
    </dgm:pt>
    <dgm:pt modelId="{0DB69688-0F33-4F38-8EC4-F81C55AF0360}" type="pres">
      <dgm:prSet presAssocID="{D9DE70F0-636C-4124-8675-CFB4C030C7C7}" presName="thickLine" presStyleLbl="alignNode1" presStyleIdx="1" presStyleCnt="5"/>
      <dgm:spPr/>
    </dgm:pt>
    <dgm:pt modelId="{8FE76437-6AA2-4DCB-8136-3BA578130782}" type="pres">
      <dgm:prSet presAssocID="{D9DE70F0-636C-4124-8675-CFB4C030C7C7}" presName="horz1" presStyleCnt="0"/>
      <dgm:spPr/>
    </dgm:pt>
    <dgm:pt modelId="{E9DC5EDF-D1EC-4272-9A6D-8B0F04B13CE1}" type="pres">
      <dgm:prSet presAssocID="{D9DE70F0-636C-4124-8675-CFB4C030C7C7}" presName="tx1" presStyleLbl="revTx" presStyleIdx="1" presStyleCnt="5"/>
      <dgm:spPr/>
    </dgm:pt>
    <dgm:pt modelId="{86A6A821-2F0E-4E8C-90B1-545A2D0CED54}" type="pres">
      <dgm:prSet presAssocID="{D9DE70F0-636C-4124-8675-CFB4C030C7C7}" presName="vert1" presStyleCnt="0"/>
      <dgm:spPr/>
    </dgm:pt>
    <dgm:pt modelId="{BB1C5896-6161-497E-A616-7C1F35EC2578}" type="pres">
      <dgm:prSet presAssocID="{CB4E56EC-9FEA-4218-BA15-D58399A1C189}" presName="thickLine" presStyleLbl="alignNode1" presStyleIdx="2" presStyleCnt="5"/>
      <dgm:spPr/>
    </dgm:pt>
    <dgm:pt modelId="{327EAE10-507C-4A12-AC98-7E3E521F134C}" type="pres">
      <dgm:prSet presAssocID="{CB4E56EC-9FEA-4218-BA15-D58399A1C189}" presName="horz1" presStyleCnt="0"/>
      <dgm:spPr/>
    </dgm:pt>
    <dgm:pt modelId="{87BC250D-EC33-4844-9E88-B9142A2FB643}" type="pres">
      <dgm:prSet presAssocID="{CB4E56EC-9FEA-4218-BA15-D58399A1C189}" presName="tx1" presStyleLbl="revTx" presStyleIdx="2" presStyleCnt="5"/>
      <dgm:spPr/>
    </dgm:pt>
    <dgm:pt modelId="{AA7D15C1-7CCC-4064-A789-4572A86D6880}" type="pres">
      <dgm:prSet presAssocID="{CB4E56EC-9FEA-4218-BA15-D58399A1C189}" presName="vert1" presStyleCnt="0"/>
      <dgm:spPr/>
    </dgm:pt>
    <dgm:pt modelId="{C43A0FF2-B7B6-4625-B065-3B43E6206D92}" type="pres">
      <dgm:prSet presAssocID="{0ECCBD7E-DA70-473D-B697-50AB308BD5E6}" presName="thickLine" presStyleLbl="alignNode1" presStyleIdx="3" presStyleCnt="5"/>
      <dgm:spPr/>
    </dgm:pt>
    <dgm:pt modelId="{7E61F6E2-4CD2-414B-BCE6-5C012AB4DDCA}" type="pres">
      <dgm:prSet presAssocID="{0ECCBD7E-DA70-473D-B697-50AB308BD5E6}" presName="horz1" presStyleCnt="0"/>
      <dgm:spPr/>
    </dgm:pt>
    <dgm:pt modelId="{DD195F51-F426-4659-8777-C734EF9148A2}" type="pres">
      <dgm:prSet presAssocID="{0ECCBD7E-DA70-473D-B697-50AB308BD5E6}" presName="tx1" presStyleLbl="revTx" presStyleIdx="3" presStyleCnt="5"/>
      <dgm:spPr/>
    </dgm:pt>
    <dgm:pt modelId="{B982C13E-9572-4584-90D5-5037FC478B29}" type="pres">
      <dgm:prSet presAssocID="{0ECCBD7E-DA70-473D-B697-50AB308BD5E6}" presName="vert1" presStyleCnt="0"/>
      <dgm:spPr/>
    </dgm:pt>
    <dgm:pt modelId="{4CC8B607-8E4A-420A-9792-85AB8AF0DC95}" type="pres">
      <dgm:prSet presAssocID="{6F63922F-ACD8-4F5E-B08D-7CE654462836}" presName="thickLine" presStyleLbl="alignNode1" presStyleIdx="4" presStyleCnt="5"/>
      <dgm:spPr/>
    </dgm:pt>
    <dgm:pt modelId="{C425824F-C063-424C-BC5B-BCFE772ABA7D}" type="pres">
      <dgm:prSet presAssocID="{6F63922F-ACD8-4F5E-B08D-7CE654462836}" presName="horz1" presStyleCnt="0"/>
      <dgm:spPr/>
    </dgm:pt>
    <dgm:pt modelId="{6AAE895F-AEE9-4244-9935-244A45025DC9}" type="pres">
      <dgm:prSet presAssocID="{6F63922F-ACD8-4F5E-B08D-7CE654462836}" presName="tx1" presStyleLbl="revTx" presStyleIdx="4" presStyleCnt="5"/>
      <dgm:spPr/>
    </dgm:pt>
    <dgm:pt modelId="{62466DD5-5175-4699-BABC-6B89730676A0}" type="pres">
      <dgm:prSet presAssocID="{6F63922F-ACD8-4F5E-B08D-7CE654462836}" presName="vert1" presStyleCnt="0"/>
      <dgm:spPr/>
    </dgm:pt>
  </dgm:ptLst>
  <dgm:cxnLst>
    <dgm:cxn modelId="{25201C03-98EF-4A6E-A9B9-09991DC51721}" type="presOf" srcId="{D9DE70F0-636C-4124-8675-CFB4C030C7C7}" destId="{E9DC5EDF-D1EC-4272-9A6D-8B0F04B13CE1}" srcOrd="0" destOrd="0" presId="urn:microsoft.com/office/officeart/2008/layout/LinedList"/>
    <dgm:cxn modelId="{FBEB4B06-367D-4036-81A6-98A7F10BFE01}" type="presOf" srcId="{CB4E56EC-9FEA-4218-BA15-D58399A1C189}" destId="{87BC250D-EC33-4844-9E88-B9142A2FB643}" srcOrd="0" destOrd="0" presId="urn:microsoft.com/office/officeart/2008/layout/LinedList"/>
    <dgm:cxn modelId="{21DB0F12-73BF-45E8-B403-AF1240D6256B}" srcId="{9F2E787B-AC56-422F-9392-6F6C159CE1F1}" destId="{6F63922F-ACD8-4F5E-B08D-7CE654462836}" srcOrd="4" destOrd="0" parTransId="{E5D2BB8D-C2A8-40D8-937A-14C45269C00A}" sibTransId="{6AEF020B-2BD5-4524-9FCB-74B17FC15EFD}"/>
    <dgm:cxn modelId="{76711765-901A-4C1F-B661-598C7474C901}" type="presOf" srcId="{9F2E787B-AC56-422F-9392-6F6C159CE1F1}" destId="{F9C5A0CB-E09C-48AB-BA45-F660230A55AC}" srcOrd="0" destOrd="0" presId="urn:microsoft.com/office/officeart/2008/layout/LinedList"/>
    <dgm:cxn modelId="{CC6D434E-A667-4E79-B494-8D8F1AD3A25D}" type="presOf" srcId="{6F63922F-ACD8-4F5E-B08D-7CE654462836}" destId="{6AAE895F-AEE9-4244-9935-244A45025DC9}" srcOrd="0" destOrd="0" presId="urn:microsoft.com/office/officeart/2008/layout/LinedList"/>
    <dgm:cxn modelId="{45836D4E-AB34-43F3-9980-A10D1B013EF2}" type="presOf" srcId="{FF0AB4E9-5C9C-476A-A93B-82CF8BCF6D19}" destId="{6FD42AD7-A7C4-4F91-AA4C-B540AAB8A7E4}" srcOrd="0" destOrd="0" presId="urn:microsoft.com/office/officeart/2008/layout/LinedList"/>
    <dgm:cxn modelId="{EA8DA955-061D-42BA-8250-3C4D41B2823D}" srcId="{9F2E787B-AC56-422F-9392-6F6C159CE1F1}" destId="{CB4E56EC-9FEA-4218-BA15-D58399A1C189}" srcOrd="2" destOrd="0" parTransId="{DA43DDF0-6CEC-41FC-AF8C-B54A9690DDF3}" sibTransId="{D2064459-23BF-4E6E-82D7-71F60DFB647B}"/>
    <dgm:cxn modelId="{73CD70B4-E65F-498F-8AD5-286BFA53F99A}" srcId="{9F2E787B-AC56-422F-9392-6F6C159CE1F1}" destId="{D9DE70F0-636C-4124-8675-CFB4C030C7C7}" srcOrd="1" destOrd="0" parTransId="{0690869A-968F-4B5C-B47D-C8AC8A5DD1AC}" sibTransId="{B19EB834-2988-47E2-B830-C273616F8D11}"/>
    <dgm:cxn modelId="{3AE937C5-55FE-40AA-9C5A-BD027FD4E5D7}" srcId="{9F2E787B-AC56-422F-9392-6F6C159CE1F1}" destId="{FF0AB4E9-5C9C-476A-A93B-82CF8BCF6D19}" srcOrd="0" destOrd="0" parTransId="{C2B64A2C-A5BB-42A1-94CA-E28F6CF1F8ED}" sibTransId="{F13EEA7C-6092-42AA-B6C9-8E67DAB543F2}"/>
    <dgm:cxn modelId="{EFBE7BD8-6507-49B2-A7AE-5CCD446413A7}" type="presOf" srcId="{0ECCBD7E-DA70-473D-B697-50AB308BD5E6}" destId="{DD195F51-F426-4659-8777-C734EF9148A2}" srcOrd="0" destOrd="0" presId="urn:microsoft.com/office/officeart/2008/layout/LinedList"/>
    <dgm:cxn modelId="{6217C8DC-954A-434E-A3E2-73C8A0DFD822}" srcId="{9F2E787B-AC56-422F-9392-6F6C159CE1F1}" destId="{0ECCBD7E-DA70-473D-B697-50AB308BD5E6}" srcOrd="3" destOrd="0" parTransId="{AEEECE8F-8108-4FFA-A29D-C5289DA75C21}" sibTransId="{B36BDE88-F84D-4E00-B7B6-C0BDA1823087}"/>
    <dgm:cxn modelId="{36097E44-7C1C-4CBE-A0D5-8B6CA35CC82A}" type="presParOf" srcId="{F9C5A0CB-E09C-48AB-BA45-F660230A55AC}" destId="{BE71F2DC-1EAC-4CED-B3F2-07973D55BDBD}" srcOrd="0" destOrd="0" presId="urn:microsoft.com/office/officeart/2008/layout/LinedList"/>
    <dgm:cxn modelId="{D5EF9AC2-6A78-4087-96AD-9E0A076D1F33}" type="presParOf" srcId="{F9C5A0CB-E09C-48AB-BA45-F660230A55AC}" destId="{440FB1C7-4674-4C23-B408-E4440C693670}" srcOrd="1" destOrd="0" presId="urn:microsoft.com/office/officeart/2008/layout/LinedList"/>
    <dgm:cxn modelId="{7A96F1E2-8D80-4081-ACC2-B277BA2D5C50}" type="presParOf" srcId="{440FB1C7-4674-4C23-B408-E4440C693670}" destId="{6FD42AD7-A7C4-4F91-AA4C-B540AAB8A7E4}" srcOrd="0" destOrd="0" presId="urn:microsoft.com/office/officeart/2008/layout/LinedList"/>
    <dgm:cxn modelId="{4784D6EA-9D93-4F04-8E06-88E0B4C81452}" type="presParOf" srcId="{440FB1C7-4674-4C23-B408-E4440C693670}" destId="{1D4521AF-9804-4662-8F0B-8BEA04763475}" srcOrd="1" destOrd="0" presId="urn:microsoft.com/office/officeart/2008/layout/LinedList"/>
    <dgm:cxn modelId="{4A8F469B-4BD6-4F18-9C17-2A35BB05E08E}" type="presParOf" srcId="{F9C5A0CB-E09C-48AB-BA45-F660230A55AC}" destId="{0DB69688-0F33-4F38-8EC4-F81C55AF0360}" srcOrd="2" destOrd="0" presId="urn:microsoft.com/office/officeart/2008/layout/LinedList"/>
    <dgm:cxn modelId="{5DF942D4-4439-48D9-9153-F4783F4AB828}" type="presParOf" srcId="{F9C5A0CB-E09C-48AB-BA45-F660230A55AC}" destId="{8FE76437-6AA2-4DCB-8136-3BA578130782}" srcOrd="3" destOrd="0" presId="urn:microsoft.com/office/officeart/2008/layout/LinedList"/>
    <dgm:cxn modelId="{0133FCDD-845E-489B-A819-DFAE2462100C}" type="presParOf" srcId="{8FE76437-6AA2-4DCB-8136-3BA578130782}" destId="{E9DC5EDF-D1EC-4272-9A6D-8B0F04B13CE1}" srcOrd="0" destOrd="0" presId="urn:microsoft.com/office/officeart/2008/layout/LinedList"/>
    <dgm:cxn modelId="{36913042-91AF-49E2-B6CC-9C232688DAD3}" type="presParOf" srcId="{8FE76437-6AA2-4DCB-8136-3BA578130782}" destId="{86A6A821-2F0E-4E8C-90B1-545A2D0CED54}" srcOrd="1" destOrd="0" presId="urn:microsoft.com/office/officeart/2008/layout/LinedList"/>
    <dgm:cxn modelId="{AE2C98EA-CBF4-4D14-AFD3-FEE8F67CC855}" type="presParOf" srcId="{F9C5A0CB-E09C-48AB-BA45-F660230A55AC}" destId="{BB1C5896-6161-497E-A616-7C1F35EC2578}" srcOrd="4" destOrd="0" presId="urn:microsoft.com/office/officeart/2008/layout/LinedList"/>
    <dgm:cxn modelId="{CD17C2CF-24E3-4909-A701-721DD6ACF747}" type="presParOf" srcId="{F9C5A0CB-E09C-48AB-BA45-F660230A55AC}" destId="{327EAE10-507C-4A12-AC98-7E3E521F134C}" srcOrd="5" destOrd="0" presId="urn:microsoft.com/office/officeart/2008/layout/LinedList"/>
    <dgm:cxn modelId="{3543D89D-0A5E-4CE8-9867-4CD3F7CF3383}" type="presParOf" srcId="{327EAE10-507C-4A12-AC98-7E3E521F134C}" destId="{87BC250D-EC33-4844-9E88-B9142A2FB643}" srcOrd="0" destOrd="0" presId="urn:microsoft.com/office/officeart/2008/layout/LinedList"/>
    <dgm:cxn modelId="{EB1DE471-E513-45CB-AF54-54E5EE58553B}" type="presParOf" srcId="{327EAE10-507C-4A12-AC98-7E3E521F134C}" destId="{AA7D15C1-7CCC-4064-A789-4572A86D6880}" srcOrd="1" destOrd="0" presId="urn:microsoft.com/office/officeart/2008/layout/LinedList"/>
    <dgm:cxn modelId="{7887EC30-7C3D-4E29-A2CB-E4F6D25D4D29}" type="presParOf" srcId="{F9C5A0CB-E09C-48AB-BA45-F660230A55AC}" destId="{C43A0FF2-B7B6-4625-B065-3B43E6206D92}" srcOrd="6" destOrd="0" presId="urn:microsoft.com/office/officeart/2008/layout/LinedList"/>
    <dgm:cxn modelId="{8D887D67-D564-4827-B371-4B03A8BB5B50}" type="presParOf" srcId="{F9C5A0CB-E09C-48AB-BA45-F660230A55AC}" destId="{7E61F6E2-4CD2-414B-BCE6-5C012AB4DDCA}" srcOrd="7" destOrd="0" presId="urn:microsoft.com/office/officeart/2008/layout/LinedList"/>
    <dgm:cxn modelId="{1E614B65-398F-47D3-8018-13656289DDB3}" type="presParOf" srcId="{7E61F6E2-4CD2-414B-BCE6-5C012AB4DDCA}" destId="{DD195F51-F426-4659-8777-C734EF9148A2}" srcOrd="0" destOrd="0" presId="urn:microsoft.com/office/officeart/2008/layout/LinedList"/>
    <dgm:cxn modelId="{E2684FB4-2AFA-429F-82D7-B8405A595D22}" type="presParOf" srcId="{7E61F6E2-4CD2-414B-BCE6-5C012AB4DDCA}" destId="{B982C13E-9572-4584-90D5-5037FC478B29}" srcOrd="1" destOrd="0" presId="urn:microsoft.com/office/officeart/2008/layout/LinedList"/>
    <dgm:cxn modelId="{D72AF879-C91C-406C-B094-69D8466B2675}" type="presParOf" srcId="{F9C5A0CB-E09C-48AB-BA45-F660230A55AC}" destId="{4CC8B607-8E4A-420A-9792-85AB8AF0DC95}" srcOrd="8" destOrd="0" presId="urn:microsoft.com/office/officeart/2008/layout/LinedList"/>
    <dgm:cxn modelId="{ADA2191C-9304-40F9-B90F-F7C6E68425CA}" type="presParOf" srcId="{F9C5A0CB-E09C-48AB-BA45-F660230A55AC}" destId="{C425824F-C063-424C-BC5B-BCFE772ABA7D}" srcOrd="9" destOrd="0" presId="urn:microsoft.com/office/officeart/2008/layout/LinedList"/>
    <dgm:cxn modelId="{948CF336-3E19-492F-9C04-395DD98DC670}" type="presParOf" srcId="{C425824F-C063-424C-BC5B-BCFE772ABA7D}" destId="{6AAE895F-AEE9-4244-9935-244A45025DC9}" srcOrd="0" destOrd="0" presId="urn:microsoft.com/office/officeart/2008/layout/LinedList"/>
    <dgm:cxn modelId="{E42DC419-3D22-4E22-BF46-DCB26414B2C9}" type="presParOf" srcId="{C425824F-C063-424C-BC5B-BCFE772ABA7D}" destId="{62466DD5-5175-4699-BABC-6B89730676A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34FA7-52BA-42AF-B917-87FAEBB1F191}">
      <dsp:nvSpPr>
        <dsp:cNvPr id="0" name=""/>
        <dsp:cNvSpPr/>
      </dsp:nvSpPr>
      <dsp:spPr>
        <a:xfrm>
          <a:off x="0" y="190"/>
          <a:ext cx="4027488" cy="794011"/>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r" defTabSz="711200" rtl="1">
            <a:lnSpc>
              <a:spcPct val="90000"/>
            </a:lnSpc>
            <a:spcBef>
              <a:spcPct val="0"/>
            </a:spcBef>
            <a:spcAft>
              <a:spcPct val="35000"/>
            </a:spcAft>
            <a:buNone/>
          </a:pPr>
          <a:r>
            <a:rPr lang="ar" sz="1600" b="1" kern="1200" dirty="0">
              <a:latin typeface="Times New Roman" panose="02020603050405020304" pitchFamily="18" charset="0"/>
              <a:cs typeface="Times New Roman" panose="02020603050405020304" pitchFamily="18" charset="0"/>
            </a:rPr>
            <a:t>الوراثة الجينية</a:t>
          </a:r>
          <a:endParaRPr lang="en-US" sz="1600" kern="1200" dirty="0">
            <a:latin typeface="Times New Roman" panose="02020603050405020304" pitchFamily="18" charset="0"/>
            <a:cs typeface="Times New Roman" panose="02020603050405020304" pitchFamily="18" charset="0"/>
          </a:endParaRPr>
        </a:p>
      </dsp:txBody>
      <dsp:txXfrm>
        <a:off x="38760" y="38950"/>
        <a:ext cx="3949968" cy="716491"/>
      </dsp:txXfrm>
    </dsp:sp>
    <dsp:sp modelId="{FBB438EA-6AF5-4B2F-843B-E8D249B3553C}">
      <dsp:nvSpPr>
        <dsp:cNvPr id="0" name=""/>
        <dsp:cNvSpPr/>
      </dsp:nvSpPr>
      <dsp:spPr>
        <a:xfrm>
          <a:off x="0" y="807617"/>
          <a:ext cx="4027488" cy="794011"/>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r" defTabSz="7112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السمات الموروثة من الوالدين إلى الأبناء</a:t>
          </a:r>
          <a:endParaRPr lang="en-US" sz="1600" kern="1200" dirty="0">
            <a:latin typeface="Times New Roman" panose="02020603050405020304" pitchFamily="18" charset="0"/>
            <a:cs typeface="Times New Roman" panose="02020603050405020304" pitchFamily="18" charset="0"/>
          </a:endParaRPr>
        </a:p>
      </dsp:txBody>
      <dsp:txXfrm>
        <a:off x="38760" y="846377"/>
        <a:ext cx="3949968" cy="716491"/>
      </dsp:txXfrm>
    </dsp:sp>
    <dsp:sp modelId="{DE59B17A-5738-4428-96F0-0A5AE497B85B}">
      <dsp:nvSpPr>
        <dsp:cNvPr id="0" name=""/>
        <dsp:cNvSpPr/>
      </dsp:nvSpPr>
      <dsp:spPr>
        <a:xfrm>
          <a:off x="0" y="1615044"/>
          <a:ext cx="4027488" cy="794011"/>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r" defTabSz="7112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مجموعة من الحالات تشمل التليّف الكيسي</a:t>
          </a:r>
          <a:endParaRPr lang="en-US" sz="1600" kern="1200" dirty="0">
            <a:latin typeface="Times New Roman" panose="02020603050405020304" pitchFamily="18" charset="0"/>
            <a:cs typeface="Times New Roman" panose="02020603050405020304" pitchFamily="18" charset="0"/>
          </a:endParaRPr>
        </a:p>
      </dsp:txBody>
      <dsp:txXfrm>
        <a:off x="38760" y="1653804"/>
        <a:ext cx="3949968" cy="716491"/>
      </dsp:txXfrm>
    </dsp:sp>
    <dsp:sp modelId="{3B857FBE-DA46-4A9B-8128-3D66F81401CC}">
      <dsp:nvSpPr>
        <dsp:cNvPr id="0" name=""/>
        <dsp:cNvSpPr/>
      </dsp:nvSpPr>
      <dsp:spPr>
        <a:xfrm>
          <a:off x="0" y="2422471"/>
          <a:ext cx="4027488" cy="794011"/>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r" defTabSz="7112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حالات الإعاقة بسبب الحالات المرضية </a:t>
          </a:r>
          <a:endParaRPr lang="en-US" sz="1600" kern="1200" dirty="0">
            <a:latin typeface="Times New Roman" panose="02020603050405020304" pitchFamily="18" charset="0"/>
            <a:cs typeface="Times New Roman" panose="02020603050405020304" pitchFamily="18" charset="0"/>
          </a:endParaRPr>
        </a:p>
      </dsp:txBody>
      <dsp:txXfrm>
        <a:off x="38760" y="2461231"/>
        <a:ext cx="3949968" cy="716491"/>
      </dsp:txXfrm>
    </dsp:sp>
    <dsp:sp modelId="{46EEFAA3-D626-4D40-8FF7-F9934617F616}">
      <dsp:nvSpPr>
        <dsp:cNvPr id="0" name=""/>
        <dsp:cNvSpPr/>
      </dsp:nvSpPr>
      <dsp:spPr>
        <a:xfrm>
          <a:off x="0" y="3229897"/>
          <a:ext cx="4027488" cy="794011"/>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r" defTabSz="711200" rtl="1">
            <a:lnSpc>
              <a:spcPct val="90000"/>
            </a:lnSpc>
            <a:spcBef>
              <a:spcPct val="0"/>
            </a:spcBef>
            <a:spcAft>
              <a:spcPct val="35000"/>
            </a:spcAft>
            <a:buNone/>
          </a:pPr>
          <a:r>
            <a:rPr lang="ar" sz="1600" b="1" kern="1200" dirty="0">
              <a:latin typeface="Times New Roman" panose="02020603050405020304" pitchFamily="18" charset="0"/>
              <a:cs typeface="Times New Roman" panose="02020603050405020304" pitchFamily="18" charset="0"/>
            </a:rPr>
            <a:t>تؤثر </a:t>
          </a:r>
          <a:r>
            <a:rPr lang="ar" sz="1600" kern="1200" dirty="0">
              <a:latin typeface="Times New Roman" panose="02020603050405020304" pitchFamily="18" charset="0"/>
              <a:cs typeface="Times New Roman" panose="02020603050405020304" pitchFamily="18" charset="0"/>
            </a:rPr>
            <a:t>الأمراض والاعتلالات في الصحة والعافية على المديين القصير والطويل؛ فعلى سبيل المثال، قد يحد الربو من النشاط البدني </a:t>
          </a:r>
          <a:endParaRPr lang="en-US" sz="1600" kern="1200" dirty="0">
            <a:latin typeface="Times New Roman" panose="02020603050405020304" pitchFamily="18" charset="0"/>
            <a:cs typeface="Times New Roman" panose="02020603050405020304" pitchFamily="18" charset="0"/>
          </a:endParaRPr>
        </a:p>
      </dsp:txBody>
      <dsp:txXfrm>
        <a:off x="38760" y="3268657"/>
        <a:ext cx="3949968" cy="7164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4BF6D-C4DF-4787-A3CE-F2E1B1F2CB3C}">
      <dsp:nvSpPr>
        <dsp:cNvPr id="0" name=""/>
        <dsp:cNvSpPr/>
      </dsp:nvSpPr>
      <dsp:spPr>
        <a:xfrm>
          <a:off x="0" y="584"/>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58E8D9-F21F-4B4F-9E22-F8ADE318DDD7}">
      <dsp:nvSpPr>
        <dsp:cNvPr id="0" name=""/>
        <dsp:cNvSpPr/>
      </dsp:nvSpPr>
      <dsp:spPr>
        <a:xfrm>
          <a:off x="0" y="584"/>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بدء مراحل الدراسة، والانتقال عبرها، وإتمامها </a:t>
          </a:r>
          <a:endParaRPr lang="en-US" sz="1700" kern="1200" dirty="0"/>
        </a:p>
      </dsp:txBody>
      <dsp:txXfrm>
        <a:off x="0" y="584"/>
        <a:ext cx="5111751" cy="368017"/>
      </dsp:txXfrm>
    </dsp:sp>
    <dsp:sp modelId="{112A1F78-3E7B-414A-83DA-E7B5D81303F2}">
      <dsp:nvSpPr>
        <dsp:cNvPr id="0" name=""/>
        <dsp:cNvSpPr/>
      </dsp:nvSpPr>
      <dsp:spPr>
        <a:xfrm>
          <a:off x="0" y="368601"/>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6A49F7-A87D-4A8E-B970-262044CD331F}">
      <dsp:nvSpPr>
        <dsp:cNvPr id="0" name=""/>
        <dsp:cNvSpPr/>
      </dsp:nvSpPr>
      <dsp:spPr>
        <a:xfrm>
          <a:off x="0" y="368601"/>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dirty="0"/>
            <a:t>الانتقال إلى منزل أو مكان جديد </a:t>
          </a:r>
          <a:endParaRPr lang="en-US" sz="1700" kern="1200" dirty="0"/>
        </a:p>
      </dsp:txBody>
      <dsp:txXfrm>
        <a:off x="0" y="368601"/>
        <a:ext cx="5111751" cy="368017"/>
      </dsp:txXfrm>
    </dsp:sp>
    <dsp:sp modelId="{564A876E-1ED2-4E34-89CA-916A086DAD03}">
      <dsp:nvSpPr>
        <dsp:cNvPr id="0" name=""/>
        <dsp:cNvSpPr/>
      </dsp:nvSpPr>
      <dsp:spPr>
        <a:xfrm>
          <a:off x="0" y="736619"/>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3CC83F-8DA1-49CE-AA16-AD42CBC9C875}">
      <dsp:nvSpPr>
        <dsp:cNvPr id="0" name=""/>
        <dsp:cNvSpPr/>
      </dsp:nvSpPr>
      <dsp:spPr>
        <a:xfrm>
          <a:off x="0" y="736619"/>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الشروع في الحياة الوظيفية وخوضها </a:t>
          </a:r>
          <a:endParaRPr lang="en-US" sz="1700" kern="1200" dirty="0"/>
        </a:p>
      </dsp:txBody>
      <dsp:txXfrm>
        <a:off x="0" y="736619"/>
        <a:ext cx="5111751" cy="368017"/>
      </dsp:txXfrm>
    </dsp:sp>
    <dsp:sp modelId="{54D36F8D-9491-46EB-A8E7-B2DB36C03844}">
      <dsp:nvSpPr>
        <dsp:cNvPr id="0" name=""/>
        <dsp:cNvSpPr/>
      </dsp:nvSpPr>
      <dsp:spPr>
        <a:xfrm>
          <a:off x="0" y="1104636"/>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F5DBD9-7061-4EF9-A94B-B80905F2DDC0}">
      <dsp:nvSpPr>
        <dsp:cNvPr id="0" name=""/>
        <dsp:cNvSpPr/>
      </dsp:nvSpPr>
      <dsp:spPr>
        <a:xfrm>
          <a:off x="0" y="1104636"/>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الزواج </a:t>
          </a:r>
          <a:endParaRPr lang="en-US" sz="1700" kern="1200" dirty="0"/>
        </a:p>
      </dsp:txBody>
      <dsp:txXfrm>
        <a:off x="0" y="1104636"/>
        <a:ext cx="5111751" cy="368017"/>
      </dsp:txXfrm>
    </dsp:sp>
    <dsp:sp modelId="{BFF6D875-D007-4417-BF1F-E257951AA3AE}">
      <dsp:nvSpPr>
        <dsp:cNvPr id="0" name=""/>
        <dsp:cNvSpPr/>
      </dsp:nvSpPr>
      <dsp:spPr>
        <a:xfrm>
          <a:off x="0" y="1472653"/>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58586C-71FE-4AEA-80D2-A8B630F03DCF}">
      <dsp:nvSpPr>
        <dsp:cNvPr id="0" name=""/>
        <dsp:cNvSpPr/>
      </dsp:nvSpPr>
      <dsp:spPr>
        <a:xfrm>
          <a:off x="0" y="1472653"/>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الأبوة والأمومة </a:t>
          </a:r>
          <a:endParaRPr lang="en-US" sz="1700" kern="1200" dirty="0"/>
        </a:p>
      </dsp:txBody>
      <dsp:txXfrm>
        <a:off x="0" y="1472653"/>
        <a:ext cx="5111751" cy="368017"/>
      </dsp:txXfrm>
    </dsp:sp>
    <dsp:sp modelId="{AB2C2BF8-0142-4F07-A35D-2AF21AEED9CE}">
      <dsp:nvSpPr>
        <dsp:cNvPr id="0" name=""/>
        <dsp:cNvSpPr/>
      </dsp:nvSpPr>
      <dsp:spPr>
        <a:xfrm>
          <a:off x="0" y="1840671"/>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782024-B900-4105-8286-B8C4B5E404F8}">
      <dsp:nvSpPr>
        <dsp:cNvPr id="0" name=""/>
        <dsp:cNvSpPr/>
      </dsp:nvSpPr>
      <dsp:spPr>
        <a:xfrm>
          <a:off x="0" y="1840671"/>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التقاعد </a:t>
          </a:r>
          <a:endParaRPr lang="en-US" sz="1700" kern="1200" dirty="0"/>
        </a:p>
      </dsp:txBody>
      <dsp:txXfrm>
        <a:off x="0" y="1840671"/>
        <a:ext cx="5111751" cy="368017"/>
      </dsp:txXfrm>
    </dsp:sp>
    <dsp:sp modelId="{4AA470AB-DBE8-40CC-8A7E-4B0C0705A6DD}">
      <dsp:nvSpPr>
        <dsp:cNvPr id="0" name=""/>
        <dsp:cNvSpPr/>
      </dsp:nvSpPr>
      <dsp:spPr>
        <a:xfrm>
          <a:off x="0" y="2208688"/>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668A01-632F-40CE-A439-E4743B569F94}">
      <dsp:nvSpPr>
        <dsp:cNvPr id="0" name=""/>
        <dsp:cNvSpPr/>
      </dsp:nvSpPr>
      <dsp:spPr>
        <a:xfrm>
          <a:off x="0" y="2208688"/>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وفاة الشريك أو أحد الأقرباء أو أحد الأصدقاء </a:t>
          </a:r>
          <a:endParaRPr lang="en-US" sz="1700" kern="1200" dirty="0"/>
        </a:p>
      </dsp:txBody>
      <dsp:txXfrm>
        <a:off x="0" y="2208688"/>
        <a:ext cx="5111751" cy="368017"/>
      </dsp:txXfrm>
    </dsp:sp>
    <dsp:sp modelId="{0D2F775C-04BE-45FC-8F7D-8D46D9ED6611}">
      <dsp:nvSpPr>
        <dsp:cNvPr id="0" name=""/>
        <dsp:cNvSpPr/>
      </dsp:nvSpPr>
      <dsp:spPr>
        <a:xfrm>
          <a:off x="0" y="2576706"/>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E02214-EA4D-4E60-8FFB-A0E450C9F5F9}">
      <dsp:nvSpPr>
        <dsp:cNvPr id="0" name=""/>
        <dsp:cNvSpPr/>
      </dsp:nvSpPr>
      <dsp:spPr>
        <a:xfrm>
          <a:off x="0" y="2576706"/>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الانفصال عن الشريك أو الأسرة </a:t>
          </a:r>
          <a:endParaRPr lang="en-US" sz="1700" kern="1200" dirty="0"/>
        </a:p>
      </dsp:txBody>
      <dsp:txXfrm>
        <a:off x="0" y="2576706"/>
        <a:ext cx="5111751" cy="368017"/>
      </dsp:txXfrm>
    </dsp:sp>
    <dsp:sp modelId="{010D07AF-3442-44FC-98A3-FD2994B3C748}">
      <dsp:nvSpPr>
        <dsp:cNvPr id="0" name=""/>
        <dsp:cNvSpPr/>
      </dsp:nvSpPr>
      <dsp:spPr>
        <a:xfrm>
          <a:off x="0" y="2944723"/>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E0F010-DCC2-450C-BE23-E27DC3791F86}">
      <dsp:nvSpPr>
        <dsp:cNvPr id="0" name=""/>
        <dsp:cNvSpPr/>
      </dsp:nvSpPr>
      <dsp:spPr>
        <a:xfrm>
          <a:off x="0" y="2944723"/>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الحوادث والإصابات، سوء الحالة الصحية </a:t>
          </a:r>
          <a:endParaRPr lang="en-US" sz="1700" kern="1200" dirty="0"/>
        </a:p>
      </dsp:txBody>
      <dsp:txXfrm>
        <a:off x="0" y="2944723"/>
        <a:ext cx="5111751" cy="368017"/>
      </dsp:txXfrm>
    </dsp:sp>
    <dsp:sp modelId="{24C302CE-D4D6-4951-A862-F5F8AB342447}">
      <dsp:nvSpPr>
        <dsp:cNvPr id="0" name=""/>
        <dsp:cNvSpPr/>
      </dsp:nvSpPr>
      <dsp:spPr>
        <a:xfrm>
          <a:off x="0" y="3312741"/>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92B0D3-7093-4943-97EA-BA9861C008AB}">
      <dsp:nvSpPr>
        <dsp:cNvPr id="0" name=""/>
        <dsp:cNvSpPr/>
      </dsp:nvSpPr>
      <dsp:spPr>
        <a:xfrm>
          <a:off x="0" y="3312741"/>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dirty="0"/>
            <a:t>ال</a:t>
          </a:r>
          <a:r>
            <a:rPr lang="ar-EG" sz="1700" kern="1200" dirty="0"/>
            <a:t>فصل</a:t>
          </a:r>
          <a:r>
            <a:rPr lang="ar" sz="1700" kern="1200" dirty="0"/>
            <a:t>، والتسرّب من التعليم </a:t>
          </a:r>
          <a:endParaRPr lang="en-US" sz="1700" kern="1200" dirty="0"/>
        </a:p>
      </dsp:txBody>
      <dsp:txXfrm>
        <a:off x="0" y="3312741"/>
        <a:ext cx="5111751" cy="368017"/>
      </dsp:txXfrm>
    </dsp:sp>
    <dsp:sp modelId="{89994293-EA1E-4505-A69D-D11A82B03EE5}">
      <dsp:nvSpPr>
        <dsp:cNvPr id="0" name=""/>
        <dsp:cNvSpPr/>
      </dsp:nvSpPr>
      <dsp:spPr>
        <a:xfrm>
          <a:off x="0" y="3680758"/>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3E7580-576F-4DCF-A8FE-56EB721194F5}">
      <dsp:nvSpPr>
        <dsp:cNvPr id="0" name=""/>
        <dsp:cNvSpPr/>
      </dsp:nvSpPr>
      <dsp:spPr>
        <a:xfrm>
          <a:off x="0" y="3680758"/>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السجن </a:t>
          </a:r>
          <a:endParaRPr lang="en-US" sz="1700" kern="1200" dirty="0"/>
        </a:p>
      </dsp:txBody>
      <dsp:txXfrm>
        <a:off x="0" y="3680758"/>
        <a:ext cx="5111751" cy="368017"/>
      </dsp:txXfrm>
    </dsp:sp>
    <dsp:sp modelId="{37E0D4D4-5DA8-4ED4-9AC9-C82ECFE14DC1}">
      <dsp:nvSpPr>
        <dsp:cNvPr id="0" name=""/>
        <dsp:cNvSpPr/>
      </dsp:nvSpPr>
      <dsp:spPr>
        <a:xfrm>
          <a:off x="0" y="4048775"/>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BCB809-DDD9-4765-AF54-0AD7B7971448}">
      <dsp:nvSpPr>
        <dsp:cNvPr id="0" name=""/>
        <dsp:cNvSpPr/>
      </dsp:nvSpPr>
      <dsp:spPr>
        <a:xfrm>
          <a:off x="0" y="4048775"/>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الترقية، التغيرات في الوضع الوظيفي </a:t>
          </a:r>
          <a:endParaRPr lang="en-US" sz="1700" kern="1200" dirty="0"/>
        </a:p>
      </dsp:txBody>
      <dsp:txXfrm>
        <a:off x="0" y="4048775"/>
        <a:ext cx="5111751" cy="368017"/>
      </dsp:txXfrm>
    </dsp:sp>
    <dsp:sp modelId="{790613EE-1FCE-4309-A28F-4D1EF7E864A6}">
      <dsp:nvSpPr>
        <dsp:cNvPr id="0" name=""/>
        <dsp:cNvSpPr/>
      </dsp:nvSpPr>
      <dsp:spPr>
        <a:xfrm>
          <a:off x="0" y="4416793"/>
          <a:ext cx="511175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85F661-EE27-40F9-8A19-72359F248A48}">
      <dsp:nvSpPr>
        <dsp:cNvPr id="0" name=""/>
        <dsp:cNvSpPr/>
      </dsp:nvSpPr>
      <dsp:spPr>
        <a:xfrm>
          <a:off x="0" y="4416793"/>
          <a:ext cx="5111751" cy="368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rtlCol="1" anchor="t" anchorCtr="0">
          <a:noAutofit/>
        </a:bodyPr>
        <a:lstStyle/>
        <a:p>
          <a:pPr marL="0" lvl="0" indent="0" algn="r" defTabSz="755650" rtl="1">
            <a:lnSpc>
              <a:spcPct val="90000"/>
            </a:lnSpc>
            <a:spcBef>
              <a:spcPct val="0"/>
            </a:spcBef>
            <a:spcAft>
              <a:spcPct val="35000"/>
            </a:spcAft>
            <a:buNone/>
          </a:pPr>
          <a:r>
            <a:rPr lang="ar" sz="1700" kern="1200"/>
            <a:t>التأثيرات في الصحة النفسية</a:t>
          </a:r>
          <a:endParaRPr lang="en-US" sz="1700" kern="1200" dirty="0"/>
        </a:p>
      </dsp:txBody>
      <dsp:txXfrm>
        <a:off x="0" y="4416793"/>
        <a:ext cx="5111751" cy="3680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71F2DC-1EAC-4CED-B3F2-07973D55BDBD}">
      <dsp:nvSpPr>
        <dsp:cNvPr id="0" name=""/>
        <dsp:cNvSpPr/>
      </dsp:nvSpPr>
      <dsp:spPr>
        <a:xfrm>
          <a:off x="0" y="491"/>
          <a:ext cx="4027488"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6FD42AD7-A7C4-4F91-AA4C-B540AAB8A7E4}">
      <dsp:nvSpPr>
        <dsp:cNvPr id="0" name=""/>
        <dsp:cNvSpPr/>
      </dsp:nvSpPr>
      <dsp:spPr>
        <a:xfrm>
          <a:off x="0" y="491"/>
          <a:ext cx="4027488" cy="804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t>ما هو سبب أهمية المرونة العاطفية؟</a:t>
          </a:r>
          <a:endParaRPr lang="en-US" sz="2100" kern="1200" dirty="0"/>
        </a:p>
      </dsp:txBody>
      <dsp:txXfrm>
        <a:off x="0" y="491"/>
        <a:ext cx="4027488" cy="804623"/>
      </dsp:txXfrm>
    </dsp:sp>
    <dsp:sp modelId="{0DB69688-0F33-4F38-8EC4-F81C55AF0360}">
      <dsp:nvSpPr>
        <dsp:cNvPr id="0" name=""/>
        <dsp:cNvSpPr/>
      </dsp:nvSpPr>
      <dsp:spPr>
        <a:xfrm>
          <a:off x="0" y="805114"/>
          <a:ext cx="4027488"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E9DC5EDF-D1EC-4272-9A6D-8B0F04B13CE1}">
      <dsp:nvSpPr>
        <dsp:cNvPr id="0" name=""/>
        <dsp:cNvSpPr/>
      </dsp:nvSpPr>
      <dsp:spPr>
        <a:xfrm>
          <a:off x="0" y="805114"/>
          <a:ext cx="4027488" cy="804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t>ما هي أنواع الدعم التي يمكن أن تُساعد؟</a:t>
          </a:r>
          <a:endParaRPr lang="en-US" sz="2100" kern="1200" dirty="0"/>
        </a:p>
      </dsp:txBody>
      <dsp:txXfrm>
        <a:off x="0" y="805114"/>
        <a:ext cx="4027488" cy="804623"/>
      </dsp:txXfrm>
    </dsp:sp>
    <dsp:sp modelId="{BB1C5896-6161-497E-A616-7C1F35EC2578}">
      <dsp:nvSpPr>
        <dsp:cNvPr id="0" name=""/>
        <dsp:cNvSpPr/>
      </dsp:nvSpPr>
      <dsp:spPr>
        <a:xfrm>
          <a:off x="0" y="1609738"/>
          <a:ext cx="4027488"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87BC250D-EC33-4844-9E88-B9142A2FB643}">
      <dsp:nvSpPr>
        <dsp:cNvPr id="0" name=""/>
        <dsp:cNvSpPr/>
      </dsp:nvSpPr>
      <dsp:spPr>
        <a:xfrm>
          <a:off x="0" y="1609738"/>
          <a:ext cx="4027488" cy="804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t>من يُمكنه المساعدة؟</a:t>
          </a:r>
          <a:endParaRPr lang="en-US" sz="2100" kern="1200" dirty="0"/>
        </a:p>
      </dsp:txBody>
      <dsp:txXfrm>
        <a:off x="0" y="1609738"/>
        <a:ext cx="4027488" cy="804623"/>
      </dsp:txXfrm>
    </dsp:sp>
    <dsp:sp modelId="{C43A0FF2-B7B6-4625-B065-3B43E6206D92}">
      <dsp:nvSpPr>
        <dsp:cNvPr id="0" name=""/>
        <dsp:cNvSpPr/>
      </dsp:nvSpPr>
      <dsp:spPr>
        <a:xfrm>
          <a:off x="0" y="2414361"/>
          <a:ext cx="4027488"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DD195F51-F426-4659-8777-C734EF9148A2}">
      <dsp:nvSpPr>
        <dsp:cNvPr id="0" name=""/>
        <dsp:cNvSpPr/>
      </dsp:nvSpPr>
      <dsp:spPr>
        <a:xfrm>
          <a:off x="0" y="2414361"/>
          <a:ext cx="4027488" cy="804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t>كيف يُمكن للمؤسسات المجتمعية، والمؤسسات الدينية، والمجموعات التطوعية أن تساعد؟</a:t>
          </a:r>
          <a:endParaRPr lang="en-US" sz="2100" kern="1200" dirty="0"/>
        </a:p>
      </dsp:txBody>
      <dsp:txXfrm>
        <a:off x="0" y="2414361"/>
        <a:ext cx="4027488" cy="804623"/>
      </dsp:txXfrm>
    </dsp:sp>
    <dsp:sp modelId="{4CC8B607-8E4A-420A-9792-85AB8AF0DC95}">
      <dsp:nvSpPr>
        <dsp:cNvPr id="0" name=""/>
        <dsp:cNvSpPr/>
      </dsp:nvSpPr>
      <dsp:spPr>
        <a:xfrm>
          <a:off x="0" y="3218985"/>
          <a:ext cx="4027488"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6AAE895F-AEE9-4244-9935-244A45025DC9}">
      <dsp:nvSpPr>
        <dsp:cNvPr id="0" name=""/>
        <dsp:cNvSpPr/>
      </dsp:nvSpPr>
      <dsp:spPr>
        <a:xfrm>
          <a:off x="0" y="3218985"/>
          <a:ext cx="4027488" cy="804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t>كيف يُمكن للرعاية الطبية والرعاية الصحية والاجتماعية والدعم أن يساعد؟</a:t>
          </a:r>
          <a:endParaRPr lang="en-US" sz="2100" kern="1200" dirty="0"/>
        </a:p>
      </dsp:txBody>
      <dsp:txXfrm>
        <a:off x="0" y="3218985"/>
        <a:ext cx="4027488" cy="80462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BAA5BC-A9B8-C36D-8F0A-E2155FFCA3BE}"/>
              </a:ext>
            </a:extLst>
          </p:cNvPr>
          <p:cNvSpPr>
            <a:spLocks noGrp="1"/>
          </p:cNvSpPr>
          <p:nvPr>
            <p:ph type="hdr" sz="quarter"/>
          </p:nvPr>
        </p:nvSpPr>
        <p:spPr>
          <a:xfrm>
            <a:off x="0" y="0"/>
            <a:ext cx="2971800" cy="458788"/>
          </a:xfrm>
          <a:prstGeom prst="rect">
            <a:avLst/>
          </a:prstGeom>
        </p:spPr>
        <p:txBody>
          <a:bodyPr vert="horz" lIns="91440" tIns="45720" rIns="91440" bIns="45720" rtlCol="1"/>
          <a:lstStyle>
            <a:lvl1pPr algn="r" rtl="1">
              <a:defRPr sz="1200"/>
            </a:lvl1pPr>
          </a:lstStyle>
          <a:p>
            <a:pPr rtl="1"/>
            <a:endParaRPr lang="en-GB" dirty="0"/>
          </a:p>
        </p:txBody>
      </p:sp>
      <p:sp>
        <p:nvSpPr>
          <p:cNvPr id="3" name="Date Placeholder 2">
            <a:extLst>
              <a:ext uri="{FF2B5EF4-FFF2-40B4-BE49-F238E27FC236}">
                <a16:creationId xmlns:a16="http://schemas.microsoft.com/office/drawing/2014/main" id="{6A7AE051-C6BA-26BA-CCDA-1D27F9911E36}"/>
              </a:ext>
            </a:extLst>
          </p:cNvPr>
          <p:cNvSpPr>
            <a:spLocks noGrp="1"/>
          </p:cNvSpPr>
          <p:nvPr>
            <p:ph type="dt" sz="quarter" idx="1"/>
          </p:nvPr>
        </p:nvSpPr>
        <p:spPr>
          <a:xfrm>
            <a:off x="3884613" y="0"/>
            <a:ext cx="2971800" cy="458788"/>
          </a:xfrm>
          <a:prstGeom prst="rect">
            <a:avLst/>
          </a:prstGeom>
        </p:spPr>
        <p:txBody>
          <a:bodyPr vert="horz" lIns="91440" tIns="45720" rIns="91440" bIns="45720" rtlCol="1"/>
          <a:lstStyle>
            <a:lvl1pPr algn="r" rtl="1">
              <a:defRPr sz="1200"/>
            </a:lvl1pPr>
          </a:lstStyle>
          <a:p>
            <a:pPr rtl="1"/>
            <a:fld id="{FB7D1C25-2465-4CCC-8AD1-79A088F63130}" type="datetimeFigureOut">
              <a:rPr lang="en-GB" smtClean="0"/>
              <a:t>24/09/2025</a:t>
            </a:fld>
            <a:endParaRPr lang="en-GB" dirty="0"/>
          </a:p>
        </p:txBody>
      </p:sp>
      <p:sp>
        <p:nvSpPr>
          <p:cNvPr id="4" name="Footer Placeholder 3">
            <a:extLst>
              <a:ext uri="{FF2B5EF4-FFF2-40B4-BE49-F238E27FC236}">
                <a16:creationId xmlns:a16="http://schemas.microsoft.com/office/drawing/2014/main" id="{85621011-AFB3-EDC1-EE95-9EBBBC3B0D3F}"/>
              </a:ext>
            </a:extLst>
          </p:cNvPr>
          <p:cNvSpPr>
            <a:spLocks noGrp="1"/>
          </p:cNvSpPr>
          <p:nvPr>
            <p:ph type="ftr" sz="quarter" idx="2"/>
          </p:nvPr>
        </p:nvSpPr>
        <p:spPr>
          <a:xfrm>
            <a:off x="0" y="8685213"/>
            <a:ext cx="2971800" cy="458787"/>
          </a:xfrm>
          <a:prstGeom prst="rect">
            <a:avLst/>
          </a:prstGeom>
        </p:spPr>
        <p:txBody>
          <a:bodyPr vert="horz" lIns="91440" tIns="45720" rIns="91440" bIns="45720" rtlCol="1" anchor="b"/>
          <a:lstStyle>
            <a:lvl1pPr algn="r" rtl="1">
              <a:defRPr sz="1200"/>
            </a:lvl1pPr>
          </a:lstStyle>
          <a:p>
            <a:pPr rtl="1"/>
            <a:endParaRPr lang="en-GB" dirty="0"/>
          </a:p>
        </p:txBody>
      </p:sp>
      <p:sp>
        <p:nvSpPr>
          <p:cNvPr id="5" name="Slide Number Placeholder 4">
            <a:extLst>
              <a:ext uri="{FF2B5EF4-FFF2-40B4-BE49-F238E27FC236}">
                <a16:creationId xmlns:a16="http://schemas.microsoft.com/office/drawing/2014/main" id="{69CC167F-AF8E-52B8-1733-1105F253C0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1" anchor="b"/>
          <a:lstStyle>
            <a:lvl1pPr algn="r" rtl="1">
              <a:defRPr sz="1200"/>
            </a:lvl1pPr>
          </a:lstStyle>
          <a:p>
            <a:pPr rtl="1"/>
            <a:fld id="{0D9491DC-8778-4E64-9451-80C00233493D}" type="slidenum">
              <a:rPr lang="en-GB" smtClean="0"/>
              <a:t>‹#›</a:t>
            </a:fld>
            <a:endParaRPr lang="en-GB" dirty="0"/>
          </a:p>
        </p:txBody>
      </p:sp>
    </p:spTree>
    <p:extLst>
      <p:ext uri="{BB962C8B-B14F-4D97-AF65-F5344CB8AC3E}">
        <p14:creationId xmlns:p14="http://schemas.microsoft.com/office/powerpoint/2010/main" val="261252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dirty="0"/>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7</a:t>
            </a:fld>
            <a:endParaRPr lang="en-GB" altLang="en-US" dirty="0"/>
          </a:p>
        </p:txBody>
      </p:sp>
    </p:spTree>
    <p:extLst>
      <p:ext uri="{BB962C8B-B14F-4D97-AF65-F5344CB8AC3E}">
        <p14:creationId xmlns:p14="http://schemas.microsoft.com/office/powerpoint/2010/main" val="2262320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9</a:t>
            </a:fld>
            <a:endParaRPr lang="en-GB" altLang="en-US" dirty="0"/>
          </a:p>
        </p:txBody>
      </p:sp>
    </p:spTree>
    <p:extLst>
      <p:ext uri="{BB962C8B-B14F-4D97-AF65-F5344CB8AC3E}">
        <p14:creationId xmlns:p14="http://schemas.microsoft.com/office/powerpoint/2010/main" val="2216934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11</a:t>
            </a:fld>
            <a:endParaRPr lang="en-GB" altLang="en-US" dirty="0"/>
          </a:p>
        </p:txBody>
      </p:sp>
    </p:spTree>
    <p:extLst>
      <p:ext uri="{BB962C8B-B14F-4D97-AF65-F5344CB8AC3E}">
        <p14:creationId xmlns:p14="http://schemas.microsoft.com/office/powerpoint/2010/main" val="128457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dirty="0"/>
          </a:p>
        </p:txBody>
      </p:sp>
    </p:spTree>
    <p:extLst>
      <p:ext uri="{BB962C8B-B14F-4D97-AF65-F5344CB8AC3E}">
        <p14:creationId xmlns:p14="http://schemas.microsoft.com/office/powerpoint/2010/main" val="4101544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18</a:t>
            </a:fld>
            <a:endParaRPr lang="en-GB" altLang="en-US" dirty="0"/>
          </a:p>
        </p:txBody>
      </p:sp>
    </p:spTree>
    <p:extLst>
      <p:ext uri="{BB962C8B-B14F-4D97-AF65-F5344CB8AC3E}">
        <p14:creationId xmlns:p14="http://schemas.microsoft.com/office/powerpoint/2010/main" val="2060836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20</a:t>
            </a:fld>
            <a:endParaRPr lang="en-GB" altLang="en-US" dirty="0"/>
          </a:p>
        </p:txBody>
      </p:sp>
    </p:spTree>
    <p:extLst>
      <p:ext uri="{BB962C8B-B14F-4D97-AF65-F5344CB8AC3E}">
        <p14:creationId xmlns:p14="http://schemas.microsoft.com/office/powerpoint/2010/main" val="388605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24</a:t>
            </a:fld>
            <a:endParaRPr lang="en-GB" altLang="en-US" dirty="0"/>
          </a:p>
        </p:txBody>
      </p:sp>
    </p:spTree>
    <p:extLst>
      <p:ext uri="{BB962C8B-B14F-4D97-AF65-F5344CB8AC3E}">
        <p14:creationId xmlns:p14="http://schemas.microsoft.com/office/powerpoint/2010/main" val="2135561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25</a:t>
            </a:fld>
            <a:endParaRPr lang="en-GB" altLang="en-US" dirty="0"/>
          </a:p>
        </p:txBody>
      </p:sp>
    </p:spTree>
    <p:extLst>
      <p:ext uri="{BB962C8B-B14F-4D97-AF65-F5344CB8AC3E}">
        <p14:creationId xmlns:p14="http://schemas.microsoft.com/office/powerpoint/2010/main" val="3478774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26</a:t>
            </a:fld>
            <a:endParaRPr lang="en-GB" altLang="en-US" dirty="0"/>
          </a:p>
        </p:txBody>
      </p:sp>
    </p:spTree>
    <p:extLst>
      <p:ext uri="{BB962C8B-B14F-4D97-AF65-F5344CB8AC3E}">
        <p14:creationId xmlns:p14="http://schemas.microsoft.com/office/powerpoint/2010/main" val="4094774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27</a:t>
            </a:fld>
            <a:endParaRPr lang="en-GB" altLang="en-US" dirty="0"/>
          </a:p>
        </p:txBody>
      </p:sp>
    </p:spTree>
    <p:extLst>
      <p:ext uri="{BB962C8B-B14F-4D97-AF65-F5344CB8AC3E}">
        <p14:creationId xmlns:p14="http://schemas.microsoft.com/office/powerpoint/2010/main" val="3359084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28</a:t>
            </a:fld>
            <a:endParaRPr lang="en-GB" altLang="en-US" dirty="0"/>
          </a:p>
        </p:txBody>
      </p:sp>
    </p:spTree>
    <p:extLst>
      <p:ext uri="{BB962C8B-B14F-4D97-AF65-F5344CB8AC3E}">
        <p14:creationId xmlns:p14="http://schemas.microsoft.com/office/powerpoint/2010/main" val="21008516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29</a:t>
            </a:fld>
            <a:endParaRPr lang="en-GB" altLang="en-US" dirty="0"/>
          </a:p>
        </p:txBody>
      </p:sp>
    </p:spTree>
    <p:extLst>
      <p:ext uri="{BB962C8B-B14F-4D97-AF65-F5344CB8AC3E}">
        <p14:creationId xmlns:p14="http://schemas.microsoft.com/office/powerpoint/2010/main" val="1543274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30</a:t>
            </a:fld>
            <a:endParaRPr lang="en-GB" altLang="en-US" dirty="0"/>
          </a:p>
        </p:txBody>
      </p:sp>
    </p:spTree>
    <p:extLst>
      <p:ext uri="{BB962C8B-B14F-4D97-AF65-F5344CB8AC3E}">
        <p14:creationId xmlns:p14="http://schemas.microsoft.com/office/powerpoint/2010/main" val="2300989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31</a:t>
            </a:fld>
            <a:endParaRPr lang="en-GB" altLang="en-US" dirty="0"/>
          </a:p>
        </p:txBody>
      </p:sp>
    </p:spTree>
    <p:extLst>
      <p:ext uri="{BB962C8B-B14F-4D97-AF65-F5344CB8AC3E}">
        <p14:creationId xmlns:p14="http://schemas.microsoft.com/office/powerpoint/2010/main" val="33019683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7.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0.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9.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2.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3.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4.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5.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4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1.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3.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4.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5.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6.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7.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4.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6.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7.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8.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9.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0.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2143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313241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0492544"/>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27089029"/>
      </p:ext>
    </p:extLst>
  </p:cSld>
  <p:clrMapOvr>
    <a:masterClrMapping/>
  </p:clrMapOvr>
  <p:transition>
    <p:sndAc>
      <p:stSnd>
        <p:snd r:embed="rId1" name="click.wav"/>
      </p:stSnd>
    </p:sndAc>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97727003"/>
      </p:ext>
    </p:extLst>
  </p:cSld>
  <p:clrMapOvr>
    <a:masterClrMapping/>
  </p:clrMapOvr>
  <p:transition>
    <p:sndAc>
      <p:stSnd>
        <p:snd r:embed="rId1" name="click.wav"/>
      </p:stSnd>
    </p:sndAc>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54089648"/>
      </p:ext>
    </p:extLst>
  </p:cSld>
  <p:clrMapOvr>
    <a:masterClrMapping/>
  </p:clrMapOvr>
  <p:transition>
    <p:sndAc>
      <p:stSnd>
        <p:snd r:embed="rId1" name="click.wav"/>
      </p:stSnd>
    </p:sndAc>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53870987"/>
      </p:ext>
    </p:extLst>
  </p:cSld>
  <p:clrMapOvr>
    <a:masterClrMapping/>
  </p:clrMapOvr>
  <p:transition>
    <p:sndAc>
      <p:stSnd>
        <p:snd r:embed="rId1" name="click.wav"/>
      </p:stSnd>
    </p:sndAc>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40779964"/>
      </p:ext>
    </p:extLst>
  </p:cSld>
  <p:clrMapOvr>
    <a:masterClrMapping/>
  </p:clrMapOvr>
  <p:transition>
    <p:sndAc>
      <p:stSnd>
        <p:snd r:embed="rId1" name="click.wav"/>
      </p:stSnd>
    </p:sndAc>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60455431"/>
      </p:ext>
    </p:extLst>
  </p:cSld>
  <p:clrMapOvr>
    <a:masterClrMapping/>
  </p:clrMapOvr>
  <p:transition>
    <p:sndAc>
      <p:stSnd>
        <p:snd r:embed="rId1" name="click.wav"/>
      </p:stSnd>
    </p:sndAc>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49455710"/>
      </p:ext>
    </p:extLst>
  </p:cSld>
  <p:clrMapOvr>
    <a:masterClrMapping/>
  </p:clrMapOvr>
  <p:transition>
    <p:sndAc>
      <p:stSnd>
        <p:snd r:embed="rId1" name="click.wav"/>
      </p:stSnd>
    </p:sndAc>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24011895"/>
      </p:ext>
    </p:extLst>
  </p:cSld>
  <p:clrMapOvr>
    <a:masterClrMapping/>
  </p:clrMapOvr>
  <p:transition>
    <p:sndAc>
      <p:stSnd>
        <p:snd r:embed="rId1" name="click.wav"/>
      </p:stSnd>
    </p:sndAc>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6964402"/>
      </p:ext>
    </p:extLst>
  </p:cSld>
  <p:clrMapOvr>
    <a:masterClrMapping/>
  </p:clrMapOvr>
  <p:transition>
    <p:sndAc>
      <p:stSnd>
        <p:snd r:embed="rId1" name="click.wav"/>
      </p:stSnd>
    </p:sndAc>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08467467"/>
      </p:ext>
    </p:extLst>
  </p:cSld>
  <p:clrMapOvr>
    <a:masterClrMapping/>
  </p:clrMapOvr>
  <p:transition>
    <p:sndAc>
      <p:stSnd>
        <p:snd r:embed="rId1" name="click.wav"/>
      </p:stSnd>
    </p:sndAc>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58396018"/>
      </p:ext>
    </p:extLst>
  </p:cSld>
  <p:clrMapOvr>
    <a:masterClrMapping/>
  </p:clrMapOvr>
  <p:transition>
    <p:sndAc>
      <p:stSnd>
        <p:snd r:embed="rId1" name="click.wav"/>
      </p:stSnd>
    </p:sndAc>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16870689"/>
      </p:ext>
    </p:extLst>
  </p:cSld>
  <p:clrMapOvr>
    <a:masterClrMapping/>
  </p:clrMapOvr>
  <p:transition>
    <p:sndAc>
      <p:stSnd>
        <p:snd r:embed="rId1" name="click.wav"/>
      </p:stSnd>
    </p:sndAc>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8273899"/>
      </p:ext>
    </p:extLst>
  </p:cSld>
  <p:clrMapOvr>
    <a:masterClrMapping/>
  </p:clrMapOvr>
  <p:transition>
    <p:sndAc>
      <p:stSnd>
        <p:snd r:embed="rId1" name="click.wav"/>
      </p:stSnd>
    </p:sndAc>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746353"/>
      </p:ext>
    </p:extLst>
  </p:cSld>
  <p:clrMapOvr>
    <a:masterClrMapping/>
  </p:clrMapOvr>
  <p:transition>
    <p:sndAc>
      <p:stSnd>
        <p:snd r:embed="rId1" name="click.wav"/>
      </p:stSnd>
    </p:sndAc>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86515145"/>
      </p:ext>
    </p:extLst>
  </p:cSld>
  <p:clrMapOvr>
    <a:masterClrMapping/>
  </p:clrMapOvr>
  <p:transition>
    <p:sndAc>
      <p:stSnd>
        <p:snd r:embed="rId1" name="click.wav"/>
      </p:stSnd>
    </p:sndAc>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1601815"/>
      </p:ext>
    </p:extLst>
  </p:cSld>
  <p:clrMapOvr>
    <a:masterClrMapping/>
  </p:clrMapOvr>
  <p:transition>
    <p:sndAc>
      <p:stSnd>
        <p:snd r:embed="rId1" name="click.wav"/>
      </p:stSnd>
    </p:sndAc>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15916"/>
      </p:ext>
    </p:extLst>
  </p:cSld>
  <p:clrMapOvr>
    <a:masterClrMapping/>
  </p:clrMapOvr>
  <p:transition>
    <p:sndAc>
      <p:stSnd>
        <p:snd r:embed="rId1" name="click.wav"/>
      </p:stSnd>
    </p:sndAc>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15017319"/>
      </p:ext>
    </p:extLst>
  </p:cSld>
  <p:clrMapOvr>
    <a:masterClrMapping/>
  </p:clrMapOvr>
  <p:transition>
    <p:sndAc>
      <p:stSnd>
        <p:snd r:embed="rId1" name="click.wav"/>
      </p:stSnd>
    </p:sndAc>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4887850"/>
      </p:ext>
    </p:extLst>
  </p:cSld>
  <p:clrMapOvr>
    <a:masterClrMapping/>
  </p:clrMapOvr>
  <p:transition>
    <p:sndAc>
      <p:stSnd>
        <p:snd r:embed="rId1" name="click.wav"/>
      </p:stSnd>
    </p:sndAc>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49496821"/>
      </p:ext>
    </p:extLst>
  </p:cSld>
  <p:clrMapOvr>
    <a:masterClrMapping/>
  </p:clrMapOvr>
  <p:transition>
    <p:sndAc>
      <p:stSnd>
        <p:snd r:embed="rId1" name="click.wav"/>
      </p:stSnd>
    </p:sndAc>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0494618"/>
      </p:ext>
    </p:extLst>
  </p:cSld>
  <p:clrMapOvr>
    <a:masterClrMapping/>
  </p:clrMapOvr>
  <p:transition>
    <p:sndAc>
      <p:stSnd>
        <p:snd r:embed="rId1" name="click.wav"/>
      </p:stSnd>
    </p:sndAc>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57990214"/>
      </p:ext>
    </p:extLst>
  </p:cSld>
  <p:clrMapOvr>
    <a:masterClrMapping/>
  </p:clrMapOvr>
  <p:transition>
    <p:sndAc>
      <p:stSnd>
        <p:snd r:embed="rId1" name="click.wav"/>
      </p:stSnd>
    </p:sndAc>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2313422"/>
      </p:ext>
    </p:extLst>
  </p:cSld>
  <p:clrMapOvr>
    <a:masterClrMapping/>
  </p:clrMapOvr>
  <p:transition>
    <p:sndAc>
      <p:stSnd>
        <p:snd r:embed="rId1" name="click.wav"/>
      </p:stSnd>
    </p:sndAc>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0259513"/>
      </p:ext>
    </p:extLst>
  </p:cSld>
  <p:clrMapOvr>
    <a:masterClrMapping/>
  </p:clrMapOvr>
  <p:transition>
    <p:sndAc>
      <p:stSnd>
        <p:snd r:embed="rId1" name="click.wav"/>
      </p:stSnd>
    </p:sndAc>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64148433"/>
      </p:ext>
    </p:extLst>
  </p:cSld>
  <p:clrMapOvr>
    <a:masterClrMapping/>
  </p:clrMapOvr>
  <p:transition>
    <p:sndAc>
      <p:stSnd>
        <p:snd r:embed="rId1" name="click.wav"/>
      </p:stSnd>
    </p:sndAc>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0578279"/>
      </p:ext>
    </p:extLst>
  </p:cSld>
  <p:clrMapOvr>
    <a:masterClrMapping/>
  </p:clrMapOvr>
  <p:transition>
    <p:sndAc>
      <p:stSnd>
        <p:snd r:embed="rId1" name="click.wav"/>
      </p:stSnd>
    </p:sndAc>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34849728"/>
      </p:ext>
    </p:extLst>
  </p:cSld>
  <p:clrMapOvr>
    <a:masterClrMapping/>
  </p:clrMapOvr>
  <p:transition>
    <p:sndAc>
      <p:stSnd>
        <p:snd r:embed="rId1" name="click.wav"/>
      </p:stSnd>
    </p:sndAc>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63488714"/>
      </p:ext>
    </p:extLst>
  </p:cSld>
  <p:clrMapOvr>
    <a:masterClrMapping/>
  </p:clrMapOvr>
  <p:transition>
    <p:sndAc>
      <p:stSnd>
        <p:snd r:embed="rId1" name="click.wav"/>
      </p:stSnd>
    </p:sndAc>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77139830"/>
      </p:ext>
    </p:extLst>
  </p:cSld>
  <p:clrMapOvr>
    <a:masterClrMapping/>
  </p:clrMapOvr>
  <p:transition>
    <p:sndAc>
      <p:stSnd>
        <p:snd r:embed="rId1" name="click.wav"/>
      </p:stSnd>
    </p:sndAc>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9133453"/>
      </p:ext>
    </p:extLst>
  </p:cSld>
  <p:clrMapOvr>
    <a:masterClrMapping/>
  </p:clrMapOvr>
  <p:transition>
    <p:sndAc>
      <p:stSnd>
        <p:snd r:embed="rId1" name="click.wav"/>
      </p:stSnd>
    </p:sndAc>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73693698"/>
      </p:ext>
    </p:extLst>
  </p:cSld>
  <p:clrMapOvr>
    <a:masterClrMapping/>
  </p:clrMapOvr>
  <p:transition>
    <p:sndAc>
      <p:stSnd>
        <p:snd r:embed="rId1" name="click.wav"/>
      </p:stSnd>
    </p:sndAc>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52052954"/>
      </p:ext>
    </p:extLst>
  </p:cSld>
  <p:clrMapOvr>
    <a:masterClrMapping/>
  </p:clrMapOvr>
  <p:transition>
    <p:sndAc>
      <p:stSnd>
        <p:snd r:embed="rId1" name="click.wav"/>
      </p:stSnd>
    </p:sndAc>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44308431"/>
      </p:ext>
    </p:extLst>
  </p:cSld>
  <p:clrMapOvr>
    <a:masterClrMapping/>
  </p:clrMapOvr>
  <p:transition>
    <p:sndAc>
      <p:stSnd>
        <p:snd r:embed="rId1" name="click.wav"/>
      </p:stSnd>
    </p:sndAc>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63504853"/>
      </p:ext>
    </p:extLst>
  </p:cSld>
  <p:clrMapOvr>
    <a:masterClrMapping/>
  </p:clrMapOvr>
  <p:transition>
    <p:sndAc>
      <p:stSnd>
        <p:snd r:embed="rId1" name="click.wav"/>
      </p:stSnd>
    </p:sndAc>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15472839"/>
      </p:ext>
    </p:extLst>
  </p:cSld>
  <p:clrMapOvr>
    <a:masterClrMapping/>
  </p:clrMapOvr>
  <p:transition>
    <p:sndAc>
      <p:stSnd>
        <p:snd r:embed="rId1" name="click.wav"/>
      </p:stSnd>
    </p:sndAc>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6632829"/>
      </p:ext>
    </p:extLst>
  </p:cSld>
  <p:clrMapOvr>
    <a:masterClrMapping/>
  </p:clrMapOvr>
  <p:transition>
    <p:sndAc>
      <p:stSnd>
        <p:snd r:embed="rId1" name="click.wav"/>
      </p:stSnd>
    </p:sndAc>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598676"/>
      </p:ext>
    </p:extLst>
  </p:cSld>
  <p:clrMapOvr>
    <a:masterClrMapping/>
  </p:clrMapOvr>
  <p:transition>
    <p:sndAc>
      <p:stSnd>
        <p:snd r:embed="rId1" name="click.wav"/>
      </p:stSnd>
    </p:sndAc>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51109234"/>
      </p:ext>
    </p:extLst>
  </p:cSld>
  <p:clrMapOvr>
    <a:masterClrMapping/>
  </p:clrMapOvr>
  <p:transition>
    <p:sndAc>
      <p:stSnd>
        <p:snd r:embed="rId1" name="click.wav"/>
      </p:stSnd>
    </p:sndAc>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8898297"/>
      </p:ext>
    </p:extLst>
  </p:cSld>
  <p:clrMapOvr>
    <a:masterClrMapping/>
  </p:clrMapOvr>
  <p:transition>
    <p:sndAc>
      <p:stSnd>
        <p:snd r:embed="rId1" name="click.wav"/>
      </p:stSnd>
    </p:sndAc>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19663635"/>
      </p:ext>
    </p:extLst>
  </p:cSld>
  <p:clrMapOvr>
    <a:masterClrMapping/>
  </p:clrMapOvr>
  <p:transition>
    <p:sndAc>
      <p:stSnd>
        <p:snd r:embed="rId1" name="click.wav"/>
      </p:stSnd>
    </p:sndAc>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7072292"/>
      </p:ext>
    </p:extLst>
  </p:cSld>
  <p:clrMapOvr>
    <a:masterClrMapping/>
  </p:clrMapOvr>
  <p:transition>
    <p:sndAc>
      <p:stSnd>
        <p:snd r:embed="rId1" name="click.wav"/>
      </p:stSnd>
    </p:sndAc>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9662465"/>
      </p:ext>
    </p:extLst>
  </p:cSld>
  <p:clrMapOvr>
    <a:masterClrMapping/>
  </p:clrMapOvr>
  <p:transition>
    <p:sndAc>
      <p:stSnd>
        <p:snd r:embed="rId1" name="click.wav"/>
      </p:stSnd>
    </p:sndAc>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0114295"/>
      </p:ext>
    </p:extLst>
  </p:cSld>
  <p:clrMapOvr>
    <a:masterClrMapping/>
  </p:clrMapOvr>
  <p:transition>
    <p:sndAc>
      <p:stSnd>
        <p:snd r:embed="rId1" name="click.wav"/>
      </p:stSnd>
    </p:sndAc>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66395932"/>
      </p:ext>
    </p:extLst>
  </p:cSld>
  <p:clrMapOvr>
    <a:masterClrMapping/>
  </p:clrMapOvr>
  <p:transition>
    <p:sndAc>
      <p:stSnd>
        <p:snd r:embed="rId1" name="click.wav"/>
      </p:stSnd>
    </p:sndAc>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7073188"/>
      </p:ext>
    </p:extLst>
  </p:cSld>
  <p:clrMapOvr>
    <a:masterClrMapping/>
  </p:clrMapOvr>
  <p:transition>
    <p:sndAc>
      <p:stSnd>
        <p:snd r:embed="rId1" name="click.wav"/>
      </p:stSnd>
    </p:sndAc>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3131022"/>
      </p:ext>
    </p:extLst>
  </p:cSld>
  <p:clrMapOvr>
    <a:masterClrMapping/>
  </p:clrMapOvr>
  <p:transition>
    <p:sndAc>
      <p:stSnd>
        <p:snd r:embed="rId1" name="click.wav"/>
      </p:stSnd>
    </p:sndAc>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28944972"/>
      </p:ext>
    </p:extLst>
  </p:cSld>
  <p:clrMapOvr>
    <a:masterClrMapping/>
  </p:clrMapOvr>
  <p:transition>
    <p:sndAc>
      <p:stSnd>
        <p:snd r:embed="rId1" name="click.wav"/>
      </p:stSnd>
    </p:sndAc>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6286527"/>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7.jpe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audio" Target="../media/audio1.bin"/><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heme" Target="../theme/theme7.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image" Target="../media/image8.jpeg"/><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theme" Target="../theme/theme8.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5" Type="http://schemas.openxmlformats.org/officeDocument/2006/relationships/image" Target="../media/image9.jpeg"/><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theme" Target="../theme/theme9.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10.jpe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theme" Target="../theme/theme10.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5" Type="http://schemas.openxmlformats.org/officeDocument/2006/relationships/image" Target="../media/image11.png"/><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audio" Target="../media/audio1.bin"/></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1.xml"/><Relationship Id="rId13" Type="http://schemas.openxmlformats.org/officeDocument/2006/relationships/theme" Target="../theme/theme11.xml"/><Relationship Id="rId3" Type="http://schemas.openxmlformats.org/officeDocument/2006/relationships/slideLayout" Target="../slideLayouts/slideLayout126.xml"/><Relationship Id="rId7" Type="http://schemas.openxmlformats.org/officeDocument/2006/relationships/slideLayout" Target="../slideLayouts/slideLayout130.xml"/><Relationship Id="rId12" Type="http://schemas.openxmlformats.org/officeDocument/2006/relationships/slideLayout" Target="../slideLayouts/slideLayout135.xml"/><Relationship Id="rId2" Type="http://schemas.openxmlformats.org/officeDocument/2006/relationships/slideLayout" Target="../slideLayouts/slideLayout125.xml"/><Relationship Id="rId1" Type="http://schemas.openxmlformats.org/officeDocument/2006/relationships/slideLayout" Target="../slideLayouts/slideLayout124.xml"/><Relationship Id="rId6" Type="http://schemas.openxmlformats.org/officeDocument/2006/relationships/slideLayout" Target="../slideLayouts/slideLayout129.xml"/><Relationship Id="rId11" Type="http://schemas.openxmlformats.org/officeDocument/2006/relationships/slideLayout" Target="../slideLayouts/slideLayout134.xml"/><Relationship Id="rId5" Type="http://schemas.openxmlformats.org/officeDocument/2006/relationships/slideLayout" Target="../slideLayouts/slideLayout128.xml"/><Relationship Id="rId15" Type="http://schemas.openxmlformats.org/officeDocument/2006/relationships/image" Target="../media/image12.png"/><Relationship Id="rId10" Type="http://schemas.openxmlformats.org/officeDocument/2006/relationships/slideLayout" Target="../slideLayouts/slideLayout133.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14" Type="http://schemas.openxmlformats.org/officeDocument/2006/relationships/audio" Target="../media/audio1.bin"/></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theme" Target="../theme/theme12.xml"/><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slideLayout" Target="../slideLayouts/slideLayout147.xml"/><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5" Type="http://schemas.openxmlformats.org/officeDocument/2006/relationships/slideLayout" Target="../slideLayouts/slideLayout140.xml"/><Relationship Id="rId15" Type="http://schemas.openxmlformats.org/officeDocument/2006/relationships/image" Target="../media/image13.png"/><Relationship Id="rId10" Type="http://schemas.openxmlformats.org/officeDocument/2006/relationships/slideLayout" Target="../slideLayouts/slideLayout145.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audio" Target="../media/audio1.bin"/></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5.xml"/><Relationship Id="rId13" Type="http://schemas.openxmlformats.org/officeDocument/2006/relationships/slideLayout" Target="../slideLayouts/slideLayout160.xml"/><Relationship Id="rId3" Type="http://schemas.openxmlformats.org/officeDocument/2006/relationships/slideLayout" Target="../slideLayouts/slideLayout150.xml"/><Relationship Id="rId7" Type="http://schemas.openxmlformats.org/officeDocument/2006/relationships/slideLayout" Target="../slideLayouts/slideLayout154.xml"/><Relationship Id="rId12" Type="http://schemas.openxmlformats.org/officeDocument/2006/relationships/slideLayout" Target="../slideLayouts/slideLayout159.xml"/><Relationship Id="rId2" Type="http://schemas.openxmlformats.org/officeDocument/2006/relationships/slideLayout" Target="../slideLayouts/slideLayout149.xml"/><Relationship Id="rId16" Type="http://schemas.openxmlformats.org/officeDocument/2006/relationships/image" Target="../media/image14.png"/><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slideLayout" Target="../slideLayouts/slideLayout158.xml"/><Relationship Id="rId5" Type="http://schemas.openxmlformats.org/officeDocument/2006/relationships/slideLayout" Target="../slideLayouts/slideLayout152.xml"/><Relationship Id="rId15" Type="http://schemas.openxmlformats.org/officeDocument/2006/relationships/audio" Target="../media/audio1.bin"/><Relationship Id="rId10" Type="http://schemas.openxmlformats.org/officeDocument/2006/relationships/slideLayout" Target="../slideLayouts/slideLayout157.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1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8.xml"/><Relationship Id="rId13" Type="http://schemas.openxmlformats.org/officeDocument/2006/relationships/slideLayout" Target="../slideLayouts/slideLayout173.xml"/><Relationship Id="rId3" Type="http://schemas.openxmlformats.org/officeDocument/2006/relationships/slideLayout" Target="../slideLayouts/slideLayout163.xml"/><Relationship Id="rId7" Type="http://schemas.openxmlformats.org/officeDocument/2006/relationships/slideLayout" Target="../slideLayouts/slideLayout167.xml"/><Relationship Id="rId12" Type="http://schemas.openxmlformats.org/officeDocument/2006/relationships/slideLayout" Target="../slideLayouts/slideLayout172.xml"/><Relationship Id="rId2" Type="http://schemas.openxmlformats.org/officeDocument/2006/relationships/slideLayout" Target="../slideLayouts/slideLayout162.xml"/><Relationship Id="rId16" Type="http://schemas.openxmlformats.org/officeDocument/2006/relationships/image" Target="../media/image15.png"/><Relationship Id="rId1" Type="http://schemas.openxmlformats.org/officeDocument/2006/relationships/slideLayout" Target="../slideLayouts/slideLayout161.xml"/><Relationship Id="rId6" Type="http://schemas.openxmlformats.org/officeDocument/2006/relationships/slideLayout" Target="../slideLayouts/slideLayout166.xml"/><Relationship Id="rId11" Type="http://schemas.openxmlformats.org/officeDocument/2006/relationships/slideLayout" Target="../slideLayouts/slideLayout171.xml"/><Relationship Id="rId5" Type="http://schemas.openxmlformats.org/officeDocument/2006/relationships/slideLayout" Target="../slideLayouts/slideLayout165.xml"/><Relationship Id="rId15" Type="http://schemas.openxmlformats.org/officeDocument/2006/relationships/audio" Target="../media/audio1.bin"/><Relationship Id="rId10" Type="http://schemas.openxmlformats.org/officeDocument/2006/relationships/slideLayout" Target="../slideLayouts/slideLayout170.xml"/><Relationship Id="rId4" Type="http://schemas.openxmlformats.org/officeDocument/2006/relationships/slideLayout" Target="../slideLayouts/slideLayout164.xml"/><Relationship Id="rId9" Type="http://schemas.openxmlformats.org/officeDocument/2006/relationships/slideLayout" Target="../slideLayouts/slideLayout169.xml"/><Relationship Id="rId14"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92384E05-9E1C-E490-9AFD-934E80BEE906}"/>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11112"/>
            <a:ext cx="9144000" cy="1076325"/>
          </a:xfrm>
          <a:prstGeom prst="rect">
            <a:avLst/>
          </a:prstGeom>
        </p:spPr>
      </p:pic>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5" name="Picture 4">
            <a:extLst>
              <a:ext uri="{FF2B5EF4-FFF2-40B4-BE49-F238E27FC236}">
                <a16:creationId xmlns:a16="http://schemas.microsoft.com/office/drawing/2014/main" id="{8808BF29-9A3B-CF6C-9FC1-DF71046C076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27384"/>
            <a:ext cx="9144000" cy="1076325"/>
          </a:xfrm>
          <a:prstGeom prst="rect">
            <a:avLst/>
          </a:prstGeom>
        </p:spPr>
      </p:pic>
    </p:spTree>
    <p:extLst>
      <p:ext uri="{BB962C8B-B14F-4D97-AF65-F5344CB8AC3E}">
        <p14:creationId xmlns:p14="http://schemas.microsoft.com/office/powerpoint/2010/main" val="571902250"/>
      </p:ext>
    </p:extLst>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 id="2147484944"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1E828300-C9A3-A6C9-BCC9-A9F536AAE611}"/>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9144000" cy="1076325"/>
          </a:xfrm>
          <a:prstGeom prst="rect">
            <a:avLst/>
          </a:prstGeom>
        </p:spPr>
      </p:pic>
    </p:spTree>
    <p:extLst>
      <p:ext uri="{BB962C8B-B14F-4D97-AF65-F5344CB8AC3E}">
        <p14:creationId xmlns:p14="http://schemas.microsoft.com/office/powerpoint/2010/main" val="325816024"/>
      </p:ext>
    </p:extLst>
  </p:cSld>
  <p:clrMap bg1="lt1" tx1="dk1" bg2="lt2" tx2="dk2" accent1="accent1" accent2="accent2" accent3="accent3" accent4="accent4" accent5="accent5" accent6="accent6" hlink="hlink" folHlink="folHlink"/>
  <p:sldLayoutIdLst>
    <p:sldLayoutId id="2147484946" r:id="rId1"/>
    <p:sldLayoutId id="2147484947" r:id="rId2"/>
    <p:sldLayoutId id="2147484948" r:id="rId3"/>
    <p:sldLayoutId id="2147484949" r:id="rId4"/>
    <p:sldLayoutId id="2147484950" r:id="rId5"/>
    <p:sldLayoutId id="2147484951" r:id="rId6"/>
    <p:sldLayoutId id="2147484952" r:id="rId7"/>
    <p:sldLayoutId id="2147484953" r:id="rId8"/>
    <p:sldLayoutId id="2147484954" r:id="rId9"/>
    <p:sldLayoutId id="2147484955" r:id="rId10"/>
    <p:sldLayoutId id="2147484956" r:id="rId11"/>
    <p:sldLayoutId id="2147484957"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2" name="Picture 1">
            <a:extLst>
              <a:ext uri="{FF2B5EF4-FFF2-40B4-BE49-F238E27FC236}">
                <a16:creationId xmlns:a16="http://schemas.microsoft.com/office/drawing/2014/main" id="{D7EEB5BA-6723-4A5D-F9B6-7142FBDE34DC}"/>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p:blipFill>
        <p:spPr>
          <a:xfrm>
            <a:off x="1" y="-14089"/>
            <a:ext cx="9143997" cy="1076325"/>
          </a:xfrm>
          <a:prstGeom prst="rect">
            <a:avLst/>
          </a:prstGeom>
        </p:spPr>
      </p:pic>
      <p:sp>
        <p:nvSpPr>
          <p:cNvPr id="4" name="Rectangle 3">
            <a:extLst>
              <a:ext uri="{FF2B5EF4-FFF2-40B4-BE49-F238E27FC236}">
                <a16:creationId xmlns:a16="http://schemas.microsoft.com/office/drawing/2014/main" id="{B8AA02F7-5FD7-F382-EA31-07B93F88D1DD}"/>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MA" sz="2500" b="1" dirty="0">
                <a:latin typeface="Sakkal Majalla" panose="02000000000000000000" pitchFamily="2" charset="-78"/>
                <a:cs typeface="Sakkal Majalla" panose="02000000000000000000" pitchFamily="2" charset="-78"/>
              </a:rPr>
              <a:t>شهادة </a:t>
            </a:r>
            <a:r>
              <a:rPr lang="en-US" sz="2500" b="1" dirty="0">
                <a:latin typeface="Sakkal Majalla" panose="02000000000000000000" pitchFamily="2" charset="-78"/>
                <a:cs typeface="Sakkal Majalla" panose="02000000000000000000" pitchFamily="2" charset="-78"/>
              </a:rPr>
              <a:t>BTEC International </a:t>
            </a:r>
            <a:r>
              <a:rPr lang="ar-EG" sz="2500" b="1" dirty="0">
                <a:latin typeface="Sakkal Majalla" panose="02000000000000000000" pitchFamily="2" charset="-78"/>
                <a:cs typeface="Sakkal Majalla" panose="02000000000000000000" pitchFamily="2" charset="-78"/>
              </a:rPr>
              <a:t> </a:t>
            </a:r>
            <a:r>
              <a:rPr lang="ar-MA" sz="2500" b="1" dirty="0">
                <a:latin typeface="Sakkal Majalla" panose="02000000000000000000" pitchFamily="2" charset="-78"/>
                <a:cs typeface="Sakkal Majalla" panose="02000000000000000000" pitchFamily="2" charset="-78"/>
              </a:rPr>
              <a:t>للمستوى 2</a:t>
            </a:r>
            <a:br>
              <a:rPr lang="ar-EG" sz="2500" b="1" dirty="0">
                <a:latin typeface="Sakkal Majalla" panose="02000000000000000000" pitchFamily="2" charset="-78"/>
                <a:cs typeface="Sakkal Majalla" panose="02000000000000000000" pitchFamily="2" charset="-78"/>
              </a:rPr>
            </a:br>
            <a:r>
              <a:rPr lang="ar-EG" sz="2500" b="1" dirty="0">
                <a:latin typeface="Sakkal Majalla" panose="02000000000000000000" pitchFamily="2" charset="-78"/>
                <a:cs typeface="Sakkal Majalla" panose="02000000000000000000" pitchFamily="2" charset="-78"/>
              </a:rPr>
              <a:t>الرعاية الصحية والاجتماعية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93419560"/>
      </p:ext>
    </p:extLst>
  </p:cSld>
  <p:clrMap bg1="lt1" tx1="dk1" bg2="lt2" tx2="dk2" accent1="accent1" accent2="accent2" accent3="accent3" accent4="accent4" accent5="accent5" accent6="accent6" hlink="hlink" folHlink="folHlink"/>
  <p:sldLayoutIdLst>
    <p:sldLayoutId id="2147484959" r:id="rId1"/>
    <p:sldLayoutId id="2147484960" r:id="rId2"/>
    <p:sldLayoutId id="2147484961" r:id="rId3"/>
    <p:sldLayoutId id="2147484962" r:id="rId4"/>
    <p:sldLayoutId id="2147484963" r:id="rId5"/>
    <p:sldLayoutId id="2147484964" r:id="rId6"/>
    <p:sldLayoutId id="2147484965" r:id="rId7"/>
    <p:sldLayoutId id="2147484966" r:id="rId8"/>
    <p:sldLayoutId id="2147484967" r:id="rId9"/>
    <p:sldLayoutId id="2147484968" r:id="rId10"/>
    <p:sldLayoutId id="2147484969" r:id="rId11"/>
    <p:sldLayoutId id="2147484970" r:id="rId12"/>
    <p:sldLayoutId id="2147484985"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42084CCC-2836-BEFD-D3FA-58984FD41023}"/>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14089"/>
            <a:ext cx="9144000" cy="1076325"/>
          </a:xfrm>
          <a:prstGeom prst="rect">
            <a:avLst/>
          </a:prstGeom>
        </p:spPr>
      </p:pic>
    </p:spTree>
    <p:extLst>
      <p:ext uri="{BB962C8B-B14F-4D97-AF65-F5344CB8AC3E}">
        <p14:creationId xmlns:p14="http://schemas.microsoft.com/office/powerpoint/2010/main" val="1968742601"/>
      </p:ext>
    </p:extLst>
  </p:cSld>
  <p:clrMap bg1="lt1" tx1="dk1" bg2="lt2" tx2="dk2" accent1="accent1" accent2="accent2" accent3="accent3" accent4="accent4" accent5="accent5" accent6="accent6" hlink="hlink" folHlink="folHlink"/>
  <p:sldLayoutIdLst>
    <p:sldLayoutId id="2147484972" r:id="rId1"/>
    <p:sldLayoutId id="2147484973" r:id="rId2"/>
    <p:sldLayoutId id="2147484974" r:id="rId3"/>
    <p:sldLayoutId id="2147484975" r:id="rId4"/>
    <p:sldLayoutId id="2147484976" r:id="rId5"/>
    <p:sldLayoutId id="2147484977" r:id="rId6"/>
    <p:sldLayoutId id="2147484978" r:id="rId7"/>
    <p:sldLayoutId id="2147484979" r:id="rId8"/>
    <p:sldLayoutId id="2147484980" r:id="rId9"/>
    <p:sldLayoutId id="2147484981" r:id="rId10"/>
    <p:sldLayoutId id="2147484982" r:id="rId11"/>
    <p:sldLayoutId id="2147484983" r:id="rId12"/>
    <p:sldLayoutId id="214748498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48.xml"/><Relationship Id="rId4" Type="http://schemas.openxmlformats.org/officeDocument/2006/relationships/image" Target="../media/image16.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20.svg"/><Relationship Id="rId2" Type="http://schemas.openxmlformats.org/officeDocument/2006/relationships/notesSlide" Target="../notesSlides/notesSlide2.xml"/><Relationship Id="rId1" Type="http://schemas.openxmlformats.org/officeDocument/2006/relationships/slideLayout" Target="../slideLayouts/slideLayout149.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160.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149.xml"/></Relationships>
</file>

<file path=ppt/slides/_rels/slide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160.xml"/><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5.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149.xml"/><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151.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151.xml"/><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1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9.xml"/></Relationships>
</file>

<file path=ppt/slides/_rels/slide1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9.xml"/></Relationships>
</file>

<file path=ppt/slides/_rels/slide1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9.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151.xml"/><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audio" Target="../media/audio1.bin"/><Relationship Id="rId1" Type="http://schemas.openxmlformats.org/officeDocument/2006/relationships/slideLayout" Target="../slideLayouts/slideLayout151.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149.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2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151.xml"/><Relationship Id="rId4" Type="http://schemas.openxmlformats.org/officeDocument/2006/relationships/image" Target="../media/image34.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160.xml"/></Relationships>
</file>

<file path=ppt/slides/_rels/slide2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14.xml"/><Relationship Id="rId1" Type="http://schemas.openxmlformats.org/officeDocument/2006/relationships/slideLayout" Target="../slideLayouts/slideLayout15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151.xml"/></Relationships>
</file>

<file path=ppt/slides/_rels/slide2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audio" Target="../media/audio1.bin"/><Relationship Id="rId7" Type="http://schemas.openxmlformats.org/officeDocument/2006/relationships/image" Target="../media/image38.svg"/><Relationship Id="rId2" Type="http://schemas.openxmlformats.org/officeDocument/2006/relationships/notesSlide" Target="../notesSlides/notesSlide16.xml"/><Relationship Id="rId1" Type="http://schemas.openxmlformats.org/officeDocument/2006/relationships/slideLayout" Target="../slideLayouts/slideLayout151.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46.svg"/><Relationship Id="rId2" Type="http://schemas.openxmlformats.org/officeDocument/2006/relationships/notesSlide" Target="../notesSlides/notesSlide17.xml"/><Relationship Id="rId1" Type="http://schemas.openxmlformats.org/officeDocument/2006/relationships/slideLayout" Target="../slideLayouts/slideLayout155.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160.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160.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audio" Target="../media/audio1.bin"/><Relationship Id="rId1" Type="http://schemas.openxmlformats.org/officeDocument/2006/relationships/slideLayout" Target="../slideLayouts/slideLayout15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audio" Target="../media/audio1.bin"/><Relationship Id="rId1" Type="http://schemas.openxmlformats.org/officeDocument/2006/relationships/slideLayout" Target="../slideLayouts/slideLayout15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3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498765" y="1325236"/>
            <a:ext cx="8312726"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dirty="0">
                <a:latin typeface="Times New Roman" panose="02020603050405020304" pitchFamily="18" charset="0"/>
                <a:cs typeface="Times New Roman" panose="02020603050405020304" pitchFamily="18" charset="0"/>
              </a:rPr>
              <a:t>الوحدة 1</a:t>
            </a:r>
            <a:br>
              <a:rPr lang="en-GB" altLang="en-US"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رحلة نمو الإنسان عبر مراحل عمره المختلفة</a:t>
            </a:r>
            <a:br>
              <a:rPr lang="en-GB" altLang="en-US" dirty="0">
                <a:latin typeface="Times New Roman" panose="02020603050405020304" pitchFamily="18" charset="0"/>
                <a:cs typeface="Times New Roman" panose="02020603050405020304" pitchFamily="18" charset="0"/>
              </a:rPr>
            </a:br>
            <a:br>
              <a:rPr lang="en-US" altLang="en-US" dirty="0">
                <a:latin typeface="Times New Roman" panose="02020603050405020304" pitchFamily="18" charset="0"/>
                <a:cs typeface="Times New Roman" panose="02020603050405020304" pitchFamily="18" charset="0"/>
              </a:rPr>
            </a:br>
            <a:endParaRPr lang="en-GB" altLang="en-US" dirty="0">
              <a:latin typeface="Times New Roman" panose="02020603050405020304" pitchFamily="18" charset="0"/>
              <a:cs typeface="Times New Roman" panose="02020603050405020304" pitchFamily="18" charset="0"/>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a:bodyPr>
          <a:lstStyle/>
          <a:p>
            <a:pPr algn="ctr" rtl="1">
              <a:lnSpc>
                <a:spcPct val="90000"/>
              </a:lnSpc>
              <a:spcAft>
                <a:spcPts val="600"/>
              </a:spcAft>
              <a:defRPr/>
            </a:pPr>
            <a:r>
              <a:rPr lang="ar" sz="1400" dirty="0">
                <a:latin typeface="Times New Roman" panose="02020603050405020304" pitchFamily="18" charset="0"/>
                <a:cs typeface="Times New Roman" panose="02020603050405020304" pitchFamily="18" charset="0"/>
              </a:rPr>
              <a:t>© حقوق التأليف والنشر لعام 2025 محفوظة لشركة بيرسون إديوكيشن ليمتد. لا يُسمح بالنسخ إلا للمؤسسة المُشترية. </a:t>
            </a:r>
          </a:p>
        </p:txBody>
      </p:sp>
      <p:sp>
        <p:nvSpPr>
          <p:cNvPr id="2" name="TextBox 1">
            <a:extLst>
              <a:ext uri="{FF2B5EF4-FFF2-40B4-BE49-F238E27FC236}">
                <a16:creationId xmlns:a16="http://schemas.microsoft.com/office/drawing/2014/main" id="{8930EF5D-A0C1-B55D-946E-3372F3DD3133}"/>
              </a:ext>
            </a:extLst>
          </p:cNvPr>
          <p:cNvSpPr txBox="1"/>
          <p:nvPr/>
        </p:nvSpPr>
        <p:spPr>
          <a:xfrm>
            <a:off x="3414867" y="2384003"/>
            <a:ext cx="523036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ar-EG" sz="2000" dirty="0">
                <a:latin typeface="Arial"/>
                <a:cs typeface="Arial"/>
              </a:rPr>
            </a:br>
            <a:r>
              <a:rPr lang="ar-EG" sz="2000" b="1" dirty="0"/>
              <a:t>يُمكّننا تطوير مهارات التفكير النقدي من تحليل المعلومات بفعالية، وابتكار حلول جديدة، واتخاذ قرارات مستنيرة.</a:t>
            </a:r>
            <a:endParaRPr lang="ar-EG" sz="2000" dirty="0"/>
          </a:p>
          <a:p>
            <a:br>
              <a:rPr lang="ar-EG" dirty="0"/>
            </a:br>
            <a:endParaRPr lang="en-US" dirty="0">
              <a:latin typeface="Arial"/>
              <a:cs typeface="Arial"/>
            </a:endParaRPr>
          </a:p>
        </p:txBody>
      </p:sp>
      <p:pic>
        <p:nvPicPr>
          <p:cNvPr id="5" name="Picture 4" descr="A group of people standing next to a hourglass">
            <a:extLst>
              <a:ext uri="{FF2B5EF4-FFF2-40B4-BE49-F238E27FC236}">
                <a16:creationId xmlns:a16="http://schemas.microsoft.com/office/drawing/2014/main" id="{EA21C2D4-514F-CF36-7A0C-E3EB0345DCC4}"/>
              </a:ext>
            </a:extLst>
          </p:cNvPr>
          <p:cNvPicPr>
            <a:picLocks noChangeAspect="1"/>
          </p:cNvPicPr>
          <p:nvPr/>
        </p:nvPicPr>
        <p:blipFill>
          <a:blip r:embed="rId4"/>
          <a:stretch>
            <a:fillRect/>
          </a:stretch>
        </p:blipFill>
        <p:spPr>
          <a:xfrm>
            <a:off x="2328398" y="3549527"/>
            <a:ext cx="4496457" cy="2507698"/>
          </a:xfrm>
          <a:prstGeom prst="rect">
            <a:avLst/>
          </a:prstGeom>
        </p:spPr>
      </p:pic>
      <p:sp>
        <p:nvSpPr>
          <p:cNvPr id="6" name="TextBox 5">
            <a:extLst>
              <a:ext uri="{FF2B5EF4-FFF2-40B4-BE49-F238E27FC236}">
                <a16:creationId xmlns:a16="http://schemas.microsoft.com/office/drawing/2014/main" id="{B7DD900C-29F4-45D8-4F47-1D67A5C9A2C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a:latin typeface="Times New Roman" panose="02020603050405020304" pitchFamily="18" charset="0"/>
                <a:cs typeface="Times New Roman" panose="02020603050405020304" pitchFamily="18" charset="0"/>
              </a:rPr>
              <a:t>رحلة نمو الإنسان عبر مراحل عمره المختلفة</a:t>
            </a:r>
          </a:p>
        </p:txBody>
      </p:sp>
      <p:grpSp>
        <p:nvGrpSpPr>
          <p:cNvPr id="2" name="Group 1">
            <a:extLst>
              <a:ext uri="{FF2B5EF4-FFF2-40B4-BE49-F238E27FC236}">
                <a16:creationId xmlns:a16="http://schemas.microsoft.com/office/drawing/2014/main" id="{D2DD83CE-D397-7E99-4628-2164580ACC5D}"/>
              </a:ext>
            </a:extLst>
          </p:cNvPr>
          <p:cNvGrpSpPr/>
          <p:nvPr/>
        </p:nvGrpSpPr>
        <p:grpSpPr>
          <a:xfrm flipH="1">
            <a:off x="468311" y="2826245"/>
            <a:ext cx="8207375" cy="2617944"/>
            <a:chOff x="468311" y="2826245"/>
            <a:chExt cx="8207375" cy="2617944"/>
          </a:xfrm>
        </p:grpSpPr>
        <p:sp>
          <p:nvSpPr>
            <p:cNvPr id="3" name="Rectangle: Rounded Corners 2">
              <a:extLst>
                <a:ext uri="{FF2B5EF4-FFF2-40B4-BE49-F238E27FC236}">
                  <a16:creationId xmlns:a16="http://schemas.microsoft.com/office/drawing/2014/main" id="{3FA04C01-099E-BAB3-BDD2-5B12FFA3342A}"/>
                </a:ext>
              </a:extLst>
            </p:cNvPr>
            <p:cNvSpPr/>
            <p:nvPr/>
          </p:nvSpPr>
          <p:spPr>
            <a:xfrm>
              <a:off x="468311" y="2826245"/>
              <a:ext cx="8207375" cy="1163530"/>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Rectangle 3" descr="Business Growth">
              <a:extLst>
                <a:ext uri="{FF2B5EF4-FFF2-40B4-BE49-F238E27FC236}">
                  <a16:creationId xmlns:a16="http://schemas.microsoft.com/office/drawing/2014/main" id="{6F4EC2BD-A7B9-626D-4730-EEB814CB6C13}"/>
                </a:ext>
              </a:extLst>
            </p:cNvPr>
            <p:cNvSpPr/>
            <p:nvPr/>
          </p:nvSpPr>
          <p:spPr>
            <a:xfrm>
              <a:off x="820279" y="3088040"/>
              <a:ext cx="639941" cy="639941"/>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 name="Freeform: Shape 4">
              <a:extLst>
                <a:ext uri="{FF2B5EF4-FFF2-40B4-BE49-F238E27FC236}">
                  <a16:creationId xmlns:a16="http://schemas.microsoft.com/office/drawing/2014/main" id="{5E7D00E4-D33D-F39F-BA02-DFAA296A4D46}"/>
                </a:ext>
              </a:extLst>
            </p:cNvPr>
            <p:cNvSpPr/>
            <p:nvPr/>
          </p:nvSpPr>
          <p:spPr>
            <a:xfrm>
              <a:off x="1812189" y="2826245"/>
              <a:ext cx="6863496" cy="1163530"/>
            </a:xfrm>
            <a:custGeom>
              <a:avLst/>
              <a:gdLst>
                <a:gd name="connsiteX0" fmla="*/ 0 w 6863496"/>
                <a:gd name="connsiteY0" fmla="*/ 0 h 1163530"/>
                <a:gd name="connsiteX1" fmla="*/ 6863496 w 6863496"/>
                <a:gd name="connsiteY1" fmla="*/ 0 h 1163530"/>
                <a:gd name="connsiteX2" fmla="*/ 6863496 w 6863496"/>
                <a:gd name="connsiteY2" fmla="*/ 1163530 h 1163530"/>
                <a:gd name="connsiteX3" fmla="*/ 0 w 6863496"/>
                <a:gd name="connsiteY3" fmla="*/ 1163530 h 1163530"/>
                <a:gd name="connsiteX4" fmla="*/ 0 w 6863496"/>
                <a:gd name="connsiteY4" fmla="*/ 0 h 1163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63496" h="1163530">
                  <a:moveTo>
                    <a:pt x="0" y="0"/>
                  </a:moveTo>
                  <a:lnTo>
                    <a:pt x="6863496" y="0"/>
                  </a:lnTo>
                  <a:lnTo>
                    <a:pt x="6863496" y="1163530"/>
                  </a:lnTo>
                  <a:lnTo>
                    <a:pt x="0" y="11635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23140" tIns="123140" rIns="123140" bIns="123140" numCol="1" spcCol="1270" rtlCol="1" anchor="ctr" anchorCtr="0">
              <a:noAutofit/>
            </a:bodyPr>
            <a:lstStyle/>
            <a:p>
              <a:pPr marL="0" lvl="0" indent="0" algn="r" defTabSz="889000" rtl="1">
                <a:lnSpc>
                  <a:spcPct val="100000"/>
                </a:lnSpc>
                <a:spcBef>
                  <a:spcPct val="0"/>
                </a:spcBef>
                <a:spcAft>
                  <a:spcPct val="35000"/>
                </a:spcAft>
                <a:buNone/>
              </a:pPr>
              <a:r>
                <a:rPr lang="ar" sz="2000" kern="1200">
                  <a:latin typeface="Times New Roman" panose="02020603050405020304" pitchFamily="18" charset="0"/>
                  <a:cs typeface="Times New Roman" panose="02020603050405020304" pitchFamily="18" charset="0"/>
                </a:rPr>
                <a:t>في هذه الوحدة، سنفهم ماهية النمو والتطوّر البشري عبر المراحل العمرية الرئيسة.</a:t>
              </a:r>
              <a:endParaRPr lang="en-US" sz="2000" kern="12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53FAA0ED-D35E-1DF2-A5F3-04132DD47A58}"/>
                </a:ext>
              </a:extLst>
            </p:cNvPr>
            <p:cNvSpPr/>
            <p:nvPr/>
          </p:nvSpPr>
          <p:spPr>
            <a:xfrm>
              <a:off x="468311" y="4280659"/>
              <a:ext cx="8207375" cy="1163530"/>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Rectangle 6" descr="Light Bulb and Gear">
              <a:extLst>
                <a:ext uri="{FF2B5EF4-FFF2-40B4-BE49-F238E27FC236}">
                  <a16:creationId xmlns:a16="http://schemas.microsoft.com/office/drawing/2014/main" id="{2DB60D6D-0E2D-DD29-C86F-5D66F59233D6}"/>
                </a:ext>
              </a:extLst>
            </p:cNvPr>
            <p:cNvSpPr/>
            <p:nvPr/>
          </p:nvSpPr>
          <p:spPr>
            <a:xfrm>
              <a:off x="820279" y="4542453"/>
              <a:ext cx="639941" cy="63994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B2406131-A295-630A-91F7-347BC9DC5CC1}"/>
                </a:ext>
              </a:extLst>
            </p:cNvPr>
            <p:cNvSpPr/>
            <p:nvPr/>
          </p:nvSpPr>
          <p:spPr>
            <a:xfrm>
              <a:off x="1812189" y="4280659"/>
              <a:ext cx="6863496" cy="1163530"/>
            </a:xfrm>
            <a:custGeom>
              <a:avLst/>
              <a:gdLst>
                <a:gd name="connsiteX0" fmla="*/ 0 w 6863496"/>
                <a:gd name="connsiteY0" fmla="*/ 0 h 1163530"/>
                <a:gd name="connsiteX1" fmla="*/ 6863496 w 6863496"/>
                <a:gd name="connsiteY1" fmla="*/ 0 h 1163530"/>
                <a:gd name="connsiteX2" fmla="*/ 6863496 w 6863496"/>
                <a:gd name="connsiteY2" fmla="*/ 1163530 h 1163530"/>
                <a:gd name="connsiteX3" fmla="*/ 0 w 6863496"/>
                <a:gd name="connsiteY3" fmla="*/ 1163530 h 1163530"/>
                <a:gd name="connsiteX4" fmla="*/ 0 w 6863496"/>
                <a:gd name="connsiteY4" fmla="*/ 0 h 1163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63496" h="1163530">
                  <a:moveTo>
                    <a:pt x="0" y="0"/>
                  </a:moveTo>
                  <a:lnTo>
                    <a:pt x="6863496" y="0"/>
                  </a:lnTo>
                  <a:lnTo>
                    <a:pt x="6863496" y="1163530"/>
                  </a:lnTo>
                  <a:lnTo>
                    <a:pt x="0" y="11635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23140" tIns="123140" rIns="123140" bIns="123140" numCol="1" spcCol="1270" rtlCol="1" anchor="ctr" anchorCtr="0">
              <a:noAutofit/>
            </a:bodyPr>
            <a:lstStyle/>
            <a:p>
              <a:pPr marL="0" lvl="0" indent="0" algn="just" defTabSz="889000" rtl="1">
                <a:lnSpc>
                  <a:spcPct val="100000"/>
                </a:lnSpc>
                <a:spcBef>
                  <a:spcPct val="0"/>
                </a:spcBef>
                <a:spcAft>
                  <a:spcPct val="35000"/>
                </a:spcAft>
                <a:buNone/>
              </a:pPr>
              <a:r>
                <a:rPr lang="ar" sz="2000" kern="1200" dirty="0">
                  <a:latin typeface="Times New Roman" panose="02020603050405020304" pitchFamily="18" charset="0"/>
                  <a:cs typeface="Times New Roman" panose="02020603050405020304" pitchFamily="18" charset="0"/>
                </a:rPr>
                <a:t>سنتناول العوامل التي تؤثر في النمو والتطوّر، وكيف يُمكن للأحداث الحياتية المختلفة أن تؤثر في مسار هذا النمو والتطوّر. إضافة إلى ذلك، سنتفهم كيفية إدارة التغيّرات الناتجة عن هذه الأحداث بفعالية. </a:t>
              </a:r>
              <a:endParaRPr lang="en-US" sz="2000" kern="1200" dirty="0">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DF89BF5E-63DA-ACCF-CBEB-98E66167DE6D}"/>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a:latin typeface="Times New Roman" panose="02020603050405020304" pitchFamily="18" charset="0"/>
                <a:cs typeface="Times New Roman" panose="02020603050405020304" pitchFamily="18" charset="0"/>
              </a:rPr>
              <a:t>نتاجات التعلم</a:t>
            </a:r>
            <a:endParaRPr lang="en-GB" altLang="en-US" dirty="0">
              <a:latin typeface="Times New Roman" panose="02020603050405020304" pitchFamily="18" charset="0"/>
              <a:cs typeface="Times New Roman" panose="02020603050405020304" pitchFamily="18" charset="0"/>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idx="1"/>
          </p:nvPr>
        </p:nvSpPr>
        <p:spPr bwMode="auto">
          <a:xfrm>
            <a:off x="479425" y="2924944"/>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404495" indent="-387350" defTabSz="431800" rtl="1">
              <a:lnSpc>
                <a:spcPct val="90000"/>
              </a:lnSpc>
              <a:buNone/>
            </a:pPr>
            <a:r>
              <a:rPr lang="ar" b="1" dirty="0">
                <a:latin typeface="Times New Roman" panose="02020603050405020304" pitchFamily="18" charset="0"/>
                <a:cs typeface="Times New Roman" panose="02020603050405020304" pitchFamily="18" charset="0"/>
              </a:rPr>
              <a:t>أ	استكشاف نمو الإنسان و</a:t>
            </a:r>
            <a:r>
              <a:rPr lang="ar-EG" b="1" dirty="0">
                <a:latin typeface="Times New Roman" panose="02020603050405020304" pitchFamily="18" charset="0"/>
                <a:cs typeface="Times New Roman" panose="02020603050405020304" pitchFamily="18" charset="0"/>
              </a:rPr>
              <a:t>تطوّر</a:t>
            </a:r>
            <a:r>
              <a:rPr lang="ar" b="1" dirty="0">
                <a:latin typeface="Times New Roman" panose="02020603050405020304" pitchFamily="18" charset="0"/>
                <a:cs typeface="Times New Roman" panose="02020603050405020304" pitchFamily="18" charset="0"/>
              </a:rPr>
              <a:t>ه في مختلف مراحل حياته</a:t>
            </a:r>
          </a:p>
          <a:p>
            <a:pPr marL="404495" indent="-404495" defTabSz="431800" rtl="1">
              <a:lnSpc>
                <a:spcPct val="90000"/>
              </a:lnSpc>
              <a:spcBef>
                <a:spcPts val="1200"/>
              </a:spcBef>
              <a:buNone/>
            </a:pPr>
            <a:r>
              <a:rPr lang="ar" b="1" dirty="0">
                <a:latin typeface="Times New Roman" panose="02020603050405020304" pitchFamily="18" charset="0"/>
                <a:cs typeface="Times New Roman" panose="02020603050405020304" pitchFamily="18" charset="0"/>
              </a:rPr>
              <a:t>ب	دراسة العوامل المؤثرة في نمو الإنسان و</a:t>
            </a:r>
            <a:r>
              <a:rPr lang="ar-EG" b="1" dirty="0">
                <a:latin typeface="Times New Roman" panose="02020603050405020304" pitchFamily="18" charset="0"/>
                <a:cs typeface="Times New Roman" panose="02020603050405020304" pitchFamily="18" charset="0"/>
              </a:rPr>
              <a:t>تطوّر</a:t>
            </a:r>
            <a:r>
              <a:rPr lang="ar" b="1" dirty="0">
                <a:latin typeface="Times New Roman" panose="02020603050405020304" pitchFamily="18" charset="0"/>
                <a:cs typeface="Times New Roman" panose="02020603050405020304" pitchFamily="18" charset="0"/>
              </a:rPr>
              <a:t>ه في مختلف مراحل حياته</a:t>
            </a:r>
            <a:endParaRPr lang="en-GB" altLang="en-US" b="1" dirty="0">
              <a:highlight>
                <a:srgbClr val="FFFF00"/>
              </a:highlight>
              <a:latin typeface="Times New Roman" panose="02020603050405020304" pitchFamily="18" charset="0"/>
              <a:cs typeface="Times New Roman" panose="02020603050405020304" pitchFamily="18" charset="0"/>
            </a:endParaRPr>
          </a:p>
          <a:p>
            <a:pPr marL="404495" indent="-404495" defTabSz="431800" rtl="1">
              <a:lnSpc>
                <a:spcPct val="90000"/>
              </a:lnSpc>
              <a:spcBef>
                <a:spcPts val="1200"/>
              </a:spcBef>
              <a:buNone/>
            </a:pPr>
            <a:r>
              <a:rPr lang="ar" b="1" dirty="0">
                <a:latin typeface="Times New Roman" panose="02020603050405020304" pitchFamily="18" charset="0"/>
                <a:cs typeface="Times New Roman" panose="02020603050405020304" pitchFamily="18" charset="0"/>
              </a:rPr>
              <a:t>ج	فهم كيفية تأثير الأحداث الحياتية في مراحل الحياة المختلفة</a:t>
            </a:r>
            <a:endParaRPr lang="en-GB"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lnSpc>
                <a:spcPct val="90000"/>
              </a:lnSpc>
              <a:spcBef>
                <a:spcPts val="1200"/>
              </a:spcBef>
              <a:buFont typeface="Wingdings" panose="05000000000000000000" pitchFamily="2" charset="2"/>
              <a:buNone/>
            </a:pPr>
            <a:endParaRPr lang="en-GB"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lnSpc>
                <a:spcPct val="90000"/>
              </a:lnSpc>
              <a:spcBef>
                <a:spcPts val="1200"/>
              </a:spcBef>
              <a:buFont typeface="Wingdings" panose="05000000000000000000" pitchFamily="2" charset="2"/>
              <a:buNone/>
            </a:pPr>
            <a:endParaRPr lang="en-GB"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lnSpc>
                <a:spcPct val="90000"/>
              </a:lnSpc>
              <a:spcBef>
                <a:spcPts val="1200"/>
              </a:spcBef>
              <a:buFont typeface="Wingdings" panose="05000000000000000000" pitchFamily="2" charset="2"/>
              <a:buNone/>
            </a:pPr>
            <a:br>
              <a:rPr lang="en-GB" altLang="en-US"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	</a:t>
            </a:r>
          </a:p>
        </p:txBody>
      </p:sp>
      <p:sp>
        <p:nvSpPr>
          <p:cNvPr id="2" name="TextBox 1">
            <a:extLst>
              <a:ext uri="{FF2B5EF4-FFF2-40B4-BE49-F238E27FC236}">
                <a16:creationId xmlns:a16="http://schemas.microsoft.com/office/drawing/2014/main" id="{3CFBD7DD-898D-72C2-4A0D-BF3E280AF19E}"/>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26876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latin typeface="Times New Roman" panose="02020603050405020304" pitchFamily="18" charset="0"/>
                <a:cs typeface="Times New Roman" panose="02020603050405020304" pitchFamily="18" charset="0"/>
              </a:rPr>
              <a:t>نتاج التعلم أ</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36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1786124"/>
            <a:ext cx="7991475" cy="85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495" indent="-387350" algn="ctr" defTabSz="431800" rtl="1">
              <a:buNone/>
            </a:pPr>
            <a:r>
              <a:rPr lang="ar" sz="2400" b="1" dirty="0">
                <a:latin typeface="Times New Roman" panose="02020603050405020304" pitchFamily="18" charset="0"/>
                <a:ea typeface="Open Sans"/>
                <a:cs typeface="Times New Roman" panose="02020603050405020304" pitchFamily="18" charset="0"/>
              </a:rPr>
              <a:t>استكشاف نمو الإنسان و</a:t>
            </a:r>
            <a:r>
              <a:rPr lang="ar-EG" sz="2400" b="1" dirty="0">
                <a:latin typeface="Times New Roman" panose="02020603050405020304" pitchFamily="18" charset="0"/>
                <a:ea typeface="Open Sans"/>
                <a:cs typeface="Times New Roman" panose="02020603050405020304" pitchFamily="18" charset="0"/>
              </a:rPr>
              <a:t>تطوّر</a:t>
            </a:r>
            <a:r>
              <a:rPr lang="ar" sz="2400" b="1" dirty="0">
                <a:latin typeface="Times New Roman" panose="02020603050405020304" pitchFamily="18" charset="0"/>
                <a:ea typeface="Open Sans"/>
                <a:cs typeface="Times New Roman" panose="02020603050405020304" pitchFamily="18" charset="0"/>
              </a:rPr>
              <a:t>ه </a:t>
            </a:r>
          </a:p>
          <a:p>
            <a:pPr marL="404495" indent="-387350" algn="ctr" defTabSz="431800" rtl="1">
              <a:buNone/>
            </a:pPr>
            <a:r>
              <a:rPr lang="ar" sz="2400" b="1" dirty="0">
                <a:latin typeface="Times New Roman" panose="02020603050405020304" pitchFamily="18" charset="0"/>
                <a:ea typeface="Open Sans"/>
                <a:cs typeface="Times New Roman" panose="02020603050405020304" pitchFamily="18" charset="0"/>
              </a:rPr>
              <a:t>في مختلف مراحل حياته</a:t>
            </a:r>
          </a:p>
        </p:txBody>
      </p:sp>
      <p:sp>
        <p:nvSpPr>
          <p:cNvPr id="2" name="TextBox 1">
            <a:extLst>
              <a:ext uri="{FF2B5EF4-FFF2-40B4-BE49-F238E27FC236}">
                <a16:creationId xmlns:a16="http://schemas.microsoft.com/office/drawing/2014/main" id="{CDFFAAD6-1737-896E-5167-4CEDBF3D0BAD}"/>
              </a:ext>
            </a:extLst>
          </p:cNvPr>
          <p:cNvSpPr txBox="1"/>
          <p:nvPr/>
        </p:nvSpPr>
        <p:spPr>
          <a:xfrm>
            <a:off x="117848" y="2924944"/>
            <a:ext cx="8568952" cy="2862322"/>
          </a:xfrm>
          <a:prstGeom prst="rect">
            <a:avLst/>
          </a:prstGeom>
          <a:noFill/>
        </p:spPr>
        <p:txBody>
          <a:bodyPr wrap="square" rtlCol="1">
            <a:spAutoFit/>
          </a:bodyPr>
          <a:lstStyle/>
          <a:p>
            <a:pPr rtl="1" fontAlgn="base"/>
            <a:r>
              <a:rPr lang="ar" sz="1800" b="1" i="0" dirty="0">
                <a:solidFill>
                  <a:srgbClr val="000000"/>
                </a:solidFill>
                <a:effectLst/>
                <a:latin typeface="Times New Roman" panose="02020603050405020304" pitchFamily="18" charset="0"/>
                <a:cs typeface="Times New Roman" panose="02020603050405020304" pitchFamily="18" charset="0"/>
              </a:rPr>
              <a:t>أ1</a:t>
            </a:r>
            <a:r>
              <a:rPr lang="ar" sz="1800" b="0" i="0" dirty="0">
                <a:solidFill>
                  <a:srgbClr val="000000"/>
                </a:solidFill>
                <a:effectLst/>
                <a:latin typeface="Times New Roman" panose="02020603050405020304" pitchFamily="18" charset="0"/>
                <a:cs typeface="Times New Roman" panose="02020603050405020304" pitchFamily="18" charset="0"/>
              </a:rPr>
              <a:t> مراحل الحياة التي يمر بها الإنسان في مسار حياته </a:t>
            </a:r>
          </a:p>
          <a:p>
            <a:pPr rtl="1" fontAlgn="base"/>
            <a:endParaRPr lang="en-GB" b="0" i="0" dirty="0">
              <a:solidFill>
                <a:srgbClr val="000000"/>
              </a:solidFill>
              <a:effectLst/>
              <a:latin typeface="Times New Roman" panose="02020603050405020304" pitchFamily="18" charset="0"/>
              <a:cs typeface="Times New Roman" panose="02020603050405020304" pitchFamily="18" charset="0"/>
            </a:endParaRPr>
          </a:p>
          <a:p>
            <a:pPr rtl="1" fontAlgn="base"/>
            <a:r>
              <a:rPr lang="ar" sz="1800" b="1" i="0" dirty="0">
                <a:solidFill>
                  <a:srgbClr val="000000"/>
                </a:solidFill>
                <a:effectLst/>
                <a:latin typeface="Times New Roman" panose="02020603050405020304" pitchFamily="18" charset="0"/>
                <a:cs typeface="Times New Roman" panose="02020603050405020304" pitchFamily="18" charset="0"/>
              </a:rPr>
              <a:t>أ2</a:t>
            </a:r>
            <a:r>
              <a:rPr lang="ar" sz="1800" b="0" i="0" dirty="0">
                <a:solidFill>
                  <a:srgbClr val="000000"/>
                </a:solidFill>
                <a:effectLst/>
                <a:latin typeface="Times New Roman" panose="02020603050405020304" pitchFamily="18" charset="0"/>
                <a:cs typeface="Times New Roman" panose="02020603050405020304" pitchFamily="18" charset="0"/>
              </a:rPr>
              <a:t> الجوانب الرئيسة للنمو الجسدي والتغييرات الفسيولوجية في كل مرحلة من مراحل الحياة </a:t>
            </a:r>
          </a:p>
          <a:p>
            <a:pPr rtl="1" fontAlgn="base"/>
            <a:endParaRPr lang="en-GB" b="0" i="0" dirty="0">
              <a:solidFill>
                <a:srgbClr val="000000"/>
              </a:solidFill>
              <a:effectLst/>
              <a:latin typeface="Times New Roman" panose="02020603050405020304" pitchFamily="18" charset="0"/>
              <a:cs typeface="Times New Roman" panose="02020603050405020304" pitchFamily="18" charset="0"/>
            </a:endParaRPr>
          </a:p>
          <a:p>
            <a:pPr rtl="1" fontAlgn="base"/>
            <a:r>
              <a:rPr lang="ar" sz="1800" b="1" i="0" dirty="0">
                <a:solidFill>
                  <a:srgbClr val="000000"/>
                </a:solidFill>
                <a:effectLst/>
                <a:latin typeface="Times New Roman" panose="02020603050405020304" pitchFamily="18" charset="0"/>
                <a:cs typeface="Times New Roman" panose="02020603050405020304" pitchFamily="18" charset="0"/>
              </a:rPr>
              <a:t>أ3</a:t>
            </a:r>
            <a:r>
              <a:rPr lang="ar" sz="1800" b="0" i="0" dirty="0">
                <a:solidFill>
                  <a:srgbClr val="000000"/>
                </a:solidFill>
                <a:effectLst/>
                <a:latin typeface="Times New Roman" panose="02020603050405020304" pitchFamily="18" charset="0"/>
                <a:cs typeface="Times New Roman" panose="02020603050405020304" pitchFamily="18" charset="0"/>
              </a:rPr>
              <a:t> الجوانب الرئيسة لل</a:t>
            </a:r>
            <a:r>
              <a:rPr lang="ar-EG" sz="1800" b="0" i="0" dirty="0">
                <a:solidFill>
                  <a:srgbClr val="000000"/>
                </a:solidFill>
                <a:effectLst/>
                <a:latin typeface="Times New Roman" panose="02020603050405020304" pitchFamily="18" charset="0"/>
                <a:cs typeface="Times New Roman" panose="02020603050405020304" pitchFamily="18" charset="0"/>
              </a:rPr>
              <a:t>تطوّر</a:t>
            </a:r>
            <a:r>
              <a:rPr lang="ar" sz="1800" b="0" i="0" dirty="0">
                <a:solidFill>
                  <a:srgbClr val="000000"/>
                </a:solidFill>
                <a:effectLst/>
                <a:latin typeface="Times New Roman" panose="02020603050405020304" pitchFamily="18" charset="0"/>
                <a:cs typeface="Times New Roman" panose="02020603050405020304" pitchFamily="18" charset="0"/>
              </a:rPr>
              <a:t> الفكري أو المعرفي في مختلف مراحل الحياة والأنشطة التي تنميها </a:t>
            </a:r>
          </a:p>
          <a:p>
            <a:pPr rtl="1" fontAlgn="base"/>
            <a:endParaRPr lang="en-GB" b="0" i="0" dirty="0">
              <a:solidFill>
                <a:srgbClr val="000000"/>
              </a:solidFill>
              <a:effectLst/>
              <a:latin typeface="Times New Roman" panose="02020603050405020304" pitchFamily="18" charset="0"/>
              <a:cs typeface="Times New Roman" panose="02020603050405020304" pitchFamily="18" charset="0"/>
            </a:endParaRPr>
          </a:p>
          <a:p>
            <a:pPr rtl="1" fontAlgn="base"/>
            <a:r>
              <a:rPr lang="ar" sz="1800" b="1" i="0" dirty="0">
                <a:solidFill>
                  <a:srgbClr val="000000"/>
                </a:solidFill>
                <a:effectLst/>
                <a:latin typeface="Times New Roman" panose="02020603050405020304" pitchFamily="18" charset="0"/>
                <a:cs typeface="Times New Roman" panose="02020603050405020304" pitchFamily="18" charset="0"/>
              </a:rPr>
              <a:t>أ4</a:t>
            </a:r>
            <a:r>
              <a:rPr lang="ar" sz="1800" b="0" i="0" dirty="0">
                <a:solidFill>
                  <a:srgbClr val="000000"/>
                </a:solidFill>
                <a:effectLst/>
                <a:latin typeface="Times New Roman" panose="02020603050405020304" pitchFamily="18" charset="0"/>
                <a:cs typeface="Times New Roman" panose="02020603050405020304" pitchFamily="18" charset="0"/>
              </a:rPr>
              <a:t> التطوّر العاطفي في مختلف مراحل الحياة – تطوّر المشاعر تجاه الذات وتجاه الآخرين </a:t>
            </a:r>
          </a:p>
          <a:p>
            <a:pPr rtl="1" fontAlgn="base"/>
            <a:endParaRPr lang="en-GB" b="0" i="0" dirty="0">
              <a:solidFill>
                <a:srgbClr val="000000"/>
              </a:solidFill>
              <a:effectLst/>
              <a:latin typeface="Times New Roman" panose="02020603050405020304" pitchFamily="18" charset="0"/>
              <a:cs typeface="Times New Roman" panose="02020603050405020304" pitchFamily="18" charset="0"/>
            </a:endParaRPr>
          </a:p>
          <a:p>
            <a:pPr rtl="1" fontAlgn="base"/>
            <a:r>
              <a:rPr lang="ar" sz="1800" b="1" i="0" dirty="0">
                <a:solidFill>
                  <a:srgbClr val="000000"/>
                </a:solidFill>
                <a:effectLst/>
                <a:latin typeface="Times New Roman" panose="02020603050405020304" pitchFamily="18" charset="0"/>
                <a:cs typeface="Times New Roman" panose="02020603050405020304" pitchFamily="18" charset="0"/>
              </a:rPr>
              <a:t>أ5</a:t>
            </a:r>
            <a:r>
              <a:rPr lang="ar" sz="1800" b="0" i="0" dirty="0">
                <a:solidFill>
                  <a:srgbClr val="000000"/>
                </a:solidFill>
                <a:effectLst/>
                <a:latin typeface="Times New Roman" panose="02020603050405020304" pitchFamily="18" charset="0"/>
                <a:cs typeface="Times New Roman" panose="02020603050405020304" pitchFamily="18" charset="0"/>
              </a:rPr>
              <a:t> التطوّر الاجتماعي في مختلف مراحل الحياة – إقامة العلاقات </a:t>
            </a:r>
            <a:endParaRPr lang="en-GB" b="0" i="0" dirty="0">
              <a:solidFill>
                <a:srgbClr val="000000"/>
              </a:solidFill>
              <a:effectLst/>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D666F6B-43B1-E738-646D-37E85426B0B7}"/>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lnSpcReduction="10000"/>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800" b="1" i="0">
                <a:solidFill>
                  <a:schemeClr val="tx2"/>
                </a:solidFill>
                <a:effectLst/>
                <a:latin typeface="Times New Roman" panose="02020603050405020304" pitchFamily="18" charset="0"/>
                <a:cs typeface="Times New Roman" panose="02020603050405020304" pitchFamily="18" charset="0"/>
              </a:rPr>
              <a:t>أ1 مراحل الحياة التي يمر بها الإنسان </a:t>
            </a:r>
          </a:p>
          <a:p>
            <a:pPr algn="ctr" rtl="1">
              <a:lnSpc>
                <a:spcPct val="90000"/>
              </a:lnSpc>
              <a:spcAft>
                <a:spcPts val="600"/>
              </a:spcAft>
            </a:pPr>
            <a:r>
              <a:rPr lang="ar" sz="2800" b="1" i="0">
                <a:solidFill>
                  <a:schemeClr val="tx2"/>
                </a:solidFill>
                <a:effectLst/>
                <a:latin typeface="Times New Roman" panose="02020603050405020304" pitchFamily="18" charset="0"/>
                <a:cs typeface="Times New Roman" panose="02020603050405020304" pitchFamily="18" charset="0"/>
              </a:rPr>
              <a:t>في مسار حياته </a:t>
            </a:r>
            <a:endParaRPr lang="en-US" altLang="en-US" sz="2800" b="1" dirty="0">
              <a:solidFill>
                <a:schemeClr val="tx2"/>
              </a:solidFill>
              <a:highlight>
                <a:srgbClr val="FFFF00"/>
              </a:highlight>
              <a:latin typeface="Times New Roman" panose="02020603050405020304" pitchFamily="18" charset="0"/>
              <a:cs typeface="Times New Roman" panose="02020603050405020304" pitchFamily="18" charset="0"/>
            </a:endParaRPr>
          </a:p>
        </p:txBody>
      </p:sp>
      <p:sp>
        <p:nvSpPr>
          <p:cNvPr id="34831"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fontScale="92500" lnSpcReduction="20000"/>
          </a:bodyPr>
          <a:lstStyle/>
          <a:p>
            <a:pPr rtl="1"/>
            <a:r>
              <a:rPr lang="ar" b="0" i="0">
                <a:effectLst/>
                <a:latin typeface="Times New Roman" panose="02020603050405020304" pitchFamily="18" charset="0"/>
                <a:cs typeface="Times New Roman" panose="02020603050405020304" pitchFamily="18" charset="0"/>
              </a:rPr>
              <a:t>مرحلة الرضاعة (0-2 سنة)</a:t>
            </a:r>
          </a:p>
          <a:p>
            <a:pPr marL="0" indent="0" rtl="1">
              <a:buNone/>
            </a:pPr>
            <a:endParaRPr lang="en-GB" b="0" i="0" dirty="0">
              <a:effectLst/>
              <a:latin typeface="Times New Roman" panose="02020603050405020304" pitchFamily="18" charset="0"/>
              <a:cs typeface="Times New Roman" panose="02020603050405020304" pitchFamily="18" charset="0"/>
            </a:endParaRPr>
          </a:p>
          <a:p>
            <a:pPr rtl="1"/>
            <a:r>
              <a:rPr lang="ar" b="0" i="0">
                <a:effectLst/>
                <a:latin typeface="Times New Roman" panose="02020603050405020304" pitchFamily="18" charset="0"/>
                <a:cs typeface="Times New Roman" panose="02020603050405020304" pitchFamily="18" charset="0"/>
              </a:rPr>
              <a:t>مرحلة الطفولة المبكرة (3-8 سنوات)</a:t>
            </a:r>
          </a:p>
          <a:p>
            <a:pPr marL="0" indent="0" rtl="1">
              <a:buNone/>
            </a:pPr>
            <a:endParaRPr lang="en-GB" b="0" i="0" dirty="0">
              <a:effectLst/>
              <a:latin typeface="Times New Roman" panose="02020603050405020304" pitchFamily="18" charset="0"/>
              <a:cs typeface="Times New Roman" panose="02020603050405020304" pitchFamily="18" charset="0"/>
            </a:endParaRPr>
          </a:p>
          <a:p>
            <a:pPr rtl="1"/>
            <a:r>
              <a:rPr lang="ar" b="0" i="0">
                <a:effectLst/>
                <a:latin typeface="Times New Roman" panose="02020603050405020304" pitchFamily="18" charset="0"/>
                <a:cs typeface="Times New Roman" panose="02020603050405020304" pitchFamily="18" charset="0"/>
              </a:rPr>
              <a:t>مرحلة المراهقة (9-18 سنة)</a:t>
            </a:r>
          </a:p>
          <a:p>
            <a:pPr marL="0" indent="0" rtl="1">
              <a:buNone/>
            </a:pPr>
            <a:endParaRPr lang="en-GB" b="0" i="0" dirty="0">
              <a:effectLst/>
              <a:latin typeface="Times New Roman" panose="02020603050405020304" pitchFamily="18" charset="0"/>
              <a:cs typeface="Times New Roman" panose="02020603050405020304" pitchFamily="18" charset="0"/>
            </a:endParaRPr>
          </a:p>
          <a:p>
            <a:pPr rtl="1"/>
            <a:r>
              <a:rPr lang="ar" b="0" i="0">
                <a:effectLst/>
                <a:latin typeface="Times New Roman" panose="02020603050405020304" pitchFamily="18" charset="0"/>
                <a:cs typeface="Times New Roman" panose="02020603050405020304" pitchFamily="18" charset="0"/>
              </a:rPr>
              <a:t>مرحلة الرشد المبكر (19-45 سنة)</a:t>
            </a:r>
          </a:p>
          <a:p>
            <a:pPr marL="0" indent="0" rtl="1">
              <a:buNone/>
            </a:pPr>
            <a:endParaRPr lang="en-GB" b="0" i="0" dirty="0">
              <a:effectLst/>
              <a:latin typeface="Times New Roman" panose="02020603050405020304" pitchFamily="18" charset="0"/>
              <a:cs typeface="Times New Roman" panose="02020603050405020304" pitchFamily="18" charset="0"/>
            </a:endParaRPr>
          </a:p>
          <a:p>
            <a:pPr rtl="1"/>
            <a:r>
              <a:rPr lang="ar" b="0" i="0">
                <a:effectLst/>
                <a:latin typeface="Times New Roman" panose="02020603050405020304" pitchFamily="18" charset="0"/>
                <a:cs typeface="Times New Roman" panose="02020603050405020304" pitchFamily="18" charset="0"/>
              </a:rPr>
              <a:t>مرحلة الرشد المتوسط (46-65 سنة)</a:t>
            </a:r>
          </a:p>
          <a:p>
            <a:pPr marL="0" indent="0" rtl="1">
              <a:buNone/>
            </a:pPr>
            <a:endParaRPr lang="en-GB" b="0" i="0" dirty="0">
              <a:effectLst/>
              <a:latin typeface="Times New Roman" panose="02020603050405020304" pitchFamily="18" charset="0"/>
              <a:cs typeface="Times New Roman" panose="02020603050405020304" pitchFamily="18" charset="0"/>
            </a:endParaRPr>
          </a:p>
          <a:p>
            <a:pPr rtl="1"/>
            <a:r>
              <a:rPr lang="ar" b="0" i="0">
                <a:effectLst/>
                <a:latin typeface="Times New Roman" panose="02020603050405020304" pitchFamily="18" charset="0"/>
                <a:cs typeface="Times New Roman" panose="02020603050405020304" pitchFamily="18" charset="0"/>
              </a:rPr>
              <a:t>مرحلة الرشد المتأخر (أكبر من 65 سنة)</a:t>
            </a:r>
          </a:p>
          <a:p>
            <a:pPr indent="0" rtl="1"/>
            <a:endParaRPr lang="en-GB" altLang="en-US" dirty="0">
              <a:latin typeface="Times New Roman" panose="02020603050405020304" pitchFamily="18" charset="0"/>
              <a:cs typeface="Times New Roman" panose="02020603050405020304" pitchFamily="18" charset="0"/>
            </a:endParaRPr>
          </a:p>
          <a:p>
            <a:pPr indent="0" rtl="1"/>
            <a:endParaRPr lang="en-GB" alt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6AAE8EF-45DD-05C4-B58E-9DE5F07B2E2C}"/>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060311299"/>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9FDDB-3BC7-890C-C69F-76DEF58ED1DE}"/>
              </a:ext>
            </a:extLst>
          </p:cNvPr>
          <p:cNvSpPr>
            <a:spLocks noGrp="1"/>
          </p:cNvSpPr>
          <p:nvPr>
            <p:ph type="title"/>
          </p:nvPr>
        </p:nvSpPr>
        <p:spPr>
          <a:xfrm>
            <a:off x="35496" y="1196752"/>
            <a:ext cx="9073008" cy="863600"/>
          </a:xfrm>
        </p:spPr>
        <p:txBody>
          <a:bodyPr rtlCol="1"/>
          <a:lstStyle/>
          <a:p>
            <a:pPr rtl="1"/>
            <a:r>
              <a:rPr lang="ar" sz="2400" b="1" dirty="0">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2400" b="1" dirty="0">
                <a:latin typeface="Times New Roman" panose="02020603050405020304" pitchFamily="18" charset="0"/>
                <a:cs typeface="Times New Roman" panose="02020603050405020304" pitchFamily="18" charset="0"/>
              </a:rPr>
            </a:br>
            <a:r>
              <a:rPr lang="ar" sz="2400" b="1" i="0" dirty="0">
                <a:solidFill>
                  <a:srgbClr val="000000"/>
                </a:solidFill>
                <a:effectLst/>
                <a:latin typeface="Times New Roman" panose="02020603050405020304" pitchFamily="18" charset="0"/>
                <a:cs typeface="Times New Roman" panose="02020603050405020304" pitchFamily="18" charset="0"/>
              </a:rPr>
              <a:t>أ2 الجوانب الرئيسة للنمو الجسدي والتغييرات الفسيولوجية في كل مرحلة من مراحل الحياة</a:t>
            </a:r>
            <a:r>
              <a:rPr lang="ar" sz="2400" b="0" i="0" dirty="0">
                <a:solidFill>
                  <a:srgbClr val="000000"/>
                </a:solidFill>
                <a:effectLst/>
                <a:latin typeface="Times New Roman" panose="02020603050405020304" pitchFamily="18" charset="0"/>
                <a:cs typeface="Times New Roman" panose="02020603050405020304" pitchFamily="18" charset="0"/>
              </a:rPr>
              <a:t> </a:t>
            </a:r>
            <a:endParaRPr lang="en-GB" sz="24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93826EF-ED41-13A2-17A2-2897A28BAFBE}"/>
              </a:ext>
            </a:extLst>
          </p:cNvPr>
          <p:cNvGraphicFramePr>
            <a:graphicFrameLocks noGrp="1"/>
          </p:cNvGraphicFramePr>
          <p:nvPr>
            <p:extLst>
              <p:ext uri="{D42A27DB-BD31-4B8C-83A1-F6EECF244321}">
                <p14:modId xmlns:p14="http://schemas.microsoft.com/office/powerpoint/2010/main" val="749646805"/>
              </p:ext>
            </p:extLst>
          </p:nvPr>
        </p:nvGraphicFramePr>
        <p:xfrm>
          <a:off x="35496" y="2204864"/>
          <a:ext cx="9073008" cy="4103786"/>
        </p:xfrm>
        <a:graphic>
          <a:graphicData uri="http://schemas.openxmlformats.org/drawingml/2006/table">
            <a:tbl>
              <a:tblPr rtl="1" firstRow="1" bandRow="1">
                <a:tableStyleId>{5C22544A-7EE6-4342-B048-85BDC9FD1C3A}</a:tableStyleId>
              </a:tblPr>
              <a:tblGrid>
                <a:gridCol w="4536504">
                  <a:extLst>
                    <a:ext uri="{9D8B030D-6E8A-4147-A177-3AD203B41FA5}">
                      <a16:colId xmlns:a16="http://schemas.microsoft.com/office/drawing/2014/main" val="2050638161"/>
                    </a:ext>
                  </a:extLst>
                </a:gridCol>
                <a:gridCol w="4536504">
                  <a:extLst>
                    <a:ext uri="{9D8B030D-6E8A-4147-A177-3AD203B41FA5}">
                      <a16:colId xmlns:a16="http://schemas.microsoft.com/office/drawing/2014/main" val="782087955"/>
                    </a:ext>
                  </a:extLst>
                </a:gridCol>
              </a:tblGrid>
              <a:tr h="1160230">
                <a:tc>
                  <a:txBody>
                    <a:bodyPr/>
                    <a:lstStyle/>
                    <a:p>
                      <a:pPr rtl="1"/>
                      <a:r>
                        <a:rPr lang="ar" sz="2400" b="1" dirty="0">
                          <a:solidFill>
                            <a:schemeClr val="tx1"/>
                          </a:solidFill>
                          <a:latin typeface="Arial" panose="020B0604020202020204" pitchFamily="34" charset="0"/>
                          <a:cs typeface="Arial" panose="020B0604020202020204" pitchFamily="34" charset="0"/>
                        </a:rPr>
                        <a:t>المصطلحات الرئيسة:</a:t>
                      </a:r>
                    </a:p>
                    <a:p>
                      <a:pPr rtl="1"/>
                      <a:endParaRPr lang="en-GB" sz="1600" b="1" dirty="0">
                        <a:solidFill>
                          <a:schemeClr val="tx1"/>
                        </a:solidFill>
                        <a:latin typeface="Arial" panose="020B0604020202020204" pitchFamily="34" charset="0"/>
                        <a:cs typeface="Arial" panose="020B0604020202020204" pitchFamily="34" charset="0"/>
                      </a:endParaRPr>
                    </a:p>
                    <a:p>
                      <a:pPr rtl="1"/>
                      <a:r>
                        <a:rPr lang="ar" sz="1600" b="1" dirty="0">
                          <a:solidFill>
                            <a:schemeClr val="tx1"/>
                          </a:solidFill>
                          <a:latin typeface="Arial" panose="020B0604020202020204" pitchFamily="34" charset="0"/>
                          <a:cs typeface="Arial" panose="020B0604020202020204" pitchFamily="34" charset="0"/>
                        </a:rPr>
                        <a:t>يُقصد</a:t>
                      </a:r>
                      <a:r>
                        <a:rPr lang="ar" sz="1600" b="0" dirty="0">
                          <a:solidFill>
                            <a:schemeClr val="tx1"/>
                          </a:solidFill>
                          <a:latin typeface="Arial" panose="020B0604020202020204" pitchFamily="34" charset="0"/>
                          <a:cs typeface="Arial" panose="020B0604020202020204" pitchFamily="34" charset="0"/>
                        </a:rPr>
                        <a:t> بالنمو الزيادة التدريجية في الحجم والوزن، مثل بداية البلوغ في مرحلة المراهقة وانقطاع الطمث في مرحلة الرشد المتوسط لدى النساء.</a:t>
                      </a:r>
                    </a:p>
                  </a:txBody>
                  <a:tcPr>
                    <a:solidFill>
                      <a:schemeClr val="bg1"/>
                    </a:solidFill>
                  </a:tcPr>
                </a:tc>
                <a:tc>
                  <a:txBody>
                    <a:bodyPr/>
                    <a:lstStyle/>
                    <a:p>
                      <a:pPr rtl="1"/>
                      <a:endParaRPr lang="en-GB" sz="1600" b="1" dirty="0">
                        <a:solidFill>
                          <a:schemeClr val="tx1"/>
                        </a:solidFill>
                        <a:latin typeface="Arial" panose="020B0604020202020204" pitchFamily="34" charset="0"/>
                        <a:cs typeface="Arial" panose="020B0604020202020204" pitchFamily="34" charset="0"/>
                      </a:endParaRPr>
                    </a:p>
                    <a:p>
                      <a:pPr rtl="1"/>
                      <a:endParaRPr lang="en-GB" sz="1600" b="1" dirty="0">
                        <a:solidFill>
                          <a:schemeClr val="tx1"/>
                        </a:solidFill>
                        <a:latin typeface="Arial" panose="020B0604020202020204" pitchFamily="34" charset="0"/>
                        <a:cs typeface="Arial" panose="020B0604020202020204" pitchFamily="34" charset="0"/>
                      </a:endParaRPr>
                    </a:p>
                    <a:p>
                      <a:pPr rtl="1"/>
                      <a:r>
                        <a:rPr lang="ar" sz="1600" b="1" dirty="0">
                          <a:solidFill>
                            <a:schemeClr val="tx1"/>
                          </a:solidFill>
                          <a:latin typeface="Arial" panose="020B0604020202020204" pitchFamily="34" charset="0"/>
                          <a:cs typeface="Arial" panose="020B0604020202020204" pitchFamily="34" charset="0"/>
                        </a:rPr>
                        <a:t>يُقصد </a:t>
                      </a:r>
                      <a:r>
                        <a:rPr lang="ar" sz="1600" b="0" dirty="0">
                          <a:solidFill>
                            <a:schemeClr val="tx1"/>
                          </a:solidFill>
                          <a:latin typeface="Arial" panose="020B0604020202020204" pitchFamily="34" charset="0"/>
                          <a:cs typeface="Arial" panose="020B0604020202020204" pitchFamily="34" charset="0"/>
                        </a:rPr>
                        <a:t>بالتطوّر اكتساب المهارات والمعرفة، ويحدث بالتسلسل نفسه لدى الجميع ولكن بمعدلات مختلفة، ويشمل ذلك جوانب مثل تعلم القراءة والكتابة.</a:t>
                      </a:r>
                    </a:p>
                  </a:txBody>
                  <a:tcPr>
                    <a:solidFill>
                      <a:schemeClr val="bg1"/>
                    </a:solidFill>
                  </a:tcPr>
                </a:tc>
                <a:extLst>
                  <a:ext uri="{0D108BD9-81ED-4DB2-BD59-A6C34878D82A}">
                    <a16:rowId xmlns:a16="http://schemas.microsoft.com/office/drawing/2014/main" val="1951815292"/>
                  </a:ext>
                </a:extLst>
              </a:tr>
              <a:tr h="2671226">
                <a:tc>
                  <a:txBody>
                    <a:bodyPr/>
                    <a:lstStyle/>
                    <a:p>
                      <a:pPr rtl="1"/>
                      <a:r>
                        <a:rPr lang="ar" sz="1600" b="1" dirty="0">
                          <a:solidFill>
                            <a:schemeClr val="tx1"/>
                          </a:solidFill>
                          <a:latin typeface="Arial" panose="020B0604020202020204" pitchFamily="34" charset="0"/>
                          <a:cs typeface="Arial" panose="020B0604020202020204" pitchFamily="34" charset="0"/>
                        </a:rPr>
                        <a:t>الوراثة</a:t>
                      </a:r>
                      <a:r>
                        <a:rPr lang="ar" sz="1600" b="0" dirty="0">
                          <a:solidFill>
                            <a:schemeClr val="tx1"/>
                          </a:solidFill>
                          <a:latin typeface="Arial" panose="020B0604020202020204" pitchFamily="34" charset="0"/>
                          <a:cs typeface="Arial" panose="020B0604020202020204" pitchFamily="34" charset="0"/>
                        </a:rPr>
                        <a:t> تتضمن جيناتنا التي تؤثر في السمات الجسدية مثل الطول ولون الشعر. تؤثر جيناتنا في قابلية إصابة أجسادنا بأمراض معينة. </a:t>
                      </a:r>
                    </a:p>
                    <a:p>
                      <a:pPr rtl="1"/>
                      <a:r>
                        <a:rPr lang="ar" sz="1600" b="1" dirty="0">
                          <a:solidFill>
                            <a:schemeClr val="tx1"/>
                          </a:solidFill>
                          <a:latin typeface="Arial" panose="020B0604020202020204" pitchFamily="34" charset="0"/>
                          <a:cs typeface="Arial" panose="020B0604020202020204" pitchFamily="34" charset="0"/>
                        </a:rPr>
                        <a:t>الهرمونات </a:t>
                      </a:r>
                      <a:r>
                        <a:rPr lang="ar" sz="1600" b="0" dirty="0">
                          <a:solidFill>
                            <a:schemeClr val="tx1"/>
                          </a:solidFill>
                          <a:latin typeface="Arial" panose="020B0604020202020204" pitchFamily="34" charset="0"/>
                          <a:cs typeface="Arial" panose="020B0604020202020204" pitchFamily="34" charset="0"/>
                        </a:rPr>
                        <a:t>هي الرسائل الكيميائية التي تُنظم وظائف الجسم المختلفة، بما في ذلك عواطفنا، والأيض، والتكاثر.</a:t>
                      </a:r>
                    </a:p>
                    <a:p>
                      <a:pPr rtl="1"/>
                      <a:r>
                        <a:rPr lang="ar" sz="1600" b="1" dirty="0">
                          <a:solidFill>
                            <a:schemeClr val="tx1"/>
                          </a:solidFill>
                          <a:latin typeface="Arial" panose="020B0604020202020204" pitchFamily="34" charset="0"/>
                          <a:cs typeface="Arial" panose="020B0604020202020204" pitchFamily="34" charset="0"/>
                        </a:rPr>
                        <a:t>التغذية</a:t>
                      </a:r>
                      <a:r>
                        <a:rPr lang="ar" sz="1600" b="0" dirty="0">
                          <a:solidFill>
                            <a:schemeClr val="tx1"/>
                          </a:solidFill>
                          <a:latin typeface="Arial" panose="020B0604020202020204" pitchFamily="34" charset="0"/>
                          <a:cs typeface="Arial" panose="020B0604020202020204" pitchFamily="34" charset="0"/>
                        </a:rPr>
                        <a:t> مهمة للنمو والتطوّر الصحيين. تؤثر هذه العوامل في حالتنا المزاجية، ووظائفنا الذهنية، وصحة جهازنا المناعي. </a:t>
                      </a:r>
                    </a:p>
                    <a:p>
                      <a:pPr rtl="1"/>
                      <a:r>
                        <a:rPr lang="ar" sz="1600" b="1" dirty="0">
                          <a:solidFill>
                            <a:schemeClr val="tx1"/>
                          </a:solidFill>
                          <a:latin typeface="Arial" panose="020B0604020202020204" pitchFamily="34" charset="0"/>
                          <a:cs typeface="Arial" panose="020B0604020202020204" pitchFamily="34" charset="0"/>
                        </a:rPr>
                        <a:t>النوم </a:t>
                      </a:r>
                      <a:r>
                        <a:rPr lang="ar" sz="1600" b="0" dirty="0">
                          <a:solidFill>
                            <a:schemeClr val="tx1"/>
                          </a:solidFill>
                          <a:latin typeface="Arial" panose="020B0604020202020204" pitchFamily="34" charset="0"/>
                          <a:cs typeface="Arial" panose="020B0604020202020204" pitchFamily="34" charset="0"/>
                        </a:rPr>
                        <a:t>هو جزء أساسي من نمو أجسامنا و</a:t>
                      </a:r>
                      <a:r>
                        <a:rPr lang="ar-EG" sz="1600" b="0" dirty="0">
                          <a:solidFill>
                            <a:schemeClr val="tx1"/>
                          </a:solidFill>
                          <a:latin typeface="Arial" panose="020B0604020202020204" pitchFamily="34" charset="0"/>
                          <a:cs typeface="Arial" panose="020B0604020202020204" pitchFamily="34" charset="0"/>
                        </a:rPr>
                        <a:t>تطوّر</a:t>
                      </a:r>
                      <a:r>
                        <a:rPr lang="ar" sz="1600" b="0" dirty="0">
                          <a:solidFill>
                            <a:schemeClr val="tx1"/>
                          </a:solidFill>
                          <a:latin typeface="Arial" panose="020B0604020202020204" pitchFamily="34" charset="0"/>
                          <a:cs typeface="Arial" panose="020B0604020202020204" pitchFamily="34" charset="0"/>
                        </a:rPr>
                        <a:t>ها وتعافيها.  </a:t>
                      </a:r>
                    </a:p>
                  </a:txBody>
                  <a:tcPr>
                    <a:solidFill>
                      <a:schemeClr val="bg1"/>
                    </a:solidFill>
                  </a:tcPr>
                </a:tc>
                <a:tc>
                  <a:txBody>
                    <a:bodyPr/>
                    <a:lstStyle/>
                    <a:p>
                      <a:pPr rtl="1"/>
                      <a:r>
                        <a:rPr lang="ar" sz="1600" b="1" dirty="0">
                          <a:solidFill>
                            <a:schemeClr val="tx1"/>
                          </a:solidFill>
                          <a:latin typeface="Arial" panose="020B0604020202020204" pitchFamily="34" charset="0"/>
                          <a:cs typeface="Arial" panose="020B0604020202020204" pitchFamily="34" charset="0"/>
                        </a:rPr>
                        <a:t>المرض</a:t>
                      </a:r>
                      <a:r>
                        <a:rPr lang="ar" sz="1600" b="0" dirty="0">
                          <a:solidFill>
                            <a:schemeClr val="tx1"/>
                          </a:solidFill>
                          <a:latin typeface="Arial" panose="020B0604020202020204" pitchFamily="34" charset="0"/>
                          <a:cs typeface="Arial" panose="020B0604020202020204" pitchFamily="34" charset="0"/>
                        </a:rPr>
                        <a:t> يُمكن أن يؤثر سلبًا في عافيتنا. فعندما يصاب الشخص بوعكة صحية، يضطر جهازه المناعي أن يعمل بجهد أكبر لمكافحة العدوى. وقد يتأثر الشخص عاطفيًا بالأمراض مثل القلق والاكتئاب، ما قد يؤثر في قدرته على التعامل مع المهام اليومية.  </a:t>
                      </a:r>
                    </a:p>
                    <a:p>
                      <a:pPr rtl="1"/>
                      <a:r>
                        <a:rPr lang="ar" sz="1600" b="1" dirty="0">
                          <a:solidFill>
                            <a:schemeClr val="tx1"/>
                          </a:solidFill>
                          <a:latin typeface="Arial" panose="020B0604020202020204" pitchFamily="34" charset="0"/>
                          <a:cs typeface="Arial" panose="020B0604020202020204" pitchFamily="34" charset="0"/>
                        </a:rPr>
                        <a:t>المؤثرات </a:t>
                      </a:r>
                      <a:r>
                        <a:rPr lang="ar" sz="1600" b="0" dirty="0">
                          <a:solidFill>
                            <a:schemeClr val="tx1"/>
                          </a:solidFill>
                          <a:latin typeface="Arial" panose="020B0604020202020204" pitchFamily="34" charset="0"/>
                          <a:cs typeface="Arial" panose="020B0604020202020204" pitchFamily="34" charset="0"/>
                        </a:rPr>
                        <a:t>العاطفية تُؤثر في كيفية تشكيل السلوك، وقدرتنا على اتخاذ القرارات، والصحة والعافية بوجه عام. </a:t>
                      </a:r>
                    </a:p>
                  </a:txBody>
                  <a:tcPr>
                    <a:solidFill>
                      <a:schemeClr val="bg1"/>
                    </a:solidFill>
                  </a:tcPr>
                </a:tc>
                <a:extLst>
                  <a:ext uri="{0D108BD9-81ED-4DB2-BD59-A6C34878D82A}">
                    <a16:rowId xmlns:a16="http://schemas.microsoft.com/office/drawing/2014/main" val="762168996"/>
                  </a:ext>
                </a:extLst>
              </a:tr>
            </a:tbl>
          </a:graphicData>
        </a:graphic>
      </p:graphicFrame>
      <p:sp>
        <p:nvSpPr>
          <p:cNvPr id="3" name="TextBox 2">
            <a:extLst>
              <a:ext uri="{FF2B5EF4-FFF2-40B4-BE49-F238E27FC236}">
                <a16:creationId xmlns:a16="http://schemas.microsoft.com/office/drawing/2014/main" id="{AC70E1CA-B6F9-85ED-8110-A33043F1B57D}"/>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37280912"/>
      </p:ext>
    </p:extLst>
  </p:cSld>
  <p:clrMapOvr>
    <a:masterClrMapping/>
  </p:clrMapOvr>
  <p:transition>
    <p:sndAc>
      <p:stSnd>
        <p:snd r:embed="rId2"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B8E17-D5F5-7AE4-9D17-E99DD2BF667E}"/>
              </a:ext>
            </a:extLst>
          </p:cNvPr>
          <p:cNvSpPr>
            <a:spLocks noGrp="1"/>
          </p:cNvSpPr>
          <p:nvPr>
            <p:ph type="title"/>
          </p:nvPr>
        </p:nvSpPr>
        <p:spPr>
          <a:xfrm>
            <a:off x="457200" y="1195388"/>
            <a:ext cx="8229600" cy="8636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الجوانب الرئيسة للتطوّر </a:t>
            </a:r>
            <a:br>
              <a:rPr lang="en-GB" sz="1800" b="1">
                <a:latin typeface="Times New Roman" panose="02020603050405020304" pitchFamily="18" charset="0"/>
                <a:cs typeface="Times New Roman" panose="02020603050405020304" pitchFamily="18" charset="0"/>
              </a:rPr>
            </a:br>
            <a:r>
              <a:rPr lang="ar" sz="1800" b="1">
                <a:latin typeface="Times New Roman" panose="02020603050405020304" pitchFamily="18" charset="0"/>
                <a:cs typeface="Times New Roman" panose="02020603050405020304" pitchFamily="18" charset="0"/>
              </a:rPr>
              <a:t>أ2، أ3، أ4، أ5</a:t>
            </a:r>
            <a:br>
              <a:rPr lang="en-GB" sz="1800" b="1">
                <a:latin typeface="Times New Roman" panose="02020603050405020304" pitchFamily="18" charset="0"/>
                <a:cs typeface="Times New Roman" panose="02020603050405020304" pitchFamily="18" charset="0"/>
              </a:rPr>
            </a:br>
            <a:endParaRPr lang="en-GB" sz="180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6BB291CC-1918-6512-1BC1-9EE0822AC1A9}"/>
              </a:ext>
            </a:extLst>
          </p:cNvPr>
          <p:cNvGrpSpPr/>
          <p:nvPr/>
        </p:nvGrpSpPr>
        <p:grpSpPr>
          <a:xfrm flipH="1">
            <a:off x="356353" y="2300070"/>
            <a:ext cx="7986792" cy="1237952"/>
            <a:chOff x="356353" y="2300070"/>
            <a:chExt cx="7986792" cy="1237952"/>
          </a:xfrm>
        </p:grpSpPr>
        <p:sp>
          <p:nvSpPr>
            <p:cNvPr id="4" name="Rectangle: Rounded Corners 3">
              <a:extLst>
                <a:ext uri="{FF2B5EF4-FFF2-40B4-BE49-F238E27FC236}">
                  <a16:creationId xmlns:a16="http://schemas.microsoft.com/office/drawing/2014/main" id="{A298D646-7708-28E4-CE1C-55BC356E3B27}"/>
                </a:ext>
              </a:extLst>
            </p:cNvPr>
            <p:cNvSpPr/>
            <p:nvPr/>
          </p:nvSpPr>
          <p:spPr>
            <a:xfrm>
              <a:off x="356353" y="2300070"/>
              <a:ext cx="1671654" cy="1061500"/>
            </a:xfrm>
            <a:prstGeom prst="roundRect">
              <a:avLst>
                <a:gd name="adj" fmla="val 10000"/>
              </a:avLst>
            </a:prstGeom>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a:lstStyle/>
            <a:p>
              <a:endParaRPr lang="en-US"/>
            </a:p>
          </p:txBody>
        </p:sp>
        <p:sp>
          <p:nvSpPr>
            <p:cNvPr id="5" name="Freeform: Shape 4">
              <a:extLst>
                <a:ext uri="{FF2B5EF4-FFF2-40B4-BE49-F238E27FC236}">
                  <a16:creationId xmlns:a16="http://schemas.microsoft.com/office/drawing/2014/main" id="{E4AA01B0-C9B4-60B5-0D38-9AC2327FDB6A}"/>
                </a:ext>
              </a:extLst>
            </p:cNvPr>
            <p:cNvSpPr/>
            <p:nvPr/>
          </p:nvSpPr>
          <p:spPr>
            <a:xfrm>
              <a:off x="542092" y="2476522"/>
              <a:ext cx="1671654" cy="1061500"/>
            </a:xfrm>
            <a:custGeom>
              <a:avLst/>
              <a:gdLst>
                <a:gd name="connsiteX0" fmla="*/ 0 w 1671654"/>
                <a:gd name="connsiteY0" fmla="*/ 106150 h 1061500"/>
                <a:gd name="connsiteX1" fmla="*/ 106150 w 1671654"/>
                <a:gd name="connsiteY1" fmla="*/ 0 h 1061500"/>
                <a:gd name="connsiteX2" fmla="*/ 1565504 w 1671654"/>
                <a:gd name="connsiteY2" fmla="*/ 0 h 1061500"/>
                <a:gd name="connsiteX3" fmla="*/ 1671654 w 1671654"/>
                <a:gd name="connsiteY3" fmla="*/ 106150 h 1061500"/>
                <a:gd name="connsiteX4" fmla="*/ 1671654 w 1671654"/>
                <a:gd name="connsiteY4" fmla="*/ 955350 h 1061500"/>
                <a:gd name="connsiteX5" fmla="*/ 1565504 w 1671654"/>
                <a:gd name="connsiteY5" fmla="*/ 1061500 h 1061500"/>
                <a:gd name="connsiteX6" fmla="*/ 106150 w 1671654"/>
                <a:gd name="connsiteY6" fmla="*/ 1061500 h 1061500"/>
                <a:gd name="connsiteX7" fmla="*/ 0 w 1671654"/>
                <a:gd name="connsiteY7" fmla="*/ 955350 h 1061500"/>
                <a:gd name="connsiteX8" fmla="*/ 0 w 1671654"/>
                <a:gd name="connsiteY8" fmla="*/ 106150 h 106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1654" h="1061500">
                  <a:moveTo>
                    <a:pt x="0" y="106150"/>
                  </a:moveTo>
                  <a:cubicBezTo>
                    <a:pt x="0" y="47525"/>
                    <a:pt x="47525" y="0"/>
                    <a:pt x="106150" y="0"/>
                  </a:cubicBezTo>
                  <a:lnTo>
                    <a:pt x="1565504" y="0"/>
                  </a:lnTo>
                  <a:cubicBezTo>
                    <a:pt x="1624129" y="0"/>
                    <a:pt x="1671654" y="47525"/>
                    <a:pt x="1671654" y="106150"/>
                  </a:cubicBezTo>
                  <a:lnTo>
                    <a:pt x="1671654" y="955350"/>
                  </a:lnTo>
                  <a:cubicBezTo>
                    <a:pt x="1671654" y="1013975"/>
                    <a:pt x="1624129" y="1061500"/>
                    <a:pt x="1565504" y="1061500"/>
                  </a:cubicBezTo>
                  <a:lnTo>
                    <a:pt x="106150" y="1061500"/>
                  </a:lnTo>
                  <a:cubicBezTo>
                    <a:pt x="47525" y="1061500"/>
                    <a:pt x="0" y="1013975"/>
                    <a:pt x="0" y="955350"/>
                  </a:cubicBezTo>
                  <a:lnTo>
                    <a:pt x="0" y="106150"/>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430" tIns="84430" rIns="84430" bIns="84430" numCol="1" spcCol="1270" rtlCol="1" anchor="ctr" anchorCtr="0">
              <a:noAutofit/>
            </a:bodyPr>
            <a:lstStyle/>
            <a:p>
              <a:pPr marL="0" lvl="0" indent="0" algn="ctr" defTabSz="622300" rtl="1">
                <a:lnSpc>
                  <a:spcPct val="90000"/>
                </a:lnSpc>
                <a:spcBef>
                  <a:spcPct val="0"/>
                </a:spcBef>
                <a:spcAft>
                  <a:spcPct val="35000"/>
                </a:spcAft>
                <a:buNone/>
              </a:pPr>
              <a:r>
                <a:rPr lang="ar" sz="1400" b="1" kern="1200" dirty="0">
                  <a:latin typeface="Times New Roman" panose="02020603050405020304" pitchFamily="18" charset="0"/>
                  <a:cs typeface="Times New Roman" panose="02020603050405020304" pitchFamily="18" charset="0"/>
                </a:rPr>
                <a:t>التطوّر البدني:</a:t>
              </a:r>
              <a:r>
                <a:rPr lang="ar" sz="1400" kern="1200" dirty="0">
                  <a:latin typeface="Times New Roman" panose="02020603050405020304" pitchFamily="18" charset="0"/>
                  <a:cs typeface="Times New Roman" panose="02020603050405020304" pitchFamily="18" charset="0"/>
                </a:rPr>
                <a:t> نمو وتطوّر الجسم، والمهارات الحركية الدقيقة، والمهارات الحركية الكبرى </a:t>
              </a:r>
              <a:endParaRPr lang="en-US" sz="1400" kern="1200" dirty="0">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4B8F90A4-4795-8CAA-1834-E8A98998099A}"/>
                </a:ext>
              </a:extLst>
            </p:cNvPr>
            <p:cNvSpPr/>
            <p:nvPr/>
          </p:nvSpPr>
          <p:spPr>
            <a:xfrm>
              <a:off x="2399486" y="2300070"/>
              <a:ext cx="1671654" cy="1061500"/>
            </a:xfrm>
            <a:prstGeom prst="roundRect">
              <a:avLst>
                <a:gd name="adj" fmla="val 10000"/>
              </a:avLst>
            </a:prstGeom>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6920C259-E205-4ADF-92F4-2DF75E298F4F}"/>
                </a:ext>
              </a:extLst>
            </p:cNvPr>
            <p:cNvSpPr/>
            <p:nvPr/>
          </p:nvSpPr>
          <p:spPr>
            <a:xfrm>
              <a:off x="2585225" y="2476522"/>
              <a:ext cx="1671654" cy="1061500"/>
            </a:xfrm>
            <a:custGeom>
              <a:avLst/>
              <a:gdLst>
                <a:gd name="connsiteX0" fmla="*/ 0 w 1671654"/>
                <a:gd name="connsiteY0" fmla="*/ 106150 h 1061500"/>
                <a:gd name="connsiteX1" fmla="*/ 106150 w 1671654"/>
                <a:gd name="connsiteY1" fmla="*/ 0 h 1061500"/>
                <a:gd name="connsiteX2" fmla="*/ 1565504 w 1671654"/>
                <a:gd name="connsiteY2" fmla="*/ 0 h 1061500"/>
                <a:gd name="connsiteX3" fmla="*/ 1671654 w 1671654"/>
                <a:gd name="connsiteY3" fmla="*/ 106150 h 1061500"/>
                <a:gd name="connsiteX4" fmla="*/ 1671654 w 1671654"/>
                <a:gd name="connsiteY4" fmla="*/ 955350 h 1061500"/>
                <a:gd name="connsiteX5" fmla="*/ 1565504 w 1671654"/>
                <a:gd name="connsiteY5" fmla="*/ 1061500 h 1061500"/>
                <a:gd name="connsiteX6" fmla="*/ 106150 w 1671654"/>
                <a:gd name="connsiteY6" fmla="*/ 1061500 h 1061500"/>
                <a:gd name="connsiteX7" fmla="*/ 0 w 1671654"/>
                <a:gd name="connsiteY7" fmla="*/ 955350 h 1061500"/>
                <a:gd name="connsiteX8" fmla="*/ 0 w 1671654"/>
                <a:gd name="connsiteY8" fmla="*/ 106150 h 106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1654" h="1061500">
                  <a:moveTo>
                    <a:pt x="0" y="106150"/>
                  </a:moveTo>
                  <a:cubicBezTo>
                    <a:pt x="0" y="47525"/>
                    <a:pt x="47525" y="0"/>
                    <a:pt x="106150" y="0"/>
                  </a:cubicBezTo>
                  <a:lnTo>
                    <a:pt x="1565504" y="0"/>
                  </a:lnTo>
                  <a:cubicBezTo>
                    <a:pt x="1624129" y="0"/>
                    <a:pt x="1671654" y="47525"/>
                    <a:pt x="1671654" y="106150"/>
                  </a:cubicBezTo>
                  <a:lnTo>
                    <a:pt x="1671654" y="955350"/>
                  </a:lnTo>
                  <a:cubicBezTo>
                    <a:pt x="1671654" y="1013975"/>
                    <a:pt x="1624129" y="1061500"/>
                    <a:pt x="1565504" y="1061500"/>
                  </a:cubicBezTo>
                  <a:lnTo>
                    <a:pt x="106150" y="1061500"/>
                  </a:lnTo>
                  <a:cubicBezTo>
                    <a:pt x="47525" y="1061500"/>
                    <a:pt x="0" y="1013975"/>
                    <a:pt x="0" y="955350"/>
                  </a:cubicBezTo>
                  <a:lnTo>
                    <a:pt x="0" y="106150"/>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430" tIns="84430" rIns="84430" bIns="84430" numCol="1" spcCol="1270" rtlCol="1" anchor="ctr" anchorCtr="0">
              <a:noAutofit/>
            </a:bodyPr>
            <a:lstStyle/>
            <a:p>
              <a:pPr marL="0" lvl="0" indent="0" algn="ctr" defTabSz="622300" rtl="1">
                <a:lnSpc>
                  <a:spcPct val="90000"/>
                </a:lnSpc>
                <a:spcBef>
                  <a:spcPct val="0"/>
                </a:spcBef>
                <a:spcAft>
                  <a:spcPct val="35000"/>
                </a:spcAft>
                <a:buNone/>
              </a:pPr>
              <a:r>
                <a:rPr lang="ar" sz="1400" b="1" kern="1200">
                  <a:latin typeface="Times New Roman" panose="02020603050405020304" pitchFamily="18" charset="0"/>
                  <a:cs typeface="Times New Roman" panose="02020603050405020304" pitchFamily="18" charset="0"/>
                </a:rPr>
                <a:t>التطوّر الفكري/المعرفي:</a:t>
              </a:r>
              <a:r>
                <a:rPr lang="ar" sz="1400" kern="1200">
                  <a:latin typeface="Times New Roman" panose="02020603050405020304" pitchFamily="18" charset="0"/>
                  <a:cs typeface="Times New Roman" panose="02020603050405020304" pitchFamily="18" charset="0"/>
                </a:rPr>
                <a:t> مهارات التفكير، القدرة على حل المشكلات، والمهارات اللغوية</a:t>
              </a:r>
              <a:endParaRPr lang="en-US" sz="1400" kern="1200" dirty="0">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93EC9F5C-087F-831C-E95C-5DDA7B8625A8}"/>
                </a:ext>
              </a:extLst>
            </p:cNvPr>
            <p:cNvSpPr/>
            <p:nvPr/>
          </p:nvSpPr>
          <p:spPr>
            <a:xfrm>
              <a:off x="4442619" y="2300070"/>
              <a:ext cx="1671654" cy="1061500"/>
            </a:xfrm>
            <a:prstGeom prst="roundRect">
              <a:avLst>
                <a:gd name="adj" fmla="val 10000"/>
              </a:avLst>
            </a:prstGeom>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2F990D43-B618-8A82-5222-D65D6D8D42DC}"/>
                </a:ext>
              </a:extLst>
            </p:cNvPr>
            <p:cNvSpPr/>
            <p:nvPr/>
          </p:nvSpPr>
          <p:spPr>
            <a:xfrm>
              <a:off x="4628358" y="2476522"/>
              <a:ext cx="1671654" cy="1061500"/>
            </a:xfrm>
            <a:custGeom>
              <a:avLst/>
              <a:gdLst>
                <a:gd name="connsiteX0" fmla="*/ 0 w 1671654"/>
                <a:gd name="connsiteY0" fmla="*/ 106150 h 1061500"/>
                <a:gd name="connsiteX1" fmla="*/ 106150 w 1671654"/>
                <a:gd name="connsiteY1" fmla="*/ 0 h 1061500"/>
                <a:gd name="connsiteX2" fmla="*/ 1565504 w 1671654"/>
                <a:gd name="connsiteY2" fmla="*/ 0 h 1061500"/>
                <a:gd name="connsiteX3" fmla="*/ 1671654 w 1671654"/>
                <a:gd name="connsiteY3" fmla="*/ 106150 h 1061500"/>
                <a:gd name="connsiteX4" fmla="*/ 1671654 w 1671654"/>
                <a:gd name="connsiteY4" fmla="*/ 955350 h 1061500"/>
                <a:gd name="connsiteX5" fmla="*/ 1565504 w 1671654"/>
                <a:gd name="connsiteY5" fmla="*/ 1061500 h 1061500"/>
                <a:gd name="connsiteX6" fmla="*/ 106150 w 1671654"/>
                <a:gd name="connsiteY6" fmla="*/ 1061500 h 1061500"/>
                <a:gd name="connsiteX7" fmla="*/ 0 w 1671654"/>
                <a:gd name="connsiteY7" fmla="*/ 955350 h 1061500"/>
                <a:gd name="connsiteX8" fmla="*/ 0 w 1671654"/>
                <a:gd name="connsiteY8" fmla="*/ 106150 h 106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1654" h="1061500">
                  <a:moveTo>
                    <a:pt x="0" y="106150"/>
                  </a:moveTo>
                  <a:cubicBezTo>
                    <a:pt x="0" y="47525"/>
                    <a:pt x="47525" y="0"/>
                    <a:pt x="106150" y="0"/>
                  </a:cubicBezTo>
                  <a:lnTo>
                    <a:pt x="1565504" y="0"/>
                  </a:lnTo>
                  <a:cubicBezTo>
                    <a:pt x="1624129" y="0"/>
                    <a:pt x="1671654" y="47525"/>
                    <a:pt x="1671654" y="106150"/>
                  </a:cubicBezTo>
                  <a:lnTo>
                    <a:pt x="1671654" y="955350"/>
                  </a:lnTo>
                  <a:cubicBezTo>
                    <a:pt x="1671654" y="1013975"/>
                    <a:pt x="1624129" y="1061500"/>
                    <a:pt x="1565504" y="1061500"/>
                  </a:cubicBezTo>
                  <a:lnTo>
                    <a:pt x="106150" y="1061500"/>
                  </a:lnTo>
                  <a:cubicBezTo>
                    <a:pt x="47525" y="1061500"/>
                    <a:pt x="0" y="1013975"/>
                    <a:pt x="0" y="955350"/>
                  </a:cubicBezTo>
                  <a:lnTo>
                    <a:pt x="0" y="106150"/>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430" tIns="84430" rIns="84430" bIns="84430" numCol="1" spcCol="1270" rtlCol="1" anchor="ctr" anchorCtr="0">
              <a:noAutofit/>
            </a:bodyPr>
            <a:lstStyle/>
            <a:p>
              <a:pPr marL="0" lvl="0" indent="0" algn="ctr" defTabSz="622300" rtl="1">
                <a:lnSpc>
                  <a:spcPct val="90000"/>
                </a:lnSpc>
                <a:spcBef>
                  <a:spcPct val="0"/>
                </a:spcBef>
                <a:spcAft>
                  <a:spcPct val="35000"/>
                </a:spcAft>
                <a:buNone/>
              </a:pPr>
              <a:r>
                <a:rPr lang="ar" sz="1400" b="1" kern="1200">
                  <a:latin typeface="Times New Roman" panose="02020603050405020304" pitchFamily="18" charset="0"/>
                  <a:cs typeface="Times New Roman" panose="02020603050405020304" pitchFamily="18" charset="0"/>
                </a:rPr>
                <a:t>التطوّر العاطفي:</a:t>
              </a:r>
              <a:r>
                <a:rPr lang="ar" sz="1400" kern="1200">
                  <a:latin typeface="Times New Roman" panose="02020603050405020304" pitchFamily="18" charset="0"/>
                  <a:cs typeface="Times New Roman" panose="02020603050405020304" pitchFamily="18" charset="0"/>
                </a:rPr>
                <a:t> تعلّم وفهم المشاعر والأحاسيس</a:t>
              </a:r>
              <a:endParaRPr lang="en-US" sz="1400" kern="1200" dirty="0">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E28D85D6-08CA-EA32-4726-021329265978}"/>
                </a:ext>
              </a:extLst>
            </p:cNvPr>
            <p:cNvSpPr/>
            <p:nvPr/>
          </p:nvSpPr>
          <p:spPr>
            <a:xfrm>
              <a:off x="6485752" y="2300070"/>
              <a:ext cx="1671654" cy="1061500"/>
            </a:xfrm>
            <a:prstGeom prst="roundRect">
              <a:avLst>
                <a:gd name="adj" fmla="val 10000"/>
              </a:avLst>
            </a:prstGeom>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1720FEC1-2B02-4D5F-9FE3-AD57C790FB2B}"/>
                </a:ext>
              </a:extLst>
            </p:cNvPr>
            <p:cNvSpPr/>
            <p:nvPr/>
          </p:nvSpPr>
          <p:spPr>
            <a:xfrm>
              <a:off x="6671491" y="2476522"/>
              <a:ext cx="1671654" cy="1061500"/>
            </a:xfrm>
            <a:custGeom>
              <a:avLst/>
              <a:gdLst>
                <a:gd name="connsiteX0" fmla="*/ 0 w 1671654"/>
                <a:gd name="connsiteY0" fmla="*/ 106150 h 1061500"/>
                <a:gd name="connsiteX1" fmla="*/ 106150 w 1671654"/>
                <a:gd name="connsiteY1" fmla="*/ 0 h 1061500"/>
                <a:gd name="connsiteX2" fmla="*/ 1565504 w 1671654"/>
                <a:gd name="connsiteY2" fmla="*/ 0 h 1061500"/>
                <a:gd name="connsiteX3" fmla="*/ 1671654 w 1671654"/>
                <a:gd name="connsiteY3" fmla="*/ 106150 h 1061500"/>
                <a:gd name="connsiteX4" fmla="*/ 1671654 w 1671654"/>
                <a:gd name="connsiteY4" fmla="*/ 955350 h 1061500"/>
                <a:gd name="connsiteX5" fmla="*/ 1565504 w 1671654"/>
                <a:gd name="connsiteY5" fmla="*/ 1061500 h 1061500"/>
                <a:gd name="connsiteX6" fmla="*/ 106150 w 1671654"/>
                <a:gd name="connsiteY6" fmla="*/ 1061500 h 1061500"/>
                <a:gd name="connsiteX7" fmla="*/ 0 w 1671654"/>
                <a:gd name="connsiteY7" fmla="*/ 955350 h 1061500"/>
                <a:gd name="connsiteX8" fmla="*/ 0 w 1671654"/>
                <a:gd name="connsiteY8" fmla="*/ 106150 h 106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1654" h="1061500">
                  <a:moveTo>
                    <a:pt x="0" y="106150"/>
                  </a:moveTo>
                  <a:cubicBezTo>
                    <a:pt x="0" y="47525"/>
                    <a:pt x="47525" y="0"/>
                    <a:pt x="106150" y="0"/>
                  </a:cubicBezTo>
                  <a:lnTo>
                    <a:pt x="1565504" y="0"/>
                  </a:lnTo>
                  <a:cubicBezTo>
                    <a:pt x="1624129" y="0"/>
                    <a:pt x="1671654" y="47525"/>
                    <a:pt x="1671654" y="106150"/>
                  </a:cubicBezTo>
                  <a:lnTo>
                    <a:pt x="1671654" y="955350"/>
                  </a:lnTo>
                  <a:cubicBezTo>
                    <a:pt x="1671654" y="1013975"/>
                    <a:pt x="1624129" y="1061500"/>
                    <a:pt x="1565504" y="1061500"/>
                  </a:cubicBezTo>
                  <a:lnTo>
                    <a:pt x="106150" y="1061500"/>
                  </a:lnTo>
                  <a:cubicBezTo>
                    <a:pt x="47525" y="1061500"/>
                    <a:pt x="0" y="1013975"/>
                    <a:pt x="0" y="955350"/>
                  </a:cubicBezTo>
                  <a:lnTo>
                    <a:pt x="0" y="106150"/>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430" tIns="84430" rIns="84430" bIns="84430" numCol="1" spcCol="1270" rtlCol="1" anchor="ctr" anchorCtr="0">
              <a:noAutofit/>
            </a:bodyPr>
            <a:lstStyle/>
            <a:p>
              <a:pPr marL="0" lvl="0" indent="0" algn="ctr" defTabSz="622300" rtl="1">
                <a:lnSpc>
                  <a:spcPct val="90000"/>
                </a:lnSpc>
                <a:spcBef>
                  <a:spcPct val="0"/>
                </a:spcBef>
                <a:spcAft>
                  <a:spcPct val="35000"/>
                </a:spcAft>
                <a:buNone/>
              </a:pPr>
              <a:r>
                <a:rPr lang="ar" sz="1400" b="1" kern="1200" dirty="0">
                  <a:latin typeface="Times New Roman" panose="02020603050405020304" pitchFamily="18" charset="0"/>
                  <a:cs typeface="Times New Roman" panose="02020603050405020304" pitchFamily="18" charset="0"/>
                </a:rPr>
                <a:t>التطوّر الاجتماعي:</a:t>
              </a:r>
              <a:r>
                <a:rPr lang="ar" sz="1400" kern="1200" dirty="0">
                  <a:latin typeface="Times New Roman" panose="02020603050405020304" pitchFamily="18" charset="0"/>
                  <a:cs typeface="Times New Roman" panose="02020603050405020304" pitchFamily="18" charset="0"/>
                </a:rPr>
                <a:t> تعلّم التفاعل مع الآخرين وتكوين العلاقات </a:t>
              </a:r>
              <a:endParaRPr lang="en-US" sz="1400" kern="1200" dirty="0">
                <a:latin typeface="Times New Roman" panose="02020603050405020304" pitchFamily="18" charset="0"/>
                <a:cs typeface="Times New Roman" panose="02020603050405020304" pitchFamily="18" charset="0"/>
              </a:endParaRPr>
            </a:p>
          </p:txBody>
        </p:sp>
      </p:grpSp>
      <p:pic>
        <p:nvPicPr>
          <p:cNvPr id="6" name="Picture 5" descr="A silhouette of a person walking&#10;&#10;AI-generated content may be incorrect.">
            <a:extLst>
              <a:ext uri="{FF2B5EF4-FFF2-40B4-BE49-F238E27FC236}">
                <a16:creationId xmlns:a16="http://schemas.microsoft.com/office/drawing/2014/main" id="{86D7107C-DDF2-2094-A697-1F7827230C52}"/>
              </a:ext>
            </a:extLst>
          </p:cNvPr>
          <p:cNvPicPr>
            <a:picLocks noChangeAspect="1"/>
          </p:cNvPicPr>
          <p:nvPr/>
        </p:nvPicPr>
        <p:blipFill>
          <a:blip r:embed="rId4"/>
          <a:srcRect l="8613" t="15773" r="16788" b="15142"/>
          <a:stretch>
            <a:fillRect/>
          </a:stretch>
        </p:blipFill>
        <p:spPr>
          <a:xfrm>
            <a:off x="1865824" y="3880904"/>
            <a:ext cx="5403777" cy="2319756"/>
          </a:xfrm>
          <a:prstGeom prst="rect">
            <a:avLst/>
          </a:prstGeom>
          <a:ln>
            <a:noFill/>
          </a:ln>
        </p:spPr>
      </p:pic>
      <p:sp>
        <p:nvSpPr>
          <p:cNvPr id="9" name="TextBox 8">
            <a:extLst>
              <a:ext uri="{FF2B5EF4-FFF2-40B4-BE49-F238E27FC236}">
                <a16:creationId xmlns:a16="http://schemas.microsoft.com/office/drawing/2014/main" id="{9E7B5ACF-EA05-73A1-746E-B89E28C9ED9A}"/>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3591649129"/>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8FB84-C2E0-F0D9-81AC-018911D7B880}"/>
              </a:ext>
            </a:extLst>
          </p:cNvPr>
          <p:cNvSpPr>
            <a:spLocks noGrp="1"/>
          </p:cNvSpPr>
          <p:nvPr>
            <p:ph type="title"/>
          </p:nvPr>
        </p:nvSpPr>
        <p:spPr>
          <a:xfrm>
            <a:off x="-5358" y="1268760"/>
            <a:ext cx="8784976" cy="865648"/>
          </a:xfrm>
        </p:spPr>
        <p:txBody>
          <a:bodyPr wrap="square" rtlCol="1" anchor="b">
            <a:noAutofit/>
          </a:bodyPr>
          <a:lstStyle/>
          <a:p>
            <a:pPr rtl="1">
              <a:lnSpc>
                <a:spcPct val="90000"/>
              </a:lnSpc>
            </a:pPr>
            <a:r>
              <a:rPr lang="ar" sz="22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2200" b="1" dirty="0">
                <a:latin typeface="Times New Roman" panose="02020603050405020304" pitchFamily="18" charset="0"/>
                <a:cs typeface="Times New Roman" panose="02020603050405020304" pitchFamily="18" charset="0"/>
              </a:rPr>
            </a:br>
            <a:r>
              <a:rPr lang="ar" sz="2200" b="1" i="0">
                <a:effectLst/>
                <a:latin typeface="Times New Roman" panose="02020603050405020304" pitchFamily="18" charset="0"/>
                <a:cs typeface="Times New Roman" panose="02020603050405020304" pitchFamily="18" charset="0"/>
              </a:rPr>
              <a:t>أ2 الجوانب الرئيسة للنمو الجسدي والتغييرات الفسيولوجية في كل مرحلة من مراحل الحياة</a:t>
            </a:r>
            <a:r>
              <a:rPr lang="ar" sz="2200" b="0" i="0">
                <a:effectLst/>
                <a:latin typeface="Times New Roman" panose="02020603050405020304" pitchFamily="18" charset="0"/>
                <a:cs typeface="Times New Roman" panose="02020603050405020304" pitchFamily="18" charset="0"/>
              </a:rPr>
              <a:t> </a:t>
            </a:r>
            <a:r>
              <a:rPr lang="ar" sz="2200" b="1">
                <a:latin typeface="Times New Roman" panose="02020603050405020304" pitchFamily="18" charset="0"/>
                <a:cs typeface="Times New Roman" panose="02020603050405020304" pitchFamily="18" charset="0"/>
              </a:rPr>
              <a:t> </a:t>
            </a:r>
            <a:endParaRPr lang="en-GB" sz="2200" dirty="0">
              <a:latin typeface="Times New Roman" panose="02020603050405020304" pitchFamily="18" charset="0"/>
              <a:cs typeface="Times New Roman" panose="02020603050405020304" pitchFamily="18" charset="0"/>
            </a:endParaRPr>
          </a:p>
        </p:txBody>
      </p:sp>
      <p:sp>
        <p:nvSpPr>
          <p:cNvPr id="10" name="Text Placeholder 2">
            <a:extLst>
              <a:ext uri="{FF2B5EF4-FFF2-40B4-BE49-F238E27FC236}">
                <a16:creationId xmlns:a16="http://schemas.microsoft.com/office/drawing/2014/main" id="{5F51AA90-5E27-E889-437B-538A16E3BD24}"/>
              </a:ext>
            </a:extLst>
          </p:cNvPr>
          <p:cNvSpPr>
            <a:spLocks noGrp="1"/>
          </p:cNvSpPr>
          <p:nvPr>
            <p:ph type="body" sz="half" idx="2"/>
          </p:nvPr>
        </p:nvSpPr>
        <p:spPr>
          <a:xfrm>
            <a:off x="5622142" y="3497100"/>
            <a:ext cx="3198330" cy="1336826"/>
          </a:xfrm>
        </p:spPr>
        <p:txBody>
          <a:bodyPr rtlCol="1"/>
          <a:lstStyle/>
          <a:p>
            <a:pPr algn="r" rtl="1"/>
            <a:r>
              <a:rPr lang="ar" sz="1800" b="1">
                <a:latin typeface="Times New Roman" panose="02020603050405020304" pitchFamily="18" charset="0"/>
                <a:cs typeface="Times New Roman" panose="02020603050405020304" pitchFamily="18" charset="0"/>
              </a:rPr>
              <a:t>مرحلة الرضاعة (0-2 سنة)</a:t>
            </a:r>
          </a:p>
          <a:p>
            <a:pPr algn="r" rtl="1"/>
            <a:endParaRPr lang="en-US" sz="1800" b="1" dirty="0">
              <a:latin typeface="Times New Roman" panose="02020603050405020304" pitchFamily="18" charset="0"/>
              <a:cs typeface="Times New Roman" panose="02020603050405020304" pitchFamily="18" charset="0"/>
            </a:endParaRPr>
          </a:p>
          <a:p>
            <a:pPr algn="r" rtl="1"/>
            <a:endParaRPr lang="en-US" sz="1800" b="1" dirty="0">
              <a:latin typeface="Times New Roman" panose="02020603050405020304" pitchFamily="18" charset="0"/>
              <a:cs typeface="Times New Roman" panose="02020603050405020304" pitchFamily="18" charset="0"/>
            </a:endParaRPr>
          </a:p>
          <a:p>
            <a:pPr algn="r" rtl="1"/>
            <a:r>
              <a:rPr lang="ar" sz="1800" b="1">
                <a:latin typeface="Times New Roman" panose="02020603050405020304" pitchFamily="18" charset="0"/>
                <a:cs typeface="Times New Roman" panose="02020603050405020304" pitchFamily="18" charset="0"/>
              </a:rPr>
              <a:t>مرحلة الطفولة المبكرة (3-8 سنوات)</a:t>
            </a:r>
          </a:p>
        </p:txBody>
      </p:sp>
      <p:grpSp>
        <p:nvGrpSpPr>
          <p:cNvPr id="3" name="Group 2">
            <a:extLst>
              <a:ext uri="{FF2B5EF4-FFF2-40B4-BE49-F238E27FC236}">
                <a16:creationId xmlns:a16="http://schemas.microsoft.com/office/drawing/2014/main" id="{EFCC7CA6-DDBF-B0A1-B0E4-318624DB7B89}"/>
              </a:ext>
            </a:extLst>
          </p:cNvPr>
          <p:cNvGrpSpPr/>
          <p:nvPr/>
        </p:nvGrpSpPr>
        <p:grpSpPr>
          <a:xfrm flipH="1">
            <a:off x="437460" y="2583691"/>
            <a:ext cx="5110503" cy="3163644"/>
            <a:chOff x="437460" y="2583691"/>
            <a:chExt cx="5110503" cy="3163644"/>
          </a:xfrm>
        </p:grpSpPr>
        <p:sp>
          <p:nvSpPr>
            <p:cNvPr id="4" name="Freeform: Shape 3">
              <a:extLst>
                <a:ext uri="{FF2B5EF4-FFF2-40B4-BE49-F238E27FC236}">
                  <a16:creationId xmlns:a16="http://schemas.microsoft.com/office/drawing/2014/main" id="{4EC94119-46E9-56B7-2992-4056839E1682}"/>
                </a:ext>
              </a:extLst>
            </p:cNvPr>
            <p:cNvSpPr/>
            <p:nvPr/>
          </p:nvSpPr>
          <p:spPr>
            <a:xfrm>
              <a:off x="437460" y="2583691"/>
              <a:ext cx="2433572" cy="1460143"/>
            </a:xfrm>
            <a:custGeom>
              <a:avLst/>
              <a:gdLst>
                <a:gd name="connsiteX0" fmla="*/ 0 w 2433572"/>
                <a:gd name="connsiteY0" fmla="*/ 0 h 1460143"/>
                <a:gd name="connsiteX1" fmla="*/ 2433572 w 2433572"/>
                <a:gd name="connsiteY1" fmla="*/ 0 h 1460143"/>
                <a:gd name="connsiteX2" fmla="*/ 2433572 w 2433572"/>
                <a:gd name="connsiteY2" fmla="*/ 1460143 h 1460143"/>
                <a:gd name="connsiteX3" fmla="*/ 0 w 2433572"/>
                <a:gd name="connsiteY3" fmla="*/ 1460143 h 1460143"/>
                <a:gd name="connsiteX4" fmla="*/ 0 w 2433572"/>
                <a:gd name="connsiteY4" fmla="*/ 0 h 1460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3572" h="1460143">
                  <a:moveTo>
                    <a:pt x="0" y="0"/>
                  </a:moveTo>
                  <a:lnTo>
                    <a:pt x="2433572" y="0"/>
                  </a:lnTo>
                  <a:lnTo>
                    <a:pt x="2433572" y="1460143"/>
                  </a:lnTo>
                  <a:lnTo>
                    <a:pt x="0" y="1460143"/>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يتضمن نموًا جسديًا سريعًا </a:t>
              </a:r>
              <a:endParaRPr lang="en-US" sz="2100" kern="1200" dirty="0">
                <a:latin typeface="Times New Roman" panose="02020603050405020304" pitchFamily="18" charset="0"/>
                <a:cs typeface="Times New Roman" panose="02020603050405020304" pitchFamily="18" charset="0"/>
              </a:endParaRPr>
            </a:p>
          </p:txBody>
        </p:sp>
        <p:sp>
          <p:nvSpPr>
            <p:cNvPr id="5" name="Freeform: Shape 4">
              <a:extLst>
                <a:ext uri="{FF2B5EF4-FFF2-40B4-BE49-F238E27FC236}">
                  <a16:creationId xmlns:a16="http://schemas.microsoft.com/office/drawing/2014/main" id="{CBA6E9E2-8302-EBDD-268F-4DBEE7B82CF5}"/>
                </a:ext>
              </a:extLst>
            </p:cNvPr>
            <p:cNvSpPr/>
            <p:nvPr/>
          </p:nvSpPr>
          <p:spPr>
            <a:xfrm>
              <a:off x="3114391" y="2583691"/>
              <a:ext cx="2433572" cy="1460143"/>
            </a:xfrm>
            <a:custGeom>
              <a:avLst/>
              <a:gdLst>
                <a:gd name="connsiteX0" fmla="*/ 0 w 2433572"/>
                <a:gd name="connsiteY0" fmla="*/ 0 h 1460143"/>
                <a:gd name="connsiteX1" fmla="*/ 2433572 w 2433572"/>
                <a:gd name="connsiteY1" fmla="*/ 0 h 1460143"/>
                <a:gd name="connsiteX2" fmla="*/ 2433572 w 2433572"/>
                <a:gd name="connsiteY2" fmla="*/ 1460143 h 1460143"/>
                <a:gd name="connsiteX3" fmla="*/ 0 w 2433572"/>
                <a:gd name="connsiteY3" fmla="*/ 1460143 h 1460143"/>
                <a:gd name="connsiteX4" fmla="*/ 0 w 2433572"/>
                <a:gd name="connsiteY4" fmla="*/ 0 h 1460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3572" h="1460143">
                  <a:moveTo>
                    <a:pt x="0" y="0"/>
                  </a:moveTo>
                  <a:lnTo>
                    <a:pt x="2433572" y="0"/>
                  </a:lnTo>
                  <a:lnTo>
                    <a:pt x="2433572" y="1460143"/>
                  </a:lnTo>
                  <a:lnTo>
                    <a:pt x="0" y="1460143"/>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a:latin typeface="Times New Roman" panose="02020603050405020304" pitchFamily="18" charset="0"/>
                  <a:cs typeface="Times New Roman" panose="02020603050405020304" pitchFamily="18" charset="0"/>
                </a:rPr>
                <a:t>المهارات الحركية الدقيقة:</a:t>
              </a:r>
              <a:r>
                <a:rPr lang="ar" sz="2100" kern="1200">
                  <a:latin typeface="Times New Roman" panose="02020603050405020304" pitchFamily="18" charset="0"/>
                  <a:cs typeface="Times New Roman" panose="02020603050405020304" pitchFamily="18" charset="0"/>
                </a:rPr>
                <a:t> حركات بسيطة تُنفّذ باستخدام اليدين والأصابع</a:t>
              </a:r>
              <a:endParaRPr lang="en-US" sz="2100" kern="1200" dirty="0">
                <a:latin typeface="Times New Roman" panose="02020603050405020304" pitchFamily="18" charset="0"/>
                <a:cs typeface="Times New Roman" panose="02020603050405020304" pitchFamily="18" charset="0"/>
              </a:endParaRPr>
            </a:p>
          </p:txBody>
        </p:sp>
        <p:sp>
          <p:nvSpPr>
            <p:cNvPr id="7" name="Freeform: Shape 6">
              <a:extLst>
                <a:ext uri="{FF2B5EF4-FFF2-40B4-BE49-F238E27FC236}">
                  <a16:creationId xmlns:a16="http://schemas.microsoft.com/office/drawing/2014/main" id="{5129189D-B145-0E98-89CD-EE37D50F0D61}"/>
                </a:ext>
              </a:extLst>
            </p:cNvPr>
            <p:cNvSpPr/>
            <p:nvPr/>
          </p:nvSpPr>
          <p:spPr>
            <a:xfrm>
              <a:off x="437460" y="4287192"/>
              <a:ext cx="2433572" cy="1460143"/>
            </a:xfrm>
            <a:custGeom>
              <a:avLst/>
              <a:gdLst>
                <a:gd name="connsiteX0" fmla="*/ 0 w 2433572"/>
                <a:gd name="connsiteY0" fmla="*/ 0 h 1460143"/>
                <a:gd name="connsiteX1" fmla="*/ 2433572 w 2433572"/>
                <a:gd name="connsiteY1" fmla="*/ 0 h 1460143"/>
                <a:gd name="connsiteX2" fmla="*/ 2433572 w 2433572"/>
                <a:gd name="connsiteY2" fmla="*/ 1460143 h 1460143"/>
                <a:gd name="connsiteX3" fmla="*/ 0 w 2433572"/>
                <a:gd name="connsiteY3" fmla="*/ 1460143 h 1460143"/>
                <a:gd name="connsiteX4" fmla="*/ 0 w 2433572"/>
                <a:gd name="connsiteY4" fmla="*/ 0 h 1460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3572" h="1460143">
                  <a:moveTo>
                    <a:pt x="0" y="0"/>
                  </a:moveTo>
                  <a:lnTo>
                    <a:pt x="2433572" y="0"/>
                  </a:lnTo>
                  <a:lnTo>
                    <a:pt x="2433572" y="1460143"/>
                  </a:lnTo>
                  <a:lnTo>
                    <a:pt x="0" y="1460143"/>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a:latin typeface="Times New Roman" panose="02020603050405020304" pitchFamily="18" charset="0"/>
                  <a:cs typeface="Times New Roman" panose="02020603050405020304" pitchFamily="18" charset="0"/>
                </a:rPr>
                <a:t>المهارات الحركية الكبرى: </a:t>
              </a:r>
              <a:r>
                <a:rPr lang="ar" sz="2100" kern="1200">
                  <a:latin typeface="Times New Roman" panose="02020603050405020304" pitchFamily="18" charset="0"/>
                  <a:cs typeface="Times New Roman" panose="02020603050405020304" pitchFamily="18" charset="0"/>
                </a:rPr>
                <a:t>الحركات التي تتضمن العضلات الكبيرة وتتطلب استخدام الجسم بأكمله </a:t>
              </a:r>
              <a:endParaRPr lang="en-US" sz="2100" kern="1200" dirty="0">
                <a:latin typeface="Times New Roman" panose="02020603050405020304" pitchFamily="18" charset="0"/>
                <a:cs typeface="Times New Roman" panose="02020603050405020304" pitchFamily="18" charset="0"/>
              </a:endParaRPr>
            </a:p>
          </p:txBody>
        </p:sp>
        <p:sp>
          <p:nvSpPr>
            <p:cNvPr id="8" name="Freeform: Shape 7">
              <a:extLst>
                <a:ext uri="{FF2B5EF4-FFF2-40B4-BE49-F238E27FC236}">
                  <a16:creationId xmlns:a16="http://schemas.microsoft.com/office/drawing/2014/main" id="{194569F6-5F51-E53E-3046-33A734169C55}"/>
                </a:ext>
              </a:extLst>
            </p:cNvPr>
            <p:cNvSpPr/>
            <p:nvPr/>
          </p:nvSpPr>
          <p:spPr>
            <a:xfrm>
              <a:off x="3114391" y="4287192"/>
              <a:ext cx="2433572" cy="1460143"/>
            </a:xfrm>
            <a:custGeom>
              <a:avLst/>
              <a:gdLst>
                <a:gd name="connsiteX0" fmla="*/ 0 w 2433572"/>
                <a:gd name="connsiteY0" fmla="*/ 0 h 1460143"/>
                <a:gd name="connsiteX1" fmla="*/ 2433572 w 2433572"/>
                <a:gd name="connsiteY1" fmla="*/ 0 h 1460143"/>
                <a:gd name="connsiteX2" fmla="*/ 2433572 w 2433572"/>
                <a:gd name="connsiteY2" fmla="*/ 1460143 h 1460143"/>
                <a:gd name="connsiteX3" fmla="*/ 0 w 2433572"/>
                <a:gd name="connsiteY3" fmla="*/ 1460143 h 1460143"/>
                <a:gd name="connsiteX4" fmla="*/ 0 w 2433572"/>
                <a:gd name="connsiteY4" fmla="*/ 0 h 1460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3572" h="1460143">
                  <a:moveTo>
                    <a:pt x="0" y="0"/>
                  </a:moveTo>
                  <a:lnTo>
                    <a:pt x="2433572" y="0"/>
                  </a:lnTo>
                  <a:lnTo>
                    <a:pt x="2433572" y="1460143"/>
                  </a:lnTo>
                  <a:lnTo>
                    <a:pt x="0" y="1460143"/>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kern="1200" dirty="0">
                  <a:latin typeface="Times New Roman" panose="02020603050405020304" pitchFamily="18" charset="0"/>
                  <a:cs typeface="Times New Roman" panose="02020603050405020304" pitchFamily="18" charset="0"/>
                </a:rPr>
                <a:t>ست</a:t>
              </a:r>
              <a:r>
                <a:rPr lang="ar-EG" sz="2100" kern="1200" dirty="0">
                  <a:latin typeface="Times New Roman" panose="02020603050405020304" pitchFamily="18" charset="0"/>
                  <a:cs typeface="Times New Roman" panose="02020603050405020304" pitchFamily="18" charset="0"/>
                </a:rPr>
                <a:t>تطوّر</a:t>
              </a:r>
              <a:r>
                <a:rPr lang="ar" sz="2100" kern="1200" dirty="0">
                  <a:latin typeface="Times New Roman" panose="02020603050405020304" pitchFamily="18" charset="0"/>
                  <a:cs typeface="Times New Roman" panose="02020603050405020304" pitchFamily="18" charset="0"/>
                </a:rPr>
                <a:t> هذه المهارات بالترتيب نفسه، ولكن ستختلف معدلات النمو لدى الرضع والأطفال </a:t>
              </a:r>
              <a:endParaRPr lang="en-US" sz="2100" kern="1200" dirty="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F53057E8-E4F6-F147-2D6E-AE7343FEF98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19502705"/>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A6C7D-5A06-C3C9-7717-8BF7E355C03A}"/>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أ2 الجوانب الرئيسة للنمو الجسدي والتغييرات الفسيولوجية في كل مرحلة من مراحل الحياة</a:t>
            </a:r>
            <a:r>
              <a:rPr lang="ar" sz="1800" b="0" i="0">
                <a:effectLst/>
                <a:latin typeface="Times New Roman" panose="02020603050405020304" pitchFamily="18" charset="0"/>
                <a:cs typeface="Times New Roman" panose="02020603050405020304" pitchFamily="18" charset="0"/>
              </a:rPr>
              <a:t> </a:t>
            </a:r>
            <a:r>
              <a:rPr lang="ar" sz="1800" b="1">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62905B8A-8CA4-2D43-E02A-27916AA51029}"/>
              </a:ext>
            </a:extLst>
          </p:cNvPr>
          <p:cNvGrpSpPr/>
          <p:nvPr/>
        </p:nvGrpSpPr>
        <p:grpSpPr>
          <a:xfrm flipH="1">
            <a:off x="479425" y="2041314"/>
            <a:ext cx="8207374" cy="1709442"/>
            <a:chOff x="479425" y="2041314"/>
            <a:chExt cx="8207374" cy="1709442"/>
          </a:xfrm>
        </p:grpSpPr>
        <p:sp>
          <p:nvSpPr>
            <p:cNvPr id="4" name="Rectangle: Rounded Corners 3">
              <a:extLst>
                <a:ext uri="{FF2B5EF4-FFF2-40B4-BE49-F238E27FC236}">
                  <a16:creationId xmlns:a16="http://schemas.microsoft.com/office/drawing/2014/main" id="{322D34D7-2772-40B7-B35B-96015BB28DFE}"/>
                </a:ext>
              </a:extLst>
            </p:cNvPr>
            <p:cNvSpPr/>
            <p:nvPr/>
          </p:nvSpPr>
          <p:spPr>
            <a:xfrm>
              <a:off x="479425" y="2041314"/>
              <a:ext cx="2308324" cy="1465785"/>
            </a:xfrm>
            <a:prstGeom prst="roundRect">
              <a:avLst>
                <a:gd name="adj" fmla="val 1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a:lstStyle/>
            <a:p>
              <a:endParaRPr lang="en-US"/>
            </a:p>
          </p:txBody>
        </p:sp>
        <p:sp>
          <p:nvSpPr>
            <p:cNvPr id="6" name="Freeform: Shape 5">
              <a:extLst>
                <a:ext uri="{FF2B5EF4-FFF2-40B4-BE49-F238E27FC236}">
                  <a16:creationId xmlns:a16="http://schemas.microsoft.com/office/drawing/2014/main" id="{A5573F19-FE58-7553-0DB7-9BEA66BAADA0}"/>
                </a:ext>
              </a:extLst>
            </p:cNvPr>
            <p:cNvSpPr/>
            <p:nvPr/>
          </p:nvSpPr>
          <p:spPr>
            <a:xfrm>
              <a:off x="735905" y="2284971"/>
              <a:ext cx="2308324" cy="1465785"/>
            </a:xfrm>
            <a:custGeom>
              <a:avLst/>
              <a:gdLst>
                <a:gd name="connsiteX0" fmla="*/ 0 w 2308324"/>
                <a:gd name="connsiteY0" fmla="*/ 146579 h 1465785"/>
                <a:gd name="connsiteX1" fmla="*/ 146579 w 2308324"/>
                <a:gd name="connsiteY1" fmla="*/ 0 h 1465785"/>
                <a:gd name="connsiteX2" fmla="*/ 2161746 w 2308324"/>
                <a:gd name="connsiteY2" fmla="*/ 0 h 1465785"/>
                <a:gd name="connsiteX3" fmla="*/ 2308325 w 2308324"/>
                <a:gd name="connsiteY3" fmla="*/ 146579 h 1465785"/>
                <a:gd name="connsiteX4" fmla="*/ 2308324 w 2308324"/>
                <a:gd name="connsiteY4" fmla="*/ 1319207 h 1465785"/>
                <a:gd name="connsiteX5" fmla="*/ 2161745 w 2308324"/>
                <a:gd name="connsiteY5" fmla="*/ 1465786 h 1465785"/>
                <a:gd name="connsiteX6" fmla="*/ 146579 w 2308324"/>
                <a:gd name="connsiteY6" fmla="*/ 1465785 h 1465785"/>
                <a:gd name="connsiteX7" fmla="*/ 0 w 2308324"/>
                <a:gd name="connsiteY7" fmla="*/ 1319206 h 1465785"/>
                <a:gd name="connsiteX8" fmla="*/ 0 w 2308324"/>
                <a:gd name="connsiteY8" fmla="*/ 146579 h 146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8324" h="1465785">
                  <a:moveTo>
                    <a:pt x="0" y="146579"/>
                  </a:moveTo>
                  <a:cubicBezTo>
                    <a:pt x="0" y="65626"/>
                    <a:pt x="65626" y="0"/>
                    <a:pt x="146579" y="0"/>
                  </a:cubicBezTo>
                  <a:lnTo>
                    <a:pt x="2161746" y="0"/>
                  </a:lnTo>
                  <a:cubicBezTo>
                    <a:pt x="2242699" y="0"/>
                    <a:pt x="2308325" y="65626"/>
                    <a:pt x="2308325" y="146579"/>
                  </a:cubicBezTo>
                  <a:cubicBezTo>
                    <a:pt x="2308325" y="537455"/>
                    <a:pt x="2308324" y="928331"/>
                    <a:pt x="2308324" y="1319207"/>
                  </a:cubicBezTo>
                  <a:cubicBezTo>
                    <a:pt x="2308324" y="1400160"/>
                    <a:pt x="2242698" y="1465786"/>
                    <a:pt x="2161745" y="1465786"/>
                  </a:cubicBezTo>
                  <a:lnTo>
                    <a:pt x="146579" y="1465785"/>
                  </a:lnTo>
                  <a:cubicBezTo>
                    <a:pt x="65626" y="1465785"/>
                    <a:pt x="0" y="1400159"/>
                    <a:pt x="0" y="1319206"/>
                  </a:cubicBezTo>
                  <a:lnTo>
                    <a:pt x="0" y="146579"/>
                  </a:lnTo>
                  <a:close/>
                </a:path>
              </a:pathLst>
            </a:custGeom>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9131" tIns="119131" rIns="119131" bIns="119131" numCol="1" spcCol="1270" rtlCol="1" anchor="ctr" anchorCtr="0">
              <a:noAutofit/>
            </a:bodyPr>
            <a:lstStyle/>
            <a:p>
              <a:pPr marL="0" lvl="0" indent="0" algn="ctr" defTabSz="889000" rtl="1">
                <a:lnSpc>
                  <a:spcPct val="90000"/>
                </a:lnSpc>
                <a:spcBef>
                  <a:spcPct val="0"/>
                </a:spcBef>
                <a:spcAft>
                  <a:spcPct val="35000"/>
                </a:spcAft>
                <a:buNone/>
              </a:pPr>
              <a:r>
                <a:rPr lang="ar" sz="2000" b="1" kern="1200" dirty="0"/>
                <a:t>مرحلة المراهقة</a:t>
              </a:r>
              <a:r>
                <a:rPr lang="ar" sz="2000" kern="1200" dirty="0"/>
                <a:t> </a:t>
              </a:r>
              <a:r>
                <a:rPr lang="ar" sz="2000" b="1" kern="1200" dirty="0"/>
                <a:t>  </a:t>
              </a:r>
              <a:br>
                <a:rPr lang="ar-EG" sz="2000" b="1" kern="1200" dirty="0"/>
              </a:br>
              <a:r>
                <a:rPr lang="ar" sz="2000" b="1" kern="1200" dirty="0"/>
                <a:t>(9-18 سنة)</a:t>
              </a:r>
              <a:endParaRPr lang="en-US" sz="2000" kern="1200" dirty="0"/>
            </a:p>
          </p:txBody>
        </p:sp>
        <p:sp>
          <p:nvSpPr>
            <p:cNvPr id="7" name="Rectangle: Rounded Corners 6">
              <a:extLst>
                <a:ext uri="{FF2B5EF4-FFF2-40B4-BE49-F238E27FC236}">
                  <a16:creationId xmlns:a16="http://schemas.microsoft.com/office/drawing/2014/main" id="{03AB9C50-463D-121B-F0AD-4169BE8AFD6A}"/>
                </a:ext>
              </a:extLst>
            </p:cNvPr>
            <p:cNvSpPr/>
            <p:nvPr/>
          </p:nvSpPr>
          <p:spPr>
            <a:xfrm>
              <a:off x="3300710" y="2041314"/>
              <a:ext cx="2308324" cy="1465785"/>
            </a:xfrm>
            <a:prstGeom prst="roundRect">
              <a:avLst>
                <a:gd name="adj" fmla="val 1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41EE1006-6F7C-F71F-E892-2BB40C499B19}"/>
                </a:ext>
              </a:extLst>
            </p:cNvPr>
            <p:cNvSpPr/>
            <p:nvPr/>
          </p:nvSpPr>
          <p:spPr>
            <a:xfrm>
              <a:off x="3557190" y="2284971"/>
              <a:ext cx="2308324" cy="1465785"/>
            </a:xfrm>
            <a:custGeom>
              <a:avLst/>
              <a:gdLst>
                <a:gd name="connsiteX0" fmla="*/ 0 w 2308324"/>
                <a:gd name="connsiteY0" fmla="*/ 146579 h 1465785"/>
                <a:gd name="connsiteX1" fmla="*/ 146579 w 2308324"/>
                <a:gd name="connsiteY1" fmla="*/ 0 h 1465785"/>
                <a:gd name="connsiteX2" fmla="*/ 2161746 w 2308324"/>
                <a:gd name="connsiteY2" fmla="*/ 0 h 1465785"/>
                <a:gd name="connsiteX3" fmla="*/ 2308325 w 2308324"/>
                <a:gd name="connsiteY3" fmla="*/ 146579 h 1465785"/>
                <a:gd name="connsiteX4" fmla="*/ 2308324 w 2308324"/>
                <a:gd name="connsiteY4" fmla="*/ 1319207 h 1465785"/>
                <a:gd name="connsiteX5" fmla="*/ 2161745 w 2308324"/>
                <a:gd name="connsiteY5" fmla="*/ 1465786 h 1465785"/>
                <a:gd name="connsiteX6" fmla="*/ 146579 w 2308324"/>
                <a:gd name="connsiteY6" fmla="*/ 1465785 h 1465785"/>
                <a:gd name="connsiteX7" fmla="*/ 0 w 2308324"/>
                <a:gd name="connsiteY7" fmla="*/ 1319206 h 1465785"/>
                <a:gd name="connsiteX8" fmla="*/ 0 w 2308324"/>
                <a:gd name="connsiteY8" fmla="*/ 146579 h 146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8324" h="1465785">
                  <a:moveTo>
                    <a:pt x="0" y="146579"/>
                  </a:moveTo>
                  <a:cubicBezTo>
                    <a:pt x="0" y="65626"/>
                    <a:pt x="65626" y="0"/>
                    <a:pt x="146579" y="0"/>
                  </a:cubicBezTo>
                  <a:lnTo>
                    <a:pt x="2161746" y="0"/>
                  </a:lnTo>
                  <a:cubicBezTo>
                    <a:pt x="2242699" y="0"/>
                    <a:pt x="2308325" y="65626"/>
                    <a:pt x="2308325" y="146579"/>
                  </a:cubicBezTo>
                  <a:cubicBezTo>
                    <a:pt x="2308325" y="537455"/>
                    <a:pt x="2308324" y="928331"/>
                    <a:pt x="2308324" y="1319207"/>
                  </a:cubicBezTo>
                  <a:cubicBezTo>
                    <a:pt x="2308324" y="1400160"/>
                    <a:pt x="2242698" y="1465786"/>
                    <a:pt x="2161745" y="1465786"/>
                  </a:cubicBezTo>
                  <a:lnTo>
                    <a:pt x="146579" y="1465785"/>
                  </a:lnTo>
                  <a:cubicBezTo>
                    <a:pt x="65626" y="1465785"/>
                    <a:pt x="0" y="1400159"/>
                    <a:pt x="0" y="1319206"/>
                  </a:cubicBezTo>
                  <a:lnTo>
                    <a:pt x="0" y="146579"/>
                  </a:lnTo>
                  <a:close/>
                </a:path>
              </a:pathLst>
            </a:custGeom>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9131" tIns="119131" rIns="119131" bIns="119131" numCol="1" spcCol="1270" rtlCol="1" anchor="ctr" anchorCtr="0">
              <a:noAutofit/>
            </a:bodyPr>
            <a:lstStyle/>
            <a:p>
              <a:pPr marL="0" lvl="0" indent="0" algn="ctr" defTabSz="889000" rtl="1">
                <a:lnSpc>
                  <a:spcPct val="90000"/>
                </a:lnSpc>
                <a:spcBef>
                  <a:spcPct val="0"/>
                </a:spcBef>
                <a:spcAft>
                  <a:spcPct val="35000"/>
                </a:spcAft>
                <a:buNone/>
              </a:pPr>
              <a:r>
                <a:rPr lang="ar" sz="2000" kern="1200"/>
                <a:t>البلوغ هو المرحلة التي تحدث فيها تغيّرات جسدية تمكّن الفرد من إدراك مرحلة النضج والتكاثر</a:t>
              </a:r>
              <a:endParaRPr lang="en-US" sz="2000" kern="1200" dirty="0"/>
            </a:p>
          </p:txBody>
        </p:sp>
        <p:sp>
          <p:nvSpPr>
            <p:cNvPr id="10" name="Rectangle: Rounded Corners 9">
              <a:extLst>
                <a:ext uri="{FF2B5EF4-FFF2-40B4-BE49-F238E27FC236}">
                  <a16:creationId xmlns:a16="http://schemas.microsoft.com/office/drawing/2014/main" id="{34134D9D-6248-A67A-F9CA-423026715E09}"/>
                </a:ext>
              </a:extLst>
            </p:cNvPr>
            <p:cNvSpPr/>
            <p:nvPr/>
          </p:nvSpPr>
          <p:spPr>
            <a:xfrm>
              <a:off x="6121995" y="2041314"/>
              <a:ext cx="2308324" cy="1465785"/>
            </a:xfrm>
            <a:prstGeom prst="roundRect">
              <a:avLst>
                <a:gd name="adj" fmla="val 1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51476024-5FEF-97F9-8506-44DC0019D741}"/>
                </a:ext>
              </a:extLst>
            </p:cNvPr>
            <p:cNvSpPr/>
            <p:nvPr/>
          </p:nvSpPr>
          <p:spPr>
            <a:xfrm>
              <a:off x="6378475" y="2284971"/>
              <a:ext cx="2308324" cy="1465785"/>
            </a:xfrm>
            <a:custGeom>
              <a:avLst/>
              <a:gdLst>
                <a:gd name="connsiteX0" fmla="*/ 0 w 2308324"/>
                <a:gd name="connsiteY0" fmla="*/ 146579 h 1465785"/>
                <a:gd name="connsiteX1" fmla="*/ 146579 w 2308324"/>
                <a:gd name="connsiteY1" fmla="*/ 0 h 1465785"/>
                <a:gd name="connsiteX2" fmla="*/ 2161746 w 2308324"/>
                <a:gd name="connsiteY2" fmla="*/ 0 h 1465785"/>
                <a:gd name="connsiteX3" fmla="*/ 2308325 w 2308324"/>
                <a:gd name="connsiteY3" fmla="*/ 146579 h 1465785"/>
                <a:gd name="connsiteX4" fmla="*/ 2308324 w 2308324"/>
                <a:gd name="connsiteY4" fmla="*/ 1319207 h 1465785"/>
                <a:gd name="connsiteX5" fmla="*/ 2161745 w 2308324"/>
                <a:gd name="connsiteY5" fmla="*/ 1465786 h 1465785"/>
                <a:gd name="connsiteX6" fmla="*/ 146579 w 2308324"/>
                <a:gd name="connsiteY6" fmla="*/ 1465785 h 1465785"/>
                <a:gd name="connsiteX7" fmla="*/ 0 w 2308324"/>
                <a:gd name="connsiteY7" fmla="*/ 1319206 h 1465785"/>
                <a:gd name="connsiteX8" fmla="*/ 0 w 2308324"/>
                <a:gd name="connsiteY8" fmla="*/ 146579 h 146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8324" h="1465785">
                  <a:moveTo>
                    <a:pt x="0" y="146579"/>
                  </a:moveTo>
                  <a:cubicBezTo>
                    <a:pt x="0" y="65626"/>
                    <a:pt x="65626" y="0"/>
                    <a:pt x="146579" y="0"/>
                  </a:cubicBezTo>
                  <a:lnTo>
                    <a:pt x="2161746" y="0"/>
                  </a:lnTo>
                  <a:cubicBezTo>
                    <a:pt x="2242699" y="0"/>
                    <a:pt x="2308325" y="65626"/>
                    <a:pt x="2308325" y="146579"/>
                  </a:cubicBezTo>
                  <a:cubicBezTo>
                    <a:pt x="2308325" y="537455"/>
                    <a:pt x="2308324" y="928331"/>
                    <a:pt x="2308324" y="1319207"/>
                  </a:cubicBezTo>
                  <a:cubicBezTo>
                    <a:pt x="2308324" y="1400160"/>
                    <a:pt x="2242698" y="1465786"/>
                    <a:pt x="2161745" y="1465786"/>
                  </a:cubicBezTo>
                  <a:lnTo>
                    <a:pt x="146579" y="1465785"/>
                  </a:lnTo>
                  <a:cubicBezTo>
                    <a:pt x="65626" y="1465785"/>
                    <a:pt x="0" y="1400159"/>
                    <a:pt x="0" y="1319206"/>
                  </a:cubicBezTo>
                  <a:lnTo>
                    <a:pt x="0" y="146579"/>
                  </a:lnTo>
                  <a:close/>
                </a:path>
              </a:pathLst>
            </a:custGeom>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9131" tIns="119131" rIns="119131" bIns="119131" numCol="1" spcCol="1270" rtlCol="1" anchor="ctr" anchorCtr="0">
              <a:noAutofit/>
            </a:bodyPr>
            <a:lstStyle/>
            <a:p>
              <a:pPr marL="0" lvl="0" indent="0" algn="ctr" defTabSz="889000" rtl="1">
                <a:lnSpc>
                  <a:spcPct val="90000"/>
                </a:lnSpc>
                <a:spcBef>
                  <a:spcPct val="0"/>
                </a:spcBef>
                <a:spcAft>
                  <a:spcPct val="35000"/>
                </a:spcAft>
                <a:buNone/>
              </a:pPr>
              <a:r>
                <a:rPr lang="ar" sz="2000" kern="1200"/>
                <a:t>تشهد هذه المرحلة العمرية قفزات نمو سريعة </a:t>
              </a:r>
              <a:endParaRPr lang="en-US" sz="2000" kern="1200" dirty="0"/>
            </a:p>
          </p:txBody>
        </p:sp>
      </p:grpSp>
      <p:pic>
        <p:nvPicPr>
          <p:cNvPr id="8" name="Picture 7" descr="A person with shaving cream on his face holding a razor">
            <a:extLst>
              <a:ext uri="{FF2B5EF4-FFF2-40B4-BE49-F238E27FC236}">
                <a16:creationId xmlns:a16="http://schemas.microsoft.com/office/drawing/2014/main" id="{9A3B83F2-E734-8D9F-6370-ACD1E74BF9EE}"/>
              </a:ext>
            </a:extLst>
          </p:cNvPr>
          <p:cNvPicPr>
            <a:picLocks noChangeAspect="1"/>
          </p:cNvPicPr>
          <p:nvPr/>
        </p:nvPicPr>
        <p:blipFill>
          <a:blip r:embed="rId4"/>
          <a:stretch>
            <a:fillRect/>
          </a:stretch>
        </p:blipFill>
        <p:spPr>
          <a:xfrm>
            <a:off x="2868567" y="3995683"/>
            <a:ext cx="3420081" cy="2421167"/>
          </a:xfrm>
          <a:prstGeom prst="rect">
            <a:avLst/>
          </a:prstGeom>
          <a:ln>
            <a:noFill/>
          </a:ln>
        </p:spPr>
      </p:pic>
      <p:sp>
        <p:nvSpPr>
          <p:cNvPr id="5" name="TextBox 4">
            <a:extLst>
              <a:ext uri="{FF2B5EF4-FFF2-40B4-BE49-F238E27FC236}">
                <a16:creationId xmlns:a16="http://schemas.microsoft.com/office/drawing/2014/main" id="{2FB192BC-0364-6236-66B7-DAA0A75406D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398773915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520C-78AF-09B8-2B4E-4B7CAFEAF770}"/>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أ2 الجوانب الرئيسة للنمو الجسدي والتغييرات الفسيولوجية في كل مرحلة من مراحل الحياة</a:t>
            </a:r>
            <a:r>
              <a:rPr lang="ar" sz="1800" b="0" i="0">
                <a:effectLst/>
                <a:latin typeface="Times New Roman" panose="02020603050405020304" pitchFamily="18" charset="0"/>
                <a:cs typeface="Times New Roman" panose="02020603050405020304" pitchFamily="18" charset="0"/>
              </a:rPr>
              <a:t> </a:t>
            </a:r>
            <a:r>
              <a:rPr lang="ar" sz="1800" b="1">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AEBE84-BC87-1C73-AB86-77F5745DD84E}"/>
              </a:ext>
            </a:extLst>
          </p:cNvPr>
          <p:cNvSpPr>
            <a:spLocks noGrp="1"/>
          </p:cNvSpPr>
          <p:nvPr>
            <p:ph sz="half" idx="1"/>
          </p:nvPr>
        </p:nvSpPr>
        <p:spPr>
          <a:xfrm>
            <a:off x="4067944" y="2196001"/>
            <a:ext cx="4607742" cy="4024100"/>
          </a:xfrm>
        </p:spPr>
        <p:txBody>
          <a:bodyPr wrap="square" rtlCol="1" anchor="t">
            <a:normAutofit/>
          </a:bodyPr>
          <a:lstStyle/>
          <a:p>
            <a:pPr marL="0" indent="0" rtl="1">
              <a:lnSpc>
                <a:spcPct val="90000"/>
              </a:lnSpc>
              <a:buNone/>
            </a:pPr>
            <a:r>
              <a:rPr lang="ar" b="1" dirty="0">
                <a:latin typeface="Times New Roman" panose="02020603050405020304" pitchFamily="18" charset="0"/>
                <a:cs typeface="Times New Roman" panose="02020603050405020304" pitchFamily="18" charset="0"/>
              </a:rPr>
              <a:t>مرحلة الرشد المبكر (19-45 سنة)</a:t>
            </a:r>
          </a:p>
          <a:p>
            <a:pPr rtl="1">
              <a:lnSpc>
                <a:spcPct val="90000"/>
              </a:lnSpc>
            </a:pPr>
            <a:r>
              <a:rPr lang="ar" dirty="0">
                <a:latin typeface="Times New Roman" panose="02020603050405020304" pitchFamily="18" charset="0"/>
                <a:cs typeface="Times New Roman" panose="02020603050405020304" pitchFamily="18" charset="0"/>
              </a:rPr>
              <a:t>النضج البدني هو المرحلة التي يبلغ فيها الشخص أقصى قوته البدنية وطوله</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0" indent="0" rtl="1">
              <a:lnSpc>
                <a:spcPct val="90000"/>
              </a:lnSpc>
              <a:buNone/>
            </a:pPr>
            <a:endParaRPr lang="en-GB" dirty="0">
              <a:latin typeface="Times New Roman" panose="02020603050405020304" pitchFamily="18" charset="0"/>
              <a:cs typeface="Times New Roman" panose="02020603050405020304" pitchFamily="18" charset="0"/>
            </a:endParaRPr>
          </a:p>
          <a:p>
            <a:pPr rtl="1">
              <a:lnSpc>
                <a:spcPct val="90000"/>
              </a:lnSpc>
            </a:pPr>
            <a:r>
              <a:rPr lang="ar" dirty="0">
                <a:latin typeface="Times New Roman" panose="02020603050405020304" pitchFamily="18" charset="0"/>
                <a:cs typeface="Times New Roman" panose="02020603050405020304" pitchFamily="18" charset="0"/>
              </a:rPr>
              <a:t>ويصبح في أوج لياقته البدنية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0" indent="0" rtl="1">
              <a:lnSpc>
                <a:spcPct val="90000"/>
              </a:lnSpc>
              <a:buNone/>
            </a:pPr>
            <a:endParaRPr lang="en-GB" dirty="0">
              <a:latin typeface="Times New Roman" panose="02020603050405020304" pitchFamily="18" charset="0"/>
              <a:cs typeface="Times New Roman" panose="02020603050405020304" pitchFamily="18" charset="0"/>
            </a:endParaRPr>
          </a:p>
          <a:p>
            <a:pPr rtl="1">
              <a:lnSpc>
                <a:spcPct val="90000"/>
              </a:lnSpc>
            </a:pPr>
            <a:r>
              <a:rPr lang="ar" dirty="0">
                <a:latin typeface="Times New Roman" panose="02020603050405020304" pitchFamily="18" charset="0"/>
                <a:cs typeface="Times New Roman" panose="02020603050405020304" pitchFamily="18" charset="0"/>
              </a:rPr>
              <a:t>تبلغ المرأة أوج خصوبتها عند وصولها إلى مرحلة النضج. </a:t>
            </a:r>
          </a:p>
        </p:txBody>
      </p:sp>
      <p:pic>
        <p:nvPicPr>
          <p:cNvPr id="4" name="Picture 3" descr="A human fetus inside of a pregnant person">
            <a:extLst>
              <a:ext uri="{FF2B5EF4-FFF2-40B4-BE49-F238E27FC236}">
                <a16:creationId xmlns:a16="http://schemas.microsoft.com/office/drawing/2014/main" id="{11382199-99FC-CC14-1382-4455D6F1407B}"/>
              </a:ext>
            </a:extLst>
          </p:cNvPr>
          <p:cNvPicPr>
            <a:picLocks noChangeAspect="1"/>
          </p:cNvPicPr>
          <p:nvPr/>
        </p:nvPicPr>
        <p:blipFill>
          <a:blip r:embed="rId3"/>
          <a:srcRect l="6885" t="9854" r="10492" b="28467"/>
          <a:stretch>
            <a:fillRect/>
          </a:stretch>
        </p:blipFill>
        <p:spPr>
          <a:xfrm>
            <a:off x="258249" y="2556230"/>
            <a:ext cx="3817854" cy="2622994"/>
          </a:xfrm>
          <a:prstGeom prst="rect">
            <a:avLst/>
          </a:prstGeom>
          <a:ln>
            <a:noFill/>
          </a:ln>
        </p:spPr>
      </p:pic>
      <p:sp>
        <p:nvSpPr>
          <p:cNvPr id="5" name="TextBox 4">
            <a:extLst>
              <a:ext uri="{FF2B5EF4-FFF2-40B4-BE49-F238E27FC236}">
                <a16:creationId xmlns:a16="http://schemas.microsoft.com/office/drawing/2014/main" id="{D279911D-EC83-BFD3-28E9-272E3556907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433323110"/>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520C-78AF-09B8-2B4E-4B7CAFEAF770}"/>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أ2 الجوانب الرئيسة للنمو الجسدي والتغييرات الفسيولوجية في كل مرحلة من مراحل الحياة</a:t>
            </a:r>
            <a:r>
              <a:rPr lang="ar" sz="1800" b="0" i="0">
                <a:effectLst/>
                <a:latin typeface="Times New Roman" panose="02020603050405020304" pitchFamily="18" charset="0"/>
                <a:cs typeface="Times New Roman" panose="02020603050405020304" pitchFamily="18" charset="0"/>
              </a:rPr>
              <a:t> </a:t>
            </a:r>
            <a:r>
              <a:rPr lang="ar" sz="1800" b="1">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AEBE84-BC87-1C73-AB86-77F5745DD84E}"/>
              </a:ext>
            </a:extLst>
          </p:cNvPr>
          <p:cNvSpPr>
            <a:spLocks noGrp="1"/>
          </p:cNvSpPr>
          <p:nvPr>
            <p:ph sz="half" idx="1"/>
          </p:nvPr>
        </p:nvSpPr>
        <p:spPr>
          <a:xfrm>
            <a:off x="560964" y="2196001"/>
            <a:ext cx="8125765" cy="4024100"/>
          </a:xfrm>
        </p:spPr>
        <p:txBody>
          <a:bodyPr wrap="square" rtlCol="1" anchor="t">
            <a:normAutofit/>
          </a:bodyPr>
          <a:lstStyle/>
          <a:p>
            <a:pPr marL="0" indent="0" rtl="1">
              <a:buNone/>
            </a:pPr>
            <a:r>
              <a:rPr lang="ar" b="1" dirty="0">
                <a:latin typeface="Times New Roman" panose="02020603050405020304" pitchFamily="18" charset="0"/>
                <a:cs typeface="Times New Roman" panose="02020603050405020304" pitchFamily="18" charset="0"/>
              </a:rPr>
              <a:t>مرحلة الرشد المتوسط (46-65 سنة)</a:t>
            </a:r>
          </a:p>
          <a:p>
            <a:pPr rtl="1"/>
            <a:r>
              <a:rPr lang="ar" dirty="0">
                <a:latin typeface="Times New Roman" panose="02020603050405020304" pitchFamily="18" charset="0"/>
                <a:cs typeface="Times New Roman" panose="02020603050405020304" pitchFamily="18" charset="0"/>
              </a:rPr>
              <a:t>ينقطع الطمث عند توقف الدورة الشهرية. وتنعدم قدرة المرأة على الحمل بشكل طبيعي</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0" indent="0" rtl="1">
              <a:buNone/>
            </a:pPr>
            <a:endParaRPr lang="en-GB"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الشيخوخة هي تدهور تدريجي في الوظائف البيولوجية في جميع أنحاء الجسم</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D82695D-E9E9-CFFE-864C-707834B0A307}"/>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8727265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520C-78AF-09B8-2B4E-4B7CAFEAF770}"/>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أ2 الجوانب الرئيسة للنمو الجسدي والتغييرات الفسيولوجية في كل مرحلة من مراحل الحياة</a:t>
            </a:r>
            <a:r>
              <a:rPr lang="ar" sz="1800" b="0" i="0">
                <a:effectLst/>
                <a:latin typeface="Times New Roman" panose="02020603050405020304" pitchFamily="18" charset="0"/>
                <a:cs typeface="Times New Roman" panose="02020603050405020304" pitchFamily="18" charset="0"/>
              </a:rPr>
              <a:t> </a:t>
            </a:r>
            <a:r>
              <a:rPr lang="ar" sz="1800" b="1">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AEBE84-BC87-1C73-AB86-77F5745DD84E}"/>
              </a:ext>
            </a:extLst>
          </p:cNvPr>
          <p:cNvSpPr>
            <a:spLocks noGrp="1"/>
          </p:cNvSpPr>
          <p:nvPr>
            <p:ph sz="half" idx="1"/>
          </p:nvPr>
        </p:nvSpPr>
        <p:spPr>
          <a:xfrm>
            <a:off x="4283968" y="2196001"/>
            <a:ext cx="4391718" cy="4024100"/>
          </a:xfrm>
        </p:spPr>
        <p:txBody>
          <a:bodyPr wrap="square" rtlCol="1" anchor="t">
            <a:normAutofit/>
          </a:bodyPr>
          <a:lstStyle/>
          <a:p>
            <a:pPr marL="0" indent="0" rtl="1">
              <a:lnSpc>
                <a:spcPct val="90000"/>
              </a:lnSpc>
              <a:buNone/>
            </a:pPr>
            <a:r>
              <a:rPr lang="ar" b="1" dirty="0">
                <a:latin typeface="Times New Roman" panose="02020603050405020304" pitchFamily="18" charset="0"/>
                <a:cs typeface="Times New Roman" panose="02020603050405020304" pitchFamily="18" charset="0"/>
              </a:rPr>
              <a:t>مرحلة الرشد المتأخر (أكبر من 65 سنة)</a:t>
            </a:r>
          </a:p>
          <a:p>
            <a:pPr rtl="1">
              <a:lnSpc>
                <a:spcPct val="90000"/>
              </a:lnSpc>
            </a:pPr>
            <a:r>
              <a:rPr lang="ar" dirty="0">
                <a:latin typeface="Times New Roman" panose="02020603050405020304" pitchFamily="18" charset="0"/>
                <a:cs typeface="Times New Roman" panose="02020603050405020304" pitchFamily="18" charset="0"/>
              </a:rPr>
              <a:t>تُصبح عملية الشيخوخة أكثر وضوحًا، بما في ذلك فقدان الكتلة العضلية وكثافة العظام</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lnSpc>
                <a:spcPct val="90000"/>
              </a:lnSpc>
            </a:pPr>
            <a:r>
              <a:rPr lang="ar" dirty="0">
                <a:latin typeface="Times New Roman" panose="02020603050405020304" pitchFamily="18" charset="0"/>
                <a:cs typeface="Times New Roman" panose="02020603050405020304" pitchFamily="18" charset="0"/>
              </a:rPr>
              <a:t>قد تتضمن عملية الشيخوخة تدهورًا في القدرة الحركية (المهارات الحركية الكبرى) وتدهورًا حسيًا (ضعف البصر أو السمع)</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p:txBody>
      </p:sp>
      <p:pic>
        <p:nvPicPr>
          <p:cNvPr id="4" name="Picture 3" descr="A pair of glasses on a table">
            <a:extLst>
              <a:ext uri="{FF2B5EF4-FFF2-40B4-BE49-F238E27FC236}">
                <a16:creationId xmlns:a16="http://schemas.microsoft.com/office/drawing/2014/main" id="{3A4B5020-5783-7C64-CB81-0D6013D14743}"/>
              </a:ext>
            </a:extLst>
          </p:cNvPr>
          <p:cNvPicPr>
            <a:picLocks noChangeAspect="1"/>
          </p:cNvPicPr>
          <p:nvPr/>
        </p:nvPicPr>
        <p:blipFill>
          <a:blip r:embed="rId3"/>
          <a:srcRect l="3191" t="13471" r="2482" b="1554"/>
          <a:stretch>
            <a:fillRect/>
          </a:stretch>
        </p:blipFill>
        <p:spPr>
          <a:xfrm>
            <a:off x="769078" y="2698437"/>
            <a:ext cx="3511424" cy="2167916"/>
          </a:xfrm>
          <a:prstGeom prst="rect">
            <a:avLst/>
          </a:prstGeom>
        </p:spPr>
      </p:pic>
      <p:sp>
        <p:nvSpPr>
          <p:cNvPr id="5" name="TextBox 4">
            <a:extLst>
              <a:ext uri="{FF2B5EF4-FFF2-40B4-BE49-F238E27FC236}">
                <a16:creationId xmlns:a16="http://schemas.microsoft.com/office/drawing/2014/main" id="{CB01A153-29D7-84E6-88BC-284EFF71FA89}"/>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946561807"/>
      </p:ext>
    </p:extLst>
  </p:cSld>
  <p:clrMapOvr>
    <a:masterClrMapping/>
  </p:clrMapOvr>
  <p:transition>
    <p:sndAc>
      <p:stSnd>
        <p:snd r:embed="rId2"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520C-78AF-09B8-2B4E-4B7CAFEAF770}"/>
              </a:ext>
            </a:extLst>
          </p:cNvPr>
          <p:cNvSpPr>
            <a:spLocks noGrp="1"/>
          </p:cNvSpPr>
          <p:nvPr>
            <p:ph type="title"/>
          </p:nvPr>
        </p:nvSpPr>
        <p:spPr>
          <a:xfrm>
            <a:off x="457200" y="1195200"/>
            <a:ext cx="8229600" cy="864000"/>
          </a:xfrm>
        </p:spPr>
        <p:txBody>
          <a:bodyPr vert="horz" wrap="square" lIns="91440" tIns="45720" rIns="91440" bIns="45720" numCol="1" rtlCol="1" anchor="ctr" anchorCtr="0" compatLnSpc="1">
            <a:prstTxWarp prst="textNoShape">
              <a:avLst/>
            </a:prstTxWarp>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 3 الجوانب الرئيسة للتطوّر الفكري أو المعرفي في مختلف مراحل الحياة والأنشطة التي تنميها</a:t>
            </a:r>
            <a:r>
              <a:rPr lang="ar" sz="1800" b="0" i="0">
                <a:effectLst/>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FDBF921-1DE1-4A17-0C49-9997BD80AB7E}"/>
              </a:ext>
            </a:extLst>
          </p:cNvPr>
          <p:cNvSpPr txBox="1"/>
          <p:nvPr/>
        </p:nvSpPr>
        <p:spPr bwMode="auto">
          <a:xfrm>
            <a:off x="3618800" y="2159425"/>
            <a:ext cx="5400600" cy="4024100"/>
          </a:xfrm>
          <a:prstGeom prst="rect">
            <a:avLst/>
          </a:prstGeom>
          <a:noFill/>
          <a:ln>
            <a:noFill/>
          </a:ln>
        </p:spPr>
        <p:txBody>
          <a:bodyPr vert="horz" wrap="square" lIns="91440" tIns="45720" rIns="91440" bIns="45720" numCol="1" rtlCol="1" anchor="t" anchorCtr="0" compatLnSpc="1">
            <a:prstTxWarp prst="textNoShape">
              <a:avLst/>
            </a:prstTxWarp>
            <a:noAutofit/>
          </a:bodyPr>
          <a:lstStyle/>
          <a:p>
            <a:pPr rtl="1">
              <a:lnSpc>
                <a:spcPct val="90000"/>
              </a:lnSpc>
              <a:spcBef>
                <a:spcPct val="20000"/>
              </a:spcBef>
            </a:pPr>
            <a:r>
              <a:rPr lang="ar" b="1" dirty="0">
                <a:latin typeface="Times New Roman" panose="02020603050405020304" pitchFamily="18" charset="0"/>
                <a:cs typeface="Times New Roman" panose="02020603050405020304" pitchFamily="18" charset="0"/>
              </a:rPr>
              <a:t>يُقصد </a:t>
            </a:r>
            <a:r>
              <a:rPr lang="ar" dirty="0">
                <a:latin typeface="Times New Roman" panose="02020603050405020304" pitchFamily="18" charset="0"/>
                <a:cs typeface="Times New Roman" panose="02020603050405020304" pitchFamily="18" charset="0"/>
              </a:rPr>
              <a:t>بالتطوّر المعرفي/الفكري تطوّر مهارات حل المشكلات، ومهارات التفكير والاستدلال، وتطوّر اللغة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342900" indent="-342900" rtl="1">
              <a:lnSpc>
                <a:spcPct val="90000"/>
              </a:lnSpc>
              <a:spcBef>
                <a:spcPct val="20000"/>
              </a:spcBef>
              <a:buFont typeface="Wingdings" pitchFamily="2" charset="2"/>
              <a:buChar char="§"/>
            </a:pPr>
            <a:endParaRPr lang="en-US" sz="1600" dirty="0">
              <a:latin typeface="Times New Roman" panose="02020603050405020304" pitchFamily="18" charset="0"/>
              <a:cs typeface="Times New Roman" panose="02020603050405020304" pitchFamily="18" charset="0"/>
            </a:endParaRPr>
          </a:p>
          <a:p>
            <a:pPr rtl="1">
              <a:lnSpc>
                <a:spcPct val="90000"/>
              </a:lnSpc>
              <a:spcBef>
                <a:spcPct val="20000"/>
              </a:spcBef>
            </a:pPr>
            <a:r>
              <a:rPr lang="ar" b="1" dirty="0">
                <a:latin typeface="Times New Roman" panose="02020603050405020304" pitchFamily="18" charset="0"/>
                <a:cs typeface="Times New Roman" panose="02020603050405020304" pitchFamily="18" charset="0"/>
              </a:rPr>
              <a:t>تشمل الجوانب الرئيسة لهذا الجانب من جوانب التطوّر ما يأتي:</a:t>
            </a:r>
          </a:p>
          <a:p>
            <a:pPr marL="342900" indent="-342900" rtl="1">
              <a:lnSpc>
                <a:spcPct val="90000"/>
              </a:lnSpc>
              <a:spcBef>
                <a:spcPct val="20000"/>
              </a:spcBef>
              <a:buFont typeface="Wingdings" pitchFamily="2" charset="2"/>
              <a:buChar char="§"/>
            </a:pPr>
            <a:endParaRPr lang="en-US" sz="1600" dirty="0">
              <a:latin typeface="Times New Roman" panose="02020603050405020304" pitchFamily="18" charset="0"/>
              <a:cs typeface="Times New Roman" panose="02020603050405020304" pitchFamily="18" charset="0"/>
            </a:endParaRPr>
          </a:p>
          <a:p>
            <a:pPr marL="342900" indent="-342900" rtl="1">
              <a:lnSpc>
                <a:spcPct val="90000"/>
              </a:lnSpc>
              <a:spcBef>
                <a:spcPct val="20000"/>
              </a:spcBef>
              <a:buFont typeface="Wingdings" pitchFamily="2" charset="2"/>
              <a:buChar char="§"/>
            </a:pPr>
            <a:r>
              <a:rPr lang="ar" dirty="0">
                <a:latin typeface="Times New Roman" panose="02020603050405020304" pitchFamily="18" charset="0"/>
                <a:cs typeface="Times New Roman" panose="02020603050405020304" pitchFamily="18" charset="0"/>
              </a:rPr>
              <a:t>يُمكننا تطوّر مهارات التفكير من تحليل المعلومات وتوليد أفكار جديدة واتخاذ القرارات</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342900" indent="-342900" rtl="1">
              <a:lnSpc>
                <a:spcPct val="90000"/>
              </a:lnSpc>
              <a:spcBef>
                <a:spcPct val="20000"/>
              </a:spcBef>
              <a:buFont typeface="Wingdings" pitchFamily="2" charset="2"/>
              <a:buChar char="§"/>
            </a:pPr>
            <a:endParaRPr lang="en-US" sz="1600" dirty="0">
              <a:latin typeface="Times New Roman" panose="02020603050405020304" pitchFamily="18" charset="0"/>
              <a:cs typeface="Times New Roman" panose="02020603050405020304" pitchFamily="18" charset="0"/>
            </a:endParaRPr>
          </a:p>
          <a:p>
            <a:pPr marL="342900" indent="-342900" rtl="1">
              <a:lnSpc>
                <a:spcPct val="90000"/>
              </a:lnSpc>
              <a:spcBef>
                <a:spcPct val="20000"/>
              </a:spcBef>
              <a:buFont typeface="Wingdings" pitchFamily="2" charset="2"/>
              <a:buChar char="§"/>
            </a:pPr>
            <a:r>
              <a:rPr lang="ar" dirty="0">
                <a:latin typeface="Times New Roman" panose="02020603050405020304" pitchFamily="18" charset="0"/>
                <a:cs typeface="Times New Roman" panose="02020603050405020304" pitchFamily="18" charset="0"/>
              </a:rPr>
              <a:t>يُتيح لنا تطوير التفكير المُجرد: التفكير خارج الصندوق، والتحلي بالإبداع، والأخذ بوجهات نظر مختلفة، وفهم المشاع</a:t>
            </a:r>
            <a:r>
              <a:rPr lang="ar-EG" dirty="0">
                <a:latin typeface="Times New Roman" panose="02020603050405020304" pitchFamily="18" charset="0"/>
                <a:cs typeface="Times New Roman" panose="02020603050405020304" pitchFamily="18" charset="0"/>
              </a:rPr>
              <a:t>ر.</a:t>
            </a:r>
            <a:endParaRPr lang="ar" dirty="0">
              <a:latin typeface="Times New Roman" panose="02020603050405020304" pitchFamily="18" charset="0"/>
              <a:cs typeface="Times New Roman" panose="02020603050405020304" pitchFamily="18" charset="0"/>
            </a:endParaRPr>
          </a:p>
          <a:p>
            <a:pPr marL="342900" indent="-342900" rtl="1">
              <a:lnSpc>
                <a:spcPct val="90000"/>
              </a:lnSpc>
              <a:spcBef>
                <a:spcPct val="20000"/>
              </a:spcBef>
              <a:buFont typeface="Wingdings" pitchFamily="2" charset="2"/>
              <a:buChar char="§"/>
            </a:pPr>
            <a:endParaRPr lang="en-US" sz="1600" dirty="0">
              <a:latin typeface="Times New Roman" panose="02020603050405020304" pitchFamily="18" charset="0"/>
              <a:cs typeface="Times New Roman" panose="02020603050405020304" pitchFamily="18" charset="0"/>
            </a:endParaRPr>
          </a:p>
          <a:p>
            <a:pPr marL="342900" indent="-342900" rtl="1">
              <a:lnSpc>
                <a:spcPct val="90000"/>
              </a:lnSpc>
              <a:spcBef>
                <a:spcPct val="20000"/>
              </a:spcBef>
              <a:buFont typeface="Wingdings" pitchFamily="2" charset="2"/>
              <a:buChar char="§"/>
            </a:pPr>
            <a:r>
              <a:rPr lang="ar" dirty="0">
                <a:latin typeface="Times New Roman" panose="02020603050405020304" pitchFamily="18" charset="0"/>
                <a:cs typeface="Times New Roman" panose="02020603050405020304" pitchFamily="18" charset="0"/>
              </a:rPr>
              <a:t>ت</a:t>
            </a:r>
            <a:r>
              <a:rPr lang="ar-EG" dirty="0">
                <a:latin typeface="Times New Roman" panose="02020603050405020304" pitchFamily="18" charset="0"/>
                <a:cs typeface="Times New Roman" panose="02020603050405020304" pitchFamily="18" charset="0"/>
              </a:rPr>
              <a:t>تطوّر</a:t>
            </a:r>
            <a:r>
              <a:rPr lang="ar" dirty="0">
                <a:latin typeface="Times New Roman" panose="02020603050405020304" pitchFamily="18" charset="0"/>
                <a:cs typeface="Times New Roman" panose="02020603050405020304" pitchFamily="18" charset="0"/>
              </a:rPr>
              <a:t> هذه المهارات على مدار مراحل الحياة، وتأخذ أبعادًا أعمق مع نمونا</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p:txBody>
      </p:sp>
      <p:pic>
        <p:nvPicPr>
          <p:cNvPr id="4" name="Picture 3" descr="A silhouette of two people with gears">
            <a:extLst>
              <a:ext uri="{FF2B5EF4-FFF2-40B4-BE49-F238E27FC236}">
                <a16:creationId xmlns:a16="http://schemas.microsoft.com/office/drawing/2014/main" id="{7E5EFA30-55A2-37A8-1E8D-53ABD39340D8}"/>
              </a:ext>
            </a:extLst>
          </p:cNvPr>
          <p:cNvPicPr>
            <a:picLocks noChangeAspect="1"/>
          </p:cNvPicPr>
          <p:nvPr/>
        </p:nvPicPr>
        <p:blipFill>
          <a:blip r:embed="rId4"/>
          <a:srcRect l="4943" t="8010" r="5323" b="8277"/>
          <a:stretch>
            <a:fillRect/>
          </a:stretch>
        </p:blipFill>
        <p:spPr>
          <a:xfrm>
            <a:off x="461081" y="2464932"/>
            <a:ext cx="3109142" cy="2922621"/>
          </a:xfrm>
          <a:prstGeom prst="rect">
            <a:avLst/>
          </a:prstGeom>
          <a:ln>
            <a:noFill/>
          </a:ln>
        </p:spPr>
      </p:pic>
      <p:sp>
        <p:nvSpPr>
          <p:cNvPr id="5" name="TextBox 4">
            <a:extLst>
              <a:ext uri="{FF2B5EF4-FFF2-40B4-BE49-F238E27FC236}">
                <a16:creationId xmlns:a16="http://schemas.microsoft.com/office/drawing/2014/main" id="{BCD4D665-80D1-AC97-7B8F-040C78F4234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771645650"/>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FCAB-2B14-603F-B23D-CA4E09D84A41}"/>
              </a:ext>
            </a:extLst>
          </p:cNvPr>
          <p:cNvSpPr>
            <a:spLocks noGrp="1"/>
          </p:cNvSpPr>
          <p:nvPr>
            <p:ph type="title"/>
          </p:nvPr>
        </p:nvSpPr>
        <p:spPr>
          <a:xfrm>
            <a:off x="318356" y="1319940"/>
            <a:ext cx="8651304" cy="864000"/>
          </a:xfrm>
        </p:spPr>
        <p:txBody>
          <a:bodyPr rtlCol="1"/>
          <a:lstStyle/>
          <a:p>
            <a:pPr rtl="1"/>
            <a:r>
              <a:rPr lang="ar" sz="24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2400" b="1" dirty="0">
                <a:latin typeface="Times New Roman" panose="02020603050405020304" pitchFamily="18" charset="0"/>
                <a:cs typeface="Times New Roman" panose="02020603050405020304" pitchFamily="18" charset="0"/>
              </a:rPr>
            </a:br>
            <a:r>
              <a:rPr lang="ar" sz="2400" b="1" i="0">
                <a:effectLst/>
                <a:latin typeface="Times New Roman" panose="02020603050405020304" pitchFamily="18" charset="0"/>
                <a:cs typeface="Times New Roman" panose="02020603050405020304" pitchFamily="18" charset="0"/>
              </a:rPr>
              <a:t>أ 3 الجوانب الرئيسة للتطوّر الفكري أو المعرفي في مختلف مراحل الحياة والأنشطة التي تنميها</a:t>
            </a:r>
            <a:r>
              <a:rPr lang="ar" sz="2400" b="0" i="0">
                <a:effectLst/>
                <a:latin typeface="Times New Roman" panose="02020603050405020304" pitchFamily="18" charset="0"/>
                <a:cs typeface="Times New Roman" panose="02020603050405020304" pitchFamily="18" charset="0"/>
              </a:rPr>
              <a:t>  </a:t>
            </a:r>
            <a:endParaRPr lang="en-GB"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61D64D-787D-3440-BADD-4BAD5FE0E9E3}"/>
              </a:ext>
            </a:extLst>
          </p:cNvPr>
          <p:cNvSpPr>
            <a:spLocks noGrp="1"/>
          </p:cNvSpPr>
          <p:nvPr>
            <p:ph sz="half" idx="1"/>
          </p:nvPr>
        </p:nvSpPr>
        <p:spPr>
          <a:xfrm>
            <a:off x="4644009" y="3026018"/>
            <a:ext cx="4227831" cy="4024100"/>
          </a:xfrm>
        </p:spPr>
        <p:txBody>
          <a:bodyPr rtlCol="1"/>
          <a:lstStyle/>
          <a:p>
            <a:pPr rtl="1"/>
            <a:r>
              <a:rPr lang="ar" dirty="0">
                <a:latin typeface="Times New Roman" panose="02020603050405020304" pitchFamily="18" charset="0"/>
                <a:cs typeface="Times New Roman" panose="02020603050405020304" pitchFamily="18" charset="0"/>
              </a:rPr>
              <a:t>يحدث تطوّر مهارات التفكير في مرحلتي الرضاعة والطفولة المبكرة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ت</a:t>
            </a:r>
            <a:r>
              <a:rPr lang="ar-EG" dirty="0">
                <a:latin typeface="Times New Roman" panose="02020603050405020304" pitchFamily="18" charset="0"/>
                <a:cs typeface="Times New Roman" panose="02020603050405020304" pitchFamily="18" charset="0"/>
              </a:rPr>
              <a:t>تطوّر</a:t>
            </a:r>
            <a:r>
              <a:rPr lang="ar" dirty="0">
                <a:latin typeface="Times New Roman" panose="02020603050405020304" pitchFamily="18" charset="0"/>
                <a:cs typeface="Times New Roman" panose="02020603050405020304" pitchFamily="18" charset="0"/>
              </a:rPr>
              <a:t> القدرة على التفكير المجرد في أثناء مرحلة المراهقة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تتضمن مرحلة الرشد المبكر إتقان التفكير المجرد</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2305BB67-481C-28C6-F977-C9E6DD7B2041}"/>
              </a:ext>
            </a:extLst>
          </p:cNvPr>
          <p:cNvSpPr>
            <a:spLocks noGrp="1"/>
          </p:cNvSpPr>
          <p:nvPr>
            <p:ph sz="half" idx="2"/>
          </p:nvPr>
        </p:nvSpPr>
        <p:spPr>
          <a:xfrm>
            <a:off x="251522" y="3105149"/>
            <a:ext cx="4320478" cy="4024100"/>
          </a:xfrm>
        </p:spPr>
        <p:txBody>
          <a:bodyPr rtlCol="1"/>
          <a:lstStyle/>
          <a:p>
            <a:pPr rtl="1"/>
            <a:r>
              <a:rPr lang="ar" dirty="0">
                <a:latin typeface="Times New Roman" panose="02020603050405020304" pitchFamily="18" charset="0"/>
                <a:cs typeface="Times New Roman" panose="02020603050405020304" pitchFamily="18" charset="0"/>
              </a:rPr>
              <a:t>عند بلوغ مرحلة الرشد المتوسط، يُصبح بوسع الشخص اتخاذ قرارات معقدة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يتراجع أداء الذاكرة في مرحلة الرشد المتأخر</a:t>
            </a:r>
            <a:r>
              <a:rPr lang="ar-EG" dirty="0">
                <a:latin typeface="Times New Roman" panose="02020603050405020304" pitchFamily="18" charset="0"/>
                <a:cs typeface="Times New Roman" panose="02020603050405020304" pitchFamily="18" charset="0"/>
              </a:rPr>
              <a:t>.</a:t>
            </a:r>
            <a:r>
              <a:rPr lang="ar"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81D00E68-72E7-3D80-6E0A-C0A844B3854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376053298"/>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DE6934-3991-6BDB-543F-D540E03C7761}"/>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أ4 التطوّر العاطفي في مختلف مراحل الحياة – تطوّر المشاعر تجاه الذات وتجاه الآخرين </a:t>
            </a:r>
            <a:endParaRPr lang="en-GB" sz="1800"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886E8212-10DE-4968-8202-B603017066B7}"/>
              </a:ext>
            </a:extLst>
          </p:cNvPr>
          <p:cNvGrpSpPr/>
          <p:nvPr/>
        </p:nvGrpSpPr>
        <p:grpSpPr>
          <a:xfrm flipH="1">
            <a:off x="468311" y="3280496"/>
            <a:ext cx="8207374" cy="1709442"/>
            <a:chOff x="468311" y="3280496"/>
            <a:chExt cx="8207374" cy="1709442"/>
          </a:xfrm>
        </p:grpSpPr>
        <p:sp>
          <p:nvSpPr>
            <p:cNvPr id="3" name="Rectangle: Rounded Corners 2">
              <a:extLst>
                <a:ext uri="{FF2B5EF4-FFF2-40B4-BE49-F238E27FC236}">
                  <a16:creationId xmlns:a16="http://schemas.microsoft.com/office/drawing/2014/main" id="{EF4A4CC5-F2D9-A661-9CE8-6B140A814A77}"/>
                </a:ext>
              </a:extLst>
            </p:cNvPr>
            <p:cNvSpPr/>
            <p:nvPr/>
          </p:nvSpPr>
          <p:spPr>
            <a:xfrm>
              <a:off x="468311" y="3280496"/>
              <a:ext cx="2308324" cy="1465785"/>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a:lstStyle/>
            <a:p>
              <a:endParaRPr lang="en-US"/>
            </a:p>
          </p:txBody>
        </p:sp>
        <p:sp>
          <p:nvSpPr>
            <p:cNvPr id="4" name="Freeform: Shape 3">
              <a:extLst>
                <a:ext uri="{FF2B5EF4-FFF2-40B4-BE49-F238E27FC236}">
                  <a16:creationId xmlns:a16="http://schemas.microsoft.com/office/drawing/2014/main" id="{29DE86A1-64CB-A6D4-8D14-CD95C0B79DC9}"/>
                </a:ext>
              </a:extLst>
            </p:cNvPr>
            <p:cNvSpPr/>
            <p:nvPr/>
          </p:nvSpPr>
          <p:spPr>
            <a:xfrm>
              <a:off x="724791" y="3524153"/>
              <a:ext cx="2308324" cy="1465785"/>
            </a:xfrm>
            <a:custGeom>
              <a:avLst/>
              <a:gdLst>
                <a:gd name="connsiteX0" fmla="*/ 0 w 2308324"/>
                <a:gd name="connsiteY0" fmla="*/ 146579 h 1465785"/>
                <a:gd name="connsiteX1" fmla="*/ 146579 w 2308324"/>
                <a:gd name="connsiteY1" fmla="*/ 0 h 1465785"/>
                <a:gd name="connsiteX2" fmla="*/ 2161746 w 2308324"/>
                <a:gd name="connsiteY2" fmla="*/ 0 h 1465785"/>
                <a:gd name="connsiteX3" fmla="*/ 2308325 w 2308324"/>
                <a:gd name="connsiteY3" fmla="*/ 146579 h 1465785"/>
                <a:gd name="connsiteX4" fmla="*/ 2308324 w 2308324"/>
                <a:gd name="connsiteY4" fmla="*/ 1319207 h 1465785"/>
                <a:gd name="connsiteX5" fmla="*/ 2161745 w 2308324"/>
                <a:gd name="connsiteY5" fmla="*/ 1465786 h 1465785"/>
                <a:gd name="connsiteX6" fmla="*/ 146579 w 2308324"/>
                <a:gd name="connsiteY6" fmla="*/ 1465785 h 1465785"/>
                <a:gd name="connsiteX7" fmla="*/ 0 w 2308324"/>
                <a:gd name="connsiteY7" fmla="*/ 1319206 h 1465785"/>
                <a:gd name="connsiteX8" fmla="*/ 0 w 2308324"/>
                <a:gd name="connsiteY8" fmla="*/ 146579 h 146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8324" h="1465785">
                  <a:moveTo>
                    <a:pt x="0" y="146579"/>
                  </a:moveTo>
                  <a:cubicBezTo>
                    <a:pt x="0" y="65626"/>
                    <a:pt x="65626" y="0"/>
                    <a:pt x="146579" y="0"/>
                  </a:cubicBezTo>
                  <a:lnTo>
                    <a:pt x="2161746" y="0"/>
                  </a:lnTo>
                  <a:cubicBezTo>
                    <a:pt x="2242699" y="0"/>
                    <a:pt x="2308325" y="65626"/>
                    <a:pt x="2308325" y="146579"/>
                  </a:cubicBezTo>
                  <a:cubicBezTo>
                    <a:pt x="2308325" y="537455"/>
                    <a:pt x="2308324" y="928331"/>
                    <a:pt x="2308324" y="1319207"/>
                  </a:cubicBezTo>
                  <a:cubicBezTo>
                    <a:pt x="2308324" y="1400160"/>
                    <a:pt x="2242698" y="1465786"/>
                    <a:pt x="2161745" y="1465786"/>
                  </a:cubicBezTo>
                  <a:lnTo>
                    <a:pt x="146579" y="1465785"/>
                  </a:lnTo>
                  <a:cubicBezTo>
                    <a:pt x="65626" y="1465785"/>
                    <a:pt x="0" y="1400159"/>
                    <a:pt x="0" y="1319206"/>
                  </a:cubicBezTo>
                  <a:lnTo>
                    <a:pt x="0" y="146579"/>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1511" tIns="111511" rIns="111511" bIns="111511" numCol="1" spcCol="1270" rtlCol="1" anchor="ctr" anchorCtr="0">
              <a:noAutofit/>
            </a:bodyPr>
            <a:lstStyle/>
            <a:p>
              <a:pPr marL="0" lvl="0" indent="0" algn="ctr" defTabSz="800100" rtl="1">
                <a:lnSpc>
                  <a:spcPct val="90000"/>
                </a:lnSpc>
                <a:spcBef>
                  <a:spcPct val="0"/>
                </a:spcBef>
                <a:spcAft>
                  <a:spcPct val="35000"/>
                </a:spcAft>
                <a:buNone/>
              </a:pPr>
              <a:r>
                <a:rPr lang="ar" sz="1800" kern="1200">
                  <a:latin typeface="Times New Roman" panose="02020603050405020304" pitchFamily="18" charset="0"/>
                  <a:cs typeface="Times New Roman" panose="02020603050405020304" pitchFamily="18" charset="0"/>
                </a:rPr>
                <a:t>الترابط هو الاتصال العاطفي الأولي بين الوالدين والطفل</a:t>
              </a:r>
              <a:endParaRPr lang="en-US" sz="1800" kern="12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0375F765-271A-5A06-33ED-C6D3F0C37975}"/>
                </a:ext>
              </a:extLst>
            </p:cNvPr>
            <p:cNvSpPr/>
            <p:nvPr/>
          </p:nvSpPr>
          <p:spPr>
            <a:xfrm>
              <a:off x="3289596" y="3280496"/>
              <a:ext cx="2308324" cy="1465785"/>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28DDEEF2-E8B8-09DB-73C6-AE700B4C5BD2}"/>
                </a:ext>
              </a:extLst>
            </p:cNvPr>
            <p:cNvSpPr/>
            <p:nvPr/>
          </p:nvSpPr>
          <p:spPr>
            <a:xfrm>
              <a:off x="3546076" y="3524153"/>
              <a:ext cx="2308324" cy="1465785"/>
            </a:xfrm>
            <a:custGeom>
              <a:avLst/>
              <a:gdLst>
                <a:gd name="connsiteX0" fmla="*/ 0 w 2308324"/>
                <a:gd name="connsiteY0" fmla="*/ 146579 h 1465785"/>
                <a:gd name="connsiteX1" fmla="*/ 146579 w 2308324"/>
                <a:gd name="connsiteY1" fmla="*/ 0 h 1465785"/>
                <a:gd name="connsiteX2" fmla="*/ 2161746 w 2308324"/>
                <a:gd name="connsiteY2" fmla="*/ 0 h 1465785"/>
                <a:gd name="connsiteX3" fmla="*/ 2308325 w 2308324"/>
                <a:gd name="connsiteY3" fmla="*/ 146579 h 1465785"/>
                <a:gd name="connsiteX4" fmla="*/ 2308324 w 2308324"/>
                <a:gd name="connsiteY4" fmla="*/ 1319207 h 1465785"/>
                <a:gd name="connsiteX5" fmla="*/ 2161745 w 2308324"/>
                <a:gd name="connsiteY5" fmla="*/ 1465786 h 1465785"/>
                <a:gd name="connsiteX6" fmla="*/ 146579 w 2308324"/>
                <a:gd name="connsiteY6" fmla="*/ 1465785 h 1465785"/>
                <a:gd name="connsiteX7" fmla="*/ 0 w 2308324"/>
                <a:gd name="connsiteY7" fmla="*/ 1319206 h 1465785"/>
                <a:gd name="connsiteX8" fmla="*/ 0 w 2308324"/>
                <a:gd name="connsiteY8" fmla="*/ 146579 h 146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8324" h="1465785">
                  <a:moveTo>
                    <a:pt x="0" y="146579"/>
                  </a:moveTo>
                  <a:cubicBezTo>
                    <a:pt x="0" y="65626"/>
                    <a:pt x="65626" y="0"/>
                    <a:pt x="146579" y="0"/>
                  </a:cubicBezTo>
                  <a:lnTo>
                    <a:pt x="2161746" y="0"/>
                  </a:lnTo>
                  <a:cubicBezTo>
                    <a:pt x="2242699" y="0"/>
                    <a:pt x="2308325" y="65626"/>
                    <a:pt x="2308325" y="146579"/>
                  </a:cubicBezTo>
                  <a:cubicBezTo>
                    <a:pt x="2308325" y="537455"/>
                    <a:pt x="2308324" y="928331"/>
                    <a:pt x="2308324" y="1319207"/>
                  </a:cubicBezTo>
                  <a:cubicBezTo>
                    <a:pt x="2308324" y="1400160"/>
                    <a:pt x="2242698" y="1465786"/>
                    <a:pt x="2161745" y="1465786"/>
                  </a:cubicBezTo>
                  <a:lnTo>
                    <a:pt x="146579" y="1465785"/>
                  </a:lnTo>
                  <a:cubicBezTo>
                    <a:pt x="65626" y="1465785"/>
                    <a:pt x="0" y="1400159"/>
                    <a:pt x="0" y="1319206"/>
                  </a:cubicBezTo>
                  <a:lnTo>
                    <a:pt x="0" y="146579"/>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1511" tIns="111511" rIns="111511" bIns="111511" numCol="1" spcCol="1270" rtlCol="1" anchor="ctr" anchorCtr="0">
              <a:noAutofit/>
            </a:bodyPr>
            <a:lstStyle/>
            <a:p>
              <a:pPr marL="0" lvl="0" indent="0" algn="ctr" defTabSz="800100" rtl="1">
                <a:lnSpc>
                  <a:spcPct val="90000"/>
                </a:lnSpc>
                <a:spcBef>
                  <a:spcPct val="0"/>
                </a:spcBef>
                <a:spcAft>
                  <a:spcPct val="35000"/>
                </a:spcAft>
                <a:buNone/>
              </a:pPr>
              <a:r>
                <a:rPr lang="ar" sz="1800" kern="1200">
                  <a:latin typeface="Times New Roman" panose="02020603050405020304" pitchFamily="18" charset="0"/>
                  <a:cs typeface="Times New Roman" panose="02020603050405020304" pitchFamily="18" charset="0"/>
                </a:rPr>
                <a:t>وتُعرف العلاقة التي تنشأ بين الوالدين والطفل بالتفاعل المستمر باسم «التعلّق» </a:t>
              </a:r>
              <a:endParaRPr lang="en-US" sz="1800" kern="1200"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F8B82AFC-B402-B437-805C-CB6E5952E9DD}"/>
                </a:ext>
              </a:extLst>
            </p:cNvPr>
            <p:cNvSpPr/>
            <p:nvPr/>
          </p:nvSpPr>
          <p:spPr>
            <a:xfrm>
              <a:off x="6110881" y="3280496"/>
              <a:ext cx="2308324" cy="1465785"/>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8AFC74F9-3C4F-A40E-0252-710EC266105D}"/>
                </a:ext>
              </a:extLst>
            </p:cNvPr>
            <p:cNvSpPr/>
            <p:nvPr/>
          </p:nvSpPr>
          <p:spPr>
            <a:xfrm>
              <a:off x="6367361" y="3524153"/>
              <a:ext cx="2308324" cy="1465785"/>
            </a:xfrm>
            <a:custGeom>
              <a:avLst/>
              <a:gdLst>
                <a:gd name="connsiteX0" fmla="*/ 0 w 2308324"/>
                <a:gd name="connsiteY0" fmla="*/ 146579 h 1465785"/>
                <a:gd name="connsiteX1" fmla="*/ 146579 w 2308324"/>
                <a:gd name="connsiteY1" fmla="*/ 0 h 1465785"/>
                <a:gd name="connsiteX2" fmla="*/ 2161746 w 2308324"/>
                <a:gd name="connsiteY2" fmla="*/ 0 h 1465785"/>
                <a:gd name="connsiteX3" fmla="*/ 2308325 w 2308324"/>
                <a:gd name="connsiteY3" fmla="*/ 146579 h 1465785"/>
                <a:gd name="connsiteX4" fmla="*/ 2308324 w 2308324"/>
                <a:gd name="connsiteY4" fmla="*/ 1319207 h 1465785"/>
                <a:gd name="connsiteX5" fmla="*/ 2161745 w 2308324"/>
                <a:gd name="connsiteY5" fmla="*/ 1465786 h 1465785"/>
                <a:gd name="connsiteX6" fmla="*/ 146579 w 2308324"/>
                <a:gd name="connsiteY6" fmla="*/ 1465785 h 1465785"/>
                <a:gd name="connsiteX7" fmla="*/ 0 w 2308324"/>
                <a:gd name="connsiteY7" fmla="*/ 1319206 h 1465785"/>
                <a:gd name="connsiteX8" fmla="*/ 0 w 2308324"/>
                <a:gd name="connsiteY8" fmla="*/ 146579 h 146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8324" h="1465785">
                  <a:moveTo>
                    <a:pt x="0" y="146579"/>
                  </a:moveTo>
                  <a:cubicBezTo>
                    <a:pt x="0" y="65626"/>
                    <a:pt x="65626" y="0"/>
                    <a:pt x="146579" y="0"/>
                  </a:cubicBezTo>
                  <a:lnTo>
                    <a:pt x="2161746" y="0"/>
                  </a:lnTo>
                  <a:cubicBezTo>
                    <a:pt x="2242699" y="0"/>
                    <a:pt x="2308325" y="65626"/>
                    <a:pt x="2308325" y="146579"/>
                  </a:cubicBezTo>
                  <a:cubicBezTo>
                    <a:pt x="2308325" y="537455"/>
                    <a:pt x="2308324" y="928331"/>
                    <a:pt x="2308324" y="1319207"/>
                  </a:cubicBezTo>
                  <a:cubicBezTo>
                    <a:pt x="2308324" y="1400160"/>
                    <a:pt x="2242698" y="1465786"/>
                    <a:pt x="2161745" y="1465786"/>
                  </a:cubicBezTo>
                  <a:lnTo>
                    <a:pt x="146579" y="1465785"/>
                  </a:lnTo>
                  <a:cubicBezTo>
                    <a:pt x="65626" y="1465785"/>
                    <a:pt x="0" y="1400159"/>
                    <a:pt x="0" y="1319206"/>
                  </a:cubicBezTo>
                  <a:lnTo>
                    <a:pt x="0" y="146579"/>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1511" tIns="111511" rIns="111511" bIns="111511" numCol="1" spcCol="1270" rtlCol="1" anchor="ctr" anchorCtr="0">
              <a:noAutofit/>
            </a:bodyPr>
            <a:lstStyle/>
            <a:p>
              <a:pPr marL="0" lvl="0" indent="0" algn="ctr" defTabSz="800100" rtl="1">
                <a:lnSpc>
                  <a:spcPct val="90000"/>
                </a:lnSpc>
                <a:spcBef>
                  <a:spcPct val="0"/>
                </a:spcBef>
                <a:spcAft>
                  <a:spcPct val="35000"/>
                </a:spcAft>
                <a:buNone/>
              </a:pPr>
              <a:r>
                <a:rPr lang="ar" sz="1800" kern="1200">
                  <a:latin typeface="Times New Roman" panose="02020603050405020304" pitchFamily="18" charset="0"/>
                  <a:cs typeface="Times New Roman" panose="02020603050405020304" pitchFamily="18" charset="0"/>
                </a:rPr>
                <a:t>يتحقق الشعور بالأمان والرضا في العلاقات التي طورت روابط قوية والقدرة على الاعتماد المتبادل للحصول على الراحة والدعم </a:t>
              </a:r>
              <a:endParaRPr lang="en-US" sz="1800" kern="1200" dirty="0">
                <a:latin typeface="Times New Roman" panose="02020603050405020304" pitchFamily="18" charset="0"/>
                <a:cs typeface="Times New Roman" panose="02020603050405020304" pitchFamily="18" charset="0"/>
              </a:endParaRPr>
            </a:p>
          </p:txBody>
        </p:sp>
      </p:grpSp>
      <p:sp>
        <p:nvSpPr>
          <p:cNvPr id="7" name="TextBox 6">
            <a:extLst>
              <a:ext uri="{FF2B5EF4-FFF2-40B4-BE49-F238E27FC236}">
                <a16:creationId xmlns:a16="http://schemas.microsoft.com/office/drawing/2014/main" id="{C308A765-53A5-2D41-0E96-2C5811F5D4BC}"/>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3755744007"/>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2B9C4-1D87-D2E1-8E1D-A8136E715488}"/>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أ4 التطوّر العاطفي في مختلف مراحل الحياة – تطوّر المشاعر تجاه الذات وتجاه الآخرين </a:t>
            </a:r>
            <a:endParaRPr lang="en-GB" sz="1800"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CE652AC5-A044-0DB7-B3B6-F1561B327CF2}"/>
              </a:ext>
            </a:extLst>
          </p:cNvPr>
          <p:cNvGrpSpPr/>
          <p:nvPr/>
        </p:nvGrpSpPr>
        <p:grpSpPr>
          <a:xfrm flipH="1">
            <a:off x="468311" y="3280496"/>
            <a:ext cx="8207374" cy="1709442"/>
            <a:chOff x="468311" y="3280496"/>
            <a:chExt cx="8207374" cy="1709442"/>
          </a:xfrm>
        </p:grpSpPr>
        <p:sp>
          <p:nvSpPr>
            <p:cNvPr id="4" name="Rectangle: Rounded Corners 3">
              <a:extLst>
                <a:ext uri="{FF2B5EF4-FFF2-40B4-BE49-F238E27FC236}">
                  <a16:creationId xmlns:a16="http://schemas.microsoft.com/office/drawing/2014/main" id="{B072F837-C1BA-89CA-9C3D-5FE7601FF877}"/>
                </a:ext>
              </a:extLst>
            </p:cNvPr>
            <p:cNvSpPr/>
            <p:nvPr/>
          </p:nvSpPr>
          <p:spPr>
            <a:xfrm>
              <a:off x="468311" y="3280496"/>
              <a:ext cx="2308324" cy="1465785"/>
            </a:xfrm>
            <a:prstGeom prst="roundRect">
              <a:avLst>
                <a:gd name="adj" fmla="val 10000"/>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US"/>
            </a:p>
          </p:txBody>
        </p:sp>
        <p:sp>
          <p:nvSpPr>
            <p:cNvPr id="5" name="Freeform: Shape 4">
              <a:extLst>
                <a:ext uri="{FF2B5EF4-FFF2-40B4-BE49-F238E27FC236}">
                  <a16:creationId xmlns:a16="http://schemas.microsoft.com/office/drawing/2014/main" id="{6FDED154-212D-FFFF-5501-3C98A646AA34}"/>
                </a:ext>
              </a:extLst>
            </p:cNvPr>
            <p:cNvSpPr/>
            <p:nvPr/>
          </p:nvSpPr>
          <p:spPr>
            <a:xfrm>
              <a:off x="724791" y="3524153"/>
              <a:ext cx="2308324" cy="1465785"/>
            </a:xfrm>
            <a:custGeom>
              <a:avLst/>
              <a:gdLst>
                <a:gd name="connsiteX0" fmla="*/ 0 w 2308324"/>
                <a:gd name="connsiteY0" fmla="*/ 146579 h 1465785"/>
                <a:gd name="connsiteX1" fmla="*/ 146579 w 2308324"/>
                <a:gd name="connsiteY1" fmla="*/ 0 h 1465785"/>
                <a:gd name="connsiteX2" fmla="*/ 2161746 w 2308324"/>
                <a:gd name="connsiteY2" fmla="*/ 0 h 1465785"/>
                <a:gd name="connsiteX3" fmla="*/ 2308325 w 2308324"/>
                <a:gd name="connsiteY3" fmla="*/ 146579 h 1465785"/>
                <a:gd name="connsiteX4" fmla="*/ 2308324 w 2308324"/>
                <a:gd name="connsiteY4" fmla="*/ 1319207 h 1465785"/>
                <a:gd name="connsiteX5" fmla="*/ 2161745 w 2308324"/>
                <a:gd name="connsiteY5" fmla="*/ 1465786 h 1465785"/>
                <a:gd name="connsiteX6" fmla="*/ 146579 w 2308324"/>
                <a:gd name="connsiteY6" fmla="*/ 1465785 h 1465785"/>
                <a:gd name="connsiteX7" fmla="*/ 0 w 2308324"/>
                <a:gd name="connsiteY7" fmla="*/ 1319206 h 1465785"/>
                <a:gd name="connsiteX8" fmla="*/ 0 w 2308324"/>
                <a:gd name="connsiteY8" fmla="*/ 146579 h 146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8324" h="1465785">
                  <a:moveTo>
                    <a:pt x="0" y="146579"/>
                  </a:moveTo>
                  <a:cubicBezTo>
                    <a:pt x="0" y="65626"/>
                    <a:pt x="65626" y="0"/>
                    <a:pt x="146579" y="0"/>
                  </a:cubicBezTo>
                  <a:lnTo>
                    <a:pt x="2161746" y="0"/>
                  </a:lnTo>
                  <a:cubicBezTo>
                    <a:pt x="2242699" y="0"/>
                    <a:pt x="2308325" y="65626"/>
                    <a:pt x="2308325" y="146579"/>
                  </a:cubicBezTo>
                  <a:cubicBezTo>
                    <a:pt x="2308325" y="537455"/>
                    <a:pt x="2308324" y="928331"/>
                    <a:pt x="2308324" y="1319207"/>
                  </a:cubicBezTo>
                  <a:cubicBezTo>
                    <a:pt x="2308324" y="1400160"/>
                    <a:pt x="2242698" y="1465786"/>
                    <a:pt x="2161745" y="1465786"/>
                  </a:cubicBezTo>
                  <a:lnTo>
                    <a:pt x="146579" y="1465785"/>
                  </a:lnTo>
                  <a:cubicBezTo>
                    <a:pt x="65626" y="1465785"/>
                    <a:pt x="0" y="1400159"/>
                    <a:pt x="0" y="1319206"/>
                  </a:cubicBezTo>
                  <a:lnTo>
                    <a:pt x="0" y="14657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1511" tIns="111511" rIns="111511" bIns="111511" numCol="1" spcCol="1270" rtlCol="1" anchor="ctr" anchorCtr="0">
              <a:noAutofit/>
            </a:bodyPr>
            <a:lstStyle/>
            <a:p>
              <a:pPr marL="0" lvl="0" indent="0" algn="ctr" defTabSz="800100" rtl="1">
                <a:lnSpc>
                  <a:spcPct val="90000"/>
                </a:lnSpc>
                <a:spcBef>
                  <a:spcPct val="0"/>
                </a:spcBef>
                <a:spcAft>
                  <a:spcPct val="35000"/>
                </a:spcAft>
                <a:buNone/>
              </a:pPr>
              <a:r>
                <a:rPr lang="ar" sz="1800" kern="1200">
                  <a:latin typeface="Times New Roman" panose="02020603050405020304" pitchFamily="18" charset="0"/>
                  <a:cs typeface="Times New Roman" panose="02020603050405020304" pitchFamily="18" charset="0"/>
                </a:rPr>
                <a:t>تقدير الذات هو مدى تقديرنا لأنفسنا؛ وهو إما إيجابي أو سلبي. إذا تقبلنا الناس تقبلًا إيجابيًا، سنُكوِّن تقديرًا إيجابيًا لذاتنا</a:t>
              </a:r>
              <a:endParaRPr lang="en-US" sz="1800" kern="1200" dirty="0">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87BC457B-18A4-A187-362D-3DF7DB58EC84}"/>
                </a:ext>
              </a:extLst>
            </p:cNvPr>
            <p:cNvSpPr/>
            <p:nvPr/>
          </p:nvSpPr>
          <p:spPr>
            <a:xfrm>
              <a:off x="3289596" y="3280496"/>
              <a:ext cx="2308324" cy="1465785"/>
            </a:xfrm>
            <a:prstGeom prst="roundRect">
              <a:avLst>
                <a:gd name="adj" fmla="val 10000"/>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EED35E92-27BF-3BF5-FA64-A3F58907097B}"/>
                </a:ext>
              </a:extLst>
            </p:cNvPr>
            <p:cNvSpPr/>
            <p:nvPr/>
          </p:nvSpPr>
          <p:spPr>
            <a:xfrm>
              <a:off x="3546076" y="3524153"/>
              <a:ext cx="2308324" cy="1465785"/>
            </a:xfrm>
            <a:custGeom>
              <a:avLst/>
              <a:gdLst>
                <a:gd name="connsiteX0" fmla="*/ 0 w 2308324"/>
                <a:gd name="connsiteY0" fmla="*/ 146579 h 1465785"/>
                <a:gd name="connsiteX1" fmla="*/ 146579 w 2308324"/>
                <a:gd name="connsiteY1" fmla="*/ 0 h 1465785"/>
                <a:gd name="connsiteX2" fmla="*/ 2161746 w 2308324"/>
                <a:gd name="connsiteY2" fmla="*/ 0 h 1465785"/>
                <a:gd name="connsiteX3" fmla="*/ 2308325 w 2308324"/>
                <a:gd name="connsiteY3" fmla="*/ 146579 h 1465785"/>
                <a:gd name="connsiteX4" fmla="*/ 2308324 w 2308324"/>
                <a:gd name="connsiteY4" fmla="*/ 1319207 h 1465785"/>
                <a:gd name="connsiteX5" fmla="*/ 2161745 w 2308324"/>
                <a:gd name="connsiteY5" fmla="*/ 1465786 h 1465785"/>
                <a:gd name="connsiteX6" fmla="*/ 146579 w 2308324"/>
                <a:gd name="connsiteY6" fmla="*/ 1465785 h 1465785"/>
                <a:gd name="connsiteX7" fmla="*/ 0 w 2308324"/>
                <a:gd name="connsiteY7" fmla="*/ 1319206 h 1465785"/>
                <a:gd name="connsiteX8" fmla="*/ 0 w 2308324"/>
                <a:gd name="connsiteY8" fmla="*/ 146579 h 146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8324" h="1465785">
                  <a:moveTo>
                    <a:pt x="0" y="146579"/>
                  </a:moveTo>
                  <a:cubicBezTo>
                    <a:pt x="0" y="65626"/>
                    <a:pt x="65626" y="0"/>
                    <a:pt x="146579" y="0"/>
                  </a:cubicBezTo>
                  <a:lnTo>
                    <a:pt x="2161746" y="0"/>
                  </a:lnTo>
                  <a:cubicBezTo>
                    <a:pt x="2242699" y="0"/>
                    <a:pt x="2308325" y="65626"/>
                    <a:pt x="2308325" y="146579"/>
                  </a:cubicBezTo>
                  <a:cubicBezTo>
                    <a:pt x="2308325" y="537455"/>
                    <a:pt x="2308324" y="928331"/>
                    <a:pt x="2308324" y="1319207"/>
                  </a:cubicBezTo>
                  <a:cubicBezTo>
                    <a:pt x="2308324" y="1400160"/>
                    <a:pt x="2242698" y="1465786"/>
                    <a:pt x="2161745" y="1465786"/>
                  </a:cubicBezTo>
                  <a:lnTo>
                    <a:pt x="146579" y="1465785"/>
                  </a:lnTo>
                  <a:cubicBezTo>
                    <a:pt x="65626" y="1465785"/>
                    <a:pt x="0" y="1400159"/>
                    <a:pt x="0" y="1319206"/>
                  </a:cubicBezTo>
                  <a:lnTo>
                    <a:pt x="0" y="14657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1511" tIns="111511" rIns="111511" bIns="111511" numCol="1" spcCol="1270" rtlCol="1" anchor="ctr" anchorCtr="0">
              <a:noAutofit/>
            </a:bodyPr>
            <a:lstStyle/>
            <a:p>
              <a:pPr marL="0" lvl="0" indent="0" algn="ctr" defTabSz="800100" rtl="1">
                <a:lnSpc>
                  <a:spcPct val="90000"/>
                </a:lnSpc>
                <a:spcBef>
                  <a:spcPct val="0"/>
                </a:spcBef>
                <a:spcAft>
                  <a:spcPct val="35000"/>
                </a:spcAft>
                <a:buNone/>
              </a:pPr>
              <a:r>
                <a:rPr lang="ar" sz="1800" kern="1200" dirty="0">
                  <a:latin typeface="Times New Roman" panose="02020603050405020304" pitchFamily="18" charset="0"/>
                  <a:cs typeface="Times New Roman" panose="02020603050405020304" pitchFamily="18" charset="0"/>
                </a:rPr>
                <a:t>الصورة الذاتية هي كيف ترى ذاتك، وتتضمن سماتنا وخصائصنا الشخصية وأدوارنا الاجتماعية، وتتأثر بالعالم من حولنا</a:t>
              </a:r>
              <a:endParaRPr lang="en-US" sz="1800" kern="1200"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8EB1BF8C-1BD3-5C78-70C6-7D120615D9CE}"/>
                </a:ext>
              </a:extLst>
            </p:cNvPr>
            <p:cNvSpPr/>
            <p:nvPr/>
          </p:nvSpPr>
          <p:spPr>
            <a:xfrm>
              <a:off x="6110881" y="3280496"/>
              <a:ext cx="2308324" cy="1465785"/>
            </a:xfrm>
            <a:prstGeom prst="roundRect">
              <a:avLst>
                <a:gd name="adj" fmla="val 10000"/>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3A971016-3963-83E4-EAD5-7A190438885E}"/>
                </a:ext>
              </a:extLst>
            </p:cNvPr>
            <p:cNvSpPr/>
            <p:nvPr/>
          </p:nvSpPr>
          <p:spPr>
            <a:xfrm>
              <a:off x="6367361" y="3524153"/>
              <a:ext cx="2308324" cy="1465785"/>
            </a:xfrm>
            <a:custGeom>
              <a:avLst/>
              <a:gdLst>
                <a:gd name="connsiteX0" fmla="*/ 0 w 2308324"/>
                <a:gd name="connsiteY0" fmla="*/ 146579 h 1465785"/>
                <a:gd name="connsiteX1" fmla="*/ 146579 w 2308324"/>
                <a:gd name="connsiteY1" fmla="*/ 0 h 1465785"/>
                <a:gd name="connsiteX2" fmla="*/ 2161746 w 2308324"/>
                <a:gd name="connsiteY2" fmla="*/ 0 h 1465785"/>
                <a:gd name="connsiteX3" fmla="*/ 2308325 w 2308324"/>
                <a:gd name="connsiteY3" fmla="*/ 146579 h 1465785"/>
                <a:gd name="connsiteX4" fmla="*/ 2308324 w 2308324"/>
                <a:gd name="connsiteY4" fmla="*/ 1319207 h 1465785"/>
                <a:gd name="connsiteX5" fmla="*/ 2161745 w 2308324"/>
                <a:gd name="connsiteY5" fmla="*/ 1465786 h 1465785"/>
                <a:gd name="connsiteX6" fmla="*/ 146579 w 2308324"/>
                <a:gd name="connsiteY6" fmla="*/ 1465785 h 1465785"/>
                <a:gd name="connsiteX7" fmla="*/ 0 w 2308324"/>
                <a:gd name="connsiteY7" fmla="*/ 1319206 h 1465785"/>
                <a:gd name="connsiteX8" fmla="*/ 0 w 2308324"/>
                <a:gd name="connsiteY8" fmla="*/ 146579 h 146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8324" h="1465785">
                  <a:moveTo>
                    <a:pt x="0" y="146579"/>
                  </a:moveTo>
                  <a:cubicBezTo>
                    <a:pt x="0" y="65626"/>
                    <a:pt x="65626" y="0"/>
                    <a:pt x="146579" y="0"/>
                  </a:cubicBezTo>
                  <a:lnTo>
                    <a:pt x="2161746" y="0"/>
                  </a:lnTo>
                  <a:cubicBezTo>
                    <a:pt x="2242699" y="0"/>
                    <a:pt x="2308325" y="65626"/>
                    <a:pt x="2308325" y="146579"/>
                  </a:cubicBezTo>
                  <a:cubicBezTo>
                    <a:pt x="2308325" y="537455"/>
                    <a:pt x="2308324" y="928331"/>
                    <a:pt x="2308324" y="1319207"/>
                  </a:cubicBezTo>
                  <a:cubicBezTo>
                    <a:pt x="2308324" y="1400160"/>
                    <a:pt x="2242698" y="1465786"/>
                    <a:pt x="2161745" y="1465786"/>
                  </a:cubicBezTo>
                  <a:lnTo>
                    <a:pt x="146579" y="1465785"/>
                  </a:lnTo>
                  <a:cubicBezTo>
                    <a:pt x="65626" y="1465785"/>
                    <a:pt x="0" y="1400159"/>
                    <a:pt x="0" y="1319206"/>
                  </a:cubicBezTo>
                  <a:lnTo>
                    <a:pt x="0" y="14657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1511" tIns="111511" rIns="111511" bIns="111511" numCol="1" spcCol="1270" rtlCol="1" anchor="ctr" anchorCtr="0">
              <a:noAutofit/>
            </a:bodyPr>
            <a:lstStyle/>
            <a:p>
              <a:pPr marL="0" lvl="0" indent="0" algn="ctr" defTabSz="800100" rtl="1">
                <a:lnSpc>
                  <a:spcPct val="90000"/>
                </a:lnSpc>
                <a:spcBef>
                  <a:spcPct val="0"/>
                </a:spcBef>
                <a:spcAft>
                  <a:spcPct val="35000"/>
                </a:spcAft>
                <a:buNone/>
              </a:pPr>
              <a:r>
                <a:rPr lang="ar" sz="1800" kern="1200" dirty="0">
                  <a:latin typeface="Times New Roman" panose="02020603050405020304" pitchFamily="18" charset="0"/>
                  <a:cs typeface="Times New Roman" panose="02020603050405020304" pitchFamily="18" charset="0"/>
                </a:rPr>
                <a:t>ذاتنا المثالية هي الطموح الذي نسعى لتحقيقه، أفضل صورة ممكنة لأنفسنا</a:t>
              </a:r>
              <a:endParaRPr lang="en-US" sz="1800" kern="1200" dirty="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76D90A1A-5E4A-6F64-3EBD-E700DB8DD50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534056698"/>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356D-0F34-2E09-4AA5-34A405E4DB38}"/>
              </a:ext>
            </a:extLst>
          </p:cNvPr>
          <p:cNvSpPr>
            <a:spLocks noGrp="1"/>
          </p:cNvSpPr>
          <p:nvPr>
            <p:ph type="title"/>
          </p:nvPr>
        </p:nvSpPr>
        <p:spPr>
          <a:xfrm>
            <a:off x="282352" y="1196752"/>
            <a:ext cx="8579296" cy="864000"/>
          </a:xfrm>
        </p:spPr>
        <p:txBody>
          <a:bodyPr rtlCol="1"/>
          <a:lstStyle/>
          <a:p>
            <a:pPr rtl="1"/>
            <a:r>
              <a:rPr lang="ar" sz="24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2400" b="1" dirty="0">
                <a:latin typeface="Times New Roman" panose="02020603050405020304" pitchFamily="18" charset="0"/>
                <a:cs typeface="Times New Roman" panose="02020603050405020304" pitchFamily="18" charset="0"/>
              </a:rPr>
            </a:br>
            <a:r>
              <a:rPr lang="ar" sz="2400" b="1" i="0">
                <a:effectLst/>
                <a:latin typeface="Times New Roman" panose="02020603050405020304" pitchFamily="18" charset="0"/>
                <a:cs typeface="Times New Roman" panose="02020603050405020304" pitchFamily="18" charset="0"/>
              </a:rPr>
              <a:t>أ4 التطوّر العاطفي في مختلف مراحل الحياة – تطوّر المشاعر تجاه الذات وتجاه الآخرين </a:t>
            </a:r>
            <a:endParaRPr lang="en-GB"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B3C0B001-0C9C-0592-AE25-8225364435D1}"/>
              </a:ext>
            </a:extLst>
          </p:cNvPr>
          <p:cNvGraphicFramePr>
            <a:graphicFrameLocks noGrp="1"/>
          </p:cNvGraphicFramePr>
          <p:nvPr>
            <p:extLst>
              <p:ext uri="{D42A27DB-BD31-4B8C-83A1-F6EECF244321}">
                <p14:modId xmlns:p14="http://schemas.microsoft.com/office/powerpoint/2010/main" val="2476901514"/>
              </p:ext>
            </p:extLst>
          </p:nvPr>
        </p:nvGraphicFramePr>
        <p:xfrm>
          <a:off x="282353" y="2420888"/>
          <a:ext cx="8579295" cy="2621280"/>
        </p:xfrm>
        <a:graphic>
          <a:graphicData uri="http://schemas.openxmlformats.org/drawingml/2006/table">
            <a:tbl>
              <a:tblPr rtl="1" firstRow="1" bandRow="1">
                <a:tableStyleId>{5C22544A-7EE6-4342-B048-85BDC9FD1C3A}</a:tableStyleId>
              </a:tblPr>
              <a:tblGrid>
                <a:gridCol w="2859765">
                  <a:extLst>
                    <a:ext uri="{9D8B030D-6E8A-4147-A177-3AD203B41FA5}">
                      <a16:colId xmlns:a16="http://schemas.microsoft.com/office/drawing/2014/main" val="3224434216"/>
                    </a:ext>
                  </a:extLst>
                </a:gridCol>
                <a:gridCol w="2859765">
                  <a:extLst>
                    <a:ext uri="{9D8B030D-6E8A-4147-A177-3AD203B41FA5}">
                      <a16:colId xmlns:a16="http://schemas.microsoft.com/office/drawing/2014/main" val="3661423251"/>
                    </a:ext>
                  </a:extLst>
                </a:gridCol>
                <a:gridCol w="2859765">
                  <a:extLst>
                    <a:ext uri="{9D8B030D-6E8A-4147-A177-3AD203B41FA5}">
                      <a16:colId xmlns:a16="http://schemas.microsoft.com/office/drawing/2014/main" val="1089179083"/>
                    </a:ext>
                  </a:extLst>
                </a:gridCol>
              </a:tblGrid>
              <a:tr h="370840">
                <a:tc>
                  <a:txBody>
                    <a:bodyPr/>
                    <a:lstStyle/>
                    <a:p>
                      <a:pPr rtl="1"/>
                      <a:r>
                        <a:rPr lang="ar" sz="2000" b="1">
                          <a:solidFill>
                            <a:schemeClr val="tx1"/>
                          </a:solidFill>
                          <a:latin typeface="Times New Roman" panose="02020603050405020304" pitchFamily="18" charset="0"/>
                          <a:cs typeface="Times New Roman" panose="02020603050405020304" pitchFamily="18" charset="0"/>
                        </a:rPr>
                        <a:t>مرحلة الرضاعة: </a:t>
                      </a:r>
                      <a:r>
                        <a:rPr lang="ar" sz="2000" b="0">
                          <a:solidFill>
                            <a:schemeClr val="tx1"/>
                          </a:solidFill>
                          <a:latin typeface="Times New Roman" panose="02020603050405020304" pitchFamily="18" charset="0"/>
                          <a:cs typeface="Times New Roman" panose="02020603050405020304" pitchFamily="18" charset="0"/>
                        </a:rPr>
                        <a:t>فترة حاسمة للترابط والتعلّق</a:t>
                      </a:r>
                    </a:p>
                  </a:txBody>
                  <a:tcPr/>
                </a:tc>
                <a:tc>
                  <a:txBody>
                    <a:bodyPr/>
                    <a:lstStyle/>
                    <a:p>
                      <a:pPr rtl="1"/>
                      <a:r>
                        <a:rPr lang="ar" sz="2000" b="1">
                          <a:solidFill>
                            <a:schemeClr val="tx1"/>
                          </a:solidFill>
                          <a:latin typeface="Times New Roman" panose="02020603050405020304" pitchFamily="18" charset="0"/>
                          <a:cs typeface="Times New Roman" panose="02020603050405020304" pitchFamily="18" charset="0"/>
                        </a:rPr>
                        <a:t>مرحلة الطفولة المبكرة: </a:t>
                      </a:r>
                      <a:r>
                        <a:rPr lang="ar" sz="2000" b="0">
                          <a:solidFill>
                            <a:schemeClr val="tx1"/>
                          </a:solidFill>
                          <a:latin typeface="Times New Roman" panose="02020603050405020304" pitchFamily="18" charset="0"/>
                          <a:cs typeface="Times New Roman" panose="02020603050405020304" pitchFamily="18" charset="0"/>
                        </a:rPr>
                        <a:t>تطوير الاستقلالية، تقدير الذات والصورة الذاتية، والشعور بالأمان في العلاقات</a:t>
                      </a:r>
                    </a:p>
                  </a:txBody>
                  <a:tcPr/>
                </a:tc>
                <a:tc>
                  <a:txBody>
                    <a:bodyPr/>
                    <a:lstStyle/>
                    <a:p>
                      <a:pPr rtl="1"/>
                      <a:r>
                        <a:rPr lang="ar" sz="2000" b="1" dirty="0">
                          <a:solidFill>
                            <a:schemeClr val="tx1"/>
                          </a:solidFill>
                          <a:latin typeface="Times New Roman" panose="02020603050405020304" pitchFamily="18" charset="0"/>
                          <a:cs typeface="Times New Roman" panose="02020603050405020304" pitchFamily="18" charset="0"/>
                        </a:rPr>
                        <a:t>مرحلة المراهقة:</a:t>
                      </a:r>
                      <a:r>
                        <a:rPr lang="ar" sz="2000" b="0" dirty="0">
                          <a:solidFill>
                            <a:schemeClr val="tx1"/>
                          </a:solidFill>
                          <a:latin typeface="Times New Roman" panose="02020603050405020304" pitchFamily="18" charset="0"/>
                          <a:cs typeface="Times New Roman" panose="02020603050405020304" pitchFamily="18" charset="0"/>
                        </a:rPr>
                        <a:t> استقلالية متزايدة، وصورة ذاتية وتقدير ذاتي إيجابيان أو سلبيان</a:t>
                      </a:r>
                    </a:p>
                  </a:txBody>
                  <a:tcPr/>
                </a:tc>
                <a:extLst>
                  <a:ext uri="{0D108BD9-81ED-4DB2-BD59-A6C34878D82A}">
                    <a16:rowId xmlns:a16="http://schemas.microsoft.com/office/drawing/2014/main" val="560187646"/>
                  </a:ext>
                </a:extLst>
              </a:tr>
              <a:tr h="370840">
                <a:tc>
                  <a:txBody>
                    <a:bodyPr/>
                    <a:lstStyle/>
                    <a:p>
                      <a:pPr rtl="1"/>
                      <a:r>
                        <a:rPr lang="ar" sz="2000" b="1" dirty="0">
                          <a:solidFill>
                            <a:schemeClr val="tx1"/>
                          </a:solidFill>
                          <a:latin typeface="Times New Roman" panose="02020603050405020304" pitchFamily="18" charset="0"/>
                          <a:cs typeface="Times New Roman" panose="02020603050405020304" pitchFamily="18" charset="0"/>
                        </a:rPr>
                        <a:t>مرحلة الرشد المبكر:</a:t>
                      </a:r>
                      <a:r>
                        <a:rPr lang="ar" sz="2000" b="0" dirty="0">
                          <a:solidFill>
                            <a:schemeClr val="tx1"/>
                          </a:solidFill>
                          <a:latin typeface="Times New Roman" panose="02020603050405020304" pitchFamily="18" charset="0"/>
                          <a:cs typeface="Times New Roman" panose="02020603050405020304" pitchFamily="18" charset="0"/>
                        </a:rPr>
                        <a:t> الاستقلالية، وتأثر تقدير الذات والصورة الذاتية بالمسار المهني والعلاقات</a:t>
                      </a:r>
                    </a:p>
                  </a:txBody>
                  <a:tcPr/>
                </a:tc>
                <a:tc>
                  <a:txBody>
                    <a:bodyPr/>
                    <a:lstStyle/>
                    <a:p>
                      <a:pPr rtl="1"/>
                      <a:r>
                        <a:rPr lang="ar" sz="2000" b="1">
                          <a:solidFill>
                            <a:schemeClr val="tx1"/>
                          </a:solidFill>
                          <a:latin typeface="Times New Roman" panose="02020603050405020304" pitchFamily="18" charset="0"/>
                          <a:cs typeface="Times New Roman" panose="02020603050405020304" pitchFamily="18" charset="0"/>
                        </a:rPr>
                        <a:t>مرحلة الرشد المتوسط: </a:t>
                      </a:r>
                      <a:r>
                        <a:rPr lang="ar" sz="2000" b="0">
                          <a:solidFill>
                            <a:schemeClr val="tx1"/>
                          </a:solidFill>
                          <a:latin typeface="Times New Roman" panose="02020603050405020304" pitchFamily="18" charset="0"/>
                          <a:cs typeface="Times New Roman" panose="02020603050405020304" pitchFamily="18" charset="0"/>
                        </a:rPr>
                        <a:t>قد تؤثر الشيخوخة والتقاعد وتغيّر الأدوار على تقدير الذات والصورة الذاتية</a:t>
                      </a:r>
                    </a:p>
                  </a:txBody>
                  <a:tcPr/>
                </a:tc>
                <a:tc>
                  <a:txBody>
                    <a:bodyPr/>
                    <a:lstStyle/>
                    <a:p>
                      <a:pPr rtl="1"/>
                      <a:r>
                        <a:rPr lang="ar" sz="2000" b="1" dirty="0">
                          <a:solidFill>
                            <a:schemeClr val="tx1"/>
                          </a:solidFill>
                          <a:latin typeface="Times New Roman" panose="02020603050405020304" pitchFamily="18" charset="0"/>
                          <a:cs typeface="Times New Roman" panose="02020603050405020304" pitchFamily="18" charset="0"/>
                        </a:rPr>
                        <a:t>مرحلة الرشد المتأخر:</a:t>
                      </a:r>
                      <a:r>
                        <a:rPr lang="ar" sz="2000" b="0" dirty="0">
                          <a:solidFill>
                            <a:schemeClr val="tx1"/>
                          </a:solidFill>
                          <a:latin typeface="Times New Roman" panose="02020603050405020304" pitchFamily="18" charset="0"/>
                          <a:cs typeface="Times New Roman" panose="02020603050405020304" pitchFamily="18" charset="0"/>
                        </a:rPr>
                        <a:t> مشاعر الحزن والاعتماد المتزايد على الآخرين، وتأثيراتهما في تقدير الذات والصورة الذاتية. </a:t>
                      </a:r>
                    </a:p>
                  </a:txBody>
                  <a:tcPr/>
                </a:tc>
                <a:extLst>
                  <a:ext uri="{0D108BD9-81ED-4DB2-BD59-A6C34878D82A}">
                    <a16:rowId xmlns:a16="http://schemas.microsoft.com/office/drawing/2014/main" val="13438254"/>
                  </a:ext>
                </a:extLst>
              </a:tr>
            </a:tbl>
          </a:graphicData>
        </a:graphic>
      </p:graphicFrame>
      <p:sp>
        <p:nvSpPr>
          <p:cNvPr id="3" name="TextBox 2">
            <a:extLst>
              <a:ext uri="{FF2B5EF4-FFF2-40B4-BE49-F238E27FC236}">
                <a16:creationId xmlns:a16="http://schemas.microsoft.com/office/drawing/2014/main" id="{BEB3BD40-C40D-58FD-D182-2F8B6B4E002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3298244869"/>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356D-0F34-2E09-4AA5-34A405E4DB38}"/>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أ5 التطوّر الاجتماعي في مختلف مراحل الحياة – إقامة العلاقات</a:t>
            </a:r>
            <a:r>
              <a:rPr lang="ar" sz="1800" b="0" i="0">
                <a:effectLst/>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0F3892-36A3-03AE-C435-9E1621FD475F}"/>
              </a:ext>
            </a:extLst>
          </p:cNvPr>
          <p:cNvSpPr>
            <a:spLocks noGrp="1"/>
          </p:cNvSpPr>
          <p:nvPr>
            <p:ph sz="half" idx="2"/>
          </p:nvPr>
        </p:nvSpPr>
        <p:spPr>
          <a:xfrm>
            <a:off x="4903152" y="2196001"/>
            <a:ext cx="4027488" cy="4024100"/>
          </a:xfrm>
        </p:spPr>
        <p:txBody>
          <a:bodyPr wrap="square" rtlCol="1" anchor="t">
            <a:normAutofit/>
          </a:bodyPr>
          <a:lstStyle/>
          <a:p>
            <a:pPr marL="0" indent="0" rtl="1">
              <a:buNone/>
            </a:pPr>
            <a:r>
              <a:rPr lang="ar" b="1" dirty="0">
                <a:latin typeface="Times New Roman" panose="02020603050405020304" pitchFamily="18" charset="0"/>
                <a:cs typeface="Times New Roman" panose="02020603050405020304" pitchFamily="18" charset="0"/>
              </a:rPr>
              <a:t>مرحلة الرضاعة</a:t>
            </a:r>
          </a:p>
          <a:p>
            <a:pPr rtl="1"/>
            <a:r>
              <a:rPr lang="ar" dirty="0">
                <a:latin typeface="Times New Roman" panose="02020603050405020304" pitchFamily="18" charset="0"/>
                <a:cs typeface="Times New Roman" panose="02020603050405020304" pitchFamily="18" charset="0"/>
              </a:rPr>
              <a:t>يعتمد الصغار على والديهم لتلبية احتياجاتهم</a:t>
            </a:r>
          </a:p>
          <a:p>
            <a:pPr rtl="1"/>
            <a:r>
              <a:rPr lang="ar" dirty="0">
                <a:latin typeface="Times New Roman" panose="02020603050405020304" pitchFamily="18" charset="0"/>
                <a:cs typeface="Times New Roman" panose="02020603050405020304" pitchFamily="18" charset="0"/>
              </a:rPr>
              <a:t>التنشئة الاجتماعية الأولية: تعلّم المعايير والقيّم من أفراد الأسرة في المنزل </a:t>
            </a:r>
          </a:p>
          <a:p>
            <a:pPr rtl="1"/>
            <a:r>
              <a:rPr lang="ar" dirty="0">
                <a:latin typeface="Times New Roman" panose="02020603050405020304" pitchFamily="18" charset="0"/>
                <a:cs typeface="Times New Roman" panose="02020603050405020304" pitchFamily="18" charset="0"/>
              </a:rPr>
              <a:t>أنواع الألعاب: </a:t>
            </a:r>
            <a:r>
              <a:rPr lang="ar" b="0" i="0" dirty="0">
                <a:effectLst/>
                <a:latin typeface="Times New Roman" panose="02020603050405020304" pitchFamily="18" charset="0"/>
                <a:cs typeface="Times New Roman" panose="02020603050405020304" pitchFamily="18" charset="0"/>
              </a:rPr>
              <a:t>اللعب الانفرادي، واللعب المتوازي، واللعب الرمزي، واللعب التعاوني</a:t>
            </a:r>
            <a:endParaRPr lang="en-GB" dirty="0">
              <a:latin typeface="Times New Roman" panose="02020603050405020304" pitchFamily="18" charset="0"/>
              <a:cs typeface="Times New Roman" panose="02020603050405020304" pitchFamily="18" charset="0"/>
            </a:endParaRPr>
          </a:p>
        </p:txBody>
      </p:sp>
      <p:pic>
        <p:nvPicPr>
          <p:cNvPr id="4" name="Picture 3" descr="A young child playing with letters">
            <a:extLst>
              <a:ext uri="{FF2B5EF4-FFF2-40B4-BE49-F238E27FC236}">
                <a16:creationId xmlns:a16="http://schemas.microsoft.com/office/drawing/2014/main" id="{D49DC07E-831F-24D2-E110-EA2BB6ED3967}"/>
              </a:ext>
            </a:extLst>
          </p:cNvPr>
          <p:cNvPicPr>
            <a:picLocks noChangeAspect="1"/>
          </p:cNvPicPr>
          <p:nvPr/>
        </p:nvPicPr>
        <p:blipFill>
          <a:blip r:embed="rId4"/>
          <a:srcRect l="6582" r="12658" b="-704"/>
          <a:stretch>
            <a:fillRect/>
          </a:stretch>
        </p:blipFill>
        <p:spPr>
          <a:xfrm>
            <a:off x="543502" y="2340645"/>
            <a:ext cx="4024898" cy="3537819"/>
          </a:xfrm>
          <a:prstGeom prst="rect">
            <a:avLst/>
          </a:prstGeom>
          <a:ln>
            <a:noFill/>
          </a:ln>
        </p:spPr>
      </p:pic>
      <p:sp>
        <p:nvSpPr>
          <p:cNvPr id="5" name="TextBox 4">
            <a:extLst>
              <a:ext uri="{FF2B5EF4-FFF2-40B4-BE49-F238E27FC236}">
                <a16:creationId xmlns:a16="http://schemas.microsoft.com/office/drawing/2014/main" id="{90C1D1EF-D53A-7459-1B4F-65182B554935}"/>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986907699"/>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2F15F-8E70-2F59-342E-B74DB9FC03E8}"/>
              </a:ext>
            </a:extLst>
          </p:cNvPr>
          <p:cNvSpPr>
            <a:spLocks noGrp="1"/>
          </p:cNvSpPr>
          <p:nvPr>
            <p:ph type="title"/>
          </p:nvPr>
        </p:nvSpPr>
        <p:spPr>
          <a:xfrm>
            <a:off x="322547" y="1196752"/>
            <a:ext cx="8651304" cy="864000"/>
          </a:xfrm>
        </p:spPr>
        <p:txBody>
          <a:bodyPr rtlCol="1"/>
          <a:lstStyle/>
          <a:p>
            <a:pPr rtl="1"/>
            <a:r>
              <a:rPr lang="ar" sz="24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2400" b="1" dirty="0">
                <a:latin typeface="Times New Roman" panose="02020603050405020304" pitchFamily="18" charset="0"/>
                <a:cs typeface="Times New Roman" panose="02020603050405020304" pitchFamily="18" charset="0"/>
              </a:rPr>
            </a:br>
            <a:r>
              <a:rPr lang="ar" sz="2400" b="1" i="0">
                <a:effectLst/>
                <a:latin typeface="Times New Roman" panose="02020603050405020304" pitchFamily="18" charset="0"/>
                <a:cs typeface="Times New Roman" panose="02020603050405020304" pitchFamily="18" charset="0"/>
              </a:rPr>
              <a:t>أ5 التطوّر الاجتماعي في مختلف مراحل الحياة – إقامة العلاقات</a:t>
            </a:r>
            <a:r>
              <a:rPr lang="ar" sz="2400" b="0" i="0">
                <a:effectLst/>
                <a:latin typeface="Times New Roman" panose="02020603050405020304" pitchFamily="18" charset="0"/>
                <a:cs typeface="Times New Roman" panose="02020603050405020304" pitchFamily="18" charset="0"/>
              </a:rPr>
              <a:t>  </a:t>
            </a:r>
            <a:endParaRPr lang="en-GB"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B7C2B7F-DB47-619D-4E30-229586F1A2F1}"/>
              </a:ext>
            </a:extLst>
          </p:cNvPr>
          <p:cNvSpPr>
            <a:spLocks noGrp="1"/>
          </p:cNvSpPr>
          <p:nvPr>
            <p:ph sz="half" idx="1"/>
          </p:nvPr>
        </p:nvSpPr>
        <p:spPr>
          <a:xfrm>
            <a:off x="3488923" y="2389093"/>
            <a:ext cx="2166154" cy="512919"/>
          </a:xfrm>
        </p:spPr>
        <p:txBody>
          <a:bodyPr rtlCol="1"/>
          <a:lstStyle/>
          <a:p>
            <a:pPr marL="0" indent="0" algn="ctr" rtl="1">
              <a:buNone/>
            </a:pPr>
            <a:r>
              <a:rPr lang="ar" b="1" dirty="0">
                <a:latin typeface="Times New Roman" panose="02020603050405020304" pitchFamily="18" charset="0"/>
                <a:cs typeface="Times New Roman" panose="02020603050405020304" pitchFamily="18" charset="0"/>
              </a:rPr>
              <a:t>أنواع الألعاب</a:t>
            </a:r>
          </a:p>
          <a:p>
            <a:pPr marL="0" indent="0" rtl="1">
              <a:buNone/>
            </a:pPr>
            <a:endParaRPr lang="en-GB"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1EC07EF-9BEA-3558-B80F-759810C4C42F}"/>
              </a:ext>
            </a:extLst>
          </p:cNvPr>
          <p:cNvSpPr txBox="1"/>
          <p:nvPr/>
        </p:nvSpPr>
        <p:spPr>
          <a:xfrm>
            <a:off x="6525580" y="2860180"/>
            <a:ext cx="2448271" cy="646331"/>
          </a:xfrm>
          <a:prstGeom prst="rect">
            <a:avLst/>
          </a:prstGeom>
          <a:noFill/>
        </p:spPr>
        <p:txBody>
          <a:bodyPr wrap="square" rtlCol="1">
            <a:spAutoFit/>
          </a:bodyPr>
          <a:lstStyle/>
          <a:p>
            <a:pPr rtl="1"/>
            <a:r>
              <a:rPr lang="ar">
                <a:latin typeface="Times New Roman" panose="02020603050405020304" pitchFamily="18" charset="0"/>
                <a:cs typeface="Times New Roman" panose="02020603050405020304" pitchFamily="18" charset="0"/>
              </a:rPr>
              <a:t>اللعب الانفرادي: اللعب منفردًا</a:t>
            </a:r>
          </a:p>
          <a:p>
            <a:pPr rtl="1"/>
            <a:endParaRPr lang="en-GB"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EDFDF2F-613C-4301-5FD8-D5C5D055D348}"/>
              </a:ext>
            </a:extLst>
          </p:cNvPr>
          <p:cNvSpPr txBox="1"/>
          <p:nvPr/>
        </p:nvSpPr>
        <p:spPr>
          <a:xfrm>
            <a:off x="4139952" y="2890756"/>
            <a:ext cx="2448271" cy="646331"/>
          </a:xfrm>
          <a:prstGeom prst="rect">
            <a:avLst/>
          </a:prstGeom>
          <a:noFill/>
        </p:spPr>
        <p:txBody>
          <a:bodyPr wrap="square" rtlCol="1">
            <a:spAutoFit/>
          </a:bodyPr>
          <a:lstStyle/>
          <a:p>
            <a:pPr rtl="1"/>
            <a:r>
              <a:rPr lang="ar">
                <a:latin typeface="Times New Roman" panose="02020603050405020304" pitchFamily="18" charset="0"/>
                <a:cs typeface="Times New Roman" panose="02020603050405020304" pitchFamily="18" charset="0"/>
              </a:rPr>
              <a:t>اللعب المتوازي: اللعب مع الآخرين </a:t>
            </a:r>
          </a:p>
        </p:txBody>
      </p:sp>
      <p:sp>
        <p:nvSpPr>
          <p:cNvPr id="13" name="TextBox 12">
            <a:extLst>
              <a:ext uri="{FF2B5EF4-FFF2-40B4-BE49-F238E27FC236}">
                <a16:creationId xmlns:a16="http://schemas.microsoft.com/office/drawing/2014/main" id="{DB6BE225-F22D-A46A-1B6F-EEC20D503C00}"/>
              </a:ext>
            </a:extLst>
          </p:cNvPr>
          <p:cNvSpPr txBox="1"/>
          <p:nvPr/>
        </p:nvSpPr>
        <p:spPr>
          <a:xfrm>
            <a:off x="2484581" y="2902012"/>
            <a:ext cx="1953567" cy="923330"/>
          </a:xfrm>
          <a:prstGeom prst="rect">
            <a:avLst/>
          </a:prstGeom>
          <a:noFill/>
        </p:spPr>
        <p:txBody>
          <a:bodyPr wrap="square" rtlCol="1">
            <a:spAutoFit/>
          </a:bodyPr>
          <a:lstStyle/>
          <a:p>
            <a:pPr rtl="1"/>
            <a:r>
              <a:rPr lang="ar" dirty="0">
                <a:latin typeface="Times New Roman" panose="02020603050405020304" pitchFamily="18" charset="0"/>
                <a:cs typeface="Times New Roman" panose="02020603050405020304" pitchFamily="18" charset="0"/>
              </a:rPr>
              <a:t>اللعب الرمزي: استخدام أغراض اعتيادية لتمثيل أشياء أخرى </a:t>
            </a:r>
          </a:p>
        </p:txBody>
      </p:sp>
      <p:sp>
        <p:nvSpPr>
          <p:cNvPr id="15" name="TextBox 14">
            <a:extLst>
              <a:ext uri="{FF2B5EF4-FFF2-40B4-BE49-F238E27FC236}">
                <a16:creationId xmlns:a16="http://schemas.microsoft.com/office/drawing/2014/main" id="{5F47AE1D-C3EE-BE2D-325E-E3F3E5F45F0C}"/>
              </a:ext>
            </a:extLst>
          </p:cNvPr>
          <p:cNvSpPr txBox="1"/>
          <p:nvPr/>
        </p:nvSpPr>
        <p:spPr>
          <a:xfrm>
            <a:off x="449959" y="2930759"/>
            <a:ext cx="1800201" cy="646331"/>
          </a:xfrm>
          <a:prstGeom prst="rect">
            <a:avLst/>
          </a:prstGeom>
          <a:noFill/>
        </p:spPr>
        <p:txBody>
          <a:bodyPr wrap="square" rtlCol="1">
            <a:spAutoFit/>
          </a:bodyPr>
          <a:lstStyle/>
          <a:p>
            <a:pPr rtl="1"/>
            <a:r>
              <a:rPr lang="ar">
                <a:latin typeface="Times New Roman" panose="02020603050405020304" pitchFamily="18" charset="0"/>
                <a:cs typeface="Times New Roman" panose="02020603050405020304" pitchFamily="18" charset="0"/>
              </a:rPr>
              <a:t>اللعب التعاوني: اللعب في مجموعات </a:t>
            </a:r>
          </a:p>
        </p:txBody>
      </p:sp>
      <p:sp>
        <p:nvSpPr>
          <p:cNvPr id="16" name="Arrow: Down 15">
            <a:extLst>
              <a:ext uri="{FF2B5EF4-FFF2-40B4-BE49-F238E27FC236}">
                <a16:creationId xmlns:a16="http://schemas.microsoft.com/office/drawing/2014/main" id="{B9884081-16B3-E4E4-A0F5-984353FD483E}"/>
              </a:ext>
            </a:extLst>
          </p:cNvPr>
          <p:cNvSpPr/>
          <p:nvPr/>
        </p:nvSpPr>
        <p:spPr>
          <a:xfrm>
            <a:off x="7295572" y="3679570"/>
            <a:ext cx="840048" cy="100811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GB" dirty="0">
              <a:latin typeface="Times New Roman" panose="02020603050405020304" pitchFamily="18" charset="0"/>
              <a:cs typeface="Times New Roman" panose="02020603050405020304" pitchFamily="18" charset="0"/>
            </a:endParaRPr>
          </a:p>
        </p:txBody>
      </p:sp>
      <p:sp>
        <p:nvSpPr>
          <p:cNvPr id="17" name="Arrow: Down 16">
            <a:extLst>
              <a:ext uri="{FF2B5EF4-FFF2-40B4-BE49-F238E27FC236}">
                <a16:creationId xmlns:a16="http://schemas.microsoft.com/office/drawing/2014/main" id="{D4CACC74-3772-C0A0-3C26-B7DF91812AB9}"/>
              </a:ext>
            </a:extLst>
          </p:cNvPr>
          <p:cNvSpPr/>
          <p:nvPr/>
        </p:nvSpPr>
        <p:spPr>
          <a:xfrm>
            <a:off x="5234202" y="3686836"/>
            <a:ext cx="840048" cy="100811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GB" dirty="0">
              <a:latin typeface="Times New Roman" panose="02020603050405020304" pitchFamily="18" charset="0"/>
              <a:cs typeface="Times New Roman" panose="02020603050405020304" pitchFamily="18" charset="0"/>
            </a:endParaRPr>
          </a:p>
        </p:txBody>
      </p:sp>
      <p:sp>
        <p:nvSpPr>
          <p:cNvPr id="18" name="Arrow: Down 17">
            <a:extLst>
              <a:ext uri="{FF2B5EF4-FFF2-40B4-BE49-F238E27FC236}">
                <a16:creationId xmlns:a16="http://schemas.microsoft.com/office/drawing/2014/main" id="{4ACC6E42-3135-32F5-2610-3A5B226FC78D}"/>
              </a:ext>
            </a:extLst>
          </p:cNvPr>
          <p:cNvSpPr/>
          <p:nvPr/>
        </p:nvSpPr>
        <p:spPr>
          <a:xfrm>
            <a:off x="2901636" y="3930290"/>
            <a:ext cx="840048" cy="7691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GB" dirty="0">
              <a:latin typeface="Times New Roman" panose="02020603050405020304" pitchFamily="18" charset="0"/>
              <a:cs typeface="Times New Roman" panose="02020603050405020304" pitchFamily="18" charset="0"/>
            </a:endParaRPr>
          </a:p>
        </p:txBody>
      </p:sp>
      <p:sp>
        <p:nvSpPr>
          <p:cNvPr id="19" name="Arrow: Down 18">
            <a:extLst>
              <a:ext uri="{FF2B5EF4-FFF2-40B4-BE49-F238E27FC236}">
                <a16:creationId xmlns:a16="http://schemas.microsoft.com/office/drawing/2014/main" id="{7E7BB186-4D22-6ED2-6D5B-CB7E90372012}"/>
              </a:ext>
            </a:extLst>
          </p:cNvPr>
          <p:cNvSpPr/>
          <p:nvPr/>
        </p:nvSpPr>
        <p:spPr>
          <a:xfrm>
            <a:off x="893708" y="3679570"/>
            <a:ext cx="840048" cy="100811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GB" dirty="0">
              <a:latin typeface="Times New Roman" panose="02020603050405020304" pitchFamily="18" charset="0"/>
              <a:cs typeface="Times New Roman" panose="02020603050405020304" pitchFamily="18" charset="0"/>
            </a:endParaRPr>
          </a:p>
        </p:txBody>
      </p:sp>
      <p:pic>
        <p:nvPicPr>
          <p:cNvPr id="4" name="Picture 3" descr="A child playing with colorful letters&#10;&#10;AI-generated content may be incorrect.">
            <a:extLst>
              <a:ext uri="{FF2B5EF4-FFF2-40B4-BE49-F238E27FC236}">
                <a16:creationId xmlns:a16="http://schemas.microsoft.com/office/drawing/2014/main" id="{36DC7596-963F-716F-2B4C-97EBD42AEC70}"/>
              </a:ext>
            </a:extLst>
          </p:cNvPr>
          <p:cNvPicPr>
            <a:picLocks noChangeAspect="1"/>
          </p:cNvPicPr>
          <p:nvPr/>
        </p:nvPicPr>
        <p:blipFill>
          <a:blip r:embed="rId3"/>
          <a:srcRect l="2083" t="-7444" r="2084" b="901"/>
          <a:stretch>
            <a:fillRect/>
          </a:stretch>
        </p:blipFill>
        <p:spPr>
          <a:xfrm>
            <a:off x="6793439" y="4910605"/>
            <a:ext cx="1828913" cy="1501456"/>
          </a:xfrm>
          <a:prstGeom prst="rect">
            <a:avLst/>
          </a:prstGeom>
          <a:ln>
            <a:noFill/>
          </a:ln>
        </p:spPr>
      </p:pic>
      <p:pic>
        <p:nvPicPr>
          <p:cNvPr id="5" name="Picture 4" descr="A group of kids painting on easels">
            <a:extLst>
              <a:ext uri="{FF2B5EF4-FFF2-40B4-BE49-F238E27FC236}">
                <a16:creationId xmlns:a16="http://schemas.microsoft.com/office/drawing/2014/main" id="{5B2CB129-BC12-B912-6B68-D1B1C87F5077}"/>
              </a:ext>
            </a:extLst>
          </p:cNvPr>
          <p:cNvPicPr>
            <a:picLocks noChangeAspect="1"/>
          </p:cNvPicPr>
          <p:nvPr/>
        </p:nvPicPr>
        <p:blipFill>
          <a:blip r:embed="rId4"/>
          <a:srcRect l="4979" t="13115" r="-827"/>
          <a:stretch>
            <a:fillRect/>
          </a:stretch>
        </p:blipFill>
        <p:spPr>
          <a:xfrm>
            <a:off x="4837461" y="4910137"/>
            <a:ext cx="1635379" cy="1517539"/>
          </a:xfrm>
          <a:prstGeom prst="rect">
            <a:avLst/>
          </a:prstGeom>
        </p:spPr>
      </p:pic>
      <p:pic>
        <p:nvPicPr>
          <p:cNvPr id="6" name="Picture 5" descr="A child holding a banana&#10;&#10;AI-generated content may be incorrect.">
            <a:extLst>
              <a:ext uri="{FF2B5EF4-FFF2-40B4-BE49-F238E27FC236}">
                <a16:creationId xmlns:a16="http://schemas.microsoft.com/office/drawing/2014/main" id="{2FD78DD5-29F2-17F5-2FF2-0DF44E5313F2}"/>
              </a:ext>
            </a:extLst>
          </p:cNvPr>
          <p:cNvPicPr>
            <a:picLocks noChangeAspect="1"/>
          </p:cNvPicPr>
          <p:nvPr/>
        </p:nvPicPr>
        <p:blipFill>
          <a:blip r:embed="rId5"/>
          <a:srcRect t="820" r="380" b="4918"/>
          <a:stretch>
            <a:fillRect/>
          </a:stretch>
        </p:blipFill>
        <p:spPr>
          <a:xfrm>
            <a:off x="2436678" y="4910137"/>
            <a:ext cx="1774414" cy="1517367"/>
          </a:xfrm>
          <a:prstGeom prst="rect">
            <a:avLst/>
          </a:prstGeom>
        </p:spPr>
      </p:pic>
      <p:pic>
        <p:nvPicPr>
          <p:cNvPr id="7" name="Picture 6" descr="A group of children holding puzzle pieces">
            <a:extLst>
              <a:ext uri="{FF2B5EF4-FFF2-40B4-BE49-F238E27FC236}">
                <a16:creationId xmlns:a16="http://schemas.microsoft.com/office/drawing/2014/main" id="{B00D1ADF-A26A-E591-80EC-7C7B7CA9ED96}"/>
              </a:ext>
            </a:extLst>
          </p:cNvPr>
          <p:cNvPicPr>
            <a:picLocks noChangeAspect="1"/>
          </p:cNvPicPr>
          <p:nvPr/>
        </p:nvPicPr>
        <p:blipFill>
          <a:blip r:embed="rId6"/>
          <a:stretch>
            <a:fillRect/>
          </a:stretch>
        </p:blipFill>
        <p:spPr>
          <a:xfrm>
            <a:off x="424526" y="4918605"/>
            <a:ext cx="1783323" cy="1505555"/>
          </a:xfrm>
          <a:prstGeom prst="rect">
            <a:avLst/>
          </a:prstGeom>
        </p:spPr>
      </p:pic>
      <p:sp>
        <p:nvSpPr>
          <p:cNvPr id="8" name="TextBox 7">
            <a:extLst>
              <a:ext uri="{FF2B5EF4-FFF2-40B4-BE49-F238E27FC236}">
                <a16:creationId xmlns:a16="http://schemas.microsoft.com/office/drawing/2014/main" id="{101598C0-0477-30EA-C69C-410E0884FF05}"/>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3371261871"/>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356D-0F34-2E09-4AA5-34A405E4DB38}"/>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أ5 التطوّر الاجتماعي في مختلف مراحل الحياة – إقامة العلاقات</a:t>
            </a:r>
            <a:r>
              <a:rPr lang="ar" sz="1800" b="0" i="0">
                <a:effectLst/>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25B911FC-7AED-A1D8-3FCB-CA428E3EDAD3}"/>
              </a:ext>
            </a:extLst>
          </p:cNvPr>
          <p:cNvGrpSpPr/>
          <p:nvPr/>
        </p:nvGrpSpPr>
        <p:grpSpPr>
          <a:xfrm flipH="1">
            <a:off x="474602" y="2441785"/>
            <a:ext cx="8194791" cy="3386865"/>
            <a:chOff x="474602" y="2441785"/>
            <a:chExt cx="8194791" cy="3386865"/>
          </a:xfrm>
        </p:grpSpPr>
        <p:sp>
          <p:nvSpPr>
            <p:cNvPr id="4" name="Freeform: Shape 3">
              <a:extLst>
                <a:ext uri="{FF2B5EF4-FFF2-40B4-BE49-F238E27FC236}">
                  <a16:creationId xmlns:a16="http://schemas.microsoft.com/office/drawing/2014/main" id="{AFDD10F7-5C00-9931-4EA6-58BA9414A758}"/>
                </a:ext>
              </a:extLst>
            </p:cNvPr>
            <p:cNvSpPr/>
            <p:nvPr/>
          </p:nvSpPr>
          <p:spPr>
            <a:xfrm>
              <a:off x="2841239" y="3106596"/>
              <a:ext cx="514140" cy="91440"/>
            </a:xfrm>
            <a:custGeom>
              <a:avLst/>
              <a:gdLst>
                <a:gd name="connsiteX0" fmla="*/ 0 w 514140"/>
                <a:gd name="connsiteY0" fmla="*/ 45720 h 91440"/>
                <a:gd name="connsiteX1" fmla="*/ 514140 w 514140"/>
                <a:gd name="connsiteY1" fmla="*/ 45720 h 91440"/>
              </a:gdLst>
              <a:ahLst/>
              <a:cxnLst>
                <a:cxn ang="0">
                  <a:pos x="connsiteX0" y="connsiteY0"/>
                </a:cxn>
                <a:cxn ang="0">
                  <a:pos x="connsiteX1" y="connsiteY1"/>
                </a:cxn>
              </a:cxnLst>
              <a:rect l="l" t="t" r="r" b="b"/>
              <a:pathLst>
                <a:path w="514140" h="91440">
                  <a:moveTo>
                    <a:pt x="0" y="45720"/>
                  </a:moveTo>
                  <a:lnTo>
                    <a:pt x="514140" y="45720"/>
                  </a:lnTo>
                </a:path>
              </a:pathLst>
            </a:custGeom>
            <a:noFill/>
            <a:ln>
              <a:tailEnd type="arrow"/>
            </a:ln>
          </p:spPr>
          <p:style>
            <a:lnRef idx="1">
              <a:schemeClr val="accent2">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256152" tIns="42997" rIns="256151" bIns="42996" numCol="1" spcCol="1270" rtlCol="1" anchor="ctr" anchorCtr="0">
              <a:noAutofit/>
            </a:bodyPr>
            <a:lstStyle/>
            <a:p>
              <a:pPr marL="0" lvl="0" indent="0" algn="ctr" defTabSz="222250" rtl="1">
                <a:lnSpc>
                  <a:spcPct val="90000"/>
                </a:lnSpc>
                <a:spcBef>
                  <a:spcPct val="0"/>
                </a:spcBef>
                <a:spcAft>
                  <a:spcPct val="35000"/>
                </a:spcAft>
                <a:buNone/>
              </a:pPr>
              <a:endParaRPr lang="en-US" sz="500" kern="1200" dirty="0">
                <a:latin typeface="Times New Roman" panose="02020603050405020304" pitchFamily="18" charset="0"/>
                <a:cs typeface="Times New Roman" panose="02020603050405020304" pitchFamily="18" charset="0"/>
              </a:endParaRPr>
            </a:p>
          </p:txBody>
        </p:sp>
        <p:sp>
          <p:nvSpPr>
            <p:cNvPr id="5" name="Freeform: Shape 4">
              <a:extLst>
                <a:ext uri="{FF2B5EF4-FFF2-40B4-BE49-F238E27FC236}">
                  <a16:creationId xmlns:a16="http://schemas.microsoft.com/office/drawing/2014/main" id="{7BCB5555-BA49-F6EE-8E50-39CF6297C35C}"/>
                </a:ext>
              </a:extLst>
            </p:cNvPr>
            <p:cNvSpPr/>
            <p:nvPr/>
          </p:nvSpPr>
          <p:spPr>
            <a:xfrm>
              <a:off x="474602" y="2441785"/>
              <a:ext cx="2368436" cy="1421062"/>
            </a:xfrm>
            <a:custGeom>
              <a:avLst/>
              <a:gdLst>
                <a:gd name="connsiteX0" fmla="*/ 0 w 2368436"/>
                <a:gd name="connsiteY0" fmla="*/ 0 h 1421062"/>
                <a:gd name="connsiteX1" fmla="*/ 2368436 w 2368436"/>
                <a:gd name="connsiteY1" fmla="*/ 0 h 1421062"/>
                <a:gd name="connsiteX2" fmla="*/ 2368436 w 2368436"/>
                <a:gd name="connsiteY2" fmla="*/ 1421062 h 1421062"/>
                <a:gd name="connsiteX3" fmla="*/ 0 w 2368436"/>
                <a:gd name="connsiteY3" fmla="*/ 1421062 h 1421062"/>
                <a:gd name="connsiteX4" fmla="*/ 0 w 2368436"/>
                <a:gd name="connsiteY4" fmla="*/ 0 h 142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8436" h="1421062">
                  <a:moveTo>
                    <a:pt x="0" y="0"/>
                  </a:moveTo>
                  <a:lnTo>
                    <a:pt x="2368436" y="0"/>
                  </a:lnTo>
                  <a:lnTo>
                    <a:pt x="2368436" y="1421062"/>
                  </a:lnTo>
                  <a:lnTo>
                    <a:pt x="0" y="1421062"/>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6055" tIns="121821" rIns="116055" bIns="121821" numCol="1" spcCol="1270" rtlCol="1" anchor="ctr" anchorCtr="0">
              <a:noAutofit/>
            </a:bodyPr>
            <a:lstStyle/>
            <a:p>
              <a:pPr marL="0" lvl="0" indent="0" algn="ctr" defTabSz="755650" rtl="1">
                <a:lnSpc>
                  <a:spcPct val="90000"/>
                </a:lnSpc>
                <a:spcBef>
                  <a:spcPct val="0"/>
                </a:spcBef>
                <a:spcAft>
                  <a:spcPct val="35000"/>
                </a:spcAft>
                <a:buNone/>
              </a:pPr>
              <a:r>
                <a:rPr lang="ar" sz="1700" b="1" kern="1200">
                  <a:latin typeface="Times New Roman" panose="02020603050405020304" pitchFamily="18" charset="0"/>
                  <a:cs typeface="Times New Roman" panose="02020603050405020304" pitchFamily="18" charset="0"/>
                </a:rPr>
                <a:t>مرحلة الطفولة المبكرة</a:t>
              </a:r>
              <a:endParaRPr lang="en-US" sz="1700" kern="1200" dirty="0">
                <a:latin typeface="Times New Roman" panose="02020603050405020304" pitchFamily="18" charset="0"/>
                <a:cs typeface="Times New Roman" panose="02020603050405020304" pitchFamily="18" charset="0"/>
              </a:endParaRPr>
            </a:p>
          </p:txBody>
        </p:sp>
        <p:sp>
          <p:nvSpPr>
            <p:cNvPr id="6" name="Freeform: Shape 5">
              <a:extLst>
                <a:ext uri="{FF2B5EF4-FFF2-40B4-BE49-F238E27FC236}">
                  <a16:creationId xmlns:a16="http://schemas.microsoft.com/office/drawing/2014/main" id="{89700670-C9C7-CF1D-DB37-C93143711DB6}"/>
                </a:ext>
              </a:extLst>
            </p:cNvPr>
            <p:cNvSpPr/>
            <p:nvPr/>
          </p:nvSpPr>
          <p:spPr>
            <a:xfrm>
              <a:off x="5754416" y="3106596"/>
              <a:ext cx="514140" cy="91440"/>
            </a:xfrm>
            <a:custGeom>
              <a:avLst/>
              <a:gdLst>
                <a:gd name="connsiteX0" fmla="*/ 0 w 514140"/>
                <a:gd name="connsiteY0" fmla="*/ 45720 h 91440"/>
                <a:gd name="connsiteX1" fmla="*/ 514140 w 514140"/>
                <a:gd name="connsiteY1" fmla="*/ 45720 h 91440"/>
              </a:gdLst>
              <a:ahLst/>
              <a:cxnLst>
                <a:cxn ang="0">
                  <a:pos x="connsiteX0" y="connsiteY0"/>
                </a:cxn>
                <a:cxn ang="0">
                  <a:pos x="connsiteX1" y="connsiteY1"/>
                </a:cxn>
              </a:cxnLst>
              <a:rect l="l" t="t" r="r" b="b"/>
              <a:pathLst>
                <a:path w="514140" h="91440">
                  <a:moveTo>
                    <a:pt x="0" y="45720"/>
                  </a:moveTo>
                  <a:lnTo>
                    <a:pt x="514140" y="45720"/>
                  </a:lnTo>
                </a:path>
              </a:pathLst>
            </a:custGeom>
            <a:noFill/>
            <a:ln>
              <a:tailEnd type="arrow"/>
            </a:ln>
          </p:spPr>
          <p:style>
            <a:lnRef idx="1">
              <a:schemeClr val="accent2">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256152" tIns="42997" rIns="256151" bIns="42996" numCol="1" spcCol="1270" rtlCol="1" anchor="ctr" anchorCtr="0">
              <a:noAutofit/>
            </a:bodyPr>
            <a:lstStyle/>
            <a:p>
              <a:pPr marL="0" lvl="0" indent="0" algn="ctr" defTabSz="222250" rtl="1">
                <a:lnSpc>
                  <a:spcPct val="90000"/>
                </a:lnSpc>
                <a:spcBef>
                  <a:spcPct val="0"/>
                </a:spcBef>
                <a:spcAft>
                  <a:spcPct val="35000"/>
                </a:spcAft>
                <a:buNone/>
              </a:pPr>
              <a:endParaRPr lang="en-GB" sz="500" kern="1200" dirty="0">
                <a:latin typeface="Times New Roman" panose="02020603050405020304" pitchFamily="18" charset="0"/>
                <a:cs typeface="Times New Roman" panose="02020603050405020304" pitchFamily="18" charset="0"/>
              </a:endParaRPr>
            </a:p>
          </p:txBody>
        </p:sp>
        <p:sp>
          <p:nvSpPr>
            <p:cNvPr id="7" name="Freeform: Shape 6">
              <a:extLst>
                <a:ext uri="{FF2B5EF4-FFF2-40B4-BE49-F238E27FC236}">
                  <a16:creationId xmlns:a16="http://schemas.microsoft.com/office/drawing/2014/main" id="{3415958D-941F-246C-3016-BC22F1B83225}"/>
                </a:ext>
              </a:extLst>
            </p:cNvPr>
            <p:cNvSpPr/>
            <p:nvPr/>
          </p:nvSpPr>
          <p:spPr>
            <a:xfrm>
              <a:off x="3387780" y="2441785"/>
              <a:ext cx="2368436" cy="1421062"/>
            </a:xfrm>
            <a:custGeom>
              <a:avLst/>
              <a:gdLst>
                <a:gd name="connsiteX0" fmla="*/ 0 w 2368436"/>
                <a:gd name="connsiteY0" fmla="*/ 0 h 1421062"/>
                <a:gd name="connsiteX1" fmla="*/ 2368436 w 2368436"/>
                <a:gd name="connsiteY1" fmla="*/ 0 h 1421062"/>
                <a:gd name="connsiteX2" fmla="*/ 2368436 w 2368436"/>
                <a:gd name="connsiteY2" fmla="*/ 1421062 h 1421062"/>
                <a:gd name="connsiteX3" fmla="*/ 0 w 2368436"/>
                <a:gd name="connsiteY3" fmla="*/ 1421062 h 1421062"/>
                <a:gd name="connsiteX4" fmla="*/ 0 w 2368436"/>
                <a:gd name="connsiteY4" fmla="*/ 0 h 142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8436" h="1421062">
                  <a:moveTo>
                    <a:pt x="0" y="0"/>
                  </a:moveTo>
                  <a:lnTo>
                    <a:pt x="2368436" y="0"/>
                  </a:lnTo>
                  <a:lnTo>
                    <a:pt x="2368436" y="1421062"/>
                  </a:lnTo>
                  <a:lnTo>
                    <a:pt x="0" y="1421062"/>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6055" tIns="121821" rIns="116055" bIns="121821" numCol="1" spcCol="1270" rtlCol="1" anchor="ctr" anchorCtr="0">
              <a:noAutofit/>
            </a:bodyPr>
            <a:lstStyle/>
            <a:p>
              <a:pPr marL="0" lvl="0" indent="0" algn="ctr" defTabSz="755650" rtl="1">
                <a:lnSpc>
                  <a:spcPct val="90000"/>
                </a:lnSpc>
                <a:spcBef>
                  <a:spcPct val="0"/>
                </a:spcBef>
                <a:spcAft>
                  <a:spcPct val="35000"/>
                </a:spcAft>
                <a:buNone/>
              </a:pPr>
              <a:r>
                <a:rPr lang="ar" sz="1700" kern="1200">
                  <a:latin typeface="Times New Roman" panose="02020603050405020304" pitchFamily="18" charset="0"/>
                  <a:cs typeface="Times New Roman" panose="02020603050405020304" pitchFamily="18" charset="0"/>
                </a:rPr>
                <a:t>تتضمن التنشئة الاجتماعية الثانوية تولي أفراد خارج نطاق الأسرة تعليم الأطفال قواعد المجتمع وكيفية التصرف</a:t>
              </a:r>
            </a:p>
          </p:txBody>
        </p:sp>
        <p:sp>
          <p:nvSpPr>
            <p:cNvPr id="9" name="Freeform: Shape 8">
              <a:extLst>
                <a:ext uri="{FF2B5EF4-FFF2-40B4-BE49-F238E27FC236}">
                  <a16:creationId xmlns:a16="http://schemas.microsoft.com/office/drawing/2014/main" id="{729D716E-B604-C31E-9473-FB485A173FF2}"/>
                </a:ext>
              </a:extLst>
            </p:cNvPr>
            <p:cNvSpPr/>
            <p:nvPr/>
          </p:nvSpPr>
          <p:spPr>
            <a:xfrm>
              <a:off x="1658821" y="3861047"/>
              <a:ext cx="5826354" cy="514140"/>
            </a:xfrm>
            <a:custGeom>
              <a:avLst/>
              <a:gdLst>
                <a:gd name="connsiteX0" fmla="*/ 5826354 w 5826354"/>
                <a:gd name="connsiteY0" fmla="*/ 0 h 514140"/>
                <a:gd name="connsiteX1" fmla="*/ 5826354 w 5826354"/>
                <a:gd name="connsiteY1" fmla="*/ 274170 h 514140"/>
                <a:gd name="connsiteX2" fmla="*/ 0 w 5826354"/>
                <a:gd name="connsiteY2" fmla="*/ 274170 h 514140"/>
                <a:gd name="connsiteX3" fmla="*/ 0 w 5826354"/>
                <a:gd name="connsiteY3" fmla="*/ 514140 h 514140"/>
              </a:gdLst>
              <a:ahLst/>
              <a:cxnLst>
                <a:cxn ang="0">
                  <a:pos x="connsiteX0" y="connsiteY0"/>
                </a:cxn>
                <a:cxn ang="0">
                  <a:pos x="connsiteX1" y="connsiteY1"/>
                </a:cxn>
                <a:cxn ang="0">
                  <a:pos x="connsiteX2" y="connsiteY2"/>
                </a:cxn>
                <a:cxn ang="0">
                  <a:pos x="connsiteX3" y="connsiteY3"/>
                </a:cxn>
              </a:cxnLst>
              <a:rect l="l" t="t" r="r" b="b"/>
              <a:pathLst>
                <a:path w="5826354" h="514140">
                  <a:moveTo>
                    <a:pt x="5826354" y="0"/>
                  </a:moveTo>
                  <a:lnTo>
                    <a:pt x="5826354" y="274170"/>
                  </a:lnTo>
                  <a:lnTo>
                    <a:pt x="0" y="274170"/>
                  </a:lnTo>
                  <a:lnTo>
                    <a:pt x="0" y="514140"/>
                  </a:lnTo>
                </a:path>
              </a:pathLst>
            </a:custGeom>
            <a:noFill/>
            <a:ln>
              <a:tailEnd type="arrow"/>
            </a:ln>
          </p:spPr>
          <p:style>
            <a:lnRef idx="1">
              <a:schemeClr val="accent2">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2779583" tIns="254347" rIns="2779583" bIns="254346" numCol="1" spcCol="1270" rtlCol="1" anchor="ctr" anchorCtr="0">
              <a:noAutofit/>
            </a:bodyPr>
            <a:lstStyle/>
            <a:p>
              <a:pPr marL="0" lvl="0" indent="0" algn="ctr" defTabSz="222250" rtl="1">
                <a:lnSpc>
                  <a:spcPct val="90000"/>
                </a:lnSpc>
                <a:spcBef>
                  <a:spcPct val="0"/>
                </a:spcBef>
                <a:spcAft>
                  <a:spcPct val="35000"/>
                </a:spcAft>
                <a:buNone/>
              </a:pPr>
              <a:endParaRPr lang="en-US" sz="500" kern="1200"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4E4A4FA4-6999-D298-E03D-CB74E77869BA}"/>
                </a:ext>
              </a:extLst>
            </p:cNvPr>
            <p:cNvSpPr/>
            <p:nvPr/>
          </p:nvSpPr>
          <p:spPr>
            <a:xfrm>
              <a:off x="6300957" y="2441785"/>
              <a:ext cx="2368436" cy="1421062"/>
            </a:xfrm>
            <a:custGeom>
              <a:avLst/>
              <a:gdLst>
                <a:gd name="connsiteX0" fmla="*/ 0 w 2368436"/>
                <a:gd name="connsiteY0" fmla="*/ 0 h 1421062"/>
                <a:gd name="connsiteX1" fmla="*/ 2368436 w 2368436"/>
                <a:gd name="connsiteY1" fmla="*/ 0 h 1421062"/>
                <a:gd name="connsiteX2" fmla="*/ 2368436 w 2368436"/>
                <a:gd name="connsiteY2" fmla="*/ 1421062 h 1421062"/>
                <a:gd name="connsiteX3" fmla="*/ 0 w 2368436"/>
                <a:gd name="connsiteY3" fmla="*/ 1421062 h 1421062"/>
                <a:gd name="connsiteX4" fmla="*/ 0 w 2368436"/>
                <a:gd name="connsiteY4" fmla="*/ 0 h 142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8436" h="1421062">
                  <a:moveTo>
                    <a:pt x="0" y="0"/>
                  </a:moveTo>
                  <a:lnTo>
                    <a:pt x="2368436" y="0"/>
                  </a:lnTo>
                  <a:lnTo>
                    <a:pt x="2368436" y="1421062"/>
                  </a:lnTo>
                  <a:lnTo>
                    <a:pt x="0" y="1421062"/>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6055" tIns="121821" rIns="116055" bIns="121821" numCol="1" spcCol="1270" rtlCol="1" anchor="ctr" anchorCtr="0">
              <a:noAutofit/>
            </a:bodyPr>
            <a:lstStyle/>
            <a:p>
              <a:pPr marL="0" lvl="0" indent="0" algn="ctr" defTabSz="755650" rtl="1">
                <a:lnSpc>
                  <a:spcPct val="90000"/>
                </a:lnSpc>
                <a:spcBef>
                  <a:spcPct val="0"/>
                </a:spcBef>
                <a:spcAft>
                  <a:spcPct val="35000"/>
                </a:spcAft>
                <a:buNone/>
              </a:pPr>
              <a:r>
                <a:rPr lang="ar" sz="1700" kern="1200" dirty="0">
                  <a:latin typeface="Times New Roman" panose="02020603050405020304" pitchFamily="18" charset="0"/>
                  <a:cs typeface="Times New Roman" panose="02020603050405020304" pitchFamily="18" charset="0"/>
                </a:rPr>
                <a:t>تطوير علاقات خارج المنزل مع المُعلمين والأصدقاء ومجموعات الأنشطة </a:t>
              </a:r>
              <a:endParaRPr lang="en-US" sz="1700" kern="1200" dirty="0">
                <a:latin typeface="Times New Roman" panose="02020603050405020304" pitchFamily="18" charset="0"/>
                <a:cs typeface="Times New Roman" panose="02020603050405020304" pitchFamily="18" charset="0"/>
              </a:endParaRPr>
            </a:p>
          </p:txBody>
        </p:sp>
        <p:sp>
          <p:nvSpPr>
            <p:cNvPr id="11" name="Freeform: Shape 10">
              <a:extLst>
                <a:ext uri="{FF2B5EF4-FFF2-40B4-BE49-F238E27FC236}">
                  <a16:creationId xmlns:a16="http://schemas.microsoft.com/office/drawing/2014/main" id="{D0C3975A-38B6-851F-AC94-2EC918D3E0D7}"/>
                </a:ext>
              </a:extLst>
            </p:cNvPr>
            <p:cNvSpPr/>
            <p:nvPr/>
          </p:nvSpPr>
          <p:spPr>
            <a:xfrm>
              <a:off x="2841239" y="5072399"/>
              <a:ext cx="514140" cy="91440"/>
            </a:xfrm>
            <a:custGeom>
              <a:avLst/>
              <a:gdLst>
                <a:gd name="connsiteX0" fmla="*/ 0 w 514140"/>
                <a:gd name="connsiteY0" fmla="*/ 45720 h 91440"/>
                <a:gd name="connsiteX1" fmla="*/ 514140 w 514140"/>
                <a:gd name="connsiteY1" fmla="*/ 45720 h 91440"/>
              </a:gdLst>
              <a:ahLst/>
              <a:cxnLst>
                <a:cxn ang="0">
                  <a:pos x="connsiteX0" y="connsiteY0"/>
                </a:cxn>
                <a:cxn ang="0">
                  <a:pos x="connsiteX1" y="connsiteY1"/>
                </a:cxn>
              </a:cxnLst>
              <a:rect l="l" t="t" r="r" b="b"/>
              <a:pathLst>
                <a:path w="514140" h="91440">
                  <a:moveTo>
                    <a:pt x="0" y="45720"/>
                  </a:moveTo>
                  <a:lnTo>
                    <a:pt x="514140" y="45720"/>
                  </a:lnTo>
                </a:path>
              </a:pathLst>
            </a:custGeom>
            <a:noFill/>
            <a:ln>
              <a:tailEnd type="arrow"/>
            </a:ln>
          </p:spPr>
          <p:style>
            <a:lnRef idx="1">
              <a:schemeClr val="accent2">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256152" tIns="42996" rIns="256151" bIns="42997" numCol="1" spcCol="1270" rtlCol="1" anchor="ctr" anchorCtr="0">
              <a:noAutofit/>
            </a:bodyPr>
            <a:lstStyle/>
            <a:p>
              <a:pPr marL="0" lvl="0" indent="0" algn="ctr" defTabSz="222250" rtl="1">
                <a:lnSpc>
                  <a:spcPct val="90000"/>
                </a:lnSpc>
                <a:spcBef>
                  <a:spcPct val="0"/>
                </a:spcBef>
                <a:spcAft>
                  <a:spcPct val="35000"/>
                </a:spcAft>
                <a:buNone/>
              </a:pPr>
              <a:endParaRPr lang="en-US" sz="500" kern="1200" dirty="0">
                <a:latin typeface="Times New Roman" panose="02020603050405020304" pitchFamily="18" charset="0"/>
                <a:cs typeface="Times New Roman" panose="02020603050405020304" pitchFamily="18" charset="0"/>
              </a:endParaRPr>
            </a:p>
          </p:txBody>
        </p:sp>
        <p:sp>
          <p:nvSpPr>
            <p:cNvPr id="12" name="Freeform: Shape 11">
              <a:extLst>
                <a:ext uri="{FF2B5EF4-FFF2-40B4-BE49-F238E27FC236}">
                  <a16:creationId xmlns:a16="http://schemas.microsoft.com/office/drawing/2014/main" id="{A1F5D35E-8B3A-BA26-1D3E-CC7B3B2C8208}"/>
                </a:ext>
              </a:extLst>
            </p:cNvPr>
            <p:cNvSpPr/>
            <p:nvPr/>
          </p:nvSpPr>
          <p:spPr>
            <a:xfrm>
              <a:off x="474602" y="4407588"/>
              <a:ext cx="2368436" cy="1421062"/>
            </a:xfrm>
            <a:custGeom>
              <a:avLst/>
              <a:gdLst>
                <a:gd name="connsiteX0" fmla="*/ 0 w 2368436"/>
                <a:gd name="connsiteY0" fmla="*/ 0 h 1421062"/>
                <a:gd name="connsiteX1" fmla="*/ 2368436 w 2368436"/>
                <a:gd name="connsiteY1" fmla="*/ 0 h 1421062"/>
                <a:gd name="connsiteX2" fmla="*/ 2368436 w 2368436"/>
                <a:gd name="connsiteY2" fmla="*/ 1421062 h 1421062"/>
                <a:gd name="connsiteX3" fmla="*/ 0 w 2368436"/>
                <a:gd name="connsiteY3" fmla="*/ 1421062 h 1421062"/>
                <a:gd name="connsiteX4" fmla="*/ 0 w 2368436"/>
                <a:gd name="connsiteY4" fmla="*/ 0 h 142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8436" h="1421062">
                  <a:moveTo>
                    <a:pt x="0" y="0"/>
                  </a:moveTo>
                  <a:lnTo>
                    <a:pt x="2368436" y="0"/>
                  </a:lnTo>
                  <a:lnTo>
                    <a:pt x="2368436" y="1421062"/>
                  </a:lnTo>
                  <a:lnTo>
                    <a:pt x="0" y="1421062"/>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6055" tIns="121821" rIns="116055" bIns="121821" numCol="1" spcCol="1270" rtlCol="1" anchor="ctr" anchorCtr="0">
              <a:noAutofit/>
            </a:bodyPr>
            <a:lstStyle/>
            <a:p>
              <a:pPr marL="0" lvl="0" indent="0" algn="ctr" defTabSz="755650" rtl="1">
                <a:lnSpc>
                  <a:spcPct val="90000"/>
                </a:lnSpc>
                <a:spcBef>
                  <a:spcPct val="0"/>
                </a:spcBef>
                <a:spcAft>
                  <a:spcPct val="35000"/>
                </a:spcAft>
                <a:buNone/>
              </a:pPr>
              <a:r>
                <a:rPr lang="ar" sz="1700" kern="1200">
                  <a:latin typeface="Times New Roman" panose="02020603050405020304" pitchFamily="18" charset="0"/>
                  <a:cs typeface="Times New Roman" panose="02020603050405020304" pitchFamily="18" charset="0"/>
                </a:rPr>
                <a:t>تطوير المهارات الاجتماعية بالتفاعلات المختلفة مثل الالتحاق بالمدرسة أو الانضمام إلى فريق رياضي </a:t>
              </a:r>
              <a:endParaRPr lang="en-US" sz="1700" kern="1200" dirty="0">
                <a:latin typeface="Times New Roman" panose="02020603050405020304" pitchFamily="18" charset="0"/>
                <a:cs typeface="Times New Roman" panose="02020603050405020304" pitchFamily="18" charset="0"/>
              </a:endParaRPr>
            </a:p>
          </p:txBody>
        </p:sp>
        <p:sp>
          <p:nvSpPr>
            <p:cNvPr id="13" name="Freeform: Shape 12">
              <a:extLst>
                <a:ext uri="{FF2B5EF4-FFF2-40B4-BE49-F238E27FC236}">
                  <a16:creationId xmlns:a16="http://schemas.microsoft.com/office/drawing/2014/main" id="{5B2DAFBC-C7E3-7322-3BD9-7875B492C382}"/>
                </a:ext>
              </a:extLst>
            </p:cNvPr>
            <p:cNvSpPr/>
            <p:nvPr/>
          </p:nvSpPr>
          <p:spPr>
            <a:xfrm>
              <a:off x="3387780" y="4407588"/>
              <a:ext cx="2368436" cy="1421062"/>
            </a:xfrm>
            <a:custGeom>
              <a:avLst/>
              <a:gdLst>
                <a:gd name="connsiteX0" fmla="*/ 0 w 2368436"/>
                <a:gd name="connsiteY0" fmla="*/ 0 h 1421062"/>
                <a:gd name="connsiteX1" fmla="*/ 2368436 w 2368436"/>
                <a:gd name="connsiteY1" fmla="*/ 0 h 1421062"/>
                <a:gd name="connsiteX2" fmla="*/ 2368436 w 2368436"/>
                <a:gd name="connsiteY2" fmla="*/ 1421062 h 1421062"/>
                <a:gd name="connsiteX3" fmla="*/ 0 w 2368436"/>
                <a:gd name="connsiteY3" fmla="*/ 1421062 h 1421062"/>
                <a:gd name="connsiteX4" fmla="*/ 0 w 2368436"/>
                <a:gd name="connsiteY4" fmla="*/ 0 h 142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8436" h="1421062">
                  <a:moveTo>
                    <a:pt x="0" y="0"/>
                  </a:moveTo>
                  <a:lnTo>
                    <a:pt x="2368436" y="0"/>
                  </a:lnTo>
                  <a:lnTo>
                    <a:pt x="2368436" y="1421062"/>
                  </a:lnTo>
                  <a:lnTo>
                    <a:pt x="0" y="1421062"/>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6055" tIns="121821" rIns="116055" bIns="121821" numCol="1" spcCol="1270" rtlCol="1" anchor="ctr" anchorCtr="0">
              <a:noAutofit/>
            </a:bodyPr>
            <a:lstStyle/>
            <a:p>
              <a:pPr marL="0" lvl="0" indent="0" algn="ctr" defTabSz="755650" rtl="1">
                <a:lnSpc>
                  <a:spcPct val="90000"/>
                </a:lnSpc>
                <a:spcBef>
                  <a:spcPct val="0"/>
                </a:spcBef>
                <a:spcAft>
                  <a:spcPct val="35000"/>
                </a:spcAft>
                <a:buNone/>
              </a:pPr>
              <a:r>
                <a:rPr lang="ar" sz="1700" kern="1200">
                  <a:latin typeface="Times New Roman" panose="02020603050405020304" pitchFamily="18" charset="0"/>
                  <a:cs typeface="Times New Roman" panose="02020603050405020304" pitchFamily="18" charset="0"/>
                </a:rPr>
                <a:t>اللعب مع الأصدقاء في مجموعات، وتعلّم العمل ضمن فِرَق في المدرسة، والأنشطة خارج المنزل </a:t>
              </a:r>
              <a:endParaRPr lang="en-US" sz="1700" kern="1200" dirty="0">
                <a:latin typeface="Times New Roman" panose="02020603050405020304" pitchFamily="18" charset="0"/>
                <a:cs typeface="Times New Roman" panose="02020603050405020304" pitchFamily="18" charset="0"/>
              </a:endParaRPr>
            </a:p>
          </p:txBody>
        </p:sp>
      </p:grpSp>
      <p:sp>
        <p:nvSpPr>
          <p:cNvPr id="8" name="TextBox 7">
            <a:extLst>
              <a:ext uri="{FF2B5EF4-FFF2-40B4-BE49-F238E27FC236}">
                <a16:creationId xmlns:a16="http://schemas.microsoft.com/office/drawing/2014/main" id="{31A71FA3-9527-1CCC-C2A6-EAC547624084}"/>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554032897"/>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356D-0F34-2E09-4AA5-34A405E4DB38}"/>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أ5 التطوّر الاجتماعي في مختلف مراحل الحياة – إقامة العلاقات</a:t>
            </a:r>
            <a:r>
              <a:rPr lang="ar" sz="1800" b="0" i="0">
                <a:effectLst/>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0F3892-36A3-03AE-C435-9E1621FD475F}"/>
              </a:ext>
            </a:extLst>
          </p:cNvPr>
          <p:cNvSpPr>
            <a:spLocks noGrp="1"/>
          </p:cNvSpPr>
          <p:nvPr>
            <p:ph sz="half" idx="1"/>
          </p:nvPr>
        </p:nvSpPr>
        <p:spPr>
          <a:xfrm>
            <a:off x="4648199" y="2196001"/>
            <a:ext cx="4027487" cy="4024100"/>
          </a:xfrm>
        </p:spPr>
        <p:txBody>
          <a:bodyPr wrap="square" rtlCol="1" anchor="t">
            <a:normAutofit/>
          </a:bodyPr>
          <a:lstStyle/>
          <a:p>
            <a:pPr marL="0" indent="0" rtl="1">
              <a:buNone/>
            </a:pPr>
            <a:r>
              <a:rPr lang="ar" b="1">
                <a:latin typeface="Times New Roman" panose="02020603050405020304" pitchFamily="18" charset="0"/>
                <a:cs typeface="Times New Roman" panose="02020603050405020304" pitchFamily="18" charset="0"/>
              </a:rPr>
              <a:t>مرحلة المراهقة</a:t>
            </a:r>
          </a:p>
          <a:p>
            <a:pPr rtl="1"/>
            <a:r>
              <a:rPr lang="ar">
                <a:latin typeface="Times New Roman" panose="02020603050405020304" pitchFamily="18" charset="0"/>
                <a:cs typeface="Times New Roman" panose="02020603050405020304" pitchFamily="18" charset="0"/>
              </a:rPr>
              <a:t>تطوير مجموعة من العلاقات - الصداقات والعلاقات العاطفية</a:t>
            </a:r>
          </a:p>
          <a:p>
            <a:pPr rtl="1"/>
            <a:r>
              <a:rPr lang="ar">
                <a:latin typeface="Times New Roman" panose="02020603050405020304" pitchFamily="18" charset="0"/>
                <a:cs typeface="Times New Roman" panose="02020603050405020304" pitchFamily="18" charset="0"/>
              </a:rPr>
              <a:t>تعلُّم دورك الاجتماعي</a:t>
            </a:r>
          </a:p>
          <a:p>
            <a:pPr rtl="1"/>
            <a:r>
              <a:rPr lang="ar">
                <a:latin typeface="Times New Roman" panose="02020603050405020304" pitchFamily="18" charset="0"/>
                <a:cs typeface="Times New Roman" panose="02020603050405020304" pitchFamily="18" charset="0"/>
              </a:rPr>
              <a:t>فرصة تطوير الهوية </a:t>
            </a:r>
          </a:p>
        </p:txBody>
      </p:sp>
      <p:pic>
        <p:nvPicPr>
          <p:cNvPr id="4" name="Picture 3" descr="A group of people posing for a picture&#10;&#10;AI-generated content may be incorrect.">
            <a:extLst>
              <a:ext uri="{FF2B5EF4-FFF2-40B4-BE49-F238E27FC236}">
                <a16:creationId xmlns:a16="http://schemas.microsoft.com/office/drawing/2014/main" id="{CF053E33-D9ED-772E-7CBD-793F145F7E73}"/>
              </a:ext>
            </a:extLst>
          </p:cNvPr>
          <p:cNvPicPr>
            <a:picLocks noChangeAspect="1"/>
          </p:cNvPicPr>
          <p:nvPr/>
        </p:nvPicPr>
        <p:blipFill>
          <a:blip r:embed="rId3"/>
          <a:srcRect t="2649" r="-1010" b="993"/>
          <a:stretch>
            <a:fillRect/>
          </a:stretch>
        </p:blipFill>
        <p:spPr>
          <a:xfrm>
            <a:off x="956190" y="2194081"/>
            <a:ext cx="2646767" cy="3856245"/>
          </a:xfrm>
          <a:prstGeom prst="rect">
            <a:avLst/>
          </a:prstGeom>
        </p:spPr>
      </p:pic>
      <p:sp>
        <p:nvSpPr>
          <p:cNvPr id="5" name="TextBox 4">
            <a:extLst>
              <a:ext uri="{FF2B5EF4-FFF2-40B4-BE49-F238E27FC236}">
                <a16:creationId xmlns:a16="http://schemas.microsoft.com/office/drawing/2014/main" id="{4696CC94-A24B-FFE9-D046-59EFDE1CE3A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383555789"/>
      </p:ext>
    </p:extLst>
  </p:cSld>
  <p:clrMapOvr>
    <a:masterClrMapping/>
  </p:clrMapOvr>
  <p:transition>
    <p:sndAc>
      <p:stSnd>
        <p:snd r:embed="rId2"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356D-0F34-2E09-4AA5-34A405E4DB38}"/>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أ5 التطوّر الاجتماعي في مختلف مراحل الحياة – إقامة العلاقات</a:t>
            </a:r>
            <a:r>
              <a:rPr lang="ar" sz="1800" b="0" i="0">
                <a:effectLst/>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0F3892-36A3-03AE-C435-9E1621FD475F}"/>
              </a:ext>
            </a:extLst>
          </p:cNvPr>
          <p:cNvSpPr>
            <a:spLocks noGrp="1"/>
          </p:cNvSpPr>
          <p:nvPr>
            <p:ph sz="half" idx="2"/>
          </p:nvPr>
        </p:nvSpPr>
        <p:spPr>
          <a:xfrm>
            <a:off x="4784280" y="2269153"/>
            <a:ext cx="4027488" cy="4024100"/>
          </a:xfrm>
        </p:spPr>
        <p:txBody>
          <a:bodyPr wrap="square" rtlCol="1" anchor="t">
            <a:normAutofit/>
          </a:bodyPr>
          <a:lstStyle/>
          <a:p>
            <a:pPr marL="0" indent="0" rtl="1">
              <a:buNone/>
            </a:pPr>
            <a:r>
              <a:rPr lang="ar" b="1" dirty="0">
                <a:latin typeface="Times New Roman" panose="02020603050405020304" pitchFamily="18" charset="0"/>
                <a:cs typeface="Times New Roman" panose="02020603050405020304" pitchFamily="18" charset="0"/>
              </a:rPr>
              <a:t>مرحلة الرشد المبكر </a:t>
            </a:r>
          </a:p>
          <a:p>
            <a:pPr rtl="1"/>
            <a:r>
              <a:rPr lang="ar" dirty="0">
                <a:latin typeface="Times New Roman" panose="02020603050405020304" pitchFamily="18" charset="0"/>
                <a:cs typeface="Times New Roman" panose="02020603050405020304" pitchFamily="18" charset="0"/>
              </a:rPr>
              <a:t>العلاقات طويلة الأمد: الشراكات، الصداقات، الزملاء، الأبناء </a:t>
            </a:r>
          </a:p>
          <a:p>
            <a:pPr rtl="1"/>
            <a:r>
              <a:rPr lang="ar" dirty="0">
                <a:latin typeface="Times New Roman" panose="02020603050405020304" pitchFamily="18" charset="0"/>
                <a:cs typeface="Times New Roman" panose="02020603050405020304" pitchFamily="18" charset="0"/>
              </a:rPr>
              <a:t>تطوير شبكات اجتماعية في العمل والحياة الشخصية</a:t>
            </a:r>
          </a:p>
          <a:p>
            <a:pPr rtl="1"/>
            <a:r>
              <a:rPr lang="ar" dirty="0">
                <a:latin typeface="Times New Roman" panose="02020603050405020304" pitchFamily="18" charset="0"/>
                <a:cs typeface="Times New Roman" panose="02020603050405020304" pitchFamily="18" charset="0"/>
              </a:rPr>
              <a:t>إتقان مهارات التواصل الاجتماعي </a:t>
            </a:r>
          </a:p>
        </p:txBody>
      </p:sp>
      <p:pic>
        <p:nvPicPr>
          <p:cNvPr id="4" name="Picture 3" descr="A group of men sitting at a table drinking coffee">
            <a:extLst>
              <a:ext uri="{FF2B5EF4-FFF2-40B4-BE49-F238E27FC236}">
                <a16:creationId xmlns:a16="http://schemas.microsoft.com/office/drawing/2014/main" id="{FED97C2B-5C9E-1533-A3A4-46D56B1FFEDC}"/>
              </a:ext>
            </a:extLst>
          </p:cNvPr>
          <p:cNvPicPr>
            <a:picLocks noChangeAspect="1"/>
          </p:cNvPicPr>
          <p:nvPr/>
        </p:nvPicPr>
        <p:blipFill>
          <a:blip r:embed="rId3"/>
          <a:srcRect l="536" t="9349" r="14477" b="2032"/>
          <a:stretch>
            <a:fillRect/>
          </a:stretch>
        </p:blipFill>
        <p:spPr>
          <a:xfrm>
            <a:off x="599992" y="2428325"/>
            <a:ext cx="4193449" cy="2872888"/>
          </a:xfrm>
          <a:prstGeom prst="rect">
            <a:avLst/>
          </a:prstGeom>
        </p:spPr>
      </p:pic>
      <p:sp>
        <p:nvSpPr>
          <p:cNvPr id="5" name="TextBox 4">
            <a:extLst>
              <a:ext uri="{FF2B5EF4-FFF2-40B4-BE49-F238E27FC236}">
                <a16:creationId xmlns:a16="http://schemas.microsoft.com/office/drawing/2014/main" id="{3A6F1AA1-954B-FCAC-2110-DFBF62F7414A}"/>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765783671"/>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356D-0F34-2E09-4AA5-34A405E4DB38}"/>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18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1800" b="1" dirty="0">
                <a:latin typeface="Times New Roman" panose="02020603050405020304" pitchFamily="18" charset="0"/>
                <a:cs typeface="Times New Roman" panose="02020603050405020304" pitchFamily="18" charset="0"/>
              </a:rPr>
            </a:br>
            <a:r>
              <a:rPr lang="ar" sz="1800" b="1" i="0">
                <a:effectLst/>
                <a:latin typeface="Times New Roman" panose="02020603050405020304" pitchFamily="18" charset="0"/>
                <a:cs typeface="Times New Roman" panose="02020603050405020304" pitchFamily="18" charset="0"/>
              </a:rPr>
              <a:t>أ5 التطوّر الاجتماعي في مختلف مراحل الحياة – إقامة العلاقات</a:t>
            </a:r>
            <a:r>
              <a:rPr lang="ar" sz="1800" b="0" i="0">
                <a:effectLst/>
                <a:latin typeface="Times New Roman" panose="02020603050405020304" pitchFamily="18" charset="0"/>
                <a:cs typeface="Times New Roman" panose="02020603050405020304" pitchFamily="18" charset="0"/>
              </a:rPr>
              <a:t>  </a:t>
            </a:r>
            <a:endParaRPr lang="en-GB"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0F3892-36A3-03AE-C435-9E1621FD475F}"/>
              </a:ext>
            </a:extLst>
          </p:cNvPr>
          <p:cNvSpPr>
            <a:spLocks noGrp="1"/>
          </p:cNvSpPr>
          <p:nvPr>
            <p:ph sz="half" idx="1"/>
          </p:nvPr>
        </p:nvSpPr>
        <p:spPr>
          <a:xfrm>
            <a:off x="4648199" y="2196001"/>
            <a:ext cx="4027487" cy="4024100"/>
          </a:xfrm>
        </p:spPr>
        <p:txBody>
          <a:bodyPr wrap="square" rtlCol="1" anchor="t">
            <a:normAutofit/>
          </a:bodyPr>
          <a:lstStyle/>
          <a:p>
            <a:pPr marL="0" indent="0" rtl="1">
              <a:buNone/>
            </a:pPr>
            <a:r>
              <a:rPr lang="ar" b="1">
                <a:latin typeface="Times New Roman" panose="02020603050405020304" pitchFamily="18" charset="0"/>
                <a:cs typeface="Times New Roman" panose="02020603050405020304" pitchFamily="18" charset="0"/>
              </a:rPr>
              <a:t>مرحلة الرشد المتوسط</a:t>
            </a:r>
          </a:p>
          <a:p>
            <a:pPr rtl="1"/>
            <a:r>
              <a:rPr lang="ar">
                <a:latin typeface="Times New Roman" panose="02020603050405020304" pitchFamily="18" charset="0"/>
                <a:cs typeface="Times New Roman" panose="02020603050405020304" pitchFamily="18" charset="0"/>
              </a:rPr>
              <a:t>يُتيح التقاعد مزيدًا من الوقت للتواصل الاجتماعي</a:t>
            </a:r>
          </a:p>
          <a:p>
            <a:pPr rtl="1"/>
            <a:r>
              <a:rPr lang="ar">
                <a:latin typeface="Times New Roman" panose="02020603050405020304" pitchFamily="18" charset="0"/>
                <a:cs typeface="Times New Roman" panose="02020603050405020304" pitchFamily="18" charset="0"/>
              </a:rPr>
              <a:t>قد تخسر بعض العلاقات بسبب تغيّر الدور الاجتماعي</a:t>
            </a:r>
          </a:p>
          <a:p>
            <a:pPr marL="0" indent="0" rtl="1">
              <a:buNone/>
            </a:pPr>
            <a:endParaRPr lang="en-GB" dirty="0">
              <a:latin typeface="Times New Roman" panose="02020603050405020304" pitchFamily="18" charset="0"/>
              <a:cs typeface="Times New Roman" panose="02020603050405020304" pitchFamily="18" charset="0"/>
            </a:endParaRPr>
          </a:p>
        </p:txBody>
      </p:sp>
      <p:pic>
        <p:nvPicPr>
          <p:cNvPr id="4" name="Picture 3" descr="A paper cut out of a person and person standing on coins&#10;&#10;AI-generated content may be incorrect.">
            <a:extLst>
              <a:ext uri="{FF2B5EF4-FFF2-40B4-BE49-F238E27FC236}">
                <a16:creationId xmlns:a16="http://schemas.microsoft.com/office/drawing/2014/main" id="{6C7B6839-2673-3739-43D3-A1F511A56D5A}"/>
              </a:ext>
            </a:extLst>
          </p:cNvPr>
          <p:cNvPicPr>
            <a:picLocks noChangeAspect="1"/>
          </p:cNvPicPr>
          <p:nvPr/>
        </p:nvPicPr>
        <p:blipFill>
          <a:blip r:embed="rId3"/>
          <a:stretch>
            <a:fillRect/>
          </a:stretch>
        </p:blipFill>
        <p:spPr>
          <a:xfrm>
            <a:off x="628237" y="2194081"/>
            <a:ext cx="4029075" cy="4029075"/>
          </a:xfrm>
          <a:prstGeom prst="rect">
            <a:avLst/>
          </a:prstGeom>
        </p:spPr>
      </p:pic>
      <p:sp>
        <p:nvSpPr>
          <p:cNvPr id="5" name="TextBox 4">
            <a:extLst>
              <a:ext uri="{FF2B5EF4-FFF2-40B4-BE49-F238E27FC236}">
                <a16:creationId xmlns:a16="http://schemas.microsoft.com/office/drawing/2014/main" id="{82371C7D-DA18-9279-7159-896A3BBDD9D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3597526637"/>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356D-0F34-2E09-4AA5-34A405E4DB38}"/>
              </a:ext>
            </a:extLst>
          </p:cNvPr>
          <p:cNvSpPr>
            <a:spLocks noGrp="1"/>
          </p:cNvSpPr>
          <p:nvPr>
            <p:ph type="title"/>
          </p:nvPr>
        </p:nvSpPr>
        <p:spPr>
          <a:xfrm>
            <a:off x="369888" y="1488264"/>
            <a:ext cx="8666608" cy="864000"/>
          </a:xfrm>
        </p:spPr>
        <p:txBody>
          <a:bodyPr wrap="square" rtlCol="1" anchor="ctr">
            <a:noAutofit/>
          </a:bodyPr>
          <a:lstStyle/>
          <a:p>
            <a:pPr rtl="1">
              <a:lnSpc>
                <a:spcPct val="90000"/>
              </a:lnSpc>
            </a:pPr>
            <a:r>
              <a:rPr lang="ar" sz="2400" b="1">
                <a:latin typeface="Times New Roman" panose="02020603050405020304" pitchFamily="18" charset="0"/>
                <a:cs typeface="Times New Roman" panose="02020603050405020304" pitchFamily="18" charset="0"/>
              </a:rPr>
              <a:t>أ1 مراحل الحياة التي يمر بها الإنسان في مسار حياته</a:t>
            </a:r>
            <a:br>
              <a:rPr lang="en-GB" sz="2400" b="1" dirty="0">
                <a:latin typeface="Times New Roman" panose="02020603050405020304" pitchFamily="18" charset="0"/>
                <a:cs typeface="Times New Roman" panose="02020603050405020304" pitchFamily="18" charset="0"/>
              </a:rPr>
            </a:br>
            <a:r>
              <a:rPr lang="ar" sz="2400" b="1" i="0">
                <a:effectLst/>
                <a:latin typeface="Times New Roman" panose="02020603050405020304" pitchFamily="18" charset="0"/>
                <a:cs typeface="Times New Roman" panose="02020603050405020304" pitchFamily="18" charset="0"/>
              </a:rPr>
              <a:t>أ5 التطوّر الاجتماعي في مختلف مراحل الحياة – إقامة العلاقات</a:t>
            </a:r>
            <a:r>
              <a:rPr lang="ar" sz="2400" b="0" i="0">
                <a:effectLst/>
                <a:latin typeface="Times New Roman" panose="02020603050405020304" pitchFamily="18" charset="0"/>
                <a:cs typeface="Times New Roman" panose="02020603050405020304" pitchFamily="18" charset="0"/>
              </a:rPr>
              <a:t>  </a:t>
            </a:r>
            <a:endParaRPr lang="en-GB"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0F3892-36A3-03AE-C435-9E1621FD475F}"/>
              </a:ext>
            </a:extLst>
          </p:cNvPr>
          <p:cNvSpPr>
            <a:spLocks noGrp="1"/>
          </p:cNvSpPr>
          <p:nvPr>
            <p:ph sz="half" idx="2"/>
          </p:nvPr>
        </p:nvSpPr>
        <p:spPr>
          <a:xfrm>
            <a:off x="4703192" y="2493687"/>
            <a:ext cx="4027488" cy="4024100"/>
          </a:xfrm>
        </p:spPr>
        <p:txBody>
          <a:bodyPr wrap="square" rtlCol="1" anchor="t">
            <a:normAutofit/>
          </a:bodyPr>
          <a:lstStyle/>
          <a:p>
            <a:pPr marL="0" indent="0" rtl="1">
              <a:buNone/>
            </a:pPr>
            <a:r>
              <a:rPr lang="ar" b="1" dirty="0">
                <a:latin typeface="Times New Roman" panose="02020603050405020304" pitchFamily="18" charset="0"/>
                <a:cs typeface="Times New Roman" panose="02020603050405020304" pitchFamily="18" charset="0"/>
              </a:rPr>
              <a:t>مرحلة الرشد المتأخر</a:t>
            </a:r>
          </a:p>
          <a:p>
            <a:pPr rtl="1"/>
            <a:r>
              <a:rPr lang="ar" dirty="0">
                <a:latin typeface="Times New Roman" panose="02020603050405020304" pitchFamily="18" charset="0"/>
                <a:cs typeface="Times New Roman" panose="02020603050405020304" pitchFamily="18" charset="0"/>
              </a:rPr>
              <a:t>مشاعر الحزن: في هذه المرحلة العمرية، يبدأ الأفراد بفقدان أفراد العائلة والأصدقاء </a:t>
            </a:r>
          </a:p>
          <a:p>
            <a:pPr rtl="1"/>
            <a:r>
              <a:rPr lang="ar" dirty="0">
                <a:latin typeface="Times New Roman" panose="02020603050405020304" pitchFamily="18" charset="0"/>
                <a:cs typeface="Times New Roman" panose="02020603050405020304" pitchFamily="18" charset="0"/>
              </a:rPr>
              <a:t>تقلص دائرة العلاقات الاجتماعية بسبب التقدم في السن </a:t>
            </a:r>
          </a:p>
          <a:p>
            <a:pPr rtl="1"/>
            <a:r>
              <a:rPr lang="ar" dirty="0">
                <a:latin typeface="Times New Roman" panose="02020603050405020304" pitchFamily="18" charset="0"/>
                <a:cs typeface="Times New Roman" panose="02020603050405020304" pitchFamily="18" charset="0"/>
              </a:rPr>
              <a:t>الوحدة المحتملة الناتجة عن قلة التواصل الاجتماعي. </a:t>
            </a:r>
          </a:p>
        </p:txBody>
      </p:sp>
      <p:pic>
        <p:nvPicPr>
          <p:cNvPr id="4" name="Picture 3" descr="A person kneeling in front of flowers">
            <a:extLst>
              <a:ext uri="{FF2B5EF4-FFF2-40B4-BE49-F238E27FC236}">
                <a16:creationId xmlns:a16="http://schemas.microsoft.com/office/drawing/2014/main" id="{F1A9B319-A0A4-9BA6-F55A-9BB40A521FF9}"/>
              </a:ext>
            </a:extLst>
          </p:cNvPr>
          <p:cNvPicPr>
            <a:picLocks noChangeAspect="1"/>
          </p:cNvPicPr>
          <p:nvPr/>
        </p:nvPicPr>
        <p:blipFill>
          <a:blip r:embed="rId4"/>
          <a:srcRect l="24249" r="1582" b="15410"/>
          <a:stretch>
            <a:fillRect/>
          </a:stretch>
        </p:blipFill>
        <p:spPr>
          <a:xfrm>
            <a:off x="737499" y="2494961"/>
            <a:ext cx="3828358" cy="3405314"/>
          </a:xfrm>
          <a:prstGeom prst="rect">
            <a:avLst/>
          </a:prstGeom>
        </p:spPr>
      </p:pic>
      <p:sp>
        <p:nvSpPr>
          <p:cNvPr id="5" name="TextBox 4">
            <a:extLst>
              <a:ext uri="{FF2B5EF4-FFF2-40B4-BE49-F238E27FC236}">
                <a16:creationId xmlns:a16="http://schemas.microsoft.com/office/drawing/2014/main" id="{83B67D21-B875-23F3-FBF2-8D25E6EC4CA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3816546856"/>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39750" y="1362716"/>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dirty="0">
                <a:latin typeface="Times New Roman" panose="02020603050405020304" pitchFamily="18" charset="0"/>
                <a:cs typeface="Times New Roman" panose="02020603050405020304" pitchFamily="18" charset="0"/>
              </a:rPr>
              <a:t>نتاج التعلم ب</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3600"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55004" y="3284984"/>
            <a:ext cx="7920682"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000" b="1" i="0" dirty="0">
                <a:solidFill>
                  <a:srgbClr val="000000"/>
                </a:solidFill>
                <a:effectLst/>
                <a:latin typeface="Times New Roman" panose="02020603050405020304" pitchFamily="18" charset="0"/>
                <a:cs typeface="Times New Roman" panose="02020603050405020304" pitchFamily="18" charset="0"/>
              </a:rPr>
              <a:t>ب1</a:t>
            </a:r>
            <a:r>
              <a:rPr lang="ar" sz="2000" i="0" dirty="0">
                <a:solidFill>
                  <a:srgbClr val="000000"/>
                </a:solidFill>
                <a:effectLst/>
                <a:latin typeface="Times New Roman" panose="02020603050405020304" pitchFamily="18" charset="0"/>
                <a:cs typeface="Times New Roman" panose="02020603050405020304" pitchFamily="18" charset="0"/>
              </a:rPr>
              <a:t> العوامل الجسدية المؤثرة في نمو الإنسان و</a:t>
            </a:r>
            <a:r>
              <a:rPr lang="ar-EG" sz="2000" i="0" dirty="0">
                <a:solidFill>
                  <a:srgbClr val="000000"/>
                </a:solidFill>
                <a:effectLst/>
                <a:latin typeface="Times New Roman" panose="02020603050405020304" pitchFamily="18" charset="0"/>
                <a:cs typeface="Times New Roman" panose="02020603050405020304" pitchFamily="18" charset="0"/>
              </a:rPr>
              <a:t>تطوّر</a:t>
            </a:r>
            <a:r>
              <a:rPr lang="ar" sz="2000" i="0" dirty="0">
                <a:solidFill>
                  <a:srgbClr val="000000"/>
                </a:solidFill>
                <a:effectLst/>
                <a:latin typeface="Times New Roman" panose="02020603050405020304" pitchFamily="18" charset="0"/>
                <a:cs typeface="Times New Roman" panose="02020603050405020304" pitchFamily="18" charset="0"/>
              </a:rPr>
              <a:t>ه  </a:t>
            </a:r>
          </a:p>
          <a:p>
            <a:pPr indent="0" rtl="1">
              <a:buFont typeface="Wingdings" panose="05000000000000000000" pitchFamily="2" charset="2"/>
              <a:buNone/>
            </a:pPr>
            <a:r>
              <a:rPr lang="ar" sz="2000" b="1" i="0" dirty="0">
                <a:solidFill>
                  <a:srgbClr val="000000"/>
                </a:solidFill>
                <a:effectLst/>
                <a:latin typeface="Times New Roman" panose="02020603050405020304" pitchFamily="18" charset="0"/>
                <a:cs typeface="Times New Roman" panose="02020603050405020304" pitchFamily="18" charset="0"/>
              </a:rPr>
              <a:t>ب2</a:t>
            </a:r>
            <a:r>
              <a:rPr lang="ar" sz="2000" i="0" dirty="0">
                <a:solidFill>
                  <a:srgbClr val="000000"/>
                </a:solidFill>
                <a:effectLst/>
                <a:latin typeface="Times New Roman" panose="02020603050405020304" pitchFamily="18" charset="0"/>
                <a:cs typeface="Times New Roman" panose="02020603050405020304" pitchFamily="18" charset="0"/>
              </a:rPr>
              <a:t> العوامل الاجتماعية والثقافية والعاطفية المؤثرة في نمو الإنسان و</a:t>
            </a:r>
            <a:r>
              <a:rPr lang="ar-EG" sz="2000" i="0" dirty="0">
                <a:solidFill>
                  <a:srgbClr val="000000"/>
                </a:solidFill>
                <a:effectLst/>
                <a:latin typeface="Times New Roman" panose="02020603050405020304" pitchFamily="18" charset="0"/>
                <a:cs typeface="Times New Roman" panose="02020603050405020304" pitchFamily="18" charset="0"/>
              </a:rPr>
              <a:t>تطوّر</a:t>
            </a:r>
            <a:r>
              <a:rPr lang="ar" sz="2000" i="0" dirty="0">
                <a:solidFill>
                  <a:srgbClr val="000000"/>
                </a:solidFill>
                <a:effectLst/>
                <a:latin typeface="Times New Roman" panose="02020603050405020304" pitchFamily="18" charset="0"/>
                <a:cs typeface="Times New Roman" panose="02020603050405020304" pitchFamily="18" charset="0"/>
              </a:rPr>
              <a:t>ه </a:t>
            </a:r>
          </a:p>
          <a:p>
            <a:pPr indent="0" rtl="1">
              <a:buFont typeface="Wingdings" panose="05000000000000000000" pitchFamily="2" charset="2"/>
              <a:buNone/>
            </a:pPr>
            <a:r>
              <a:rPr lang="ar" sz="2000" b="1" i="0" dirty="0">
                <a:solidFill>
                  <a:srgbClr val="000000"/>
                </a:solidFill>
                <a:effectLst/>
                <a:latin typeface="Times New Roman" panose="02020603050405020304" pitchFamily="18" charset="0"/>
                <a:cs typeface="Times New Roman" panose="02020603050405020304" pitchFamily="18" charset="0"/>
              </a:rPr>
              <a:t>ب3</a:t>
            </a:r>
            <a:r>
              <a:rPr lang="ar" sz="2000" i="0" dirty="0">
                <a:solidFill>
                  <a:srgbClr val="000000"/>
                </a:solidFill>
                <a:effectLst/>
                <a:latin typeface="Times New Roman" panose="02020603050405020304" pitchFamily="18" charset="0"/>
                <a:cs typeface="Times New Roman" panose="02020603050405020304" pitchFamily="18" charset="0"/>
              </a:rPr>
              <a:t> العوامل الاقتصادية المؤثرة في نمو الإنسان و</a:t>
            </a:r>
            <a:r>
              <a:rPr lang="ar-EG" sz="2000" i="0" dirty="0">
                <a:solidFill>
                  <a:srgbClr val="000000"/>
                </a:solidFill>
                <a:effectLst/>
                <a:latin typeface="Times New Roman" panose="02020603050405020304" pitchFamily="18" charset="0"/>
                <a:cs typeface="Times New Roman" panose="02020603050405020304" pitchFamily="18" charset="0"/>
              </a:rPr>
              <a:t>تطوّر</a:t>
            </a:r>
            <a:r>
              <a:rPr lang="ar" sz="2000" i="0" dirty="0">
                <a:solidFill>
                  <a:srgbClr val="000000"/>
                </a:solidFill>
                <a:effectLst/>
                <a:latin typeface="Times New Roman" panose="02020603050405020304" pitchFamily="18" charset="0"/>
                <a:cs typeface="Times New Roman" panose="02020603050405020304" pitchFamily="18" charset="0"/>
              </a:rPr>
              <a:t>ه</a:t>
            </a:r>
          </a:p>
          <a:p>
            <a:pPr indent="0" rtl="1">
              <a:buFont typeface="Wingdings" panose="05000000000000000000" pitchFamily="2" charset="2"/>
              <a:buNone/>
            </a:pPr>
            <a:r>
              <a:rPr lang="ar" sz="2000" b="1" i="0" dirty="0">
                <a:solidFill>
                  <a:srgbClr val="000000"/>
                </a:solidFill>
                <a:effectLst/>
                <a:latin typeface="Times New Roman" panose="02020603050405020304" pitchFamily="18" charset="0"/>
                <a:cs typeface="Times New Roman" panose="02020603050405020304" pitchFamily="18" charset="0"/>
              </a:rPr>
              <a:t>ب4</a:t>
            </a:r>
            <a:r>
              <a:rPr lang="ar" sz="2000" i="0" dirty="0">
                <a:solidFill>
                  <a:srgbClr val="000000"/>
                </a:solidFill>
                <a:effectLst/>
                <a:latin typeface="Times New Roman" panose="02020603050405020304" pitchFamily="18" charset="0"/>
                <a:cs typeface="Times New Roman" panose="02020603050405020304" pitchFamily="18" charset="0"/>
              </a:rPr>
              <a:t> عوامل البيئة المادية المؤثرة في نمو الإنسان و</a:t>
            </a:r>
            <a:r>
              <a:rPr lang="ar-EG" sz="2000" i="0" dirty="0">
                <a:solidFill>
                  <a:srgbClr val="000000"/>
                </a:solidFill>
                <a:effectLst/>
                <a:latin typeface="Times New Roman" panose="02020603050405020304" pitchFamily="18" charset="0"/>
                <a:cs typeface="Times New Roman" panose="02020603050405020304" pitchFamily="18" charset="0"/>
              </a:rPr>
              <a:t>تطوّر</a:t>
            </a:r>
            <a:r>
              <a:rPr lang="ar" sz="2000" i="0" dirty="0">
                <a:solidFill>
                  <a:srgbClr val="000000"/>
                </a:solidFill>
                <a:effectLst/>
                <a:latin typeface="Times New Roman" panose="02020603050405020304" pitchFamily="18" charset="0"/>
                <a:cs typeface="Times New Roman" panose="02020603050405020304" pitchFamily="18" charset="0"/>
              </a:rPr>
              <a:t>ه  </a:t>
            </a:r>
            <a:endParaRPr lang="en-GB" altLang="en-US" sz="2000" dirty="0">
              <a:solidFill>
                <a:srgbClr val="FF0000"/>
              </a:solidFill>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2060848"/>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b="1" i="0" dirty="0">
                <a:solidFill>
                  <a:srgbClr val="000000"/>
                </a:solidFill>
                <a:effectLst/>
                <a:latin typeface="Times New Roman" panose="02020603050405020304" pitchFamily="18" charset="0"/>
                <a:cs typeface="Times New Roman" panose="02020603050405020304" pitchFamily="18" charset="0"/>
              </a:rPr>
              <a:t>دراسة العوامل المؤثرة في نمو الإنسان و</a:t>
            </a:r>
            <a:r>
              <a:rPr lang="ar-EG" sz="2400" b="1" i="0" dirty="0">
                <a:solidFill>
                  <a:srgbClr val="000000"/>
                </a:solidFill>
                <a:effectLst/>
                <a:latin typeface="Times New Roman" panose="02020603050405020304" pitchFamily="18" charset="0"/>
                <a:cs typeface="Times New Roman" panose="02020603050405020304" pitchFamily="18" charset="0"/>
              </a:rPr>
              <a:t>تطوّر</a:t>
            </a:r>
            <a:r>
              <a:rPr lang="ar" sz="2400" b="1" i="0" dirty="0">
                <a:solidFill>
                  <a:srgbClr val="000000"/>
                </a:solidFill>
                <a:effectLst/>
                <a:latin typeface="Times New Roman" panose="02020603050405020304" pitchFamily="18" charset="0"/>
                <a:cs typeface="Times New Roman" panose="02020603050405020304" pitchFamily="18" charset="0"/>
              </a:rPr>
              <a:t>ه في مختلف مراحل حياته</a:t>
            </a:r>
            <a:endParaRPr lang="en-GB" altLang="en-US" sz="2400" b="1" dirty="0">
              <a:highlight>
                <a:srgbClr val="FFFF00"/>
              </a:highligh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A705957-02BE-929E-7924-D8C53BDED0BC}"/>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746025683"/>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indent="0" algn="ctr" rtl="1">
              <a:lnSpc>
                <a:spcPct val="90000"/>
              </a:lnSpc>
              <a:spcAft>
                <a:spcPts val="600"/>
              </a:spcAft>
              <a:buFont typeface="Wingdings" panose="05000000000000000000" pitchFamily="2" charset="2"/>
              <a:buNone/>
            </a:pPr>
            <a:r>
              <a:rPr lang="ar" sz="2800" b="1" i="0" dirty="0">
                <a:solidFill>
                  <a:schemeClr val="tx2"/>
                </a:solidFill>
                <a:effectLst/>
                <a:latin typeface="Times New Roman" panose="02020603050405020304" pitchFamily="18" charset="0"/>
                <a:cs typeface="Times New Roman" panose="02020603050405020304" pitchFamily="18" charset="0"/>
              </a:rPr>
              <a:t>ب1 العوامل الجسدية المؤثرة في نمو الإنسان وتطو</a:t>
            </a:r>
            <a:r>
              <a:rPr lang="ar-EG" sz="2800" b="1" i="0" dirty="0">
                <a:solidFill>
                  <a:schemeClr val="tx2"/>
                </a:solidFill>
                <a:effectLst/>
                <a:latin typeface="Times New Roman" panose="02020603050405020304" pitchFamily="18" charset="0"/>
                <a:cs typeface="Times New Roman" panose="02020603050405020304" pitchFamily="18" charset="0"/>
              </a:rPr>
              <a:t>ّ</a:t>
            </a:r>
            <a:r>
              <a:rPr lang="ar" sz="2800" b="1" i="0" dirty="0">
                <a:solidFill>
                  <a:schemeClr val="tx2"/>
                </a:solidFill>
                <a:effectLst/>
                <a:latin typeface="Times New Roman" panose="02020603050405020304" pitchFamily="18" charset="0"/>
                <a:cs typeface="Times New Roman" panose="02020603050405020304" pitchFamily="18" charset="0"/>
              </a:rPr>
              <a:t>ره </a:t>
            </a:r>
            <a:br>
              <a:rPr lang="en-US" sz="2800" b="1" i="0" dirty="0">
                <a:solidFill>
                  <a:schemeClr val="tx2"/>
                </a:solidFill>
                <a:effectLst/>
                <a:latin typeface="Times New Roman" panose="02020603050405020304" pitchFamily="18" charset="0"/>
                <a:cs typeface="Times New Roman" panose="02020603050405020304" pitchFamily="18" charset="0"/>
              </a:rPr>
            </a:br>
            <a:endParaRPr lang="en-US" sz="2800" b="1" i="0" dirty="0">
              <a:solidFill>
                <a:schemeClr val="tx2"/>
              </a:solidFill>
              <a:effectLst/>
              <a:latin typeface="Times New Roman" panose="02020603050405020304" pitchFamily="18" charset="0"/>
              <a:cs typeface="Times New Roman" panose="02020603050405020304" pitchFamily="18" charset="0"/>
            </a:endParaRPr>
          </a:p>
        </p:txBody>
      </p:sp>
      <p:sp>
        <p:nvSpPr>
          <p:cNvPr id="34832" name="Text Placeholder 2">
            <a:extLst>
              <a:ext uri="{FF2B5EF4-FFF2-40B4-BE49-F238E27FC236}">
                <a16:creationId xmlns:a16="http://schemas.microsoft.com/office/drawing/2014/main" id="{8EF46B08-A19D-FF83-69F8-FBA0A928CD3C}"/>
              </a:ext>
            </a:extLst>
          </p:cNvPr>
          <p:cNvSpPr>
            <a:spLocks noGrp="1"/>
          </p:cNvSpPr>
          <p:nvPr>
            <p:ph sz="half" idx="1"/>
          </p:nvPr>
        </p:nvSpPr>
        <p:spPr>
          <a:xfrm>
            <a:off x="4648199" y="2700057"/>
            <a:ext cx="4027487" cy="2961191"/>
          </a:xfrm>
        </p:spPr>
        <p:txBody>
          <a:bodyPr vert="horz" wrap="square" lIns="91440" tIns="45720" rIns="91440" bIns="45720" numCol="1" rtlCol="1" anchor="t" anchorCtr="0" compatLnSpc="1">
            <a:prstTxWarp prst="textNoShape">
              <a:avLst/>
            </a:prstTxWarp>
            <a:normAutofit/>
          </a:bodyPr>
          <a:lstStyle/>
          <a:p>
            <a:pPr marL="0" indent="0" rtl="1">
              <a:buNone/>
            </a:pPr>
            <a:r>
              <a:rPr lang="ar" b="1" dirty="0">
                <a:latin typeface="Times New Roman" panose="02020603050405020304" pitchFamily="18" charset="0"/>
                <a:cs typeface="Times New Roman" panose="02020603050405020304" pitchFamily="18" charset="0"/>
              </a:rPr>
              <a:t>ما هو تأثيرها في الجوانب الجسدية والعقلية والعاطفية والاجتماعية (</a:t>
            </a:r>
            <a:r>
              <a:rPr lang="ar" b="1" i="1" dirty="0">
                <a:latin typeface="Times New Roman" panose="02020603050405020304" pitchFamily="18" charset="0"/>
                <a:cs typeface="Times New Roman" panose="02020603050405020304" pitchFamily="18" charset="0"/>
              </a:rPr>
              <a:t>PIES</a:t>
            </a:r>
            <a:r>
              <a:rPr lang="ar" b="1" dirty="0">
                <a:latin typeface="Times New Roman" panose="02020603050405020304" pitchFamily="18" charset="0"/>
                <a:cs typeface="Times New Roman" panose="02020603050405020304" pitchFamily="18" charset="0"/>
              </a:rPr>
              <a:t>) للنمو والتطوّر؟</a:t>
            </a:r>
          </a:p>
        </p:txBody>
      </p:sp>
      <p:graphicFrame>
        <p:nvGraphicFramePr>
          <p:cNvPr id="34828" name="Table Placeholder 2">
            <a:extLst>
              <a:ext uri="{FF2B5EF4-FFF2-40B4-BE49-F238E27FC236}">
                <a16:creationId xmlns:a16="http://schemas.microsoft.com/office/drawing/2014/main" id="{5C4F60EC-9B96-046F-3D0A-3CEDC3ACFBE8}"/>
              </a:ext>
            </a:extLst>
          </p:cNvPr>
          <p:cNvGraphicFramePr/>
          <p:nvPr>
            <p:extLst>
              <p:ext uri="{D42A27DB-BD31-4B8C-83A1-F6EECF244321}">
                <p14:modId xmlns:p14="http://schemas.microsoft.com/office/powerpoint/2010/main" val="2271328498"/>
              </p:ext>
            </p:extLst>
          </p:nvPr>
        </p:nvGraphicFramePr>
        <p:xfrm>
          <a:off x="468312" y="2196001"/>
          <a:ext cx="4027488" cy="40241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extBox 1">
            <a:extLst>
              <a:ext uri="{FF2B5EF4-FFF2-40B4-BE49-F238E27FC236}">
                <a16:creationId xmlns:a16="http://schemas.microsoft.com/office/drawing/2014/main" id="{493BCCFC-5363-0B35-3A85-DC738E56988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3120516940"/>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DAFD8-D17A-6C63-AAA9-9A50D9912994}"/>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2800" b="1" i="0" dirty="0">
                <a:effectLst/>
                <a:latin typeface="Times New Roman" panose="02020603050405020304" pitchFamily="18" charset="0"/>
                <a:cs typeface="Times New Roman" panose="02020603050405020304" pitchFamily="18" charset="0"/>
              </a:rPr>
              <a:t>ب2 العوامل الاجتماعية والثقافية والعاطفية المؤثرة في نمو الإنسان وتطو</a:t>
            </a:r>
            <a:r>
              <a:rPr lang="ar-EG" sz="2800" b="1" i="0" dirty="0">
                <a:effectLst/>
                <a:latin typeface="Times New Roman" panose="02020603050405020304" pitchFamily="18" charset="0"/>
                <a:cs typeface="Times New Roman" panose="02020603050405020304" pitchFamily="18" charset="0"/>
              </a:rPr>
              <a:t>ّ</a:t>
            </a:r>
            <a:r>
              <a:rPr lang="ar" sz="2800" b="1" i="0" dirty="0">
                <a:effectLst/>
                <a:latin typeface="Times New Roman" panose="02020603050405020304" pitchFamily="18" charset="0"/>
                <a:cs typeface="Times New Roman" panose="02020603050405020304" pitchFamily="18" charset="0"/>
              </a:rPr>
              <a:t>ره</a:t>
            </a:r>
            <a:r>
              <a:rPr lang="ar" sz="2800" b="0" i="0" dirty="0">
                <a:effectLst/>
                <a:latin typeface="Times New Roman" panose="02020603050405020304" pitchFamily="18" charset="0"/>
                <a:cs typeface="Times New Roman" panose="02020603050405020304" pitchFamily="18" charset="0"/>
              </a:rPr>
              <a:t>  </a:t>
            </a:r>
            <a:endParaRPr lang="en-GB" sz="2800" dirty="0">
              <a:latin typeface="Times New Roman" panose="02020603050405020304" pitchFamily="18" charset="0"/>
              <a:cs typeface="Times New Roman" panose="02020603050405020304" pitchFamily="18" charset="0"/>
            </a:endParaRPr>
          </a:p>
        </p:txBody>
      </p:sp>
      <p:sp>
        <p:nvSpPr>
          <p:cNvPr id="10" name="Text Placeholder 2">
            <a:extLst>
              <a:ext uri="{FF2B5EF4-FFF2-40B4-BE49-F238E27FC236}">
                <a16:creationId xmlns:a16="http://schemas.microsoft.com/office/drawing/2014/main" id="{4045BD83-98B6-34FA-FB96-AEBE7213A6EC}"/>
              </a:ext>
            </a:extLst>
          </p:cNvPr>
          <p:cNvSpPr>
            <a:spLocks noGrp="1"/>
          </p:cNvSpPr>
          <p:nvPr>
            <p:ph sz="half" idx="2"/>
          </p:nvPr>
        </p:nvSpPr>
        <p:spPr>
          <a:xfrm>
            <a:off x="4765992" y="2336506"/>
            <a:ext cx="4027488" cy="4024100"/>
          </a:xfrm>
        </p:spPr>
        <p:txBody>
          <a:bodyPr wrap="square" rtlCol="1" anchor="t">
            <a:normAutofit/>
          </a:bodyPr>
          <a:lstStyle/>
          <a:p>
            <a:pPr marL="0" indent="0" algn="ctr" rtl="1">
              <a:buNone/>
            </a:pPr>
            <a:r>
              <a:rPr lang="ar" b="1" dirty="0">
                <a:latin typeface="Times New Roman" panose="02020603050405020304" pitchFamily="18" charset="0"/>
                <a:cs typeface="Times New Roman" panose="02020603050405020304" pitchFamily="18" charset="0"/>
              </a:rPr>
              <a:t>ما هو تأثيرها في الجوانب الجسدية والعقلية والعاطفية والاجتماعية (</a:t>
            </a:r>
            <a:r>
              <a:rPr lang="ar" b="1" i="1" dirty="0">
                <a:latin typeface="Times New Roman" panose="02020603050405020304" pitchFamily="18" charset="0"/>
                <a:cs typeface="Times New Roman" panose="02020603050405020304" pitchFamily="18" charset="0"/>
              </a:rPr>
              <a:t>PIES</a:t>
            </a:r>
            <a:r>
              <a:rPr lang="ar" b="1" dirty="0">
                <a:latin typeface="Times New Roman" panose="02020603050405020304" pitchFamily="18" charset="0"/>
                <a:cs typeface="Times New Roman" panose="02020603050405020304" pitchFamily="18" charset="0"/>
              </a:rPr>
              <a:t>) للنمو والتطوّر؟</a:t>
            </a:r>
          </a:p>
        </p:txBody>
      </p:sp>
      <p:grpSp>
        <p:nvGrpSpPr>
          <p:cNvPr id="3" name="Group 2">
            <a:extLst>
              <a:ext uri="{FF2B5EF4-FFF2-40B4-BE49-F238E27FC236}">
                <a16:creationId xmlns:a16="http://schemas.microsoft.com/office/drawing/2014/main" id="{9B9BD612-AD7D-E4DF-7E0D-8A3F5BB7170A}"/>
              </a:ext>
            </a:extLst>
          </p:cNvPr>
          <p:cNvGrpSpPr/>
          <p:nvPr/>
        </p:nvGrpSpPr>
        <p:grpSpPr>
          <a:xfrm flipH="1">
            <a:off x="667419" y="2336506"/>
            <a:ext cx="4026503" cy="3834765"/>
            <a:chOff x="4648690" y="2290668"/>
            <a:chExt cx="4026503" cy="3834765"/>
          </a:xfrm>
        </p:grpSpPr>
        <p:sp>
          <p:nvSpPr>
            <p:cNvPr id="4" name="Freeform: Shape 3">
              <a:extLst>
                <a:ext uri="{FF2B5EF4-FFF2-40B4-BE49-F238E27FC236}">
                  <a16:creationId xmlns:a16="http://schemas.microsoft.com/office/drawing/2014/main" id="{0E781B8A-ABE8-92C4-4258-FE860F99DB8F}"/>
                </a:ext>
              </a:extLst>
            </p:cNvPr>
            <p:cNvSpPr/>
            <p:nvPr/>
          </p:nvSpPr>
          <p:spPr>
            <a:xfrm>
              <a:off x="4648690" y="2290668"/>
              <a:ext cx="1917382" cy="1150429"/>
            </a:xfrm>
            <a:custGeom>
              <a:avLst/>
              <a:gdLst>
                <a:gd name="connsiteX0" fmla="*/ 0 w 1917382"/>
                <a:gd name="connsiteY0" fmla="*/ 0 h 1150429"/>
                <a:gd name="connsiteX1" fmla="*/ 1917382 w 1917382"/>
                <a:gd name="connsiteY1" fmla="*/ 0 h 1150429"/>
                <a:gd name="connsiteX2" fmla="*/ 1917382 w 1917382"/>
                <a:gd name="connsiteY2" fmla="*/ 1150429 h 1150429"/>
                <a:gd name="connsiteX3" fmla="*/ 0 w 1917382"/>
                <a:gd name="connsiteY3" fmla="*/ 1150429 h 1150429"/>
                <a:gd name="connsiteX4" fmla="*/ 0 w 1917382"/>
                <a:gd name="connsiteY4" fmla="*/ 0 h 1150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382" h="1150429">
                  <a:moveTo>
                    <a:pt x="0" y="0"/>
                  </a:moveTo>
                  <a:lnTo>
                    <a:pt x="1917382" y="0"/>
                  </a:lnTo>
                  <a:lnTo>
                    <a:pt x="1917382" y="1150429"/>
                  </a:lnTo>
                  <a:lnTo>
                    <a:pt x="0" y="115042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a:solidFill>
                    <a:schemeClr val="tx1"/>
                  </a:solidFill>
                  <a:latin typeface="Times New Roman" panose="02020603050405020304" pitchFamily="18" charset="0"/>
                  <a:cs typeface="Times New Roman" panose="02020603050405020304" pitchFamily="18" charset="0"/>
                </a:rPr>
                <a:t>الثقافة - بما في ذلك الدين، القيّم الروحية، وتأثيرات المجتمع</a:t>
              </a:r>
              <a:endParaRPr lang="en-US" sz="1800" kern="1200" dirty="0">
                <a:solidFill>
                  <a:schemeClr val="tx1"/>
                </a:solidFill>
                <a:latin typeface="Times New Roman" panose="02020603050405020304" pitchFamily="18" charset="0"/>
                <a:cs typeface="Times New Roman" panose="02020603050405020304" pitchFamily="18" charset="0"/>
              </a:endParaRPr>
            </a:p>
          </p:txBody>
        </p:sp>
        <p:sp>
          <p:nvSpPr>
            <p:cNvPr id="5" name="Freeform: Shape 4">
              <a:extLst>
                <a:ext uri="{FF2B5EF4-FFF2-40B4-BE49-F238E27FC236}">
                  <a16:creationId xmlns:a16="http://schemas.microsoft.com/office/drawing/2014/main" id="{2B8BCDDA-AFC5-6160-F813-1DBB4F819132}"/>
                </a:ext>
              </a:extLst>
            </p:cNvPr>
            <p:cNvSpPr/>
            <p:nvPr/>
          </p:nvSpPr>
          <p:spPr>
            <a:xfrm>
              <a:off x="6757811" y="2290668"/>
              <a:ext cx="1917382" cy="1150429"/>
            </a:xfrm>
            <a:custGeom>
              <a:avLst/>
              <a:gdLst>
                <a:gd name="connsiteX0" fmla="*/ 0 w 1917382"/>
                <a:gd name="connsiteY0" fmla="*/ 0 h 1150429"/>
                <a:gd name="connsiteX1" fmla="*/ 1917382 w 1917382"/>
                <a:gd name="connsiteY1" fmla="*/ 0 h 1150429"/>
                <a:gd name="connsiteX2" fmla="*/ 1917382 w 1917382"/>
                <a:gd name="connsiteY2" fmla="*/ 1150429 h 1150429"/>
                <a:gd name="connsiteX3" fmla="*/ 0 w 1917382"/>
                <a:gd name="connsiteY3" fmla="*/ 1150429 h 1150429"/>
                <a:gd name="connsiteX4" fmla="*/ 0 w 1917382"/>
                <a:gd name="connsiteY4" fmla="*/ 0 h 1150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382" h="1150429">
                  <a:moveTo>
                    <a:pt x="0" y="0"/>
                  </a:moveTo>
                  <a:lnTo>
                    <a:pt x="1917382" y="0"/>
                  </a:lnTo>
                  <a:lnTo>
                    <a:pt x="1917382" y="1150429"/>
                  </a:lnTo>
                  <a:lnTo>
                    <a:pt x="0" y="115042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tx1"/>
                  </a:solidFill>
                  <a:latin typeface="Times New Roman" panose="02020603050405020304" pitchFamily="18" charset="0"/>
                  <a:cs typeface="Times New Roman" panose="02020603050405020304" pitchFamily="18" charset="0"/>
                </a:rPr>
                <a:t>الجنس وعلاقته بعدم المساواة في فرص العمل والأجور، وعدم المساواة الاجتماعية والتوقعات</a:t>
              </a:r>
              <a:endParaRPr lang="en-US" sz="1800" kern="1200" dirty="0">
                <a:solidFill>
                  <a:schemeClr val="tx1"/>
                </a:solidFill>
                <a:latin typeface="Times New Roman" panose="02020603050405020304" pitchFamily="18" charset="0"/>
                <a:cs typeface="Times New Roman" panose="02020603050405020304" pitchFamily="18" charset="0"/>
              </a:endParaRPr>
            </a:p>
          </p:txBody>
        </p:sp>
        <p:sp>
          <p:nvSpPr>
            <p:cNvPr id="7" name="Freeform: Shape 6">
              <a:extLst>
                <a:ext uri="{FF2B5EF4-FFF2-40B4-BE49-F238E27FC236}">
                  <a16:creationId xmlns:a16="http://schemas.microsoft.com/office/drawing/2014/main" id="{CE186ABA-7600-0DBA-2AF0-84920AB55C1C}"/>
                </a:ext>
              </a:extLst>
            </p:cNvPr>
            <p:cNvSpPr/>
            <p:nvPr/>
          </p:nvSpPr>
          <p:spPr>
            <a:xfrm>
              <a:off x="4648690" y="3632836"/>
              <a:ext cx="1917382" cy="1150429"/>
            </a:xfrm>
            <a:custGeom>
              <a:avLst/>
              <a:gdLst>
                <a:gd name="connsiteX0" fmla="*/ 0 w 1917382"/>
                <a:gd name="connsiteY0" fmla="*/ 0 h 1150429"/>
                <a:gd name="connsiteX1" fmla="*/ 1917382 w 1917382"/>
                <a:gd name="connsiteY1" fmla="*/ 0 h 1150429"/>
                <a:gd name="connsiteX2" fmla="*/ 1917382 w 1917382"/>
                <a:gd name="connsiteY2" fmla="*/ 1150429 h 1150429"/>
                <a:gd name="connsiteX3" fmla="*/ 0 w 1917382"/>
                <a:gd name="connsiteY3" fmla="*/ 1150429 h 1150429"/>
                <a:gd name="connsiteX4" fmla="*/ 0 w 1917382"/>
                <a:gd name="connsiteY4" fmla="*/ 0 h 1150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382" h="1150429">
                  <a:moveTo>
                    <a:pt x="0" y="0"/>
                  </a:moveTo>
                  <a:lnTo>
                    <a:pt x="1917382" y="0"/>
                  </a:lnTo>
                  <a:lnTo>
                    <a:pt x="1917382" y="1150429"/>
                  </a:lnTo>
                  <a:lnTo>
                    <a:pt x="0" y="115042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a:solidFill>
                    <a:schemeClr val="tx1"/>
                  </a:solidFill>
                  <a:latin typeface="Times New Roman" panose="02020603050405020304" pitchFamily="18" charset="0"/>
                  <a:cs typeface="Times New Roman" panose="02020603050405020304" pitchFamily="18" charset="0"/>
                </a:rPr>
                <a:t>القدوة في حياتنا هم الأشخاص الذين نجلّهم ونتطلع لأن نصبح مثلهم </a:t>
              </a:r>
              <a:endParaRPr lang="en-US" sz="1800" kern="1200" dirty="0">
                <a:solidFill>
                  <a:schemeClr val="tx1"/>
                </a:solidFill>
                <a:latin typeface="Times New Roman" panose="02020603050405020304" pitchFamily="18" charset="0"/>
                <a:cs typeface="Times New Roman" panose="02020603050405020304" pitchFamily="18" charset="0"/>
              </a:endParaRPr>
            </a:p>
          </p:txBody>
        </p:sp>
        <p:sp>
          <p:nvSpPr>
            <p:cNvPr id="8" name="Freeform: Shape 7">
              <a:extLst>
                <a:ext uri="{FF2B5EF4-FFF2-40B4-BE49-F238E27FC236}">
                  <a16:creationId xmlns:a16="http://schemas.microsoft.com/office/drawing/2014/main" id="{B198B443-6367-7708-8E7E-93E951AB8E35}"/>
                </a:ext>
              </a:extLst>
            </p:cNvPr>
            <p:cNvSpPr/>
            <p:nvPr/>
          </p:nvSpPr>
          <p:spPr>
            <a:xfrm>
              <a:off x="6757811" y="3632836"/>
              <a:ext cx="1917382" cy="1150429"/>
            </a:xfrm>
            <a:custGeom>
              <a:avLst/>
              <a:gdLst>
                <a:gd name="connsiteX0" fmla="*/ 0 w 1917382"/>
                <a:gd name="connsiteY0" fmla="*/ 0 h 1150429"/>
                <a:gd name="connsiteX1" fmla="*/ 1917382 w 1917382"/>
                <a:gd name="connsiteY1" fmla="*/ 0 h 1150429"/>
                <a:gd name="connsiteX2" fmla="*/ 1917382 w 1917382"/>
                <a:gd name="connsiteY2" fmla="*/ 1150429 h 1150429"/>
                <a:gd name="connsiteX3" fmla="*/ 0 w 1917382"/>
                <a:gd name="connsiteY3" fmla="*/ 1150429 h 1150429"/>
                <a:gd name="connsiteX4" fmla="*/ 0 w 1917382"/>
                <a:gd name="connsiteY4" fmla="*/ 0 h 1150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382" h="1150429">
                  <a:moveTo>
                    <a:pt x="0" y="0"/>
                  </a:moveTo>
                  <a:lnTo>
                    <a:pt x="1917382" y="0"/>
                  </a:lnTo>
                  <a:lnTo>
                    <a:pt x="1917382" y="1150429"/>
                  </a:lnTo>
                  <a:lnTo>
                    <a:pt x="0" y="115042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a:solidFill>
                    <a:schemeClr val="tx1"/>
                  </a:solidFill>
                  <a:latin typeface="Times New Roman" panose="02020603050405020304" pitchFamily="18" charset="0"/>
                  <a:cs typeface="Times New Roman" panose="02020603050405020304" pitchFamily="18" charset="0"/>
                </a:rPr>
                <a:t>العلاقات الأسرية: الآباء، والأشقاء، والأجداد، والعمات والأعمام، وأبناء العمومة </a:t>
              </a:r>
              <a:endParaRPr lang="en-US" sz="1800" kern="1200" dirty="0">
                <a:solidFill>
                  <a:schemeClr val="tx1"/>
                </a:solidFill>
                <a:latin typeface="Times New Roman" panose="02020603050405020304" pitchFamily="18" charset="0"/>
                <a:cs typeface="Times New Roman" panose="02020603050405020304" pitchFamily="18" charset="0"/>
              </a:endParaRPr>
            </a:p>
          </p:txBody>
        </p:sp>
        <p:sp>
          <p:nvSpPr>
            <p:cNvPr id="9" name="Freeform: Shape 8">
              <a:extLst>
                <a:ext uri="{FF2B5EF4-FFF2-40B4-BE49-F238E27FC236}">
                  <a16:creationId xmlns:a16="http://schemas.microsoft.com/office/drawing/2014/main" id="{DBD513D7-535D-B259-8F2B-4277E93ED91E}"/>
                </a:ext>
              </a:extLst>
            </p:cNvPr>
            <p:cNvSpPr/>
            <p:nvPr/>
          </p:nvSpPr>
          <p:spPr>
            <a:xfrm>
              <a:off x="4648690" y="4975004"/>
              <a:ext cx="1917382" cy="1150429"/>
            </a:xfrm>
            <a:custGeom>
              <a:avLst/>
              <a:gdLst>
                <a:gd name="connsiteX0" fmla="*/ 0 w 1917382"/>
                <a:gd name="connsiteY0" fmla="*/ 0 h 1150429"/>
                <a:gd name="connsiteX1" fmla="*/ 1917382 w 1917382"/>
                <a:gd name="connsiteY1" fmla="*/ 0 h 1150429"/>
                <a:gd name="connsiteX2" fmla="*/ 1917382 w 1917382"/>
                <a:gd name="connsiteY2" fmla="*/ 1150429 h 1150429"/>
                <a:gd name="connsiteX3" fmla="*/ 0 w 1917382"/>
                <a:gd name="connsiteY3" fmla="*/ 1150429 h 1150429"/>
                <a:gd name="connsiteX4" fmla="*/ 0 w 1917382"/>
                <a:gd name="connsiteY4" fmla="*/ 0 h 1150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382" h="1150429">
                  <a:moveTo>
                    <a:pt x="0" y="0"/>
                  </a:moveTo>
                  <a:lnTo>
                    <a:pt x="1917382" y="0"/>
                  </a:lnTo>
                  <a:lnTo>
                    <a:pt x="1917382" y="1150429"/>
                  </a:lnTo>
                  <a:lnTo>
                    <a:pt x="0" y="115042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a:solidFill>
                    <a:schemeClr val="tx1"/>
                  </a:solidFill>
                  <a:latin typeface="Times New Roman" panose="02020603050405020304" pitchFamily="18" charset="0"/>
                  <a:cs typeface="Times New Roman" panose="02020603050405020304" pitchFamily="18" charset="0"/>
                </a:rPr>
                <a:t>الصداقات والعلاقة مع الشريك/الشركاء </a:t>
              </a:r>
              <a:endParaRPr lang="en-US" sz="1800" kern="1200" dirty="0">
                <a:solidFill>
                  <a:schemeClr val="tx1"/>
                </a:solidFill>
                <a:latin typeface="Times New Roman" panose="02020603050405020304" pitchFamily="18" charset="0"/>
                <a:cs typeface="Times New Roman" panose="02020603050405020304" pitchFamily="18" charset="0"/>
              </a:endParaRPr>
            </a:p>
          </p:txBody>
        </p:sp>
        <p:sp>
          <p:nvSpPr>
            <p:cNvPr id="11" name="Freeform: Shape 10">
              <a:extLst>
                <a:ext uri="{FF2B5EF4-FFF2-40B4-BE49-F238E27FC236}">
                  <a16:creationId xmlns:a16="http://schemas.microsoft.com/office/drawing/2014/main" id="{36727F9A-1DD7-05E7-41B5-121A0BE76B96}"/>
                </a:ext>
              </a:extLst>
            </p:cNvPr>
            <p:cNvSpPr/>
            <p:nvPr/>
          </p:nvSpPr>
          <p:spPr>
            <a:xfrm>
              <a:off x="6757811" y="4975004"/>
              <a:ext cx="1917382" cy="1150429"/>
            </a:xfrm>
            <a:custGeom>
              <a:avLst/>
              <a:gdLst>
                <a:gd name="connsiteX0" fmla="*/ 0 w 1917382"/>
                <a:gd name="connsiteY0" fmla="*/ 0 h 1150429"/>
                <a:gd name="connsiteX1" fmla="*/ 1917382 w 1917382"/>
                <a:gd name="connsiteY1" fmla="*/ 0 h 1150429"/>
                <a:gd name="connsiteX2" fmla="*/ 1917382 w 1917382"/>
                <a:gd name="connsiteY2" fmla="*/ 1150429 h 1150429"/>
                <a:gd name="connsiteX3" fmla="*/ 0 w 1917382"/>
                <a:gd name="connsiteY3" fmla="*/ 1150429 h 1150429"/>
                <a:gd name="connsiteX4" fmla="*/ 0 w 1917382"/>
                <a:gd name="connsiteY4" fmla="*/ 0 h 1150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382" h="1150429">
                  <a:moveTo>
                    <a:pt x="0" y="0"/>
                  </a:moveTo>
                  <a:lnTo>
                    <a:pt x="1917382" y="0"/>
                  </a:lnTo>
                  <a:lnTo>
                    <a:pt x="1917382" y="1150429"/>
                  </a:lnTo>
                  <a:lnTo>
                    <a:pt x="0" y="115042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a:solidFill>
                    <a:schemeClr val="tx1"/>
                  </a:solidFill>
                  <a:latin typeface="Times New Roman" panose="02020603050405020304" pitchFamily="18" charset="0"/>
                  <a:cs typeface="Times New Roman" panose="02020603050405020304" pitchFamily="18" charset="0"/>
                </a:rPr>
                <a:t>العزلة الاجتماعية: حالة الفرد الذي يكون بمفرده ويفتقر إلى وجود أشخاص يقدمون له الدعم </a:t>
              </a:r>
              <a:endParaRPr lang="en-US" sz="1800" kern="1200" dirty="0">
                <a:solidFill>
                  <a:schemeClr val="tx1"/>
                </a:solidFill>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34BC2E2E-900C-2DF7-DBF3-694AAB63A27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83306964"/>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A9E8E-15D2-DCD8-72A1-F751E9EB7D41}"/>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2800" b="1" i="0" dirty="0">
                <a:effectLst/>
                <a:latin typeface="Times New Roman" panose="02020603050405020304" pitchFamily="18" charset="0"/>
                <a:cs typeface="Times New Roman" panose="02020603050405020304" pitchFamily="18" charset="0"/>
              </a:rPr>
              <a:t>ب3 العوامل الاقتصادية المؤثرة في نمو الإنسان وتطو</a:t>
            </a:r>
            <a:r>
              <a:rPr lang="ar-EG" sz="2800" b="1" i="0" dirty="0">
                <a:effectLst/>
                <a:latin typeface="Times New Roman" panose="02020603050405020304" pitchFamily="18" charset="0"/>
                <a:cs typeface="Times New Roman" panose="02020603050405020304" pitchFamily="18" charset="0"/>
              </a:rPr>
              <a:t>ّ</a:t>
            </a:r>
            <a:r>
              <a:rPr lang="ar" sz="2800" b="1" i="0" dirty="0">
                <a:effectLst/>
                <a:latin typeface="Times New Roman" panose="02020603050405020304" pitchFamily="18" charset="0"/>
                <a:cs typeface="Times New Roman" panose="02020603050405020304" pitchFamily="18" charset="0"/>
              </a:rPr>
              <a:t>ره</a:t>
            </a:r>
            <a:r>
              <a:rPr lang="ar" sz="2800" b="0" i="0" dirty="0">
                <a:effectLst/>
                <a:latin typeface="Times New Roman" panose="02020603050405020304" pitchFamily="18" charset="0"/>
                <a:cs typeface="Times New Roman" panose="02020603050405020304" pitchFamily="18" charset="0"/>
              </a:rPr>
              <a:t>  </a:t>
            </a:r>
            <a:endParaRPr lang="en-GB" sz="2800" dirty="0">
              <a:latin typeface="Times New Roman" panose="02020603050405020304" pitchFamily="18" charset="0"/>
              <a:cs typeface="Times New Roman" panose="02020603050405020304" pitchFamily="18" charset="0"/>
            </a:endParaRPr>
          </a:p>
        </p:txBody>
      </p:sp>
      <p:sp>
        <p:nvSpPr>
          <p:cNvPr id="10" name="Text Placeholder 2">
            <a:extLst>
              <a:ext uri="{FF2B5EF4-FFF2-40B4-BE49-F238E27FC236}">
                <a16:creationId xmlns:a16="http://schemas.microsoft.com/office/drawing/2014/main" id="{1892A3B8-DB9E-3275-A4C9-EB29C53D5BE7}"/>
              </a:ext>
            </a:extLst>
          </p:cNvPr>
          <p:cNvSpPr>
            <a:spLocks noGrp="1"/>
          </p:cNvSpPr>
          <p:nvPr>
            <p:ph sz="half" idx="1"/>
          </p:nvPr>
        </p:nvSpPr>
        <p:spPr>
          <a:xfrm>
            <a:off x="4648199" y="2196001"/>
            <a:ext cx="4027487" cy="4024100"/>
          </a:xfrm>
        </p:spPr>
        <p:txBody>
          <a:bodyPr wrap="square" rtlCol="1" anchor="t">
            <a:normAutofit/>
          </a:bodyPr>
          <a:lstStyle/>
          <a:p>
            <a:pPr marL="0" indent="0" rtl="1">
              <a:buNone/>
            </a:pPr>
            <a:r>
              <a:rPr lang="ar" b="1" dirty="0">
                <a:latin typeface="Times New Roman" panose="02020603050405020304" pitchFamily="18" charset="0"/>
                <a:cs typeface="Times New Roman" panose="02020603050405020304" pitchFamily="18" charset="0"/>
              </a:rPr>
              <a:t>كيف تؤثر العوامل الاقتصادية المختلفة في الجوانب الجسدية والعقلية والعاطفية والاجتماعية لنمونا وتطو</a:t>
            </a:r>
            <a:r>
              <a:rPr lang="ar-EG" b="1" dirty="0">
                <a:latin typeface="Times New Roman" panose="02020603050405020304" pitchFamily="18" charset="0"/>
                <a:cs typeface="Times New Roman" panose="02020603050405020304" pitchFamily="18" charset="0"/>
              </a:rPr>
              <a:t>ّ</a:t>
            </a:r>
            <a:r>
              <a:rPr lang="ar" b="1" dirty="0">
                <a:latin typeface="Times New Roman" panose="02020603050405020304" pitchFamily="18" charset="0"/>
                <a:cs typeface="Times New Roman" panose="02020603050405020304" pitchFamily="18" charset="0"/>
              </a:rPr>
              <a:t>رنا؟</a:t>
            </a:r>
          </a:p>
          <a:p>
            <a:pPr rtl="1"/>
            <a:endParaRPr lang="en-US"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B8333F55-B1BC-B377-59E6-9ADBFEA4A97C}"/>
              </a:ext>
            </a:extLst>
          </p:cNvPr>
          <p:cNvGrpSpPr/>
          <p:nvPr/>
        </p:nvGrpSpPr>
        <p:grpSpPr>
          <a:xfrm flipH="1">
            <a:off x="468312" y="2197671"/>
            <a:ext cx="4027488" cy="4020759"/>
            <a:chOff x="468312" y="2197671"/>
            <a:chExt cx="4027488" cy="4020759"/>
          </a:xfrm>
        </p:grpSpPr>
        <p:sp>
          <p:nvSpPr>
            <p:cNvPr id="4" name="Rectangle: Rounded Corners 3">
              <a:extLst>
                <a:ext uri="{FF2B5EF4-FFF2-40B4-BE49-F238E27FC236}">
                  <a16:creationId xmlns:a16="http://schemas.microsoft.com/office/drawing/2014/main" id="{A72077F2-A971-1B8C-8DDB-5CC934D7F5A0}"/>
                </a:ext>
              </a:extLst>
            </p:cNvPr>
            <p:cNvSpPr/>
            <p:nvPr/>
          </p:nvSpPr>
          <p:spPr>
            <a:xfrm>
              <a:off x="468312" y="2197671"/>
              <a:ext cx="4027488" cy="84647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5" name="Rectangle 4" descr="Cent">
              <a:extLst>
                <a:ext uri="{FF2B5EF4-FFF2-40B4-BE49-F238E27FC236}">
                  <a16:creationId xmlns:a16="http://schemas.microsoft.com/office/drawing/2014/main" id="{40E77B8A-A43C-8948-8D05-28DE73B6ADB2}"/>
                </a:ext>
              </a:extLst>
            </p:cNvPr>
            <p:cNvSpPr/>
            <p:nvPr/>
          </p:nvSpPr>
          <p:spPr>
            <a:xfrm>
              <a:off x="724370" y="2388128"/>
              <a:ext cx="465561" cy="465561"/>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760C45E8-274F-65D0-9983-5CA391145D4D}"/>
                </a:ext>
              </a:extLst>
            </p:cNvPr>
            <p:cNvSpPr/>
            <p:nvPr/>
          </p:nvSpPr>
          <p:spPr>
            <a:xfrm>
              <a:off x="1445991" y="2197671"/>
              <a:ext cx="3049808" cy="846475"/>
            </a:xfrm>
            <a:custGeom>
              <a:avLst/>
              <a:gdLst>
                <a:gd name="connsiteX0" fmla="*/ 0 w 3049808"/>
                <a:gd name="connsiteY0" fmla="*/ 0 h 846475"/>
                <a:gd name="connsiteX1" fmla="*/ 3049808 w 3049808"/>
                <a:gd name="connsiteY1" fmla="*/ 0 h 846475"/>
                <a:gd name="connsiteX2" fmla="*/ 3049808 w 3049808"/>
                <a:gd name="connsiteY2" fmla="*/ 846475 h 846475"/>
                <a:gd name="connsiteX3" fmla="*/ 0 w 3049808"/>
                <a:gd name="connsiteY3" fmla="*/ 846475 h 846475"/>
                <a:gd name="connsiteX4" fmla="*/ 0 w 3049808"/>
                <a:gd name="connsiteY4" fmla="*/ 0 h 846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9808" h="846475">
                  <a:moveTo>
                    <a:pt x="0" y="0"/>
                  </a:moveTo>
                  <a:lnTo>
                    <a:pt x="3049808" y="0"/>
                  </a:lnTo>
                  <a:lnTo>
                    <a:pt x="3049808" y="846475"/>
                  </a:lnTo>
                  <a:lnTo>
                    <a:pt x="0" y="846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9585" tIns="89585" rIns="89585" bIns="89585" numCol="1" spcCol="1270" rtlCol="1" anchor="ctr" anchorCtr="0">
              <a:noAutofit/>
            </a:bodyPr>
            <a:lstStyle/>
            <a:p>
              <a:pPr marL="0" lvl="0" indent="0" algn="r" defTabSz="844550" rtl="1">
                <a:lnSpc>
                  <a:spcPct val="100000"/>
                </a:lnSpc>
                <a:spcBef>
                  <a:spcPct val="0"/>
                </a:spcBef>
                <a:spcAft>
                  <a:spcPct val="35000"/>
                </a:spcAft>
                <a:buNone/>
              </a:pPr>
              <a:r>
                <a:rPr lang="ar" sz="1900" kern="1200">
                  <a:latin typeface="Times New Roman" panose="02020603050405020304" pitchFamily="18" charset="0"/>
                  <a:cs typeface="Times New Roman" panose="02020603050405020304" pitchFamily="18" charset="0"/>
                </a:rPr>
                <a:t>الدخل: مقدار المال الذي تحصل عليه الأسرة </a:t>
              </a:r>
              <a:endParaRPr lang="en-US" sz="1900" kern="1200" dirty="0">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F69E753F-CDB4-A2F3-D8DC-134C32F5AB78}"/>
                </a:ext>
              </a:extLst>
            </p:cNvPr>
            <p:cNvSpPr/>
            <p:nvPr/>
          </p:nvSpPr>
          <p:spPr>
            <a:xfrm>
              <a:off x="468312" y="3255765"/>
              <a:ext cx="4027488" cy="84647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9" name="Rectangle 8" descr="Coins">
              <a:extLst>
                <a:ext uri="{FF2B5EF4-FFF2-40B4-BE49-F238E27FC236}">
                  <a16:creationId xmlns:a16="http://schemas.microsoft.com/office/drawing/2014/main" id="{68C61989-F2A6-C8D2-397F-9EEF43E1E1F6}"/>
                </a:ext>
              </a:extLst>
            </p:cNvPr>
            <p:cNvSpPr/>
            <p:nvPr/>
          </p:nvSpPr>
          <p:spPr>
            <a:xfrm>
              <a:off x="724370" y="3446222"/>
              <a:ext cx="465561" cy="46556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B9779869-9DFC-48AD-FE91-1D959775C840}"/>
                </a:ext>
              </a:extLst>
            </p:cNvPr>
            <p:cNvSpPr/>
            <p:nvPr/>
          </p:nvSpPr>
          <p:spPr>
            <a:xfrm>
              <a:off x="1445991" y="3255765"/>
              <a:ext cx="3049808" cy="846475"/>
            </a:xfrm>
            <a:custGeom>
              <a:avLst/>
              <a:gdLst>
                <a:gd name="connsiteX0" fmla="*/ 0 w 3049808"/>
                <a:gd name="connsiteY0" fmla="*/ 0 h 846475"/>
                <a:gd name="connsiteX1" fmla="*/ 3049808 w 3049808"/>
                <a:gd name="connsiteY1" fmla="*/ 0 h 846475"/>
                <a:gd name="connsiteX2" fmla="*/ 3049808 w 3049808"/>
                <a:gd name="connsiteY2" fmla="*/ 846475 h 846475"/>
                <a:gd name="connsiteX3" fmla="*/ 0 w 3049808"/>
                <a:gd name="connsiteY3" fmla="*/ 846475 h 846475"/>
                <a:gd name="connsiteX4" fmla="*/ 0 w 3049808"/>
                <a:gd name="connsiteY4" fmla="*/ 0 h 846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9808" h="846475">
                  <a:moveTo>
                    <a:pt x="0" y="0"/>
                  </a:moveTo>
                  <a:lnTo>
                    <a:pt x="3049808" y="0"/>
                  </a:lnTo>
                  <a:lnTo>
                    <a:pt x="3049808" y="846475"/>
                  </a:lnTo>
                  <a:lnTo>
                    <a:pt x="0" y="846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9585" tIns="89585" rIns="89585" bIns="89585" numCol="1" spcCol="1270" rtlCol="1" anchor="ctr" anchorCtr="0">
              <a:noAutofit/>
            </a:bodyPr>
            <a:lstStyle/>
            <a:p>
              <a:pPr marL="0" lvl="0" indent="0" algn="r" defTabSz="844550" rtl="1">
                <a:lnSpc>
                  <a:spcPct val="100000"/>
                </a:lnSpc>
                <a:spcBef>
                  <a:spcPct val="0"/>
                </a:spcBef>
                <a:spcAft>
                  <a:spcPct val="35000"/>
                </a:spcAft>
                <a:buNone/>
              </a:pPr>
              <a:r>
                <a:rPr lang="ar" sz="1900" kern="1200">
                  <a:latin typeface="Times New Roman" panose="02020603050405020304" pitchFamily="18" charset="0"/>
                  <a:cs typeface="Times New Roman" panose="02020603050405020304" pitchFamily="18" charset="0"/>
                </a:rPr>
                <a:t>الثروة: مقدار المال الذي تملكه والذي يُمكن استخدامه لشراء الممتلكات </a:t>
              </a:r>
              <a:endParaRPr lang="en-US" sz="1900" kern="1200" dirty="0">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19E377D9-3302-5DA1-5502-2210A7DF02C0}"/>
                </a:ext>
              </a:extLst>
            </p:cNvPr>
            <p:cNvSpPr/>
            <p:nvPr/>
          </p:nvSpPr>
          <p:spPr>
            <a:xfrm>
              <a:off x="468312" y="4313860"/>
              <a:ext cx="4027488" cy="84647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Rectangle 12" descr="Cowboy">
              <a:extLst>
                <a:ext uri="{FF2B5EF4-FFF2-40B4-BE49-F238E27FC236}">
                  <a16:creationId xmlns:a16="http://schemas.microsoft.com/office/drawing/2014/main" id="{33C71419-306E-4B47-79EF-F2B6EBBC9639}"/>
                </a:ext>
              </a:extLst>
            </p:cNvPr>
            <p:cNvSpPr/>
            <p:nvPr/>
          </p:nvSpPr>
          <p:spPr>
            <a:xfrm>
              <a:off x="724370" y="4504317"/>
              <a:ext cx="465561" cy="465561"/>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0E873FC5-7FC2-A177-FC4C-9A6A9A55C79B}"/>
                </a:ext>
              </a:extLst>
            </p:cNvPr>
            <p:cNvSpPr/>
            <p:nvPr/>
          </p:nvSpPr>
          <p:spPr>
            <a:xfrm>
              <a:off x="1445991" y="4313860"/>
              <a:ext cx="3049808" cy="846475"/>
            </a:xfrm>
            <a:custGeom>
              <a:avLst/>
              <a:gdLst>
                <a:gd name="connsiteX0" fmla="*/ 0 w 3049808"/>
                <a:gd name="connsiteY0" fmla="*/ 0 h 846475"/>
                <a:gd name="connsiteX1" fmla="*/ 3049808 w 3049808"/>
                <a:gd name="connsiteY1" fmla="*/ 0 h 846475"/>
                <a:gd name="connsiteX2" fmla="*/ 3049808 w 3049808"/>
                <a:gd name="connsiteY2" fmla="*/ 846475 h 846475"/>
                <a:gd name="connsiteX3" fmla="*/ 0 w 3049808"/>
                <a:gd name="connsiteY3" fmla="*/ 846475 h 846475"/>
                <a:gd name="connsiteX4" fmla="*/ 0 w 3049808"/>
                <a:gd name="connsiteY4" fmla="*/ 0 h 846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9808" h="846475">
                  <a:moveTo>
                    <a:pt x="0" y="0"/>
                  </a:moveTo>
                  <a:lnTo>
                    <a:pt x="3049808" y="0"/>
                  </a:lnTo>
                  <a:lnTo>
                    <a:pt x="3049808" y="846475"/>
                  </a:lnTo>
                  <a:lnTo>
                    <a:pt x="0" y="846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9585" tIns="89585" rIns="89585" bIns="89585" numCol="1" spcCol="1270" rtlCol="1" anchor="ctr" anchorCtr="0">
              <a:noAutofit/>
            </a:bodyPr>
            <a:lstStyle/>
            <a:p>
              <a:pPr marL="0" lvl="0" indent="0" algn="r" defTabSz="844550" rtl="1">
                <a:lnSpc>
                  <a:spcPct val="100000"/>
                </a:lnSpc>
                <a:spcBef>
                  <a:spcPct val="0"/>
                </a:spcBef>
                <a:spcAft>
                  <a:spcPct val="35000"/>
                </a:spcAft>
                <a:buNone/>
              </a:pPr>
              <a:r>
                <a:rPr lang="ar" sz="1900" kern="1200">
                  <a:latin typeface="Times New Roman" panose="02020603050405020304" pitchFamily="18" charset="0"/>
                  <a:cs typeface="Times New Roman" panose="02020603050405020304" pitchFamily="18" charset="0"/>
                </a:rPr>
                <a:t>المهنة: الوظيفة التي تزاولها </a:t>
              </a:r>
              <a:endParaRPr lang="en-US" sz="1900" kern="1200" dirty="0">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55F92652-BB92-1847-28BB-E344B8275EF4}"/>
                </a:ext>
              </a:extLst>
            </p:cNvPr>
            <p:cNvSpPr/>
            <p:nvPr/>
          </p:nvSpPr>
          <p:spPr>
            <a:xfrm>
              <a:off x="468312" y="5371955"/>
              <a:ext cx="4027488" cy="84647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6" name="Rectangle 15" descr="Office Worker">
              <a:extLst>
                <a:ext uri="{FF2B5EF4-FFF2-40B4-BE49-F238E27FC236}">
                  <a16:creationId xmlns:a16="http://schemas.microsoft.com/office/drawing/2014/main" id="{EBEED5E5-28E0-1F30-3EB6-C10BB75A8081}"/>
                </a:ext>
              </a:extLst>
            </p:cNvPr>
            <p:cNvSpPr/>
            <p:nvPr/>
          </p:nvSpPr>
          <p:spPr>
            <a:xfrm>
              <a:off x="724370" y="5562412"/>
              <a:ext cx="465561" cy="465561"/>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7" name="Freeform: Shape 16">
              <a:extLst>
                <a:ext uri="{FF2B5EF4-FFF2-40B4-BE49-F238E27FC236}">
                  <a16:creationId xmlns:a16="http://schemas.microsoft.com/office/drawing/2014/main" id="{339B68AF-C4D9-6454-ADA2-D2477D7DCE2B}"/>
                </a:ext>
              </a:extLst>
            </p:cNvPr>
            <p:cNvSpPr/>
            <p:nvPr/>
          </p:nvSpPr>
          <p:spPr>
            <a:xfrm>
              <a:off x="1445991" y="5371955"/>
              <a:ext cx="3049808" cy="846475"/>
            </a:xfrm>
            <a:custGeom>
              <a:avLst/>
              <a:gdLst>
                <a:gd name="connsiteX0" fmla="*/ 0 w 3049808"/>
                <a:gd name="connsiteY0" fmla="*/ 0 h 846475"/>
                <a:gd name="connsiteX1" fmla="*/ 3049808 w 3049808"/>
                <a:gd name="connsiteY1" fmla="*/ 0 h 846475"/>
                <a:gd name="connsiteX2" fmla="*/ 3049808 w 3049808"/>
                <a:gd name="connsiteY2" fmla="*/ 846475 h 846475"/>
                <a:gd name="connsiteX3" fmla="*/ 0 w 3049808"/>
                <a:gd name="connsiteY3" fmla="*/ 846475 h 846475"/>
                <a:gd name="connsiteX4" fmla="*/ 0 w 3049808"/>
                <a:gd name="connsiteY4" fmla="*/ 0 h 846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9808" h="846475">
                  <a:moveTo>
                    <a:pt x="0" y="0"/>
                  </a:moveTo>
                  <a:lnTo>
                    <a:pt x="3049808" y="0"/>
                  </a:lnTo>
                  <a:lnTo>
                    <a:pt x="3049808" y="846475"/>
                  </a:lnTo>
                  <a:lnTo>
                    <a:pt x="0" y="846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9585" tIns="89585" rIns="89585" bIns="89585" numCol="1" spcCol="1270" rtlCol="1" anchor="ctr" anchorCtr="0">
              <a:noAutofit/>
            </a:bodyPr>
            <a:lstStyle/>
            <a:p>
              <a:pPr marL="0" lvl="0" indent="0" algn="r" defTabSz="844550" rtl="1">
                <a:lnSpc>
                  <a:spcPct val="100000"/>
                </a:lnSpc>
                <a:spcBef>
                  <a:spcPct val="0"/>
                </a:spcBef>
                <a:spcAft>
                  <a:spcPct val="35000"/>
                </a:spcAft>
                <a:buNone/>
              </a:pPr>
              <a:r>
                <a:rPr lang="ar" sz="1900" kern="1200">
                  <a:latin typeface="Times New Roman" panose="02020603050405020304" pitchFamily="18" charset="0"/>
                  <a:cs typeface="Times New Roman" panose="02020603050405020304" pitchFamily="18" charset="0"/>
                </a:rPr>
                <a:t>العمل/البطالة: الحصول/عدم الحصول على وظيفة </a:t>
              </a:r>
              <a:endParaRPr lang="en-US" sz="1900" kern="1200" dirty="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5712329C-4904-A93C-8DC4-9C7B724DF405}"/>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2536708217"/>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3FFED-A5E9-C477-8447-B7AA18926DA3}"/>
              </a:ext>
            </a:extLst>
          </p:cNvPr>
          <p:cNvSpPr>
            <a:spLocks noGrp="1"/>
          </p:cNvSpPr>
          <p:nvPr>
            <p:ph type="title"/>
          </p:nvPr>
        </p:nvSpPr>
        <p:spPr>
          <a:xfrm>
            <a:off x="4087368" y="1195200"/>
            <a:ext cx="4599431" cy="865648"/>
          </a:xfrm>
        </p:spPr>
        <p:txBody>
          <a:bodyPr vert="horz" wrap="square" lIns="91440" tIns="45720" rIns="91440" bIns="45720" numCol="1" rtlCol="1" anchor="b" anchorCtr="0" compatLnSpc="1">
            <a:prstTxWarp prst="textNoShape">
              <a:avLst/>
            </a:prstTxWarp>
            <a:normAutofit/>
          </a:bodyPr>
          <a:lstStyle/>
          <a:p>
            <a:pPr rtl="1">
              <a:lnSpc>
                <a:spcPct val="90000"/>
              </a:lnSpc>
            </a:pPr>
            <a:r>
              <a:rPr lang="ar" sz="2400" i="0" dirty="0">
                <a:effectLst/>
                <a:latin typeface="Times New Roman" panose="02020603050405020304" pitchFamily="18" charset="0"/>
                <a:cs typeface="Times New Roman" panose="02020603050405020304" pitchFamily="18" charset="0"/>
              </a:rPr>
              <a:t>ب4 عوامل البيئة المادية المؤثرة في نمو الإنسان وتطو</a:t>
            </a:r>
            <a:r>
              <a:rPr lang="ar-EG" sz="2400" i="0" dirty="0">
                <a:effectLst/>
                <a:latin typeface="Times New Roman" panose="02020603050405020304" pitchFamily="18" charset="0"/>
                <a:cs typeface="Times New Roman" panose="02020603050405020304" pitchFamily="18" charset="0"/>
              </a:rPr>
              <a:t>ّ</a:t>
            </a:r>
            <a:r>
              <a:rPr lang="ar" sz="2400" i="0" dirty="0">
                <a:effectLst/>
                <a:latin typeface="Times New Roman" panose="02020603050405020304" pitchFamily="18" charset="0"/>
                <a:cs typeface="Times New Roman" panose="02020603050405020304" pitchFamily="18" charset="0"/>
              </a:rPr>
              <a:t>ره</a:t>
            </a:r>
            <a:endParaRPr lang="en-GB"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D0062C3-0A8E-E361-89D2-3E6C31A6FAFA}"/>
              </a:ext>
            </a:extLst>
          </p:cNvPr>
          <p:cNvSpPr txBox="1"/>
          <p:nvPr/>
        </p:nvSpPr>
        <p:spPr bwMode="auto">
          <a:xfrm>
            <a:off x="5678486" y="2132857"/>
            <a:ext cx="3008313" cy="3993307"/>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rtl="1">
              <a:spcBef>
                <a:spcPct val="20000"/>
              </a:spcBef>
            </a:pPr>
            <a:r>
              <a:rPr lang="ar" sz="2400" b="1" dirty="0">
                <a:latin typeface="Times New Roman" panose="02020603050405020304" pitchFamily="18" charset="0"/>
                <a:ea typeface="Arial" charset="0"/>
                <a:cs typeface="Times New Roman" panose="02020603050405020304" pitchFamily="18" charset="0"/>
              </a:rPr>
              <a:t>كيف تؤثر البيئة في الجوانب الجسدية والعقلية والعاطفية والاجتماعية لنمونا وتطو</a:t>
            </a:r>
            <a:r>
              <a:rPr lang="ar-EG" sz="2400" b="1" dirty="0">
                <a:latin typeface="Times New Roman" panose="02020603050405020304" pitchFamily="18" charset="0"/>
                <a:ea typeface="Arial" charset="0"/>
                <a:cs typeface="Times New Roman" panose="02020603050405020304" pitchFamily="18" charset="0"/>
              </a:rPr>
              <a:t>ّ</a:t>
            </a:r>
            <a:r>
              <a:rPr lang="ar" sz="2400" b="1" dirty="0">
                <a:latin typeface="Times New Roman" panose="02020603050405020304" pitchFamily="18" charset="0"/>
                <a:ea typeface="Arial" charset="0"/>
                <a:cs typeface="Times New Roman" panose="02020603050405020304" pitchFamily="18" charset="0"/>
              </a:rPr>
              <a:t>رنا؟</a:t>
            </a:r>
          </a:p>
        </p:txBody>
      </p:sp>
      <p:grpSp>
        <p:nvGrpSpPr>
          <p:cNvPr id="3" name="Group 2">
            <a:extLst>
              <a:ext uri="{FF2B5EF4-FFF2-40B4-BE49-F238E27FC236}">
                <a16:creationId xmlns:a16="http://schemas.microsoft.com/office/drawing/2014/main" id="{2102F4CD-8BCE-ADE4-D78C-853DD00D69C6}"/>
              </a:ext>
            </a:extLst>
          </p:cNvPr>
          <p:cNvGrpSpPr/>
          <p:nvPr/>
        </p:nvGrpSpPr>
        <p:grpSpPr>
          <a:xfrm flipH="1">
            <a:off x="457199" y="1972827"/>
            <a:ext cx="5111751" cy="3230141"/>
            <a:chOff x="457199" y="1972827"/>
            <a:chExt cx="5111751" cy="3230141"/>
          </a:xfrm>
        </p:grpSpPr>
        <p:sp>
          <p:nvSpPr>
            <p:cNvPr id="4" name="Rectangle: Rounded Corners 3">
              <a:extLst>
                <a:ext uri="{FF2B5EF4-FFF2-40B4-BE49-F238E27FC236}">
                  <a16:creationId xmlns:a16="http://schemas.microsoft.com/office/drawing/2014/main" id="{F28CB402-A9BD-A2F8-E447-910F1445ECFE}"/>
                </a:ext>
              </a:extLst>
            </p:cNvPr>
            <p:cNvSpPr/>
            <p:nvPr/>
          </p:nvSpPr>
          <p:spPr>
            <a:xfrm>
              <a:off x="457199" y="1972827"/>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5" name="Rectangle 4" descr="House">
              <a:extLst>
                <a:ext uri="{FF2B5EF4-FFF2-40B4-BE49-F238E27FC236}">
                  <a16:creationId xmlns:a16="http://schemas.microsoft.com/office/drawing/2014/main" id="{A36302C3-76CC-36A8-F713-AAC075788771}"/>
                </a:ext>
              </a:extLst>
            </p:cNvPr>
            <p:cNvSpPr/>
            <p:nvPr/>
          </p:nvSpPr>
          <p:spPr>
            <a:xfrm>
              <a:off x="891473" y="2295841"/>
              <a:ext cx="789590" cy="789590"/>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FA6A76E9-7A16-0113-4D76-8B1A6E27CEEB}"/>
                </a:ext>
              </a:extLst>
            </p:cNvPr>
            <p:cNvSpPr/>
            <p:nvPr/>
          </p:nvSpPr>
          <p:spPr>
            <a:xfrm>
              <a:off x="2115338" y="1972827"/>
              <a:ext cx="3453611"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100000"/>
                </a:lnSpc>
                <a:spcBef>
                  <a:spcPct val="0"/>
                </a:spcBef>
                <a:spcAft>
                  <a:spcPct val="35000"/>
                </a:spcAft>
                <a:buNone/>
              </a:pPr>
              <a:r>
                <a:rPr lang="ar" sz="2500" kern="1200">
                  <a:latin typeface="Times New Roman" panose="02020603050405020304" pitchFamily="18" charset="0"/>
                  <a:cs typeface="Times New Roman" panose="02020603050405020304" pitchFamily="18" charset="0"/>
                </a:rPr>
                <a:t>ظروف السكن السيئة: الرطوبة، ونقص التدفئة، وسوء مرافق الصرف الصحي   </a:t>
              </a:r>
              <a:endParaRPr lang="en-US" sz="2500" kern="1200"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0EDEA39E-1460-9EE7-418A-40AB7498DF18}"/>
                </a:ext>
              </a:extLst>
            </p:cNvPr>
            <p:cNvSpPr/>
            <p:nvPr/>
          </p:nvSpPr>
          <p:spPr>
            <a:xfrm>
              <a:off x="457199" y="3767350"/>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 name="Rectangle 9" descr="Electric Car">
              <a:extLst>
                <a:ext uri="{FF2B5EF4-FFF2-40B4-BE49-F238E27FC236}">
                  <a16:creationId xmlns:a16="http://schemas.microsoft.com/office/drawing/2014/main" id="{F9A23C04-5F01-3865-5AAC-6EF5B6446755}"/>
                </a:ext>
              </a:extLst>
            </p:cNvPr>
            <p:cNvSpPr/>
            <p:nvPr/>
          </p:nvSpPr>
          <p:spPr>
            <a:xfrm>
              <a:off x="891473" y="4090364"/>
              <a:ext cx="789590" cy="789590"/>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FB5AE134-F758-294D-BB42-4ECAC00665F1}"/>
                </a:ext>
              </a:extLst>
            </p:cNvPr>
            <p:cNvSpPr/>
            <p:nvPr/>
          </p:nvSpPr>
          <p:spPr>
            <a:xfrm>
              <a:off x="2115338" y="3767350"/>
              <a:ext cx="3453611"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100000"/>
                </a:lnSpc>
                <a:spcBef>
                  <a:spcPct val="0"/>
                </a:spcBef>
                <a:spcAft>
                  <a:spcPct val="35000"/>
                </a:spcAft>
                <a:buNone/>
              </a:pPr>
              <a:r>
                <a:rPr lang="ar" sz="2500" kern="1200">
                  <a:latin typeface="Times New Roman" panose="02020603050405020304" pitchFamily="18" charset="0"/>
                  <a:cs typeface="Times New Roman" panose="02020603050405020304" pitchFamily="18" charset="0"/>
                </a:rPr>
                <a:t>التلوث: المياه والهواء والإزعاج  </a:t>
              </a:r>
              <a:endParaRPr lang="en-US" sz="2500" kern="1200" dirty="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C8A5E4E0-6B2F-DAF5-ABF1-9242E98ED674}"/>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3498080142"/>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latin typeface="Times New Roman" panose="02020603050405020304" pitchFamily="18" charset="0"/>
                <a:cs typeface="Times New Roman" panose="02020603050405020304" pitchFamily="18" charset="0"/>
              </a:rPr>
              <a:t>نتاج التعلم ج</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3600"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4149725"/>
            <a:ext cx="8363272"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a:latin typeface="Times New Roman" panose="02020603050405020304" pitchFamily="18" charset="0"/>
                <a:cs typeface="Times New Roman" panose="02020603050405020304" pitchFamily="18" charset="0"/>
              </a:rPr>
              <a:t>ج1</a:t>
            </a:r>
            <a:r>
              <a:rPr lang="ar">
                <a:latin typeface="Times New Roman" panose="02020603050405020304" pitchFamily="18" charset="0"/>
                <a:cs typeface="Times New Roman" panose="02020603050405020304" pitchFamily="18" charset="0"/>
              </a:rPr>
              <a:t> الأحداث الحياتية </a:t>
            </a:r>
          </a:p>
          <a:p>
            <a:pPr indent="0" rtl="1">
              <a:buFont typeface="Wingdings" panose="05000000000000000000" pitchFamily="2" charset="2"/>
              <a:buNone/>
            </a:pPr>
            <a:r>
              <a:rPr lang="ar" b="1">
                <a:latin typeface="Times New Roman" panose="02020603050405020304" pitchFamily="18" charset="0"/>
                <a:cs typeface="Times New Roman" panose="02020603050405020304" pitchFamily="18" charset="0"/>
              </a:rPr>
              <a:t>ج2</a:t>
            </a:r>
            <a:r>
              <a:rPr lang="ar">
                <a:latin typeface="Times New Roman" panose="02020603050405020304" pitchFamily="18" charset="0"/>
                <a:cs typeface="Times New Roman" panose="02020603050405020304" pitchFamily="18" charset="0"/>
              </a:rPr>
              <a:t> كيفية التعامل مع التغيّرات المترتبة على الأحداث الحياتية </a:t>
            </a:r>
            <a:endParaRPr lang="en-GB" altLang="en-US"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i="0">
                <a:solidFill>
                  <a:srgbClr val="000000"/>
                </a:solidFill>
                <a:effectLst/>
                <a:latin typeface="Times New Roman" panose="02020603050405020304" pitchFamily="18" charset="0"/>
                <a:cs typeface="Times New Roman" panose="02020603050405020304" pitchFamily="18" charset="0"/>
              </a:rPr>
              <a:t>فهم كيفية تأثير الأحداث الحياتية في مراحل الحياة المختلفة</a:t>
            </a:r>
            <a:endParaRPr lang="en-GB" altLang="en-US" sz="3600" b="1" dirty="0">
              <a:highlight>
                <a:srgbClr val="FFFF00"/>
              </a:highligh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7F952DB-FA98-3296-D4B7-82DD1551AEF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403915520"/>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55776" y="2492896"/>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latin typeface="Times New Roman" panose="02020603050405020304" pitchFamily="18" charset="0"/>
                <a:cs typeface="Times New Roman" panose="02020603050405020304" pitchFamily="18" charset="0"/>
              </a:rPr>
              <a:t>تموج الأحداث الحياتية بين ما هو متوقع وما هو مفاجئ</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indent="0" rtl="1">
              <a:buNone/>
            </a:pPr>
            <a:endParaRPr lang="en-GB" altLang="en-US" dirty="0">
              <a:latin typeface="Times New Roman" panose="02020603050405020304" pitchFamily="18" charset="0"/>
              <a:cs typeface="Times New Roman" panose="02020603050405020304" pitchFamily="18" charset="0"/>
            </a:endParaRPr>
          </a:p>
          <a:p>
            <a:pPr marL="685800" rtl="1"/>
            <a:r>
              <a:rPr lang="ar" dirty="0">
                <a:latin typeface="Times New Roman" panose="02020603050405020304" pitchFamily="18" charset="0"/>
                <a:cs typeface="Times New Roman" panose="02020603050405020304" pitchFamily="18" charset="0"/>
              </a:rPr>
              <a:t>تقع الأحداث الحياتية المتوقعة لكل فرد، مثل بدء الدراسة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indent="0" rtl="1">
              <a:buNone/>
            </a:pPr>
            <a:endParaRPr lang="en-GB" altLang="en-US" dirty="0">
              <a:latin typeface="Times New Roman" panose="02020603050405020304" pitchFamily="18" charset="0"/>
              <a:cs typeface="Times New Roman" panose="02020603050405020304" pitchFamily="18" charset="0"/>
            </a:endParaRPr>
          </a:p>
          <a:p>
            <a:pPr marL="685800" rtl="1"/>
            <a:r>
              <a:rPr lang="ar" dirty="0">
                <a:latin typeface="Times New Roman" panose="02020603050405020304" pitchFamily="18" charset="0"/>
                <a:cs typeface="Times New Roman" panose="02020603050405020304" pitchFamily="18" charset="0"/>
              </a:rPr>
              <a:t>أما الأحداث الحياتية المفاجئة، مثل الحوادث الخطيرة أو الأمراض، فليس من الضروري أن يمر بها الجميع</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685800" rtl="1"/>
            <a:endParaRPr lang="en-GB" altLang="en-US" dirty="0">
              <a:latin typeface="Times New Roman" panose="02020603050405020304" pitchFamily="18" charset="0"/>
              <a:cs typeface="Times New Roman" panose="02020603050405020304" pitchFamily="18" charset="0"/>
            </a:endParaRPr>
          </a:p>
          <a:p>
            <a:pPr marL="685800" rtl="1"/>
            <a:r>
              <a:rPr lang="ar" dirty="0">
                <a:latin typeface="Times New Roman" panose="02020603050405020304" pitchFamily="18" charset="0"/>
                <a:cs typeface="Times New Roman" panose="02020603050405020304" pitchFamily="18" charset="0"/>
              </a:rPr>
              <a:t>ويُمكنها أن تؤثر في نمونا و</a:t>
            </a:r>
            <a:r>
              <a:rPr lang="ar-EG" dirty="0">
                <a:latin typeface="Times New Roman" panose="02020603050405020304" pitchFamily="18" charset="0"/>
                <a:cs typeface="Times New Roman" panose="02020603050405020304" pitchFamily="18" charset="0"/>
              </a:rPr>
              <a:t>تطوّر</a:t>
            </a:r>
            <a:r>
              <a:rPr lang="ar" dirty="0">
                <a:latin typeface="Times New Roman" panose="02020603050405020304" pitchFamily="18" charset="0"/>
                <a:cs typeface="Times New Roman" panose="02020603050405020304" pitchFamily="18" charset="0"/>
              </a:rPr>
              <a:t>نا بطرق شتى</a:t>
            </a:r>
            <a:r>
              <a:rPr lang="ar-EG" dirty="0">
                <a:latin typeface="Times New Roman" panose="02020603050405020304" pitchFamily="18" charset="0"/>
                <a:cs typeface="Times New Roman" panose="02020603050405020304" pitchFamily="18" charset="0"/>
              </a:rPr>
              <a:t>.</a:t>
            </a:r>
            <a:r>
              <a:rPr lang="ar" dirty="0">
                <a:latin typeface="Times New Roman" panose="02020603050405020304" pitchFamily="18" charset="0"/>
                <a:cs typeface="Times New Roman" panose="02020603050405020304" pitchFamily="18" charset="0"/>
              </a:rPr>
              <a:t> </a:t>
            </a:r>
          </a:p>
          <a:p>
            <a:pPr marL="685800" rtl="1"/>
            <a:endParaRPr lang="en-GB" altLang="en-US"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indent="0" algn="ctr" rtl="1">
              <a:buFont typeface="Wingdings" panose="05000000000000000000" pitchFamily="2" charset="2"/>
              <a:buNone/>
            </a:pPr>
            <a:r>
              <a:rPr lang="ar" sz="4400" b="1">
                <a:latin typeface="Times New Roman" panose="02020603050405020304" pitchFamily="18" charset="0"/>
                <a:cs typeface="Times New Roman" panose="02020603050405020304" pitchFamily="18" charset="0"/>
              </a:rPr>
              <a:t>ج1</a:t>
            </a:r>
            <a:r>
              <a:rPr lang="ar" sz="4400">
                <a:latin typeface="Times New Roman" panose="02020603050405020304" pitchFamily="18" charset="0"/>
                <a:cs typeface="Times New Roman" panose="02020603050405020304" pitchFamily="18" charset="0"/>
              </a:rPr>
              <a:t> الأحداث الحياتية </a:t>
            </a:r>
          </a:p>
        </p:txBody>
      </p:sp>
      <p:sp>
        <p:nvSpPr>
          <p:cNvPr id="2" name="TextBox 1">
            <a:extLst>
              <a:ext uri="{FF2B5EF4-FFF2-40B4-BE49-F238E27FC236}">
                <a16:creationId xmlns:a16="http://schemas.microsoft.com/office/drawing/2014/main" id="{D74E53D3-0FBB-8241-0D68-36422AC946EA}"/>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1470341098"/>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B4314-521E-23CE-2ABD-BAA977117C86}"/>
              </a:ext>
            </a:extLst>
          </p:cNvPr>
          <p:cNvSpPr>
            <a:spLocks noGrp="1"/>
          </p:cNvSpPr>
          <p:nvPr>
            <p:ph type="title"/>
          </p:nvPr>
        </p:nvSpPr>
        <p:spPr>
          <a:xfrm>
            <a:off x="5678486" y="1195200"/>
            <a:ext cx="3008313" cy="865648"/>
          </a:xfrm>
        </p:spPr>
        <p:txBody>
          <a:bodyPr wrap="square" rtlCol="1" anchor="b">
            <a:normAutofit/>
          </a:bodyPr>
          <a:lstStyle/>
          <a:p>
            <a:pPr rtl="1"/>
            <a:r>
              <a:rPr lang="ar" b="1">
                <a:latin typeface="Times New Roman" panose="02020603050405020304" pitchFamily="18" charset="0"/>
                <a:cs typeface="Times New Roman" panose="02020603050405020304" pitchFamily="18" charset="0"/>
              </a:rPr>
              <a:t>ج1</a:t>
            </a:r>
            <a:r>
              <a:rPr lang="ar">
                <a:latin typeface="Times New Roman" panose="02020603050405020304" pitchFamily="18" charset="0"/>
                <a:cs typeface="Times New Roman" panose="02020603050405020304" pitchFamily="18" charset="0"/>
              </a:rPr>
              <a:t> الأحداث الحياتية </a:t>
            </a:r>
            <a:br>
              <a:rPr lang="en-GB"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10" name="Text Placeholder 2">
            <a:extLst>
              <a:ext uri="{FF2B5EF4-FFF2-40B4-BE49-F238E27FC236}">
                <a16:creationId xmlns:a16="http://schemas.microsoft.com/office/drawing/2014/main" id="{A089ECE3-7863-3728-56DE-34CDF71FC042}"/>
              </a:ext>
            </a:extLst>
          </p:cNvPr>
          <p:cNvSpPr>
            <a:spLocks noGrp="1"/>
          </p:cNvSpPr>
          <p:nvPr>
            <p:ph type="body" sz="half" idx="2"/>
          </p:nvPr>
        </p:nvSpPr>
        <p:spPr>
          <a:xfrm>
            <a:off x="5678486" y="2132857"/>
            <a:ext cx="3008313" cy="3993307"/>
          </a:xfrm>
        </p:spPr>
        <p:txBody>
          <a:bodyPr rtlCol="1"/>
          <a:lstStyle/>
          <a:p>
            <a:pPr algn="just" rtl="1"/>
            <a:r>
              <a:rPr lang="ar" sz="2200" b="1" dirty="0">
                <a:latin typeface="Times New Roman" panose="02020603050405020304" pitchFamily="18" charset="0"/>
                <a:cs typeface="Times New Roman" panose="02020603050405020304" pitchFamily="18" charset="0"/>
              </a:rPr>
              <a:t>ما هي التأثيرات الإيجابية والسلبية لهذه الأحداث الحياتية في الجوانب الجسدية والعقلية والعاطفية والاجتماعية للنمو والتطوّر؟</a:t>
            </a:r>
          </a:p>
        </p:txBody>
      </p:sp>
      <p:graphicFrame>
        <p:nvGraphicFramePr>
          <p:cNvPr id="8" name="Content Placeholder 2">
            <a:extLst>
              <a:ext uri="{FF2B5EF4-FFF2-40B4-BE49-F238E27FC236}">
                <a16:creationId xmlns:a16="http://schemas.microsoft.com/office/drawing/2014/main" id="{728E19B6-286F-34E0-924E-60FFB43CE9D9}"/>
              </a:ext>
            </a:extLst>
          </p:cNvPr>
          <p:cNvGraphicFramePr>
            <a:graphicFrameLocks noGrp="1"/>
          </p:cNvGraphicFramePr>
          <p:nvPr>
            <p:ph idx="1"/>
            <p:extLst>
              <p:ext uri="{D42A27DB-BD31-4B8C-83A1-F6EECF244321}">
                <p14:modId xmlns:p14="http://schemas.microsoft.com/office/powerpoint/2010/main" val="2788736223"/>
              </p:ext>
            </p:extLst>
          </p:nvPr>
        </p:nvGraphicFramePr>
        <p:xfrm>
          <a:off x="457199" y="1195201"/>
          <a:ext cx="5111751" cy="47853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7BE3EC24-D9CF-904C-C9CC-5F51B5D80F04}"/>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2158082376"/>
      </p:ext>
    </p:extLst>
  </p:cSld>
  <p:clrMapOvr>
    <a:masterClrMapping/>
  </p:clrMapOvr>
  <p:transition>
    <p:sndAc>
      <p:stSnd>
        <p:snd r:embed="rId2"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5FD0E-C80E-7845-B214-1C8731BCED3A}"/>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2400" b="1">
                <a:latin typeface="Times New Roman" panose="02020603050405020304" pitchFamily="18" charset="0"/>
                <a:cs typeface="Times New Roman" panose="02020603050405020304" pitchFamily="18" charset="0"/>
              </a:rPr>
              <a:t>ج2</a:t>
            </a:r>
            <a:r>
              <a:rPr lang="ar" sz="2400">
                <a:latin typeface="Times New Roman" panose="02020603050405020304" pitchFamily="18" charset="0"/>
                <a:cs typeface="Times New Roman" panose="02020603050405020304" pitchFamily="18" charset="0"/>
              </a:rPr>
              <a:t> كيفية التعامل مع التغيّرات المترتبة على الأحداث الحياتية </a:t>
            </a:r>
            <a:br>
              <a:rPr lang="en-GB" altLang="en-US" sz="2400" dirty="0">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5A18F45-4105-77D2-E980-4B80D4DB35D4}"/>
              </a:ext>
            </a:extLst>
          </p:cNvPr>
          <p:cNvSpPr>
            <a:spLocks noGrp="1"/>
          </p:cNvSpPr>
          <p:nvPr>
            <p:ph sz="half" idx="1"/>
          </p:nvPr>
        </p:nvSpPr>
        <p:spPr>
          <a:xfrm>
            <a:off x="4648199" y="2196001"/>
            <a:ext cx="4027487" cy="4024100"/>
          </a:xfrm>
        </p:spPr>
        <p:txBody>
          <a:bodyPr wrap="square" rtlCol="1" anchor="t">
            <a:normAutofit/>
          </a:bodyPr>
          <a:lstStyle/>
          <a:p>
            <a:pPr marL="0" indent="0" rtl="1">
              <a:buNone/>
            </a:pPr>
            <a:r>
              <a:rPr lang="ar" b="1">
                <a:latin typeface="Times New Roman" panose="02020603050405020304" pitchFamily="18" charset="0"/>
                <a:cs typeface="Times New Roman" panose="02020603050405020304" pitchFamily="18" charset="0"/>
              </a:rPr>
              <a:t>عندما نمر بحدث من أحداث الحياة، هناك أفراد وجماعات ومؤسسات مختلفة يمكنها تقديم المساعدة لنا. كيف يمكنهم تقديم المساعدة؟</a:t>
            </a:r>
          </a:p>
        </p:txBody>
      </p:sp>
      <p:graphicFrame>
        <p:nvGraphicFramePr>
          <p:cNvPr id="7" name="Content Placeholder 3">
            <a:extLst>
              <a:ext uri="{FF2B5EF4-FFF2-40B4-BE49-F238E27FC236}">
                <a16:creationId xmlns:a16="http://schemas.microsoft.com/office/drawing/2014/main" id="{254EEED3-FC45-8D42-088D-7DFB54D8AB63}"/>
              </a:ext>
            </a:extLst>
          </p:cNvPr>
          <p:cNvGraphicFramePr>
            <a:graphicFrameLocks noGrp="1"/>
          </p:cNvGraphicFramePr>
          <p:nvPr>
            <p:ph sz="half" idx="2"/>
            <p:extLst>
              <p:ext uri="{D42A27DB-BD31-4B8C-83A1-F6EECF244321}">
                <p14:modId xmlns:p14="http://schemas.microsoft.com/office/powerpoint/2010/main" val="1202307223"/>
              </p:ext>
            </p:extLst>
          </p:nvPr>
        </p:nvGraphicFramePr>
        <p:xfrm>
          <a:off x="468312" y="2196001"/>
          <a:ext cx="4027488" cy="402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09CD84FA-9F09-4C52-8BC2-DB1631532E0E}"/>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439133812"/>
      </p:ext>
    </p:extLst>
  </p:cSld>
  <p:clrMapOvr>
    <a:masterClrMapping/>
  </p:clrMapOvr>
  <p:transition>
    <p:sndAc>
      <p:stSnd>
        <p:snd r:embed="rId2"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3886-4290-8561-5B49-96FC7C090E07}"/>
              </a:ext>
            </a:extLst>
          </p:cNvPr>
          <p:cNvSpPr>
            <a:spLocks noGrp="1"/>
          </p:cNvSpPr>
          <p:nvPr>
            <p:ph type="title"/>
          </p:nvPr>
        </p:nvSpPr>
        <p:spPr/>
        <p:txBody>
          <a:bodyPr rtlCol="1"/>
          <a:lstStyle/>
          <a:p>
            <a:pPr rtl="1"/>
            <a:r>
              <a:rPr lang="ar">
                <a:latin typeface="Times New Roman" panose="02020603050405020304" pitchFamily="18" charset="0"/>
                <a:cs typeface="Times New Roman" panose="02020603050405020304" pitchFamily="18" charset="0"/>
              </a:rPr>
              <a:t>شكر وتقدير</a:t>
            </a:r>
            <a:endParaRPr lang="en-US"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29FDB783-D7F9-BAE3-873E-F6FB4F79B365}"/>
              </a:ext>
            </a:extLst>
          </p:cNvPr>
          <p:cNvSpPr>
            <a:spLocks noGrp="1"/>
          </p:cNvSpPr>
          <p:nvPr/>
        </p:nvSpPr>
        <p:spPr bwMode="auto">
          <a:xfrm>
            <a:off x="457200" y="2277038"/>
            <a:ext cx="8380911" cy="3851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algn="justLow" rtl="1">
              <a:buNone/>
            </a:pPr>
            <a:r>
              <a:rPr lang="ar" b="1" dirty="0">
                <a:latin typeface="Times New Roman" panose="02020603050405020304" pitchFamily="18" charset="0"/>
                <a:cs typeface="Times New Roman" panose="02020603050405020304" pitchFamily="18" charset="0"/>
              </a:rPr>
              <a:t>الصور:</a:t>
            </a:r>
            <a:r>
              <a:rPr lang="ar" dirty="0">
                <a:latin typeface="Times New Roman" panose="02020603050405020304" pitchFamily="18" charset="0"/>
                <a:cs typeface="Times New Roman" panose="02020603050405020304" pitchFamily="18" charset="0"/>
              </a:rPr>
              <a:t> </a:t>
            </a:r>
          </a:p>
          <a:p>
            <a:pPr marL="0" indent="0" algn="justLow" rtl="1">
              <a:buNone/>
            </a:pPr>
            <a:r>
              <a:rPr lang="ar" dirty="0">
                <a:latin typeface="Times New Roman" panose="02020603050405020304" pitchFamily="18" charset="0"/>
                <a:cs typeface="Times New Roman" panose="02020603050405020304" pitchFamily="18" charset="0"/>
              </a:rPr>
              <a:t>(دليل الاختصارات: l-يسار، r-يمين، c-وسط، t-أعلى، b-أسفل) </a:t>
            </a:r>
          </a:p>
          <a:p>
            <a:pPr marL="0" indent="0" algn="justLow" rtl="1">
              <a:buNone/>
            </a:pPr>
            <a:r>
              <a:rPr lang="ar" sz="2000" b="1" dirty="0">
                <a:latin typeface="Times New Roman" panose="02020603050405020304" pitchFamily="18" charset="0"/>
                <a:cs typeface="Times New Roman" panose="02020603050405020304" pitchFamily="18" charset="0"/>
              </a:rPr>
              <a:t>123 آر إف: </a:t>
            </a:r>
            <a:r>
              <a:rPr lang="ar" sz="2000" dirty="0">
                <a:latin typeface="Times New Roman" panose="02020603050405020304" pitchFamily="18" charset="0"/>
                <a:cs typeface="Times New Roman" panose="02020603050405020304" pitchFamily="18" charset="0"/>
              </a:rPr>
              <a:t>لوسيا كومان (الشريحة 10)، توميرتو (الشريحة 12)، أوريمار (الشريحة 24)، </a:t>
            </a:r>
          </a:p>
          <a:p>
            <a:pPr marL="0" indent="0" algn="justLow" rtl="1">
              <a:buNone/>
            </a:pPr>
            <a:r>
              <a:rPr lang="ar" sz="2000" b="1" dirty="0">
                <a:latin typeface="Times New Roman" panose="02020603050405020304" pitchFamily="18" charset="0"/>
                <a:cs typeface="Times New Roman" panose="02020603050405020304" pitchFamily="18" charset="0"/>
              </a:rPr>
              <a:t>شترستوك:</a:t>
            </a:r>
            <a:r>
              <a:rPr lang="ar" sz="2000" dirty="0">
                <a:latin typeface="Times New Roman" panose="02020603050405020304" pitchFamily="18" charset="0"/>
                <a:cs typeface="Times New Roman" panose="02020603050405020304" pitchFamily="18" charset="0"/>
              </a:rPr>
              <a:t> بوليا أوليا (الشريحة 9)، أَمي باريخ (الشريحة 18)، مارتينا زاليتل (الشريحة 19.1)، رابيتكاراميل (الشريحة 19.3)، سيرجي بيزجودوف (الشريحة 21)، ون إنش بنش (الشريحة 22)، </a:t>
            </a:r>
            <a:endParaRPr lang="en-US" sz="2000" dirty="0">
              <a:latin typeface="Times New Roman" panose="02020603050405020304" pitchFamily="18" charset="0"/>
              <a:cs typeface="Times New Roman" panose="02020603050405020304" pitchFamily="18" charset="0"/>
            </a:endParaRPr>
          </a:p>
          <a:p>
            <a:pPr marL="0" indent="0" algn="justLow" rtl="1">
              <a:buNone/>
            </a:pPr>
            <a:r>
              <a:rPr lang="ar" sz="2000" b="1" dirty="0">
                <a:latin typeface="Times New Roman" panose="02020603050405020304" pitchFamily="18" charset="0"/>
                <a:cs typeface="Times New Roman" panose="02020603050405020304" pitchFamily="18" charset="0"/>
              </a:rPr>
              <a:t>Stock.adobe.com:</a:t>
            </a:r>
            <a:r>
              <a:rPr lang="ar" sz="2000" dirty="0">
                <a:latin typeface="Times New Roman" panose="02020603050405020304" pitchFamily="18" charset="0"/>
                <a:cs typeface="Times New Roman" panose="02020603050405020304" pitchFamily="18" charset="0"/>
              </a:rPr>
              <a:t> فوتوساينت (الشريحة 1)، كوزيتش دينيس (الشريحة 7)، جي إستوديو (الشريحة 13)، ساكدينون (الشريحة 19.2)، إستوديو رومانتيك (الشريحة 19.4)، جاي تو مين (الشريحة 23).</a:t>
            </a:r>
          </a:p>
          <a:p>
            <a:pPr marL="0" indent="0" algn="justLow" rtl="1">
              <a:buNone/>
            </a:pPr>
            <a:endParaRPr lang="en-IN" b="1" dirty="0">
              <a:latin typeface="Times New Roman" panose="02020603050405020304" pitchFamily="18" charset="0"/>
              <a:cs typeface="Times New Roman" panose="02020603050405020304" pitchFamily="18" charset="0"/>
            </a:endParaRPr>
          </a:p>
          <a:p>
            <a:pPr marL="0" indent="0" algn="justLow" rtl="1">
              <a:buNone/>
            </a:pPr>
            <a:endParaRPr lang="en-IN" dirty="0">
              <a:latin typeface="Times New Roman" panose="02020603050405020304" pitchFamily="18" charset="0"/>
              <a:cs typeface="Times New Roman" panose="02020603050405020304" pitchFamily="18" charset="0"/>
            </a:endParaRPr>
          </a:p>
          <a:p>
            <a:pPr algn="justLow" rtl="1"/>
            <a:endParaRPr lang="en-GB"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A3E6AC0-57BE-74A5-B9E6-83C0076D472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2563415177"/>
      </p:ext>
    </p:extLst>
  </p:cSld>
  <p:clrMapOvr>
    <a:masterClrMapping/>
  </p:clrMapOvr>
  <p:transition>
    <p:sndAc>
      <p:stSnd>
        <p:snd r:embed="rId2"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65D50-377A-6B31-7995-58E4960F5C7C}"/>
              </a:ext>
            </a:extLst>
          </p:cNvPr>
          <p:cNvSpPr>
            <a:spLocks noGrp="1"/>
          </p:cNvSpPr>
          <p:nvPr>
            <p:ph type="title"/>
          </p:nvPr>
        </p:nvSpPr>
        <p:spPr/>
        <p:txBody>
          <a:bodyPr rtlCol="1"/>
          <a:lstStyle/>
          <a:p>
            <a:pPr rtl="1"/>
            <a:r>
              <a:rPr lang="ar">
                <a:latin typeface="Times New Roman" panose="02020603050405020304" pitchFamily="18" charset="0"/>
                <a:cs typeface="Times New Roman" panose="02020603050405020304" pitchFamily="18" charset="0"/>
              </a:rPr>
              <a:t>شكر وتقدير</a:t>
            </a:r>
            <a:endParaRPr 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EE06E05-A51E-295C-5F13-D154278DB27E}"/>
              </a:ext>
            </a:extLst>
          </p:cNvPr>
          <p:cNvSpPr txBox="1"/>
          <p:nvPr/>
        </p:nvSpPr>
        <p:spPr>
          <a:xfrm>
            <a:off x="460903" y="2571056"/>
            <a:ext cx="7870501" cy="1938992"/>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algn="justLow" rtl="1"/>
            <a:r>
              <a:rPr lang="ar" sz="2000" b="1" dirty="0">
                <a:latin typeface="Times New Roman" panose="02020603050405020304" pitchFamily="18" charset="0"/>
                <a:cs typeface="Times New Roman" panose="02020603050405020304" pitchFamily="18" charset="0"/>
              </a:rPr>
              <a:t>الصور:</a:t>
            </a:r>
          </a:p>
          <a:p>
            <a:pPr algn="justLow" rtl="1"/>
            <a:r>
              <a:rPr lang="ar" sz="2000" dirty="0">
                <a:latin typeface="Times New Roman" panose="02020603050405020304" pitchFamily="18" charset="0"/>
                <a:cs typeface="Times New Roman" panose="02020603050405020304" pitchFamily="18" charset="0"/>
              </a:rPr>
              <a:t>(دليل الاختصارات: l-يسار، r-يمين، c-وسط، t-أعلى، b-أسفل)</a:t>
            </a:r>
          </a:p>
          <a:p>
            <a:pPr algn="justLow" rtl="1"/>
            <a:r>
              <a:rPr lang="ar" sz="2000" b="1" dirty="0">
                <a:latin typeface="Times New Roman" panose="02020603050405020304" pitchFamily="18" charset="0"/>
                <a:cs typeface="Times New Roman" panose="02020603050405020304" pitchFamily="18" charset="0"/>
              </a:rPr>
              <a:t>123 آر إف: </a:t>
            </a:r>
            <a:r>
              <a:rPr lang="ar" sz="2000" kern="0" dirty="0">
                <a:latin typeface="Times New Roman" panose="02020603050405020304" pitchFamily="18" charset="0"/>
                <a:cs typeface="Times New Roman" panose="02020603050405020304" pitchFamily="18" charset="0"/>
              </a:rPr>
              <a:t>مكفوتوشو (الشريحة 1)</a:t>
            </a:r>
            <a:r>
              <a:rPr lang="ar" sz="2000" dirty="0">
                <a:solidFill>
                  <a:srgbClr val="444444"/>
                </a:solidFill>
                <a:latin typeface="Times New Roman" panose="02020603050405020304" pitchFamily="18" charset="0"/>
                <a:cs typeface="Times New Roman" panose="02020603050405020304" pitchFamily="18" charset="0"/>
              </a:rPr>
              <a:t>،</a:t>
            </a:r>
            <a:r>
              <a:rPr lang="ar" sz="2000" b="1" dirty="0">
                <a:solidFill>
                  <a:srgbClr val="444444"/>
                </a:solidFill>
                <a:latin typeface="Times New Roman" panose="02020603050405020304" pitchFamily="18" charset="0"/>
                <a:cs typeface="Times New Roman" panose="02020603050405020304" pitchFamily="18" charset="0"/>
              </a:rPr>
              <a:t> </a:t>
            </a:r>
          </a:p>
          <a:p>
            <a:pPr algn="justLow" rtl="1"/>
            <a:r>
              <a:rPr lang="ar" sz="2000" b="1" dirty="0">
                <a:latin typeface="Times New Roman" panose="02020603050405020304" pitchFamily="18" charset="0"/>
                <a:cs typeface="Times New Roman" panose="02020603050405020304" pitchFamily="18" charset="0"/>
              </a:rPr>
              <a:t>شترستوك:</a:t>
            </a:r>
            <a:r>
              <a:rPr lang="ar" sz="2000" dirty="0">
                <a:latin typeface="Times New Roman" panose="02020603050405020304" pitchFamily="18" charset="0"/>
                <a:cs typeface="Times New Roman" panose="02020603050405020304" pitchFamily="18" charset="0"/>
              </a:rPr>
              <a:t> </a:t>
            </a:r>
            <a:r>
              <a:rPr lang="ar" sz="2000" kern="0" dirty="0">
                <a:latin typeface="Times New Roman" panose="02020603050405020304" pitchFamily="18" charset="0"/>
                <a:cs typeface="Times New Roman" panose="02020603050405020304" pitchFamily="18" charset="0"/>
              </a:rPr>
              <a:t>أندري بوبوف (الشريحة 5)، إلنور (الشريحة 9)، أيكونيكو (الشريحة 12)، مستر بي كينج (الشريحة 14)، أليكس كوينيرجي (الشريحة 17)</a:t>
            </a:r>
            <a:r>
              <a:rPr lang="ar" sz="2000" dirty="0">
                <a:latin typeface="Times New Roman" panose="02020603050405020304" pitchFamily="18" charset="0"/>
                <a:cs typeface="Times New Roman" panose="02020603050405020304" pitchFamily="18" charset="0"/>
              </a:rPr>
              <a:t>، </a:t>
            </a:r>
          </a:p>
          <a:p>
            <a:pPr algn="justLow" rtl="1"/>
            <a:r>
              <a:rPr lang="ar" sz="2000" b="1" dirty="0">
                <a:latin typeface="Times New Roman" panose="02020603050405020304" pitchFamily="18" charset="0"/>
                <a:cs typeface="Times New Roman" panose="02020603050405020304" pitchFamily="18" charset="0"/>
              </a:rPr>
              <a:t>Stock.adobe.com: </a:t>
            </a:r>
            <a:r>
              <a:rPr lang="ar" sz="2000" kern="0" dirty="0">
                <a:latin typeface="Times New Roman" panose="02020603050405020304" pitchFamily="18" charset="0"/>
                <a:cs typeface="Times New Roman" panose="02020603050405020304" pitchFamily="18" charset="0"/>
              </a:rPr>
              <a:t>دايلي كرياتيفيني (الشريحة 6)، أكي 1150 (الشريحة 18).</a:t>
            </a:r>
            <a:endParaRPr lang="en-US"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69410A0-6CD8-4857-A7A5-EC44DBFFC1A5}"/>
              </a:ext>
            </a:extLst>
          </p:cNvPr>
          <p:cNvSpPr txBox="1"/>
          <p:nvPr/>
        </p:nvSpPr>
        <p:spPr>
          <a:xfrm>
            <a:off x="47065" y="6603206"/>
            <a:ext cx="1143000" cy="230832"/>
          </a:xfrm>
          <a:prstGeom prst="rect">
            <a:avLst/>
          </a:prstGeom>
          <a:noFill/>
        </p:spPr>
        <p:txBody>
          <a:bodyPr wrap="square">
            <a:spAutoFit/>
          </a:bodyPr>
          <a:lstStyle/>
          <a:p>
            <a:pPr algn="l"/>
            <a:r>
              <a:rPr lang="en-GB" sz="900" b="0" i="0">
                <a:solidFill>
                  <a:srgbClr val="242424"/>
                </a:solidFill>
                <a:effectLst/>
                <a:latin typeface="Aptos Narrow" panose="020B0004020202020204" pitchFamily="34" charset="0"/>
              </a:rPr>
              <a:t>A103000424326</a:t>
            </a:r>
            <a:endParaRPr lang="en-GB" sz="900" dirty="0"/>
          </a:p>
        </p:txBody>
      </p:sp>
    </p:spTree>
    <p:extLst>
      <p:ext uri="{BB962C8B-B14F-4D97-AF65-F5344CB8AC3E}">
        <p14:creationId xmlns:p14="http://schemas.microsoft.com/office/powerpoint/2010/main" val="809897825"/>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1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3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4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05CA97BB98D954187A61B8775138C0A" ma:contentTypeVersion="18" ma:contentTypeDescription="Create a new document." ma:contentTypeScope="" ma:versionID="698bde0db92f4b6453249da6bd9087ce">
  <xsd:schema xmlns:xsd="http://www.w3.org/2001/XMLSchema" xmlns:xs="http://www.w3.org/2001/XMLSchema" xmlns:p="http://schemas.microsoft.com/office/2006/metadata/properties" xmlns:ns1="http://schemas.microsoft.com/sharepoint/v3" xmlns:ns2="a26a0597-d0d1-4250-940c-88e9bf9d5597" xmlns:ns3="6881431a-e3b2-481e-ba90-fae26e2fa83c" targetNamespace="http://schemas.microsoft.com/office/2006/metadata/properties" ma:root="true" ma:fieldsID="b9339031a639aa78a5deea90689d2a48" ns1:_="" ns2:_="" ns3:_="">
    <xsd:import namespace="http://schemas.microsoft.com/sharepoint/v3"/>
    <xsd:import namespace="a26a0597-d0d1-4250-940c-88e9bf9d5597"/>
    <xsd:import namespace="6881431a-e3b2-481e-ba90-fae26e2fa83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Location"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6a0597-d0d1-4250-940c-88e9bf9d55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b19cccf-beb9-4e4d-a7ce-d3aacf7fbe52}" ma:internalName="TaxCatchAll" ma:showField="CatchAllData" ma:web="a26a0597-d0d1-4250-940c-88e9bf9d559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881431a-e3b2-481e-ba90-fae26e2fa83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26a0597-d0d1-4250-940c-88e9bf9d5597" xsi:nil="true"/>
    <lcf76f155ced4ddcb4097134ff3c332f xmlns="6881431a-e3b2-481e-ba90-fae26e2fa83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FD68940A-DE63-4F52-AC25-155009975E51}"/>
</file>

<file path=customXml/itemProps3.xml><?xml version="1.0" encoding="utf-8"?>
<ds:datastoreItem xmlns:ds="http://schemas.openxmlformats.org/officeDocument/2006/customXml" ds:itemID="{9848C615-482B-4AB5-9FE7-A2F3E6CFF2B1}">
  <ds:schemaRefs>
    <ds:schemaRef ds:uri="http://www.w3.org/XML/1998/namespace"/>
    <ds:schemaRef ds:uri="http://schemas.microsoft.com/office/2006/documentManagement/types"/>
    <ds:schemaRef ds:uri="7c1bd8dc-4e40-424f-a15f-9ffcd522197f"/>
    <ds:schemaRef ds:uri="6125ffc9-2c56-435e-8267-1393444907b2"/>
    <ds:schemaRef ds:uri="http://schemas.microsoft.com/office/2006/metadata/properties"/>
    <ds:schemaRef ds:uri="http://purl.org/dc/elements/1.1/"/>
    <ds:schemaRef ds:uri="http://purl.org/dc/dcmitype/"/>
    <ds:schemaRef ds:uri="http://schemas.microsoft.com/sharepoint/v3"/>
    <ds:schemaRef ds:uri="http://schemas.microsoft.com/office/infopath/2007/PartnerControls"/>
    <ds:schemaRef ds:uri="http://schemas.openxmlformats.org/package/2006/metadata/core-properties"/>
    <ds:schemaRef ds:uri="http://purl.org/dc/te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otalTime>294</TotalTime>
  <Words>2461</Words>
  <Application>Microsoft Office PowerPoint</Application>
  <PresentationFormat>On-screen Show (4:3)</PresentationFormat>
  <Paragraphs>285</Paragraphs>
  <Slides>35</Slides>
  <Notes>19</Notes>
  <HiddenSlides>0</HiddenSlides>
  <MMClips>0</MMClips>
  <ScaleCrop>false</ScaleCrop>
  <HeadingPairs>
    <vt:vector size="6" baseType="variant">
      <vt:variant>
        <vt:lpstr>Fonts Used</vt:lpstr>
      </vt:variant>
      <vt:variant>
        <vt:i4>6</vt:i4>
      </vt:variant>
      <vt:variant>
        <vt:lpstr>Theme</vt:lpstr>
      </vt:variant>
      <vt:variant>
        <vt:i4>14</vt:i4>
      </vt:variant>
      <vt:variant>
        <vt:lpstr>Slide Titles</vt:lpstr>
      </vt:variant>
      <vt:variant>
        <vt:i4>35</vt:i4>
      </vt:variant>
    </vt:vector>
  </HeadingPairs>
  <TitlesOfParts>
    <vt:vector size="55" baseType="lpstr">
      <vt:lpstr>Aptos Narrow</vt:lpstr>
      <vt:lpstr>Arial</vt:lpstr>
      <vt:lpstr>Sakkal Majalla</vt:lpstr>
      <vt:lpstr>Times New Roman</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11_Beauty Therapy</vt:lpstr>
      <vt:lpstr>12_Beauty Therapy</vt:lpstr>
      <vt:lpstr>13_Beauty Therapy</vt:lpstr>
      <vt:lpstr>14_Beauty Therapy</vt:lpstr>
      <vt:lpstr>الوحدة 1 رحلة نمو الإنسان عبر مراحل عمره المختلفة  </vt:lpstr>
      <vt:lpstr>رحلة نمو الإنسان عبر مراحل عمره المختلفة</vt:lpstr>
      <vt:lpstr>نتاجات التعلم</vt:lpstr>
      <vt:lpstr>نتاج التعلم أ  </vt:lpstr>
      <vt:lpstr>PowerPoint Presentation</vt:lpstr>
      <vt:lpstr>أ1 مراحل الحياة التي يمر بها الإنسان في مسار حياته أ2 الجوانب الرئيسة للنمو الجسدي والتغييرات الفسيولوجية في كل مرحلة من مراحل الحياة </vt:lpstr>
      <vt:lpstr>الجوانب الرئيسة للتطوّر  أ2، أ3، أ4، أ5 </vt:lpstr>
      <vt:lpstr>أ1 مراحل الحياة التي يمر بها الإنسان في مسار حياته أ2 الجوانب الرئيسة للنمو الجسدي والتغييرات الفسيولوجية في كل مرحلة من مراحل الحياة  </vt:lpstr>
      <vt:lpstr>أ1 مراحل الحياة التي يمر بها الإنسان في مسار حياته أ2 الجوانب الرئيسة للنمو الجسدي والتغييرات الفسيولوجية في كل مرحلة من مراحل الحياة  </vt:lpstr>
      <vt:lpstr>أ1 مراحل الحياة التي يمر بها الإنسان في مسار حياته أ2 الجوانب الرئيسة للنمو الجسدي والتغييرات الفسيولوجية في كل مرحلة من مراحل الحياة  </vt:lpstr>
      <vt:lpstr>أ1 مراحل الحياة التي يمر بها الإنسان في مسار حياته أ2 الجوانب الرئيسة للنمو الجسدي والتغييرات الفسيولوجية في كل مرحلة من مراحل الحياة  </vt:lpstr>
      <vt:lpstr>أ1 مراحل الحياة التي يمر بها الإنسان في مسار حياته أ2 الجوانب الرئيسة للنمو الجسدي والتغييرات الفسيولوجية في كل مرحلة من مراحل الحياة  </vt:lpstr>
      <vt:lpstr>أ1 مراحل الحياة التي يمر بها الإنسان في مسار حياته أ 3 الجوانب الرئيسة للتطوّر الفكري أو المعرفي في مختلف مراحل الحياة والأنشطة التي تنميها  </vt:lpstr>
      <vt:lpstr>أ1 مراحل الحياة التي يمر بها الإنسان في مسار حياته أ 3 الجوانب الرئيسة للتطوّر الفكري أو المعرفي في مختلف مراحل الحياة والأنشطة التي تنميها  </vt:lpstr>
      <vt:lpstr>أ1 مراحل الحياة التي يمر بها الإنسان في مسار حياته أ4 التطوّر العاطفي في مختلف مراحل الحياة – تطوّر المشاعر تجاه الذات وتجاه الآخرين </vt:lpstr>
      <vt:lpstr>أ1 مراحل الحياة التي يمر بها الإنسان في مسار حياته أ4 التطوّر العاطفي في مختلف مراحل الحياة – تطوّر المشاعر تجاه الذات وتجاه الآخرين </vt:lpstr>
      <vt:lpstr>أ1 مراحل الحياة التي يمر بها الإنسان في مسار حياته أ4 التطوّر العاطفي في مختلف مراحل الحياة – تطوّر المشاعر تجاه الذات وتجاه الآخرين </vt:lpstr>
      <vt:lpstr>أ1 مراحل الحياة التي يمر بها الإنسان في مسار حياته أ5 التطوّر الاجتماعي في مختلف مراحل الحياة – إقامة العلاقات  </vt:lpstr>
      <vt:lpstr>أ1 مراحل الحياة التي يمر بها الإنسان في مسار حياته أ5 التطوّر الاجتماعي في مختلف مراحل الحياة – إقامة العلاقات  </vt:lpstr>
      <vt:lpstr>أ1 مراحل الحياة التي يمر بها الإنسان في مسار حياته أ5 التطوّر الاجتماعي في مختلف مراحل الحياة – إقامة العلاقات  </vt:lpstr>
      <vt:lpstr>أ1 مراحل الحياة التي يمر بها الإنسان في مسار حياته أ5 التطوّر الاجتماعي في مختلف مراحل الحياة – إقامة العلاقات  </vt:lpstr>
      <vt:lpstr>أ1 مراحل الحياة التي يمر بها الإنسان في مسار حياته أ5 التطوّر الاجتماعي في مختلف مراحل الحياة – إقامة العلاقات  </vt:lpstr>
      <vt:lpstr>أ1 مراحل الحياة التي يمر بها الإنسان في مسار حياته أ5 التطوّر الاجتماعي في مختلف مراحل الحياة – إقامة العلاقات  </vt:lpstr>
      <vt:lpstr>أ1 مراحل الحياة التي يمر بها الإنسان في مسار حياته أ5 التطوّر الاجتماعي في مختلف مراحل الحياة – إقامة العلاقات  </vt:lpstr>
      <vt:lpstr>نتاج التعلم ب  </vt:lpstr>
      <vt:lpstr>PowerPoint Presentation</vt:lpstr>
      <vt:lpstr>ب2 العوامل الاجتماعية والثقافية والعاطفية المؤثرة في نمو الإنسان وتطوّره  </vt:lpstr>
      <vt:lpstr>ب3 العوامل الاقتصادية المؤثرة في نمو الإنسان وتطوّره  </vt:lpstr>
      <vt:lpstr>ب4 عوامل البيئة المادية المؤثرة في نمو الإنسان وتطوّره</vt:lpstr>
      <vt:lpstr>نتاج التعلم ج  </vt:lpstr>
      <vt:lpstr>PowerPoint Presentation</vt:lpstr>
      <vt:lpstr>ج1 الأحداث الحياتية  </vt:lpstr>
      <vt:lpstr>ج2 كيفية التعامل مع التغيّرات المترتبة على الأحداث الحياتية  </vt:lpstr>
      <vt:lpstr>شكر وتقدير</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140</cp:revision>
  <dcterms:created xsi:type="dcterms:W3CDTF">2020-07-15T07:14:47Z</dcterms:created>
  <dcterms:modified xsi:type="dcterms:W3CDTF">2025-09-24T08:53:29Z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0x010100105CA97BB98D954187A61B8775138C0A</vt:lpwstr>
  </property>
  <property fmtid="{D5CDD505-2E9C-101B-9397-08002B2CF9AE}" pid="4" name="MediaServiceImageTags">
    <vt:lpwstr/>
  </property>
</Properties>
</file>