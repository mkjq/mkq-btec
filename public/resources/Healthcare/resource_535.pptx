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7.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8.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9.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10.xml" ContentType="application/vnd.openxmlformats-officedocument.theme+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11.xml" ContentType="application/vnd.openxmlformats-officedocument.theme+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theme/theme12.xml" ContentType="application/vnd.openxmlformats-officedocument.theme+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theme/theme13.xml" ContentType="application/vnd.openxmlformats-officedocument.theme+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 id="2147484932" r:id="rId14"/>
    <p:sldMasterId id="2147484945" r:id="rId15"/>
    <p:sldMasterId id="2147484958" r:id="rId16"/>
    <p:sldMasterId id="2147484971" r:id="rId17"/>
  </p:sldMasterIdLst>
  <p:notesMasterIdLst>
    <p:notesMasterId r:id="rId65"/>
  </p:notesMasterIdLst>
  <p:handoutMasterIdLst>
    <p:handoutMasterId r:id="rId66"/>
  </p:handoutMasterIdLst>
  <p:sldIdLst>
    <p:sldId id="256" r:id="rId18"/>
    <p:sldId id="257" r:id="rId19"/>
    <p:sldId id="258" r:id="rId20"/>
    <p:sldId id="272" r:id="rId21"/>
    <p:sldId id="312" r:id="rId22"/>
    <p:sldId id="310" r:id="rId23"/>
    <p:sldId id="311" r:id="rId24"/>
    <p:sldId id="321" r:id="rId25"/>
    <p:sldId id="313" r:id="rId26"/>
    <p:sldId id="315" r:id="rId27"/>
    <p:sldId id="322" r:id="rId28"/>
    <p:sldId id="323" r:id="rId29"/>
    <p:sldId id="324" r:id="rId30"/>
    <p:sldId id="325" r:id="rId31"/>
    <p:sldId id="326" r:id="rId32"/>
    <p:sldId id="327" r:id="rId33"/>
    <p:sldId id="328" r:id="rId34"/>
    <p:sldId id="351" r:id="rId35"/>
    <p:sldId id="330" r:id="rId36"/>
    <p:sldId id="316" r:id="rId37"/>
    <p:sldId id="307" r:id="rId38"/>
    <p:sldId id="329" r:id="rId39"/>
    <p:sldId id="331" r:id="rId40"/>
    <p:sldId id="317" r:id="rId41"/>
    <p:sldId id="309" r:id="rId42"/>
    <p:sldId id="332" r:id="rId43"/>
    <p:sldId id="333" r:id="rId44"/>
    <p:sldId id="334" r:id="rId45"/>
    <p:sldId id="335" r:id="rId46"/>
    <p:sldId id="318" r:id="rId47"/>
    <p:sldId id="320" r:id="rId48"/>
    <p:sldId id="337" r:id="rId49"/>
    <p:sldId id="336" r:id="rId50"/>
    <p:sldId id="338" r:id="rId51"/>
    <p:sldId id="339" r:id="rId52"/>
    <p:sldId id="340" r:id="rId53"/>
    <p:sldId id="341" r:id="rId54"/>
    <p:sldId id="343" r:id="rId55"/>
    <p:sldId id="345" r:id="rId56"/>
    <p:sldId id="346" r:id="rId57"/>
    <p:sldId id="347" r:id="rId58"/>
    <p:sldId id="348" r:id="rId59"/>
    <p:sldId id="349" r:id="rId60"/>
    <p:sldId id="350" r:id="rId61"/>
    <p:sldId id="344" r:id="rId62"/>
    <p:sldId id="342" r:id="rId63"/>
    <p:sldId id="360" r:id="rId64"/>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 id="15" name="Denise Ratcliffe" initials="DR" lastIdx="11" clrIdx="14">
    <p:extLst>
      <p:ext uri="{19B8F6BF-5375-455C-9EA6-DF929625EA0E}">
        <p15:presenceInfo xmlns:p15="http://schemas.microsoft.com/office/powerpoint/2012/main" userId="c6d0b3e1f824e5e0" providerId="Windows Live"/>
      </p:ext>
    </p:extLst>
  </p:cmAuthor>
  <p:cmAuthor id="16" name="Gary Heayn" initials="GH" lastIdx="8" clrIdx="15">
    <p:extLst>
      <p:ext uri="{19B8F6BF-5375-455C-9EA6-DF929625EA0E}">
        <p15:presenceInfo xmlns:p15="http://schemas.microsoft.com/office/powerpoint/2012/main" userId="abb7bc71316bd59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DF4565-5E4B-4378-BC9B-87DD20AA8FF2}" v="79" dt="2025-11-06T15:05:11.318"/>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18" autoAdjust="0"/>
    <p:restoredTop sz="96186" autoAdjust="0"/>
  </p:normalViewPr>
  <p:slideViewPr>
    <p:cSldViewPr>
      <p:cViewPr varScale="1">
        <p:scale>
          <a:sx n="147" d="100"/>
          <a:sy n="147" d="100"/>
        </p:scale>
        <p:origin x="2160" y="342"/>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p:cViewPr varScale="1">
        <p:scale>
          <a:sx n="121" d="100"/>
          <a:sy n="121" d="100"/>
        </p:scale>
        <p:origin x="5022"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9.xml"/><Relationship Id="rId21" Type="http://schemas.openxmlformats.org/officeDocument/2006/relationships/slide" Target="slides/slide4.xml"/><Relationship Id="rId42" Type="http://schemas.openxmlformats.org/officeDocument/2006/relationships/slide" Target="slides/slide25.xml"/><Relationship Id="rId47" Type="http://schemas.openxmlformats.org/officeDocument/2006/relationships/slide" Target="slides/slide30.xml"/><Relationship Id="rId63" Type="http://schemas.openxmlformats.org/officeDocument/2006/relationships/slide" Target="slides/slide46.xml"/><Relationship Id="rId6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Master" Target="slideMasters/slideMaster13.xml"/><Relationship Id="rId29" Type="http://schemas.openxmlformats.org/officeDocument/2006/relationships/slide" Target="slides/slide12.xml"/><Relationship Id="rId11" Type="http://schemas.openxmlformats.org/officeDocument/2006/relationships/slideMaster" Target="slideMasters/slideMaster8.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slide" Target="slides/slide20.xml"/><Relationship Id="rId40" Type="http://schemas.openxmlformats.org/officeDocument/2006/relationships/slide" Target="slides/slide23.xml"/><Relationship Id="rId45" Type="http://schemas.openxmlformats.org/officeDocument/2006/relationships/slide" Target="slides/slide28.xml"/><Relationship Id="rId53" Type="http://schemas.openxmlformats.org/officeDocument/2006/relationships/slide" Target="slides/slide36.xml"/><Relationship Id="rId58" Type="http://schemas.openxmlformats.org/officeDocument/2006/relationships/slide" Target="slides/slide41.xml"/><Relationship Id="rId66" Type="http://schemas.openxmlformats.org/officeDocument/2006/relationships/handoutMaster" Target="handoutMasters/handoutMaster1.xml"/><Relationship Id="rId5" Type="http://schemas.openxmlformats.org/officeDocument/2006/relationships/slideMaster" Target="slideMasters/slideMaster2.xml"/><Relationship Id="rId61" Type="http://schemas.openxmlformats.org/officeDocument/2006/relationships/slide" Target="slides/slide44.xml"/><Relationship Id="rId19" Type="http://schemas.openxmlformats.org/officeDocument/2006/relationships/slide" Target="slides/slide2.xml"/><Relationship Id="rId14" Type="http://schemas.openxmlformats.org/officeDocument/2006/relationships/slideMaster" Target="slideMasters/slideMaster11.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slide" Target="slides/slide18.xml"/><Relationship Id="rId43" Type="http://schemas.openxmlformats.org/officeDocument/2006/relationships/slide" Target="slides/slide26.xml"/><Relationship Id="rId48" Type="http://schemas.openxmlformats.org/officeDocument/2006/relationships/slide" Target="slides/slide31.xml"/><Relationship Id="rId56" Type="http://schemas.openxmlformats.org/officeDocument/2006/relationships/slide" Target="slides/slide39.xml"/><Relationship Id="rId64" Type="http://schemas.openxmlformats.org/officeDocument/2006/relationships/slide" Target="slides/slide47.xml"/><Relationship Id="rId69"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34.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slide" Target="slides/slide21.xml"/><Relationship Id="rId46" Type="http://schemas.openxmlformats.org/officeDocument/2006/relationships/slide" Target="slides/slide29.xml"/><Relationship Id="rId59" Type="http://schemas.openxmlformats.org/officeDocument/2006/relationships/slide" Target="slides/slide42.xml"/><Relationship Id="rId67" Type="http://schemas.openxmlformats.org/officeDocument/2006/relationships/commentAuthors" Target="commentAuthors.xml"/><Relationship Id="rId20" Type="http://schemas.openxmlformats.org/officeDocument/2006/relationships/slide" Target="slides/slide3.xml"/><Relationship Id="rId41" Type="http://schemas.openxmlformats.org/officeDocument/2006/relationships/slide" Target="slides/slide24.xml"/><Relationship Id="rId54" Type="http://schemas.openxmlformats.org/officeDocument/2006/relationships/slide" Target="slides/slide37.xml"/><Relationship Id="rId62" Type="http://schemas.openxmlformats.org/officeDocument/2006/relationships/slide" Target="slides/slide45.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49" Type="http://schemas.openxmlformats.org/officeDocument/2006/relationships/slide" Target="slides/slide32.xml"/><Relationship Id="rId57" Type="http://schemas.openxmlformats.org/officeDocument/2006/relationships/slide" Target="slides/slide40.xml"/><Relationship Id="rId10" Type="http://schemas.openxmlformats.org/officeDocument/2006/relationships/slideMaster" Target="slideMasters/slideMaster7.xml"/><Relationship Id="rId31" Type="http://schemas.openxmlformats.org/officeDocument/2006/relationships/slide" Target="slides/slide14.xml"/><Relationship Id="rId44" Type="http://schemas.openxmlformats.org/officeDocument/2006/relationships/slide" Target="slides/slide27.xml"/><Relationship Id="rId52" Type="http://schemas.openxmlformats.org/officeDocument/2006/relationships/slide" Target="slides/slide35.xml"/><Relationship Id="rId60" Type="http://schemas.openxmlformats.org/officeDocument/2006/relationships/slide" Target="slides/slide43.xml"/><Relationship Id="rId65" Type="http://schemas.openxmlformats.org/officeDocument/2006/relationships/notesMaster" Target="notesMasters/notesMaster1.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1.xml"/><Relationship Id="rId39" Type="http://schemas.openxmlformats.org/officeDocument/2006/relationships/slide" Target="slides/slide22.xml"/><Relationship Id="rId34" Type="http://schemas.openxmlformats.org/officeDocument/2006/relationships/slide" Target="slides/slide17.xml"/><Relationship Id="rId50" Type="http://schemas.openxmlformats.org/officeDocument/2006/relationships/slide" Target="slides/slide33.xml"/><Relationship Id="rId55" Type="http://schemas.openxmlformats.org/officeDocument/2006/relationships/slide" Target="slides/slide38.xml"/><Relationship Id="rId7" Type="http://schemas.openxmlformats.org/officeDocument/2006/relationships/slideMaster" Target="slideMasters/slideMaster4.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Mohamed" userId="S::mohamed.hasan@langspire.com::6915f292-3295-4f43-aa98-1397503995f2" providerId="AD" clId="Web-{61C9868F-F55F-E54A-71A3-335A8DB0EBFB}"/>
    <pc:docChg chg="modSld">
      <pc:chgData name="Hasan, Mohamed" userId="S::mohamed.hasan@langspire.com::6915f292-3295-4f43-aa98-1397503995f2" providerId="AD" clId="Web-{61C9868F-F55F-E54A-71A3-335A8DB0EBFB}" dt="2025-11-04T05:40:59.314" v="0" actId="1076"/>
      <pc:docMkLst>
        <pc:docMk/>
      </pc:docMkLst>
      <pc:sldChg chg="modSp">
        <pc:chgData name="Hasan, Mohamed" userId="S::mohamed.hasan@langspire.com::6915f292-3295-4f43-aa98-1397503995f2" providerId="AD" clId="Web-{61C9868F-F55F-E54A-71A3-335A8DB0EBFB}" dt="2025-11-04T05:40:59.314" v="0" actId="1076"/>
        <pc:sldMkLst>
          <pc:docMk/>
          <pc:sldMk cId="355781456" sldId="351"/>
        </pc:sldMkLst>
      </pc:sldChg>
    </pc:docChg>
  </pc:docChgLst>
  <pc:docChgLst>
    <pc:chgData name="Paul Winser" userId="c3146a91-e6bd-4264-bd86-e164e04bc32d" providerId="ADAL" clId="{6F88133D-1C53-4DAD-9D78-1B3729D790EB}"/>
    <pc:docChg chg="undo custSel modSld">
      <pc:chgData name="Paul Winser" userId="c3146a91-e6bd-4264-bd86-e164e04bc32d" providerId="ADAL" clId="{6F88133D-1C53-4DAD-9D78-1B3729D790EB}" dt="2025-11-06T15:05:11.318" v="157"/>
      <pc:docMkLst>
        <pc:docMk/>
      </pc:docMkLst>
      <pc:sldChg chg="addSp delSp modSp mod">
        <pc:chgData name="Paul Winser" userId="c3146a91-e6bd-4264-bd86-e164e04bc32d" providerId="ADAL" clId="{6F88133D-1C53-4DAD-9D78-1B3729D790EB}" dt="2025-11-06T15:04:05.832" v="112" actId="6549"/>
        <pc:sldMkLst>
          <pc:docMk/>
          <pc:sldMk cId="0" sldId="256"/>
        </pc:sldMkLst>
        <pc:spChg chg="add mod">
          <ac:chgData name="Paul Winser" userId="c3146a91-e6bd-4264-bd86-e164e04bc32d" providerId="ADAL" clId="{6F88133D-1C53-4DAD-9D78-1B3729D790EB}" dt="2025-11-06T15:04:05.832" v="112" actId="6549"/>
          <ac:spMkLst>
            <pc:docMk/>
            <pc:sldMk cId="0" sldId="256"/>
            <ac:spMk id="5" creationId="{1934C6E8-0C6E-04CE-808D-45D004C99B36}"/>
          </ac:spMkLst>
        </pc:spChg>
        <pc:spChg chg="del">
          <ac:chgData name="Paul Winser" userId="c3146a91-e6bd-4264-bd86-e164e04bc32d" providerId="ADAL" clId="{6F88133D-1C53-4DAD-9D78-1B3729D790EB}" dt="2025-11-06T15:02:24.317" v="106" actId="478"/>
          <ac:spMkLst>
            <pc:docMk/>
            <pc:sldMk cId="0" sldId="256"/>
            <ac:spMk id="6" creationId="{C02650D3-5048-0B6F-1C87-B843CA456743}"/>
          </ac:spMkLst>
        </pc:spChg>
        <pc:picChg chg="del">
          <ac:chgData name="Paul Winser" userId="c3146a91-e6bd-4264-bd86-e164e04bc32d" providerId="ADAL" clId="{6F88133D-1C53-4DAD-9D78-1B3729D790EB}" dt="2025-11-06T14:57:34.250" v="0" actId="478"/>
          <ac:picMkLst>
            <pc:docMk/>
            <pc:sldMk cId="0" sldId="256"/>
            <ac:picMk id="2" creationId="{A624B789-FFE0-0AAB-99D9-EC71829226E5}"/>
          </ac:picMkLst>
        </pc:picChg>
        <pc:picChg chg="add mod">
          <ac:chgData name="Paul Winser" userId="c3146a91-e6bd-4264-bd86-e164e04bc32d" providerId="ADAL" clId="{6F88133D-1C53-4DAD-9D78-1B3729D790EB}" dt="2025-11-06T14:57:34.404" v="1"/>
          <ac:picMkLst>
            <pc:docMk/>
            <pc:sldMk cId="0" sldId="256"/>
            <ac:picMk id="4" creationId="{538E5342-C58A-0702-1A77-193E2F51429C}"/>
          </ac:picMkLst>
        </pc:picChg>
      </pc:sldChg>
      <pc:sldChg chg="addSp modSp">
        <pc:chgData name="Paul Winser" userId="c3146a91-e6bd-4264-bd86-e164e04bc32d" providerId="ADAL" clId="{6F88133D-1C53-4DAD-9D78-1B3729D790EB}" dt="2025-11-06T15:04:11.267" v="113"/>
        <pc:sldMkLst>
          <pc:docMk/>
          <pc:sldMk cId="0" sldId="257"/>
        </pc:sldMkLst>
        <pc:spChg chg="add mod">
          <ac:chgData name="Paul Winser" userId="c3146a91-e6bd-4264-bd86-e164e04bc32d" providerId="ADAL" clId="{6F88133D-1C53-4DAD-9D78-1B3729D790EB}" dt="2025-11-06T15:04:11.267" v="113"/>
          <ac:spMkLst>
            <pc:docMk/>
            <pc:sldMk cId="0" sldId="257"/>
            <ac:spMk id="3" creationId="{C7A5909B-A1EE-BC45-C1D5-CC832BC3A291}"/>
          </ac:spMkLst>
        </pc:spChg>
      </pc:sldChg>
      <pc:sldChg chg="addSp modSp">
        <pc:chgData name="Paul Winser" userId="c3146a91-e6bd-4264-bd86-e164e04bc32d" providerId="ADAL" clId="{6F88133D-1C53-4DAD-9D78-1B3729D790EB}" dt="2025-11-06T15:04:12.225" v="114"/>
        <pc:sldMkLst>
          <pc:docMk/>
          <pc:sldMk cId="0" sldId="258"/>
        </pc:sldMkLst>
        <pc:spChg chg="add mod">
          <ac:chgData name="Paul Winser" userId="c3146a91-e6bd-4264-bd86-e164e04bc32d" providerId="ADAL" clId="{6F88133D-1C53-4DAD-9D78-1B3729D790EB}" dt="2025-11-06T15:04:12.225" v="114"/>
          <ac:spMkLst>
            <pc:docMk/>
            <pc:sldMk cId="0" sldId="258"/>
            <ac:spMk id="3" creationId="{E7A9C35F-3D5F-3898-07BA-3BB7FFC64EA5}"/>
          </ac:spMkLst>
        </pc:spChg>
      </pc:sldChg>
      <pc:sldChg chg="addSp modSp">
        <pc:chgData name="Paul Winser" userId="c3146a91-e6bd-4264-bd86-e164e04bc32d" providerId="ADAL" clId="{6F88133D-1C53-4DAD-9D78-1B3729D790EB}" dt="2025-11-06T15:04:13.715" v="115"/>
        <pc:sldMkLst>
          <pc:docMk/>
          <pc:sldMk cId="0" sldId="272"/>
        </pc:sldMkLst>
        <pc:spChg chg="add mod">
          <ac:chgData name="Paul Winser" userId="c3146a91-e6bd-4264-bd86-e164e04bc32d" providerId="ADAL" clId="{6F88133D-1C53-4DAD-9D78-1B3729D790EB}" dt="2025-11-06T15:04:13.715" v="115"/>
          <ac:spMkLst>
            <pc:docMk/>
            <pc:sldMk cId="0" sldId="272"/>
            <ac:spMk id="3" creationId="{C673CF87-CBB6-1703-CCFC-393501FD3FD5}"/>
          </ac:spMkLst>
        </pc:spChg>
      </pc:sldChg>
      <pc:sldChg chg="addSp modSp">
        <pc:chgData name="Paul Winser" userId="c3146a91-e6bd-4264-bd86-e164e04bc32d" providerId="ADAL" clId="{6F88133D-1C53-4DAD-9D78-1B3729D790EB}" dt="2025-11-06T15:04:38.186" v="132"/>
        <pc:sldMkLst>
          <pc:docMk/>
          <pc:sldMk cId="3621417310" sldId="307"/>
        </pc:sldMkLst>
        <pc:spChg chg="add mod">
          <ac:chgData name="Paul Winser" userId="c3146a91-e6bd-4264-bd86-e164e04bc32d" providerId="ADAL" clId="{6F88133D-1C53-4DAD-9D78-1B3729D790EB}" dt="2025-11-06T15:04:38.186" v="132"/>
          <ac:spMkLst>
            <pc:docMk/>
            <pc:sldMk cId="3621417310" sldId="307"/>
            <ac:spMk id="3" creationId="{6C5552AA-D42A-C084-5550-4784BF7F3A13}"/>
          </ac:spMkLst>
        </pc:spChg>
      </pc:sldChg>
      <pc:sldChg chg="addSp modSp">
        <pc:chgData name="Paul Winser" userId="c3146a91-e6bd-4264-bd86-e164e04bc32d" providerId="ADAL" clId="{6F88133D-1C53-4DAD-9D78-1B3729D790EB}" dt="2025-11-06T15:04:43.795" v="136"/>
        <pc:sldMkLst>
          <pc:docMk/>
          <pc:sldMk cId="47175209" sldId="309"/>
        </pc:sldMkLst>
        <pc:spChg chg="add mod">
          <ac:chgData name="Paul Winser" userId="c3146a91-e6bd-4264-bd86-e164e04bc32d" providerId="ADAL" clId="{6F88133D-1C53-4DAD-9D78-1B3729D790EB}" dt="2025-11-06T15:04:43.795" v="136"/>
          <ac:spMkLst>
            <pc:docMk/>
            <pc:sldMk cId="47175209" sldId="309"/>
            <ac:spMk id="3" creationId="{2F858382-3C16-BE50-F543-7083DB68DE61}"/>
          </ac:spMkLst>
        </pc:spChg>
      </pc:sldChg>
      <pc:sldChg chg="addSp modSp">
        <pc:chgData name="Paul Winser" userId="c3146a91-e6bd-4264-bd86-e164e04bc32d" providerId="ADAL" clId="{6F88133D-1C53-4DAD-9D78-1B3729D790EB}" dt="2025-11-06T15:04:16.377" v="117"/>
        <pc:sldMkLst>
          <pc:docMk/>
          <pc:sldMk cId="2209525696" sldId="310"/>
        </pc:sldMkLst>
        <pc:spChg chg="add mod">
          <ac:chgData name="Paul Winser" userId="c3146a91-e6bd-4264-bd86-e164e04bc32d" providerId="ADAL" clId="{6F88133D-1C53-4DAD-9D78-1B3729D790EB}" dt="2025-11-06T15:04:16.377" v="117"/>
          <ac:spMkLst>
            <pc:docMk/>
            <pc:sldMk cId="2209525696" sldId="310"/>
            <ac:spMk id="3" creationId="{F9B93FCA-9B78-AA4E-9431-67B3EB06EF17}"/>
          </ac:spMkLst>
        </pc:spChg>
      </pc:sldChg>
      <pc:sldChg chg="addSp modSp">
        <pc:chgData name="Paul Winser" userId="c3146a91-e6bd-4264-bd86-e164e04bc32d" providerId="ADAL" clId="{6F88133D-1C53-4DAD-9D78-1B3729D790EB}" dt="2025-11-06T15:04:18.180" v="118"/>
        <pc:sldMkLst>
          <pc:docMk/>
          <pc:sldMk cId="3021378506" sldId="311"/>
        </pc:sldMkLst>
        <pc:spChg chg="add mod">
          <ac:chgData name="Paul Winser" userId="c3146a91-e6bd-4264-bd86-e164e04bc32d" providerId="ADAL" clId="{6F88133D-1C53-4DAD-9D78-1B3729D790EB}" dt="2025-11-06T15:04:18.180" v="118"/>
          <ac:spMkLst>
            <pc:docMk/>
            <pc:sldMk cId="3021378506" sldId="311"/>
            <ac:spMk id="3" creationId="{39C35590-4405-FAF6-811E-A0DB625ACD0F}"/>
          </ac:spMkLst>
        </pc:spChg>
      </pc:sldChg>
      <pc:sldChg chg="addSp modSp">
        <pc:chgData name="Paul Winser" userId="c3146a91-e6bd-4264-bd86-e164e04bc32d" providerId="ADAL" clId="{6F88133D-1C53-4DAD-9D78-1B3729D790EB}" dt="2025-11-06T15:04:14.970" v="116"/>
        <pc:sldMkLst>
          <pc:docMk/>
          <pc:sldMk cId="328760615" sldId="312"/>
        </pc:sldMkLst>
        <pc:spChg chg="add mod">
          <ac:chgData name="Paul Winser" userId="c3146a91-e6bd-4264-bd86-e164e04bc32d" providerId="ADAL" clId="{6F88133D-1C53-4DAD-9D78-1B3729D790EB}" dt="2025-11-06T15:04:14.970" v="116"/>
          <ac:spMkLst>
            <pc:docMk/>
            <pc:sldMk cId="328760615" sldId="312"/>
            <ac:spMk id="3" creationId="{8711F117-8A82-BFAF-69B1-5D9D728D9488}"/>
          </ac:spMkLst>
        </pc:spChg>
      </pc:sldChg>
      <pc:sldChg chg="addSp modSp">
        <pc:chgData name="Paul Winser" userId="c3146a91-e6bd-4264-bd86-e164e04bc32d" providerId="ADAL" clId="{6F88133D-1C53-4DAD-9D78-1B3729D790EB}" dt="2025-11-06T15:04:21.780" v="120"/>
        <pc:sldMkLst>
          <pc:docMk/>
          <pc:sldMk cId="3617480048" sldId="313"/>
        </pc:sldMkLst>
        <pc:spChg chg="add mod">
          <ac:chgData name="Paul Winser" userId="c3146a91-e6bd-4264-bd86-e164e04bc32d" providerId="ADAL" clId="{6F88133D-1C53-4DAD-9D78-1B3729D790EB}" dt="2025-11-06T15:04:21.780" v="120"/>
          <ac:spMkLst>
            <pc:docMk/>
            <pc:sldMk cId="3617480048" sldId="313"/>
            <ac:spMk id="3" creationId="{0D1EB497-4A78-5356-7A74-7D38827E17A0}"/>
          </ac:spMkLst>
        </pc:spChg>
      </pc:sldChg>
      <pc:sldChg chg="addSp modSp">
        <pc:chgData name="Paul Winser" userId="c3146a91-e6bd-4264-bd86-e164e04bc32d" providerId="ADAL" clId="{6F88133D-1C53-4DAD-9D78-1B3729D790EB}" dt="2025-11-06T15:04:23.273" v="121"/>
        <pc:sldMkLst>
          <pc:docMk/>
          <pc:sldMk cId="3480027057" sldId="315"/>
        </pc:sldMkLst>
        <pc:spChg chg="add mod">
          <ac:chgData name="Paul Winser" userId="c3146a91-e6bd-4264-bd86-e164e04bc32d" providerId="ADAL" clId="{6F88133D-1C53-4DAD-9D78-1B3729D790EB}" dt="2025-11-06T15:04:23.273" v="121"/>
          <ac:spMkLst>
            <pc:docMk/>
            <pc:sldMk cId="3480027057" sldId="315"/>
            <ac:spMk id="3" creationId="{C94127E8-6A76-533F-7A32-AC3505051496}"/>
          </ac:spMkLst>
        </pc:spChg>
      </pc:sldChg>
      <pc:sldChg chg="addSp modSp">
        <pc:chgData name="Paul Winser" userId="c3146a91-e6bd-4264-bd86-e164e04bc32d" providerId="ADAL" clId="{6F88133D-1C53-4DAD-9D78-1B3729D790EB}" dt="2025-11-06T15:04:36.881" v="131"/>
        <pc:sldMkLst>
          <pc:docMk/>
          <pc:sldMk cId="980178022" sldId="316"/>
        </pc:sldMkLst>
        <pc:spChg chg="add mod">
          <ac:chgData name="Paul Winser" userId="c3146a91-e6bd-4264-bd86-e164e04bc32d" providerId="ADAL" clId="{6F88133D-1C53-4DAD-9D78-1B3729D790EB}" dt="2025-11-06T15:04:36.881" v="131"/>
          <ac:spMkLst>
            <pc:docMk/>
            <pc:sldMk cId="980178022" sldId="316"/>
            <ac:spMk id="3" creationId="{64C14F2F-43CC-89BD-45B3-0DB256F2F319}"/>
          </ac:spMkLst>
        </pc:spChg>
      </pc:sldChg>
      <pc:sldChg chg="addSp modSp">
        <pc:chgData name="Paul Winser" userId="c3146a91-e6bd-4264-bd86-e164e04bc32d" providerId="ADAL" clId="{6F88133D-1C53-4DAD-9D78-1B3729D790EB}" dt="2025-11-06T15:04:42.512" v="135"/>
        <pc:sldMkLst>
          <pc:docMk/>
          <pc:sldMk cId="2827704469" sldId="317"/>
        </pc:sldMkLst>
        <pc:spChg chg="add mod">
          <ac:chgData name="Paul Winser" userId="c3146a91-e6bd-4264-bd86-e164e04bc32d" providerId="ADAL" clId="{6F88133D-1C53-4DAD-9D78-1B3729D790EB}" dt="2025-11-06T15:04:42.512" v="135"/>
          <ac:spMkLst>
            <pc:docMk/>
            <pc:sldMk cId="2827704469" sldId="317"/>
            <ac:spMk id="3" creationId="{42B8EF4E-9A78-0B4A-47F4-1B443DC7EEC0}"/>
          </ac:spMkLst>
        </pc:spChg>
      </pc:sldChg>
      <pc:sldChg chg="addSp modSp">
        <pc:chgData name="Paul Winser" userId="c3146a91-e6bd-4264-bd86-e164e04bc32d" providerId="ADAL" clId="{6F88133D-1C53-4DAD-9D78-1B3729D790EB}" dt="2025-11-06T15:04:50.562" v="141"/>
        <pc:sldMkLst>
          <pc:docMk/>
          <pc:sldMk cId="3619695914" sldId="318"/>
        </pc:sldMkLst>
        <pc:spChg chg="add mod">
          <ac:chgData name="Paul Winser" userId="c3146a91-e6bd-4264-bd86-e164e04bc32d" providerId="ADAL" clId="{6F88133D-1C53-4DAD-9D78-1B3729D790EB}" dt="2025-11-06T15:04:50.562" v="141"/>
          <ac:spMkLst>
            <pc:docMk/>
            <pc:sldMk cId="3619695914" sldId="318"/>
            <ac:spMk id="3" creationId="{E2494A7C-8E42-1D5E-BE48-B20A7F722163}"/>
          </ac:spMkLst>
        </pc:spChg>
      </pc:sldChg>
      <pc:sldChg chg="addSp modSp">
        <pc:chgData name="Paul Winser" userId="c3146a91-e6bd-4264-bd86-e164e04bc32d" providerId="ADAL" clId="{6F88133D-1C53-4DAD-9D78-1B3729D790EB}" dt="2025-11-06T15:04:51.651" v="142"/>
        <pc:sldMkLst>
          <pc:docMk/>
          <pc:sldMk cId="3547098356" sldId="320"/>
        </pc:sldMkLst>
        <pc:spChg chg="add mod">
          <ac:chgData name="Paul Winser" userId="c3146a91-e6bd-4264-bd86-e164e04bc32d" providerId="ADAL" clId="{6F88133D-1C53-4DAD-9D78-1B3729D790EB}" dt="2025-11-06T15:04:51.651" v="142"/>
          <ac:spMkLst>
            <pc:docMk/>
            <pc:sldMk cId="3547098356" sldId="320"/>
            <ac:spMk id="3" creationId="{A5C54A28-B379-2429-065E-9B991DCD4D01}"/>
          </ac:spMkLst>
        </pc:spChg>
      </pc:sldChg>
      <pc:sldChg chg="addSp modSp">
        <pc:chgData name="Paul Winser" userId="c3146a91-e6bd-4264-bd86-e164e04bc32d" providerId="ADAL" clId="{6F88133D-1C53-4DAD-9D78-1B3729D790EB}" dt="2025-11-06T15:04:20.421" v="119"/>
        <pc:sldMkLst>
          <pc:docMk/>
          <pc:sldMk cId="2156503285" sldId="321"/>
        </pc:sldMkLst>
        <pc:spChg chg="add mod">
          <ac:chgData name="Paul Winser" userId="c3146a91-e6bd-4264-bd86-e164e04bc32d" providerId="ADAL" clId="{6F88133D-1C53-4DAD-9D78-1B3729D790EB}" dt="2025-11-06T15:04:20.421" v="119"/>
          <ac:spMkLst>
            <pc:docMk/>
            <pc:sldMk cId="2156503285" sldId="321"/>
            <ac:spMk id="5" creationId="{DC7EE91B-3705-5611-54C5-669DC1951BD2}"/>
          </ac:spMkLst>
        </pc:spChg>
      </pc:sldChg>
      <pc:sldChg chg="addSp modSp">
        <pc:chgData name="Paul Winser" userId="c3146a91-e6bd-4264-bd86-e164e04bc32d" providerId="ADAL" clId="{6F88133D-1C53-4DAD-9D78-1B3729D790EB}" dt="2025-11-06T15:04:24.671" v="122"/>
        <pc:sldMkLst>
          <pc:docMk/>
          <pc:sldMk cId="2632500568" sldId="322"/>
        </pc:sldMkLst>
        <pc:spChg chg="add mod">
          <ac:chgData name="Paul Winser" userId="c3146a91-e6bd-4264-bd86-e164e04bc32d" providerId="ADAL" clId="{6F88133D-1C53-4DAD-9D78-1B3729D790EB}" dt="2025-11-06T15:04:24.671" v="122"/>
          <ac:spMkLst>
            <pc:docMk/>
            <pc:sldMk cId="2632500568" sldId="322"/>
            <ac:spMk id="5" creationId="{114C2423-4FC0-88E2-0423-8F06A2BEA699}"/>
          </ac:spMkLst>
        </pc:spChg>
      </pc:sldChg>
      <pc:sldChg chg="addSp delSp modSp mod">
        <pc:chgData name="Paul Winser" userId="c3146a91-e6bd-4264-bd86-e164e04bc32d" providerId="ADAL" clId="{6F88133D-1C53-4DAD-9D78-1B3729D790EB}" dt="2025-11-06T15:04:26.102" v="123"/>
        <pc:sldMkLst>
          <pc:docMk/>
          <pc:sldMk cId="2452310439" sldId="323"/>
        </pc:sldMkLst>
        <pc:spChg chg="add mod">
          <ac:chgData name="Paul Winser" userId="c3146a91-e6bd-4264-bd86-e164e04bc32d" providerId="ADAL" clId="{6F88133D-1C53-4DAD-9D78-1B3729D790EB}" dt="2025-11-06T15:04:26.102" v="123"/>
          <ac:spMkLst>
            <pc:docMk/>
            <pc:sldMk cId="2452310439" sldId="323"/>
            <ac:spMk id="10" creationId="{A695237D-149E-D364-3091-AA506E1CF5DD}"/>
          </ac:spMkLst>
        </pc:spChg>
        <pc:picChg chg="add mod">
          <ac:chgData name="Paul Winser" userId="c3146a91-e6bd-4264-bd86-e164e04bc32d" providerId="ADAL" clId="{6F88133D-1C53-4DAD-9D78-1B3729D790EB}" dt="2025-11-06T14:57:51.630" v="6" actId="1076"/>
          <ac:picMkLst>
            <pc:docMk/>
            <pc:sldMk cId="2452310439" sldId="323"/>
            <ac:picMk id="3" creationId="{8ED041FA-3B0F-4862-C3DF-61868337123C}"/>
          </ac:picMkLst>
        </pc:picChg>
        <pc:picChg chg="del">
          <ac:chgData name="Paul Winser" userId="c3146a91-e6bd-4264-bd86-e164e04bc32d" providerId="ADAL" clId="{6F88133D-1C53-4DAD-9D78-1B3729D790EB}" dt="2025-11-06T14:57:45.442" v="2" actId="478"/>
          <ac:picMkLst>
            <pc:docMk/>
            <pc:sldMk cId="2452310439" sldId="323"/>
            <ac:picMk id="5" creationId="{86435EE1-7523-13EC-49C8-E40EBA3EE52F}"/>
          </ac:picMkLst>
        </pc:picChg>
        <pc:picChg chg="add mod">
          <ac:chgData name="Paul Winser" userId="c3146a91-e6bd-4264-bd86-e164e04bc32d" providerId="ADAL" clId="{6F88133D-1C53-4DAD-9D78-1B3729D790EB}" dt="2025-11-06T14:58:01.516" v="10" actId="14100"/>
          <ac:picMkLst>
            <pc:docMk/>
            <pc:sldMk cId="2452310439" sldId="323"/>
            <ac:picMk id="6" creationId="{7A9A3BED-B4D0-5275-6E08-33492833E777}"/>
          </ac:picMkLst>
        </pc:picChg>
        <pc:picChg chg="add mod">
          <ac:chgData name="Paul Winser" userId="c3146a91-e6bd-4264-bd86-e164e04bc32d" providerId="ADAL" clId="{6F88133D-1C53-4DAD-9D78-1B3729D790EB}" dt="2025-11-06T14:58:08.474" v="13" actId="1076"/>
          <ac:picMkLst>
            <pc:docMk/>
            <pc:sldMk cId="2452310439" sldId="323"/>
            <ac:picMk id="7" creationId="{B206C8E8-9AEC-E8B5-F862-D132F1E2F577}"/>
          </ac:picMkLst>
        </pc:picChg>
        <pc:picChg chg="del">
          <ac:chgData name="Paul Winser" userId="c3146a91-e6bd-4264-bd86-e164e04bc32d" providerId="ADAL" clId="{6F88133D-1C53-4DAD-9D78-1B3729D790EB}" dt="2025-11-06T14:57:56.087" v="7" actId="478"/>
          <ac:picMkLst>
            <pc:docMk/>
            <pc:sldMk cId="2452310439" sldId="323"/>
            <ac:picMk id="8" creationId="{A7B6E233-E0DC-7FBD-41B0-750C45CD62EE}"/>
          </ac:picMkLst>
        </pc:picChg>
        <pc:picChg chg="add mod">
          <ac:chgData name="Paul Winser" userId="c3146a91-e6bd-4264-bd86-e164e04bc32d" providerId="ADAL" clId="{6F88133D-1C53-4DAD-9D78-1B3729D790EB}" dt="2025-11-06T14:58:14.010" v="16" actId="1076"/>
          <ac:picMkLst>
            <pc:docMk/>
            <pc:sldMk cId="2452310439" sldId="323"/>
            <ac:picMk id="9" creationId="{91574D89-E9CB-E842-5E56-FDFDC257BD55}"/>
          </ac:picMkLst>
        </pc:picChg>
        <pc:picChg chg="del">
          <ac:chgData name="Paul Winser" userId="c3146a91-e6bd-4264-bd86-e164e04bc32d" providerId="ADAL" clId="{6F88133D-1C53-4DAD-9D78-1B3729D790EB}" dt="2025-11-06T14:58:11.570" v="14" actId="478"/>
          <ac:picMkLst>
            <pc:docMk/>
            <pc:sldMk cId="2452310439" sldId="323"/>
            <ac:picMk id="11" creationId="{21BF45A4-30C2-16BF-F18B-E2BDB3EF394A}"/>
          </ac:picMkLst>
        </pc:picChg>
        <pc:picChg chg="del">
          <ac:chgData name="Paul Winser" userId="c3146a91-e6bd-4264-bd86-e164e04bc32d" providerId="ADAL" clId="{6F88133D-1C53-4DAD-9D78-1B3729D790EB}" dt="2025-11-06T14:58:05.284" v="11" actId="478"/>
          <ac:picMkLst>
            <pc:docMk/>
            <pc:sldMk cId="2452310439" sldId="323"/>
            <ac:picMk id="18" creationId="{49F6BC1F-10CF-5449-DB18-BC65F0EA695E}"/>
          </ac:picMkLst>
        </pc:picChg>
      </pc:sldChg>
      <pc:sldChg chg="addSp modSp">
        <pc:chgData name="Paul Winser" userId="c3146a91-e6bd-4264-bd86-e164e04bc32d" providerId="ADAL" clId="{6F88133D-1C53-4DAD-9D78-1B3729D790EB}" dt="2025-11-06T15:04:27.298" v="124"/>
        <pc:sldMkLst>
          <pc:docMk/>
          <pc:sldMk cId="3373534153" sldId="324"/>
        </pc:sldMkLst>
        <pc:spChg chg="add mod">
          <ac:chgData name="Paul Winser" userId="c3146a91-e6bd-4264-bd86-e164e04bc32d" providerId="ADAL" clId="{6F88133D-1C53-4DAD-9D78-1B3729D790EB}" dt="2025-11-06T15:04:27.298" v="124"/>
          <ac:spMkLst>
            <pc:docMk/>
            <pc:sldMk cId="3373534153" sldId="324"/>
            <ac:spMk id="6" creationId="{3955EE6F-5B04-545F-0953-E5F9C481E97B}"/>
          </ac:spMkLst>
        </pc:spChg>
      </pc:sldChg>
      <pc:sldChg chg="addSp delSp modSp mod">
        <pc:chgData name="Paul Winser" userId="c3146a91-e6bd-4264-bd86-e164e04bc32d" providerId="ADAL" clId="{6F88133D-1C53-4DAD-9D78-1B3729D790EB}" dt="2025-11-06T15:04:28.638" v="125"/>
        <pc:sldMkLst>
          <pc:docMk/>
          <pc:sldMk cId="170597504" sldId="325"/>
        </pc:sldMkLst>
        <pc:spChg chg="add mod">
          <ac:chgData name="Paul Winser" userId="c3146a91-e6bd-4264-bd86-e164e04bc32d" providerId="ADAL" clId="{6F88133D-1C53-4DAD-9D78-1B3729D790EB}" dt="2025-11-06T15:04:28.638" v="125"/>
          <ac:spMkLst>
            <pc:docMk/>
            <pc:sldMk cId="170597504" sldId="325"/>
            <ac:spMk id="4" creationId="{54173A50-7A3C-C31E-83B3-9BE73E14B23B}"/>
          </ac:spMkLst>
        </pc:spChg>
        <pc:picChg chg="del">
          <ac:chgData name="Paul Winser" userId="c3146a91-e6bd-4264-bd86-e164e04bc32d" providerId="ADAL" clId="{6F88133D-1C53-4DAD-9D78-1B3729D790EB}" dt="2025-11-06T14:58:22.042" v="17" actId="478"/>
          <ac:picMkLst>
            <pc:docMk/>
            <pc:sldMk cId="170597504" sldId="325"/>
            <ac:picMk id="2" creationId="{E0121F1D-AA7D-0E51-E733-5316AD2CA427}"/>
          </ac:picMkLst>
        </pc:picChg>
        <pc:picChg chg="add mod">
          <ac:chgData name="Paul Winser" userId="c3146a91-e6bd-4264-bd86-e164e04bc32d" providerId="ADAL" clId="{6F88133D-1C53-4DAD-9D78-1B3729D790EB}" dt="2025-11-06T14:58:22.226" v="18"/>
          <ac:picMkLst>
            <pc:docMk/>
            <pc:sldMk cId="170597504" sldId="325"/>
            <ac:picMk id="3" creationId="{2A800C37-6F15-0009-463C-EA8F7A4F1B01}"/>
          </ac:picMkLst>
        </pc:picChg>
      </pc:sldChg>
      <pc:sldChg chg="addSp delSp modSp mod">
        <pc:chgData name="Paul Winser" userId="c3146a91-e6bd-4264-bd86-e164e04bc32d" providerId="ADAL" clId="{6F88133D-1C53-4DAD-9D78-1B3729D790EB}" dt="2025-11-06T15:04:29.955" v="126"/>
        <pc:sldMkLst>
          <pc:docMk/>
          <pc:sldMk cId="1591871238" sldId="326"/>
        </pc:sldMkLst>
        <pc:spChg chg="add mod">
          <ac:chgData name="Paul Winser" userId="c3146a91-e6bd-4264-bd86-e164e04bc32d" providerId="ADAL" clId="{6F88133D-1C53-4DAD-9D78-1B3729D790EB}" dt="2025-11-06T15:04:29.955" v="126"/>
          <ac:spMkLst>
            <pc:docMk/>
            <pc:sldMk cId="1591871238" sldId="326"/>
            <ac:spMk id="4" creationId="{7B7FEAB7-67F8-617F-32AA-763430C13D2A}"/>
          </ac:spMkLst>
        </pc:spChg>
        <pc:picChg chg="del">
          <ac:chgData name="Paul Winser" userId="c3146a91-e6bd-4264-bd86-e164e04bc32d" providerId="ADAL" clId="{6F88133D-1C53-4DAD-9D78-1B3729D790EB}" dt="2025-11-06T14:58:28.714" v="19" actId="478"/>
          <ac:picMkLst>
            <pc:docMk/>
            <pc:sldMk cId="1591871238" sldId="326"/>
            <ac:picMk id="2" creationId="{CD1B1ABF-4634-8AB3-3ABB-CF21D8620514}"/>
          </ac:picMkLst>
        </pc:picChg>
        <pc:picChg chg="add mod">
          <ac:chgData name="Paul Winser" userId="c3146a91-e6bd-4264-bd86-e164e04bc32d" providerId="ADAL" clId="{6F88133D-1C53-4DAD-9D78-1B3729D790EB}" dt="2025-11-06T14:58:28.914" v="20"/>
          <ac:picMkLst>
            <pc:docMk/>
            <pc:sldMk cId="1591871238" sldId="326"/>
            <ac:picMk id="3" creationId="{D3082755-EF52-568F-EBF0-F478B17C9B3E}"/>
          </ac:picMkLst>
        </pc:picChg>
      </pc:sldChg>
      <pc:sldChg chg="addSp delSp modSp mod">
        <pc:chgData name="Paul Winser" userId="c3146a91-e6bd-4264-bd86-e164e04bc32d" providerId="ADAL" clId="{6F88133D-1C53-4DAD-9D78-1B3729D790EB}" dt="2025-11-06T15:04:31.715" v="127"/>
        <pc:sldMkLst>
          <pc:docMk/>
          <pc:sldMk cId="916443902" sldId="327"/>
        </pc:sldMkLst>
        <pc:spChg chg="add mod">
          <ac:chgData name="Paul Winser" userId="c3146a91-e6bd-4264-bd86-e164e04bc32d" providerId="ADAL" clId="{6F88133D-1C53-4DAD-9D78-1B3729D790EB}" dt="2025-11-06T15:04:31.715" v="127"/>
          <ac:spMkLst>
            <pc:docMk/>
            <pc:sldMk cId="916443902" sldId="327"/>
            <ac:spMk id="4" creationId="{8540CA12-784D-468A-D89A-621920F4493E}"/>
          </ac:spMkLst>
        </pc:spChg>
        <pc:picChg chg="del">
          <ac:chgData name="Paul Winser" userId="c3146a91-e6bd-4264-bd86-e164e04bc32d" providerId="ADAL" clId="{6F88133D-1C53-4DAD-9D78-1B3729D790EB}" dt="2025-11-06T14:58:34.605" v="21" actId="478"/>
          <ac:picMkLst>
            <pc:docMk/>
            <pc:sldMk cId="916443902" sldId="327"/>
            <ac:picMk id="2" creationId="{45A90E4F-21FB-6F62-A7B5-E96899B59696}"/>
          </ac:picMkLst>
        </pc:picChg>
        <pc:picChg chg="add mod">
          <ac:chgData name="Paul Winser" userId="c3146a91-e6bd-4264-bd86-e164e04bc32d" providerId="ADAL" clId="{6F88133D-1C53-4DAD-9D78-1B3729D790EB}" dt="2025-11-06T14:58:34.741" v="22"/>
          <ac:picMkLst>
            <pc:docMk/>
            <pc:sldMk cId="916443902" sldId="327"/>
            <ac:picMk id="3" creationId="{D0C4DB72-D5C0-DDF3-20BF-85A812939539}"/>
          </ac:picMkLst>
        </pc:picChg>
      </pc:sldChg>
      <pc:sldChg chg="addSp delSp modSp mod">
        <pc:chgData name="Paul Winser" userId="c3146a91-e6bd-4264-bd86-e164e04bc32d" providerId="ADAL" clId="{6F88133D-1C53-4DAD-9D78-1B3729D790EB}" dt="2025-11-06T15:04:32.997" v="128"/>
        <pc:sldMkLst>
          <pc:docMk/>
          <pc:sldMk cId="107113488" sldId="328"/>
        </pc:sldMkLst>
        <pc:spChg chg="add mod">
          <ac:chgData name="Paul Winser" userId="c3146a91-e6bd-4264-bd86-e164e04bc32d" providerId="ADAL" clId="{6F88133D-1C53-4DAD-9D78-1B3729D790EB}" dt="2025-11-06T15:04:32.997" v="128"/>
          <ac:spMkLst>
            <pc:docMk/>
            <pc:sldMk cId="107113488" sldId="328"/>
            <ac:spMk id="4" creationId="{C91A438A-C221-377B-CAAB-2C1C52E9A3E2}"/>
          </ac:spMkLst>
        </pc:spChg>
        <pc:picChg chg="del">
          <ac:chgData name="Paul Winser" userId="c3146a91-e6bd-4264-bd86-e164e04bc32d" providerId="ADAL" clId="{6F88133D-1C53-4DAD-9D78-1B3729D790EB}" dt="2025-11-06T14:58:40.221" v="23" actId="478"/>
          <ac:picMkLst>
            <pc:docMk/>
            <pc:sldMk cId="107113488" sldId="328"/>
            <ac:picMk id="2" creationId="{F56B0ED9-1CE3-77B5-B819-58845062762F}"/>
          </ac:picMkLst>
        </pc:picChg>
        <pc:picChg chg="add mod">
          <ac:chgData name="Paul Winser" userId="c3146a91-e6bd-4264-bd86-e164e04bc32d" providerId="ADAL" clId="{6F88133D-1C53-4DAD-9D78-1B3729D790EB}" dt="2025-11-06T14:58:40.354" v="24"/>
          <ac:picMkLst>
            <pc:docMk/>
            <pc:sldMk cId="107113488" sldId="328"/>
            <ac:picMk id="3" creationId="{424D050E-433E-B87D-8711-B694BEB82EFE}"/>
          </ac:picMkLst>
        </pc:picChg>
      </pc:sldChg>
      <pc:sldChg chg="addSp delSp modSp mod">
        <pc:chgData name="Paul Winser" userId="c3146a91-e6bd-4264-bd86-e164e04bc32d" providerId="ADAL" clId="{6F88133D-1C53-4DAD-9D78-1B3729D790EB}" dt="2025-11-06T15:04:39.357" v="133"/>
        <pc:sldMkLst>
          <pc:docMk/>
          <pc:sldMk cId="1103384039" sldId="329"/>
        </pc:sldMkLst>
        <pc:spChg chg="add mod ord">
          <ac:chgData name="Paul Winser" userId="c3146a91-e6bd-4264-bd86-e164e04bc32d" providerId="ADAL" clId="{6F88133D-1C53-4DAD-9D78-1B3729D790EB}" dt="2025-11-06T14:59:33.238" v="45" actId="167"/>
          <ac:spMkLst>
            <pc:docMk/>
            <pc:sldMk cId="1103384039" sldId="329"/>
            <ac:spMk id="3" creationId="{E54EDAB7-E5A6-9847-7039-57428453E521}"/>
          </ac:spMkLst>
        </pc:spChg>
        <pc:spChg chg="add mod ord">
          <ac:chgData name="Paul Winser" userId="c3146a91-e6bd-4264-bd86-e164e04bc32d" providerId="ADAL" clId="{6F88133D-1C53-4DAD-9D78-1B3729D790EB}" dt="2025-11-06T14:59:49.041" v="49" actId="1076"/>
          <ac:spMkLst>
            <pc:docMk/>
            <pc:sldMk cId="1103384039" sldId="329"/>
            <ac:spMk id="5" creationId="{8EC0E5B4-D71A-4047-3F1D-ABA31AEA1F30}"/>
          </ac:spMkLst>
        </pc:spChg>
        <pc:spChg chg="add mod ord">
          <ac:chgData name="Paul Winser" userId="c3146a91-e6bd-4264-bd86-e164e04bc32d" providerId="ADAL" clId="{6F88133D-1C53-4DAD-9D78-1B3729D790EB}" dt="2025-11-06T14:59:56.628" v="53" actId="167"/>
          <ac:spMkLst>
            <pc:docMk/>
            <pc:sldMk cId="1103384039" sldId="329"/>
            <ac:spMk id="6" creationId="{7B1834D3-81D8-EDFD-E79B-84CE472B0314}"/>
          </ac:spMkLst>
        </pc:spChg>
        <pc:spChg chg="add mod">
          <ac:chgData name="Paul Winser" userId="c3146a91-e6bd-4264-bd86-e164e04bc32d" providerId="ADAL" clId="{6F88133D-1C53-4DAD-9D78-1B3729D790EB}" dt="2025-11-06T15:04:39.357" v="133"/>
          <ac:spMkLst>
            <pc:docMk/>
            <pc:sldMk cId="1103384039" sldId="329"/>
            <ac:spMk id="7" creationId="{B6C8D554-E4E6-A63B-65E3-FCCE0758D4F3}"/>
          </ac:spMkLst>
        </pc:spChg>
        <pc:spChg chg="del">
          <ac:chgData name="Paul Winser" userId="c3146a91-e6bd-4264-bd86-e164e04bc32d" providerId="ADAL" clId="{6F88133D-1C53-4DAD-9D78-1B3729D790EB}" dt="2025-11-06T14:59:23.467" v="42" actId="478"/>
          <ac:spMkLst>
            <pc:docMk/>
            <pc:sldMk cId="1103384039" sldId="329"/>
            <ac:spMk id="15" creationId="{DCD95E52-5EF1-4FCB-A412-264EBBB209A5}"/>
          </ac:spMkLst>
        </pc:spChg>
        <pc:spChg chg="del">
          <ac:chgData name="Paul Winser" userId="c3146a91-e6bd-4264-bd86-e164e04bc32d" providerId="ADAL" clId="{6F88133D-1C53-4DAD-9D78-1B3729D790EB}" dt="2025-11-06T14:59:41.888" v="46" actId="478"/>
          <ac:spMkLst>
            <pc:docMk/>
            <pc:sldMk cId="1103384039" sldId="329"/>
            <ac:spMk id="18" creationId="{4144936A-9E01-40B5-8FAB-893B0C257389}"/>
          </ac:spMkLst>
        </pc:spChg>
        <pc:spChg chg="add del mod">
          <ac:chgData name="Paul Winser" userId="c3146a91-e6bd-4264-bd86-e164e04bc32d" providerId="ADAL" clId="{6F88133D-1C53-4DAD-9D78-1B3729D790EB}" dt="2025-11-06T14:59:51.760" v="50" actId="478"/>
          <ac:spMkLst>
            <pc:docMk/>
            <pc:sldMk cId="1103384039" sldId="329"/>
            <ac:spMk id="21" creationId="{DCA49B60-FAB3-48CA-A125-7F53E27752F5}"/>
          </ac:spMkLst>
        </pc:spChg>
      </pc:sldChg>
      <pc:sldChg chg="addSp modSp">
        <pc:chgData name="Paul Winser" userId="c3146a91-e6bd-4264-bd86-e164e04bc32d" providerId="ADAL" clId="{6F88133D-1C53-4DAD-9D78-1B3729D790EB}" dt="2025-11-06T15:04:35.615" v="130"/>
        <pc:sldMkLst>
          <pc:docMk/>
          <pc:sldMk cId="669129363" sldId="330"/>
        </pc:sldMkLst>
        <pc:spChg chg="add mod">
          <ac:chgData name="Paul Winser" userId="c3146a91-e6bd-4264-bd86-e164e04bc32d" providerId="ADAL" clId="{6F88133D-1C53-4DAD-9D78-1B3729D790EB}" dt="2025-11-06T15:04:35.615" v="130"/>
          <ac:spMkLst>
            <pc:docMk/>
            <pc:sldMk cId="669129363" sldId="330"/>
            <ac:spMk id="5" creationId="{388689F1-088F-0D2A-54D4-131038DBF4CD}"/>
          </ac:spMkLst>
        </pc:spChg>
      </pc:sldChg>
      <pc:sldChg chg="addSp modSp">
        <pc:chgData name="Paul Winser" userId="c3146a91-e6bd-4264-bd86-e164e04bc32d" providerId="ADAL" clId="{6F88133D-1C53-4DAD-9D78-1B3729D790EB}" dt="2025-11-06T15:04:41.021" v="134"/>
        <pc:sldMkLst>
          <pc:docMk/>
          <pc:sldMk cId="1800884203" sldId="331"/>
        </pc:sldMkLst>
        <pc:spChg chg="add mod">
          <ac:chgData name="Paul Winser" userId="c3146a91-e6bd-4264-bd86-e164e04bc32d" providerId="ADAL" clId="{6F88133D-1C53-4DAD-9D78-1B3729D790EB}" dt="2025-11-06T15:04:41.021" v="134"/>
          <ac:spMkLst>
            <pc:docMk/>
            <pc:sldMk cId="1800884203" sldId="331"/>
            <ac:spMk id="5" creationId="{23DDBB3D-F9D9-B0DB-1DEF-A5B8B14AEDBF}"/>
          </ac:spMkLst>
        </pc:spChg>
      </pc:sldChg>
      <pc:sldChg chg="addSp modSp">
        <pc:chgData name="Paul Winser" userId="c3146a91-e6bd-4264-bd86-e164e04bc32d" providerId="ADAL" clId="{6F88133D-1C53-4DAD-9D78-1B3729D790EB}" dt="2025-11-06T15:04:44.943" v="137"/>
        <pc:sldMkLst>
          <pc:docMk/>
          <pc:sldMk cId="2434480909" sldId="332"/>
        </pc:sldMkLst>
        <pc:spChg chg="add mod">
          <ac:chgData name="Paul Winser" userId="c3146a91-e6bd-4264-bd86-e164e04bc32d" providerId="ADAL" clId="{6F88133D-1C53-4DAD-9D78-1B3729D790EB}" dt="2025-11-06T15:04:44.943" v="137"/>
          <ac:spMkLst>
            <pc:docMk/>
            <pc:sldMk cId="2434480909" sldId="332"/>
            <ac:spMk id="5" creationId="{9E74DA94-48D8-5A9F-20CB-1E2822228A30}"/>
          </ac:spMkLst>
        </pc:spChg>
      </pc:sldChg>
      <pc:sldChg chg="addSp modSp">
        <pc:chgData name="Paul Winser" userId="c3146a91-e6bd-4264-bd86-e164e04bc32d" providerId="ADAL" clId="{6F88133D-1C53-4DAD-9D78-1B3729D790EB}" dt="2025-11-06T15:04:46.162" v="138"/>
        <pc:sldMkLst>
          <pc:docMk/>
          <pc:sldMk cId="1472011402" sldId="333"/>
        </pc:sldMkLst>
        <pc:spChg chg="add mod">
          <ac:chgData name="Paul Winser" userId="c3146a91-e6bd-4264-bd86-e164e04bc32d" providerId="ADAL" clId="{6F88133D-1C53-4DAD-9D78-1B3729D790EB}" dt="2025-11-06T15:04:46.162" v="138"/>
          <ac:spMkLst>
            <pc:docMk/>
            <pc:sldMk cId="1472011402" sldId="333"/>
            <ac:spMk id="5" creationId="{487C9AEA-5D06-969F-CC71-F9C108F36362}"/>
          </ac:spMkLst>
        </pc:spChg>
      </pc:sldChg>
      <pc:sldChg chg="addSp delSp modSp mod">
        <pc:chgData name="Paul Winser" userId="c3146a91-e6bd-4264-bd86-e164e04bc32d" providerId="ADAL" clId="{6F88133D-1C53-4DAD-9D78-1B3729D790EB}" dt="2025-11-06T15:04:47.865" v="139"/>
        <pc:sldMkLst>
          <pc:docMk/>
          <pc:sldMk cId="3341098721" sldId="334"/>
        </pc:sldMkLst>
        <pc:spChg chg="add mod">
          <ac:chgData name="Paul Winser" userId="c3146a91-e6bd-4264-bd86-e164e04bc32d" providerId="ADAL" clId="{6F88133D-1C53-4DAD-9D78-1B3729D790EB}" dt="2025-11-06T15:04:47.865" v="139"/>
          <ac:spMkLst>
            <pc:docMk/>
            <pc:sldMk cId="3341098721" sldId="334"/>
            <ac:spMk id="8" creationId="{97C16F43-B0CA-BD10-89ED-405F758E590F}"/>
          </ac:spMkLst>
        </pc:spChg>
        <pc:picChg chg="add mod">
          <ac:chgData name="Paul Winser" userId="c3146a91-e6bd-4264-bd86-e164e04bc32d" providerId="ADAL" clId="{6F88133D-1C53-4DAD-9D78-1B3729D790EB}" dt="2025-11-06T15:00:09.967" v="56" actId="1076"/>
          <ac:picMkLst>
            <pc:docMk/>
            <pc:sldMk cId="3341098721" sldId="334"/>
            <ac:picMk id="3" creationId="{1E7CA73A-65FB-C51B-08E3-5C74D034AFB2}"/>
          </ac:picMkLst>
        </pc:picChg>
        <pc:picChg chg="add mod">
          <ac:chgData name="Paul Winser" userId="c3146a91-e6bd-4264-bd86-e164e04bc32d" providerId="ADAL" clId="{6F88133D-1C53-4DAD-9D78-1B3729D790EB}" dt="2025-11-06T15:00:33.450" v="71" actId="14100"/>
          <ac:picMkLst>
            <pc:docMk/>
            <pc:sldMk cId="3341098721" sldId="334"/>
            <ac:picMk id="5" creationId="{8267E2A4-0F45-3120-B6BA-9CE7A67CD2A1}"/>
          </ac:picMkLst>
        </pc:picChg>
        <pc:picChg chg="add mod">
          <ac:chgData name="Paul Winser" userId="c3146a91-e6bd-4264-bd86-e164e04bc32d" providerId="ADAL" clId="{6F88133D-1C53-4DAD-9D78-1B3729D790EB}" dt="2025-11-06T15:00:22.077" v="64" actId="1076"/>
          <ac:picMkLst>
            <pc:docMk/>
            <pc:sldMk cId="3341098721" sldId="334"/>
            <ac:picMk id="6" creationId="{624E8183-BAB4-8E41-CFA1-A799EE9CF00F}"/>
          </ac:picMkLst>
        </pc:picChg>
        <pc:picChg chg="add mod">
          <ac:chgData name="Paul Winser" userId="c3146a91-e6bd-4264-bd86-e164e04bc32d" providerId="ADAL" clId="{6F88133D-1C53-4DAD-9D78-1B3729D790EB}" dt="2025-11-06T15:00:31.282" v="70" actId="1076"/>
          <ac:picMkLst>
            <pc:docMk/>
            <pc:sldMk cId="3341098721" sldId="334"/>
            <ac:picMk id="7" creationId="{F6830624-9CA6-B75F-8D17-4B20657BB898}"/>
          </ac:picMkLst>
        </pc:picChg>
        <pc:picChg chg="del">
          <ac:chgData name="Paul Winser" userId="c3146a91-e6bd-4264-bd86-e164e04bc32d" providerId="ADAL" clId="{6F88133D-1C53-4DAD-9D78-1B3729D790EB}" dt="2025-11-06T15:00:12.654" v="57" actId="478"/>
          <ac:picMkLst>
            <pc:docMk/>
            <pc:sldMk cId="3341098721" sldId="334"/>
            <ac:picMk id="11" creationId="{53972948-9611-82A5-2DDB-D0716E7A9682}"/>
          </ac:picMkLst>
        </pc:picChg>
        <pc:picChg chg="del">
          <ac:chgData name="Paul Winser" userId="c3146a91-e6bd-4264-bd86-e164e04bc32d" providerId="ADAL" clId="{6F88133D-1C53-4DAD-9D78-1B3729D790EB}" dt="2025-11-06T15:00:07.351" v="54" actId="478"/>
          <ac:picMkLst>
            <pc:docMk/>
            <pc:sldMk cId="3341098721" sldId="334"/>
            <ac:picMk id="14" creationId="{AAAEAA0C-4F63-EDFD-E768-D75C6431658B}"/>
          </ac:picMkLst>
        </pc:picChg>
        <pc:picChg chg="del">
          <ac:chgData name="Paul Winser" userId="c3146a91-e6bd-4264-bd86-e164e04bc32d" providerId="ADAL" clId="{6F88133D-1C53-4DAD-9D78-1B3729D790EB}" dt="2025-11-06T15:00:17.954" v="60" actId="478"/>
          <ac:picMkLst>
            <pc:docMk/>
            <pc:sldMk cId="3341098721" sldId="334"/>
            <ac:picMk id="17" creationId="{A727B28F-B2CD-0669-FCBE-D7EFF3DCB396}"/>
          </ac:picMkLst>
        </pc:picChg>
        <pc:picChg chg="del">
          <ac:chgData name="Paul Winser" userId="c3146a91-e6bd-4264-bd86-e164e04bc32d" providerId="ADAL" clId="{6F88133D-1C53-4DAD-9D78-1B3729D790EB}" dt="2025-11-06T15:00:24.645" v="65" actId="478"/>
          <ac:picMkLst>
            <pc:docMk/>
            <pc:sldMk cId="3341098721" sldId="334"/>
            <ac:picMk id="20" creationId="{E5A213BF-D836-082C-54A2-68D6D0E070D7}"/>
          </ac:picMkLst>
        </pc:picChg>
      </pc:sldChg>
      <pc:sldChg chg="addSp modSp">
        <pc:chgData name="Paul Winser" userId="c3146a91-e6bd-4264-bd86-e164e04bc32d" providerId="ADAL" clId="{6F88133D-1C53-4DAD-9D78-1B3729D790EB}" dt="2025-11-06T15:04:49.184" v="140"/>
        <pc:sldMkLst>
          <pc:docMk/>
          <pc:sldMk cId="2796764187" sldId="335"/>
        </pc:sldMkLst>
        <pc:spChg chg="add mod">
          <ac:chgData name="Paul Winser" userId="c3146a91-e6bd-4264-bd86-e164e04bc32d" providerId="ADAL" clId="{6F88133D-1C53-4DAD-9D78-1B3729D790EB}" dt="2025-11-06T15:04:49.184" v="140"/>
          <ac:spMkLst>
            <pc:docMk/>
            <pc:sldMk cId="2796764187" sldId="335"/>
            <ac:spMk id="5" creationId="{3D456E9F-0019-2C84-E143-94B28020C433}"/>
          </ac:spMkLst>
        </pc:spChg>
      </pc:sldChg>
      <pc:sldChg chg="addSp delSp modSp mod">
        <pc:chgData name="Paul Winser" userId="c3146a91-e6bd-4264-bd86-e164e04bc32d" providerId="ADAL" clId="{6F88133D-1C53-4DAD-9D78-1B3729D790EB}" dt="2025-11-06T15:04:53.848" v="144"/>
        <pc:sldMkLst>
          <pc:docMk/>
          <pc:sldMk cId="1876410465" sldId="336"/>
        </pc:sldMkLst>
        <pc:spChg chg="add mod">
          <ac:chgData name="Paul Winser" userId="c3146a91-e6bd-4264-bd86-e164e04bc32d" providerId="ADAL" clId="{6F88133D-1C53-4DAD-9D78-1B3729D790EB}" dt="2025-11-06T15:04:53.848" v="144"/>
          <ac:spMkLst>
            <pc:docMk/>
            <pc:sldMk cId="1876410465" sldId="336"/>
            <ac:spMk id="7" creationId="{C25863E5-84CC-2B22-D1D3-48FDE21ED031}"/>
          </ac:spMkLst>
        </pc:spChg>
        <pc:picChg chg="add mod">
          <ac:chgData name="Paul Winser" userId="c3146a91-e6bd-4264-bd86-e164e04bc32d" providerId="ADAL" clId="{6F88133D-1C53-4DAD-9D78-1B3729D790EB}" dt="2025-11-06T15:00:48.416" v="75" actId="1076"/>
          <ac:picMkLst>
            <pc:docMk/>
            <pc:sldMk cId="1876410465" sldId="336"/>
            <ac:picMk id="5" creationId="{E671E53F-3A90-69D8-A2AB-C647E58CAB1C}"/>
          </ac:picMkLst>
        </pc:picChg>
        <pc:picChg chg="del">
          <ac:chgData name="Paul Winser" userId="c3146a91-e6bd-4264-bd86-e164e04bc32d" providerId="ADAL" clId="{6F88133D-1C53-4DAD-9D78-1B3729D790EB}" dt="2025-11-06T15:00:45.645" v="73" actId="478"/>
          <ac:picMkLst>
            <pc:docMk/>
            <pc:sldMk cId="1876410465" sldId="336"/>
            <ac:picMk id="6" creationId="{6B50846B-FC07-322A-5AC9-E782F51F0592}"/>
          </ac:picMkLst>
        </pc:picChg>
      </pc:sldChg>
      <pc:sldChg chg="addSp delSp modSp mod">
        <pc:chgData name="Paul Winser" userId="c3146a91-e6bd-4264-bd86-e164e04bc32d" providerId="ADAL" clId="{6F88133D-1C53-4DAD-9D78-1B3729D790EB}" dt="2025-11-06T15:04:52.773" v="143"/>
        <pc:sldMkLst>
          <pc:docMk/>
          <pc:sldMk cId="2408171399" sldId="337"/>
        </pc:sldMkLst>
        <pc:spChg chg="add mod">
          <ac:chgData name="Paul Winser" userId="c3146a91-e6bd-4264-bd86-e164e04bc32d" providerId="ADAL" clId="{6F88133D-1C53-4DAD-9D78-1B3729D790EB}" dt="2025-11-06T15:04:52.773" v="143"/>
          <ac:spMkLst>
            <pc:docMk/>
            <pc:sldMk cId="2408171399" sldId="337"/>
            <ac:spMk id="6" creationId="{FC22736B-4ACF-992C-4ED8-DAEB919E6B5C}"/>
          </ac:spMkLst>
        </pc:spChg>
        <pc:picChg chg="del">
          <ac:chgData name="Paul Winser" userId="c3146a91-e6bd-4264-bd86-e164e04bc32d" providerId="ADAL" clId="{6F88133D-1C53-4DAD-9D78-1B3729D790EB}" dt="2025-11-06T15:00:38.237" v="72" actId="478"/>
          <ac:picMkLst>
            <pc:docMk/>
            <pc:sldMk cId="2408171399" sldId="337"/>
            <ac:picMk id="5" creationId="{0B974BD9-0939-B545-0F37-07356975D865}"/>
          </ac:picMkLst>
        </pc:picChg>
      </pc:sldChg>
      <pc:sldChg chg="addSp delSp modSp mod">
        <pc:chgData name="Paul Winser" userId="c3146a91-e6bd-4264-bd86-e164e04bc32d" providerId="ADAL" clId="{6F88133D-1C53-4DAD-9D78-1B3729D790EB}" dt="2025-11-06T15:04:54.943" v="145"/>
        <pc:sldMkLst>
          <pc:docMk/>
          <pc:sldMk cId="3910491826" sldId="338"/>
        </pc:sldMkLst>
        <pc:spChg chg="add mod">
          <ac:chgData name="Paul Winser" userId="c3146a91-e6bd-4264-bd86-e164e04bc32d" providerId="ADAL" clId="{6F88133D-1C53-4DAD-9D78-1B3729D790EB}" dt="2025-11-06T15:04:54.943" v="145"/>
          <ac:spMkLst>
            <pc:docMk/>
            <pc:sldMk cId="3910491826" sldId="338"/>
            <ac:spMk id="8" creationId="{C7B86344-0CB2-D962-007D-EB088DB9B22B}"/>
          </ac:spMkLst>
        </pc:spChg>
        <pc:picChg chg="add mod">
          <ac:chgData name="Paul Winser" userId="c3146a91-e6bd-4264-bd86-e164e04bc32d" providerId="ADAL" clId="{6F88133D-1C53-4DAD-9D78-1B3729D790EB}" dt="2025-11-06T15:00:57.344" v="78" actId="1076"/>
          <ac:picMkLst>
            <pc:docMk/>
            <pc:sldMk cId="3910491826" sldId="338"/>
            <ac:picMk id="5" creationId="{D901908A-DC15-55F8-FFFF-3403F8F83403}"/>
          </ac:picMkLst>
        </pc:picChg>
        <pc:picChg chg="del">
          <ac:chgData name="Paul Winser" userId="c3146a91-e6bd-4264-bd86-e164e04bc32d" providerId="ADAL" clId="{6F88133D-1C53-4DAD-9D78-1B3729D790EB}" dt="2025-11-06T15:00:59.706" v="79" actId="478"/>
          <ac:picMkLst>
            <pc:docMk/>
            <pc:sldMk cId="3910491826" sldId="338"/>
            <ac:picMk id="6" creationId="{B64F1732-EB3A-0088-98F7-98BFD539E6D4}"/>
          </ac:picMkLst>
        </pc:picChg>
        <pc:picChg chg="add mod">
          <ac:chgData name="Paul Winser" userId="c3146a91-e6bd-4264-bd86-e164e04bc32d" providerId="ADAL" clId="{6F88133D-1C53-4DAD-9D78-1B3729D790EB}" dt="2025-11-06T15:01:02.275" v="81" actId="1076"/>
          <ac:picMkLst>
            <pc:docMk/>
            <pc:sldMk cId="3910491826" sldId="338"/>
            <ac:picMk id="7" creationId="{AC34C23F-858A-3484-6D36-3A7216AE9A1B}"/>
          </ac:picMkLst>
        </pc:picChg>
        <pc:picChg chg="del">
          <ac:chgData name="Paul Winser" userId="c3146a91-e6bd-4264-bd86-e164e04bc32d" providerId="ADAL" clId="{6F88133D-1C53-4DAD-9D78-1B3729D790EB}" dt="2025-11-06T15:00:55.351" v="76" actId="478"/>
          <ac:picMkLst>
            <pc:docMk/>
            <pc:sldMk cId="3910491826" sldId="338"/>
            <ac:picMk id="10" creationId="{C6CE187F-6CA6-D6C5-9120-71317638F2EC}"/>
          </ac:picMkLst>
        </pc:picChg>
      </pc:sldChg>
      <pc:sldChg chg="addSp modSp">
        <pc:chgData name="Paul Winser" userId="c3146a91-e6bd-4264-bd86-e164e04bc32d" providerId="ADAL" clId="{6F88133D-1C53-4DAD-9D78-1B3729D790EB}" dt="2025-11-06T15:04:56.051" v="146"/>
        <pc:sldMkLst>
          <pc:docMk/>
          <pc:sldMk cId="1454089491" sldId="339"/>
        </pc:sldMkLst>
        <pc:spChg chg="add mod">
          <ac:chgData name="Paul Winser" userId="c3146a91-e6bd-4264-bd86-e164e04bc32d" providerId="ADAL" clId="{6F88133D-1C53-4DAD-9D78-1B3729D790EB}" dt="2025-11-06T15:04:56.051" v="146"/>
          <ac:spMkLst>
            <pc:docMk/>
            <pc:sldMk cId="1454089491" sldId="339"/>
            <ac:spMk id="5" creationId="{2773C6D3-796C-6D8C-E507-7A528BA6BBCF}"/>
          </ac:spMkLst>
        </pc:spChg>
      </pc:sldChg>
      <pc:sldChg chg="addSp modSp">
        <pc:chgData name="Paul Winser" userId="c3146a91-e6bd-4264-bd86-e164e04bc32d" providerId="ADAL" clId="{6F88133D-1C53-4DAD-9D78-1B3729D790EB}" dt="2025-11-06T15:04:57.379" v="147"/>
        <pc:sldMkLst>
          <pc:docMk/>
          <pc:sldMk cId="2609753468" sldId="340"/>
        </pc:sldMkLst>
        <pc:spChg chg="add mod">
          <ac:chgData name="Paul Winser" userId="c3146a91-e6bd-4264-bd86-e164e04bc32d" providerId="ADAL" clId="{6F88133D-1C53-4DAD-9D78-1B3729D790EB}" dt="2025-11-06T15:04:57.379" v="147"/>
          <ac:spMkLst>
            <pc:docMk/>
            <pc:sldMk cId="2609753468" sldId="340"/>
            <ac:spMk id="5" creationId="{E4DB8B82-6ABE-4F6A-4E64-09381D7BB4E4}"/>
          </ac:spMkLst>
        </pc:spChg>
      </pc:sldChg>
      <pc:sldChg chg="addSp modSp">
        <pc:chgData name="Paul Winser" userId="c3146a91-e6bd-4264-bd86-e164e04bc32d" providerId="ADAL" clId="{6F88133D-1C53-4DAD-9D78-1B3729D790EB}" dt="2025-11-06T15:04:58.512" v="148"/>
        <pc:sldMkLst>
          <pc:docMk/>
          <pc:sldMk cId="3574013113" sldId="341"/>
        </pc:sldMkLst>
        <pc:spChg chg="add mod">
          <ac:chgData name="Paul Winser" userId="c3146a91-e6bd-4264-bd86-e164e04bc32d" providerId="ADAL" clId="{6F88133D-1C53-4DAD-9D78-1B3729D790EB}" dt="2025-11-06T15:04:58.512" v="148"/>
          <ac:spMkLst>
            <pc:docMk/>
            <pc:sldMk cId="3574013113" sldId="341"/>
            <ac:spMk id="5" creationId="{A82F461A-A64C-54B4-C857-69A53C7D53E5}"/>
          </ac:spMkLst>
        </pc:spChg>
      </pc:sldChg>
      <pc:sldChg chg="addSp modSp">
        <pc:chgData name="Paul Winser" userId="c3146a91-e6bd-4264-bd86-e164e04bc32d" providerId="ADAL" clId="{6F88133D-1C53-4DAD-9D78-1B3729D790EB}" dt="2025-11-06T15:05:11.318" v="157"/>
        <pc:sldMkLst>
          <pc:docMk/>
          <pc:sldMk cId="3809306868" sldId="342"/>
        </pc:sldMkLst>
        <pc:spChg chg="add mod">
          <ac:chgData name="Paul Winser" userId="c3146a91-e6bd-4264-bd86-e164e04bc32d" providerId="ADAL" clId="{6F88133D-1C53-4DAD-9D78-1B3729D790EB}" dt="2025-11-06T15:05:11.318" v="157"/>
          <ac:spMkLst>
            <pc:docMk/>
            <pc:sldMk cId="3809306868" sldId="342"/>
            <ac:spMk id="5" creationId="{C282BBCE-64AB-36C9-3BA8-899855F83C9D}"/>
          </ac:spMkLst>
        </pc:spChg>
      </pc:sldChg>
      <pc:sldChg chg="addSp modSp">
        <pc:chgData name="Paul Winser" userId="c3146a91-e6bd-4264-bd86-e164e04bc32d" providerId="ADAL" clId="{6F88133D-1C53-4DAD-9D78-1B3729D790EB}" dt="2025-11-06T15:05:00.429" v="149"/>
        <pc:sldMkLst>
          <pc:docMk/>
          <pc:sldMk cId="4067733351" sldId="343"/>
        </pc:sldMkLst>
        <pc:spChg chg="add mod">
          <ac:chgData name="Paul Winser" userId="c3146a91-e6bd-4264-bd86-e164e04bc32d" providerId="ADAL" clId="{6F88133D-1C53-4DAD-9D78-1B3729D790EB}" dt="2025-11-06T15:05:00.429" v="149"/>
          <ac:spMkLst>
            <pc:docMk/>
            <pc:sldMk cId="4067733351" sldId="343"/>
            <ac:spMk id="5" creationId="{BBA62E0D-BD4C-E3B5-CD8B-954A46CB162E}"/>
          </ac:spMkLst>
        </pc:spChg>
      </pc:sldChg>
      <pc:sldChg chg="addSp modSp">
        <pc:chgData name="Paul Winser" userId="c3146a91-e6bd-4264-bd86-e164e04bc32d" providerId="ADAL" clId="{6F88133D-1C53-4DAD-9D78-1B3729D790EB}" dt="2025-11-06T15:05:09.826" v="156"/>
        <pc:sldMkLst>
          <pc:docMk/>
          <pc:sldMk cId="1974739173" sldId="344"/>
        </pc:sldMkLst>
        <pc:spChg chg="add mod">
          <ac:chgData name="Paul Winser" userId="c3146a91-e6bd-4264-bd86-e164e04bc32d" providerId="ADAL" clId="{6F88133D-1C53-4DAD-9D78-1B3729D790EB}" dt="2025-11-06T15:05:09.826" v="156"/>
          <ac:spMkLst>
            <pc:docMk/>
            <pc:sldMk cId="1974739173" sldId="344"/>
            <ac:spMk id="3" creationId="{6070E531-DDDC-CC83-2F3A-6857CD87CACB}"/>
          </ac:spMkLst>
        </pc:spChg>
      </pc:sldChg>
      <pc:sldChg chg="addSp delSp modSp mod">
        <pc:chgData name="Paul Winser" userId="c3146a91-e6bd-4264-bd86-e164e04bc32d" providerId="ADAL" clId="{6F88133D-1C53-4DAD-9D78-1B3729D790EB}" dt="2025-11-06T15:05:02.148" v="150"/>
        <pc:sldMkLst>
          <pc:docMk/>
          <pc:sldMk cId="1453374195" sldId="345"/>
        </pc:sldMkLst>
        <pc:spChg chg="add mod">
          <ac:chgData name="Paul Winser" userId="c3146a91-e6bd-4264-bd86-e164e04bc32d" providerId="ADAL" clId="{6F88133D-1C53-4DAD-9D78-1B3729D790EB}" dt="2025-11-06T15:05:02.148" v="150"/>
          <ac:spMkLst>
            <pc:docMk/>
            <pc:sldMk cId="1453374195" sldId="345"/>
            <ac:spMk id="13" creationId="{48FA56B8-1CC1-65C4-1616-A088D5DB4B38}"/>
          </ac:spMkLst>
        </pc:spChg>
        <pc:picChg chg="add mod">
          <ac:chgData name="Paul Winser" userId="c3146a91-e6bd-4264-bd86-e164e04bc32d" providerId="ADAL" clId="{6F88133D-1C53-4DAD-9D78-1B3729D790EB}" dt="2025-11-06T15:01:11.491" v="84" actId="1076"/>
          <ac:picMkLst>
            <pc:docMk/>
            <pc:sldMk cId="1453374195" sldId="345"/>
            <ac:picMk id="3" creationId="{3FD991A1-997E-2DBF-9977-BEA43E8B13B6}"/>
          </ac:picMkLst>
        </pc:picChg>
        <pc:picChg chg="del">
          <ac:chgData name="Paul Winser" userId="c3146a91-e6bd-4264-bd86-e164e04bc32d" providerId="ADAL" clId="{6F88133D-1C53-4DAD-9D78-1B3729D790EB}" dt="2025-11-06T15:01:09.596" v="82" actId="478"/>
          <ac:picMkLst>
            <pc:docMk/>
            <pc:sldMk cId="1453374195" sldId="345"/>
            <ac:picMk id="5" creationId="{EA50A104-7BFD-652B-97F6-4ED537B2FADC}"/>
          </ac:picMkLst>
        </pc:picChg>
        <pc:picChg chg="add mod">
          <ac:chgData name="Paul Winser" userId="c3146a91-e6bd-4264-bd86-e164e04bc32d" providerId="ADAL" clId="{6F88133D-1C53-4DAD-9D78-1B3729D790EB}" dt="2025-11-06T15:01:14.130" v="86"/>
          <ac:picMkLst>
            <pc:docMk/>
            <pc:sldMk cId="1453374195" sldId="345"/>
            <ac:picMk id="6" creationId="{F5C17EE4-0EA2-DB36-A144-59CDAA825AE8}"/>
          </ac:picMkLst>
        </pc:picChg>
        <pc:picChg chg="add mod">
          <ac:chgData name="Paul Winser" userId="c3146a91-e6bd-4264-bd86-e164e04bc32d" providerId="ADAL" clId="{6F88133D-1C53-4DAD-9D78-1B3729D790EB}" dt="2025-11-06T15:01:19.900" v="89" actId="1076"/>
          <ac:picMkLst>
            <pc:docMk/>
            <pc:sldMk cId="1453374195" sldId="345"/>
            <ac:picMk id="7" creationId="{67B5FE0C-9C28-26D7-3912-E931649BCBEA}"/>
          </ac:picMkLst>
        </pc:picChg>
        <pc:picChg chg="del">
          <ac:chgData name="Paul Winser" userId="c3146a91-e6bd-4264-bd86-e164e04bc32d" providerId="ADAL" clId="{6F88133D-1C53-4DAD-9D78-1B3729D790EB}" dt="2025-11-06T15:01:17.886" v="87" actId="478"/>
          <ac:picMkLst>
            <pc:docMk/>
            <pc:sldMk cId="1453374195" sldId="345"/>
            <ac:picMk id="8" creationId="{3A9A38E8-7A0D-CB26-E6C5-702931D46944}"/>
          </ac:picMkLst>
        </pc:picChg>
        <pc:picChg chg="add mod">
          <ac:chgData name="Paul Winser" userId="c3146a91-e6bd-4264-bd86-e164e04bc32d" providerId="ADAL" clId="{6F88133D-1C53-4DAD-9D78-1B3729D790EB}" dt="2025-11-06T15:01:25.172" v="92" actId="1076"/>
          <ac:picMkLst>
            <pc:docMk/>
            <pc:sldMk cId="1453374195" sldId="345"/>
            <ac:picMk id="9" creationId="{2F10C099-EEA7-0751-7D3B-92E1CEF00270}"/>
          </ac:picMkLst>
        </pc:picChg>
        <pc:picChg chg="add mod">
          <ac:chgData name="Paul Winser" userId="c3146a91-e6bd-4264-bd86-e164e04bc32d" providerId="ADAL" clId="{6F88133D-1C53-4DAD-9D78-1B3729D790EB}" dt="2025-11-06T15:01:28.172" v="94"/>
          <ac:picMkLst>
            <pc:docMk/>
            <pc:sldMk cId="1453374195" sldId="345"/>
            <ac:picMk id="10" creationId="{1F036EAF-5BF1-10AE-25E5-C1D161E09EB9}"/>
          </ac:picMkLst>
        </pc:picChg>
        <pc:picChg chg="del">
          <ac:chgData name="Paul Winser" userId="c3146a91-e6bd-4264-bd86-e164e04bc32d" providerId="ADAL" clId="{6F88133D-1C53-4DAD-9D78-1B3729D790EB}" dt="2025-11-06T15:01:31.329" v="95" actId="478"/>
          <ac:picMkLst>
            <pc:docMk/>
            <pc:sldMk cId="1453374195" sldId="345"/>
            <ac:picMk id="11" creationId="{A0D9D3BC-E718-3044-CB54-194B893CE79E}"/>
          </ac:picMkLst>
        </pc:picChg>
        <pc:picChg chg="add mod">
          <ac:chgData name="Paul Winser" userId="c3146a91-e6bd-4264-bd86-e164e04bc32d" providerId="ADAL" clId="{6F88133D-1C53-4DAD-9D78-1B3729D790EB}" dt="2025-11-06T15:01:33.896" v="97" actId="1076"/>
          <ac:picMkLst>
            <pc:docMk/>
            <pc:sldMk cId="1453374195" sldId="345"/>
            <ac:picMk id="12" creationId="{79664FF1-6EAA-CE19-9830-FC5FDAB869B4}"/>
          </ac:picMkLst>
        </pc:picChg>
        <pc:picChg chg="del">
          <ac:chgData name="Paul Winser" userId="c3146a91-e6bd-4264-bd86-e164e04bc32d" providerId="ADAL" clId="{6F88133D-1C53-4DAD-9D78-1B3729D790EB}" dt="2025-11-06T15:01:13.992" v="85" actId="478"/>
          <ac:picMkLst>
            <pc:docMk/>
            <pc:sldMk cId="1453374195" sldId="345"/>
            <ac:picMk id="14" creationId="{ED02FD56-CD7C-C458-AFE6-0D582F3048E5}"/>
          </ac:picMkLst>
        </pc:picChg>
        <pc:picChg chg="del">
          <ac:chgData name="Paul Winser" userId="c3146a91-e6bd-4264-bd86-e164e04bc32d" providerId="ADAL" clId="{6F88133D-1C53-4DAD-9D78-1B3729D790EB}" dt="2025-11-06T15:01:22.542" v="90" actId="478"/>
          <ac:picMkLst>
            <pc:docMk/>
            <pc:sldMk cId="1453374195" sldId="345"/>
            <ac:picMk id="17" creationId="{1C953D11-9EB9-E40D-23AC-5E2A3CD1FE42}"/>
          </ac:picMkLst>
        </pc:picChg>
        <pc:picChg chg="del">
          <ac:chgData name="Paul Winser" userId="c3146a91-e6bd-4264-bd86-e164e04bc32d" providerId="ADAL" clId="{6F88133D-1C53-4DAD-9D78-1B3729D790EB}" dt="2025-11-06T15:01:27.518" v="93" actId="478"/>
          <ac:picMkLst>
            <pc:docMk/>
            <pc:sldMk cId="1453374195" sldId="345"/>
            <ac:picMk id="22" creationId="{DB964FD5-945F-E654-31F2-127E1F2DE1E6}"/>
          </ac:picMkLst>
        </pc:picChg>
      </pc:sldChg>
      <pc:sldChg chg="addSp modSp">
        <pc:chgData name="Paul Winser" userId="c3146a91-e6bd-4264-bd86-e164e04bc32d" providerId="ADAL" clId="{6F88133D-1C53-4DAD-9D78-1B3729D790EB}" dt="2025-11-06T15:05:03.325" v="151"/>
        <pc:sldMkLst>
          <pc:docMk/>
          <pc:sldMk cId="3520192389" sldId="346"/>
        </pc:sldMkLst>
        <pc:spChg chg="add mod">
          <ac:chgData name="Paul Winser" userId="c3146a91-e6bd-4264-bd86-e164e04bc32d" providerId="ADAL" clId="{6F88133D-1C53-4DAD-9D78-1B3729D790EB}" dt="2025-11-06T15:05:03.325" v="151"/>
          <ac:spMkLst>
            <pc:docMk/>
            <pc:sldMk cId="3520192389" sldId="346"/>
            <ac:spMk id="5" creationId="{DA617CB6-12CB-7191-3D1E-482681773169}"/>
          </ac:spMkLst>
        </pc:spChg>
      </pc:sldChg>
      <pc:sldChg chg="addSp delSp modSp mod">
        <pc:chgData name="Paul Winser" userId="c3146a91-e6bd-4264-bd86-e164e04bc32d" providerId="ADAL" clId="{6F88133D-1C53-4DAD-9D78-1B3729D790EB}" dt="2025-11-06T15:05:04.563" v="152"/>
        <pc:sldMkLst>
          <pc:docMk/>
          <pc:sldMk cId="1749762388" sldId="347"/>
        </pc:sldMkLst>
        <pc:spChg chg="add mod">
          <ac:chgData name="Paul Winser" userId="c3146a91-e6bd-4264-bd86-e164e04bc32d" providerId="ADAL" clId="{6F88133D-1C53-4DAD-9D78-1B3729D790EB}" dt="2025-11-06T15:05:04.563" v="152"/>
          <ac:spMkLst>
            <pc:docMk/>
            <pc:sldMk cId="1749762388" sldId="347"/>
            <ac:spMk id="7" creationId="{C0DBBB25-D095-97CD-5CE1-85572722C3EB}"/>
          </ac:spMkLst>
        </pc:spChg>
        <pc:picChg chg="del">
          <ac:chgData name="Paul Winser" userId="c3146a91-e6bd-4264-bd86-e164e04bc32d" providerId="ADAL" clId="{6F88133D-1C53-4DAD-9D78-1B3729D790EB}" dt="2025-11-06T15:01:40.206" v="98" actId="478"/>
          <ac:picMkLst>
            <pc:docMk/>
            <pc:sldMk cId="1749762388" sldId="347"/>
            <ac:picMk id="5" creationId="{2EB5A82D-78CD-7F3E-0335-7CE15AF6C972}"/>
          </ac:picMkLst>
        </pc:picChg>
        <pc:picChg chg="add mod">
          <ac:chgData name="Paul Winser" userId="c3146a91-e6bd-4264-bd86-e164e04bc32d" providerId="ADAL" clId="{6F88133D-1C53-4DAD-9D78-1B3729D790EB}" dt="2025-11-06T15:01:40.358" v="99"/>
          <ac:picMkLst>
            <pc:docMk/>
            <pc:sldMk cId="1749762388" sldId="347"/>
            <ac:picMk id="6" creationId="{8AEB35B8-E0DD-9821-9E09-7C3FF2C9891F}"/>
          </ac:picMkLst>
        </pc:picChg>
      </pc:sldChg>
      <pc:sldChg chg="addSp delSp modSp mod">
        <pc:chgData name="Paul Winser" userId="c3146a91-e6bd-4264-bd86-e164e04bc32d" providerId="ADAL" clId="{6F88133D-1C53-4DAD-9D78-1B3729D790EB}" dt="2025-11-06T15:05:05.858" v="153"/>
        <pc:sldMkLst>
          <pc:docMk/>
          <pc:sldMk cId="679419277" sldId="348"/>
        </pc:sldMkLst>
        <pc:spChg chg="add mod">
          <ac:chgData name="Paul Winser" userId="c3146a91-e6bd-4264-bd86-e164e04bc32d" providerId="ADAL" clId="{6F88133D-1C53-4DAD-9D78-1B3729D790EB}" dt="2025-11-06T15:05:05.858" v="153"/>
          <ac:spMkLst>
            <pc:docMk/>
            <pc:sldMk cId="679419277" sldId="348"/>
            <ac:spMk id="7" creationId="{0E7BA9F8-706E-B42C-F84E-6D63E2552BFC}"/>
          </ac:spMkLst>
        </pc:spChg>
        <pc:picChg chg="add mod">
          <ac:chgData name="Paul Winser" userId="c3146a91-e6bd-4264-bd86-e164e04bc32d" providerId="ADAL" clId="{6F88133D-1C53-4DAD-9D78-1B3729D790EB}" dt="2025-11-06T15:01:45.873" v="101"/>
          <ac:picMkLst>
            <pc:docMk/>
            <pc:sldMk cId="679419277" sldId="348"/>
            <ac:picMk id="5" creationId="{E957E328-8B08-442A-E045-80D58B42793F}"/>
          </ac:picMkLst>
        </pc:picChg>
        <pc:picChg chg="del">
          <ac:chgData name="Paul Winser" userId="c3146a91-e6bd-4264-bd86-e164e04bc32d" providerId="ADAL" clId="{6F88133D-1C53-4DAD-9D78-1B3729D790EB}" dt="2025-11-06T15:01:45.725" v="100" actId="478"/>
          <ac:picMkLst>
            <pc:docMk/>
            <pc:sldMk cId="679419277" sldId="348"/>
            <ac:picMk id="6" creationId="{C89974B7-3BD5-369B-2AFE-763004D88599}"/>
          </ac:picMkLst>
        </pc:picChg>
      </pc:sldChg>
      <pc:sldChg chg="addSp delSp modSp mod">
        <pc:chgData name="Paul Winser" userId="c3146a91-e6bd-4264-bd86-e164e04bc32d" providerId="ADAL" clId="{6F88133D-1C53-4DAD-9D78-1B3729D790EB}" dt="2025-11-06T15:05:07.061" v="154"/>
        <pc:sldMkLst>
          <pc:docMk/>
          <pc:sldMk cId="3617195443" sldId="349"/>
        </pc:sldMkLst>
        <pc:spChg chg="add mod">
          <ac:chgData name="Paul Winser" userId="c3146a91-e6bd-4264-bd86-e164e04bc32d" providerId="ADAL" clId="{6F88133D-1C53-4DAD-9D78-1B3729D790EB}" dt="2025-11-06T15:05:07.061" v="154"/>
          <ac:spMkLst>
            <pc:docMk/>
            <pc:sldMk cId="3617195443" sldId="349"/>
            <ac:spMk id="7" creationId="{4894C385-649E-1E10-E884-D7674975B07C}"/>
          </ac:spMkLst>
        </pc:spChg>
        <pc:picChg chg="del">
          <ac:chgData name="Paul Winser" userId="c3146a91-e6bd-4264-bd86-e164e04bc32d" providerId="ADAL" clId="{6F88133D-1C53-4DAD-9D78-1B3729D790EB}" dt="2025-11-06T15:01:51.756" v="102" actId="478"/>
          <ac:picMkLst>
            <pc:docMk/>
            <pc:sldMk cId="3617195443" sldId="349"/>
            <ac:picMk id="5" creationId="{812D7E9A-413D-163C-C24D-0A60285CB84E}"/>
          </ac:picMkLst>
        </pc:picChg>
        <pc:picChg chg="add mod">
          <ac:chgData name="Paul Winser" userId="c3146a91-e6bd-4264-bd86-e164e04bc32d" providerId="ADAL" clId="{6F88133D-1C53-4DAD-9D78-1B3729D790EB}" dt="2025-11-06T15:01:51.953" v="103"/>
          <ac:picMkLst>
            <pc:docMk/>
            <pc:sldMk cId="3617195443" sldId="349"/>
            <ac:picMk id="6" creationId="{5FD797AF-B090-BFE0-D070-900F4AB35AE3}"/>
          </ac:picMkLst>
        </pc:picChg>
      </pc:sldChg>
      <pc:sldChg chg="addSp delSp modSp mod">
        <pc:chgData name="Paul Winser" userId="c3146a91-e6bd-4264-bd86-e164e04bc32d" providerId="ADAL" clId="{6F88133D-1C53-4DAD-9D78-1B3729D790EB}" dt="2025-11-06T15:05:08.353" v="155"/>
        <pc:sldMkLst>
          <pc:docMk/>
          <pc:sldMk cId="1732089782" sldId="350"/>
        </pc:sldMkLst>
        <pc:spChg chg="add mod">
          <ac:chgData name="Paul Winser" userId="c3146a91-e6bd-4264-bd86-e164e04bc32d" providerId="ADAL" clId="{6F88133D-1C53-4DAD-9D78-1B3729D790EB}" dt="2025-11-06T15:05:08.353" v="155"/>
          <ac:spMkLst>
            <pc:docMk/>
            <pc:sldMk cId="1732089782" sldId="350"/>
            <ac:spMk id="7" creationId="{EB3C79B3-30F7-00EB-3AAC-31A1FC404AFC}"/>
          </ac:spMkLst>
        </pc:spChg>
        <pc:picChg chg="add mod">
          <ac:chgData name="Paul Winser" userId="c3146a91-e6bd-4264-bd86-e164e04bc32d" providerId="ADAL" clId="{6F88133D-1C53-4DAD-9D78-1B3729D790EB}" dt="2025-11-06T15:01:57.810" v="105"/>
          <ac:picMkLst>
            <pc:docMk/>
            <pc:sldMk cId="1732089782" sldId="350"/>
            <ac:picMk id="5" creationId="{2A2BF281-F8B8-4929-65A1-A677DF14ADE2}"/>
          </ac:picMkLst>
        </pc:picChg>
        <pc:picChg chg="del">
          <ac:chgData name="Paul Winser" userId="c3146a91-e6bd-4264-bd86-e164e04bc32d" providerId="ADAL" clId="{6F88133D-1C53-4DAD-9D78-1B3729D790EB}" dt="2025-11-06T15:01:57.657" v="104" actId="478"/>
          <ac:picMkLst>
            <pc:docMk/>
            <pc:sldMk cId="1732089782" sldId="350"/>
            <ac:picMk id="6" creationId="{B185F6F9-D20C-D964-6961-2C8FAAA12630}"/>
          </ac:picMkLst>
        </pc:picChg>
      </pc:sldChg>
      <pc:sldChg chg="addSp delSp modSp mod">
        <pc:chgData name="Paul Winser" userId="c3146a91-e6bd-4264-bd86-e164e04bc32d" providerId="ADAL" clId="{6F88133D-1C53-4DAD-9D78-1B3729D790EB}" dt="2025-11-06T15:04:34.423" v="129"/>
        <pc:sldMkLst>
          <pc:docMk/>
          <pc:sldMk cId="355781456" sldId="351"/>
        </pc:sldMkLst>
        <pc:spChg chg="add mod">
          <ac:chgData name="Paul Winser" userId="c3146a91-e6bd-4264-bd86-e164e04bc32d" providerId="ADAL" clId="{6F88133D-1C53-4DAD-9D78-1B3729D790EB}" dt="2025-11-06T15:04:34.423" v="129"/>
          <ac:spMkLst>
            <pc:docMk/>
            <pc:sldMk cId="355781456" sldId="351"/>
            <ac:spMk id="9" creationId="{ED57BFF3-5C0B-898D-8BB9-8BCA5FAAE0E4}"/>
          </ac:spMkLst>
        </pc:spChg>
        <pc:picChg chg="add mod">
          <ac:chgData name="Paul Winser" userId="c3146a91-e6bd-4264-bd86-e164e04bc32d" providerId="ADAL" clId="{6F88133D-1C53-4DAD-9D78-1B3729D790EB}" dt="2025-11-06T14:58:48.135" v="27" actId="1076"/>
          <ac:picMkLst>
            <pc:docMk/>
            <pc:sldMk cId="355781456" sldId="351"/>
            <ac:picMk id="3" creationId="{9754B77B-2FE8-EB16-2130-57BE042B479E}"/>
          </ac:picMkLst>
        </pc:picChg>
        <pc:picChg chg="add mod">
          <ac:chgData name="Paul Winser" userId="c3146a91-e6bd-4264-bd86-e164e04bc32d" providerId="ADAL" clId="{6F88133D-1C53-4DAD-9D78-1B3729D790EB}" dt="2025-11-06T14:58:53.711" v="30" actId="1076"/>
          <ac:picMkLst>
            <pc:docMk/>
            <pc:sldMk cId="355781456" sldId="351"/>
            <ac:picMk id="4" creationId="{CBDEEF3D-3CE2-B4E9-F2D8-1DCF2E168722}"/>
          </ac:picMkLst>
        </pc:picChg>
        <pc:picChg chg="del">
          <ac:chgData name="Paul Winser" userId="c3146a91-e6bd-4264-bd86-e164e04bc32d" providerId="ADAL" clId="{6F88133D-1C53-4DAD-9D78-1B3729D790EB}" dt="2025-11-06T14:58:46.029" v="25" actId="478"/>
          <ac:picMkLst>
            <pc:docMk/>
            <pc:sldMk cId="355781456" sldId="351"/>
            <ac:picMk id="7" creationId="{41190CB6-CE93-723B-EEA2-A8B610548745}"/>
          </ac:picMkLst>
        </pc:picChg>
        <pc:picChg chg="add mod">
          <ac:chgData name="Paul Winser" userId="c3146a91-e6bd-4264-bd86-e164e04bc32d" providerId="ADAL" clId="{6F88133D-1C53-4DAD-9D78-1B3729D790EB}" dt="2025-11-06T14:58:58.938" v="33" actId="1076"/>
          <ac:picMkLst>
            <pc:docMk/>
            <pc:sldMk cId="355781456" sldId="351"/>
            <ac:picMk id="8" creationId="{B8C2AF10-586D-D567-5B4B-E8F12B809DE9}"/>
          </ac:picMkLst>
        </pc:picChg>
        <pc:picChg chg="del">
          <ac:chgData name="Paul Winser" userId="c3146a91-e6bd-4264-bd86-e164e04bc32d" providerId="ADAL" clId="{6F88133D-1C53-4DAD-9D78-1B3729D790EB}" dt="2025-11-06T14:58:56.161" v="31" actId="478"/>
          <ac:picMkLst>
            <pc:docMk/>
            <pc:sldMk cId="355781456" sldId="351"/>
            <ac:picMk id="10" creationId="{822D8930-536B-0681-30C5-49B6C9401E1D}"/>
          </ac:picMkLst>
        </pc:picChg>
        <pc:picChg chg="del">
          <ac:chgData name="Paul Winser" userId="c3146a91-e6bd-4264-bd86-e164e04bc32d" providerId="ADAL" clId="{6F88133D-1C53-4DAD-9D78-1B3729D790EB}" dt="2025-11-06T14:58:51.260" v="28" actId="478"/>
          <ac:picMkLst>
            <pc:docMk/>
            <pc:sldMk cId="355781456" sldId="351"/>
            <ac:picMk id="13" creationId="{A74FAFA9-3DB0-C7F8-71AB-895DBE7B33E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BAA5BC-A9B8-C36D-8F0A-E2155FFCA3BE}"/>
              </a:ext>
            </a:extLst>
          </p:cNvPr>
          <p:cNvSpPr>
            <a:spLocks noGrp="1"/>
          </p:cNvSpPr>
          <p:nvPr>
            <p:ph type="hdr" sz="quarter"/>
          </p:nvPr>
        </p:nvSpPr>
        <p:spPr>
          <a:xfrm>
            <a:off x="0" y="0"/>
            <a:ext cx="2971800" cy="458788"/>
          </a:xfrm>
          <a:prstGeom prst="rect">
            <a:avLst/>
          </a:prstGeom>
        </p:spPr>
        <p:txBody>
          <a:bodyPr vert="horz" lIns="91440" tIns="45720" rIns="91440" bIns="45720" rtlCol="1"/>
          <a:lstStyle>
            <a:lvl1pPr algn="r" rtl="1">
              <a:defRPr sz="1200"/>
            </a:lvl1pPr>
          </a:lstStyle>
          <a:p>
            <a:pPr rtl="1"/>
            <a:endParaRPr lang="en-GB"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6A7AE051-C6BA-26BA-CCDA-1D27F9911E36}"/>
              </a:ext>
            </a:extLst>
          </p:cNvPr>
          <p:cNvSpPr>
            <a:spLocks noGrp="1"/>
          </p:cNvSpPr>
          <p:nvPr>
            <p:ph type="dt" sz="quarter" idx="1"/>
          </p:nvPr>
        </p:nvSpPr>
        <p:spPr>
          <a:xfrm>
            <a:off x="3884613" y="0"/>
            <a:ext cx="2971800" cy="458788"/>
          </a:xfrm>
          <a:prstGeom prst="rect">
            <a:avLst/>
          </a:prstGeom>
        </p:spPr>
        <p:txBody>
          <a:bodyPr vert="horz" lIns="91440" tIns="45720" rIns="91440" bIns="45720" rtlCol="1"/>
          <a:lstStyle>
            <a:lvl1pPr algn="r" rtl="1">
              <a:defRPr sz="1200"/>
            </a:lvl1pPr>
          </a:lstStyle>
          <a:p>
            <a:pPr rtl="1"/>
            <a:fld id="{FB7D1C25-2465-4CCC-8AD1-79A088F63130}" type="datetimeFigureOut">
              <a:rPr lang="en-GB" smtClean="0">
                <a:latin typeface="Times New Roman" panose="02020603050405020304" pitchFamily="18" charset="0"/>
                <a:cs typeface="Times New Roman" panose="02020603050405020304" pitchFamily="18" charset="0"/>
              </a:rPr>
              <a:t>07/11/2025</a:t>
            </a:fld>
            <a:endParaRPr lang="en-GB"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5621011-AFB3-EDC1-EE95-9EBBBC3B0D3F}"/>
              </a:ext>
            </a:extLst>
          </p:cNvPr>
          <p:cNvSpPr>
            <a:spLocks noGrp="1"/>
          </p:cNvSpPr>
          <p:nvPr>
            <p:ph type="ftr" sz="quarter" idx="2"/>
          </p:nvPr>
        </p:nvSpPr>
        <p:spPr>
          <a:xfrm>
            <a:off x="0" y="8685213"/>
            <a:ext cx="2971800" cy="458787"/>
          </a:xfrm>
          <a:prstGeom prst="rect">
            <a:avLst/>
          </a:prstGeom>
        </p:spPr>
        <p:txBody>
          <a:bodyPr vert="horz" lIns="91440" tIns="45720" rIns="91440" bIns="45720" rtlCol="1" anchor="b"/>
          <a:lstStyle>
            <a:lvl1pPr algn="r" rtl="1">
              <a:defRPr sz="1200"/>
            </a:lvl1pPr>
          </a:lstStyle>
          <a:p>
            <a:pPr rtl="1"/>
            <a:endParaRPr lang="en-GB"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69CC167F-AF8E-52B8-1733-1105F253C0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1" anchor="b"/>
          <a:lstStyle>
            <a:lvl1pPr algn="r" rtl="1">
              <a:defRPr sz="1200"/>
            </a:lvl1pPr>
          </a:lstStyle>
          <a:p>
            <a:pPr rtl="1"/>
            <a:fld id="{0D9491DC-8778-4E64-9451-80C00233493D}" type="slidenum">
              <a:rPr lang="en-GB" smtClean="0">
                <a:latin typeface="Times New Roman" panose="02020603050405020304" pitchFamily="18" charset="0"/>
                <a:cs typeface="Times New Roman" panose="02020603050405020304" pitchFamily="18" charset="0"/>
              </a:rPr>
              <a:t>‹#›</a:t>
            </a:fld>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2527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Times New Roman" panose="02020603050405020304" pitchFamily="18" charset="0"/>
                <a:cs typeface="Times New Roman" panose="02020603050405020304" pitchFamily="18" charset="0"/>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Times New Roman" panose="02020603050405020304" pitchFamily="18" charset="0"/>
                <a:cs typeface="Times New Roman" panose="02020603050405020304" pitchFamily="18" charset="0"/>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Times New Roman" panose="02020603050405020304" pitchFamily="18" charset="0"/>
                <a:cs typeface="Times New Roman" panose="02020603050405020304" pitchFamily="18" charset="0"/>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Times New Roman" panose="02020603050405020304" pitchFamily="18" charset="0"/>
                <a:cs typeface="Times New Roman" panose="02020603050405020304" pitchFamily="18" charset="0"/>
              </a:defRPr>
            </a:lvl1pPr>
          </a:lstStyle>
          <a:p>
            <a:pPr>
              <a:defRPr/>
            </a:pPr>
            <a:fld id="{4D3E6F70-5D4D-4B7F-8590-7D87CFB0B671}" type="slidenum">
              <a:rPr lang="en-GB" altLang="en-US" smtClean="0"/>
              <a:pPr>
                <a:defRPr/>
              </a:pPr>
              <a:t>‹#›</a:t>
            </a:fld>
            <a:endParaRPr lang="en-GB" altLang="en-US" dirty="0"/>
          </a:p>
        </p:txBody>
      </p:sp>
    </p:spTree>
    <p:extLst>
      <p:ext uri="{BB962C8B-B14F-4D97-AF65-F5344CB8AC3E}">
        <p14:creationId xmlns:p14="http://schemas.microsoft.com/office/powerpoint/2010/main" val="1683174001"/>
      </p:ext>
    </p:extLst>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Times New Roman" panose="02020603050405020304" pitchFamily="18" charset="0"/>
        <a:ea typeface="+mn-ea"/>
        <a:cs typeface="Times New Roman" panose="02020603050405020304" pitchFamily="18" charset="0"/>
      </a:defRPr>
    </a:lvl1pPr>
    <a:lvl2pPr marL="457200" algn="r" rtl="1" eaLnBrk="0" fontAlgn="base" hangingPunct="0">
      <a:spcBef>
        <a:spcPct val="30000"/>
      </a:spcBef>
      <a:spcAft>
        <a:spcPct val="0"/>
      </a:spcAft>
      <a:defRPr sz="1200" kern="1200">
        <a:solidFill>
          <a:schemeClr val="tx1"/>
        </a:solidFill>
        <a:latin typeface="Times New Roman" panose="02020603050405020304" pitchFamily="18" charset="0"/>
        <a:ea typeface="+mn-ea"/>
        <a:cs typeface="Times New Roman" panose="02020603050405020304" pitchFamily="18" charset="0"/>
      </a:defRPr>
    </a:lvl2pPr>
    <a:lvl3pPr marL="914400" algn="r" rtl="1" eaLnBrk="0" fontAlgn="base" hangingPunct="0">
      <a:spcBef>
        <a:spcPct val="30000"/>
      </a:spcBef>
      <a:spcAft>
        <a:spcPct val="0"/>
      </a:spcAft>
      <a:defRPr sz="1200" kern="1200">
        <a:solidFill>
          <a:schemeClr val="tx1"/>
        </a:solidFill>
        <a:latin typeface="Times New Roman" panose="02020603050405020304" pitchFamily="18" charset="0"/>
        <a:ea typeface="+mn-ea"/>
        <a:cs typeface="Times New Roman" panose="02020603050405020304" pitchFamily="18" charset="0"/>
      </a:defRPr>
    </a:lvl3pPr>
    <a:lvl4pPr marL="1371600" algn="r" rtl="1" eaLnBrk="0" fontAlgn="base" hangingPunct="0">
      <a:spcBef>
        <a:spcPct val="30000"/>
      </a:spcBef>
      <a:spcAft>
        <a:spcPct val="0"/>
      </a:spcAft>
      <a:defRPr sz="1200" kern="1200">
        <a:solidFill>
          <a:schemeClr val="tx1"/>
        </a:solidFill>
        <a:latin typeface="Times New Roman" panose="02020603050405020304" pitchFamily="18" charset="0"/>
        <a:ea typeface="+mn-ea"/>
        <a:cs typeface="Times New Roman" panose="02020603050405020304" pitchFamily="18" charset="0"/>
      </a:defRPr>
    </a:lvl4pPr>
    <a:lvl5pPr marL="1828800" algn="r" rtl="1" eaLnBrk="0" fontAlgn="base" hangingPunct="0">
      <a:spcBef>
        <a:spcPct val="30000"/>
      </a:spcBef>
      <a:spcAft>
        <a:spcPct val="0"/>
      </a:spcAft>
      <a:defRPr sz="1200" kern="1200">
        <a:solidFill>
          <a:schemeClr val="tx1"/>
        </a:solidFill>
        <a:latin typeface="Times New Roman" panose="02020603050405020304" pitchFamily="18" charset="0"/>
        <a:ea typeface="+mn-ea"/>
        <a:cs typeface="Times New Roman" panose="02020603050405020304" pitchFamily="18" charset="0"/>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Times New Roman" panose="02020603050405020304" pitchFamily="18" charset="0"/>
                <a:cs typeface="Times New Roman" panose="02020603050405020304" pitchFamily="18" charset="0"/>
              </a:rPr>
              <a:pPr/>
              <a:t>1</a:t>
            </a:fld>
            <a:endParaRPr lang="en-GB"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7271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Times New Roman" panose="02020603050405020304" pitchFamily="18" charset="0"/>
                <a:cs typeface="Times New Roman" panose="02020603050405020304" pitchFamily="18" charset="0"/>
              </a:rPr>
              <a:pPr/>
              <a:t>2</a:t>
            </a:fld>
            <a:endParaRPr lang="en-GB"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0753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Times New Roman" panose="02020603050405020304" pitchFamily="18" charset="0"/>
                <a:cs typeface="Times New Roman" panose="02020603050405020304" pitchFamily="18" charset="0"/>
              </a:rPr>
              <a:pPr/>
              <a:t>3</a:t>
            </a:fld>
            <a:endParaRPr lang="en-GB"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8476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Times New Roman" panose="02020603050405020304" pitchFamily="18" charset="0"/>
                <a:cs typeface="Times New Roman" panose="02020603050405020304" pitchFamily="18" charset="0"/>
              </a:rPr>
              <a:pPr/>
              <a:t>4</a:t>
            </a:fld>
            <a:endParaRPr lang="en-GB"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02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A024C-97AE-E768-2B52-496AE054ED15}"/>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997EB07A-4A59-E32A-E18A-6E0F96B71B67}"/>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9C4D72DD-80DC-6B5B-0B48-F72F25DFE3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5C367228-D680-9DF9-B99D-D5EE4712A5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fld id="{386B70D7-3B14-48B4-B744-A52FB5A4C04C}" type="slidenum">
              <a:rPr kumimoji="0" lang="en-GB"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GB"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072908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5048D-A43F-CB4B-BD7A-A594CF40382B}"/>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3F081E66-1E41-D886-E52F-BE61FE7E207D}"/>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74DD18B7-FBAF-09E9-B290-51203B114F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112DC347-0F94-03D8-3B54-BCFC1FC78B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fld id="{386B70D7-3B14-48B4-B744-A52FB5A4C04C}" type="slidenum">
              <a:rPr kumimoji="0" lang="en-GB"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GB"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62751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D46D8-49A8-3C87-6FA4-7E55276DC75F}"/>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8F64E0B2-A165-719A-3D05-FF1E85DEE4B6}"/>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9C3E27A5-C588-FC60-E41E-669784CAE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41DFB210-AE57-287E-C897-91FADA25A7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fld id="{386B70D7-3B14-48B4-B744-A52FB5A4C04C}" type="slidenum">
              <a:rPr kumimoji="0" lang="en-GB"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GB"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690969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90642-9B3D-8C2F-0E91-E51D9CBFB116}"/>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416B2ACD-3523-0AAA-4198-3E771EFD83C4}"/>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C4864C75-7005-8046-5DB4-1C021B39FF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832D449B-FF1F-4111-BF97-5BAFB62B00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Times New Roman" panose="02020603050405020304" pitchFamily="18" charset="0"/>
                <a:cs typeface="Times New Roman" panose="02020603050405020304" pitchFamily="18" charset="0"/>
              </a:rPr>
              <a:pPr/>
              <a:t>9</a:t>
            </a:fld>
            <a:endParaRPr lang="en-GB"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2107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1D5E3-0B7E-BD72-7565-5FFA93F11612}"/>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63D9E7E6-3A2C-F9C8-75DA-DA9A2C09F79B}"/>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5022AB65-DDA6-7373-C675-F2B9B513E2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AAE19EEC-3C0F-E008-1D35-6D41D188AE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fld id="{386B70D7-3B14-48B4-B744-A52FB5A4C04C}" type="slidenum">
              <a:rPr kumimoji="0" lang="en-GB"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GB"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172863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076BA-4024-6FEA-C972-0C59360F71C8}"/>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9397B46A-54DB-9C64-13AE-A66A1957ADD2}"/>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B0A8D1D7-17ED-371F-7C0C-30BE6912C4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AF3C5886-956C-57E0-D38E-C4D9B7408A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fld id="{386B70D7-3B14-48B4-B744-A52FB5A4C04C}" type="slidenum">
              <a:rPr kumimoji="0" lang="en-GB"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GB"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69128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Times New Roman" panose="02020603050405020304" pitchFamily="18" charset="0"/>
                <a:cs typeface="Times New Roman" panose="02020603050405020304" pitchFamily="18" charset="0"/>
              </a:rPr>
              <a:pPr/>
              <a:t>21</a:t>
            </a:fld>
            <a:endParaRPr lang="en-GB"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4774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F8700-BBAC-6BBF-1C2B-5FA5E035B2C5}"/>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A95870FD-740E-58C8-9A9D-5743F7FD8E04}"/>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1A81F644-D07D-C597-18E1-D4D7333419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EC714003-1986-DEC2-C1B5-26042CCD63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fld id="{386B70D7-3B14-48B4-B744-A52FB5A4C04C}" type="slidenum">
              <a:rPr kumimoji="0" lang="en-GB"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GB"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3814851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Times New Roman" panose="02020603050405020304" pitchFamily="18" charset="0"/>
                <a:cs typeface="Times New Roman" panose="02020603050405020304" pitchFamily="18" charset="0"/>
              </a:rPr>
              <a:pPr/>
              <a:t>25</a:t>
            </a:fld>
            <a:endParaRPr lang="en-GB"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1968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63294-6332-6524-9668-773698E04C78}"/>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B4CF625B-A13E-0AB7-8E7A-57AB68BFA129}"/>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5AE8FD02-CE8C-9E96-5845-A179E3CF51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87C82508-74B3-0CB1-43F9-82364BA7B5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fld id="{386B70D7-3B14-48B4-B744-A52FB5A4C04C}" type="slidenum">
              <a:rPr kumimoji="0" lang="en-GB"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GB"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133207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ABFCF-603E-4368-7E86-5C28A4A53F93}"/>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9917A781-D311-D07B-E54F-9189FB3D1F27}"/>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97D66927-0A63-6D43-D0A1-DE57531314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0EB0AADE-7DD9-C73C-A5DE-9A58E7B356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Times New Roman" panose="02020603050405020304" pitchFamily="18" charset="0"/>
                <a:cs typeface="Times New Roman" panose="02020603050405020304" pitchFamily="18" charset="0"/>
              </a:rPr>
              <a:pPr/>
              <a:t>31</a:t>
            </a:fld>
            <a:endParaRPr lang="en-GB"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39356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6.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7.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9.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0.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1.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2.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3.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4.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5.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6.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37.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38.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39.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1.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2.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3.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4.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5.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6.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7.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8.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49.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0.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1.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3.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4.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5.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6.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7.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8.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9.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0.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1.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2.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3.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4.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6.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7.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8.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9.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0.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1.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2.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3.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Times New Roman" panose="02020603050405020304" pitchFamily="18" charset="0"/>
                <a:cs typeface="Times New Roman" panose="02020603050405020304" pitchFamily="18" charset="0"/>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Times New Roman" panose="02020603050405020304" pitchFamily="18" charset="0"/>
                <a:cs typeface="Times New Roman" panose="02020603050405020304" pitchFamily="18" charset="0"/>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Times New Roman" panose="02020603050405020304" pitchFamily="18" charset="0"/>
                <a:cs typeface="Times New Roman" panose="02020603050405020304" pitchFamily="18" charset="0"/>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Times New Roman" panose="02020603050405020304" pitchFamily="18" charset="0"/>
                <a:cs typeface="Times New Roman" panose="02020603050405020304" pitchFamily="18" charset="0"/>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Times New Roman" panose="02020603050405020304" pitchFamily="18" charset="0"/>
                <a:cs typeface="Times New Roman" panose="02020603050405020304" pitchFamily="18" charset="0"/>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Times New Roman" panose="02020603050405020304" pitchFamily="18" charset="0"/>
                <a:cs typeface="Times New Roman" panose="02020603050405020304" pitchFamily="18" charset="0"/>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Times New Roman" panose="02020603050405020304" pitchFamily="18" charset="0"/>
                <a:cs typeface="Times New Roman" panose="02020603050405020304" pitchFamily="18" charset="0"/>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Times New Roman" panose="02020603050405020304" pitchFamily="18" charset="0"/>
                <a:cs typeface="Times New Roman" panose="02020603050405020304" pitchFamily="18" charset="0"/>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Times New Roman" panose="02020603050405020304" pitchFamily="18" charset="0"/>
                <a:cs typeface="Times New Roman" panose="02020603050405020304" pitchFamily="18" charset="0"/>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Times New Roman" panose="02020603050405020304" pitchFamily="18" charset="0"/>
                <a:cs typeface="Times New Roman" panose="02020603050405020304" pitchFamily="18" charset="0"/>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Times New Roman" panose="02020603050405020304" pitchFamily="18" charset="0"/>
                <a:cs typeface="Times New Roman" panose="02020603050405020304" pitchFamily="18" charset="0"/>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Times New Roman" panose="02020603050405020304" pitchFamily="18" charset="0"/>
                <a:cs typeface="Times New Roman" panose="02020603050405020304" pitchFamily="18" charset="0"/>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Times New Roman" panose="02020603050405020304" pitchFamily="18" charset="0"/>
                <a:cs typeface="Times New Roman" panose="02020603050405020304" pitchFamily="18" charset="0"/>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Times New Roman" panose="02020603050405020304" pitchFamily="18" charset="0"/>
                <a:cs typeface="Times New Roman" panose="02020603050405020304" pitchFamily="18" charset="0"/>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Times New Roman" panose="02020603050405020304" pitchFamily="18" charset="0"/>
                <a:cs typeface="Times New Roman" panose="02020603050405020304" pitchFamily="18" charset="0"/>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Times New Roman" panose="02020603050405020304" pitchFamily="18" charset="0"/>
                <a:cs typeface="Times New Roman" panose="02020603050405020304" pitchFamily="18" charset="0"/>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Times New Roman" panose="02020603050405020304" pitchFamily="18" charset="0"/>
                <a:cs typeface="Times New Roman" panose="02020603050405020304" pitchFamily="18" charset="0"/>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Times New Roman" panose="02020603050405020304" pitchFamily="18" charset="0"/>
                <a:cs typeface="Times New Roman" panose="02020603050405020304" pitchFamily="18" charset="0"/>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521432"/>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6313241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10492544"/>
      </p:ext>
    </p:extLst>
  </p:cSld>
  <p:clrMapOvr>
    <a:masterClrMapping/>
  </p:clrMapOvr>
  <p:transition>
    <p:sndAc>
      <p:stSnd>
        <p:snd r:embed="rId1" name="click.wav"/>
      </p:stSnd>
    </p:sndAc>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27089029"/>
      </p:ext>
    </p:extLst>
  </p:cSld>
  <p:clrMapOvr>
    <a:masterClrMapping/>
  </p:clrMapOvr>
  <p:transition>
    <p:sndAc>
      <p:stSnd>
        <p:snd r:embed="rId1" name="click.wav"/>
      </p:stSnd>
    </p:sndAc>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97727003"/>
      </p:ext>
    </p:extLst>
  </p:cSld>
  <p:clrMapOvr>
    <a:masterClrMapping/>
  </p:clrMapOvr>
  <p:transition>
    <p:sndAc>
      <p:stSnd>
        <p:snd r:embed="rId1" name="click.wav"/>
      </p:stSnd>
    </p:sndAc>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1054089648"/>
      </p:ext>
    </p:extLst>
  </p:cSld>
  <p:clrMapOvr>
    <a:masterClrMapping/>
  </p:clrMapOvr>
  <p:transition>
    <p:sndAc>
      <p:stSnd>
        <p:snd r:embed="rId1" name="click.wav"/>
      </p:stSnd>
    </p:sndAc>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53870987"/>
      </p:ext>
    </p:extLst>
  </p:cSld>
  <p:clrMapOvr>
    <a:masterClrMapping/>
  </p:clrMapOvr>
  <p:transition>
    <p:sndAc>
      <p:stSnd>
        <p:snd r:embed="rId1" name="click.wav"/>
      </p:stSnd>
    </p:sndAc>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40779964"/>
      </p:ext>
    </p:extLst>
  </p:cSld>
  <p:clrMapOvr>
    <a:masterClrMapping/>
  </p:clrMapOvr>
  <p:transition>
    <p:sndAc>
      <p:stSnd>
        <p:snd r:embed="rId1" name="click.wav"/>
      </p:stSnd>
    </p:sndAc>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60455431"/>
      </p:ext>
    </p:extLst>
  </p:cSld>
  <p:clrMapOvr>
    <a:masterClrMapping/>
  </p:clrMapOvr>
  <p:transition>
    <p:sndAc>
      <p:stSnd>
        <p:snd r:embed="rId1" name="click.wav"/>
      </p:stSnd>
    </p:sndAc>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49455710"/>
      </p:ext>
    </p:extLst>
  </p:cSld>
  <p:clrMapOvr>
    <a:masterClrMapping/>
  </p:clrMapOvr>
  <p:transition>
    <p:sndAc>
      <p:stSnd>
        <p:snd r:embed="rId1" name="click.wav"/>
      </p:stSnd>
    </p:sndAc>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24011895"/>
      </p:ext>
    </p:extLst>
  </p:cSld>
  <p:clrMapOvr>
    <a:masterClrMapping/>
  </p:clrMapOvr>
  <p:transition>
    <p:sndAc>
      <p:stSnd>
        <p:snd r:embed="rId1" name="click.wav"/>
      </p:stSnd>
    </p:sndAc>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66964402"/>
      </p:ext>
    </p:extLst>
  </p:cSld>
  <p:clrMapOvr>
    <a:masterClrMapping/>
  </p:clrMapOvr>
  <p:transition>
    <p:sndAc>
      <p:stSnd>
        <p:snd r:embed="rId1" name="click.wav"/>
      </p:stSnd>
    </p:sndAc>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08467467"/>
      </p:ext>
    </p:extLst>
  </p:cSld>
  <p:clrMapOvr>
    <a:masterClrMapping/>
  </p:clrMapOvr>
  <p:transition>
    <p:sndAc>
      <p:stSnd>
        <p:snd r:embed="rId1" name="click.wav"/>
      </p:stSnd>
    </p:sndAc>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58396018"/>
      </p:ext>
    </p:extLst>
  </p:cSld>
  <p:clrMapOvr>
    <a:masterClrMapping/>
  </p:clrMapOvr>
  <p:transition>
    <p:sndAc>
      <p:stSnd>
        <p:snd r:embed="rId1" name="click.wav"/>
      </p:stSnd>
    </p:sndAc>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16870689"/>
      </p:ext>
    </p:extLst>
  </p:cSld>
  <p:clrMapOvr>
    <a:masterClrMapping/>
  </p:clrMapOvr>
  <p:transition>
    <p:sndAc>
      <p:stSnd>
        <p:snd r:embed="rId1" name="click.wav"/>
      </p:stSnd>
    </p:sndAc>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38273899"/>
      </p:ext>
    </p:extLst>
  </p:cSld>
  <p:clrMapOvr>
    <a:masterClrMapping/>
  </p:clrMapOvr>
  <p:transition>
    <p:sndAc>
      <p:stSnd>
        <p:snd r:embed="rId1" name="click.wav"/>
      </p:stSnd>
    </p:sndAc>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1746353"/>
      </p:ext>
    </p:extLst>
  </p:cSld>
  <p:clrMapOvr>
    <a:masterClrMapping/>
  </p:clrMapOvr>
  <p:transition>
    <p:sndAc>
      <p:stSnd>
        <p:snd r:embed="rId1" name="click.wav"/>
      </p:stSnd>
    </p:sndAc>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586515145"/>
      </p:ext>
    </p:extLst>
  </p:cSld>
  <p:clrMapOvr>
    <a:masterClrMapping/>
  </p:clrMapOvr>
  <p:transition>
    <p:sndAc>
      <p:stSnd>
        <p:snd r:embed="rId1" name="click.wav"/>
      </p:stSnd>
    </p:sndAc>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11601815"/>
      </p:ext>
    </p:extLst>
  </p:cSld>
  <p:clrMapOvr>
    <a:masterClrMapping/>
  </p:clrMapOvr>
  <p:transition>
    <p:sndAc>
      <p:stSnd>
        <p:snd r:embed="rId1" name="click.wav"/>
      </p:stSnd>
    </p:sndAc>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315916"/>
      </p:ext>
    </p:extLst>
  </p:cSld>
  <p:clrMapOvr>
    <a:masterClrMapping/>
  </p:clrMapOvr>
  <p:transition>
    <p:sndAc>
      <p:stSnd>
        <p:snd r:embed="rId1" name="click.wav"/>
      </p:stSnd>
    </p:sndAc>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15017319"/>
      </p:ext>
    </p:extLst>
  </p:cSld>
  <p:clrMapOvr>
    <a:masterClrMapping/>
  </p:clrMapOvr>
  <p:transition>
    <p:sndAc>
      <p:stSnd>
        <p:snd r:embed="rId1" name="click.wav"/>
      </p:stSnd>
    </p:sndAc>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4887850"/>
      </p:ext>
    </p:extLst>
  </p:cSld>
  <p:clrMapOvr>
    <a:masterClrMapping/>
  </p:clrMapOvr>
  <p:transition>
    <p:sndAc>
      <p:stSnd>
        <p:snd r:embed="rId1" name="click.wav"/>
      </p:stSnd>
    </p:sndAc>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49496821"/>
      </p:ext>
    </p:extLst>
  </p:cSld>
  <p:clrMapOvr>
    <a:masterClrMapping/>
  </p:clrMapOvr>
  <p:transition>
    <p:sndAc>
      <p:stSnd>
        <p:snd r:embed="rId1" name="click.wav"/>
      </p:stSnd>
    </p:sndAc>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20494618"/>
      </p:ext>
    </p:extLst>
  </p:cSld>
  <p:clrMapOvr>
    <a:masterClrMapping/>
  </p:clrMapOvr>
  <p:transition>
    <p:sndAc>
      <p:stSnd>
        <p:snd r:embed="rId1" name="click.wav"/>
      </p:stSnd>
    </p:sndAc>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57990214"/>
      </p:ext>
    </p:extLst>
  </p:cSld>
  <p:clrMapOvr>
    <a:masterClrMapping/>
  </p:clrMapOvr>
  <p:transition>
    <p:sndAc>
      <p:stSnd>
        <p:snd r:embed="rId1" name="click.wav"/>
      </p:stSnd>
    </p:sndAc>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72313422"/>
      </p:ext>
    </p:extLst>
  </p:cSld>
  <p:clrMapOvr>
    <a:masterClrMapping/>
  </p:clrMapOvr>
  <p:transition>
    <p:sndAc>
      <p:stSnd>
        <p:snd r:embed="rId1" name="click.wav"/>
      </p:stSnd>
    </p:sndAc>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50259513"/>
      </p:ext>
    </p:extLst>
  </p:cSld>
  <p:clrMapOvr>
    <a:masterClrMapping/>
  </p:clrMapOvr>
  <p:transition>
    <p:sndAc>
      <p:stSnd>
        <p:snd r:embed="rId1" name="click.wav"/>
      </p:stSnd>
    </p:sndAc>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64148433"/>
      </p:ext>
    </p:extLst>
  </p:cSld>
  <p:clrMapOvr>
    <a:masterClrMapping/>
  </p:clrMapOvr>
  <p:transition>
    <p:sndAc>
      <p:stSnd>
        <p:snd r:embed="rId1" name="click.wav"/>
      </p:stSnd>
    </p:sndAc>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30578279"/>
      </p:ext>
    </p:extLst>
  </p:cSld>
  <p:clrMapOvr>
    <a:masterClrMapping/>
  </p:clrMapOvr>
  <p:transition>
    <p:sndAc>
      <p:stSnd>
        <p:snd r:embed="rId1" name="click.wav"/>
      </p:stSnd>
    </p:sndAc>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1334849728"/>
      </p:ext>
    </p:extLst>
  </p:cSld>
  <p:clrMapOvr>
    <a:masterClrMapping/>
  </p:clrMapOvr>
  <p:transition>
    <p:sndAc>
      <p:stSnd>
        <p:snd r:embed="rId1" name="click.wav"/>
      </p:stSnd>
    </p:sndAc>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63488714"/>
      </p:ext>
    </p:extLst>
  </p:cSld>
  <p:clrMapOvr>
    <a:masterClrMapping/>
  </p:clrMapOvr>
  <p:transition>
    <p:sndAc>
      <p:stSnd>
        <p:snd r:embed="rId1" name="click.wav"/>
      </p:stSnd>
    </p:sndAc>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77139830"/>
      </p:ext>
    </p:extLst>
  </p:cSld>
  <p:clrMapOvr>
    <a:masterClrMapping/>
  </p:clrMapOvr>
  <p:transition>
    <p:sndAc>
      <p:stSnd>
        <p:snd r:embed="rId1" name="click.wav"/>
      </p:stSnd>
    </p:sndAc>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9133453"/>
      </p:ext>
    </p:extLst>
  </p:cSld>
  <p:clrMapOvr>
    <a:masterClrMapping/>
  </p:clrMapOvr>
  <p:transition>
    <p:sndAc>
      <p:stSnd>
        <p:snd r:embed="rId1" name="click.wav"/>
      </p:stSnd>
    </p:sndAc>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73693698"/>
      </p:ext>
    </p:extLst>
  </p:cSld>
  <p:clrMapOvr>
    <a:masterClrMapping/>
  </p:clrMapOvr>
  <p:transition>
    <p:sndAc>
      <p:stSnd>
        <p:snd r:embed="rId1" name="click.wav"/>
      </p:stSnd>
    </p:sndAc>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52052954"/>
      </p:ext>
    </p:extLst>
  </p:cSld>
  <p:clrMapOvr>
    <a:masterClrMapping/>
  </p:clrMapOvr>
  <p:transition>
    <p:sndAc>
      <p:stSnd>
        <p:snd r:embed="rId1" name="click.wav"/>
      </p:stSnd>
    </p:sndAc>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44308431"/>
      </p:ext>
    </p:extLst>
  </p:cSld>
  <p:clrMapOvr>
    <a:masterClrMapping/>
  </p:clrMapOvr>
  <p:transition>
    <p:sndAc>
      <p:stSnd>
        <p:snd r:embed="rId1" name="click.wav"/>
      </p:stSnd>
    </p:sndAc>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63504853"/>
      </p:ext>
    </p:extLst>
  </p:cSld>
  <p:clrMapOvr>
    <a:masterClrMapping/>
  </p:clrMapOvr>
  <p:transition>
    <p:sndAc>
      <p:stSnd>
        <p:snd r:embed="rId1" name="click.wav"/>
      </p:stSnd>
    </p:sndAc>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Times New Roman" panose="02020603050405020304" pitchFamily="18" charset="0"/>
                <a:cs typeface="Times New Roman" panose="02020603050405020304" pitchFamily="18" charset="0"/>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15472839"/>
      </p:ext>
    </p:extLst>
  </p:cSld>
  <p:clrMapOvr>
    <a:masterClrMapping/>
  </p:clrMapOvr>
  <p:transition>
    <p:sndAc>
      <p:stSnd>
        <p:snd r:embed="rId1" name="click.wav"/>
      </p:stSnd>
    </p:sndAc>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06632829"/>
      </p:ext>
    </p:extLst>
  </p:cSld>
  <p:clrMapOvr>
    <a:masterClrMapping/>
  </p:clrMapOvr>
  <p:transition>
    <p:sndAc>
      <p:stSnd>
        <p:snd r:embed="rId1" name="click.wav"/>
      </p:stSnd>
    </p:sndAc>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16598676"/>
      </p:ext>
    </p:extLst>
  </p:cSld>
  <p:clrMapOvr>
    <a:masterClrMapping/>
  </p:clrMapOvr>
  <p:transition>
    <p:sndAc>
      <p:stSnd>
        <p:snd r:embed="rId1" name="click.wav"/>
      </p:stSnd>
    </p:sndAc>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51109234"/>
      </p:ext>
    </p:extLst>
  </p:cSld>
  <p:clrMapOvr>
    <a:masterClrMapping/>
  </p:clrMapOvr>
  <p:transition>
    <p:sndAc>
      <p:stSnd>
        <p:snd r:embed="rId1" name="click.wav"/>
      </p:stSnd>
    </p:sndAc>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08898297"/>
      </p:ext>
    </p:extLst>
  </p:cSld>
  <p:clrMapOvr>
    <a:masterClrMapping/>
  </p:clrMapOvr>
  <p:transition>
    <p:sndAc>
      <p:stSnd>
        <p:snd r:embed="rId1" name="click.wav"/>
      </p:stSnd>
    </p:sndAc>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2919663635"/>
      </p:ext>
    </p:extLst>
  </p:cSld>
  <p:clrMapOvr>
    <a:masterClrMapping/>
  </p:clrMapOvr>
  <p:transition>
    <p:sndAc>
      <p:stSnd>
        <p:snd r:embed="rId1" name="click.wav"/>
      </p:stSnd>
    </p:sndAc>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37072292"/>
      </p:ext>
    </p:extLst>
  </p:cSld>
  <p:clrMapOvr>
    <a:masterClrMapping/>
  </p:clrMapOvr>
  <p:transition>
    <p:sndAc>
      <p:stSnd>
        <p:snd r:embed="rId1" name="click.wav"/>
      </p:stSnd>
    </p:sndAc>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39662465"/>
      </p:ext>
    </p:extLst>
  </p:cSld>
  <p:clrMapOvr>
    <a:masterClrMapping/>
  </p:clrMapOvr>
  <p:transition>
    <p:sndAc>
      <p:stSnd>
        <p:snd r:embed="rId1" name="click.wav"/>
      </p:stSnd>
    </p:sndAc>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Times New Roman" panose="02020603050405020304" pitchFamily="18" charset="0"/>
                <a:cs typeface="Times New Roman" panose="02020603050405020304" pitchFamily="18" charset="0"/>
              </a:defRPr>
            </a:lvl1pPr>
            <a:lvl2pPr algn="r" rtl="1">
              <a:buFont typeface="Wingdings" pitchFamily="2" charset="2"/>
              <a:buChar char="§"/>
              <a:defRPr sz="2400">
                <a:latin typeface="Times New Roman" panose="02020603050405020304" pitchFamily="18" charset="0"/>
                <a:cs typeface="Times New Roman" panose="02020603050405020304" pitchFamily="18" charset="0"/>
              </a:defRPr>
            </a:lvl2pPr>
            <a:lvl3pPr algn="r" rtl="1">
              <a:buFont typeface="Wingdings" pitchFamily="2" charset="2"/>
              <a:buChar char="§"/>
              <a:defRPr sz="2400">
                <a:latin typeface="Times New Roman" panose="02020603050405020304" pitchFamily="18" charset="0"/>
                <a:cs typeface="Times New Roman" panose="02020603050405020304" pitchFamily="18" charset="0"/>
              </a:defRPr>
            </a:lvl3pPr>
            <a:lvl4pPr algn="r" rtl="1">
              <a:buFont typeface="Wingdings" pitchFamily="2" charset="2"/>
              <a:buChar char="§"/>
              <a:defRPr sz="2400">
                <a:latin typeface="Times New Roman" panose="02020603050405020304" pitchFamily="18" charset="0"/>
                <a:cs typeface="Times New Roman" panose="02020603050405020304" pitchFamily="18" charset="0"/>
              </a:defRPr>
            </a:lvl4pPr>
            <a:lvl5pPr algn="r" rtl="1">
              <a:buFont typeface="Wingdings" pitchFamily="2" charset="2"/>
              <a:buChar char="§"/>
              <a:defRPr sz="2400">
                <a:latin typeface="Times New Roman" panose="02020603050405020304" pitchFamily="18" charset="0"/>
                <a:cs typeface="Times New Roman" panose="02020603050405020304" pitchFamily="18" charset="0"/>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60114295"/>
      </p:ext>
    </p:extLst>
  </p:cSld>
  <p:clrMapOvr>
    <a:masterClrMapping/>
  </p:clrMapOvr>
  <p:transition>
    <p:sndAc>
      <p:stSnd>
        <p:snd r:embed="rId1" name="click.wav"/>
      </p:stSnd>
    </p:sndAc>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66395932"/>
      </p:ext>
    </p:extLst>
  </p:cSld>
  <p:clrMapOvr>
    <a:masterClrMapping/>
  </p:clrMapOvr>
  <p:transition>
    <p:sndAc>
      <p:stSnd>
        <p:snd r:embed="rId1" name="click.wav"/>
      </p:stSnd>
    </p:sndAc>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37073188"/>
      </p:ext>
    </p:extLst>
  </p:cSld>
  <p:clrMapOvr>
    <a:masterClrMapping/>
  </p:clrMapOvr>
  <p:transition>
    <p:sndAc>
      <p:stSnd>
        <p:snd r:embed="rId1" name="click.wav"/>
      </p:stSnd>
    </p:sndAc>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Times New Roman" panose="02020603050405020304" pitchFamily="18" charset="0"/>
                <a:cs typeface="Times New Roman" panose="02020603050405020304" pitchFamily="18" charset="0"/>
              </a:defRPr>
            </a:lvl1pPr>
            <a:lvl2pPr algn="r" rtl="1">
              <a:buFont typeface="Wingdings" pitchFamily="2" charset="2"/>
              <a:buChar char="§"/>
              <a:defRPr>
                <a:latin typeface="Times New Roman" panose="02020603050405020304" pitchFamily="18" charset="0"/>
                <a:cs typeface="Times New Roman" panose="02020603050405020304" pitchFamily="18" charset="0"/>
              </a:defRPr>
            </a:lvl2pPr>
            <a:lvl3pPr algn="r" rtl="1">
              <a:buFont typeface="Wingdings" pitchFamily="2" charset="2"/>
              <a:buChar char="§"/>
              <a:defRPr>
                <a:latin typeface="Times New Roman" panose="02020603050405020304" pitchFamily="18" charset="0"/>
                <a:cs typeface="Times New Roman" panose="02020603050405020304" pitchFamily="18" charset="0"/>
              </a:defRPr>
            </a:lvl3pPr>
            <a:lvl4pPr algn="r" rtl="1">
              <a:buFont typeface="Wingdings" pitchFamily="2" charset="2"/>
              <a:buChar char="§"/>
              <a:defRPr>
                <a:latin typeface="Times New Roman" panose="02020603050405020304" pitchFamily="18" charset="0"/>
                <a:cs typeface="Times New Roman" panose="02020603050405020304" pitchFamily="18" charset="0"/>
              </a:defRPr>
            </a:lvl4pPr>
            <a:lvl5pPr algn="r" rtl="1">
              <a:buFont typeface="Wingdings" pitchFamily="2" charset="2"/>
              <a:buChar char="§"/>
              <a:defRPr>
                <a:latin typeface="Times New Roman" panose="02020603050405020304" pitchFamily="18" charset="0"/>
                <a:cs typeface="Times New Roman" panose="02020603050405020304" pitchFamily="18" charset="0"/>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33131022"/>
      </p:ext>
    </p:extLst>
  </p:cSld>
  <p:clrMapOvr>
    <a:masterClrMapping/>
  </p:clrMapOvr>
  <p:transition>
    <p:sndAc>
      <p:stSnd>
        <p:snd r:embed="rId1" name="click.wav"/>
      </p:stSnd>
    </p:sndAc>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28944972"/>
      </p:ext>
    </p:extLst>
  </p:cSld>
  <p:clrMapOvr>
    <a:masterClrMapping/>
  </p:clrMapOvr>
  <p:transition>
    <p:sndAc>
      <p:stSnd>
        <p:snd r:embed="rId1" name="click.wav"/>
      </p:stSnd>
    </p:sndAc>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Times New Roman" panose="02020603050405020304" pitchFamily="18" charset="0"/>
                <a:cs typeface="Times New Roman" panose="02020603050405020304" pitchFamily="18" charset="0"/>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56286527"/>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5.jpe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6.jpe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6" Type="http://schemas.openxmlformats.org/officeDocument/2006/relationships/image" Target="../media/image7.jpeg"/><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audio" Target="../media/audio1.bin"/><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theme" Target="../theme/theme7.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image" Target="../media/image8.jpeg"/><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5.xml"/><Relationship Id="rId13" Type="http://schemas.openxmlformats.org/officeDocument/2006/relationships/theme" Target="../theme/theme8.xml"/><Relationship Id="rId3" Type="http://schemas.openxmlformats.org/officeDocument/2006/relationships/slideLayout" Target="../slideLayouts/slideLayout90.xml"/><Relationship Id="rId7" Type="http://schemas.openxmlformats.org/officeDocument/2006/relationships/slideLayout" Target="../slideLayouts/slideLayout94.xml"/><Relationship Id="rId12" Type="http://schemas.openxmlformats.org/officeDocument/2006/relationships/slideLayout" Target="../slideLayouts/slideLayout99.xml"/><Relationship Id="rId2" Type="http://schemas.openxmlformats.org/officeDocument/2006/relationships/slideLayout" Target="../slideLayouts/slideLayout89.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5" Type="http://schemas.openxmlformats.org/officeDocument/2006/relationships/slideLayout" Target="../slideLayouts/slideLayout92.xml"/><Relationship Id="rId15" Type="http://schemas.openxmlformats.org/officeDocument/2006/relationships/image" Target="../media/image9.jpeg"/><Relationship Id="rId10" Type="http://schemas.openxmlformats.org/officeDocument/2006/relationships/slideLayout" Target="../slideLayouts/slideLayout97.xml"/><Relationship Id="rId4" Type="http://schemas.openxmlformats.org/officeDocument/2006/relationships/slideLayout" Target="../slideLayouts/slideLayout91.xml"/><Relationship Id="rId9" Type="http://schemas.openxmlformats.org/officeDocument/2006/relationships/slideLayout" Target="../slideLayouts/slideLayout96.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theme" Target="../theme/theme9.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slideLayout" Target="../slideLayouts/slideLayout111.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5" Type="http://schemas.openxmlformats.org/officeDocument/2006/relationships/image" Target="../media/image10.jpeg"/><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9.xml"/><Relationship Id="rId13" Type="http://schemas.openxmlformats.org/officeDocument/2006/relationships/theme" Target="../theme/theme10.xml"/><Relationship Id="rId3" Type="http://schemas.openxmlformats.org/officeDocument/2006/relationships/slideLayout" Target="../slideLayouts/slideLayout114.xml"/><Relationship Id="rId7" Type="http://schemas.openxmlformats.org/officeDocument/2006/relationships/slideLayout" Target="../slideLayouts/slideLayout118.xml"/><Relationship Id="rId12" Type="http://schemas.openxmlformats.org/officeDocument/2006/relationships/slideLayout" Target="../slideLayouts/slideLayout123.xml"/><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5" Type="http://schemas.openxmlformats.org/officeDocument/2006/relationships/slideLayout" Target="../slideLayouts/slideLayout116.xml"/><Relationship Id="rId15" Type="http://schemas.openxmlformats.org/officeDocument/2006/relationships/image" Target="../media/image11.png"/><Relationship Id="rId10" Type="http://schemas.openxmlformats.org/officeDocument/2006/relationships/slideLayout" Target="../slideLayouts/slideLayout121.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audio" Target="../media/audio1.bin"/></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31.xml"/><Relationship Id="rId13" Type="http://schemas.openxmlformats.org/officeDocument/2006/relationships/theme" Target="../theme/theme11.xml"/><Relationship Id="rId3" Type="http://schemas.openxmlformats.org/officeDocument/2006/relationships/slideLayout" Target="../slideLayouts/slideLayout126.xml"/><Relationship Id="rId7" Type="http://schemas.openxmlformats.org/officeDocument/2006/relationships/slideLayout" Target="../slideLayouts/slideLayout130.xml"/><Relationship Id="rId12" Type="http://schemas.openxmlformats.org/officeDocument/2006/relationships/slideLayout" Target="../slideLayouts/slideLayout135.xml"/><Relationship Id="rId2" Type="http://schemas.openxmlformats.org/officeDocument/2006/relationships/slideLayout" Target="../slideLayouts/slideLayout125.xml"/><Relationship Id="rId1" Type="http://schemas.openxmlformats.org/officeDocument/2006/relationships/slideLayout" Target="../slideLayouts/slideLayout124.xml"/><Relationship Id="rId6" Type="http://schemas.openxmlformats.org/officeDocument/2006/relationships/slideLayout" Target="../slideLayouts/slideLayout129.xml"/><Relationship Id="rId11" Type="http://schemas.openxmlformats.org/officeDocument/2006/relationships/slideLayout" Target="../slideLayouts/slideLayout134.xml"/><Relationship Id="rId5" Type="http://schemas.openxmlformats.org/officeDocument/2006/relationships/slideLayout" Target="../slideLayouts/slideLayout128.xml"/><Relationship Id="rId15" Type="http://schemas.openxmlformats.org/officeDocument/2006/relationships/image" Target="../media/image12.png"/><Relationship Id="rId10" Type="http://schemas.openxmlformats.org/officeDocument/2006/relationships/slideLayout" Target="../slideLayouts/slideLayout133.xml"/><Relationship Id="rId4" Type="http://schemas.openxmlformats.org/officeDocument/2006/relationships/slideLayout" Target="../slideLayouts/slideLayout127.xml"/><Relationship Id="rId9" Type="http://schemas.openxmlformats.org/officeDocument/2006/relationships/slideLayout" Target="../slideLayouts/slideLayout132.xml"/><Relationship Id="rId14" Type="http://schemas.openxmlformats.org/officeDocument/2006/relationships/audio" Target="../media/audio1.bin"/></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3.xml"/><Relationship Id="rId13" Type="http://schemas.openxmlformats.org/officeDocument/2006/relationships/theme" Target="../theme/theme12.xml"/><Relationship Id="rId3" Type="http://schemas.openxmlformats.org/officeDocument/2006/relationships/slideLayout" Target="../slideLayouts/slideLayout138.xml"/><Relationship Id="rId7" Type="http://schemas.openxmlformats.org/officeDocument/2006/relationships/slideLayout" Target="../slideLayouts/slideLayout142.xml"/><Relationship Id="rId12" Type="http://schemas.openxmlformats.org/officeDocument/2006/relationships/slideLayout" Target="../slideLayouts/slideLayout147.xml"/><Relationship Id="rId2" Type="http://schemas.openxmlformats.org/officeDocument/2006/relationships/slideLayout" Target="../slideLayouts/slideLayout137.xml"/><Relationship Id="rId1" Type="http://schemas.openxmlformats.org/officeDocument/2006/relationships/slideLayout" Target="../slideLayouts/slideLayout136.xml"/><Relationship Id="rId6" Type="http://schemas.openxmlformats.org/officeDocument/2006/relationships/slideLayout" Target="../slideLayouts/slideLayout141.xml"/><Relationship Id="rId11" Type="http://schemas.openxmlformats.org/officeDocument/2006/relationships/slideLayout" Target="../slideLayouts/slideLayout146.xml"/><Relationship Id="rId5" Type="http://schemas.openxmlformats.org/officeDocument/2006/relationships/slideLayout" Target="../slideLayouts/slideLayout140.xml"/><Relationship Id="rId15" Type="http://schemas.openxmlformats.org/officeDocument/2006/relationships/image" Target="../media/image13.png"/><Relationship Id="rId10" Type="http://schemas.openxmlformats.org/officeDocument/2006/relationships/slideLayout" Target="../slideLayouts/slideLayout145.xml"/><Relationship Id="rId4" Type="http://schemas.openxmlformats.org/officeDocument/2006/relationships/slideLayout" Target="../slideLayouts/slideLayout139.xml"/><Relationship Id="rId9" Type="http://schemas.openxmlformats.org/officeDocument/2006/relationships/slideLayout" Target="../slideLayouts/slideLayout144.xml"/><Relationship Id="rId14" Type="http://schemas.openxmlformats.org/officeDocument/2006/relationships/audio" Target="../media/audio1.bin"/></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5.xml"/><Relationship Id="rId13" Type="http://schemas.openxmlformats.org/officeDocument/2006/relationships/slideLayout" Target="../slideLayouts/slideLayout160.xml"/><Relationship Id="rId3" Type="http://schemas.openxmlformats.org/officeDocument/2006/relationships/slideLayout" Target="../slideLayouts/slideLayout150.xml"/><Relationship Id="rId7" Type="http://schemas.openxmlformats.org/officeDocument/2006/relationships/slideLayout" Target="../slideLayouts/slideLayout154.xml"/><Relationship Id="rId12" Type="http://schemas.openxmlformats.org/officeDocument/2006/relationships/slideLayout" Target="../slideLayouts/slideLayout159.xml"/><Relationship Id="rId2" Type="http://schemas.openxmlformats.org/officeDocument/2006/relationships/slideLayout" Target="../slideLayouts/slideLayout149.xml"/><Relationship Id="rId16" Type="http://schemas.openxmlformats.org/officeDocument/2006/relationships/image" Target="../media/image14.png"/><Relationship Id="rId1" Type="http://schemas.openxmlformats.org/officeDocument/2006/relationships/slideLayout" Target="../slideLayouts/slideLayout148.xml"/><Relationship Id="rId6" Type="http://schemas.openxmlformats.org/officeDocument/2006/relationships/slideLayout" Target="../slideLayouts/slideLayout153.xml"/><Relationship Id="rId11" Type="http://schemas.openxmlformats.org/officeDocument/2006/relationships/slideLayout" Target="../slideLayouts/slideLayout158.xml"/><Relationship Id="rId5" Type="http://schemas.openxmlformats.org/officeDocument/2006/relationships/slideLayout" Target="../slideLayouts/slideLayout152.xml"/><Relationship Id="rId15" Type="http://schemas.openxmlformats.org/officeDocument/2006/relationships/audio" Target="../media/audio1.bin"/><Relationship Id="rId10" Type="http://schemas.openxmlformats.org/officeDocument/2006/relationships/slideLayout" Target="../slideLayouts/slideLayout157.xml"/><Relationship Id="rId4" Type="http://schemas.openxmlformats.org/officeDocument/2006/relationships/slideLayout" Target="../slideLayouts/slideLayout151.xml"/><Relationship Id="rId9" Type="http://schemas.openxmlformats.org/officeDocument/2006/relationships/slideLayout" Target="../slideLayouts/slideLayout156.xml"/><Relationship Id="rId14"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8.xml"/><Relationship Id="rId13" Type="http://schemas.openxmlformats.org/officeDocument/2006/relationships/slideLayout" Target="../slideLayouts/slideLayout173.xml"/><Relationship Id="rId3" Type="http://schemas.openxmlformats.org/officeDocument/2006/relationships/slideLayout" Target="../slideLayouts/slideLayout163.xml"/><Relationship Id="rId7" Type="http://schemas.openxmlformats.org/officeDocument/2006/relationships/slideLayout" Target="../slideLayouts/slideLayout167.xml"/><Relationship Id="rId12" Type="http://schemas.openxmlformats.org/officeDocument/2006/relationships/slideLayout" Target="../slideLayouts/slideLayout172.xml"/><Relationship Id="rId2" Type="http://schemas.openxmlformats.org/officeDocument/2006/relationships/slideLayout" Target="../slideLayouts/slideLayout162.xml"/><Relationship Id="rId16" Type="http://schemas.openxmlformats.org/officeDocument/2006/relationships/image" Target="../media/image15.png"/><Relationship Id="rId1" Type="http://schemas.openxmlformats.org/officeDocument/2006/relationships/slideLayout" Target="../slideLayouts/slideLayout161.xml"/><Relationship Id="rId6" Type="http://schemas.openxmlformats.org/officeDocument/2006/relationships/slideLayout" Target="../slideLayouts/slideLayout166.xml"/><Relationship Id="rId11" Type="http://schemas.openxmlformats.org/officeDocument/2006/relationships/slideLayout" Target="../slideLayouts/slideLayout171.xml"/><Relationship Id="rId5" Type="http://schemas.openxmlformats.org/officeDocument/2006/relationships/slideLayout" Target="../slideLayouts/slideLayout165.xml"/><Relationship Id="rId15" Type="http://schemas.openxmlformats.org/officeDocument/2006/relationships/audio" Target="../media/audio1.bin"/><Relationship Id="rId10" Type="http://schemas.openxmlformats.org/officeDocument/2006/relationships/slideLayout" Target="../slideLayouts/slideLayout170.xml"/><Relationship Id="rId4" Type="http://schemas.openxmlformats.org/officeDocument/2006/relationships/slideLayout" Target="../slideLayouts/slideLayout164.xml"/><Relationship Id="rId9" Type="http://schemas.openxmlformats.org/officeDocument/2006/relationships/slideLayout" Target="../slideLayouts/slideLayout169.xml"/><Relationship Id="rId14" Type="http://schemas.openxmlformats.org/officeDocument/2006/relationships/theme" Target="../theme/theme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Times New Roman" panose="02020603050405020304" pitchFamily="18" charset="0"/>
                <a:ea typeface="+mn-ea"/>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Times New Roman" panose="02020603050405020304" pitchFamily="18" charset="0"/>
                <a:cs typeface="Times New Roman" panose="02020603050405020304" pitchFamily="18" charset="0"/>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Times New Roman" panose="02020603050405020304" pitchFamily="18" charset="0"/>
                <a:ea typeface="+mn-ea"/>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Times New Roman" panose="02020603050405020304" pitchFamily="18" charset="0"/>
                <a:cs typeface="Times New Roman" panose="02020603050405020304" pitchFamily="18" charset="0"/>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Times New Roman" panose="02020603050405020304" pitchFamily="18" charset="0"/>
                <a:ea typeface="+mn-ea"/>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Times New Roman" panose="02020603050405020304" pitchFamily="18" charset="0"/>
                <a:cs typeface="Times New Roman" panose="02020603050405020304" pitchFamily="18" charset="0"/>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Times New Roman" panose="02020603050405020304" pitchFamily="18" charset="0"/>
                <a:ea typeface="+mn-ea"/>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Times New Roman" panose="02020603050405020304" pitchFamily="18" charset="0"/>
                <a:cs typeface="Times New Roman" panose="02020603050405020304" pitchFamily="18" charset="0"/>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Times New Roman" panose="02020603050405020304" pitchFamily="18" charset="0"/>
                <a:ea typeface="+mn-ea"/>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Times New Roman" panose="02020603050405020304" pitchFamily="18" charset="0"/>
                <a:cs typeface="Times New Roman" panose="02020603050405020304" pitchFamily="18" charset="0"/>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Times New Roman" panose="02020603050405020304" pitchFamily="18" charset="0"/>
                <a:ea typeface="+mn-ea"/>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Times New Roman" panose="02020603050405020304" pitchFamily="18" charset="0"/>
                <a:cs typeface="Times New Roman" panose="02020603050405020304" pitchFamily="18" charset="0"/>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Times New Roman" panose="02020603050405020304" pitchFamily="18" charset="0"/>
                <a:ea typeface="+mn-ea"/>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Times New Roman" panose="02020603050405020304" pitchFamily="18" charset="0"/>
                <a:cs typeface="Times New Roman" panose="02020603050405020304" pitchFamily="18" charset="0"/>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Times New Roman" panose="02020603050405020304" pitchFamily="18" charset="0"/>
                <a:ea typeface="+mn-ea"/>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Times New Roman" panose="02020603050405020304" pitchFamily="18" charset="0"/>
                <a:cs typeface="Times New Roman" panose="02020603050405020304" pitchFamily="18" charset="0"/>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Times New Roman" panose="02020603050405020304" pitchFamily="18" charset="0"/>
                <a:ea typeface="+mn-ea"/>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Times New Roman" panose="02020603050405020304" pitchFamily="18" charset="0"/>
                <a:cs typeface="Times New Roman" panose="02020603050405020304" pitchFamily="18" charset="0"/>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Times New Roman" panose="02020603050405020304" pitchFamily="18" charset="0"/>
                <a:ea typeface="+mn-ea"/>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pic>
        <p:nvPicPr>
          <p:cNvPr id="3" name="Picture 2">
            <a:extLst>
              <a:ext uri="{FF2B5EF4-FFF2-40B4-BE49-F238E27FC236}">
                <a16:creationId xmlns:a16="http://schemas.microsoft.com/office/drawing/2014/main" id="{92384E05-9E1C-E490-9AFD-934E80BEE906}"/>
              </a:ext>
            </a:extLst>
          </p:cNvPr>
          <p:cNvPicPr>
            <a:picLocks noChangeAspect="1"/>
          </p:cNvPicPr>
          <p:nvPr userDrawn="1"/>
        </p:nvPicPr>
        <p:blipFill>
          <a:blip r:embed="rId15">
            <a:extLst>
              <a:ext uri="{28A0092B-C50C-407E-A947-70E740481C1C}">
                <a14:useLocalDpi xmlns:a14="http://schemas.microsoft.com/office/drawing/2010/main"/>
              </a:ext>
            </a:extLst>
          </a:blip>
          <a:stretch>
            <a:fillRect/>
          </a:stretch>
        </p:blipFill>
        <p:spPr>
          <a:xfrm>
            <a:off x="0" y="-11112"/>
            <a:ext cx="9144000" cy="1076325"/>
          </a:xfrm>
          <a:prstGeom prst="rect">
            <a:avLst/>
          </a:prstGeom>
        </p:spPr>
      </p:pic>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Times New Roman" panose="02020603050405020304" pitchFamily="18" charset="0"/>
                <a:cs typeface="Times New Roman" panose="02020603050405020304" pitchFamily="18" charset="0"/>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Times New Roman" panose="02020603050405020304" pitchFamily="18" charset="0"/>
                <a:ea typeface="+mn-ea"/>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pic>
        <p:nvPicPr>
          <p:cNvPr id="5" name="Picture 4">
            <a:extLst>
              <a:ext uri="{FF2B5EF4-FFF2-40B4-BE49-F238E27FC236}">
                <a16:creationId xmlns:a16="http://schemas.microsoft.com/office/drawing/2014/main" id="{8808BF29-9A3B-CF6C-9FC1-DF71046C0764}"/>
              </a:ext>
            </a:extLst>
          </p:cNvPr>
          <p:cNvPicPr>
            <a:picLocks noChangeAspect="1"/>
          </p:cNvPicPr>
          <p:nvPr userDrawn="1"/>
        </p:nvPicPr>
        <p:blipFill>
          <a:blip r:embed="rId15">
            <a:extLst>
              <a:ext uri="{28A0092B-C50C-407E-A947-70E740481C1C}">
                <a14:useLocalDpi xmlns:a14="http://schemas.microsoft.com/office/drawing/2010/main"/>
              </a:ext>
            </a:extLst>
          </a:blip>
          <a:stretch>
            <a:fillRect/>
          </a:stretch>
        </p:blipFill>
        <p:spPr>
          <a:xfrm>
            <a:off x="0" y="-27384"/>
            <a:ext cx="9144000" cy="1076325"/>
          </a:xfrm>
          <a:prstGeom prst="rect">
            <a:avLst/>
          </a:prstGeom>
        </p:spPr>
      </p:pic>
    </p:spTree>
    <p:extLst>
      <p:ext uri="{BB962C8B-B14F-4D97-AF65-F5344CB8AC3E}">
        <p14:creationId xmlns:p14="http://schemas.microsoft.com/office/powerpoint/2010/main" val="571902250"/>
      </p:ext>
    </p:extLst>
  </p:cSld>
  <p:clrMap bg1="lt1" tx1="dk1" bg2="lt2" tx2="dk2" accent1="accent1" accent2="accent2" accent3="accent3" accent4="accent4" accent5="accent5" accent6="accent6" hlink="hlink" folHlink="folHlink"/>
  <p:sldLayoutIdLst>
    <p:sldLayoutId id="2147484933" r:id="rId1"/>
    <p:sldLayoutId id="2147484934" r:id="rId2"/>
    <p:sldLayoutId id="2147484935" r:id="rId3"/>
    <p:sldLayoutId id="2147484936" r:id="rId4"/>
    <p:sldLayoutId id="2147484937" r:id="rId5"/>
    <p:sldLayoutId id="2147484938" r:id="rId6"/>
    <p:sldLayoutId id="2147484939" r:id="rId7"/>
    <p:sldLayoutId id="2147484940" r:id="rId8"/>
    <p:sldLayoutId id="2147484941" r:id="rId9"/>
    <p:sldLayoutId id="2147484942" r:id="rId10"/>
    <p:sldLayoutId id="2147484943" r:id="rId11"/>
    <p:sldLayoutId id="2147484944"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Times New Roman" panose="02020603050405020304" pitchFamily="18" charset="0"/>
                <a:cs typeface="Times New Roman" panose="02020603050405020304" pitchFamily="18" charset="0"/>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Times New Roman" panose="02020603050405020304" pitchFamily="18" charset="0"/>
                <a:ea typeface="+mn-ea"/>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pic>
        <p:nvPicPr>
          <p:cNvPr id="3" name="Picture 2">
            <a:extLst>
              <a:ext uri="{FF2B5EF4-FFF2-40B4-BE49-F238E27FC236}">
                <a16:creationId xmlns:a16="http://schemas.microsoft.com/office/drawing/2014/main" id="{1E828300-C9A3-A6C9-BCC9-A9F536AAE611}"/>
              </a:ext>
            </a:extLst>
          </p:cNvPr>
          <p:cNvPicPr>
            <a:picLocks noChangeAspect="1"/>
          </p:cNvPicPr>
          <p:nvPr userDrawn="1"/>
        </p:nvPicPr>
        <p:blipFill>
          <a:blip r:embed="rId15">
            <a:extLst>
              <a:ext uri="{28A0092B-C50C-407E-A947-70E740481C1C}">
                <a14:useLocalDpi xmlns:a14="http://schemas.microsoft.com/office/drawing/2010/main"/>
              </a:ext>
            </a:extLst>
          </a:blip>
          <a:stretch>
            <a:fillRect/>
          </a:stretch>
        </p:blipFill>
        <p:spPr>
          <a:xfrm>
            <a:off x="0" y="0"/>
            <a:ext cx="9144000" cy="1076325"/>
          </a:xfrm>
          <a:prstGeom prst="rect">
            <a:avLst/>
          </a:prstGeom>
        </p:spPr>
      </p:pic>
    </p:spTree>
    <p:extLst>
      <p:ext uri="{BB962C8B-B14F-4D97-AF65-F5344CB8AC3E}">
        <p14:creationId xmlns:p14="http://schemas.microsoft.com/office/powerpoint/2010/main" val="325816024"/>
      </p:ext>
    </p:extLst>
  </p:cSld>
  <p:clrMap bg1="lt1" tx1="dk1" bg2="lt2" tx2="dk2" accent1="accent1" accent2="accent2" accent3="accent3" accent4="accent4" accent5="accent5" accent6="accent6" hlink="hlink" folHlink="folHlink"/>
  <p:sldLayoutIdLst>
    <p:sldLayoutId id="2147484946" r:id="rId1"/>
    <p:sldLayoutId id="2147484947" r:id="rId2"/>
    <p:sldLayoutId id="2147484948" r:id="rId3"/>
    <p:sldLayoutId id="2147484949" r:id="rId4"/>
    <p:sldLayoutId id="2147484950" r:id="rId5"/>
    <p:sldLayoutId id="2147484951" r:id="rId6"/>
    <p:sldLayoutId id="2147484952" r:id="rId7"/>
    <p:sldLayoutId id="2147484953" r:id="rId8"/>
    <p:sldLayoutId id="2147484954" r:id="rId9"/>
    <p:sldLayoutId id="2147484955" r:id="rId10"/>
    <p:sldLayoutId id="2147484956" r:id="rId11"/>
    <p:sldLayoutId id="2147484957"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Times New Roman" panose="02020603050405020304" pitchFamily="18" charset="0"/>
                <a:cs typeface="Times New Roman" panose="02020603050405020304" pitchFamily="18" charset="0"/>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Times New Roman" panose="02020603050405020304" pitchFamily="18" charset="0"/>
                <a:ea typeface="+mn-ea"/>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pic>
        <p:nvPicPr>
          <p:cNvPr id="7" name="Picture 6">
            <a:extLst>
              <a:ext uri="{FF2B5EF4-FFF2-40B4-BE49-F238E27FC236}">
                <a16:creationId xmlns:a16="http://schemas.microsoft.com/office/drawing/2014/main" id="{4522E3A4-E28B-4504-B7B9-B5AE85358764}"/>
              </a:ext>
            </a:extLst>
          </p:cNvPr>
          <p:cNvPicPr>
            <a:picLocks noChangeAspect="1"/>
          </p:cNvPicPr>
          <p:nvPr userDrawn="1"/>
        </p:nvPicPr>
        <p:blipFill>
          <a:blip r:embed="rId16">
            <a:extLst>
              <a:ext uri="{28A0092B-C50C-407E-A947-70E740481C1C}">
                <a14:useLocalDpi xmlns:a14="http://schemas.microsoft.com/office/drawing/2010/main"/>
              </a:ext>
            </a:extLst>
          </a:blip>
          <a:srcRect/>
          <a:stretch/>
        </p:blipFill>
        <p:spPr>
          <a:xfrm>
            <a:off x="1" y="-14089"/>
            <a:ext cx="9143997" cy="1076325"/>
          </a:xfrm>
          <a:prstGeom prst="rect">
            <a:avLst/>
          </a:prstGeom>
        </p:spPr>
      </p:pic>
      <p:sp>
        <p:nvSpPr>
          <p:cNvPr id="8" name="Rectangle 7">
            <a:extLst>
              <a:ext uri="{FF2B5EF4-FFF2-40B4-BE49-F238E27FC236}">
                <a16:creationId xmlns:a16="http://schemas.microsoft.com/office/drawing/2014/main" id="{5E49BB0E-6EB6-43CA-924D-BF544EA2E49A}"/>
              </a:ext>
            </a:extLst>
          </p:cNvPr>
          <p:cNvSpPr/>
          <p:nvPr userDrawn="1"/>
        </p:nvSpPr>
        <p:spPr>
          <a:xfrm>
            <a:off x="189038" y="118185"/>
            <a:ext cx="3744415" cy="850819"/>
          </a:xfrm>
          <a:prstGeom prst="rect">
            <a:avLst/>
          </a:prstGeom>
          <a:noFill/>
          <a:ln>
            <a:noFill/>
          </a:ln>
        </p:spPr>
        <p:txBody>
          <a:bodyPr wrap="none" lIns="0" tIns="0" rIns="0" bIns="0" rtlCol="1">
            <a:noAutofit/>
          </a:bodyPr>
          <a:lstStyle/>
          <a:p>
            <a:pPr indent="0" algn="l" rtl="1">
              <a:lnSpc>
                <a:spcPct val="130000"/>
              </a:lnSpc>
            </a:pPr>
            <a:r>
              <a:rPr lang="ar-MA" sz="2100" b="1" dirty="0">
                <a:latin typeface="Times New Roman" panose="02020603050405020304" pitchFamily="18" charset="0"/>
                <a:cs typeface="Times New Roman" panose="02020603050405020304" pitchFamily="18" charset="0"/>
              </a:rPr>
              <a:t>شهادة</a:t>
            </a:r>
            <a:r>
              <a:rPr lang="en-US" sz="2100" b="1" dirty="0">
                <a:latin typeface="Times New Roman" panose="02020603050405020304" pitchFamily="18" charset="0"/>
                <a:cs typeface="Times New Roman" panose="02020603050405020304" pitchFamily="18" charset="0"/>
              </a:rPr>
              <a:t>BTEC International </a:t>
            </a:r>
            <a:r>
              <a:rPr lang="ar-EG" sz="2100" b="1" dirty="0">
                <a:latin typeface="Times New Roman" panose="02020603050405020304" pitchFamily="18" charset="0"/>
                <a:cs typeface="Times New Roman" panose="02020603050405020304" pitchFamily="18" charset="0"/>
              </a:rPr>
              <a:t> </a:t>
            </a:r>
            <a:r>
              <a:rPr lang="ar-MA" sz="2100" b="1" dirty="0">
                <a:latin typeface="Times New Roman" panose="02020603050405020304" pitchFamily="18" charset="0"/>
                <a:cs typeface="Times New Roman" panose="02020603050405020304" pitchFamily="18" charset="0"/>
              </a:rPr>
              <a:t>للمستوى 2</a:t>
            </a:r>
            <a:br>
              <a:rPr lang="ar-EG" sz="2100" b="1" dirty="0">
                <a:latin typeface="Times New Roman" panose="02020603050405020304" pitchFamily="18" charset="0"/>
                <a:cs typeface="Times New Roman" panose="02020603050405020304" pitchFamily="18" charset="0"/>
              </a:rPr>
            </a:br>
            <a:r>
              <a:rPr lang="ar-EG" sz="2100" b="1" dirty="0">
                <a:latin typeface="Times New Roman" panose="02020603050405020304" pitchFamily="18" charset="0"/>
                <a:cs typeface="Times New Roman" panose="02020603050405020304" pitchFamily="18" charset="0"/>
              </a:rPr>
              <a:t>في مجال الرعاية الصحية والاجتماعية</a:t>
            </a:r>
            <a:endParaRPr lang="ar" sz="2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3419560"/>
      </p:ext>
    </p:extLst>
  </p:cSld>
  <p:clrMap bg1="lt1" tx1="dk1" bg2="lt2" tx2="dk2" accent1="accent1" accent2="accent2" accent3="accent3" accent4="accent4" accent5="accent5" accent6="accent6" hlink="hlink" folHlink="folHlink"/>
  <p:sldLayoutIdLst>
    <p:sldLayoutId id="2147484959" r:id="rId1"/>
    <p:sldLayoutId id="2147484960" r:id="rId2"/>
    <p:sldLayoutId id="2147484961" r:id="rId3"/>
    <p:sldLayoutId id="2147484962" r:id="rId4"/>
    <p:sldLayoutId id="2147484963" r:id="rId5"/>
    <p:sldLayoutId id="2147484964" r:id="rId6"/>
    <p:sldLayoutId id="2147484965" r:id="rId7"/>
    <p:sldLayoutId id="2147484966" r:id="rId8"/>
    <p:sldLayoutId id="2147484967" r:id="rId9"/>
    <p:sldLayoutId id="2147484968" r:id="rId10"/>
    <p:sldLayoutId id="2147484969" r:id="rId11"/>
    <p:sldLayoutId id="2147484970" r:id="rId12"/>
    <p:sldLayoutId id="2147484985"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Times New Roman" panose="02020603050405020304" pitchFamily="18" charset="0"/>
                <a:cs typeface="Times New Roman" panose="02020603050405020304" pitchFamily="18" charset="0"/>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Times New Roman" panose="02020603050405020304" pitchFamily="18" charset="0"/>
                <a:ea typeface="+mn-ea"/>
                <a:cs typeface="Times New Roman" panose="02020603050405020304" pitchFamily="18"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2025. Copying permitted for purchasing institution only. </a:t>
            </a:r>
          </a:p>
        </p:txBody>
      </p:sp>
      <p:pic>
        <p:nvPicPr>
          <p:cNvPr id="3" name="Picture 2">
            <a:extLst>
              <a:ext uri="{FF2B5EF4-FFF2-40B4-BE49-F238E27FC236}">
                <a16:creationId xmlns:a16="http://schemas.microsoft.com/office/drawing/2014/main" id="{42084CCC-2836-BEFD-D3FA-58984FD41023}"/>
              </a:ext>
            </a:extLst>
          </p:cNvPr>
          <p:cNvPicPr>
            <a:picLocks noChangeAspect="1"/>
          </p:cNvPicPr>
          <p:nvPr userDrawn="1"/>
        </p:nvPicPr>
        <p:blipFill>
          <a:blip r:embed="rId16">
            <a:extLst>
              <a:ext uri="{28A0092B-C50C-407E-A947-70E740481C1C}">
                <a14:useLocalDpi xmlns:a14="http://schemas.microsoft.com/office/drawing/2010/main"/>
              </a:ext>
            </a:extLst>
          </a:blip>
          <a:stretch>
            <a:fillRect/>
          </a:stretch>
        </p:blipFill>
        <p:spPr>
          <a:xfrm>
            <a:off x="0" y="-14089"/>
            <a:ext cx="9144000" cy="1076325"/>
          </a:xfrm>
          <a:prstGeom prst="rect">
            <a:avLst/>
          </a:prstGeom>
        </p:spPr>
      </p:pic>
    </p:spTree>
    <p:extLst>
      <p:ext uri="{BB962C8B-B14F-4D97-AF65-F5344CB8AC3E}">
        <p14:creationId xmlns:p14="http://schemas.microsoft.com/office/powerpoint/2010/main" val="1968742601"/>
      </p:ext>
    </p:extLst>
  </p:cSld>
  <p:clrMap bg1="lt1" tx1="dk1" bg2="lt2" tx2="dk2" accent1="accent1" accent2="accent2" accent3="accent3" accent4="accent4" accent5="accent5" accent6="accent6" hlink="hlink" folHlink="folHlink"/>
  <p:sldLayoutIdLst>
    <p:sldLayoutId id="2147484972" r:id="rId1"/>
    <p:sldLayoutId id="2147484973" r:id="rId2"/>
    <p:sldLayoutId id="2147484974" r:id="rId3"/>
    <p:sldLayoutId id="2147484975" r:id="rId4"/>
    <p:sldLayoutId id="2147484976" r:id="rId5"/>
    <p:sldLayoutId id="2147484977" r:id="rId6"/>
    <p:sldLayoutId id="2147484978" r:id="rId7"/>
    <p:sldLayoutId id="2147484979" r:id="rId8"/>
    <p:sldLayoutId id="2147484980" r:id="rId9"/>
    <p:sldLayoutId id="2147484981" r:id="rId10"/>
    <p:sldLayoutId id="2147484982" r:id="rId11"/>
    <p:sldLayoutId id="2147484983" r:id="rId12"/>
    <p:sldLayoutId id="2147484984"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153.xml"/><Relationship Id="rId4" Type="http://schemas.openxmlformats.org/officeDocument/2006/relationships/image" Target="../media/image16.jpe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160.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160.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160.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160.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160.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160.xml"/></Relationships>
</file>

<file path=ppt/slides/_rels/slide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52.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160.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160.xml"/></Relationships>
</file>

<file path=ppt/slides/_rels/slide1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audio" Target="../media/audio1.bin"/><Relationship Id="rId1" Type="http://schemas.openxmlformats.org/officeDocument/2006/relationships/slideLayout" Target="../slideLayouts/slideLayout160.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51.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audio" Target="../media/audio1.bin"/><Relationship Id="rId1" Type="http://schemas.openxmlformats.org/officeDocument/2006/relationships/slideLayout" Target="../slideLayouts/slideLayout151.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audio" Target="../media/audio1.bin"/><Relationship Id="rId1" Type="http://schemas.openxmlformats.org/officeDocument/2006/relationships/slideLayout" Target="../slideLayouts/slideLayout151.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audio" Target="../media/audio1.bin"/><Relationship Id="rId1" Type="http://schemas.openxmlformats.org/officeDocument/2006/relationships/slideLayout" Target="../slideLayouts/slideLayout151.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audio" Target="../media/audio1.bin"/><Relationship Id="rId1" Type="http://schemas.openxmlformats.org/officeDocument/2006/relationships/slideLayout" Target="../slideLayouts/slideLayout151.xml"/></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audio" Target="../media/audio1.bin"/><Relationship Id="rId1" Type="http://schemas.openxmlformats.org/officeDocument/2006/relationships/slideLayout" Target="../slideLayouts/slideLayout149.xml"/><Relationship Id="rId5" Type="http://schemas.openxmlformats.org/officeDocument/2006/relationships/image" Target="../media/image27.jpeg"/><Relationship Id="rId4" Type="http://schemas.openxmlformats.org/officeDocument/2006/relationships/image" Target="../media/image26.jpeg"/></Relationships>
</file>

<file path=ppt/slides/_rels/slide1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160.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160.xml"/></Relationships>
</file>

<file path=ppt/slides/_rels/slide2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audio" Target="../media/audio1.bin"/><Relationship Id="rId1" Type="http://schemas.openxmlformats.org/officeDocument/2006/relationships/slideLayout" Target="../slideLayouts/slideLayout160.xml"/><Relationship Id="rId5" Type="http://schemas.openxmlformats.org/officeDocument/2006/relationships/image" Target="../media/image30.jpeg"/><Relationship Id="rId4" Type="http://schemas.openxmlformats.org/officeDocument/2006/relationships/image" Target="../media/image29.jpeg"/></Relationships>
</file>

<file path=ppt/slides/_rels/slide2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160.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160.xml"/></Relationships>
</file>

<file path=ppt/slides/_rels/slide2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2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audio" Target="../media/audio1.bin"/><Relationship Id="rId1" Type="http://schemas.openxmlformats.org/officeDocument/2006/relationships/slideLayout" Target="../slideLayouts/slideLayout153.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slides/_rels/slide2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9.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160.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160.xml"/></Relationships>
</file>

<file path=ppt/slides/_rels/slide3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audio" Target="../media/audio1.bin"/><Relationship Id="rId1" Type="http://schemas.openxmlformats.org/officeDocument/2006/relationships/slideLayout" Target="../slideLayouts/slideLayout160.xml"/><Relationship Id="rId4" Type="http://schemas.openxmlformats.org/officeDocument/2006/relationships/image" Target="../media/image37.jpeg"/></Relationships>
</file>

<file path=ppt/slides/_rels/slide3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3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3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3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39.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image" Target="../media/image38.jpeg"/><Relationship Id="rId7" Type="http://schemas.openxmlformats.org/officeDocument/2006/relationships/image" Target="../media/image42.jpeg"/><Relationship Id="rId2" Type="http://schemas.openxmlformats.org/officeDocument/2006/relationships/audio" Target="../media/audio1.bin"/><Relationship Id="rId1" Type="http://schemas.openxmlformats.org/officeDocument/2006/relationships/slideLayout" Target="../slideLayouts/slideLayout153.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4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4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4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4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4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4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4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9.xml"/></Relationships>
</file>

<file path=ppt/slides/_rels/slide4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title"/>
          </p:nvPr>
        </p:nvSpPr>
        <p:spPr bwMode="auto">
          <a:xfrm>
            <a:off x="1619672" y="1195200"/>
            <a:ext cx="5904656" cy="86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3600" b="1" dirty="0"/>
              <a:t>الوحدة 8</a:t>
            </a:r>
            <a:br>
              <a:rPr lang="en-GB" altLang="en-US" sz="3600" b="1" dirty="0"/>
            </a:br>
            <a:r>
              <a:rPr lang="ar" sz="3600" b="1" dirty="0"/>
              <a:t>النشاطات الإبداعية والعلاجية في مجال الرعاية الصحية والاجتماعية</a:t>
            </a:r>
            <a:br>
              <a:rPr lang="en-GB" altLang="en-US" sz="3600" b="1" dirty="0"/>
            </a:br>
            <a:br>
              <a:rPr lang="en-US" altLang="en-US" sz="3600" b="1" dirty="0"/>
            </a:br>
            <a:endParaRPr lang="en-GB" altLang="en-US" sz="3600" b="1"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p:txBody>
          <a:bodyPr wrap="square" rtlCol="1" anchor="t">
            <a:normAutofit/>
          </a:bodyPr>
          <a:lstStyle/>
          <a:p>
            <a:pPr algn="ctr" rtl="1">
              <a:lnSpc>
                <a:spcPct val="90000"/>
              </a:lnSpc>
              <a:spcAft>
                <a:spcPts val="600"/>
              </a:spcAft>
              <a:defRPr/>
            </a:pPr>
            <a:r>
              <a:rPr lang="ar" sz="1200" b="1" dirty="0"/>
              <a:t>© حقوق التأليف والنشر لعام 2025 محفوظة لشركة بيرسون إديوكيشن ليمتد. يُسمح بالنسخ للمؤسسة المشترية فقط. </a:t>
            </a:r>
          </a:p>
        </p:txBody>
      </p:sp>
      <p:pic>
        <p:nvPicPr>
          <p:cNvPr id="4" name="Picture 3" descr="A group of people sitting around a table&#10;&#10;AI-generated content may be incorrect.">
            <a:extLst>
              <a:ext uri="{FF2B5EF4-FFF2-40B4-BE49-F238E27FC236}">
                <a16:creationId xmlns:a16="http://schemas.microsoft.com/office/drawing/2014/main" id="{538E5342-C58A-0702-1A77-193E2F51429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502024" y="2991434"/>
            <a:ext cx="4355976" cy="2903783"/>
          </a:xfrm>
          <a:prstGeom prst="rect">
            <a:avLst/>
          </a:prstGeom>
        </p:spPr>
      </p:pic>
      <p:sp>
        <p:nvSpPr>
          <p:cNvPr id="5" name="TextBox 4">
            <a:extLst>
              <a:ext uri="{FF2B5EF4-FFF2-40B4-BE49-F238E27FC236}">
                <a16:creationId xmlns:a16="http://schemas.microsoft.com/office/drawing/2014/main" id="{1934C6E8-0C6E-04CE-808D-45D004C99B36}"/>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827584" y="1195388"/>
            <a:ext cx="7272808"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000" b="1" dirty="0"/>
              <a:t>النشاطات الإبداعية والعلاجية في مجال الرعاية الصحية والاجتماعية</a:t>
            </a:r>
            <a:endParaRPr lang="en-GB" altLang="en-US" sz="4000" b="1" dirty="0"/>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251520" y="2921000"/>
            <a:ext cx="8424935"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20000"/>
              </a:lnSpc>
              <a:buNone/>
            </a:pPr>
            <a:r>
              <a:rPr lang="ar" dirty="0"/>
              <a:t>ستوضح هذه الوحدة طريقة استخدام مجموعة من النشاطات الإبداعية والعلاجية لتحسين صحة الأشخاص وجودة حياتهم ضمن نطاق رعايتك. </a:t>
            </a:r>
          </a:p>
          <a:p>
            <a:pPr marL="0" indent="0" rtl="1">
              <a:lnSpc>
                <a:spcPct val="120000"/>
              </a:lnSpc>
              <a:buNone/>
            </a:pPr>
            <a:r>
              <a:rPr lang="ar" dirty="0"/>
              <a:t>ستتعرّف القوانين المنظمة لهذه النشاطات، والطرق المثلى لتخطيطها وتنفيذها بطريقة آمنة وفعالة في بيئات الرعاية. </a:t>
            </a:r>
          </a:p>
        </p:txBody>
      </p:sp>
      <p:sp>
        <p:nvSpPr>
          <p:cNvPr id="2" name="Footer Placeholder 3">
            <a:extLst>
              <a:ext uri="{FF2B5EF4-FFF2-40B4-BE49-F238E27FC236}">
                <a16:creationId xmlns:a16="http://schemas.microsoft.com/office/drawing/2014/main" id="{0C4BD34A-9395-5B46-4F90-0BC998637288}"/>
              </a:ext>
            </a:extLst>
          </p:cNvPr>
          <p:cNvSpPr>
            <a:spLocks noGrp="1"/>
          </p:cNvSpPr>
          <p:nvPr>
            <p:ph type="ftr" sz="quarter" idx="10"/>
          </p:nvPr>
        </p:nvSpPr>
        <p:spPr>
          <a:xfrm>
            <a:off x="0" y="6459538"/>
            <a:ext cx="9144000" cy="287337"/>
          </a:xfrm>
        </p:spPr>
        <p:txBody>
          <a:bodyPr rtlCol="1"/>
          <a:lstStyle/>
          <a:p>
            <a:pPr rtl="1">
              <a:defRPr/>
            </a:pPr>
            <a:r>
              <a:rPr lang="ar" dirty="0"/>
              <a:t>. </a:t>
            </a:r>
          </a:p>
        </p:txBody>
      </p:sp>
      <p:sp>
        <p:nvSpPr>
          <p:cNvPr id="3" name="TextBox 2">
            <a:extLst>
              <a:ext uri="{FF2B5EF4-FFF2-40B4-BE49-F238E27FC236}">
                <a16:creationId xmlns:a16="http://schemas.microsoft.com/office/drawing/2014/main" id="{C7A5909B-A1EE-BC45-C1D5-CC832BC3A291}"/>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dirty="0"/>
              <a:t>نتاجات التعلم</a:t>
            </a:r>
            <a:endParaRPr lang="en-GB" altLang="en-US" b="1"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600508" y="2052637"/>
            <a:ext cx="7942984"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lnSpc>
                <a:spcPct val="120000"/>
              </a:lnSpc>
              <a:buNone/>
            </a:pPr>
            <a:r>
              <a:rPr lang="ar" b="1" dirty="0"/>
              <a:t>أ	معرفة مختلف النشاطات الإبداعية والعلاجية وفوائدها</a:t>
            </a:r>
            <a:endParaRPr lang="en-GB" altLang="en-US" dirty="0"/>
          </a:p>
          <a:p>
            <a:pPr marL="404813" indent="-404813" defTabSz="431800" rtl="1">
              <a:lnSpc>
                <a:spcPct val="120000"/>
              </a:lnSpc>
              <a:spcBef>
                <a:spcPts val="1200"/>
              </a:spcBef>
              <a:buNone/>
            </a:pPr>
            <a:r>
              <a:rPr lang="ar" b="1" dirty="0"/>
              <a:t>ب	معرفة القوانين والتشريعات لتنفيذ النشاطات الإبداعية والعلاجية</a:t>
            </a:r>
            <a:endParaRPr lang="en-GB" altLang="en-US" dirty="0"/>
          </a:p>
          <a:p>
            <a:pPr marL="404813" indent="-404813" defTabSz="431800" rtl="1">
              <a:lnSpc>
                <a:spcPct val="120000"/>
              </a:lnSpc>
              <a:spcBef>
                <a:spcPts val="1200"/>
              </a:spcBef>
              <a:buNone/>
            </a:pPr>
            <a:r>
              <a:rPr lang="ar-EG" b="1" dirty="0"/>
              <a:t>ج</a:t>
            </a:r>
            <a:r>
              <a:rPr lang="ar" b="1" dirty="0"/>
              <a:t>	أنشطة الصف تحت إشراف المعلم</a:t>
            </a:r>
            <a:r>
              <a:rPr lang="ar-EG" b="1" dirty="0"/>
              <a:t> </a:t>
            </a:r>
            <a:r>
              <a:rPr lang="ar" b="1" dirty="0"/>
              <a:t>فهم دور المتخصصين في دعم</a:t>
            </a:r>
            <a:r>
              <a:rPr lang="ar-EG" b="1" dirty="0"/>
              <a:t> </a:t>
            </a:r>
            <a:r>
              <a:rPr lang="ar" b="1" dirty="0"/>
              <a:t>الأشخاص المنخرطين في النشاطات الإبداعية والعلاجية</a:t>
            </a:r>
          </a:p>
          <a:p>
            <a:pPr marL="404813" marR="0" lvl="0" indent="-404813" defTabSz="431800" rtl="1" eaLnBrk="0" fontAlgn="base" latinLnBrk="0" hangingPunct="0">
              <a:lnSpc>
                <a:spcPct val="120000"/>
              </a:lnSpc>
              <a:spcBef>
                <a:spcPts val="1200"/>
              </a:spcBef>
              <a:spcAft>
                <a:spcPct val="0"/>
              </a:spcAft>
              <a:buClrTx/>
              <a:buSzTx/>
              <a:buFont typeface="Wingdings" panose="05000000000000000000" pitchFamily="2" charset="2"/>
              <a:buNone/>
              <a:tabLst/>
              <a:defRPr/>
            </a:pPr>
            <a:r>
              <a:rPr lang="ar" b="1" dirty="0">
                <a:solidFill>
                  <a:srgbClr val="000000"/>
                </a:solidFill>
              </a:rPr>
              <a:t>د</a:t>
            </a:r>
            <a:r>
              <a:rPr lang="ar" sz="2400" b="1" i="0" u="none" strike="noStrike" kern="0" cap="none" spc="0" normalizeH="0" noProof="0" dirty="0">
                <a:ln>
                  <a:noFill/>
                </a:ln>
                <a:solidFill>
                  <a:srgbClr val="000000"/>
                </a:solidFill>
                <a:effectLst/>
                <a:uLnTx/>
                <a:uFillTx/>
              </a:rPr>
              <a:t>	فهم دور المتخصصين في دعم الأشخاص المنخرطين في النشاطات الإبداعية والعلاجية</a:t>
            </a:r>
            <a:endParaRPr lang="en-GB" altLang="en-US" b="1" dirty="0"/>
          </a:p>
        </p:txBody>
      </p:sp>
      <p:sp>
        <p:nvSpPr>
          <p:cNvPr id="2" name="Footer Placeholder 3">
            <a:extLst>
              <a:ext uri="{FF2B5EF4-FFF2-40B4-BE49-F238E27FC236}">
                <a16:creationId xmlns:a16="http://schemas.microsoft.com/office/drawing/2014/main" id="{384AAA85-F326-9A39-A2B7-6E4BC3CCC4E9}"/>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3" name="TextBox 2">
            <a:extLst>
              <a:ext uri="{FF2B5EF4-FFF2-40B4-BE49-F238E27FC236}">
                <a16:creationId xmlns:a16="http://schemas.microsoft.com/office/drawing/2014/main" id="{E7A9C35F-3D5F-3898-07BA-3BB7FFC64EA5}"/>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12776"/>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dirty="0"/>
              <a:t>نتاج التعلم أ</a:t>
            </a:r>
            <a:br>
              <a:rPr lang="en-US" altLang="en-US" sz="2400" b="1" dirty="0"/>
            </a:br>
            <a:br>
              <a:rPr lang="en-US" altLang="en-US" sz="2400" b="1" dirty="0"/>
            </a:br>
            <a:endParaRPr lang="en-GB" altLang="en-US" sz="3600" b="1"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16011" y="3573561"/>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dirty="0"/>
              <a:t>أ1</a:t>
            </a:r>
            <a:r>
              <a:rPr lang="ar" dirty="0"/>
              <a:t> النشاطات الإبداعية والعلاجية </a:t>
            </a:r>
          </a:p>
          <a:p>
            <a:pPr rtl="1"/>
            <a:r>
              <a:rPr lang="ar" b="1" dirty="0"/>
              <a:t>أ2</a:t>
            </a:r>
            <a:r>
              <a:rPr lang="ar" dirty="0"/>
              <a:t> بيئات الرعاية الصحية والاجتماعية </a:t>
            </a:r>
          </a:p>
          <a:p>
            <a:pPr rtl="1"/>
            <a:r>
              <a:rPr lang="ar" b="1" dirty="0"/>
              <a:t>أ3</a:t>
            </a:r>
            <a:r>
              <a:rPr lang="ar" dirty="0"/>
              <a:t> الفوائد 	</a:t>
            </a:r>
          </a:p>
          <a:p>
            <a:pPr indent="0" rtl="1">
              <a:buFont typeface="Wingdings" panose="05000000000000000000" pitchFamily="2" charset="2"/>
              <a:buNone/>
            </a:pPr>
            <a:endParaRPr lang="en-GB" altLang="en-US" dirty="0">
              <a:solidFill>
                <a:srgbClr val="FF0000"/>
              </a:solidFill>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4824" y="2204864"/>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800" b="1" dirty="0">
                <a:latin typeface="Times New Roman" panose="02020603050405020304" pitchFamily="18" charset="0"/>
                <a:cs typeface="Times New Roman" panose="02020603050405020304" pitchFamily="18" charset="0"/>
              </a:rPr>
              <a:t>معرفة مختلف النشاطات الإبداعية </a:t>
            </a:r>
            <a:br>
              <a:rPr lang="ar-EG" sz="2800" b="1" dirty="0">
                <a:latin typeface="Times New Roman" panose="02020603050405020304" pitchFamily="18" charset="0"/>
                <a:cs typeface="Times New Roman" panose="02020603050405020304" pitchFamily="18" charset="0"/>
              </a:rPr>
            </a:br>
            <a:r>
              <a:rPr lang="ar" sz="2800" b="1" dirty="0">
                <a:latin typeface="Times New Roman" panose="02020603050405020304" pitchFamily="18" charset="0"/>
                <a:cs typeface="Times New Roman" panose="02020603050405020304" pitchFamily="18" charset="0"/>
              </a:rPr>
              <a:t>والعلاجية وفوائدها</a:t>
            </a:r>
          </a:p>
        </p:txBody>
      </p:sp>
      <p:sp>
        <p:nvSpPr>
          <p:cNvPr id="2" name="Footer Placeholder 3">
            <a:extLst>
              <a:ext uri="{FF2B5EF4-FFF2-40B4-BE49-F238E27FC236}">
                <a16:creationId xmlns:a16="http://schemas.microsoft.com/office/drawing/2014/main" id="{D2B0042B-2A7E-AEF3-428C-6B178917FFC0}"/>
              </a:ext>
            </a:extLst>
          </p:cNvPr>
          <p:cNvSpPr>
            <a:spLocks noGrp="1"/>
          </p:cNvSpPr>
          <p:nvPr>
            <p:ph type="ftr" sz="quarter" idx="10"/>
          </p:nvPr>
        </p:nvSpPr>
        <p:spPr>
          <a:xfrm>
            <a:off x="0" y="6459538"/>
            <a:ext cx="9144000" cy="287337"/>
          </a:xfrm>
        </p:spPr>
        <p:txBody>
          <a:bodyPr rtlCol="1"/>
          <a:lstStyle/>
          <a:p>
            <a:pPr rtl="1">
              <a:defRPr/>
            </a:pPr>
            <a:r>
              <a:rPr lang="ar" dirty="0"/>
              <a:t> </a:t>
            </a:r>
          </a:p>
        </p:txBody>
      </p:sp>
      <p:sp>
        <p:nvSpPr>
          <p:cNvPr id="3" name="TextBox 2">
            <a:extLst>
              <a:ext uri="{FF2B5EF4-FFF2-40B4-BE49-F238E27FC236}">
                <a16:creationId xmlns:a16="http://schemas.microsoft.com/office/drawing/2014/main" id="{C673CF87-CBB6-1703-CCFC-393501FD3FD5}"/>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33472-EBB5-2044-36A1-5E33D77D61DA}"/>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CFBBA85A-889A-035D-C6DC-C18649A5A140}"/>
              </a:ext>
            </a:extLst>
          </p:cNvPr>
          <p:cNvSpPr>
            <a:spLocks noGrp="1" noChangeArrowheads="1"/>
          </p:cNvSpPr>
          <p:nvPr>
            <p:ph type="title"/>
          </p:nvPr>
        </p:nvSpPr>
        <p:spPr bwMode="auto">
          <a:xfrm>
            <a:off x="539750" y="1398147"/>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dirty="0"/>
              <a:t>نتاج التعلم ب</a:t>
            </a:r>
            <a:br>
              <a:rPr lang="en-US" altLang="en-US" sz="2400" b="1" dirty="0"/>
            </a:br>
            <a:br>
              <a:rPr lang="en-US" altLang="en-US" sz="2400" b="1" dirty="0"/>
            </a:br>
            <a:endParaRPr lang="en-GB" altLang="en-US" sz="3600" b="1" dirty="0"/>
          </a:p>
        </p:txBody>
      </p:sp>
      <p:sp>
        <p:nvSpPr>
          <p:cNvPr id="34819" name="Content Placeholder 3">
            <a:extLst>
              <a:ext uri="{FF2B5EF4-FFF2-40B4-BE49-F238E27FC236}">
                <a16:creationId xmlns:a16="http://schemas.microsoft.com/office/drawing/2014/main" id="{559D2A4D-D6B7-074B-3631-30CCE7B97797}"/>
              </a:ext>
            </a:extLst>
          </p:cNvPr>
          <p:cNvSpPr>
            <a:spLocks noGrp="1" noChangeArrowheads="1"/>
          </p:cNvSpPr>
          <p:nvPr>
            <p:ph sz="half" idx="2"/>
          </p:nvPr>
        </p:nvSpPr>
        <p:spPr bwMode="auto">
          <a:xfrm>
            <a:off x="971600" y="3429000"/>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dirty="0"/>
              <a:t>ب1</a:t>
            </a:r>
            <a:r>
              <a:rPr lang="ar" dirty="0"/>
              <a:t> القوانين/التشريعات</a:t>
            </a:r>
          </a:p>
          <a:p>
            <a:pPr rtl="1"/>
            <a:r>
              <a:rPr lang="ar" b="1" dirty="0"/>
              <a:t>ب2</a:t>
            </a:r>
            <a:r>
              <a:rPr lang="ar" dirty="0"/>
              <a:t> التشريعات الأخرى	</a:t>
            </a:r>
          </a:p>
          <a:p>
            <a:pPr indent="0" rtl="1">
              <a:buFont typeface="Wingdings" panose="05000000000000000000" pitchFamily="2" charset="2"/>
              <a:buNone/>
            </a:pPr>
            <a:endParaRPr lang="en-GB" altLang="en-US" dirty="0">
              <a:solidFill>
                <a:srgbClr val="FF0000"/>
              </a:solidFill>
            </a:endParaRPr>
          </a:p>
        </p:txBody>
      </p:sp>
      <p:sp>
        <p:nvSpPr>
          <p:cNvPr id="34820" name="Rectangle 1">
            <a:extLst>
              <a:ext uri="{FF2B5EF4-FFF2-40B4-BE49-F238E27FC236}">
                <a16:creationId xmlns:a16="http://schemas.microsoft.com/office/drawing/2014/main" id="{D5105339-3DD0-3D0D-2794-10A5F5677823}"/>
              </a:ext>
            </a:extLst>
          </p:cNvPr>
          <p:cNvSpPr>
            <a:spLocks noChangeArrowheads="1"/>
          </p:cNvSpPr>
          <p:nvPr/>
        </p:nvSpPr>
        <p:spPr bwMode="auto">
          <a:xfrm>
            <a:off x="539750" y="2132856"/>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معرفة القوانين والتشريعات لتنفيذ </a:t>
            </a:r>
            <a:br>
              <a:rPr lang="ar-EG"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br>
            <a:r>
              <a:rPr lang="ar"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النشاطات الإبداعية والعلاجية</a:t>
            </a:r>
          </a:p>
        </p:txBody>
      </p:sp>
      <p:sp>
        <p:nvSpPr>
          <p:cNvPr id="2" name="Footer Placeholder 3">
            <a:extLst>
              <a:ext uri="{FF2B5EF4-FFF2-40B4-BE49-F238E27FC236}">
                <a16:creationId xmlns:a16="http://schemas.microsoft.com/office/drawing/2014/main" id="{FD489D2B-C5C3-BE9E-91CB-6601905BA41F}"/>
              </a:ext>
            </a:extLst>
          </p:cNvPr>
          <p:cNvSpPr>
            <a:spLocks noGrp="1"/>
          </p:cNvSpPr>
          <p:nvPr>
            <p:ph type="ftr" sz="quarter" idx="10"/>
          </p:nvPr>
        </p:nvSpPr>
        <p:spPr>
          <a:xfrm>
            <a:off x="0" y="6459538"/>
            <a:ext cx="9144000" cy="287337"/>
          </a:xfrm>
        </p:spPr>
        <p:txBody>
          <a:bodyPr rtlCol="1"/>
          <a:lstStyle/>
          <a:p>
            <a:pPr rtl="1">
              <a:defRPr/>
            </a:pPr>
            <a:r>
              <a:rPr lang="ar" dirty="0"/>
              <a:t> </a:t>
            </a:r>
          </a:p>
        </p:txBody>
      </p:sp>
      <p:sp>
        <p:nvSpPr>
          <p:cNvPr id="3" name="TextBox 2">
            <a:extLst>
              <a:ext uri="{FF2B5EF4-FFF2-40B4-BE49-F238E27FC236}">
                <a16:creationId xmlns:a16="http://schemas.microsoft.com/office/drawing/2014/main" id="{8711F117-8A82-BFAF-69B1-5D9D728D9488}"/>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328760615"/>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13E12-1ED9-1FF1-EEFD-73ACE8EA9617}"/>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4EAF1AD5-CC39-007A-D9A6-EE7D86627D2F}"/>
              </a:ext>
            </a:extLst>
          </p:cNvPr>
          <p:cNvSpPr>
            <a:spLocks noGrp="1" noChangeArrowheads="1"/>
          </p:cNvSpPr>
          <p:nvPr>
            <p:ph type="title"/>
          </p:nvPr>
        </p:nvSpPr>
        <p:spPr bwMode="auto">
          <a:xfrm>
            <a:off x="528638" y="1332732"/>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dirty="0"/>
              <a:t>نتاج التعلم ج</a:t>
            </a:r>
            <a:br>
              <a:rPr lang="en-US" altLang="en-US" sz="2400" b="1" dirty="0"/>
            </a:br>
            <a:br>
              <a:rPr lang="en-US" altLang="en-US" sz="2400" b="1" dirty="0"/>
            </a:br>
            <a:endParaRPr lang="en-GB" altLang="en-US" sz="3600" b="1" dirty="0"/>
          </a:p>
        </p:txBody>
      </p:sp>
      <p:sp>
        <p:nvSpPr>
          <p:cNvPr id="34819" name="Content Placeholder 3">
            <a:extLst>
              <a:ext uri="{FF2B5EF4-FFF2-40B4-BE49-F238E27FC236}">
                <a16:creationId xmlns:a16="http://schemas.microsoft.com/office/drawing/2014/main" id="{30FE954A-E5A2-C68D-2E6B-22513304B7D4}"/>
              </a:ext>
            </a:extLst>
          </p:cNvPr>
          <p:cNvSpPr>
            <a:spLocks noGrp="1" noChangeArrowheads="1"/>
          </p:cNvSpPr>
          <p:nvPr>
            <p:ph sz="half" idx="2"/>
          </p:nvPr>
        </p:nvSpPr>
        <p:spPr bwMode="auto">
          <a:xfrm>
            <a:off x="1258887" y="3609206"/>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dirty="0"/>
              <a:t>ج1</a:t>
            </a:r>
            <a:r>
              <a:rPr lang="ar" dirty="0"/>
              <a:t> المبادئ والقيم</a:t>
            </a:r>
          </a:p>
          <a:p>
            <a:pPr rtl="1"/>
            <a:r>
              <a:rPr lang="ar" b="1" dirty="0"/>
              <a:t>ج2</a:t>
            </a:r>
            <a:r>
              <a:rPr lang="ar" dirty="0"/>
              <a:t> دعم عملية الدمج</a:t>
            </a:r>
          </a:p>
          <a:p>
            <a:pPr rtl="1"/>
            <a:r>
              <a:rPr lang="ar" b="1" dirty="0"/>
              <a:t>ج3</a:t>
            </a:r>
            <a:r>
              <a:rPr lang="ar" dirty="0"/>
              <a:t> نشاطات الدعم 	</a:t>
            </a:r>
          </a:p>
          <a:p>
            <a:pPr indent="0" rtl="1">
              <a:buFont typeface="Wingdings" panose="05000000000000000000" pitchFamily="2" charset="2"/>
              <a:buNone/>
            </a:pPr>
            <a:endParaRPr lang="en-GB" altLang="en-US" dirty="0">
              <a:solidFill>
                <a:srgbClr val="FF0000"/>
              </a:solidFill>
            </a:endParaRPr>
          </a:p>
        </p:txBody>
      </p:sp>
      <p:sp>
        <p:nvSpPr>
          <p:cNvPr id="34820" name="Rectangle 1">
            <a:extLst>
              <a:ext uri="{FF2B5EF4-FFF2-40B4-BE49-F238E27FC236}">
                <a16:creationId xmlns:a16="http://schemas.microsoft.com/office/drawing/2014/main" id="{43E0D909-E1FE-9787-52FF-2390862BFDA6}"/>
              </a:ext>
            </a:extLst>
          </p:cNvPr>
          <p:cNvSpPr>
            <a:spLocks noChangeArrowheads="1"/>
          </p:cNvSpPr>
          <p:nvPr/>
        </p:nvSpPr>
        <p:spPr bwMode="auto">
          <a:xfrm>
            <a:off x="647700" y="217011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فهم دور المتخصصين في دعم الأشخاص المنخرطين </a:t>
            </a:r>
            <a:br>
              <a:rPr lang="ar-EG"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br>
            <a:r>
              <a:rPr lang="ar"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في النشاطات الإبداعية والعلاجية</a:t>
            </a:r>
          </a:p>
        </p:txBody>
      </p:sp>
      <p:sp>
        <p:nvSpPr>
          <p:cNvPr id="2" name="Footer Placeholder 3">
            <a:extLst>
              <a:ext uri="{FF2B5EF4-FFF2-40B4-BE49-F238E27FC236}">
                <a16:creationId xmlns:a16="http://schemas.microsoft.com/office/drawing/2014/main" id="{072BB98D-22AC-9CAC-EDAD-3C8A7273B268}"/>
              </a:ext>
            </a:extLst>
          </p:cNvPr>
          <p:cNvSpPr>
            <a:spLocks noGrp="1"/>
          </p:cNvSpPr>
          <p:nvPr>
            <p:ph type="ftr" sz="quarter" idx="10"/>
          </p:nvPr>
        </p:nvSpPr>
        <p:spPr>
          <a:xfrm>
            <a:off x="0" y="6459538"/>
            <a:ext cx="9144000" cy="287337"/>
          </a:xfrm>
        </p:spPr>
        <p:txBody>
          <a:bodyPr rtlCol="1"/>
          <a:lstStyle/>
          <a:p>
            <a:pPr algn="ctr" rtl="1">
              <a:defRPr/>
            </a:pPr>
            <a:r>
              <a:rPr lang="ar" dirty="0"/>
              <a:t>. </a:t>
            </a:r>
          </a:p>
        </p:txBody>
      </p:sp>
      <p:sp>
        <p:nvSpPr>
          <p:cNvPr id="3" name="TextBox 2">
            <a:extLst>
              <a:ext uri="{FF2B5EF4-FFF2-40B4-BE49-F238E27FC236}">
                <a16:creationId xmlns:a16="http://schemas.microsoft.com/office/drawing/2014/main" id="{F9B93FCA-9B78-AA4E-9431-67B3EB06EF17}"/>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2209525696"/>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9DB10-E2CE-065E-CA89-D89BFFBB2042}"/>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E4C2E780-CA82-150F-CDA7-886DFC13AA46}"/>
              </a:ext>
            </a:extLst>
          </p:cNvPr>
          <p:cNvSpPr>
            <a:spLocks noGrp="1" noChangeArrowheads="1"/>
          </p:cNvSpPr>
          <p:nvPr>
            <p:ph type="title"/>
          </p:nvPr>
        </p:nvSpPr>
        <p:spPr bwMode="auto">
          <a:xfrm>
            <a:off x="385761" y="1372221"/>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dirty="0"/>
              <a:t>نتاج التعلم د</a:t>
            </a:r>
            <a:br>
              <a:rPr lang="en-US" altLang="en-US" sz="2400" b="1" dirty="0"/>
            </a:br>
            <a:br>
              <a:rPr lang="en-US" altLang="en-US" sz="2400" b="1" dirty="0"/>
            </a:br>
            <a:endParaRPr lang="en-GB" altLang="en-US" sz="3600" b="1" dirty="0"/>
          </a:p>
        </p:txBody>
      </p:sp>
      <p:sp>
        <p:nvSpPr>
          <p:cNvPr id="34819" name="Content Placeholder 3">
            <a:extLst>
              <a:ext uri="{FF2B5EF4-FFF2-40B4-BE49-F238E27FC236}">
                <a16:creationId xmlns:a16="http://schemas.microsoft.com/office/drawing/2014/main" id="{8626AAFE-4913-AD86-2290-E5F392727A2D}"/>
              </a:ext>
            </a:extLst>
          </p:cNvPr>
          <p:cNvSpPr>
            <a:spLocks noGrp="1" noChangeArrowheads="1"/>
          </p:cNvSpPr>
          <p:nvPr>
            <p:ph sz="half" idx="2"/>
          </p:nvPr>
        </p:nvSpPr>
        <p:spPr bwMode="auto">
          <a:xfrm>
            <a:off x="971600" y="3233254"/>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dirty="0"/>
              <a:t>د1</a:t>
            </a:r>
            <a:r>
              <a:rPr lang="ar" dirty="0"/>
              <a:t> العوامل التي تؤثر في اختيار النشاطات</a:t>
            </a:r>
          </a:p>
          <a:p>
            <a:pPr rtl="1"/>
            <a:r>
              <a:rPr lang="ar" b="1" dirty="0"/>
              <a:t>د2</a:t>
            </a:r>
            <a:r>
              <a:rPr lang="ar" dirty="0"/>
              <a:t> احتياجات الفرد</a:t>
            </a:r>
          </a:p>
          <a:p>
            <a:pPr rtl="1"/>
            <a:r>
              <a:rPr lang="ar" b="1" dirty="0"/>
              <a:t>د3</a:t>
            </a:r>
            <a:r>
              <a:rPr lang="ar" dirty="0"/>
              <a:t> التخطيط للنشاطات الإبداعية والعلاجية 	</a:t>
            </a:r>
          </a:p>
          <a:p>
            <a:pPr marL="342900" marR="0" lvl="0" indent="-342900" defTabSz="914400" rtl="1" eaLnBrk="0" fontAlgn="base" latinLnBrk="0" hangingPunct="0">
              <a:lnSpc>
                <a:spcPct val="100000"/>
              </a:lnSpc>
              <a:spcBef>
                <a:spcPct val="20000"/>
              </a:spcBef>
              <a:spcAft>
                <a:spcPct val="0"/>
              </a:spcAft>
              <a:buClrTx/>
              <a:buSzTx/>
              <a:buFont typeface="Wingdings" panose="05000000000000000000" pitchFamily="2" charset="2"/>
              <a:buChar char="§"/>
              <a:tabLst/>
              <a:defRPr/>
            </a:pPr>
            <a:r>
              <a:rPr lang="ar" sz="2400" b="1" i="0" u="none" strike="noStrike" kern="0" cap="none" spc="0" normalizeH="0" noProof="0" dirty="0">
                <a:ln>
                  <a:noFill/>
                </a:ln>
                <a:solidFill>
                  <a:srgbClr val="000000"/>
                </a:solidFill>
                <a:effectLst/>
                <a:uLnTx/>
                <a:uFillTx/>
              </a:rPr>
              <a:t>د4 </a:t>
            </a:r>
            <a:r>
              <a:rPr lang="ar" sz="2400" b="0" i="0" u="none" strike="noStrike" kern="0" cap="none" spc="0" normalizeH="0" noProof="0" dirty="0">
                <a:ln>
                  <a:noFill/>
                </a:ln>
                <a:solidFill>
                  <a:srgbClr val="000000"/>
                </a:solidFill>
                <a:effectLst/>
                <a:uLnTx/>
                <a:uFillTx/>
              </a:rPr>
              <a:t>الموارد</a:t>
            </a:r>
          </a:p>
          <a:p>
            <a:pPr marL="342900" marR="0" lvl="0" indent="-342900" defTabSz="914400" rtl="1" eaLnBrk="0" fontAlgn="base" latinLnBrk="0" hangingPunct="0">
              <a:lnSpc>
                <a:spcPct val="100000"/>
              </a:lnSpc>
              <a:spcBef>
                <a:spcPct val="20000"/>
              </a:spcBef>
              <a:spcAft>
                <a:spcPct val="0"/>
              </a:spcAft>
              <a:buClrTx/>
              <a:buSzTx/>
              <a:buFont typeface="Wingdings" panose="05000000000000000000" pitchFamily="2" charset="2"/>
              <a:buChar char="§"/>
              <a:tabLst/>
              <a:defRPr/>
            </a:pPr>
            <a:r>
              <a:rPr lang="ar" sz="2400" b="1" i="0" u="none" strike="noStrike" kern="0" cap="none" spc="0" normalizeH="0" noProof="0" dirty="0">
                <a:ln>
                  <a:noFill/>
                </a:ln>
                <a:solidFill>
                  <a:srgbClr val="000000"/>
                </a:solidFill>
                <a:effectLst/>
                <a:uLnTx/>
                <a:uFillTx/>
              </a:rPr>
              <a:t>د5 </a:t>
            </a:r>
            <a:r>
              <a:rPr lang="ar" sz="2400" b="0" i="0" u="none" strike="noStrike" kern="0" cap="none" spc="0" normalizeH="0" noProof="0" dirty="0">
                <a:ln>
                  <a:noFill/>
                </a:ln>
                <a:solidFill>
                  <a:srgbClr val="000000"/>
                </a:solidFill>
                <a:effectLst/>
                <a:uLnTx/>
                <a:uFillTx/>
              </a:rPr>
              <a:t>الموارد المتخصصة</a:t>
            </a:r>
            <a:endParaRPr lang="en-GB" altLang="en-US" dirty="0">
              <a:solidFill>
                <a:srgbClr val="FF0000"/>
              </a:solidFill>
            </a:endParaRPr>
          </a:p>
        </p:txBody>
      </p:sp>
      <p:sp>
        <p:nvSpPr>
          <p:cNvPr id="34820" name="Rectangle 1">
            <a:extLst>
              <a:ext uri="{FF2B5EF4-FFF2-40B4-BE49-F238E27FC236}">
                <a16:creationId xmlns:a16="http://schemas.microsoft.com/office/drawing/2014/main" id="{E88ED6D7-C311-6334-195F-B6435FF8456A}"/>
              </a:ext>
            </a:extLst>
          </p:cNvPr>
          <p:cNvSpPr>
            <a:spLocks noChangeArrowheads="1"/>
          </p:cNvSpPr>
          <p:nvPr/>
        </p:nvSpPr>
        <p:spPr bwMode="auto">
          <a:xfrm>
            <a:off x="449829" y="2006116"/>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القدرة على تنفيذ النشاطات الإبداعية </a:t>
            </a:r>
            <a:br>
              <a:rPr lang="ar-EG"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br>
            <a:r>
              <a:rPr lang="ar"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والعلاجية المناسبة</a:t>
            </a:r>
          </a:p>
        </p:txBody>
      </p:sp>
      <p:sp>
        <p:nvSpPr>
          <p:cNvPr id="2" name="Footer Placeholder 3">
            <a:extLst>
              <a:ext uri="{FF2B5EF4-FFF2-40B4-BE49-F238E27FC236}">
                <a16:creationId xmlns:a16="http://schemas.microsoft.com/office/drawing/2014/main" id="{DD250B30-4A39-38DF-B65B-D136A5B7C754}"/>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3" name="TextBox 2">
            <a:extLst>
              <a:ext uri="{FF2B5EF4-FFF2-40B4-BE49-F238E27FC236}">
                <a16:creationId xmlns:a16="http://schemas.microsoft.com/office/drawing/2014/main" id="{39C35590-4405-FAF6-811E-A0DB625ACD0F}"/>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3021378506"/>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FFE13-6BBB-18C9-0586-FF527D6BF6EC}"/>
              </a:ext>
            </a:extLst>
          </p:cNvPr>
          <p:cNvSpPr>
            <a:spLocks noGrp="1"/>
          </p:cNvSpPr>
          <p:nvPr>
            <p:ph type="title"/>
          </p:nvPr>
        </p:nvSpPr>
        <p:spPr>
          <a:xfrm>
            <a:off x="457200" y="1195200"/>
            <a:ext cx="8229600" cy="864000"/>
          </a:xfrm>
        </p:spPr>
        <p:txBody>
          <a:bodyPr rtlCol="1"/>
          <a:lstStyle/>
          <a:p>
            <a:pPr algn="ctr" rtl="1"/>
            <a:r>
              <a:rPr lang="ar" b="1" dirty="0"/>
              <a:t>التقييم</a:t>
            </a:r>
          </a:p>
        </p:txBody>
      </p:sp>
      <p:sp>
        <p:nvSpPr>
          <p:cNvPr id="3" name="Content Placeholder 2">
            <a:extLst>
              <a:ext uri="{FF2B5EF4-FFF2-40B4-BE49-F238E27FC236}">
                <a16:creationId xmlns:a16="http://schemas.microsoft.com/office/drawing/2014/main" id="{88CF3E70-02F6-3517-F6DB-E1110CB4F639}"/>
              </a:ext>
            </a:extLst>
          </p:cNvPr>
          <p:cNvSpPr>
            <a:spLocks noGrp="1"/>
          </p:cNvSpPr>
          <p:nvPr>
            <p:ph sz="half" idx="2"/>
          </p:nvPr>
        </p:nvSpPr>
        <p:spPr>
          <a:xfrm>
            <a:off x="4572000" y="2662588"/>
            <a:ext cx="4040188" cy="3193562"/>
          </a:xfrm>
        </p:spPr>
        <p:txBody>
          <a:bodyPr rtlCol="1"/>
          <a:lstStyle/>
          <a:p>
            <a:pPr rtl="1"/>
            <a:r>
              <a:rPr lang="ar" dirty="0"/>
              <a:t>نتاج التعلم أ</a:t>
            </a:r>
          </a:p>
          <a:p>
            <a:pPr rtl="1"/>
            <a:endParaRPr lang="en-GB" dirty="0"/>
          </a:p>
          <a:p>
            <a:pPr rtl="1"/>
            <a:r>
              <a:rPr lang="ar" dirty="0"/>
              <a:t>نتاج التعلم ب</a:t>
            </a:r>
          </a:p>
          <a:p>
            <a:pPr rtl="1"/>
            <a:r>
              <a:rPr lang="ar" dirty="0"/>
              <a:t>نتاج التعلم ج</a:t>
            </a:r>
          </a:p>
          <a:p>
            <a:pPr rtl="1"/>
            <a:endParaRPr lang="en-GB" dirty="0"/>
          </a:p>
          <a:p>
            <a:pPr rtl="1"/>
            <a:r>
              <a:rPr lang="ar" dirty="0"/>
              <a:t>نتاج التعلم د</a:t>
            </a:r>
          </a:p>
        </p:txBody>
      </p:sp>
      <p:sp>
        <p:nvSpPr>
          <p:cNvPr id="7" name="Content Placeholder 6">
            <a:extLst>
              <a:ext uri="{FF2B5EF4-FFF2-40B4-BE49-F238E27FC236}">
                <a16:creationId xmlns:a16="http://schemas.microsoft.com/office/drawing/2014/main" id="{39359BB0-8DF4-DCB8-51BB-FE4EE3642E8C}"/>
              </a:ext>
            </a:extLst>
          </p:cNvPr>
          <p:cNvSpPr>
            <a:spLocks noGrp="1"/>
          </p:cNvSpPr>
          <p:nvPr>
            <p:ph sz="quarter" idx="4"/>
          </p:nvPr>
        </p:nvSpPr>
        <p:spPr>
          <a:xfrm>
            <a:off x="1071586" y="2599228"/>
            <a:ext cx="4041775" cy="3193562"/>
          </a:xfrm>
        </p:spPr>
        <p:txBody>
          <a:bodyPr rtlCol="1"/>
          <a:lstStyle/>
          <a:p>
            <a:pPr marL="0" indent="0" rtl="1">
              <a:buNone/>
            </a:pPr>
            <a:r>
              <a:rPr lang="ar" sz="1800" dirty="0"/>
              <a:t>الواجب رقم 1: عرض تقديمي يوضح مجموعة من النشاطات</a:t>
            </a:r>
          </a:p>
          <a:p>
            <a:pPr marL="0" indent="0" rtl="1">
              <a:buNone/>
            </a:pPr>
            <a:endParaRPr lang="en-GB" sz="1800" dirty="0"/>
          </a:p>
          <a:p>
            <a:pPr marL="0" indent="0" rtl="1">
              <a:buNone/>
            </a:pPr>
            <a:r>
              <a:rPr lang="ar" sz="1800" dirty="0"/>
              <a:t>الواجب رقم 2: تقرير شامل يتناول بالتفصيل القوانين ذات الصلة والمعايير المهنية ومسؤوليات العاملين في مجال الرعاية</a:t>
            </a:r>
          </a:p>
          <a:p>
            <a:pPr marL="0" indent="0" rtl="1">
              <a:buNone/>
            </a:pPr>
            <a:endParaRPr lang="en-GB" sz="1800" dirty="0"/>
          </a:p>
          <a:p>
            <a:pPr marL="0" indent="0" rtl="1">
              <a:buNone/>
            </a:pPr>
            <a:r>
              <a:rPr lang="ar" sz="1800" dirty="0"/>
              <a:t>الواجب رقم 3: تقرير تفاعلي يصف تجربة تخطيط نشاط وتنفيذه</a:t>
            </a:r>
          </a:p>
          <a:p>
            <a:pPr marL="0" indent="0" rtl="1">
              <a:buNone/>
            </a:pPr>
            <a:endParaRPr lang="en-GB" sz="1800" dirty="0"/>
          </a:p>
        </p:txBody>
      </p:sp>
      <p:sp>
        <p:nvSpPr>
          <p:cNvPr id="4" name="Footer Placeholder 3">
            <a:extLst>
              <a:ext uri="{FF2B5EF4-FFF2-40B4-BE49-F238E27FC236}">
                <a16:creationId xmlns:a16="http://schemas.microsoft.com/office/drawing/2014/main" id="{B92A41B0-7D08-173C-D928-4F2B847D642C}"/>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8" name="Right Brace 7">
            <a:extLst>
              <a:ext uri="{FF2B5EF4-FFF2-40B4-BE49-F238E27FC236}">
                <a16:creationId xmlns:a16="http://schemas.microsoft.com/office/drawing/2014/main" id="{6CD5E1ED-A0C1-7056-F9C4-C5DB08DF4600}"/>
              </a:ext>
            </a:extLst>
          </p:cNvPr>
          <p:cNvSpPr/>
          <p:nvPr/>
        </p:nvSpPr>
        <p:spPr>
          <a:xfrm flipH="1">
            <a:off x="5508104" y="3429000"/>
            <a:ext cx="360040" cy="1008112"/>
          </a:xfrm>
          <a:prstGeom prst="rightBrace">
            <a:avLst>
              <a:gd name="adj1" fmla="val 8333"/>
              <a:gd name="adj2" fmla="val 47674"/>
            </a:avLst>
          </a:prstGeom>
          <a:ln w="38100"/>
        </p:spPr>
        <p:style>
          <a:lnRef idx="1">
            <a:schemeClr val="dk1"/>
          </a:lnRef>
          <a:fillRef idx="0">
            <a:schemeClr val="dk1"/>
          </a:fillRef>
          <a:effectRef idx="0">
            <a:schemeClr val="dk1"/>
          </a:effectRef>
          <a:fontRef idx="minor">
            <a:schemeClr val="tx1"/>
          </a:fontRef>
        </p:style>
        <p:txBody>
          <a:bodyPr rtlCol="1" anchor="ctr"/>
          <a:lstStyle/>
          <a:p>
            <a:pPr algn="ctr" rtl="1"/>
            <a:endParaRPr lang="en-GB" dirty="0">
              <a:latin typeface="Times New Roman" panose="02020603050405020304" pitchFamily="18" charset="0"/>
            </a:endParaRPr>
          </a:p>
        </p:txBody>
      </p:sp>
      <p:sp>
        <p:nvSpPr>
          <p:cNvPr id="5" name="TextBox 4">
            <a:extLst>
              <a:ext uri="{FF2B5EF4-FFF2-40B4-BE49-F238E27FC236}">
                <a16:creationId xmlns:a16="http://schemas.microsoft.com/office/drawing/2014/main" id="{DC7EE91B-3705-5611-54C5-669DC1951BD2}"/>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2156503285"/>
      </p:ext>
    </p:extLst>
  </p:cSld>
  <p:clrMapOvr>
    <a:masterClrMapping/>
  </p:clrMapOvr>
  <p:transition>
    <p:sndAc>
      <p:stSnd>
        <p:snd r:embed="rId2"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65DE2-77F7-A793-D596-C4F3672FDFFF}"/>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65C1AD46-DDC3-EBF8-B0A4-11BA85C82517}"/>
              </a:ext>
            </a:extLst>
          </p:cNvPr>
          <p:cNvSpPr>
            <a:spLocks noGrp="1" noChangeArrowheads="1"/>
          </p:cNvSpPr>
          <p:nvPr>
            <p:ph type="title"/>
          </p:nvPr>
        </p:nvSpPr>
        <p:spPr bwMode="auto">
          <a:xfrm>
            <a:off x="457200" y="1412776"/>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dirty="0"/>
              <a:t>نتاج التعلم أ</a:t>
            </a:r>
            <a:br>
              <a:rPr lang="en-US" altLang="en-US" sz="2400" b="1" dirty="0"/>
            </a:br>
            <a:br>
              <a:rPr lang="en-US" altLang="en-US" sz="2400" b="1" dirty="0"/>
            </a:br>
            <a:endParaRPr lang="en-GB" altLang="en-US" sz="3600" b="1" dirty="0"/>
          </a:p>
        </p:txBody>
      </p:sp>
      <p:sp>
        <p:nvSpPr>
          <p:cNvPr id="34819" name="Content Placeholder 3">
            <a:extLst>
              <a:ext uri="{FF2B5EF4-FFF2-40B4-BE49-F238E27FC236}">
                <a16:creationId xmlns:a16="http://schemas.microsoft.com/office/drawing/2014/main" id="{C40E5526-00D5-BA7F-DA8A-5D4469262F2D}"/>
              </a:ext>
            </a:extLst>
          </p:cNvPr>
          <p:cNvSpPr>
            <a:spLocks noGrp="1" noChangeArrowheads="1"/>
          </p:cNvSpPr>
          <p:nvPr>
            <p:ph sz="half" idx="2"/>
          </p:nvPr>
        </p:nvSpPr>
        <p:spPr bwMode="auto">
          <a:xfrm>
            <a:off x="1187449" y="3429000"/>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a:t>أ1</a:t>
            </a:r>
            <a:r>
              <a:rPr lang="ar"/>
              <a:t> النشاطات الإبداعية والعلاجية </a:t>
            </a:r>
          </a:p>
          <a:p>
            <a:pPr rtl="1"/>
            <a:r>
              <a:rPr lang="ar" b="1"/>
              <a:t>أ2</a:t>
            </a:r>
            <a:r>
              <a:rPr lang="ar"/>
              <a:t> بيئات الرعاية الصحية والاجتماعية </a:t>
            </a:r>
          </a:p>
          <a:p>
            <a:pPr rtl="1"/>
            <a:r>
              <a:rPr lang="ar" b="1"/>
              <a:t>أ3</a:t>
            </a:r>
            <a:r>
              <a:rPr lang="ar"/>
              <a:t> الفوائد 	</a:t>
            </a:r>
          </a:p>
          <a:p>
            <a:pPr indent="0" rtl="1">
              <a:buFont typeface="Wingdings" panose="05000000000000000000" pitchFamily="2" charset="2"/>
              <a:buNone/>
            </a:pPr>
            <a:endParaRPr lang="en-GB" altLang="en-US" dirty="0">
              <a:solidFill>
                <a:srgbClr val="FF0000"/>
              </a:solidFill>
            </a:endParaRPr>
          </a:p>
        </p:txBody>
      </p:sp>
      <p:sp>
        <p:nvSpPr>
          <p:cNvPr id="34820" name="Rectangle 1">
            <a:extLst>
              <a:ext uri="{FF2B5EF4-FFF2-40B4-BE49-F238E27FC236}">
                <a16:creationId xmlns:a16="http://schemas.microsoft.com/office/drawing/2014/main" id="{57E6A864-6725-0DD1-9599-9F3EB85D13E7}"/>
              </a:ext>
            </a:extLst>
          </p:cNvPr>
          <p:cNvSpPr>
            <a:spLocks noChangeArrowheads="1"/>
          </p:cNvSpPr>
          <p:nvPr/>
        </p:nvSpPr>
        <p:spPr bwMode="auto">
          <a:xfrm>
            <a:off x="576262" y="2204864"/>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800" b="1" dirty="0">
                <a:latin typeface="Times New Roman" panose="02020603050405020304" pitchFamily="18" charset="0"/>
                <a:cs typeface="Times New Roman" panose="02020603050405020304" pitchFamily="18" charset="0"/>
              </a:rPr>
              <a:t>معرفة مختلف النشاطات الإبداعية والعلاجية وفوائدها</a:t>
            </a:r>
          </a:p>
        </p:txBody>
      </p:sp>
      <p:sp>
        <p:nvSpPr>
          <p:cNvPr id="2" name="Footer Placeholder 3">
            <a:extLst>
              <a:ext uri="{FF2B5EF4-FFF2-40B4-BE49-F238E27FC236}">
                <a16:creationId xmlns:a16="http://schemas.microsoft.com/office/drawing/2014/main" id="{4C94EB31-2B1A-527D-47FC-222C2BDD1F48}"/>
              </a:ext>
            </a:extLst>
          </p:cNvPr>
          <p:cNvSpPr>
            <a:spLocks noGrp="1"/>
          </p:cNvSpPr>
          <p:nvPr>
            <p:ph type="ftr" sz="quarter" idx="10"/>
          </p:nvPr>
        </p:nvSpPr>
        <p:spPr>
          <a:xfrm>
            <a:off x="0" y="6459538"/>
            <a:ext cx="9144000" cy="287337"/>
          </a:xfrm>
        </p:spPr>
        <p:txBody>
          <a:bodyPr rtlCol="1"/>
          <a:lstStyle/>
          <a:p>
            <a:pPr rtl="1">
              <a:defRPr/>
            </a:pPr>
            <a:r>
              <a:rPr lang="ar" dirty="0"/>
              <a:t> </a:t>
            </a:r>
          </a:p>
        </p:txBody>
      </p:sp>
      <p:sp>
        <p:nvSpPr>
          <p:cNvPr id="3" name="TextBox 2">
            <a:extLst>
              <a:ext uri="{FF2B5EF4-FFF2-40B4-BE49-F238E27FC236}">
                <a16:creationId xmlns:a16="http://schemas.microsoft.com/office/drawing/2014/main" id="{0D1EB497-4A78-5356-7A74-7D38827E17A0}"/>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3617480048"/>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AF0B1-D050-3B2E-7067-1B59A70F17B3}"/>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78BC0F63-2E08-DB49-3527-4A2AD91E12E3}"/>
              </a:ext>
            </a:extLst>
          </p:cNvPr>
          <p:cNvSpPr>
            <a:spLocks noGrp="1" noChangeArrowheads="1"/>
          </p:cNvSpPr>
          <p:nvPr>
            <p:ph sz="half" idx="2"/>
          </p:nvPr>
        </p:nvSpPr>
        <p:spPr bwMode="auto">
          <a:xfrm>
            <a:off x="431134" y="278092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a:t>ستتعلم في نتاج التعلم أ ما يأتي: </a:t>
            </a:r>
          </a:p>
          <a:p>
            <a:pPr marL="685800" rtl="1"/>
            <a:r>
              <a:rPr lang="ar"/>
              <a:t>دراسة أنواع متعددة من النشاطات التي أُثبتت فعاليتها في تعزيز الصحة الجسدية والنفسية للأشخاص في بيئات الرعاية الصحية والاجتماعية.</a:t>
            </a:r>
          </a:p>
          <a:p>
            <a:pPr marL="685800" rtl="1"/>
            <a:r>
              <a:rPr lang="ar"/>
              <a:t>التفكير في كيفية اختيار النشاط المناسب لكل فئة من فئات متلقي الخدمات بما يتوافق مع احتياجاتهم. </a:t>
            </a:r>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56DE3F-EC28-7053-DEEB-7602A4196DC3}"/>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 sz="32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معرفة مختلف النشاطات الإبداعية </a:t>
            </a:r>
            <a:br>
              <a:rPr lang="ar-EG" sz="32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br>
            <a:r>
              <a:rPr lang="ar" sz="32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والعلاجية وفوائدها</a:t>
            </a:r>
          </a:p>
        </p:txBody>
      </p:sp>
      <p:sp>
        <p:nvSpPr>
          <p:cNvPr id="2" name="Footer Placeholder 3">
            <a:extLst>
              <a:ext uri="{FF2B5EF4-FFF2-40B4-BE49-F238E27FC236}">
                <a16:creationId xmlns:a16="http://schemas.microsoft.com/office/drawing/2014/main" id="{BFF6F7D6-A5E0-4A7A-8648-821D718EA82C}"/>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3" name="TextBox 2">
            <a:extLst>
              <a:ext uri="{FF2B5EF4-FFF2-40B4-BE49-F238E27FC236}">
                <a16:creationId xmlns:a16="http://schemas.microsoft.com/office/drawing/2014/main" id="{C94127E8-6A76-533F-7A32-AC3505051496}"/>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3480027057"/>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7175C-0C4C-77BD-F16D-5DDAB2754478}"/>
              </a:ext>
            </a:extLst>
          </p:cNvPr>
          <p:cNvSpPr>
            <a:spLocks noGrp="1"/>
          </p:cNvSpPr>
          <p:nvPr>
            <p:ph type="title"/>
          </p:nvPr>
        </p:nvSpPr>
        <p:spPr>
          <a:xfrm>
            <a:off x="457200" y="1195388"/>
            <a:ext cx="8229600" cy="863600"/>
          </a:xfrm>
        </p:spPr>
        <p:txBody>
          <a:bodyPr rtlCol="1"/>
          <a:lstStyle/>
          <a:p>
            <a:pPr rtl="1"/>
            <a:r>
              <a:rPr lang="ar" sz="3600" b="1" dirty="0"/>
              <a:t>أ1 النشاطات الإبداعية والعلاجية</a:t>
            </a:r>
          </a:p>
        </p:txBody>
      </p:sp>
      <p:sp>
        <p:nvSpPr>
          <p:cNvPr id="3" name="Content Placeholder 2">
            <a:extLst>
              <a:ext uri="{FF2B5EF4-FFF2-40B4-BE49-F238E27FC236}">
                <a16:creationId xmlns:a16="http://schemas.microsoft.com/office/drawing/2014/main" id="{52126A04-689B-A874-0551-D5EE2931AD7E}"/>
              </a:ext>
            </a:extLst>
          </p:cNvPr>
          <p:cNvSpPr>
            <a:spLocks noGrp="1"/>
          </p:cNvSpPr>
          <p:nvPr>
            <p:ph sz="half" idx="2"/>
          </p:nvPr>
        </p:nvSpPr>
        <p:spPr>
          <a:xfrm>
            <a:off x="468312" y="2195513"/>
            <a:ext cx="7991475" cy="4113807"/>
          </a:xfrm>
        </p:spPr>
        <p:txBody>
          <a:bodyPr rtlCol="1"/>
          <a:lstStyle/>
          <a:p>
            <a:pPr rtl="1"/>
            <a:r>
              <a:rPr lang="ar" sz="1800" b="1" dirty="0"/>
              <a:t>تتضمن النشاطات التي تحسن الصحة الجسدية من خلال تحريك الجسم ما يأتي: </a:t>
            </a:r>
          </a:p>
          <a:p>
            <a:pPr lvl="1" rtl="1"/>
            <a:r>
              <a:rPr lang="ar" sz="1800" dirty="0">
                <a:latin typeface="Times New Roman" panose="02020603050405020304" pitchFamily="18" charset="0"/>
              </a:rPr>
              <a:t>المشي</a:t>
            </a:r>
          </a:p>
          <a:p>
            <a:pPr lvl="1" rtl="1"/>
            <a:r>
              <a:rPr lang="ar" sz="1800" dirty="0">
                <a:latin typeface="Times New Roman" panose="02020603050405020304" pitchFamily="18" charset="0"/>
              </a:rPr>
              <a:t>تمارين الإطالة</a:t>
            </a:r>
          </a:p>
          <a:p>
            <a:pPr lvl="1" rtl="1"/>
            <a:r>
              <a:rPr lang="ar" sz="1800" dirty="0">
                <a:latin typeface="Times New Roman" panose="02020603050405020304" pitchFamily="18" charset="0"/>
              </a:rPr>
              <a:t>السباحة</a:t>
            </a:r>
          </a:p>
          <a:p>
            <a:pPr rtl="1"/>
            <a:r>
              <a:rPr lang="ar" sz="1800" b="1" dirty="0"/>
              <a:t>تتضمن النشاطات التي تحسن الصحة النفسية ما يأتي:</a:t>
            </a:r>
          </a:p>
          <a:p>
            <a:pPr lvl="1" rtl="1"/>
            <a:r>
              <a:rPr lang="ar" sz="1800" dirty="0">
                <a:latin typeface="Times New Roman" panose="02020603050405020304" pitchFamily="18" charset="0"/>
              </a:rPr>
              <a:t>الألعاب اللوحية</a:t>
            </a:r>
          </a:p>
          <a:p>
            <a:pPr lvl="1" rtl="1"/>
            <a:r>
              <a:rPr lang="ar" sz="1800" dirty="0">
                <a:latin typeface="Times New Roman" panose="02020603050405020304" pitchFamily="18" charset="0"/>
              </a:rPr>
              <a:t>أحجية الكلمات</a:t>
            </a:r>
          </a:p>
          <a:p>
            <a:pPr lvl="1" rtl="1"/>
            <a:r>
              <a:rPr lang="ar" sz="1800" dirty="0">
                <a:latin typeface="Times New Roman" panose="02020603050405020304" pitchFamily="18" charset="0"/>
              </a:rPr>
              <a:t>الرسم بالألوان</a:t>
            </a:r>
          </a:p>
          <a:p>
            <a:pPr rtl="1"/>
            <a:r>
              <a:rPr lang="ar" sz="1800" b="1" dirty="0"/>
              <a:t>يسهم كلا النوعين من هذه النشاطات في تحسين الصحة والعافية الجسدية بشكل عام، بفضل عوامل مثل:</a:t>
            </a:r>
          </a:p>
          <a:p>
            <a:pPr lvl="1" rtl="1"/>
            <a:r>
              <a:rPr lang="ar" sz="1800" dirty="0">
                <a:latin typeface="Times New Roman" panose="02020603050405020304" pitchFamily="18" charset="0"/>
              </a:rPr>
              <a:t>الشعور بالمتعة والرضا</a:t>
            </a:r>
          </a:p>
          <a:p>
            <a:pPr lvl="1" rtl="1"/>
            <a:r>
              <a:rPr lang="ar" sz="1800" dirty="0">
                <a:latin typeface="Times New Roman" panose="02020603050405020304" pitchFamily="18" charset="0"/>
              </a:rPr>
              <a:t>التفاعل الاجتماعي مع الآخرين</a:t>
            </a:r>
          </a:p>
          <a:p>
            <a:pPr lvl="1" rtl="1"/>
            <a:endParaRPr lang="en-GB" sz="1800" dirty="0"/>
          </a:p>
        </p:txBody>
      </p:sp>
      <p:sp>
        <p:nvSpPr>
          <p:cNvPr id="4" name="Footer Placeholder 3">
            <a:extLst>
              <a:ext uri="{FF2B5EF4-FFF2-40B4-BE49-F238E27FC236}">
                <a16:creationId xmlns:a16="http://schemas.microsoft.com/office/drawing/2014/main" id="{38EBBE95-6F81-DD5F-B570-5A1B6C7405BF}"/>
              </a:ext>
            </a:extLst>
          </p:cNvPr>
          <p:cNvSpPr>
            <a:spLocks noGrp="1"/>
          </p:cNvSpPr>
          <p:nvPr>
            <p:ph type="ftr" sz="quarter" idx="10"/>
          </p:nvPr>
        </p:nvSpPr>
        <p:spPr>
          <a:xfrm>
            <a:off x="0" y="6459538"/>
            <a:ext cx="9144000" cy="287337"/>
          </a:xfrm>
        </p:spPr>
        <p:txBody>
          <a:bodyPr rtlCol="1"/>
          <a:lstStyle/>
          <a:p>
            <a:pPr algn="ctr" rtl="1">
              <a:defRPr/>
            </a:pPr>
            <a:r>
              <a:rPr lang="ar" dirty="0"/>
              <a:t>©</a:t>
            </a:r>
          </a:p>
        </p:txBody>
      </p:sp>
      <p:sp>
        <p:nvSpPr>
          <p:cNvPr id="5" name="TextBox 4">
            <a:extLst>
              <a:ext uri="{FF2B5EF4-FFF2-40B4-BE49-F238E27FC236}">
                <a16:creationId xmlns:a16="http://schemas.microsoft.com/office/drawing/2014/main" id="{114C2423-4FC0-88E2-0423-8F06A2BEA699}"/>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2632500568"/>
      </p:ext>
    </p:extLst>
  </p:cSld>
  <p:clrMapOvr>
    <a:masterClrMapping/>
  </p:clrMapOvr>
  <p:transition>
    <p:sndAc>
      <p:stSnd>
        <p:snd r:embed="rId2"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7EAD5-501D-C94C-4C87-AA96EE03E5AB}"/>
              </a:ext>
            </a:extLst>
          </p:cNvPr>
          <p:cNvSpPr>
            <a:spLocks noGrp="1"/>
          </p:cNvSpPr>
          <p:nvPr>
            <p:ph type="title"/>
          </p:nvPr>
        </p:nvSpPr>
        <p:spPr>
          <a:xfrm>
            <a:off x="457200" y="1195388"/>
            <a:ext cx="8229600" cy="346075"/>
          </a:xfrm>
        </p:spPr>
        <p:txBody>
          <a:bodyPr rtlCol="1"/>
          <a:lstStyle/>
          <a:p>
            <a:pPr rtl="1"/>
            <a:r>
              <a:rPr lang="ar" sz="2800" b="1" dirty="0"/>
              <a:t>ما الفوائد التي قد تجلبها لك هذه النشاطات؟</a:t>
            </a:r>
          </a:p>
        </p:txBody>
      </p:sp>
      <p:sp>
        <p:nvSpPr>
          <p:cNvPr id="4" name="Footer Placeholder 3">
            <a:extLst>
              <a:ext uri="{FF2B5EF4-FFF2-40B4-BE49-F238E27FC236}">
                <a16:creationId xmlns:a16="http://schemas.microsoft.com/office/drawing/2014/main" id="{DFA5BE38-514E-D0B7-3090-C222CC9F6B2A}"/>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pic>
        <p:nvPicPr>
          <p:cNvPr id="3" name="Picture 2" descr="A person writing on a piece of paper&#10;&#10;AI-generated content may be incorrect.">
            <a:extLst>
              <a:ext uri="{FF2B5EF4-FFF2-40B4-BE49-F238E27FC236}">
                <a16:creationId xmlns:a16="http://schemas.microsoft.com/office/drawing/2014/main" id="{8ED041FA-3B0F-4862-C3DF-61868337123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848057" y="1718518"/>
            <a:ext cx="2870991" cy="1966201"/>
          </a:xfrm>
          <a:prstGeom prst="rect">
            <a:avLst/>
          </a:prstGeom>
        </p:spPr>
      </p:pic>
      <p:pic>
        <p:nvPicPr>
          <p:cNvPr id="6" name="Picture 5" descr="A person stretching her legs&#10;&#10;AI-generated content may be incorrect.">
            <a:extLst>
              <a:ext uri="{FF2B5EF4-FFF2-40B4-BE49-F238E27FC236}">
                <a16:creationId xmlns:a16="http://schemas.microsoft.com/office/drawing/2014/main" id="{7A9A3BED-B4D0-5275-6E08-33492833E77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848056" y="3928231"/>
            <a:ext cx="2870991" cy="2204264"/>
          </a:xfrm>
          <a:prstGeom prst="rect">
            <a:avLst/>
          </a:prstGeom>
        </p:spPr>
      </p:pic>
      <p:pic>
        <p:nvPicPr>
          <p:cNvPr id="7" name="Picture 6" descr="A person in a wheelchair with a basket of vegetables&#10;&#10;AI-generated content may be incorrect.">
            <a:extLst>
              <a:ext uri="{FF2B5EF4-FFF2-40B4-BE49-F238E27FC236}">
                <a16:creationId xmlns:a16="http://schemas.microsoft.com/office/drawing/2014/main" id="{B206C8E8-9AEC-E8B5-F862-D132F1E2F577}"/>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57200" y="1644111"/>
            <a:ext cx="3154459" cy="2112110"/>
          </a:xfrm>
          <a:prstGeom prst="rect">
            <a:avLst/>
          </a:prstGeom>
        </p:spPr>
      </p:pic>
      <p:pic>
        <p:nvPicPr>
          <p:cNvPr id="9" name="Picture 8" descr="An old person sewing a piece of clothing&#10;&#10;AI-generated content may be incorrect.">
            <a:extLst>
              <a:ext uri="{FF2B5EF4-FFF2-40B4-BE49-F238E27FC236}">
                <a16:creationId xmlns:a16="http://schemas.microsoft.com/office/drawing/2014/main" id="{91574D89-E9CB-E842-5E56-FDFDC257BD55}"/>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57200" y="3974886"/>
            <a:ext cx="3172393" cy="2110953"/>
          </a:xfrm>
          <a:prstGeom prst="rect">
            <a:avLst/>
          </a:prstGeom>
        </p:spPr>
      </p:pic>
      <p:sp>
        <p:nvSpPr>
          <p:cNvPr id="10" name="TextBox 9">
            <a:extLst>
              <a:ext uri="{FF2B5EF4-FFF2-40B4-BE49-F238E27FC236}">
                <a16:creationId xmlns:a16="http://schemas.microsoft.com/office/drawing/2014/main" id="{A695237D-149E-D364-3091-AA506E1CF5DD}"/>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2452310439"/>
      </p:ext>
    </p:extLst>
  </p:cSld>
  <p:clrMapOvr>
    <a:masterClrMapping/>
  </p:clrMapOvr>
  <p:transition>
    <p:sndAc>
      <p:stSnd>
        <p:snd r:embed="rId2"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11242-B44B-C89F-47DD-C5A46377445E}"/>
              </a:ext>
            </a:extLst>
          </p:cNvPr>
          <p:cNvSpPr>
            <a:spLocks noGrp="1"/>
          </p:cNvSpPr>
          <p:nvPr>
            <p:ph type="title"/>
          </p:nvPr>
        </p:nvSpPr>
        <p:spPr>
          <a:xfrm>
            <a:off x="457200" y="1195200"/>
            <a:ext cx="8229600" cy="287337"/>
          </a:xfrm>
        </p:spPr>
        <p:txBody>
          <a:bodyPr rtlCol="1"/>
          <a:lstStyle/>
          <a:p>
            <a:pPr rtl="1"/>
            <a:r>
              <a:rPr lang="ar" sz="3600" b="1" dirty="0"/>
              <a:t>أ3 الفوائد</a:t>
            </a:r>
          </a:p>
        </p:txBody>
      </p:sp>
      <p:sp>
        <p:nvSpPr>
          <p:cNvPr id="3" name="Content Placeholder 2">
            <a:extLst>
              <a:ext uri="{FF2B5EF4-FFF2-40B4-BE49-F238E27FC236}">
                <a16:creationId xmlns:a16="http://schemas.microsoft.com/office/drawing/2014/main" id="{B4A6142A-1BC0-4F97-B3CB-345BDEDAEA48}"/>
              </a:ext>
            </a:extLst>
          </p:cNvPr>
          <p:cNvSpPr>
            <a:spLocks noGrp="1"/>
          </p:cNvSpPr>
          <p:nvPr>
            <p:ph sz="half" idx="1"/>
          </p:nvPr>
        </p:nvSpPr>
        <p:spPr>
          <a:xfrm>
            <a:off x="4648199" y="1916832"/>
            <a:ext cx="4027487" cy="4024100"/>
          </a:xfrm>
        </p:spPr>
        <p:txBody>
          <a:bodyPr rtlCol="1"/>
          <a:lstStyle/>
          <a:p>
            <a:pPr rtl="1"/>
            <a:r>
              <a:rPr lang="ar" sz="2000" dirty="0"/>
              <a:t>الاحتياجات الجسدية</a:t>
            </a:r>
          </a:p>
          <a:p>
            <a:pPr lvl="1" rtl="1"/>
            <a:r>
              <a:rPr lang="ar" sz="2000" dirty="0"/>
              <a:t>زيادة المرونة</a:t>
            </a:r>
          </a:p>
          <a:p>
            <a:pPr lvl="1" rtl="1"/>
            <a:r>
              <a:rPr lang="ar" sz="2000" dirty="0"/>
              <a:t>تحسين التوازن</a:t>
            </a:r>
          </a:p>
          <a:p>
            <a:pPr lvl="1" rtl="1"/>
            <a:r>
              <a:rPr lang="ar" sz="2000" dirty="0"/>
              <a:t>تعزيز القوة</a:t>
            </a:r>
          </a:p>
          <a:p>
            <a:pPr rtl="1"/>
            <a:r>
              <a:rPr lang="ar" sz="2000" dirty="0"/>
              <a:t>الجوانب الإدراكية</a:t>
            </a:r>
          </a:p>
          <a:p>
            <a:pPr lvl="1" rtl="1"/>
            <a:r>
              <a:rPr lang="ar" sz="2000" dirty="0"/>
              <a:t>الذاكرة</a:t>
            </a:r>
          </a:p>
          <a:p>
            <a:pPr lvl="1" rtl="1"/>
            <a:r>
              <a:rPr lang="ar" sz="2000" dirty="0"/>
              <a:t>اللغة</a:t>
            </a:r>
          </a:p>
          <a:p>
            <a:pPr lvl="1" rtl="1"/>
            <a:r>
              <a:rPr lang="ar" sz="2000" dirty="0"/>
              <a:t>مهارة حل المشكلات</a:t>
            </a:r>
          </a:p>
          <a:p>
            <a:pPr lvl="1" rtl="1"/>
            <a:r>
              <a:rPr lang="ar" sz="2000" dirty="0"/>
              <a:t>مهارات التواصل</a:t>
            </a:r>
          </a:p>
          <a:p>
            <a:pPr lvl="1" rtl="1"/>
            <a:r>
              <a:rPr lang="ar" sz="2000" dirty="0"/>
              <a:t>مهارات التنظيم</a:t>
            </a:r>
          </a:p>
          <a:p>
            <a:pPr rtl="1"/>
            <a:endParaRPr lang="en-GB" sz="2000" dirty="0"/>
          </a:p>
        </p:txBody>
      </p:sp>
      <p:sp>
        <p:nvSpPr>
          <p:cNvPr id="5" name="Content Placeholder 4">
            <a:extLst>
              <a:ext uri="{FF2B5EF4-FFF2-40B4-BE49-F238E27FC236}">
                <a16:creationId xmlns:a16="http://schemas.microsoft.com/office/drawing/2014/main" id="{26957D8F-5F69-8F55-97F4-F84DD238215B}"/>
              </a:ext>
            </a:extLst>
          </p:cNvPr>
          <p:cNvSpPr>
            <a:spLocks noGrp="1"/>
          </p:cNvSpPr>
          <p:nvPr>
            <p:ph sz="half" idx="2"/>
          </p:nvPr>
        </p:nvSpPr>
        <p:spPr>
          <a:xfrm>
            <a:off x="468312" y="1916832"/>
            <a:ext cx="4027488" cy="4024100"/>
          </a:xfrm>
        </p:spPr>
        <p:txBody>
          <a:bodyPr rtlCol="1"/>
          <a:lstStyle/>
          <a:p>
            <a:pPr rtl="1"/>
            <a:r>
              <a:rPr lang="ar" sz="2000" dirty="0"/>
              <a:t>الاحتياجات العاطفية</a:t>
            </a:r>
          </a:p>
          <a:p>
            <a:pPr lvl="1" rtl="1"/>
            <a:r>
              <a:rPr lang="ar" sz="2000" dirty="0"/>
              <a:t>التحفيز والثقة بالنفس</a:t>
            </a:r>
          </a:p>
          <a:p>
            <a:pPr lvl="1" rtl="1"/>
            <a:r>
              <a:rPr lang="ar" sz="2000" dirty="0"/>
              <a:t>الاعتداد بالذات</a:t>
            </a:r>
          </a:p>
          <a:p>
            <a:pPr rtl="1"/>
            <a:r>
              <a:rPr lang="ar" sz="2000" dirty="0"/>
              <a:t>الآثار الاجتماعية</a:t>
            </a:r>
          </a:p>
          <a:p>
            <a:pPr lvl="1" rtl="1"/>
            <a:r>
              <a:rPr lang="ar" sz="2000" dirty="0"/>
              <a:t>التفاعل مع الآخرين</a:t>
            </a:r>
          </a:p>
          <a:p>
            <a:pPr lvl="1" rtl="1"/>
            <a:r>
              <a:rPr lang="ar" sz="2000" dirty="0"/>
              <a:t>شبكات التواصل الاجتماعي وتكوين العلاقات</a:t>
            </a:r>
          </a:p>
        </p:txBody>
      </p:sp>
      <p:sp>
        <p:nvSpPr>
          <p:cNvPr id="4" name="Footer Placeholder 3">
            <a:extLst>
              <a:ext uri="{FF2B5EF4-FFF2-40B4-BE49-F238E27FC236}">
                <a16:creationId xmlns:a16="http://schemas.microsoft.com/office/drawing/2014/main" id="{9BA36D3B-50D7-1030-A762-FFF9B2FF5709}"/>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6" name="TextBox 5">
            <a:extLst>
              <a:ext uri="{FF2B5EF4-FFF2-40B4-BE49-F238E27FC236}">
                <a16:creationId xmlns:a16="http://schemas.microsoft.com/office/drawing/2014/main" id="{3955EE6F-5B04-545F-0953-E5F9C481E97B}"/>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3373534153"/>
      </p:ext>
    </p:extLst>
  </p:cSld>
  <p:clrMapOvr>
    <a:masterClrMapping/>
  </p:clrMapOvr>
  <p:transition>
    <p:sndAc>
      <p:stSnd>
        <p:snd r:embed="rId2"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CEBF218-55C5-1761-8469-5C57F94C1BAD}"/>
              </a:ext>
            </a:extLst>
          </p:cNvPr>
          <p:cNvSpPr>
            <a:spLocks noGrp="1"/>
          </p:cNvSpPr>
          <p:nvPr>
            <p:ph type="title"/>
          </p:nvPr>
        </p:nvSpPr>
        <p:spPr>
          <a:xfrm>
            <a:off x="457200" y="1195200"/>
            <a:ext cx="8229600" cy="864000"/>
          </a:xfrm>
        </p:spPr>
        <p:txBody>
          <a:bodyPr rtlCol="1"/>
          <a:lstStyle/>
          <a:p>
            <a:pPr rtl="1"/>
            <a:r>
              <a:rPr lang="ar" sz="2400" b="1" dirty="0"/>
              <a:t>اشرح كيف يمكن لهذا النوع من النشاط أن يُفضي إلى تحقيق واحدة </a:t>
            </a:r>
            <a:br>
              <a:rPr lang="ar-EG" sz="2400" b="1" dirty="0"/>
            </a:br>
            <a:r>
              <a:rPr lang="ar" sz="2400" b="1" dirty="0"/>
              <a:t>أو أكثر من هذه الفوائد المرجوّة</a:t>
            </a:r>
          </a:p>
        </p:txBody>
      </p:sp>
      <p:sp>
        <p:nvSpPr>
          <p:cNvPr id="8" name="Content Placeholder 7">
            <a:extLst>
              <a:ext uri="{FF2B5EF4-FFF2-40B4-BE49-F238E27FC236}">
                <a16:creationId xmlns:a16="http://schemas.microsoft.com/office/drawing/2014/main" id="{383A13B3-5BB3-818C-745D-665CC4D45187}"/>
              </a:ext>
            </a:extLst>
          </p:cNvPr>
          <p:cNvSpPr>
            <a:spLocks noGrp="1"/>
          </p:cNvSpPr>
          <p:nvPr>
            <p:ph sz="half" idx="1"/>
          </p:nvPr>
        </p:nvSpPr>
        <p:spPr>
          <a:xfrm>
            <a:off x="6613536" y="2247319"/>
            <a:ext cx="2087463" cy="4024100"/>
          </a:xfrm>
        </p:spPr>
        <p:txBody>
          <a:bodyPr rtlCol="1"/>
          <a:lstStyle/>
          <a:p>
            <a:pPr rtl="1"/>
            <a:r>
              <a:rPr lang="ar" sz="1600" dirty="0"/>
              <a:t>المرونة</a:t>
            </a:r>
          </a:p>
          <a:p>
            <a:pPr rtl="1"/>
            <a:r>
              <a:rPr lang="ar" sz="1600" dirty="0"/>
              <a:t>تمارين التوازن</a:t>
            </a:r>
          </a:p>
          <a:p>
            <a:pPr rtl="1"/>
            <a:r>
              <a:rPr lang="ar" sz="1600" dirty="0"/>
              <a:t>تمارين القوة</a:t>
            </a:r>
          </a:p>
          <a:p>
            <a:pPr rtl="1"/>
            <a:r>
              <a:rPr lang="ar" sz="1600" dirty="0"/>
              <a:t>الذاكرة</a:t>
            </a:r>
          </a:p>
          <a:p>
            <a:pPr rtl="1"/>
            <a:r>
              <a:rPr lang="ar" sz="1600" dirty="0"/>
              <a:t>اللغة</a:t>
            </a:r>
          </a:p>
          <a:p>
            <a:pPr rtl="1"/>
            <a:r>
              <a:rPr lang="ar" sz="1600" dirty="0"/>
              <a:t>مهارة حل المشكلات</a:t>
            </a:r>
          </a:p>
          <a:p>
            <a:pPr rtl="1"/>
            <a:r>
              <a:rPr lang="ar" sz="1600" dirty="0"/>
              <a:t>مهارات التواصل</a:t>
            </a:r>
          </a:p>
          <a:p>
            <a:pPr rtl="1"/>
            <a:endParaRPr lang="en-GB" sz="1600" dirty="0"/>
          </a:p>
        </p:txBody>
      </p:sp>
      <p:sp>
        <p:nvSpPr>
          <p:cNvPr id="9" name="Content Placeholder 8">
            <a:extLst>
              <a:ext uri="{FF2B5EF4-FFF2-40B4-BE49-F238E27FC236}">
                <a16:creationId xmlns:a16="http://schemas.microsoft.com/office/drawing/2014/main" id="{8A88394A-7CA3-0E0F-6A6D-A84AEFA74F3A}"/>
              </a:ext>
            </a:extLst>
          </p:cNvPr>
          <p:cNvSpPr>
            <a:spLocks noGrp="1"/>
          </p:cNvSpPr>
          <p:nvPr>
            <p:ph sz="half" idx="2"/>
          </p:nvPr>
        </p:nvSpPr>
        <p:spPr>
          <a:xfrm>
            <a:off x="4601411" y="2301944"/>
            <a:ext cx="2087463" cy="4024100"/>
          </a:xfrm>
        </p:spPr>
        <p:txBody>
          <a:bodyPr rtlCol="1"/>
          <a:lstStyle/>
          <a:p>
            <a:pPr rtl="1"/>
            <a:r>
              <a:rPr lang="ar" sz="1600" dirty="0"/>
              <a:t>مهارات التنظيم</a:t>
            </a:r>
          </a:p>
          <a:p>
            <a:pPr rtl="1"/>
            <a:r>
              <a:rPr lang="ar" sz="1600" dirty="0"/>
              <a:t>التحفيز</a:t>
            </a:r>
          </a:p>
          <a:p>
            <a:pPr rtl="1"/>
            <a:r>
              <a:rPr lang="ar" sz="1600" dirty="0"/>
              <a:t>الثقة بالنفس</a:t>
            </a:r>
          </a:p>
          <a:p>
            <a:pPr rtl="1"/>
            <a:r>
              <a:rPr lang="ar" sz="1600" dirty="0"/>
              <a:t>التفاعل الاجتماعي</a:t>
            </a:r>
          </a:p>
          <a:p>
            <a:pPr rtl="1"/>
            <a:r>
              <a:rPr lang="ar" sz="1600" dirty="0"/>
              <a:t>شبكات التواصل الاجتماعي</a:t>
            </a:r>
          </a:p>
          <a:p>
            <a:pPr rtl="1"/>
            <a:r>
              <a:rPr lang="ar" sz="1600" dirty="0"/>
              <a:t>العلاقات</a:t>
            </a:r>
          </a:p>
        </p:txBody>
      </p:sp>
      <p:sp>
        <p:nvSpPr>
          <p:cNvPr id="5" name="Footer Placeholder 4">
            <a:extLst>
              <a:ext uri="{FF2B5EF4-FFF2-40B4-BE49-F238E27FC236}">
                <a16:creationId xmlns:a16="http://schemas.microsoft.com/office/drawing/2014/main" id="{7AAD3A65-8DB9-F6C7-BD75-F4EE6167B28D}"/>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pic>
        <p:nvPicPr>
          <p:cNvPr id="3" name="Picture 2" descr="A group of people watering plants&#10;&#10;AI-generated content may be incorrect.">
            <a:extLst>
              <a:ext uri="{FF2B5EF4-FFF2-40B4-BE49-F238E27FC236}">
                <a16:creationId xmlns:a16="http://schemas.microsoft.com/office/drawing/2014/main" id="{2A800C37-6F15-0009-463C-EA8F7A4F1B0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64599" y="2780928"/>
            <a:ext cx="3996444" cy="2664296"/>
          </a:xfrm>
          <a:prstGeom prst="rect">
            <a:avLst/>
          </a:prstGeom>
        </p:spPr>
      </p:pic>
      <p:sp>
        <p:nvSpPr>
          <p:cNvPr id="4" name="TextBox 3">
            <a:extLst>
              <a:ext uri="{FF2B5EF4-FFF2-40B4-BE49-F238E27FC236}">
                <a16:creationId xmlns:a16="http://schemas.microsoft.com/office/drawing/2014/main" id="{54173A50-7A3C-C31E-83B3-9BE73E14B23B}"/>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170597504"/>
      </p:ext>
    </p:extLst>
  </p:cSld>
  <p:clrMapOvr>
    <a:masterClrMapping/>
  </p:clrMapOvr>
  <p:transition>
    <p:sndAc>
      <p:stSnd>
        <p:snd r:embed="rId2"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A7D91-F436-DF40-4B06-0E4A06C59D0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DE77C8A-18A6-EC15-00FE-0C1970C17622}"/>
              </a:ext>
            </a:extLst>
          </p:cNvPr>
          <p:cNvSpPr>
            <a:spLocks noGrp="1"/>
          </p:cNvSpPr>
          <p:nvPr>
            <p:ph type="title"/>
          </p:nvPr>
        </p:nvSpPr>
        <p:spPr>
          <a:xfrm>
            <a:off x="457199" y="1195200"/>
            <a:ext cx="8362503" cy="864000"/>
          </a:xfrm>
        </p:spPr>
        <p:txBody>
          <a:bodyPr rtlCol="1"/>
          <a:lstStyle/>
          <a:p>
            <a:pPr rtl="1"/>
            <a:r>
              <a:rPr lang="ar" sz="2400" b="1" dirty="0"/>
              <a:t>اشرح كيف يمكن لهذا النوع من النشاط أن يُفضي إلى تحقيق واحدة </a:t>
            </a:r>
            <a:br>
              <a:rPr lang="ar-EG" sz="2400" b="1" dirty="0"/>
            </a:br>
            <a:r>
              <a:rPr lang="ar" sz="2400" b="1" dirty="0"/>
              <a:t>أو أكثر من هذه الفوائد المرجوّة</a:t>
            </a:r>
          </a:p>
        </p:txBody>
      </p:sp>
      <p:sp>
        <p:nvSpPr>
          <p:cNvPr id="8" name="Content Placeholder 7">
            <a:extLst>
              <a:ext uri="{FF2B5EF4-FFF2-40B4-BE49-F238E27FC236}">
                <a16:creationId xmlns:a16="http://schemas.microsoft.com/office/drawing/2014/main" id="{E10460BD-072B-147D-929C-01907394D647}"/>
              </a:ext>
            </a:extLst>
          </p:cNvPr>
          <p:cNvSpPr>
            <a:spLocks noGrp="1"/>
          </p:cNvSpPr>
          <p:nvPr>
            <p:ph sz="half" idx="1"/>
          </p:nvPr>
        </p:nvSpPr>
        <p:spPr>
          <a:xfrm>
            <a:off x="6732240" y="2255292"/>
            <a:ext cx="2087463" cy="4024100"/>
          </a:xfrm>
        </p:spPr>
        <p:txBody>
          <a:bodyPr rtlCol="1"/>
          <a:lstStyle/>
          <a:p>
            <a:pPr rtl="1"/>
            <a:r>
              <a:rPr lang="ar" sz="1600" dirty="0"/>
              <a:t>المرونة</a:t>
            </a:r>
          </a:p>
          <a:p>
            <a:pPr rtl="1"/>
            <a:r>
              <a:rPr lang="ar" sz="1600" dirty="0"/>
              <a:t>تمارين التوازن</a:t>
            </a:r>
          </a:p>
          <a:p>
            <a:pPr rtl="1"/>
            <a:r>
              <a:rPr lang="ar" sz="1600" dirty="0"/>
              <a:t>تمارين القوة</a:t>
            </a:r>
          </a:p>
          <a:p>
            <a:pPr rtl="1"/>
            <a:r>
              <a:rPr lang="ar" sz="1600" dirty="0"/>
              <a:t>الذاكرة</a:t>
            </a:r>
          </a:p>
          <a:p>
            <a:pPr rtl="1"/>
            <a:r>
              <a:rPr lang="ar" sz="1600" dirty="0"/>
              <a:t>اللغة</a:t>
            </a:r>
          </a:p>
          <a:p>
            <a:pPr rtl="1"/>
            <a:r>
              <a:rPr lang="ar" sz="1600" dirty="0"/>
              <a:t>مهارة حل المشكلات</a:t>
            </a:r>
          </a:p>
          <a:p>
            <a:pPr rtl="1"/>
            <a:r>
              <a:rPr lang="ar" sz="1600" dirty="0"/>
              <a:t>مهارات التواصل</a:t>
            </a:r>
          </a:p>
          <a:p>
            <a:pPr rtl="1"/>
            <a:endParaRPr lang="en-GB" sz="1600" dirty="0"/>
          </a:p>
        </p:txBody>
      </p:sp>
      <p:sp>
        <p:nvSpPr>
          <p:cNvPr id="9" name="Content Placeholder 8">
            <a:extLst>
              <a:ext uri="{FF2B5EF4-FFF2-40B4-BE49-F238E27FC236}">
                <a16:creationId xmlns:a16="http://schemas.microsoft.com/office/drawing/2014/main" id="{475B433B-6F03-8E9E-1BC9-1E47374D63F8}"/>
              </a:ext>
            </a:extLst>
          </p:cNvPr>
          <p:cNvSpPr>
            <a:spLocks noGrp="1"/>
          </p:cNvSpPr>
          <p:nvPr>
            <p:ph sz="half" idx="2"/>
          </p:nvPr>
        </p:nvSpPr>
        <p:spPr>
          <a:xfrm>
            <a:off x="4786966" y="2345365"/>
            <a:ext cx="2087463" cy="4024100"/>
          </a:xfrm>
        </p:spPr>
        <p:txBody>
          <a:bodyPr rtlCol="1"/>
          <a:lstStyle/>
          <a:p>
            <a:pPr rtl="1"/>
            <a:r>
              <a:rPr lang="ar" sz="1600"/>
              <a:t>مهارات التنظيم</a:t>
            </a:r>
          </a:p>
          <a:p>
            <a:pPr rtl="1"/>
            <a:r>
              <a:rPr lang="ar" sz="1600"/>
              <a:t>التحفيز</a:t>
            </a:r>
          </a:p>
          <a:p>
            <a:pPr rtl="1"/>
            <a:r>
              <a:rPr lang="ar" sz="1600"/>
              <a:t>الثقة بالنفس</a:t>
            </a:r>
          </a:p>
          <a:p>
            <a:pPr rtl="1"/>
            <a:r>
              <a:rPr lang="ar" sz="1600"/>
              <a:t>التفاعل الاجتماعي</a:t>
            </a:r>
          </a:p>
          <a:p>
            <a:pPr rtl="1"/>
            <a:r>
              <a:rPr lang="ar" sz="1600"/>
              <a:t>شبكات التواصل الاجتماعي</a:t>
            </a:r>
          </a:p>
          <a:p>
            <a:pPr rtl="1"/>
            <a:r>
              <a:rPr lang="ar" sz="1600"/>
              <a:t>العلاقات</a:t>
            </a:r>
          </a:p>
        </p:txBody>
      </p:sp>
      <p:sp>
        <p:nvSpPr>
          <p:cNvPr id="5" name="Footer Placeholder 4">
            <a:extLst>
              <a:ext uri="{FF2B5EF4-FFF2-40B4-BE49-F238E27FC236}">
                <a16:creationId xmlns:a16="http://schemas.microsoft.com/office/drawing/2014/main" id="{419565E9-D1DC-29D3-B22E-C980E24EE575}"/>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pic>
        <p:nvPicPr>
          <p:cNvPr id="3" name="Picture 2" descr="A group of elderly people in a garden&#10;&#10;AI-generated content may be incorrect.">
            <a:extLst>
              <a:ext uri="{FF2B5EF4-FFF2-40B4-BE49-F238E27FC236}">
                <a16:creationId xmlns:a16="http://schemas.microsoft.com/office/drawing/2014/main" id="{D3082755-EF52-568F-EBF0-F478B17C9B3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11560" y="2780928"/>
            <a:ext cx="3816095" cy="2544664"/>
          </a:xfrm>
          <a:prstGeom prst="rect">
            <a:avLst/>
          </a:prstGeom>
        </p:spPr>
      </p:pic>
      <p:sp>
        <p:nvSpPr>
          <p:cNvPr id="4" name="TextBox 3">
            <a:extLst>
              <a:ext uri="{FF2B5EF4-FFF2-40B4-BE49-F238E27FC236}">
                <a16:creationId xmlns:a16="http://schemas.microsoft.com/office/drawing/2014/main" id="{7B7FEAB7-67F8-617F-32AA-763430C13D2A}"/>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1591871238"/>
      </p:ext>
    </p:extLst>
  </p:cSld>
  <p:clrMapOvr>
    <a:masterClrMapping/>
  </p:clrMapOvr>
  <p:transition>
    <p:sndAc>
      <p:stSnd>
        <p:snd r:embed="rId2"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AAEC9-0098-8CFD-BD30-7AF26040B4B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E96565E-C912-7CBC-4C5B-40CAD60F8A71}"/>
              </a:ext>
            </a:extLst>
          </p:cNvPr>
          <p:cNvSpPr>
            <a:spLocks noGrp="1"/>
          </p:cNvSpPr>
          <p:nvPr>
            <p:ph type="title"/>
          </p:nvPr>
        </p:nvSpPr>
        <p:spPr>
          <a:xfrm>
            <a:off x="457200" y="1195200"/>
            <a:ext cx="8229600" cy="864000"/>
          </a:xfrm>
        </p:spPr>
        <p:txBody>
          <a:bodyPr rtlCol="1"/>
          <a:lstStyle/>
          <a:p>
            <a:pPr rtl="1"/>
            <a:r>
              <a:rPr lang="ar" sz="2400" b="1" dirty="0"/>
              <a:t>اشرح الطريقة التي يمكن لهذا النشاط أن يساعد على تحقيق فائدة </a:t>
            </a:r>
            <a:br>
              <a:rPr lang="ar-EG" sz="2400" b="1" dirty="0"/>
            </a:br>
            <a:r>
              <a:rPr lang="ar" sz="2400" b="1" dirty="0"/>
              <a:t>أو أكثر من الفوائد المذكورة</a:t>
            </a:r>
          </a:p>
        </p:txBody>
      </p:sp>
      <p:sp>
        <p:nvSpPr>
          <p:cNvPr id="8" name="Content Placeholder 7">
            <a:extLst>
              <a:ext uri="{FF2B5EF4-FFF2-40B4-BE49-F238E27FC236}">
                <a16:creationId xmlns:a16="http://schemas.microsoft.com/office/drawing/2014/main" id="{1E7D3EDB-20A0-4B67-1046-57B733A281D3}"/>
              </a:ext>
            </a:extLst>
          </p:cNvPr>
          <p:cNvSpPr>
            <a:spLocks noGrp="1"/>
          </p:cNvSpPr>
          <p:nvPr>
            <p:ph sz="half" idx="1"/>
          </p:nvPr>
        </p:nvSpPr>
        <p:spPr>
          <a:xfrm>
            <a:off x="6696620" y="2245692"/>
            <a:ext cx="2087463" cy="4024100"/>
          </a:xfrm>
        </p:spPr>
        <p:txBody>
          <a:bodyPr rtlCol="1"/>
          <a:lstStyle/>
          <a:p>
            <a:pPr rtl="1"/>
            <a:r>
              <a:rPr lang="ar" sz="1600" dirty="0"/>
              <a:t>المرونة</a:t>
            </a:r>
          </a:p>
          <a:p>
            <a:pPr rtl="1"/>
            <a:r>
              <a:rPr lang="ar" sz="1600" dirty="0"/>
              <a:t>تمارين التوازن</a:t>
            </a:r>
          </a:p>
          <a:p>
            <a:pPr rtl="1"/>
            <a:r>
              <a:rPr lang="ar" sz="1600" dirty="0"/>
              <a:t>تمارين القوة</a:t>
            </a:r>
          </a:p>
          <a:p>
            <a:pPr rtl="1"/>
            <a:r>
              <a:rPr lang="ar" sz="1600" dirty="0"/>
              <a:t>الذاكرة</a:t>
            </a:r>
          </a:p>
          <a:p>
            <a:pPr rtl="1"/>
            <a:r>
              <a:rPr lang="ar" sz="1600" dirty="0"/>
              <a:t>اللغة</a:t>
            </a:r>
          </a:p>
          <a:p>
            <a:pPr rtl="1"/>
            <a:r>
              <a:rPr lang="ar" sz="1600" dirty="0"/>
              <a:t>مهارة حل المشكلات</a:t>
            </a:r>
          </a:p>
          <a:p>
            <a:pPr rtl="1"/>
            <a:r>
              <a:rPr lang="ar" sz="1600" dirty="0"/>
              <a:t>مهارات التواصل</a:t>
            </a:r>
          </a:p>
          <a:p>
            <a:pPr rtl="1"/>
            <a:endParaRPr lang="en-GB" sz="1600" dirty="0"/>
          </a:p>
        </p:txBody>
      </p:sp>
      <p:sp>
        <p:nvSpPr>
          <p:cNvPr id="9" name="Content Placeholder 8">
            <a:extLst>
              <a:ext uri="{FF2B5EF4-FFF2-40B4-BE49-F238E27FC236}">
                <a16:creationId xmlns:a16="http://schemas.microsoft.com/office/drawing/2014/main" id="{0D686DD0-D152-ABAF-3B3C-9C428E348C68}"/>
              </a:ext>
            </a:extLst>
          </p:cNvPr>
          <p:cNvSpPr>
            <a:spLocks noGrp="1"/>
          </p:cNvSpPr>
          <p:nvPr>
            <p:ph sz="half" idx="2"/>
          </p:nvPr>
        </p:nvSpPr>
        <p:spPr>
          <a:xfrm>
            <a:off x="4609157" y="2245692"/>
            <a:ext cx="2087463" cy="4024100"/>
          </a:xfrm>
        </p:spPr>
        <p:txBody>
          <a:bodyPr rtlCol="1"/>
          <a:lstStyle/>
          <a:p>
            <a:pPr rtl="1"/>
            <a:r>
              <a:rPr lang="ar" sz="1600" dirty="0"/>
              <a:t>مهارات التنظيم</a:t>
            </a:r>
          </a:p>
          <a:p>
            <a:pPr rtl="1"/>
            <a:r>
              <a:rPr lang="ar" sz="1600" dirty="0"/>
              <a:t>التحفيز</a:t>
            </a:r>
          </a:p>
          <a:p>
            <a:pPr rtl="1"/>
            <a:r>
              <a:rPr lang="ar" sz="1600" dirty="0"/>
              <a:t>الثقة بالنفس</a:t>
            </a:r>
          </a:p>
          <a:p>
            <a:pPr rtl="1"/>
            <a:r>
              <a:rPr lang="ar" sz="1600" dirty="0"/>
              <a:t>التفاعل الاجتماعي</a:t>
            </a:r>
          </a:p>
          <a:p>
            <a:pPr rtl="1"/>
            <a:r>
              <a:rPr lang="ar" sz="1600" dirty="0"/>
              <a:t>شبكات التواصل الاجتماعي</a:t>
            </a:r>
          </a:p>
          <a:p>
            <a:pPr rtl="1"/>
            <a:r>
              <a:rPr lang="ar" sz="1600" dirty="0"/>
              <a:t>العلاقات</a:t>
            </a:r>
          </a:p>
        </p:txBody>
      </p:sp>
      <p:sp>
        <p:nvSpPr>
          <p:cNvPr id="5" name="Footer Placeholder 4">
            <a:extLst>
              <a:ext uri="{FF2B5EF4-FFF2-40B4-BE49-F238E27FC236}">
                <a16:creationId xmlns:a16="http://schemas.microsoft.com/office/drawing/2014/main" id="{2ECE8DBC-7E9C-2ED2-813D-474522A9F58A}"/>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pic>
        <p:nvPicPr>
          <p:cNvPr id="3" name="Picture 2" descr="A person lying on a surfboard in the water&#10;&#10;AI-generated content may be incorrect.">
            <a:extLst>
              <a:ext uri="{FF2B5EF4-FFF2-40B4-BE49-F238E27FC236}">
                <a16:creationId xmlns:a16="http://schemas.microsoft.com/office/drawing/2014/main" id="{D0C4DB72-D5C0-DDF3-20BF-85A81293953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2018" y="2708920"/>
            <a:ext cx="4140421" cy="2763281"/>
          </a:xfrm>
          <a:prstGeom prst="rect">
            <a:avLst/>
          </a:prstGeom>
        </p:spPr>
      </p:pic>
      <p:sp>
        <p:nvSpPr>
          <p:cNvPr id="4" name="TextBox 3">
            <a:extLst>
              <a:ext uri="{FF2B5EF4-FFF2-40B4-BE49-F238E27FC236}">
                <a16:creationId xmlns:a16="http://schemas.microsoft.com/office/drawing/2014/main" id="{8540CA12-784D-468A-D89A-621920F4493E}"/>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916443902"/>
      </p:ext>
    </p:extLst>
  </p:cSld>
  <p:clrMapOvr>
    <a:masterClrMapping/>
  </p:clrMapOvr>
  <p:transition>
    <p:sndAc>
      <p:stSnd>
        <p:snd r:embed="rId2"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405B8-018C-E38E-63AD-81DCDACF0DE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CB13228-AC4C-CFEC-B2E4-CBF7129C6F23}"/>
              </a:ext>
            </a:extLst>
          </p:cNvPr>
          <p:cNvSpPr>
            <a:spLocks noGrp="1"/>
          </p:cNvSpPr>
          <p:nvPr>
            <p:ph type="title"/>
          </p:nvPr>
        </p:nvSpPr>
        <p:spPr>
          <a:xfrm>
            <a:off x="457200" y="1195200"/>
            <a:ext cx="8229600" cy="864000"/>
          </a:xfrm>
        </p:spPr>
        <p:txBody>
          <a:bodyPr rtlCol="1"/>
          <a:lstStyle/>
          <a:p>
            <a:pPr rtl="1"/>
            <a:r>
              <a:rPr lang="ar" sz="2400" b="1" dirty="0"/>
              <a:t>اشرح كيف يمكن لهذا النوع من النشاط أن يُفضي إلى تحقيق واحدة </a:t>
            </a:r>
            <a:br>
              <a:rPr lang="ar-EG" sz="2400" b="1" dirty="0"/>
            </a:br>
            <a:r>
              <a:rPr lang="ar" sz="2400" b="1" dirty="0"/>
              <a:t>أو أكثر من هذه الفوائد المرجوّة</a:t>
            </a:r>
          </a:p>
        </p:txBody>
      </p:sp>
      <p:sp>
        <p:nvSpPr>
          <p:cNvPr id="8" name="Content Placeholder 7">
            <a:extLst>
              <a:ext uri="{FF2B5EF4-FFF2-40B4-BE49-F238E27FC236}">
                <a16:creationId xmlns:a16="http://schemas.microsoft.com/office/drawing/2014/main" id="{BCC43F87-0521-AA91-7676-7B6D7DB5EDE2}"/>
              </a:ext>
            </a:extLst>
          </p:cNvPr>
          <p:cNvSpPr>
            <a:spLocks noGrp="1"/>
          </p:cNvSpPr>
          <p:nvPr>
            <p:ph sz="half" idx="1"/>
          </p:nvPr>
        </p:nvSpPr>
        <p:spPr>
          <a:xfrm>
            <a:off x="6599337" y="2196001"/>
            <a:ext cx="2087463" cy="4024100"/>
          </a:xfrm>
        </p:spPr>
        <p:txBody>
          <a:bodyPr rtlCol="1"/>
          <a:lstStyle/>
          <a:p>
            <a:pPr rtl="1"/>
            <a:r>
              <a:rPr lang="ar" sz="1600" dirty="0"/>
              <a:t>المرونة</a:t>
            </a:r>
          </a:p>
          <a:p>
            <a:pPr rtl="1"/>
            <a:r>
              <a:rPr lang="ar" sz="1600" dirty="0"/>
              <a:t>تمارين التوازن</a:t>
            </a:r>
          </a:p>
          <a:p>
            <a:pPr rtl="1"/>
            <a:r>
              <a:rPr lang="ar" sz="1600" dirty="0"/>
              <a:t>تمارين القوة</a:t>
            </a:r>
          </a:p>
          <a:p>
            <a:pPr rtl="1"/>
            <a:r>
              <a:rPr lang="ar" sz="1600" dirty="0"/>
              <a:t>الذاكرة</a:t>
            </a:r>
          </a:p>
          <a:p>
            <a:pPr rtl="1"/>
            <a:r>
              <a:rPr lang="ar" sz="1600" dirty="0"/>
              <a:t>اللغة</a:t>
            </a:r>
          </a:p>
          <a:p>
            <a:pPr rtl="1"/>
            <a:r>
              <a:rPr lang="ar" sz="1600" dirty="0"/>
              <a:t>مهارة حل المشكلات</a:t>
            </a:r>
          </a:p>
          <a:p>
            <a:pPr rtl="1"/>
            <a:r>
              <a:rPr lang="ar" sz="1600" dirty="0"/>
              <a:t>مهارات التواصل</a:t>
            </a:r>
          </a:p>
          <a:p>
            <a:pPr rtl="1"/>
            <a:endParaRPr lang="en-GB" sz="1600" dirty="0"/>
          </a:p>
        </p:txBody>
      </p:sp>
      <p:sp>
        <p:nvSpPr>
          <p:cNvPr id="9" name="Content Placeholder 8">
            <a:extLst>
              <a:ext uri="{FF2B5EF4-FFF2-40B4-BE49-F238E27FC236}">
                <a16:creationId xmlns:a16="http://schemas.microsoft.com/office/drawing/2014/main" id="{A85FFEB7-D180-65F6-03C2-F95E9FF6887C}"/>
              </a:ext>
            </a:extLst>
          </p:cNvPr>
          <p:cNvSpPr>
            <a:spLocks noGrp="1"/>
          </p:cNvSpPr>
          <p:nvPr>
            <p:ph sz="half" idx="2"/>
          </p:nvPr>
        </p:nvSpPr>
        <p:spPr>
          <a:xfrm>
            <a:off x="4511874" y="2227949"/>
            <a:ext cx="2087463" cy="4024100"/>
          </a:xfrm>
        </p:spPr>
        <p:txBody>
          <a:bodyPr rtlCol="1"/>
          <a:lstStyle/>
          <a:p>
            <a:pPr rtl="1"/>
            <a:r>
              <a:rPr lang="ar" sz="1600" dirty="0"/>
              <a:t>مهارات التنظيم</a:t>
            </a:r>
          </a:p>
          <a:p>
            <a:pPr rtl="1"/>
            <a:r>
              <a:rPr lang="ar" sz="1600" dirty="0"/>
              <a:t>التحفيز</a:t>
            </a:r>
          </a:p>
          <a:p>
            <a:pPr rtl="1"/>
            <a:r>
              <a:rPr lang="ar" sz="1600" dirty="0"/>
              <a:t>الثقة بالنفس</a:t>
            </a:r>
          </a:p>
          <a:p>
            <a:pPr rtl="1"/>
            <a:r>
              <a:rPr lang="ar" sz="1600" dirty="0"/>
              <a:t>التفاعل الاجتماعي</a:t>
            </a:r>
          </a:p>
          <a:p>
            <a:pPr rtl="1"/>
            <a:r>
              <a:rPr lang="ar" sz="1600" dirty="0"/>
              <a:t>شبكات التواصل الاجتماعي</a:t>
            </a:r>
          </a:p>
          <a:p>
            <a:pPr rtl="1"/>
            <a:r>
              <a:rPr lang="ar" sz="1600" dirty="0"/>
              <a:t>العلاقات</a:t>
            </a:r>
          </a:p>
        </p:txBody>
      </p:sp>
      <p:sp>
        <p:nvSpPr>
          <p:cNvPr id="5" name="Footer Placeholder 4">
            <a:extLst>
              <a:ext uri="{FF2B5EF4-FFF2-40B4-BE49-F238E27FC236}">
                <a16:creationId xmlns:a16="http://schemas.microsoft.com/office/drawing/2014/main" id="{BA326F83-AC87-58AB-6489-2F8A3770FA87}"/>
              </a:ext>
            </a:extLst>
          </p:cNvPr>
          <p:cNvSpPr>
            <a:spLocks noGrp="1"/>
          </p:cNvSpPr>
          <p:nvPr>
            <p:ph type="ftr" sz="quarter" idx="10"/>
          </p:nvPr>
        </p:nvSpPr>
        <p:spPr>
          <a:xfrm>
            <a:off x="0" y="6459538"/>
            <a:ext cx="9144000" cy="287337"/>
          </a:xfrm>
        </p:spPr>
        <p:txBody>
          <a:bodyPr rtlCol="1"/>
          <a:lstStyle/>
          <a:p>
            <a:pPr rtl="1">
              <a:defRPr/>
            </a:pPr>
            <a:endParaRPr lang="en-GB" altLang="en-US" dirty="0"/>
          </a:p>
        </p:txBody>
      </p:sp>
      <p:pic>
        <p:nvPicPr>
          <p:cNvPr id="3" name="Picture 2" descr="A person drawing a maze&#10;&#10;AI-generated content may be incorrect.">
            <a:extLst>
              <a:ext uri="{FF2B5EF4-FFF2-40B4-BE49-F238E27FC236}">
                <a16:creationId xmlns:a16="http://schemas.microsoft.com/office/drawing/2014/main" id="{424D050E-433E-B87D-8711-B694BEB82EF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4757" y="2636912"/>
            <a:ext cx="4104456" cy="2736304"/>
          </a:xfrm>
          <a:prstGeom prst="rect">
            <a:avLst/>
          </a:prstGeom>
        </p:spPr>
      </p:pic>
      <p:sp>
        <p:nvSpPr>
          <p:cNvPr id="4" name="TextBox 3">
            <a:extLst>
              <a:ext uri="{FF2B5EF4-FFF2-40B4-BE49-F238E27FC236}">
                <a16:creationId xmlns:a16="http://schemas.microsoft.com/office/drawing/2014/main" id="{C91A438A-C221-377B-CAAB-2C1C52E9A3E2}"/>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107113488"/>
      </p:ext>
    </p:extLst>
  </p:cSld>
  <p:clrMapOvr>
    <a:masterClrMapping/>
  </p:clrMapOvr>
  <p:transition>
    <p:sndAc>
      <p:stSnd>
        <p:snd r:embed="rId2"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DC25E-7EF5-75F0-A461-E885652910E1}"/>
              </a:ext>
            </a:extLst>
          </p:cNvPr>
          <p:cNvSpPr>
            <a:spLocks noGrp="1"/>
          </p:cNvSpPr>
          <p:nvPr>
            <p:ph type="title"/>
          </p:nvPr>
        </p:nvSpPr>
        <p:spPr>
          <a:xfrm>
            <a:off x="457200" y="1195200"/>
            <a:ext cx="8229600" cy="505608"/>
          </a:xfrm>
        </p:spPr>
        <p:txBody>
          <a:bodyPr rtlCol="1"/>
          <a:lstStyle/>
          <a:p>
            <a:pPr rtl="1"/>
            <a:r>
              <a:rPr lang="ar" sz="3600" b="1" dirty="0"/>
              <a:t>أ2 بيئات الرعاية الصحية والاجتماعية</a:t>
            </a:r>
          </a:p>
        </p:txBody>
      </p:sp>
      <p:sp>
        <p:nvSpPr>
          <p:cNvPr id="6" name="Content Placeholder 5">
            <a:extLst>
              <a:ext uri="{FF2B5EF4-FFF2-40B4-BE49-F238E27FC236}">
                <a16:creationId xmlns:a16="http://schemas.microsoft.com/office/drawing/2014/main" id="{9AD2FE36-2AFD-F156-9EC0-DF4694E4248D}"/>
              </a:ext>
            </a:extLst>
          </p:cNvPr>
          <p:cNvSpPr>
            <a:spLocks noGrp="1"/>
          </p:cNvSpPr>
          <p:nvPr>
            <p:ph idx="1"/>
          </p:nvPr>
        </p:nvSpPr>
        <p:spPr>
          <a:xfrm>
            <a:off x="468311" y="2196000"/>
            <a:ext cx="8207375" cy="3878436"/>
          </a:xfrm>
        </p:spPr>
        <p:txBody>
          <a:bodyPr rtlCol="1"/>
          <a:lstStyle/>
          <a:p>
            <a:pPr rtl="1"/>
            <a:r>
              <a:rPr lang="ar"/>
              <a:t>الرعاية النهارية</a:t>
            </a:r>
          </a:p>
          <a:p>
            <a:pPr rtl="1"/>
            <a:r>
              <a:rPr lang="ar"/>
              <a:t>الرعاية السكنية</a:t>
            </a:r>
          </a:p>
          <a:p>
            <a:pPr rtl="1"/>
            <a:r>
              <a:rPr lang="ar"/>
              <a:t>الرعاية المنزلية</a:t>
            </a:r>
          </a:p>
          <a:p>
            <a:pPr rtl="1"/>
            <a:r>
              <a:rPr lang="ar"/>
              <a:t>الفِرق المجتمعية</a:t>
            </a:r>
          </a:p>
          <a:p>
            <a:pPr rtl="1"/>
            <a:r>
              <a:rPr lang="ar"/>
              <a:t>السكن المستقل</a:t>
            </a:r>
          </a:p>
          <a:p>
            <a:pPr rtl="1"/>
            <a:r>
              <a:rPr lang="ar"/>
              <a:t>المستشفيات</a:t>
            </a:r>
          </a:p>
          <a:p>
            <a:pPr rtl="1"/>
            <a:endParaRPr lang="en-GB" dirty="0"/>
          </a:p>
        </p:txBody>
      </p:sp>
      <p:sp>
        <p:nvSpPr>
          <p:cNvPr id="5" name="Footer Placeholder 4">
            <a:extLst>
              <a:ext uri="{FF2B5EF4-FFF2-40B4-BE49-F238E27FC236}">
                <a16:creationId xmlns:a16="http://schemas.microsoft.com/office/drawing/2014/main" id="{A85EB3BF-9250-C9F9-C8F6-C3C56DCC7760}"/>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pic>
        <p:nvPicPr>
          <p:cNvPr id="3" name="Picture 2" descr="A doctor checking a patient's blood pressure&#10;&#10;AI-generated content may be incorrect.">
            <a:extLst>
              <a:ext uri="{FF2B5EF4-FFF2-40B4-BE49-F238E27FC236}">
                <a16:creationId xmlns:a16="http://schemas.microsoft.com/office/drawing/2014/main" id="{9754B77B-2FE8-EB16-2130-57BE042B479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563888" y="1909715"/>
            <a:ext cx="2535165" cy="1690110"/>
          </a:xfrm>
          <a:prstGeom prst="rect">
            <a:avLst/>
          </a:prstGeom>
        </p:spPr>
      </p:pic>
      <p:pic>
        <p:nvPicPr>
          <p:cNvPr id="4" name="Picture 3" descr="A person in a hospital bed&#10;&#10;AI-generated content may be incorrect.">
            <a:extLst>
              <a:ext uri="{FF2B5EF4-FFF2-40B4-BE49-F238E27FC236}">
                <a16:creationId xmlns:a16="http://schemas.microsoft.com/office/drawing/2014/main" id="{CBDEEF3D-3CE2-B4E9-F2D8-1DCF2E16872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99754" y="3717032"/>
            <a:ext cx="2748405" cy="1832270"/>
          </a:xfrm>
          <a:prstGeom prst="rect">
            <a:avLst/>
          </a:prstGeom>
        </p:spPr>
      </p:pic>
      <p:pic>
        <p:nvPicPr>
          <p:cNvPr id="8" name="Picture 7" descr="A person pouring tea into an old person's face&#10;&#10;AI-generated content may be incorrect.">
            <a:extLst>
              <a:ext uri="{FF2B5EF4-FFF2-40B4-BE49-F238E27FC236}">
                <a16:creationId xmlns:a16="http://schemas.microsoft.com/office/drawing/2014/main" id="{B8C2AF10-586D-D567-5B4B-E8F12B809DE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139952" y="4135218"/>
            <a:ext cx="2484276" cy="1656184"/>
          </a:xfrm>
          <a:prstGeom prst="rect">
            <a:avLst/>
          </a:prstGeom>
        </p:spPr>
      </p:pic>
      <p:sp>
        <p:nvSpPr>
          <p:cNvPr id="9" name="TextBox 8">
            <a:extLst>
              <a:ext uri="{FF2B5EF4-FFF2-40B4-BE49-F238E27FC236}">
                <a16:creationId xmlns:a16="http://schemas.microsoft.com/office/drawing/2014/main" id="{ED57BFF3-5C0B-898D-8BB9-8BCA5FAAE0E4}"/>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355781456"/>
      </p:ext>
    </p:extLst>
  </p:cSld>
  <p:clrMapOvr>
    <a:masterClrMapping/>
  </p:clrMapOvr>
  <p:transition>
    <p:sndAc>
      <p:stSnd>
        <p:snd r:embed="rId2"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752B8-D73A-1403-EE05-F37A07E817A1}"/>
              </a:ext>
            </a:extLst>
          </p:cNvPr>
          <p:cNvSpPr>
            <a:spLocks noGrp="1"/>
          </p:cNvSpPr>
          <p:nvPr>
            <p:ph type="title"/>
          </p:nvPr>
        </p:nvSpPr>
        <p:spPr>
          <a:xfrm>
            <a:off x="457200" y="1195388"/>
            <a:ext cx="8229600" cy="863600"/>
          </a:xfrm>
        </p:spPr>
        <p:txBody>
          <a:bodyPr rtlCol="1"/>
          <a:lstStyle/>
          <a:p>
            <a:pPr rtl="1"/>
            <a:r>
              <a:rPr lang="ar" b="1" dirty="0"/>
              <a:t>الواجب رقم 1</a:t>
            </a:r>
          </a:p>
        </p:txBody>
      </p:sp>
      <p:sp>
        <p:nvSpPr>
          <p:cNvPr id="3" name="Content Placeholder 2">
            <a:extLst>
              <a:ext uri="{FF2B5EF4-FFF2-40B4-BE49-F238E27FC236}">
                <a16:creationId xmlns:a16="http://schemas.microsoft.com/office/drawing/2014/main" id="{1D8B8F52-840D-2252-6AF0-C47E577BECC7}"/>
              </a:ext>
            </a:extLst>
          </p:cNvPr>
          <p:cNvSpPr>
            <a:spLocks noGrp="1"/>
          </p:cNvSpPr>
          <p:nvPr>
            <p:ph sz="half" idx="2"/>
          </p:nvPr>
        </p:nvSpPr>
        <p:spPr>
          <a:xfrm>
            <a:off x="755576" y="2195513"/>
            <a:ext cx="7704211" cy="3609975"/>
          </a:xfrm>
        </p:spPr>
        <p:txBody>
          <a:bodyPr rtlCol="1"/>
          <a:lstStyle/>
          <a:p>
            <a:pPr marL="0" indent="0" rtl="1">
              <a:buNone/>
            </a:pPr>
            <a:r>
              <a:rPr lang="ar" sz="2000" dirty="0"/>
              <a:t>يتضمن العرض التقديمي ما يأتي:</a:t>
            </a:r>
          </a:p>
          <a:p>
            <a:pPr rtl="1"/>
            <a:r>
              <a:rPr lang="ar" sz="2000" b="1" dirty="0"/>
              <a:t>نتاج التعلم أ: معرفة مختلف النشاطات الإبداعية والعلاجية وفوائدها</a:t>
            </a:r>
          </a:p>
          <a:p>
            <a:pPr rtl="1"/>
            <a:endParaRPr lang="en-GB" sz="2000" dirty="0"/>
          </a:p>
          <a:p>
            <a:pPr rtl="1"/>
            <a:r>
              <a:rPr lang="ar" sz="2000" dirty="0"/>
              <a:t>مراجعة موجز الواجب</a:t>
            </a:r>
          </a:p>
          <a:p>
            <a:pPr rtl="1"/>
            <a:r>
              <a:rPr lang="ar" sz="2000" dirty="0"/>
              <a:t>التحقق من ملفات الصف الدراسي</a:t>
            </a:r>
          </a:p>
          <a:p>
            <a:pPr rtl="1"/>
            <a:r>
              <a:rPr lang="ar" sz="2000" dirty="0"/>
              <a:t>إنشاء عرض تقديمي</a:t>
            </a:r>
          </a:p>
          <a:p>
            <a:pPr rtl="1"/>
            <a:r>
              <a:rPr lang="ar" sz="2000" dirty="0"/>
              <a:t>عرض العمل</a:t>
            </a:r>
          </a:p>
          <a:p>
            <a:pPr rtl="1"/>
            <a:endParaRPr lang="en-GB" sz="2000" dirty="0"/>
          </a:p>
          <a:p>
            <a:pPr rtl="1"/>
            <a:r>
              <a:rPr lang="ar" sz="2000" dirty="0"/>
              <a:t>تذكر </a:t>
            </a:r>
            <a:r>
              <a:rPr lang="ar" sz="2000" b="1" dirty="0"/>
              <a:t>مقارنة</a:t>
            </a:r>
            <a:r>
              <a:rPr lang="ar" sz="2000" dirty="0"/>
              <a:t> فوائد </a:t>
            </a:r>
            <a:r>
              <a:rPr lang="ar" sz="2000" b="1" dirty="0"/>
              <a:t>مختلف</a:t>
            </a:r>
            <a:r>
              <a:rPr lang="ar" sz="2000" dirty="0"/>
              <a:t> النشاطات في بيئات الرعاية الصحية </a:t>
            </a:r>
            <a:r>
              <a:rPr lang="ar" sz="2000" b="1" dirty="0"/>
              <a:t>المتنوعة</a:t>
            </a:r>
            <a:r>
              <a:rPr lang="ar" sz="2000" dirty="0"/>
              <a:t> مع </a:t>
            </a:r>
            <a:r>
              <a:rPr lang="ar" sz="2000" b="1" dirty="0"/>
              <a:t>العديد من</a:t>
            </a:r>
            <a:r>
              <a:rPr lang="ar" sz="2000" dirty="0"/>
              <a:t> متلقي الخدمة.</a:t>
            </a:r>
          </a:p>
        </p:txBody>
      </p:sp>
      <p:sp>
        <p:nvSpPr>
          <p:cNvPr id="4" name="Footer Placeholder 3">
            <a:extLst>
              <a:ext uri="{FF2B5EF4-FFF2-40B4-BE49-F238E27FC236}">
                <a16:creationId xmlns:a16="http://schemas.microsoft.com/office/drawing/2014/main" id="{233CC49E-8F71-56C1-BEBB-F6067897D9B2}"/>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5" name="TextBox 4">
            <a:extLst>
              <a:ext uri="{FF2B5EF4-FFF2-40B4-BE49-F238E27FC236}">
                <a16:creationId xmlns:a16="http://schemas.microsoft.com/office/drawing/2014/main" id="{388689F1-088F-0D2A-54D4-131038DBF4CD}"/>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669129363"/>
      </p:ext>
    </p:extLst>
  </p:cSld>
  <p:clrMapOvr>
    <a:masterClrMapping/>
  </p:clrMapOvr>
  <p:transition>
    <p:sndAc>
      <p:stSnd>
        <p:snd r:embed="rId2"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00EC5-F41E-E880-CCBE-002A4A3AD787}"/>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40E8A4BF-7AD6-01B8-8213-3CB5EB86F7A0}"/>
              </a:ext>
            </a:extLst>
          </p:cNvPr>
          <p:cNvSpPr>
            <a:spLocks noGrp="1" noChangeArrowheads="1"/>
          </p:cNvSpPr>
          <p:nvPr>
            <p:ph type="title"/>
          </p:nvPr>
        </p:nvSpPr>
        <p:spPr bwMode="auto">
          <a:xfrm>
            <a:off x="539750" y="1455272"/>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نتاج التعلم ب</a:t>
            </a: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1AA25693-4F72-78F3-CE7E-0364E5F04F0E}"/>
              </a:ext>
            </a:extLst>
          </p:cNvPr>
          <p:cNvSpPr>
            <a:spLocks noGrp="1" noChangeArrowheads="1"/>
          </p:cNvSpPr>
          <p:nvPr>
            <p:ph sz="half" idx="2"/>
          </p:nvPr>
        </p:nvSpPr>
        <p:spPr bwMode="auto">
          <a:xfrm>
            <a:off x="1043608" y="3531065"/>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dirty="0"/>
              <a:t>ب1</a:t>
            </a:r>
            <a:r>
              <a:rPr lang="ar" dirty="0"/>
              <a:t> القوانين/التشريعات</a:t>
            </a:r>
          </a:p>
          <a:p>
            <a:pPr rtl="1"/>
            <a:r>
              <a:rPr lang="ar" b="1" dirty="0"/>
              <a:t>ب2</a:t>
            </a:r>
            <a:r>
              <a:rPr lang="ar" dirty="0"/>
              <a:t> التشريعات الأخرى	</a:t>
            </a:r>
          </a:p>
          <a:p>
            <a:pPr indent="0" rtl="1">
              <a:buFont typeface="Wingdings" panose="05000000000000000000" pitchFamily="2" charset="2"/>
              <a:buNone/>
            </a:pPr>
            <a:endParaRPr lang="en-GB" altLang="en-US" dirty="0">
              <a:solidFill>
                <a:srgbClr val="FF0000"/>
              </a:solidFill>
            </a:endParaRPr>
          </a:p>
        </p:txBody>
      </p:sp>
      <p:sp>
        <p:nvSpPr>
          <p:cNvPr id="34820" name="Rectangle 1">
            <a:extLst>
              <a:ext uri="{FF2B5EF4-FFF2-40B4-BE49-F238E27FC236}">
                <a16:creationId xmlns:a16="http://schemas.microsoft.com/office/drawing/2014/main" id="{3C284486-FA5E-83E3-3E5D-BE2086BB0751}"/>
              </a:ext>
            </a:extLst>
          </p:cNvPr>
          <p:cNvSpPr>
            <a:spLocks noChangeArrowheads="1"/>
          </p:cNvSpPr>
          <p:nvPr/>
        </p:nvSpPr>
        <p:spPr bwMode="auto">
          <a:xfrm>
            <a:off x="539750" y="2132856"/>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معرفة القوانين والتشريعات لتنفيذ النشاطات </a:t>
            </a:r>
            <a:br>
              <a:rPr lang="ar-EG"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br>
            <a:r>
              <a:rPr lang="ar"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الإبداعية والعلاجية</a:t>
            </a:r>
          </a:p>
        </p:txBody>
      </p:sp>
      <p:sp>
        <p:nvSpPr>
          <p:cNvPr id="2" name="Footer Placeholder 3">
            <a:extLst>
              <a:ext uri="{FF2B5EF4-FFF2-40B4-BE49-F238E27FC236}">
                <a16:creationId xmlns:a16="http://schemas.microsoft.com/office/drawing/2014/main" id="{AA06E074-CAFE-3FBD-F48B-76FC4DD10DDB}"/>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3" name="TextBox 2">
            <a:extLst>
              <a:ext uri="{FF2B5EF4-FFF2-40B4-BE49-F238E27FC236}">
                <a16:creationId xmlns:a16="http://schemas.microsoft.com/office/drawing/2014/main" id="{64C14F2F-43CC-89BD-45B3-0DB256F2F319}"/>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980178022"/>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78092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a:t>ستدرس في نتاج التعلم ب القوانين واللوائح التي تنطبق على استخدام النشاطات الإبداعية والعلاجية في بيئات الرعاية الصحية والاجتماعية. </a:t>
            </a:r>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200" b="1" dirty="0">
                <a:latin typeface="Times New Roman" panose="02020603050405020304" pitchFamily="18" charset="0"/>
                <a:cs typeface="Times New Roman" panose="02020603050405020304" pitchFamily="18" charset="0"/>
              </a:rPr>
              <a:t>معرفة القوانين والتشريعات لتنفيذ النشاطات </a:t>
            </a:r>
            <a:br>
              <a:rPr lang="ar-EG" sz="3200" b="1" dirty="0">
                <a:latin typeface="Times New Roman" panose="02020603050405020304" pitchFamily="18" charset="0"/>
                <a:cs typeface="Times New Roman" panose="02020603050405020304" pitchFamily="18" charset="0"/>
              </a:rPr>
            </a:br>
            <a:r>
              <a:rPr lang="ar" sz="3200" b="1" dirty="0">
                <a:latin typeface="Times New Roman" panose="02020603050405020304" pitchFamily="18" charset="0"/>
                <a:cs typeface="Times New Roman" panose="02020603050405020304" pitchFamily="18" charset="0"/>
              </a:rPr>
              <a:t>الإبداعية والعلاجية</a:t>
            </a:r>
          </a:p>
        </p:txBody>
      </p:sp>
      <p:sp>
        <p:nvSpPr>
          <p:cNvPr id="2" name="Footer Placeholder 3">
            <a:extLst>
              <a:ext uri="{FF2B5EF4-FFF2-40B4-BE49-F238E27FC236}">
                <a16:creationId xmlns:a16="http://schemas.microsoft.com/office/drawing/2014/main" id="{597DB8A9-F575-DD50-0B6E-120F69670964}"/>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3" name="TextBox 2">
            <a:extLst>
              <a:ext uri="{FF2B5EF4-FFF2-40B4-BE49-F238E27FC236}">
                <a16:creationId xmlns:a16="http://schemas.microsoft.com/office/drawing/2014/main" id="{6C5552AA-D42A-C084-5550-4784BF7F3A13}"/>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7B1834D3-81D8-EDFD-E79B-84CE472B0314}"/>
              </a:ext>
            </a:extLst>
          </p:cNvPr>
          <p:cNvSpPr/>
          <p:nvPr/>
        </p:nvSpPr>
        <p:spPr>
          <a:xfrm>
            <a:off x="784437" y="2184885"/>
            <a:ext cx="1872533" cy="1872533"/>
          </a:xfrm>
          <a:prstGeom prst="roundRect">
            <a:avLst>
              <a:gd name="adj" fmla="val 10000"/>
            </a:avLst>
          </a:prstGeom>
          <a:blipFill>
            <a:blip r:embed="rId3" cstate="print">
              <a:extLst>
                <a:ext uri="{28A0092B-C50C-407E-A947-70E740481C1C}">
                  <a14:useLocalDpi xmlns:a14="http://schemas.microsoft.com/office/drawing/2010/main"/>
                </a:ext>
              </a:extLst>
            </a:blip>
            <a:srcRect/>
            <a:stretch>
              <a:fillRect/>
            </a:stretch>
          </a:blipFill>
        </p:spPr>
        <p:style>
          <a:lnRef idx="2">
            <a:schemeClr val="lt1">
              <a:hueOff val="0"/>
              <a:satOff val="0"/>
              <a:lumOff val="0"/>
              <a:alphaOff val="0"/>
            </a:schemeClr>
          </a:lnRef>
          <a:fillRef idx="1">
            <a:scrgbClr r="0" g="0" b="0"/>
          </a:fillRef>
          <a:effectRef idx="0">
            <a:schemeClr val="accent6">
              <a:tint val="50000"/>
              <a:hueOff val="0"/>
              <a:satOff val="0"/>
              <a:lumOff val="0"/>
              <a:alphaOff val="0"/>
            </a:schemeClr>
          </a:effectRef>
          <a:fontRef idx="minor">
            <a:schemeClr val="lt1">
              <a:hueOff val="0"/>
              <a:satOff val="0"/>
              <a:lumOff val="0"/>
              <a:alphaOff val="0"/>
            </a:schemeClr>
          </a:fontRef>
        </p:style>
        <p:txBody>
          <a:bodyPr/>
          <a:lstStyle/>
          <a:p>
            <a:endParaRPr lang="en-GB"/>
          </a:p>
        </p:txBody>
      </p:sp>
      <p:sp>
        <p:nvSpPr>
          <p:cNvPr id="5" name="Rectangle: Rounded Corners 4">
            <a:extLst>
              <a:ext uri="{FF2B5EF4-FFF2-40B4-BE49-F238E27FC236}">
                <a16:creationId xmlns:a16="http://schemas.microsoft.com/office/drawing/2014/main" id="{8EC0E5B4-D71A-4047-3F1D-ABA31AEA1F30}"/>
              </a:ext>
            </a:extLst>
          </p:cNvPr>
          <p:cNvSpPr/>
          <p:nvPr/>
        </p:nvSpPr>
        <p:spPr>
          <a:xfrm>
            <a:off x="3628672" y="2158387"/>
            <a:ext cx="1872533" cy="1872533"/>
          </a:xfrm>
          <a:prstGeom prst="roundRect">
            <a:avLst>
              <a:gd name="adj" fmla="val 10000"/>
            </a:avLst>
          </a:prstGeom>
          <a:blipFill>
            <a:blip r:embed="rId4" cstate="print">
              <a:extLst>
                <a:ext uri="{28A0092B-C50C-407E-A947-70E740481C1C}">
                  <a14:useLocalDpi xmlns:a14="http://schemas.microsoft.com/office/drawing/2010/main"/>
                </a:ext>
              </a:extLst>
            </a:blip>
            <a:srcRect/>
            <a:stretch>
              <a:fillRect/>
            </a:stretch>
          </a:blipFill>
        </p:spPr>
        <p:style>
          <a:lnRef idx="2">
            <a:schemeClr val="lt1">
              <a:hueOff val="0"/>
              <a:satOff val="0"/>
              <a:lumOff val="0"/>
              <a:alphaOff val="0"/>
            </a:schemeClr>
          </a:lnRef>
          <a:fillRef idx="1">
            <a:scrgbClr r="0" g="0" b="0"/>
          </a:fillRef>
          <a:effectRef idx="0">
            <a:schemeClr val="accent6">
              <a:tint val="50000"/>
              <a:hueOff val="0"/>
              <a:satOff val="0"/>
              <a:lumOff val="0"/>
              <a:alphaOff val="0"/>
            </a:schemeClr>
          </a:effectRef>
          <a:fontRef idx="minor">
            <a:schemeClr val="lt1">
              <a:hueOff val="0"/>
              <a:satOff val="0"/>
              <a:lumOff val="0"/>
              <a:alphaOff val="0"/>
            </a:schemeClr>
          </a:fontRef>
        </p:style>
        <p:txBody>
          <a:bodyPr/>
          <a:lstStyle/>
          <a:p>
            <a:endParaRPr lang="en-GB"/>
          </a:p>
        </p:txBody>
      </p:sp>
      <p:sp>
        <p:nvSpPr>
          <p:cNvPr id="3" name="Rectangle: Rounded Corners 2">
            <a:extLst>
              <a:ext uri="{FF2B5EF4-FFF2-40B4-BE49-F238E27FC236}">
                <a16:creationId xmlns:a16="http://schemas.microsoft.com/office/drawing/2014/main" id="{E54EDAB7-E5A6-9847-7039-57428453E521}"/>
              </a:ext>
            </a:extLst>
          </p:cNvPr>
          <p:cNvSpPr/>
          <p:nvPr/>
        </p:nvSpPr>
        <p:spPr>
          <a:xfrm>
            <a:off x="6515658" y="2171635"/>
            <a:ext cx="1872533" cy="1872533"/>
          </a:xfrm>
          <a:prstGeom prst="roundRect">
            <a:avLst>
              <a:gd name="adj" fmla="val 10000"/>
            </a:avLst>
          </a:prstGeom>
          <a:blipFill>
            <a:blip r:embed="rId5" cstate="print">
              <a:extLst>
                <a:ext uri="{28A0092B-C50C-407E-A947-70E740481C1C}">
                  <a14:useLocalDpi xmlns:a14="http://schemas.microsoft.com/office/drawing/2010/main"/>
                </a:ext>
              </a:extLst>
            </a:blip>
            <a:srcRect/>
            <a:stretch>
              <a:fillRect/>
            </a:stretch>
          </a:blipFill>
        </p:spPr>
        <p:style>
          <a:lnRef idx="2">
            <a:schemeClr val="lt1">
              <a:hueOff val="0"/>
              <a:satOff val="0"/>
              <a:lumOff val="0"/>
              <a:alphaOff val="0"/>
            </a:schemeClr>
          </a:lnRef>
          <a:fillRef idx="1">
            <a:scrgbClr r="0" g="0" b="0"/>
          </a:fillRef>
          <a:effectRef idx="0">
            <a:schemeClr val="accent6">
              <a:tint val="50000"/>
              <a:hueOff val="0"/>
              <a:satOff val="0"/>
              <a:lumOff val="0"/>
              <a:alphaOff val="0"/>
            </a:schemeClr>
          </a:effectRef>
          <a:fontRef idx="minor">
            <a:schemeClr val="lt1">
              <a:hueOff val="0"/>
              <a:satOff val="0"/>
              <a:lumOff val="0"/>
              <a:alphaOff val="0"/>
            </a:schemeClr>
          </a:fontRef>
        </p:style>
        <p:txBody>
          <a:bodyPr/>
          <a:lstStyle/>
          <a:p>
            <a:endParaRPr lang="en-GB"/>
          </a:p>
        </p:txBody>
      </p:sp>
      <p:sp>
        <p:nvSpPr>
          <p:cNvPr id="2" name="Title 1">
            <a:extLst>
              <a:ext uri="{FF2B5EF4-FFF2-40B4-BE49-F238E27FC236}">
                <a16:creationId xmlns:a16="http://schemas.microsoft.com/office/drawing/2014/main" id="{18D585B5-0A70-4507-61AF-F0F92DFBAB67}"/>
              </a:ext>
            </a:extLst>
          </p:cNvPr>
          <p:cNvSpPr>
            <a:spLocks noGrp="1"/>
          </p:cNvSpPr>
          <p:nvPr>
            <p:ph type="title"/>
          </p:nvPr>
        </p:nvSpPr>
        <p:spPr>
          <a:xfrm flipH="1">
            <a:off x="457200" y="1195388"/>
            <a:ext cx="8229600" cy="433412"/>
          </a:xfrm>
        </p:spPr>
        <p:txBody>
          <a:bodyPr rtlCol="1"/>
          <a:lstStyle/>
          <a:p>
            <a:pPr rtl="1"/>
            <a:r>
              <a:rPr lang="ar" sz="3200" b="1" dirty="0"/>
              <a:t>ب1/ب2 القوانين/التشريعات والتشريعات الأخرى</a:t>
            </a:r>
          </a:p>
        </p:txBody>
      </p:sp>
      <p:sp>
        <p:nvSpPr>
          <p:cNvPr id="16" name="Freeform: Shape 15">
            <a:extLst>
              <a:ext uri="{FF2B5EF4-FFF2-40B4-BE49-F238E27FC236}">
                <a16:creationId xmlns:a16="http://schemas.microsoft.com/office/drawing/2014/main" id="{99AC5140-9B1E-437E-8A46-917B7A489F4E}"/>
              </a:ext>
            </a:extLst>
          </p:cNvPr>
          <p:cNvSpPr/>
          <p:nvPr/>
        </p:nvSpPr>
        <p:spPr>
          <a:xfrm flipH="1">
            <a:off x="6531753" y="3929900"/>
            <a:ext cx="1872533" cy="1872533"/>
          </a:xfrm>
          <a:custGeom>
            <a:avLst/>
            <a:gdLst>
              <a:gd name="connsiteX0" fmla="*/ 0 w 1872533"/>
              <a:gd name="connsiteY0" fmla="*/ 187253 h 1872533"/>
              <a:gd name="connsiteX1" fmla="*/ 187253 w 1872533"/>
              <a:gd name="connsiteY1" fmla="*/ 0 h 1872533"/>
              <a:gd name="connsiteX2" fmla="*/ 1685280 w 1872533"/>
              <a:gd name="connsiteY2" fmla="*/ 0 h 1872533"/>
              <a:gd name="connsiteX3" fmla="*/ 1872533 w 1872533"/>
              <a:gd name="connsiteY3" fmla="*/ 187253 h 1872533"/>
              <a:gd name="connsiteX4" fmla="*/ 1872533 w 1872533"/>
              <a:gd name="connsiteY4" fmla="*/ 1685280 h 1872533"/>
              <a:gd name="connsiteX5" fmla="*/ 1685280 w 1872533"/>
              <a:gd name="connsiteY5" fmla="*/ 1872533 h 1872533"/>
              <a:gd name="connsiteX6" fmla="*/ 187253 w 1872533"/>
              <a:gd name="connsiteY6" fmla="*/ 1872533 h 1872533"/>
              <a:gd name="connsiteX7" fmla="*/ 0 w 1872533"/>
              <a:gd name="connsiteY7" fmla="*/ 1685280 h 1872533"/>
              <a:gd name="connsiteX8" fmla="*/ 0 w 1872533"/>
              <a:gd name="connsiteY8" fmla="*/ 187253 h 1872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2533" h="1872533">
                <a:moveTo>
                  <a:pt x="0" y="187253"/>
                </a:moveTo>
                <a:cubicBezTo>
                  <a:pt x="0" y="83836"/>
                  <a:pt x="83836" y="0"/>
                  <a:pt x="187253" y="0"/>
                </a:cubicBezTo>
                <a:lnTo>
                  <a:pt x="1685280" y="0"/>
                </a:lnTo>
                <a:cubicBezTo>
                  <a:pt x="1788697" y="0"/>
                  <a:pt x="1872533" y="83836"/>
                  <a:pt x="1872533" y="187253"/>
                </a:cubicBezTo>
                <a:lnTo>
                  <a:pt x="1872533" y="1685280"/>
                </a:lnTo>
                <a:cubicBezTo>
                  <a:pt x="1872533" y="1788697"/>
                  <a:pt x="1788697" y="1872533"/>
                  <a:pt x="1685280" y="1872533"/>
                </a:cubicBezTo>
                <a:lnTo>
                  <a:pt x="187253" y="1872533"/>
                </a:lnTo>
                <a:cubicBezTo>
                  <a:pt x="83836" y="1872533"/>
                  <a:pt x="0" y="1788697"/>
                  <a:pt x="0" y="1685280"/>
                </a:cubicBezTo>
                <a:lnTo>
                  <a:pt x="0" y="187253"/>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27235" tIns="127235" rIns="127235" bIns="127235" numCol="1" spcCol="1270" rtlCol="1" anchor="t" anchorCtr="0">
            <a:noAutofit/>
          </a:bodyPr>
          <a:lstStyle/>
          <a:p>
            <a:pPr marL="0" lvl="0" indent="0" algn="r" defTabSz="844550" rtl="1">
              <a:lnSpc>
                <a:spcPct val="120000"/>
              </a:lnSpc>
              <a:spcBef>
                <a:spcPct val="0"/>
              </a:spcBef>
              <a:spcAft>
                <a:spcPct val="35000"/>
              </a:spcAft>
              <a:buNone/>
            </a:pPr>
            <a:r>
              <a:rPr lang="ar" sz="1600" kern="1200" dirty="0"/>
              <a:t>القوانين (التشريعات):</a:t>
            </a:r>
          </a:p>
          <a:p>
            <a:pPr marL="114300" lvl="1" indent="-114300" algn="r" defTabSz="666750" rtl="1">
              <a:lnSpc>
                <a:spcPct val="120000"/>
              </a:lnSpc>
              <a:spcBef>
                <a:spcPct val="0"/>
              </a:spcBef>
              <a:spcAft>
                <a:spcPct val="15000"/>
              </a:spcAft>
              <a:buChar char="•"/>
            </a:pPr>
            <a:r>
              <a:rPr lang="ar" sz="1300" kern="1200" dirty="0"/>
              <a:t>تصدر عن الحكومات</a:t>
            </a:r>
          </a:p>
          <a:p>
            <a:pPr marL="114300" lvl="1" indent="-114300" algn="r" defTabSz="666750" rtl="1">
              <a:lnSpc>
                <a:spcPct val="120000"/>
              </a:lnSpc>
              <a:spcBef>
                <a:spcPct val="0"/>
              </a:spcBef>
              <a:spcAft>
                <a:spcPct val="15000"/>
              </a:spcAft>
              <a:buChar char="•"/>
            </a:pPr>
            <a:r>
              <a:rPr lang="ar" sz="1300" kern="1200" dirty="0"/>
              <a:t>ملزمة قانونيًّا</a:t>
            </a:r>
          </a:p>
        </p:txBody>
      </p:sp>
      <p:sp>
        <p:nvSpPr>
          <p:cNvPr id="17" name="Freeform: Shape 16">
            <a:extLst>
              <a:ext uri="{FF2B5EF4-FFF2-40B4-BE49-F238E27FC236}">
                <a16:creationId xmlns:a16="http://schemas.microsoft.com/office/drawing/2014/main" id="{5B0AA1B4-374D-4865-A4B1-4537DC802BE3}"/>
              </a:ext>
            </a:extLst>
          </p:cNvPr>
          <p:cNvSpPr/>
          <p:nvPr/>
        </p:nvSpPr>
        <p:spPr>
          <a:xfrm flipH="1">
            <a:off x="5861897" y="3213768"/>
            <a:ext cx="360691" cy="449943"/>
          </a:xfrm>
          <a:custGeom>
            <a:avLst/>
            <a:gdLst>
              <a:gd name="connsiteX0" fmla="*/ 0 w 360691"/>
              <a:gd name="connsiteY0" fmla="*/ 89989 h 449943"/>
              <a:gd name="connsiteX1" fmla="*/ 180346 w 360691"/>
              <a:gd name="connsiteY1" fmla="*/ 89989 h 449943"/>
              <a:gd name="connsiteX2" fmla="*/ 180346 w 360691"/>
              <a:gd name="connsiteY2" fmla="*/ 0 h 449943"/>
              <a:gd name="connsiteX3" fmla="*/ 360691 w 360691"/>
              <a:gd name="connsiteY3" fmla="*/ 224972 h 449943"/>
              <a:gd name="connsiteX4" fmla="*/ 180346 w 360691"/>
              <a:gd name="connsiteY4" fmla="*/ 449943 h 449943"/>
              <a:gd name="connsiteX5" fmla="*/ 180346 w 360691"/>
              <a:gd name="connsiteY5" fmla="*/ 359954 h 449943"/>
              <a:gd name="connsiteX6" fmla="*/ 0 w 360691"/>
              <a:gd name="connsiteY6" fmla="*/ 359954 h 449943"/>
              <a:gd name="connsiteX7" fmla="*/ 0 w 360691"/>
              <a:gd name="connsiteY7" fmla="*/ 89989 h 4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691" h="449943">
                <a:moveTo>
                  <a:pt x="0" y="89989"/>
                </a:moveTo>
                <a:lnTo>
                  <a:pt x="180346" y="89989"/>
                </a:lnTo>
                <a:lnTo>
                  <a:pt x="180346" y="0"/>
                </a:lnTo>
                <a:lnTo>
                  <a:pt x="360691" y="224972"/>
                </a:lnTo>
                <a:lnTo>
                  <a:pt x="180346" y="449943"/>
                </a:lnTo>
                <a:lnTo>
                  <a:pt x="180346" y="359954"/>
                </a:lnTo>
                <a:lnTo>
                  <a:pt x="0" y="359954"/>
                </a:lnTo>
                <a:lnTo>
                  <a:pt x="0" y="89989"/>
                </a:lnTo>
                <a:close/>
              </a:path>
            </a:pathLst>
          </a:custGeom>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spcFirstLastPara="0" vert="horz" wrap="square" lIns="0" tIns="89989" rIns="108207" bIns="89989" numCol="1" spcCol="1270" rtlCol="1" anchor="ctr" anchorCtr="0">
            <a:noAutofit/>
          </a:bodyPr>
          <a:lstStyle/>
          <a:p>
            <a:pPr marL="0" lvl="0" indent="0" algn="ctr" defTabSz="666750" rtl="1">
              <a:lnSpc>
                <a:spcPct val="90000"/>
              </a:lnSpc>
              <a:spcBef>
                <a:spcPct val="0"/>
              </a:spcBef>
              <a:spcAft>
                <a:spcPct val="35000"/>
              </a:spcAft>
              <a:buNone/>
            </a:pPr>
            <a:endParaRPr lang="en-GB" sz="1500" kern="1200"/>
          </a:p>
        </p:txBody>
      </p:sp>
      <p:sp>
        <p:nvSpPr>
          <p:cNvPr id="19" name="Freeform: Shape 18">
            <a:extLst>
              <a:ext uri="{FF2B5EF4-FFF2-40B4-BE49-F238E27FC236}">
                <a16:creationId xmlns:a16="http://schemas.microsoft.com/office/drawing/2014/main" id="{E9EDFF2A-392A-45D3-BCC5-507B30B04E85}"/>
              </a:ext>
            </a:extLst>
          </p:cNvPr>
          <p:cNvSpPr/>
          <p:nvPr/>
        </p:nvSpPr>
        <p:spPr>
          <a:xfrm flipH="1">
            <a:off x="3628673" y="3929899"/>
            <a:ext cx="1872533" cy="1872533"/>
          </a:xfrm>
          <a:custGeom>
            <a:avLst/>
            <a:gdLst>
              <a:gd name="connsiteX0" fmla="*/ 0 w 1872533"/>
              <a:gd name="connsiteY0" fmla="*/ 187253 h 1872533"/>
              <a:gd name="connsiteX1" fmla="*/ 187253 w 1872533"/>
              <a:gd name="connsiteY1" fmla="*/ 0 h 1872533"/>
              <a:gd name="connsiteX2" fmla="*/ 1685280 w 1872533"/>
              <a:gd name="connsiteY2" fmla="*/ 0 h 1872533"/>
              <a:gd name="connsiteX3" fmla="*/ 1872533 w 1872533"/>
              <a:gd name="connsiteY3" fmla="*/ 187253 h 1872533"/>
              <a:gd name="connsiteX4" fmla="*/ 1872533 w 1872533"/>
              <a:gd name="connsiteY4" fmla="*/ 1685280 h 1872533"/>
              <a:gd name="connsiteX5" fmla="*/ 1685280 w 1872533"/>
              <a:gd name="connsiteY5" fmla="*/ 1872533 h 1872533"/>
              <a:gd name="connsiteX6" fmla="*/ 187253 w 1872533"/>
              <a:gd name="connsiteY6" fmla="*/ 1872533 h 1872533"/>
              <a:gd name="connsiteX7" fmla="*/ 0 w 1872533"/>
              <a:gd name="connsiteY7" fmla="*/ 1685280 h 1872533"/>
              <a:gd name="connsiteX8" fmla="*/ 0 w 1872533"/>
              <a:gd name="connsiteY8" fmla="*/ 187253 h 1872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2533" h="1872533">
                <a:moveTo>
                  <a:pt x="0" y="187253"/>
                </a:moveTo>
                <a:cubicBezTo>
                  <a:pt x="0" y="83836"/>
                  <a:pt x="83836" y="0"/>
                  <a:pt x="187253" y="0"/>
                </a:cubicBezTo>
                <a:lnTo>
                  <a:pt x="1685280" y="0"/>
                </a:lnTo>
                <a:cubicBezTo>
                  <a:pt x="1788697" y="0"/>
                  <a:pt x="1872533" y="83836"/>
                  <a:pt x="1872533" y="187253"/>
                </a:cubicBezTo>
                <a:lnTo>
                  <a:pt x="1872533" y="1685280"/>
                </a:lnTo>
                <a:cubicBezTo>
                  <a:pt x="1872533" y="1788697"/>
                  <a:pt x="1788697" y="1872533"/>
                  <a:pt x="1685280" y="1872533"/>
                </a:cubicBezTo>
                <a:lnTo>
                  <a:pt x="187253" y="1872533"/>
                </a:lnTo>
                <a:cubicBezTo>
                  <a:pt x="83836" y="1872533"/>
                  <a:pt x="0" y="1788697"/>
                  <a:pt x="0" y="1685280"/>
                </a:cubicBezTo>
                <a:lnTo>
                  <a:pt x="0" y="187253"/>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27235" tIns="127235" rIns="127235" bIns="127235" numCol="1" spcCol="1270" rtlCol="1" anchor="t" anchorCtr="0">
            <a:noAutofit/>
          </a:bodyPr>
          <a:lstStyle/>
          <a:p>
            <a:pPr marL="0" lvl="0" indent="0" algn="r" defTabSz="844550" rtl="1">
              <a:lnSpc>
                <a:spcPct val="120000"/>
              </a:lnSpc>
              <a:spcBef>
                <a:spcPct val="0"/>
              </a:spcBef>
              <a:spcAft>
                <a:spcPct val="35000"/>
              </a:spcAft>
              <a:buNone/>
            </a:pPr>
            <a:r>
              <a:rPr lang="ar" sz="1600" kern="1200" dirty="0"/>
              <a:t>اللوائح:</a:t>
            </a:r>
          </a:p>
          <a:p>
            <a:pPr marL="114300" lvl="1" indent="-114300" algn="r" defTabSz="666750" rtl="1">
              <a:lnSpc>
                <a:spcPct val="120000"/>
              </a:lnSpc>
              <a:spcBef>
                <a:spcPct val="0"/>
              </a:spcBef>
              <a:spcAft>
                <a:spcPct val="15000"/>
              </a:spcAft>
              <a:buChar char="•"/>
            </a:pPr>
            <a:r>
              <a:rPr lang="ar" sz="1300" kern="1200" dirty="0"/>
              <a:t>تصوغها الوزارات أو الدوائر الحكومية</a:t>
            </a:r>
          </a:p>
          <a:p>
            <a:pPr marL="114300" lvl="1" indent="-114300" algn="r" defTabSz="666750" rtl="1">
              <a:lnSpc>
                <a:spcPct val="120000"/>
              </a:lnSpc>
              <a:spcBef>
                <a:spcPct val="0"/>
              </a:spcBef>
              <a:spcAft>
                <a:spcPct val="15000"/>
              </a:spcAft>
              <a:buChar char="•"/>
            </a:pPr>
            <a:r>
              <a:rPr lang="ar" sz="1300" kern="1200" dirty="0"/>
              <a:t>توضح تفاصيل كيفية تنفيذ القوانين على أرض الواقع</a:t>
            </a:r>
          </a:p>
        </p:txBody>
      </p:sp>
      <p:sp>
        <p:nvSpPr>
          <p:cNvPr id="20" name="Freeform: Shape 19">
            <a:extLst>
              <a:ext uri="{FF2B5EF4-FFF2-40B4-BE49-F238E27FC236}">
                <a16:creationId xmlns:a16="http://schemas.microsoft.com/office/drawing/2014/main" id="{FB91D298-A81D-4B12-8079-C09603A49E6F}"/>
              </a:ext>
            </a:extLst>
          </p:cNvPr>
          <p:cNvSpPr/>
          <p:nvPr/>
        </p:nvSpPr>
        <p:spPr>
          <a:xfrm flipH="1">
            <a:off x="2958816" y="3213768"/>
            <a:ext cx="360691" cy="449943"/>
          </a:xfrm>
          <a:custGeom>
            <a:avLst/>
            <a:gdLst>
              <a:gd name="connsiteX0" fmla="*/ 0 w 360691"/>
              <a:gd name="connsiteY0" fmla="*/ 89989 h 449943"/>
              <a:gd name="connsiteX1" fmla="*/ 180346 w 360691"/>
              <a:gd name="connsiteY1" fmla="*/ 89989 h 449943"/>
              <a:gd name="connsiteX2" fmla="*/ 180346 w 360691"/>
              <a:gd name="connsiteY2" fmla="*/ 0 h 449943"/>
              <a:gd name="connsiteX3" fmla="*/ 360691 w 360691"/>
              <a:gd name="connsiteY3" fmla="*/ 224972 h 449943"/>
              <a:gd name="connsiteX4" fmla="*/ 180346 w 360691"/>
              <a:gd name="connsiteY4" fmla="*/ 449943 h 449943"/>
              <a:gd name="connsiteX5" fmla="*/ 180346 w 360691"/>
              <a:gd name="connsiteY5" fmla="*/ 359954 h 449943"/>
              <a:gd name="connsiteX6" fmla="*/ 0 w 360691"/>
              <a:gd name="connsiteY6" fmla="*/ 359954 h 449943"/>
              <a:gd name="connsiteX7" fmla="*/ 0 w 360691"/>
              <a:gd name="connsiteY7" fmla="*/ 89989 h 4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691" h="449943">
                <a:moveTo>
                  <a:pt x="0" y="89989"/>
                </a:moveTo>
                <a:lnTo>
                  <a:pt x="180346" y="89989"/>
                </a:lnTo>
                <a:lnTo>
                  <a:pt x="180346" y="0"/>
                </a:lnTo>
                <a:lnTo>
                  <a:pt x="360691" y="224972"/>
                </a:lnTo>
                <a:lnTo>
                  <a:pt x="180346" y="449943"/>
                </a:lnTo>
                <a:lnTo>
                  <a:pt x="180346" y="359954"/>
                </a:lnTo>
                <a:lnTo>
                  <a:pt x="0" y="359954"/>
                </a:lnTo>
                <a:lnTo>
                  <a:pt x="0" y="89989"/>
                </a:lnTo>
                <a:close/>
              </a:path>
            </a:pathLst>
          </a:custGeom>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spcFirstLastPara="0" vert="horz" wrap="square" lIns="0" tIns="89989" rIns="108207" bIns="89989" numCol="1" spcCol="1270" rtlCol="1" anchor="ctr" anchorCtr="0">
            <a:noAutofit/>
          </a:bodyPr>
          <a:lstStyle/>
          <a:p>
            <a:pPr marL="0" lvl="0" indent="0" algn="ctr" defTabSz="666750" rtl="1">
              <a:lnSpc>
                <a:spcPct val="90000"/>
              </a:lnSpc>
              <a:spcBef>
                <a:spcPct val="0"/>
              </a:spcBef>
              <a:spcAft>
                <a:spcPct val="35000"/>
              </a:spcAft>
              <a:buNone/>
            </a:pPr>
            <a:endParaRPr lang="en-GB" sz="1500" kern="1200"/>
          </a:p>
        </p:txBody>
      </p:sp>
      <p:sp>
        <p:nvSpPr>
          <p:cNvPr id="22" name="Freeform: Shape 21">
            <a:extLst>
              <a:ext uri="{FF2B5EF4-FFF2-40B4-BE49-F238E27FC236}">
                <a16:creationId xmlns:a16="http://schemas.microsoft.com/office/drawing/2014/main" id="{EFC88A39-0E0C-449A-9D60-CBAD7801005D}"/>
              </a:ext>
            </a:extLst>
          </p:cNvPr>
          <p:cNvSpPr/>
          <p:nvPr/>
        </p:nvSpPr>
        <p:spPr>
          <a:xfrm flipH="1">
            <a:off x="827176" y="3929898"/>
            <a:ext cx="1872533" cy="1872533"/>
          </a:xfrm>
          <a:custGeom>
            <a:avLst/>
            <a:gdLst>
              <a:gd name="connsiteX0" fmla="*/ 0 w 1872533"/>
              <a:gd name="connsiteY0" fmla="*/ 187253 h 1872533"/>
              <a:gd name="connsiteX1" fmla="*/ 187253 w 1872533"/>
              <a:gd name="connsiteY1" fmla="*/ 0 h 1872533"/>
              <a:gd name="connsiteX2" fmla="*/ 1685280 w 1872533"/>
              <a:gd name="connsiteY2" fmla="*/ 0 h 1872533"/>
              <a:gd name="connsiteX3" fmla="*/ 1872533 w 1872533"/>
              <a:gd name="connsiteY3" fmla="*/ 187253 h 1872533"/>
              <a:gd name="connsiteX4" fmla="*/ 1872533 w 1872533"/>
              <a:gd name="connsiteY4" fmla="*/ 1685280 h 1872533"/>
              <a:gd name="connsiteX5" fmla="*/ 1685280 w 1872533"/>
              <a:gd name="connsiteY5" fmla="*/ 1872533 h 1872533"/>
              <a:gd name="connsiteX6" fmla="*/ 187253 w 1872533"/>
              <a:gd name="connsiteY6" fmla="*/ 1872533 h 1872533"/>
              <a:gd name="connsiteX7" fmla="*/ 0 w 1872533"/>
              <a:gd name="connsiteY7" fmla="*/ 1685280 h 1872533"/>
              <a:gd name="connsiteX8" fmla="*/ 0 w 1872533"/>
              <a:gd name="connsiteY8" fmla="*/ 187253 h 1872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2533" h="1872533">
                <a:moveTo>
                  <a:pt x="0" y="187253"/>
                </a:moveTo>
                <a:cubicBezTo>
                  <a:pt x="0" y="83836"/>
                  <a:pt x="83836" y="0"/>
                  <a:pt x="187253" y="0"/>
                </a:cubicBezTo>
                <a:lnTo>
                  <a:pt x="1685280" y="0"/>
                </a:lnTo>
                <a:cubicBezTo>
                  <a:pt x="1788697" y="0"/>
                  <a:pt x="1872533" y="83836"/>
                  <a:pt x="1872533" y="187253"/>
                </a:cubicBezTo>
                <a:lnTo>
                  <a:pt x="1872533" y="1685280"/>
                </a:lnTo>
                <a:cubicBezTo>
                  <a:pt x="1872533" y="1788697"/>
                  <a:pt x="1788697" y="1872533"/>
                  <a:pt x="1685280" y="1872533"/>
                </a:cubicBezTo>
                <a:lnTo>
                  <a:pt x="187253" y="1872533"/>
                </a:lnTo>
                <a:cubicBezTo>
                  <a:pt x="83836" y="1872533"/>
                  <a:pt x="0" y="1788697"/>
                  <a:pt x="0" y="1685280"/>
                </a:cubicBezTo>
                <a:lnTo>
                  <a:pt x="0" y="187253"/>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27235" tIns="127235" rIns="127235" bIns="127235" numCol="1" spcCol="1270" rtlCol="1" anchor="t" anchorCtr="0">
            <a:noAutofit/>
          </a:bodyPr>
          <a:lstStyle/>
          <a:p>
            <a:pPr marL="0" lvl="0" indent="0" algn="r" defTabSz="844550" rtl="1">
              <a:lnSpc>
                <a:spcPct val="120000"/>
              </a:lnSpc>
              <a:spcBef>
                <a:spcPct val="0"/>
              </a:spcBef>
              <a:spcAft>
                <a:spcPct val="35000"/>
              </a:spcAft>
              <a:buNone/>
            </a:pPr>
            <a:r>
              <a:rPr lang="ar" sz="1600" kern="1200" dirty="0"/>
              <a:t>مدونات السلوك:</a:t>
            </a:r>
          </a:p>
          <a:p>
            <a:pPr marL="114300" lvl="1" indent="-114300" algn="r" defTabSz="666750" rtl="1">
              <a:lnSpc>
                <a:spcPct val="120000"/>
              </a:lnSpc>
              <a:spcBef>
                <a:spcPct val="0"/>
              </a:spcBef>
              <a:spcAft>
                <a:spcPct val="15000"/>
              </a:spcAft>
              <a:buChar char="•"/>
            </a:pPr>
            <a:r>
              <a:rPr lang="ar" sz="1300" kern="1200" dirty="0"/>
              <a:t>تحددها الحكومات والهيئات المهنية</a:t>
            </a:r>
          </a:p>
          <a:p>
            <a:pPr marL="114300" lvl="1" indent="-114300" algn="r" defTabSz="666750" rtl="1">
              <a:lnSpc>
                <a:spcPct val="120000"/>
              </a:lnSpc>
              <a:spcBef>
                <a:spcPct val="0"/>
              </a:spcBef>
              <a:spcAft>
                <a:spcPct val="15000"/>
              </a:spcAft>
              <a:buChar char="•"/>
            </a:pPr>
            <a:r>
              <a:rPr lang="ar" sz="1300" kern="1200" dirty="0"/>
              <a:t>تُضيف مزيدًا من التفاصيل حول كيفية تصرف المهنيين وأداء واجباتهم</a:t>
            </a:r>
          </a:p>
        </p:txBody>
      </p:sp>
      <p:sp>
        <p:nvSpPr>
          <p:cNvPr id="4" name="Footer Placeholder 3">
            <a:extLst>
              <a:ext uri="{FF2B5EF4-FFF2-40B4-BE49-F238E27FC236}">
                <a16:creationId xmlns:a16="http://schemas.microsoft.com/office/drawing/2014/main" id="{6FA97F1B-E32C-2953-BFBA-F550BCAD6272}"/>
              </a:ext>
            </a:extLst>
          </p:cNvPr>
          <p:cNvSpPr>
            <a:spLocks noGrp="1"/>
          </p:cNvSpPr>
          <p:nvPr>
            <p:ph type="ftr" sz="quarter" idx="10"/>
          </p:nvPr>
        </p:nvSpPr>
        <p:spPr>
          <a:xfrm flipH="1">
            <a:off x="0" y="6459538"/>
            <a:ext cx="9144000" cy="287337"/>
          </a:xfrm>
        </p:spPr>
        <p:txBody>
          <a:bodyPr rtlCol="1"/>
          <a:lstStyle/>
          <a:p>
            <a:pPr algn="ctr" rtl="1">
              <a:defRPr/>
            </a:pPr>
            <a:endParaRPr lang="en-GB" altLang="en-US" dirty="0"/>
          </a:p>
        </p:txBody>
      </p:sp>
      <p:sp>
        <p:nvSpPr>
          <p:cNvPr id="7" name="TextBox 6">
            <a:extLst>
              <a:ext uri="{FF2B5EF4-FFF2-40B4-BE49-F238E27FC236}">
                <a16:creationId xmlns:a16="http://schemas.microsoft.com/office/drawing/2014/main" id="{B6C8D554-E4E6-A63B-65E3-FCCE0758D4F3}"/>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1103384039"/>
      </p:ext>
    </p:extLst>
  </p:cSld>
  <p:clrMapOvr>
    <a:masterClrMapping/>
  </p:clrMapOvr>
  <p:transition>
    <p:sndAc>
      <p:stSnd>
        <p:snd r:embed="rId2"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A2964-D8B1-A317-AD1B-7F7CF86821DB}"/>
              </a:ext>
            </a:extLst>
          </p:cNvPr>
          <p:cNvSpPr>
            <a:spLocks noGrp="1"/>
          </p:cNvSpPr>
          <p:nvPr>
            <p:ph type="title"/>
          </p:nvPr>
        </p:nvSpPr>
        <p:spPr>
          <a:xfrm>
            <a:off x="107504" y="1195388"/>
            <a:ext cx="8928992" cy="863600"/>
          </a:xfrm>
        </p:spPr>
        <p:txBody>
          <a:bodyPr rtlCol="1"/>
          <a:lstStyle/>
          <a:p>
            <a:pPr rtl="1"/>
            <a:r>
              <a:rPr lang="ar" sz="2800" b="1" dirty="0"/>
              <a:t>ابحث عن القوانين واللوائح ومدونات السلوك </a:t>
            </a:r>
            <a:br>
              <a:rPr lang="ar-EG" sz="2800" b="1" dirty="0"/>
            </a:br>
            <a:r>
              <a:rPr lang="ar" sz="2800" b="1" dirty="0"/>
              <a:t>التي تطبق ما يأتي في بلدك:</a:t>
            </a:r>
          </a:p>
        </p:txBody>
      </p:sp>
      <p:sp>
        <p:nvSpPr>
          <p:cNvPr id="3" name="Content Placeholder 2">
            <a:extLst>
              <a:ext uri="{FF2B5EF4-FFF2-40B4-BE49-F238E27FC236}">
                <a16:creationId xmlns:a16="http://schemas.microsoft.com/office/drawing/2014/main" id="{8B8EF5B6-75D3-90A5-BDE1-5740179606DD}"/>
              </a:ext>
            </a:extLst>
          </p:cNvPr>
          <p:cNvSpPr>
            <a:spLocks noGrp="1"/>
          </p:cNvSpPr>
          <p:nvPr>
            <p:ph sz="half" idx="2"/>
          </p:nvPr>
        </p:nvSpPr>
        <p:spPr>
          <a:xfrm>
            <a:off x="468312" y="2195513"/>
            <a:ext cx="7991475" cy="3609975"/>
          </a:xfrm>
        </p:spPr>
        <p:txBody>
          <a:bodyPr rtlCol="1"/>
          <a:lstStyle/>
          <a:p>
            <a:pPr rtl="1"/>
            <a:r>
              <a:rPr lang="ar"/>
              <a:t>تكافؤ الفرص</a:t>
            </a:r>
          </a:p>
          <a:p>
            <a:pPr rtl="1"/>
            <a:r>
              <a:rPr lang="ar"/>
              <a:t>اللائحة العامة لحماية البيانات</a:t>
            </a:r>
          </a:p>
          <a:p>
            <a:pPr rtl="1"/>
            <a:r>
              <a:rPr lang="ar"/>
              <a:t>الصحة والسلامة في العمل</a:t>
            </a:r>
          </a:p>
        </p:txBody>
      </p:sp>
      <p:sp>
        <p:nvSpPr>
          <p:cNvPr id="4" name="Footer Placeholder 3">
            <a:extLst>
              <a:ext uri="{FF2B5EF4-FFF2-40B4-BE49-F238E27FC236}">
                <a16:creationId xmlns:a16="http://schemas.microsoft.com/office/drawing/2014/main" id="{F2CBDED7-F3CC-2262-E32A-450FF2ED32EE}"/>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5" name="TextBox 4">
            <a:extLst>
              <a:ext uri="{FF2B5EF4-FFF2-40B4-BE49-F238E27FC236}">
                <a16:creationId xmlns:a16="http://schemas.microsoft.com/office/drawing/2014/main" id="{23DDBB3D-F9D9-B0DB-1DEF-A5B8B14AEDBF}"/>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1800884203"/>
      </p:ext>
    </p:extLst>
  </p:cSld>
  <p:clrMapOvr>
    <a:masterClrMapping/>
  </p:clrMapOvr>
  <p:transition>
    <p:sndAc>
      <p:stSnd>
        <p:snd r:embed="rId2"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4CA4E-3A0F-A034-EC15-EE470A85E4F7}"/>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9532A016-88DD-60CE-049D-2C3FABF6C54F}"/>
              </a:ext>
            </a:extLst>
          </p:cNvPr>
          <p:cNvSpPr>
            <a:spLocks noGrp="1" noChangeArrowheads="1"/>
          </p:cNvSpPr>
          <p:nvPr>
            <p:ph type="title"/>
          </p:nvPr>
        </p:nvSpPr>
        <p:spPr bwMode="auto">
          <a:xfrm>
            <a:off x="420687" y="1398079"/>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dirty="0"/>
              <a:t>نتاج التعلم ج</a:t>
            </a: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44334D4-084B-6087-017B-5786A8F468B9}"/>
              </a:ext>
            </a:extLst>
          </p:cNvPr>
          <p:cNvSpPr>
            <a:spLocks noGrp="1" noChangeArrowheads="1"/>
          </p:cNvSpPr>
          <p:nvPr>
            <p:ph sz="half" idx="2"/>
          </p:nvPr>
        </p:nvSpPr>
        <p:spPr bwMode="auto">
          <a:xfrm>
            <a:off x="1150936" y="3501008"/>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dirty="0"/>
              <a:t>ج1</a:t>
            </a:r>
            <a:r>
              <a:rPr lang="ar" dirty="0"/>
              <a:t> المبادئ والقيم</a:t>
            </a:r>
          </a:p>
          <a:p>
            <a:pPr rtl="1"/>
            <a:r>
              <a:rPr lang="ar" b="1" dirty="0"/>
              <a:t>ج2</a:t>
            </a:r>
            <a:r>
              <a:rPr lang="ar" dirty="0"/>
              <a:t> دعم عملية الدمج</a:t>
            </a:r>
          </a:p>
          <a:p>
            <a:pPr rtl="1"/>
            <a:r>
              <a:rPr lang="ar" b="1" dirty="0"/>
              <a:t>ج3</a:t>
            </a:r>
            <a:r>
              <a:rPr lang="ar" dirty="0"/>
              <a:t> نشاطات الدعم 	</a:t>
            </a:r>
          </a:p>
          <a:p>
            <a:pPr indent="0" rtl="1">
              <a:buFont typeface="Wingdings" panose="05000000000000000000" pitchFamily="2" charset="2"/>
              <a:buNone/>
            </a:pPr>
            <a:endParaRPr lang="en-GB" altLang="en-US" dirty="0">
              <a:solidFill>
                <a:srgbClr val="FF0000"/>
              </a:solidFill>
            </a:endParaRPr>
          </a:p>
        </p:txBody>
      </p:sp>
      <p:sp>
        <p:nvSpPr>
          <p:cNvPr id="34820" name="Rectangle 1">
            <a:extLst>
              <a:ext uri="{FF2B5EF4-FFF2-40B4-BE49-F238E27FC236}">
                <a16:creationId xmlns:a16="http://schemas.microsoft.com/office/drawing/2014/main" id="{D61382E2-547B-C70A-C760-D2A68FCFD077}"/>
              </a:ext>
            </a:extLst>
          </p:cNvPr>
          <p:cNvSpPr>
            <a:spLocks noChangeArrowheads="1"/>
          </p:cNvSpPr>
          <p:nvPr/>
        </p:nvSpPr>
        <p:spPr bwMode="auto">
          <a:xfrm>
            <a:off x="539749" y="2132856"/>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فهم دور المتخصصين في دعم الأشخاص المنخرطين </a:t>
            </a:r>
            <a:br>
              <a:rPr lang="ar-EG"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br>
            <a:r>
              <a:rPr lang="ar"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في النشاطات الإبداعية والعلاجية</a:t>
            </a:r>
          </a:p>
        </p:txBody>
      </p:sp>
      <p:sp>
        <p:nvSpPr>
          <p:cNvPr id="2" name="Footer Placeholder 3">
            <a:extLst>
              <a:ext uri="{FF2B5EF4-FFF2-40B4-BE49-F238E27FC236}">
                <a16:creationId xmlns:a16="http://schemas.microsoft.com/office/drawing/2014/main" id="{89277E70-DAA7-AA6A-5044-F543C12DE487}"/>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3" name="TextBox 2">
            <a:extLst>
              <a:ext uri="{FF2B5EF4-FFF2-40B4-BE49-F238E27FC236}">
                <a16:creationId xmlns:a16="http://schemas.microsoft.com/office/drawing/2014/main" id="{42B8EF4E-9A78-0B4A-47F4-1B443DC7EEC0}"/>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2827704469"/>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492896"/>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dirty="0"/>
              <a:t>س</a:t>
            </a:r>
            <a:r>
              <a:rPr lang="ar-EG" dirty="0"/>
              <a:t>ي</a:t>
            </a:r>
            <a:r>
              <a:rPr lang="ar" dirty="0"/>
              <a:t>وضح، في إطار نتاج التعلم ج، دورك المهني ومسؤولياتك في تنظيم النشاطات العلاجية والإبداعية في بيئات الرعاية الصحية والاجتماعية.  </a:t>
            </a:r>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800" b="1" dirty="0">
                <a:latin typeface="Times New Roman" panose="02020603050405020304" pitchFamily="18" charset="0"/>
                <a:cs typeface="Times New Roman" panose="02020603050405020304" pitchFamily="18" charset="0"/>
              </a:rPr>
              <a:t>فهم دور المتخصصين في دعم الأشخاص المنخرطين </a:t>
            </a:r>
            <a:br>
              <a:rPr lang="ar-EG" sz="2800" b="1" dirty="0">
                <a:latin typeface="Times New Roman" panose="02020603050405020304" pitchFamily="18" charset="0"/>
                <a:cs typeface="Times New Roman" panose="02020603050405020304" pitchFamily="18" charset="0"/>
              </a:rPr>
            </a:br>
            <a:r>
              <a:rPr lang="ar" sz="2800" b="1" dirty="0">
                <a:latin typeface="Times New Roman" panose="02020603050405020304" pitchFamily="18" charset="0"/>
                <a:cs typeface="Times New Roman" panose="02020603050405020304" pitchFamily="18" charset="0"/>
              </a:rPr>
              <a:t>في النشاطات الإبداعية والعلاجية</a:t>
            </a:r>
          </a:p>
        </p:txBody>
      </p:sp>
      <p:sp>
        <p:nvSpPr>
          <p:cNvPr id="2" name="Footer Placeholder 3">
            <a:extLst>
              <a:ext uri="{FF2B5EF4-FFF2-40B4-BE49-F238E27FC236}">
                <a16:creationId xmlns:a16="http://schemas.microsoft.com/office/drawing/2014/main" id="{37EE5CE3-DF10-594A-190E-6021E5DC0EF3}"/>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3" name="TextBox 2">
            <a:extLst>
              <a:ext uri="{FF2B5EF4-FFF2-40B4-BE49-F238E27FC236}">
                <a16:creationId xmlns:a16="http://schemas.microsoft.com/office/drawing/2014/main" id="{2F858382-3C16-BE50-F543-7083DB68DE61}"/>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0FB03-1646-605A-BA9A-C40584492522}"/>
              </a:ext>
            </a:extLst>
          </p:cNvPr>
          <p:cNvSpPr>
            <a:spLocks noGrp="1"/>
          </p:cNvSpPr>
          <p:nvPr>
            <p:ph type="title"/>
          </p:nvPr>
        </p:nvSpPr>
        <p:spPr/>
        <p:txBody>
          <a:bodyPr rtlCol="1"/>
          <a:lstStyle/>
          <a:p>
            <a:pPr rtl="1"/>
            <a:r>
              <a:rPr lang="ar" b="1" dirty="0"/>
              <a:t>ج1 المبادئ والقيم</a:t>
            </a:r>
          </a:p>
        </p:txBody>
      </p:sp>
      <p:sp>
        <p:nvSpPr>
          <p:cNvPr id="3" name="Content Placeholder 2">
            <a:extLst>
              <a:ext uri="{FF2B5EF4-FFF2-40B4-BE49-F238E27FC236}">
                <a16:creationId xmlns:a16="http://schemas.microsoft.com/office/drawing/2014/main" id="{139A26FE-A510-87CA-2A2C-C06A45902060}"/>
              </a:ext>
            </a:extLst>
          </p:cNvPr>
          <p:cNvSpPr>
            <a:spLocks noGrp="1"/>
          </p:cNvSpPr>
          <p:nvPr>
            <p:ph sz="half" idx="2"/>
          </p:nvPr>
        </p:nvSpPr>
        <p:spPr>
          <a:xfrm>
            <a:off x="611560" y="2195513"/>
            <a:ext cx="7991475" cy="3609975"/>
          </a:xfrm>
        </p:spPr>
        <p:txBody>
          <a:bodyPr rtlCol="1"/>
          <a:lstStyle/>
          <a:p>
            <a:pPr lvl="1"/>
            <a:r>
              <a:rPr lang="ar" dirty="0"/>
              <a:t>الممارسة المناهضة للتمييز العنصري</a:t>
            </a:r>
          </a:p>
          <a:p>
            <a:pPr lvl="1" rtl="1"/>
            <a:r>
              <a:rPr lang="ar" dirty="0">
                <a:latin typeface="Times New Roman" panose="02020603050405020304" pitchFamily="18" charset="0"/>
              </a:rPr>
              <a:t>تكافؤ الفرص</a:t>
            </a:r>
          </a:p>
          <a:p>
            <a:pPr lvl="1" rtl="1"/>
            <a:r>
              <a:rPr lang="ar" dirty="0">
                <a:latin typeface="Times New Roman" panose="02020603050405020304" pitchFamily="18" charset="0"/>
              </a:rPr>
              <a:t>التمكين</a:t>
            </a:r>
          </a:p>
          <a:p>
            <a:pPr lvl="1"/>
            <a:r>
              <a:rPr lang="ar" dirty="0"/>
              <a:t>صون الكرامة</a:t>
            </a:r>
          </a:p>
          <a:p>
            <a:pPr lvl="1"/>
            <a:r>
              <a:rPr lang="ar" dirty="0"/>
              <a:t>تعزيز الاعتماد على النفس</a:t>
            </a:r>
          </a:p>
          <a:p>
            <a:pPr lvl="1" rtl="1"/>
            <a:r>
              <a:rPr lang="ar" dirty="0">
                <a:latin typeface="Times New Roman" panose="02020603050405020304" pitchFamily="18" charset="0"/>
              </a:rPr>
              <a:t>السرية</a:t>
            </a:r>
          </a:p>
          <a:p>
            <a:pPr lvl="1" rtl="1"/>
            <a:r>
              <a:rPr lang="ar" dirty="0">
                <a:latin typeface="Times New Roman" panose="02020603050405020304" pitchFamily="18" charset="0"/>
              </a:rPr>
              <a:t>احترام الاختلاف والثقافة والمعتقدات</a:t>
            </a:r>
          </a:p>
        </p:txBody>
      </p:sp>
      <p:sp>
        <p:nvSpPr>
          <p:cNvPr id="4" name="Footer Placeholder 3">
            <a:extLst>
              <a:ext uri="{FF2B5EF4-FFF2-40B4-BE49-F238E27FC236}">
                <a16:creationId xmlns:a16="http://schemas.microsoft.com/office/drawing/2014/main" id="{07EF0D47-02B4-A689-EDC7-CC3829DE8C37}"/>
              </a:ext>
            </a:extLst>
          </p:cNvPr>
          <p:cNvSpPr>
            <a:spLocks noGrp="1"/>
          </p:cNvSpPr>
          <p:nvPr>
            <p:ph type="ftr" sz="quarter" idx="10"/>
          </p:nvPr>
        </p:nvSpPr>
        <p:spPr/>
        <p:txBody>
          <a:bodyPr rtlCol="1"/>
          <a:lstStyle/>
          <a:p>
            <a:pPr algn="ctr" rtl="1">
              <a:defRPr/>
            </a:pPr>
            <a:r>
              <a:rPr lang="ar" dirty="0"/>
              <a:t>. </a:t>
            </a:r>
          </a:p>
        </p:txBody>
      </p:sp>
      <p:sp>
        <p:nvSpPr>
          <p:cNvPr id="5" name="TextBox 4">
            <a:extLst>
              <a:ext uri="{FF2B5EF4-FFF2-40B4-BE49-F238E27FC236}">
                <a16:creationId xmlns:a16="http://schemas.microsoft.com/office/drawing/2014/main" id="{9E74DA94-48D8-5A9F-20CB-1E2822228A30}"/>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2434480909"/>
      </p:ext>
    </p:extLst>
  </p:cSld>
  <p:clrMapOvr>
    <a:masterClrMapping/>
  </p:clrMapOvr>
  <p:transition>
    <p:sndAc>
      <p:stSnd>
        <p:snd r:embed="rId2"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EB09D-FED4-0ECE-4CF8-8A502A426572}"/>
              </a:ext>
            </a:extLst>
          </p:cNvPr>
          <p:cNvSpPr>
            <a:spLocks noGrp="1"/>
          </p:cNvSpPr>
          <p:nvPr>
            <p:ph type="title"/>
          </p:nvPr>
        </p:nvSpPr>
        <p:spPr>
          <a:xfrm>
            <a:off x="457200" y="1195388"/>
            <a:ext cx="8229600" cy="863600"/>
          </a:xfrm>
        </p:spPr>
        <p:txBody>
          <a:bodyPr rtlCol="1"/>
          <a:lstStyle/>
          <a:p>
            <a:pPr rtl="1"/>
            <a:r>
              <a:rPr lang="ar" b="1" dirty="0"/>
              <a:t>ج2 دعم عملية الدمج</a:t>
            </a:r>
          </a:p>
        </p:txBody>
      </p:sp>
      <p:sp>
        <p:nvSpPr>
          <p:cNvPr id="3" name="Content Placeholder 2">
            <a:extLst>
              <a:ext uri="{FF2B5EF4-FFF2-40B4-BE49-F238E27FC236}">
                <a16:creationId xmlns:a16="http://schemas.microsoft.com/office/drawing/2014/main" id="{CC60B0CF-9F68-8302-6178-8B33C9544462}"/>
              </a:ext>
            </a:extLst>
          </p:cNvPr>
          <p:cNvSpPr>
            <a:spLocks noGrp="1"/>
          </p:cNvSpPr>
          <p:nvPr>
            <p:ph sz="half" idx="2"/>
          </p:nvPr>
        </p:nvSpPr>
        <p:spPr>
          <a:xfrm>
            <a:off x="468312" y="2195513"/>
            <a:ext cx="7991475" cy="3609975"/>
          </a:xfrm>
        </p:spPr>
        <p:txBody>
          <a:bodyPr rtlCol="1"/>
          <a:lstStyle/>
          <a:p>
            <a:pPr rtl="1"/>
            <a:r>
              <a:rPr lang="ar" dirty="0"/>
              <a:t>تكوين صداقات</a:t>
            </a:r>
          </a:p>
          <a:p>
            <a:pPr rtl="1"/>
            <a:r>
              <a:rPr lang="ar" dirty="0"/>
              <a:t>أساليب التواصل</a:t>
            </a:r>
          </a:p>
          <a:p>
            <a:pPr rtl="1"/>
            <a:r>
              <a:rPr lang="ar" dirty="0"/>
              <a:t>التشجيع على خوض تجارب جديدة</a:t>
            </a:r>
          </a:p>
        </p:txBody>
      </p:sp>
      <p:sp>
        <p:nvSpPr>
          <p:cNvPr id="4" name="Footer Placeholder 3">
            <a:extLst>
              <a:ext uri="{FF2B5EF4-FFF2-40B4-BE49-F238E27FC236}">
                <a16:creationId xmlns:a16="http://schemas.microsoft.com/office/drawing/2014/main" id="{15239E24-46EA-174B-D2FC-463E8DF41158}"/>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5" name="TextBox 4">
            <a:extLst>
              <a:ext uri="{FF2B5EF4-FFF2-40B4-BE49-F238E27FC236}">
                <a16:creationId xmlns:a16="http://schemas.microsoft.com/office/drawing/2014/main" id="{487C9AEA-5D06-969F-CC71-F9C108F36362}"/>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1472011402"/>
      </p:ext>
    </p:extLst>
  </p:cSld>
  <p:clrMapOvr>
    <a:masterClrMapping/>
  </p:clrMapOvr>
  <p:transition>
    <p:sndAc>
      <p:stSnd>
        <p:snd r:embed="rId2"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F7A23-7332-27FE-8BEF-329D77C5BA1A}"/>
              </a:ext>
            </a:extLst>
          </p:cNvPr>
          <p:cNvSpPr>
            <a:spLocks noGrp="1"/>
          </p:cNvSpPr>
          <p:nvPr>
            <p:ph type="title"/>
          </p:nvPr>
        </p:nvSpPr>
        <p:spPr>
          <a:xfrm>
            <a:off x="488958" y="970953"/>
            <a:ext cx="8229600" cy="864000"/>
          </a:xfrm>
        </p:spPr>
        <p:txBody>
          <a:bodyPr rtlCol="1"/>
          <a:lstStyle/>
          <a:p>
            <a:pPr rtl="1"/>
            <a:r>
              <a:rPr lang="ar" sz="2400" b="1" dirty="0"/>
              <a:t>ما دور كل وسيلة من هذه الوسائل في تعزيز تكافؤ الفرص والدمج؟</a:t>
            </a:r>
          </a:p>
        </p:txBody>
      </p:sp>
      <p:sp>
        <p:nvSpPr>
          <p:cNvPr id="4" name="Footer Placeholder 3">
            <a:extLst>
              <a:ext uri="{FF2B5EF4-FFF2-40B4-BE49-F238E27FC236}">
                <a16:creationId xmlns:a16="http://schemas.microsoft.com/office/drawing/2014/main" id="{A5ACEAB5-C052-C1E3-08F3-B73579D5F770}"/>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pic>
        <p:nvPicPr>
          <p:cNvPr id="3" name="Picture 2" descr="A pair of antique eyeglasses&#10;&#10;AI-generated content may be incorrect.">
            <a:extLst>
              <a:ext uri="{FF2B5EF4-FFF2-40B4-BE49-F238E27FC236}">
                <a16:creationId xmlns:a16="http://schemas.microsoft.com/office/drawing/2014/main" id="{1E7CA73A-65FB-C51B-08E3-5C74D034AFB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71600" y="1984600"/>
            <a:ext cx="3059832" cy="2048317"/>
          </a:xfrm>
          <a:prstGeom prst="rect">
            <a:avLst/>
          </a:prstGeom>
        </p:spPr>
      </p:pic>
      <p:pic>
        <p:nvPicPr>
          <p:cNvPr id="5" name="Picture 4" descr="A collage of hands with letters and numbers&#10;&#10;AI-generated content may be incorrect.">
            <a:extLst>
              <a:ext uri="{FF2B5EF4-FFF2-40B4-BE49-F238E27FC236}">
                <a16:creationId xmlns:a16="http://schemas.microsoft.com/office/drawing/2014/main" id="{8267E2A4-0F45-3120-B6BA-9CE7A67CD2A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02557" y="1820129"/>
            <a:ext cx="1537795" cy="1908362"/>
          </a:xfrm>
          <a:prstGeom prst="rect">
            <a:avLst/>
          </a:prstGeom>
        </p:spPr>
      </p:pic>
      <p:pic>
        <p:nvPicPr>
          <p:cNvPr id="6" name="Picture 5" descr="A wheelchair with a white background&#10;&#10;AI-generated content may be incorrect.">
            <a:extLst>
              <a:ext uri="{FF2B5EF4-FFF2-40B4-BE49-F238E27FC236}">
                <a16:creationId xmlns:a16="http://schemas.microsoft.com/office/drawing/2014/main" id="{624E8183-BAB4-8E41-CFA1-A799EE9CF00F}"/>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475656" y="3933056"/>
            <a:ext cx="2112556" cy="2113074"/>
          </a:xfrm>
          <a:prstGeom prst="rect">
            <a:avLst/>
          </a:prstGeom>
        </p:spPr>
      </p:pic>
      <p:pic>
        <p:nvPicPr>
          <p:cNvPr id="7" name="Picture 6" descr="Close-up of a person's ear with a hearing aid&#10;&#10;AI-generated content may be incorrect.">
            <a:extLst>
              <a:ext uri="{FF2B5EF4-FFF2-40B4-BE49-F238E27FC236}">
                <a16:creationId xmlns:a16="http://schemas.microsoft.com/office/drawing/2014/main" id="{F6830624-9CA6-B75F-8D17-4B20657BB898}"/>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6408646" y="4032917"/>
            <a:ext cx="1435301" cy="2152952"/>
          </a:xfrm>
          <a:prstGeom prst="rect">
            <a:avLst/>
          </a:prstGeom>
        </p:spPr>
      </p:pic>
      <p:sp>
        <p:nvSpPr>
          <p:cNvPr id="8" name="TextBox 7">
            <a:extLst>
              <a:ext uri="{FF2B5EF4-FFF2-40B4-BE49-F238E27FC236}">
                <a16:creationId xmlns:a16="http://schemas.microsoft.com/office/drawing/2014/main" id="{97C16F43-B0CA-BD10-89ED-405F758E590F}"/>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3341098721"/>
      </p:ext>
    </p:extLst>
  </p:cSld>
  <p:clrMapOvr>
    <a:masterClrMapping/>
  </p:clrMapOvr>
  <p:transition>
    <p:sndAc>
      <p:stSnd>
        <p:snd r:embed="rId2"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F1C39-6EE3-930D-5EE0-01BF0300F775}"/>
              </a:ext>
            </a:extLst>
          </p:cNvPr>
          <p:cNvSpPr>
            <a:spLocks noGrp="1"/>
          </p:cNvSpPr>
          <p:nvPr>
            <p:ph type="title"/>
          </p:nvPr>
        </p:nvSpPr>
        <p:spPr>
          <a:xfrm>
            <a:off x="457200" y="1195200"/>
            <a:ext cx="8229600" cy="864000"/>
          </a:xfrm>
        </p:spPr>
        <p:txBody>
          <a:bodyPr rtlCol="1"/>
          <a:lstStyle/>
          <a:p>
            <a:pPr rtl="1"/>
            <a:r>
              <a:rPr lang="ar" b="1" dirty="0"/>
              <a:t>الواجب رقم 2</a:t>
            </a:r>
          </a:p>
        </p:txBody>
      </p:sp>
      <p:sp>
        <p:nvSpPr>
          <p:cNvPr id="4" name="Content Placeholder 3">
            <a:extLst>
              <a:ext uri="{FF2B5EF4-FFF2-40B4-BE49-F238E27FC236}">
                <a16:creationId xmlns:a16="http://schemas.microsoft.com/office/drawing/2014/main" id="{DA2132D3-A6DF-2975-07D5-809B96CCDDDF}"/>
              </a:ext>
            </a:extLst>
          </p:cNvPr>
          <p:cNvSpPr>
            <a:spLocks noGrp="1"/>
          </p:cNvSpPr>
          <p:nvPr>
            <p:ph idx="1"/>
          </p:nvPr>
        </p:nvSpPr>
        <p:spPr>
          <a:xfrm>
            <a:off x="457200" y="2204864"/>
            <a:ext cx="8207375" cy="3878436"/>
          </a:xfrm>
        </p:spPr>
        <p:txBody>
          <a:bodyPr rtlCol="1"/>
          <a:lstStyle/>
          <a:p>
            <a:pPr marL="0" indent="0" rtl="1">
              <a:buNone/>
            </a:pPr>
            <a:r>
              <a:rPr lang="ar" dirty="0"/>
              <a:t>يغطي التقرير ما يأتي:</a:t>
            </a:r>
          </a:p>
          <a:p>
            <a:pPr rtl="1"/>
            <a:r>
              <a:rPr lang="ar" dirty="0"/>
              <a:t>نتاج التعلم ب: معرفة القوانين والتشريعات لتنفيذ النشاطات الإبداعية والعلاجية</a:t>
            </a:r>
          </a:p>
          <a:p>
            <a:pPr marL="0" indent="0" rtl="1">
              <a:buNone/>
            </a:pPr>
            <a:endParaRPr lang="en-GB" dirty="0"/>
          </a:p>
          <a:p>
            <a:pPr rtl="1"/>
            <a:r>
              <a:rPr lang="ar" dirty="0"/>
              <a:t>نتاج التعلم ج: فهم دور المتخصصين في دعم الأشخاص المنخرطين في النشاطات الإبداعية والعلاجية</a:t>
            </a:r>
          </a:p>
          <a:p>
            <a:pPr rtl="1"/>
            <a:endParaRPr lang="en-GB" dirty="0"/>
          </a:p>
          <a:p>
            <a:pPr rtl="1"/>
            <a:r>
              <a:rPr lang="ar" dirty="0"/>
              <a:t>الحرص على مناقشة ما لا يقل عن </a:t>
            </a:r>
            <a:r>
              <a:rPr lang="ar" b="1" dirty="0"/>
              <a:t>قانونَين</a:t>
            </a:r>
            <a:r>
              <a:rPr lang="ar" dirty="0"/>
              <a:t> و</a:t>
            </a:r>
            <a:r>
              <a:rPr lang="ar" b="1" dirty="0"/>
              <a:t>مبدأ إرشادي</a:t>
            </a:r>
            <a:r>
              <a:rPr lang="ar" dirty="0"/>
              <a:t> أو </a:t>
            </a:r>
            <a:r>
              <a:rPr lang="ar" b="1" dirty="0"/>
              <a:t>سياسة</a:t>
            </a:r>
            <a:r>
              <a:rPr lang="ar" dirty="0"/>
              <a:t> واحدة.</a:t>
            </a:r>
            <a:endParaRPr lang="en-GB" dirty="0"/>
          </a:p>
          <a:p>
            <a:pPr rtl="1"/>
            <a:endParaRPr lang="en-GB" dirty="0"/>
          </a:p>
        </p:txBody>
      </p:sp>
      <p:sp>
        <p:nvSpPr>
          <p:cNvPr id="3" name="Footer Placeholder 2">
            <a:extLst>
              <a:ext uri="{FF2B5EF4-FFF2-40B4-BE49-F238E27FC236}">
                <a16:creationId xmlns:a16="http://schemas.microsoft.com/office/drawing/2014/main" id="{8994B24E-4BE5-6F66-1EE8-54D008E9248B}"/>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5" name="TextBox 4">
            <a:extLst>
              <a:ext uri="{FF2B5EF4-FFF2-40B4-BE49-F238E27FC236}">
                <a16:creationId xmlns:a16="http://schemas.microsoft.com/office/drawing/2014/main" id="{3D456E9F-0019-2C84-E143-94B28020C433}"/>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2796764187"/>
      </p:ext>
    </p:extLst>
  </p:cSld>
  <p:clrMapOvr>
    <a:masterClrMapping/>
  </p:clrMapOvr>
  <p:transition>
    <p:sndAc>
      <p:stSnd>
        <p:snd r:embed="rId2"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0A754-B951-349D-FFA4-0403F65AD224}"/>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EA90D9EF-7218-5DF9-B0D6-AB2541276681}"/>
              </a:ext>
            </a:extLst>
          </p:cNvPr>
          <p:cNvSpPr>
            <a:spLocks noGrp="1" noChangeArrowheads="1"/>
          </p:cNvSpPr>
          <p:nvPr>
            <p:ph type="title"/>
          </p:nvPr>
        </p:nvSpPr>
        <p:spPr bwMode="auto">
          <a:xfrm>
            <a:off x="420687" y="1412182"/>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dirty="0"/>
              <a:t>نتاج التعلم د</a:t>
            </a: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6A99FCEF-B7B9-C248-492D-0CFA94CD537B}"/>
              </a:ext>
            </a:extLst>
          </p:cNvPr>
          <p:cNvSpPr>
            <a:spLocks noGrp="1" noChangeArrowheads="1"/>
          </p:cNvSpPr>
          <p:nvPr>
            <p:ph sz="half" idx="2"/>
          </p:nvPr>
        </p:nvSpPr>
        <p:spPr bwMode="auto">
          <a:xfrm>
            <a:off x="1116011" y="3356992"/>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dirty="0"/>
              <a:t>د1</a:t>
            </a:r>
            <a:r>
              <a:rPr lang="ar" dirty="0"/>
              <a:t> العوامل التي تؤثر في اختيار النشاطات</a:t>
            </a:r>
          </a:p>
          <a:p>
            <a:pPr rtl="1"/>
            <a:r>
              <a:rPr lang="ar" b="1" dirty="0"/>
              <a:t>د2</a:t>
            </a:r>
            <a:r>
              <a:rPr lang="ar" dirty="0"/>
              <a:t> احتياجات الفرد</a:t>
            </a:r>
          </a:p>
          <a:p>
            <a:pPr rtl="1"/>
            <a:r>
              <a:rPr lang="ar" b="1" dirty="0"/>
              <a:t>د3</a:t>
            </a:r>
            <a:r>
              <a:rPr lang="ar" dirty="0"/>
              <a:t> التخطيط للنشاطات الإبداعية والعلاجية 	</a:t>
            </a:r>
          </a:p>
          <a:p>
            <a:pPr marL="342900" marR="0" lvl="0" indent="-342900" defTabSz="914400" rtl="1" eaLnBrk="0" fontAlgn="base" latinLnBrk="0" hangingPunct="0">
              <a:lnSpc>
                <a:spcPct val="100000"/>
              </a:lnSpc>
              <a:spcBef>
                <a:spcPct val="20000"/>
              </a:spcBef>
              <a:spcAft>
                <a:spcPct val="0"/>
              </a:spcAft>
              <a:buClrTx/>
              <a:buSzTx/>
              <a:buFont typeface="Wingdings" panose="05000000000000000000" pitchFamily="2" charset="2"/>
              <a:buChar char="§"/>
              <a:tabLst/>
              <a:defRPr/>
            </a:pPr>
            <a:r>
              <a:rPr lang="ar" sz="2400" b="1" i="0" u="none" strike="noStrike" kern="0" cap="none" spc="0" normalizeH="0" noProof="0" dirty="0">
                <a:ln>
                  <a:noFill/>
                </a:ln>
                <a:solidFill>
                  <a:srgbClr val="000000"/>
                </a:solidFill>
                <a:effectLst/>
                <a:uLnTx/>
                <a:uFillTx/>
              </a:rPr>
              <a:t>د4 </a:t>
            </a:r>
            <a:r>
              <a:rPr lang="ar" sz="2400" b="0" i="0" u="none" strike="noStrike" kern="0" cap="none" spc="0" normalizeH="0" noProof="0" dirty="0">
                <a:ln>
                  <a:noFill/>
                </a:ln>
                <a:solidFill>
                  <a:srgbClr val="000000"/>
                </a:solidFill>
                <a:effectLst/>
                <a:uLnTx/>
                <a:uFillTx/>
              </a:rPr>
              <a:t>الموارد</a:t>
            </a:r>
          </a:p>
          <a:p>
            <a:pPr marL="342900" marR="0" lvl="0" indent="-342900" defTabSz="914400" rtl="1" eaLnBrk="0" fontAlgn="base" latinLnBrk="0" hangingPunct="0">
              <a:lnSpc>
                <a:spcPct val="100000"/>
              </a:lnSpc>
              <a:spcBef>
                <a:spcPct val="20000"/>
              </a:spcBef>
              <a:spcAft>
                <a:spcPct val="0"/>
              </a:spcAft>
              <a:buClrTx/>
              <a:buSzTx/>
              <a:buFont typeface="Wingdings" panose="05000000000000000000" pitchFamily="2" charset="2"/>
              <a:buChar char="§"/>
              <a:tabLst/>
              <a:defRPr/>
            </a:pPr>
            <a:r>
              <a:rPr lang="ar" sz="2400" b="1" i="0" u="none" strike="noStrike" kern="0" cap="none" spc="0" normalizeH="0" noProof="0" dirty="0">
                <a:ln>
                  <a:noFill/>
                </a:ln>
                <a:solidFill>
                  <a:srgbClr val="000000"/>
                </a:solidFill>
                <a:effectLst/>
                <a:uLnTx/>
                <a:uFillTx/>
              </a:rPr>
              <a:t>د5 </a:t>
            </a:r>
            <a:r>
              <a:rPr lang="ar" sz="2400" b="0" i="0" u="none" strike="noStrike" kern="0" cap="none" spc="0" normalizeH="0" noProof="0" dirty="0">
                <a:ln>
                  <a:noFill/>
                </a:ln>
                <a:solidFill>
                  <a:srgbClr val="000000"/>
                </a:solidFill>
                <a:effectLst/>
                <a:uLnTx/>
                <a:uFillTx/>
              </a:rPr>
              <a:t>الموارد المتخصصة</a:t>
            </a:r>
            <a:endParaRPr lang="en-GB" altLang="en-US" dirty="0">
              <a:solidFill>
                <a:srgbClr val="FF0000"/>
              </a:solidFill>
            </a:endParaRPr>
          </a:p>
        </p:txBody>
      </p:sp>
      <p:sp>
        <p:nvSpPr>
          <p:cNvPr id="34820" name="Rectangle 1">
            <a:extLst>
              <a:ext uri="{FF2B5EF4-FFF2-40B4-BE49-F238E27FC236}">
                <a16:creationId xmlns:a16="http://schemas.microsoft.com/office/drawing/2014/main" id="{6036C893-7867-8A2D-150A-1CCAA073CDE0}"/>
              </a:ext>
            </a:extLst>
          </p:cNvPr>
          <p:cNvSpPr>
            <a:spLocks noChangeArrowheads="1"/>
          </p:cNvSpPr>
          <p:nvPr/>
        </p:nvSpPr>
        <p:spPr bwMode="auto">
          <a:xfrm>
            <a:off x="504824" y="2134029"/>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القدرة على تنفيذ النشاطات الإبداعية </a:t>
            </a:r>
            <a:br>
              <a:rPr lang="ar-EG"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br>
            <a:r>
              <a:rPr lang="ar" sz="28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والعلاجية المناسبة</a:t>
            </a:r>
          </a:p>
        </p:txBody>
      </p:sp>
      <p:sp>
        <p:nvSpPr>
          <p:cNvPr id="2" name="Footer Placeholder 3">
            <a:extLst>
              <a:ext uri="{FF2B5EF4-FFF2-40B4-BE49-F238E27FC236}">
                <a16:creationId xmlns:a16="http://schemas.microsoft.com/office/drawing/2014/main" id="{B6DD5C39-5D14-1C47-B94C-37EFB84E38E4}"/>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3" name="TextBox 2">
            <a:extLst>
              <a:ext uri="{FF2B5EF4-FFF2-40B4-BE49-F238E27FC236}">
                <a16:creationId xmlns:a16="http://schemas.microsoft.com/office/drawing/2014/main" id="{E2494A7C-8E42-1D5E-BE48-B20A7F722163}"/>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3619695914"/>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4D357-EF49-D9D4-8406-8B9540C1C548}"/>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D75BC43C-59A8-6DA1-E1B8-D0A506F7A30B}"/>
              </a:ext>
            </a:extLst>
          </p:cNvPr>
          <p:cNvSpPr>
            <a:spLocks noGrp="1" noChangeArrowheads="1"/>
          </p:cNvSpPr>
          <p:nvPr>
            <p:ph sz="half" idx="2"/>
          </p:nvPr>
        </p:nvSpPr>
        <p:spPr bwMode="auto">
          <a:xfrm>
            <a:off x="467644" y="278092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lnSpc>
                <a:spcPct val="130000"/>
              </a:lnSpc>
              <a:buFont typeface="Wingdings" panose="05000000000000000000" pitchFamily="2" charset="2"/>
              <a:buNone/>
            </a:pPr>
            <a:r>
              <a:rPr lang="ar" dirty="0"/>
              <a:t>ستتمحور دراستك في نتاج التعلم د حول مراحل التخطيط والإعداد والتنفيذ لنشاط علاجي أو إبداعي في بيئة رعاية صحية أو اجتماعية. </a:t>
            </a:r>
          </a:p>
          <a:p>
            <a:pPr indent="0" rtl="1">
              <a:lnSpc>
                <a:spcPct val="130000"/>
              </a:lnSpc>
              <a:buFont typeface="Wingdings" panose="05000000000000000000" pitchFamily="2" charset="2"/>
              <a:buNone/>
            </a:pPr>
            <a:r>
              <a:rPr lang="ar" dirty="0"/>
              <a:t>سيُطلب منك إعداد تقرير يوثق النشاط الذي أنشأته ونفذته، إضافة إلى تقييم ذاتي لمدى نجاح تنفيذ هذا النشاط. </a:t>
            </a:r>
          </a:p>
          <a:p>
            <a:pPr indent="0" algn="ctr" rtl="1">
              <a:lnSpc>
                <a:spcPct val="130000"/>
              </a:lnSpc>
              <a:buNone/>
            </a:pPr>
            <a:endParaRPr lang="en-GB" altLang="en-US" dirty="0"/>
          </a:p>
          <a:p>
            <a:pPr marL="685800" rtl="1">
              <a:lnSpc>
                <a:spcPct val="130000"/>
              </a:lnSpc>
            </a:pPr>
            <a:endParaRPr lang="en-GB" altLang="en-US" dirty="0"/>
          </a:p>
        </p:txBody>
      </p:sp>
      <p:sp>
        <p:nvSpPr>
          <p:cNvPr id="34820" name="Rectangle 1">
            <a:extLst>
              <a:ext uri="{FF2B5EF4-FFF2-40B4-BE49-F238E27FC236}">
                <a16:creationId xmlns:a16="http://schemas.microsoft.com/office/drawing/2014/main" id="{78BABE2F-9B19-1073-990F-B31346E15B21}"/>
              </a:ext>
            </a:extLst>
          </p:cNvPr>
          <p:cNvSpPr>
            <a:spLocks noChangeArrowheads="1"/>
          </p:cNvSpPr>
          <p:nvPr/>
        </p:nvSpPr>
        <p:spPr bwMode="auto">
          <a:xfrm>
            <a:off x="251520" y="1196752"/>
            <a:ext cx="8568951"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800" b="1" dirty="0">
                <a:latin typeface="Times New Roman" panose="02020603050405020304" pitchFamily="18" charset="0"/>
                <a:cs typeface="Times New Roman" panose="02020603050405020304" pitchFamily="18" charset="0"/>
              </a:rPr>
              <a:t>القدرة على تنفيذ النشاطات الإبداعية </a:t>
            </a:r>
            <a:br>
              <a:rPr lang="ar-EG" sz="2800" b="1" dirty="0">
                <a:latin typeface="Times New Roman" panose="02020603050405020304" pitchFamily="18" charset="0"/>
                <a:cs typeface="Times New Roman" panose="02020603050405020304" pitchFamily="18" charset="0"/>
              </a:rPr>
            </a:br>
            <a:r>
              <a:rPr lang="ar" sz="2800" b="1" dirty="0">
                <a:latin typeface="Times New Roman" panose="02020603050405020304" pitchFamily="18" charset="0"/>
                <a:cs typeface="Times New Roman" panose="02020603050405020304" pitchFamily="18" charset="0"/>
              </a:rPr>
              <a:t>والعلاجية المناسبة</a:t>
            </a:r>
          </a:p>
        </p:txBody>
      </p:sp>
      <p:sp>
        <p:nvSpPr>
          <p:cNvPr id="2" name="Footer Placeholder 3">
            <a:extLst>
              <a:ext uri="{FF2B5EF4-FFF2-40B4-BE49-F238E27FC236}">
                <a16:creationId xmlns:a16="http://schemas.microsoft.com/office/drawing/2014/main" id="{889467E4-7CB6-949F-586D-ACF6D6B67D5B}"/>
              </a:ext>
            </a:extLst>
          </p:cNvPr>
          <p:cNvSpPr>
            <a:spLocks noGrp="1"/>
          </p:cNvSpPr>
          <p:nvPr>
            <p:ph type="ftr" sz="quarter" idx="10"/>
          </p:nvPr>
        </p:nvSpPr>
        <p:spPr>
          <a:xfrm>
            <a:off x="0" y="6459538"/>
            <a:ext cx="9144000" cy="287337"/>
          </a:xfrm>
        </p:spPr>
        <p:txBody>
          <a:bodyPr rtlCol="1"/>
          <a:lstStyle/>
          <a:p>
            <a:pPr rtl="1">
              <a:defRPr/>
            </a:pPr>
            <a:endParaRPr lang="en-GB" altLang="en-US" dirty="0"/>
          </a:p>
        </p:txBody>
      </p:sp>
      <p:sp>
        <p:nvSpPr>
          <p:cNvPr id="3" name="TextBox 2">
            <a:extLst>
              <a:ext uri="{FF2B5EF4-FFF2-40B4-BE49-F238E27FC236}">
                <a16:creationId xmlns:a16="http://schemas.microsoft.com/office/drawing/2014/main" id="{A5C54A28-B379-2429-065E-9B991DCD4D01}"/>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3547098356"/>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9F113-E34B-4D5C-65D0-352E1598D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4C4AF-3CD3-1FF1-1D0F-F71AE470C5E2}"/>
              </a:ext>
            </a:extLst>
          </p:cNvPr>
          <p:cNvSpPr>
            <a:spLocks noGrp="1"/>
          </p:cNvSpPr>
          <p:nvPr>
            <p:ph type="title"/>
          </p:nvPr>
        </p:nvSpPr>
        <p:spPr>
          <a:xfrm>
            <a:off x="457200" y="1195388"/>
            <a:ext cx="8229600" cy="863600"/>
          </a:xfrm>
        </p:spPr>
        <p:txBody>
          <a:bodyPr rtlCol="1"/>
          <a:lstStyle/>
          <a:p>
            <a:pPr rtl="1"/>
            <a:r>
              <a:rPr lang="ar" sz="3600" b="1" dirty="0"/>
              <a:t>د1 العوامل التي تؤثر في اختيار النشاطات</a:t>
            </a:r>
          </a:p>
        </p:txBody>
      </p:sp>
      <p:sp>
        <p:nvSpPr>
          <p:cNvPr id="3" name="Content Placeholder 2">
            <a:extLst>
              <a:ext uri="{FF2B5EF4-FFF2-40B4-BE49-F238E27FC236}">
                <a16:creationId xmlns:a16="http://schemas.microsoft.com/office/drawing/2014/main" id="{139DAE8B-94AA-9323-5277-ED485DDA03CA}"/>
              </a:ext>
            </a:extLst>
          </p:cNvPr>
          <p:cNvSpPr>
            <a:spLocks noGrp="1"/>
          </p:cNvSpPr>
          <p:nvPr>
            <p:ph sz="half" idx="2"/>
          </p:nvPr>
        </p:nvSpPr>
        <p:spPr>
          <a:xfrm>
            <a:off x="468312" y="2195513"/>
            <a:ext cx="7991475" cy="3609975"/>
          </a:xfrm>
        </p:spPr>
        <p:txBody>
          <a:bodyPr rtlCol="1"/>
          <a:lstStyle/>
          <a:p>
            <a:pPr rtl="1"/>
            <a:r>
              <a:rPr lang="ar" dirty="0"/>
              <a:t>الفوائد المحتملة</a:t>
            </a:r>
          </a:p>
          <a:p>
            <a:pPr rtl="1"/>
            <a:r>
              <a:rPr lang="ar" dirty="0"/>
              <a:t>الاهتمامات والتفضيلات</a:t>
            </a:r>
          </a:p>
          <a:p>
            <a:pPr rtl="1"/>
            <a:r>
              <a:rPr lang="ar" dirty="0"/>
              <a:t>الأعمار والقدرات</a:t>
            </a:r>
          </a:p>
          <a:p>
            <a:pPr rtl="1"/>
            <a:r>
              <a:rPr lang="ar" dirty="0"/>
              <a:t>مهارات التواصل</a:t>
            </a:r>
          </a:p>
          <a:p>
            <a:pPr rtl="1"/>
            <a:r>
              <a:rPr lang="ar" dirty="0"/>
              <a:t>الثقافة</a:t>
            </a:r>
          </a:p>
        </p:txBody>
      </p:sp>
      <p:sp>
        <p:nvSpPr>
          <p:cNvPr id="4" name="Footer Placeholder 3">
            <a:extLst>
              <a:ext uri="{FF2B5EF4-FFF2-40B4-BE49-F238E27FC236}">
                <a16:creationId xmlns:a16="http://schemas.microsoft.com/office/drawing/2014/main" id="{A5F8ED4D-3182-2579-EAA1-6B8B5C8A0F21}"/>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6" name="TextBox 5">
            <a:extLst>
              <a:ext uri="{FF2B5EF4-FFF2-40B4-BE49-F238E27FC236}">
                <a16:creationId xmlns:a16="http://schemas.microsoft.com/office/drawing/2014/main" id="{FC22736B-4ACF-992C-4ED8-DAEB919E6B5C}"/>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2408171399"/>
      </p:ext>
    </p:extLst>
  </p:cSld>
  <p:clrMapOvr>
    <a:masterClrMapping/>
  </p:clrMapOvr>
  <p:transition>
    <p:sndAc>
      <p:stSnd>
        <p:snd r:embed="rId2"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4D704-F3B3-1B97-0764-DBE5535806A1}"/>
              </a:ext>
            </a:extLst>
          </p:cNvPr>
          <p:cNvSpPr>
            <a:spLocks noGrp="1"/>
          </p:cNvSpPr>
          <p:nvPr>
            <p:ph type="title"/>
          </p:nvPr>
        </p:nvSpPr>
        <p:spPr>
          <a:xfrm>
            <a:off x="457200" y="1195388"/>
            <a:ext cx="8229600" cy="863600"/>
          </a:xfrm>
        </p:spPr>
        <p:txBody>
          <a:bodyPr rtlCol="1"/>
          <a:lstStyle/>
          <a:p>
            <a:pPr rtl="1"/>
            <a:r>
              <a:rPr lang="ar" sz="3600" b="1" dirty="0"/>
              <a:t>الفوائد المحتملة</a:t>
            </a:r>
          </a:p>
        </p:txBody>
      </p:sp>
      <p:sp>
        <p:nvSpPr>
          <p:cNvPr id="3" name="Content Placeholder 2">
            <a:extLst>
              <a:ext uri="{FF2B5EF4-FFF2-40B4-BE49-F238E27FC236}">
                <a16:creationId xmlns:a16="http://schemas.microsoft.com/office/drawing/2014/main" id="{4D3F3F5D-8D31-E775-D676-FE193FB80D21}"/>
              </a:ext>
            </a:extLst>
          </p:cNvPr>
          <p:cNvSpPr>
            <a:spLocks noGrp="1"/>
          </p:cNvSpPr>
          <p:nvPr>
            <p:ph sz="half" idx="2"/>
          </p:nvPr>
        </p:nvSpPr>
        <p:spPr>
          <a:xfrm>
            <a:off x="468312" y="2195513"/>
            <a:ext cx="7991475" cy="3609975"/>
          </a:xfrm>
        </p:spPr>
        <p:txBody>
          <a:bodyPr rtlCol="1"/>
          <a:lstStyle/>
          <a:p>
            <a:pPr rtl="1"/>
            <a:r>
              <a:rPr lang="ar"/>
              <a:t>تحسين الصحة الجسدية</a:t>
            </a:r>
          </a:p>
          <a:p>
            <a:pPr rtl="1"/>
            <a:r>
              <a:rPr lang="ar"/>
              <a:t>تحسين الصحة النفسية</a:t>
            </a:r>
          </a:p>
          <a:p>
            <a:pPr rtl="1"/>
            <a:r>
              <a:rPr lang="ar"/>
              <a:t>تكوين صداقات جديدة</a:t>
            </a:r>
          </a:p>
          <a:p>
            <a:pPr rtl="1"/>
            <a:r>
              <a:rPr lang="ar"/>
              <a:t>تعلّم مهارة جديدة</a:t>
            </a:r>
          </a:p>
          <a:p>
            <a:pPr rtl="1"/>
            <a:r>
              <a:rPr lang="ar"/>
              <a:t>رفع مستوى تقدير الذات</a:t>
            </a:r>
          </a:p>
          <a:p>
            <a:pPr rtl="1"/>
            <a:r>
              <a:rPr lang="ar"/>
              <a:t>السعي إلى تحقيق هدف ما</a:t>
            </a:r>
          </a:p>
          <a:p>
            <a:pPr rtl="1"/>
            <a:r>
              <a:rPr lang="ar"/>
              <a:t>الاهتمامات والتفضيلات</a:t>
            </a:r>
          </a:p>
        </p:txBody>
      </p:sp>
      <p:sp>
        <p:nvSpPr>
          <p:cNvPr id="4" name="Footer Placeholder 3">
            <a:extLst>
              <a:ext uri="{FF2B5EF4-FFF2-40B4-BE49-F238E27FC236}">
                <a16:creationId xmlns:a16="http://schemas.microsoft.com/office/drawing/2014/main" id="{09495B26-2D26-7D23-D135-76FED97964CA}"/>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pic>
        <p:nvPicPr>
          <p:cNvPr id="5" name="Picture 4" descr="A person in white shirt and head scarf holding a computer&#10;&#10;AI-generated content may be incorrect.">
            <a:extLst>
              <a:ext uri="{FF2B5EF4-FFF2-40B4-BE49-F238E27FC236}">
                <a16:creationId xmlns:a16="http://schemas.microsoft.com/office/drawing/2014/main" id="{E671E53F-3A90-69D8-A2AB-C647E58CAB1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115616" y="2636912"/>
            <a:ext cx="2976814" cy="2520280"/>
          </a:xfrm>
          <a:prstGeom prst="rect">
            <a:avLst/>
          </a:prstGeom>
        </p:spPr>
      </p:pic>
      <p:sp>
        <p:nvSpPr>
          <p:cNvPr id="7" name="TextBox 6">
            <a:extLst>
              <a:ext uri="{FF2B5EF4-FFF2-40B4-BE49-F238E27FC236}">
                <a16:creationId xmlns:a16="http://schemas.microsoft.com/office/drawing/2014/main" id="{C25863E5-84CC-2B22-D1D3-48FDE21ED031}"/>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1876410465"/>
      </p:ext>
    </p:extLst>
  </p:cSld>
  <p:clrMapOvr>
    <a:masterClrMapping/>
  </p:clrMapOvr>
  <p:transition>
    <p:sndAc>
      <p:stSnd>
        <p:snd r:embed="rId2"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332EA-84FF-D720-D4B5-E4A0E4C3DE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56850D-FC97-B453-9E91-611D8B9EF807}"/>
              </a:ext>
            </a:extLst>
          </p:cNvPr>
          <p:cNvSpPr>
            <a:spLocks noGrp="1"/>
          </p:cNvSpPr>
          <p:nvPr>
            <p:ph type="title"/>
          </p:nvPr>
        </p:nvSpPr>
        <p:spPr>
          <a:xfrm>
            <a:off x="457200" y="1195388"/>
            <a:ext cx="8229600" cy="863600"/>
          </a:xfrm>
        </p:spPr>
        <p:txBody>
          <a:bodyPr rtlCol="1"/>
          <a:lstStyle/>
          <a:p>
            <a:pPr rtl="1"/>
            <a:r>
              <a:rPr lang="ar" sz="3600" b="1" dirty="0"/>
              <a:t>الاهتمامات والتفضيلات</a:t>
            </a:r>
          </a:p>
        </p:txBody>
      </p:sp>
      <p:sp>
        <p:nvSpPr>
          <p:cNvPr id="3" name="Content Placeholder 2">
            <a:extLst>
              <a:ext uri="{FF2B5EF4-FFF2-40B4-BE49-F238E27FC236}">
                <a16:creationId xmlns:a16="http://schemas.microsoft.com/office/drawing/2014/main" id="{726954BD-E5D0-1BB2-7016-6B5107074ED8}"/>
              </a:ext>
            </a:extLst>
          </p:cNvPr>
          <p:cNvSpPr>
            <a:spLocks noGrp="1"/>
          </p:cNvSpPr>
          <p:nvPr>
            <p:ph sz="half" idx="2"/>
          </p:nvPr>
        </p:nvSpPr>
        <p:spPr>
          <a:xfrm>
            <a:off x="468312" y="2195513"/>
            <a:ext cx="7991475" cy="3609975"/>
          </a:xfrm>
        </p:spPr>
        <p:txBody>
          <a:bodyPr rtlCol="1"/>
          <a:lstStyle/>
          <a:p>
            <a:pPr rtl="1"/>
            <a:r>
              <a:rPr lang="ar"/>
              <a:t>الهوايات السابقة</a:t>
            </a:r>
          </a:p>
          <a:p>
            <a:pPr rtl="1"/>
            <a:r>
              <a:rPr lang="ar"/>
              <a:t>المهن السابقة</a:t>
            </a:r>
          </a:p>
          <a:p>
            <a:pPr rtl="1"/>
            <a:r>
              <a:rPr lang="ar"/>
              <a:t>التحقق من خطة الرعاية الصحية للفرد</a:t>
            </a:r>
          </a:p>
          <a:p>
            <a:pPr rtl="1"/>
            <a:r>
              <a:rPr lang="ar"/>
              <a:t>معرفة اهتمامات الشخص</a:t>
            </a:r>
          </a:p>
        </p:txBody>
      </p:sp>
      <p:sp>
        <p:nvSpPr>
          <p:cNvPr id="4" name="Footer Placeholder 3">
            <a:extLst>
              <a:ext uri="{FF2B5EF4-FFF2-40B4-BE49-F238E27FC236}">
                <a16:creationId xmlns:a16="http://schemas.microsoft.com/office/drawing/2014/main" id="{116F488A-FE7D-219C-7D2D-C51324F15D4C}"/>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pic>
        <p:nvPicPr>
          <p:cNvPr id="5" name="Picture 4" descr="A person looking at the engine of a car&#10;&#10;AI-generated content may be incorrect.">
            <a:extLst>
              <a:ext uri="{FF2B5EF4-FFF2-40B4-BE49-F238E27FC236}">
                <a16:creationId xmlns:a16="http://schemas.microsoft.com/office/drawing/2014/main" id="{D901908A-DC15-55F8-FFFF-3403F8F8340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55576" y="2179035"/>
            <a:ext cx="2160240" cy="1390154"/>
          </a:xfrm>
          <a:prstGeom prst="rect">
            <a:avLst/>
          </a:prstGeom>
        </p:spPr>
      </p:pic>
      <p:pic>
        <p:nvPicPr>
          <p:cNvPr id="7" name="Picture 6" descr="A person painting on an easel&#10;&#10;AI-generated content may be incorrect.">
            <a:extLst>
              <a:ext uri="{FF2B5EF4-FFF2-40B4-BE49-F238E27FC236}">
                <a16:creationId xmlns:a16="http://schemas.microsoft.com/office/drawing/2014/main" id="{AC34C23F-858A-3484-6D36-3A7216AE9A1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728192" y="4000500"/>
            <a:ext cx="2843808" cy="1895872"/>
          </a:xfrm>
          <a:prstGeom prst="rect">
            <a:avLst/>
          </a:prstGeom>
        </p:spPr>
      </p:pic>
      <p:sp>
        <p:nvSpPr>
          <p:cNvPr id="8" name="TextBox 7">
            <a:extLst>
              <a:ext uri="{FF2B5EF4-FFF2-40B4-BE49-F238E27FC236}">
                <a16:creationId xmlns:a16="http://schemas.microsoft.com/office/drawing/2014/main" id="{C7B86344-0CB2-D962-007D-EB088DB9B22B}"/>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3910491826"/>
      </p:ext>
    </p:extLst>
  </p:cSld>
  <p:clrMapOvr>
    <a:masterClrMapping/>
  </p:clrMapOvr>
  <p:transition>
    <p:sndAc>
      <p:stSnd>
        <p:snd r:embed="rId2"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8DCEE-6D9D-56CE-D9F0-75371E006964}"/>
              </a:ext>
            </a:extLst>
          </p:cNvPr>
          <p:cNvSpPr>
            <a:spLocks noGrp="1"/>
          </p:cNvSpPr>
          <p:nvPr>
            <p:ph type="title"/>
          </p:nvPr>
        </p:nvSpPr>
        <p:spPr>
          <a:xfrm>
            <a:off x="457200" y="1195388"/>
            <a:ext cx="8229600" cy="863600"/>
          </a:xfrm>
        </p:spPr>
        <p:txBody>
          <a:bodyPr rtlCol="1"/>
          <a:lstStyle/>
          <a:p>
            <a:pPr rtl="1"/>
            <a:r>
              <a:rPr lang="ar" dirty="0"/>
              <a:t>الأعمار والقدرات</a:t>
            </a:r>
          </a:p>
        </p:txBody>
      </p:sp>
      <p:sp>
        <p:nvSpPr>
          <p:cNvPr id="3" name="Content Placeholder 2">
            <a:extLst>
              <a:ext uri="{FF2B5EF4-FFF2-40B4-BE49-F238E27FC236}">
                <a16:creationId xmlns:a16="http://schemas.microsoft.com/office/drawing/2014/main" id="{87F167BA-E350-9A3D-C5B3-4468D8E7F778}"/>
              </a:ext>
            </a:extLst>
          </p:cNvPr>
          <p:cNvSpPr>
            <a:spLocks noGrp="1"/>
          </p:cNvSpPr>
          <p:nvPr>
            <p:ph sz="half" idx="2"/>
          </p:nvPr>
        </p:nvSpPr>
        <p:spPr>
          <a:xfrm>
            <a:off x="468312" y="2195513"/>
            <a:ext cx="7991475" cy="3609975"/>
          </a:xfrm>
        </p:spPr>
        <p:txBody>
          <a:bodyPr rtlCol="1"/>
          <a:lstStyle/>
          <a:p>
            <a:pPr rtl="1">
              <a:lnSpc>
                <a:spcPct val="112000"/>
              </a:lnSpc>
            </a:pPr>
            <a:r>
              <a:rPr lang="ar" dirty="0"/>
              <a:t>القدرة الجسدية</a:t>
            </a:r>
          </a:p>
          <a:p>
            <a:pPr marL="0" lvl="1" indent="344488" rtl="1">
              <a:lnSpc>
                <a:spcPct val="112000"/>
              </a:lnSpc>
            </a:pPr>
            <a:r>
              <a:rPr lang="ar" dirty="0">
                <a:latin typeface="Times New Roman" panose="02020603050405020304" pitchFamily="18" charset="0"/>
              </a:rPr>
              <a:t>سهولة التنقل</a:t>
            </a:r>
          </a:p>
          <a:p>
            <a:pPr marL="0" lvl="1" indent="344488" rtl="1">
              <a:lnSpc>
                <a:spcPct val="112000"/>
              </a:lnSpc>
            </a:pPr>
            <a:r>
              <a:rPr lang="ar" dirty="0">
                <a:latin typeface="Times New Roman" panose="02020603050405020304" pitchFamily="18" charset="0"/>
              </a:rPr>
              <a:t>المشكلات الصحية</a:t>
            </a:r>
          </a:p>
          <a:p>
            <a:pPr marL="0" lvl="1" indent="344488" rtl="1">
              <a:lnSpc>
                <a:spcPct val="112000"/>
              </a:lnSpc>
            </a:pPr>
            <a:r>
              <a:rPr lang="ar" dirty="0">
                <a:latin typeface="Times New Roman" panose="02020603050405020304" pitchFamily="18" charset="0"/>
              </a:rPr>
              <a:t>مشكلات التواصل</a:t>
            </a:r>
          </a:p>
          <a:p>
            <a:pPr rtl="1">
              <a:lnSpc>
                <a:spcPct val="112000"/>
              </a:lnSpc>
            </a:pPr>
            <a:r>
              <a:rPr lang="ar" dirty="0"/>
              <a:t>القدرة الذهنية</a:t>
            </a:r>
          </a:p>
          <a:p>
            <a:pPr rtl="1">
              <a:lnSpc>
                <a:spcPct val="112000"/>
              </a:lnSpc>
            </a:pPr>
            <a:r>
              <a:rPr lang="ar" dirty="0"/>
              <a:t>التواصل </a:t>
            </a:r>
          </a:p>
        </p:txBody>
      </p:sp>
      <p:sp>
        <p:nvSpPr>
          <p:cNvPr id="4" name="Footer Placeholder 3">
            <a:extLst>
              <a:ext uri="{FF2B5EF4-FFF2-40B4-BE49-F238E27FC236}">
                <a16:creationId xmlns:a16="http://schemas.microsoft.com/office/drawing/2014/main" id="{FAB0E350-208D-A070-EBA9-8684D53291C6}"/>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5" name="TextBox 4">
            <a:extLst>
              <a:ext uri="{FF2B5EF4-FFF2-40B4-BE49-F238E27FC236}">
                <a16:creationId xmlns:a16="http://schemas.microsoft.com/office/drawing/2014/main" id="{2773C6D3-796C-6D8C-E507-7A528BA6BBCF}"/>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1454089491"/>
      </p:ext>
    </p:extLst>
  </p:cSld>
  <p:clrMapOvr>
    <a:masterClrMapping/>
  </p:clrMapOvr>
  <p:transition>
    <p:sndAc>
      <p:stSnd>
        <p:snd r:embed="rId2"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4CCEF-8C97-C218-7AA4-A29678CBBF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DEB41-1776-3102-B2BD-70E82CAC0F65}"/>
              </a:ext>
            </a:extLst>
          </p:cNvPr>
          <p:cNvSpPr>
            <a:spLocks noGrp="1"/>
          </p:cNvSpPr>
          <p:nvPr>
            <p:ph type="title"/>
          </p:nvPr>
        </p:nvSpPr>
        <p:spPr>
          <a:xfrm>
            <a:off x="457200" y="1195388"/>
            <a:ext cx="8229600" cy="863600"/>
          </a:xfrm>
        </p:spPr>
        <p:txBody>
          <a:bodyPr rtlCol="1"/>
          <a:lstStyle/>
          <a:p>
            <a:pPr rtl="1"/>
            <a:r>
              <a:rPr lang="ar" b="1" dirty="0"/>
              <a:t>مهارات التواصل</a:t>
            </a:r>
          </a:p>
        </p:txBody>
      </p:sp>
      <p:sp>
        <p:nvSpPr>
          <p:cNvPr id="3" name="Content Placeholder 2">
            <a:extLst>
              <a:ext uri="{FF2B5EF4-FFF2-40B4-BE49-F238E27FC236}">
                <a16:creationId xmlns:a16="http://schemas.microsoft.com/office/drawing/2014/main" id="{BE8E2715-40F9-3F32-B79B-6289C83BFCE2}"/>
              </a:ext>
            </a:extLst>
          </p:cNvPr>
          <p:cNvSpPr>
            <a:spLocks noGrp="1"/>
          </p:cNvSpPr>
          <p:nvPr>
            <p:ph sz="half" idx="2"/>
          </p:nvPr>
        </p:nvSpPr>
        <p:spPr>
          <a:xfrm>
            <a:off x="468312" y="2195513"/>
            <a:ext cx="7991475" cy="3609975"/>
          </a:xfrm>
        </p:spPr>
        <p:txBody>
          <a:bodyPr rtlCol="1"/>
          <a:lstStyle/>
          <a:p>
            <a:pPr rtl="1"/>
            <a:r>
              <a:rPr lang="ar" dirty="0"/>
              <a:t>التواصل البصري</a:t>
            </a:r>
          </a:p>
          <a:p>
            <a:pPr rtl="1"/>
            <a:r>
              <a:rPr lang="ar" dirty="0"/>
              <a:t>الإصغاء الفعّال</a:t>
            </a:r>
          </a:p>
          <a:p>
            <a:pPr rtl="1"/>
            <a:r>
              <a:rPr lang="ar" dirty="0"/>
              <a:t>لغة الجسد</a:t>
            </a:r>
          </a:p>
          <a:p>
            <a:pPr rtl="1"/>
            <a:r>
              <a:rPr lang="ar" dirty="0"/>
              <a:t>البيئة</a:t>
            </a:r>
          </a:p>
        </p:txBody>
      </p:sp>
      <p:sp>
        <p:nvSpPr>
          <p:cNvPr id="4" name="Footer Placeholder 3">
            <a:extLst>
              <a:ext uri="{FF2B5EF4-FFF2-40B4-BE49-F238E27FC236}">
                <a16:creationId xmlns:a16="http://schemas.microsoft.com/office/drawing/2014/main" id="{FB94824C-5773-AEFD-1443-A5A362FB0A24}"/>
              </a:ext>
            </a:extLst>
          </p:cNvPr>
          <p:cNvSpPr>
            <a:spLocks noGrp="1"/>
          </p:cNvSpPr>
          <p:nvPr>
            <p:ph type="ftr" sz="quarter" idx="10"/>
          </p:nvPr>
        </p:nvSpPr>
        <p:spPr>
          <a:xfrm>
            <a:off x="0" y="6459538"/>
            <a:ext cx="9144000" cy="287337"/>
          </a:xfrm>
        </p:spPr>
        <p:txBody>
          <a:bodyPr rtlCol="1"/>
          <a:lstStyle/>
          <a:p>
            <a:pPr rtl="1">
              <a:defRPr/>
            </a:pPr>
            <a:r>
              <a:rPr lang="ar" dirty="0"/>
              <a:t> </a:t>
            </a:r>
          </a:p>
        </p:txBody>
      </p:sp>
      <p:sp>
        <p:nvSpPr>
          <p:cNvPr id="5" name="TextBox 4">
            <a:extLst>
              <a:ext uri="{FF2B5EF4-FFF2-40B4-BE49-F238E27FC236}">
                <a16:creationId xmlns:a16="http://schemas.microsoft.com/office/drawing/2014/main" id="{E4DB8B82-6ABE-4F6A-4E64-09381D7BB4E4}"/>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2609753468"/>
      </p:ext>
    </p:extLst>
  </p:cSld>
  <p:clrMapOvr>
    <a:masterClrMapping/>
  </p:clrMapOvr>
  <p:transition>
    <p:sndAc>
      <p:stSnd>
        <p:snd r:embed="rId2"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B7F1D-C765-BEA5-B793-AD6401351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87A3A5-303B-4AFD-F196-966E9DC90F8F}"/>
              </a:ext>
            </a:extLst>
          </p:cNvPr>
          <p:cNvSpPr>
            <a:spLocks noGrp="1"/>
          </p:cNvSpPr>
          <p:nvPr>
            <p:ph type="title"/>
          </p:nvPr>
        </p:nvSpPr>
        <p:spPr>
          <a:xfrm>
            <a:off x="457200" y="1195388"/>
            <a:ext cx="8229600" cy="863600"/>
          </a:xfrm>
        </p:spPr>
        <p:txBody>
          <a:bodyPr rtlCol="1"/>
          <a:lstStyle/>
          <a:p>
            <a:pPr rtl="1"/>
            <a:r>
              <a:rPr lang="ar" b="1" dirty="0"/>
              <a:t>الخلفية الثقافية والعرقية</a:t>
            </a:r>
          </a:p>
        </p:txBody>
      </p:sp>
      <p:sp>
        <p:nvSpPr>
          <p:cNvPr id="3" name="Content Placeholder 2">
            <a:extLst>
              <a:ext uri="{FF2B5EF4-FFF2-40B4-BE49-F238E27FC236}">
                <a16:creationId xmlns:a16="http://schemas.microsoft.com/office/drawing/2014/main" id="{EB7E2D5E-5B40-4665-F3C0-AACD3F9D03B1}"/>
              </a:ext>
            </a:extLst>
          </p:cNvPr>
          <p:cNvSpPr>
            <a:spLocks noGrp="1"/>
          </p:cNvSpPr>
          <p:nvPr>
            <p:ph sz="half" idx="2"/>
          </p:nvPr>
        </p:nvSpPr>
        <p:spPr>
          <a:xfrm>
            <a:off x="468312" y="2195513"/>
            <a:ext cx="7991475" cy="3609975"/>
          </a:xfrm>
        </p:spPr>
        <p:txBody>
          <a:bodyPr rtlCol="1"/>
          <a:lstStyle/>
          <a:p>
            <a:pPr marL="0" indent="0" rtl="1">
              <a:buNone/>
            </a:pPr>
            <a:r>
              <a:rPr lang="ar" dirty="0"/>
              <a:t>يجب الانتباه إلى أنك قد تقدم الرعاية لأفراد ينحدرون من بيئات ثقافية وعرقية ودينية مختلفة عن بيئتك، إذ يمكن أن يؤدي أي اختيار غير موفّق إلى إزعاج وإجهاد لمتلقي الخدمة. </a:t>
            </a:r>
          </a:p>
          <a:p>
            <a:pPr rtl="1"/>
            <a:r>
              <a:rPr lang="ar" dirty="0"/>
              <a:t>يجب دائمًا مراعاة ما يأتي:</a:t>
            </a:r>
          </a:p>
          <a:p>
            <a:pPr lvl="1" rtl="1"/>
            <a:r>
              <a:rPr lang="ar" dirty="0">
                <a:latin typeface="Times New Roman" panose="02020603050405020304" pitchFamily="18" charset="0"/>
              </a:rPr>
              <a:t>الأطعمة المقبولة</a:t>
            </a:r>
          </a:p>
          <a:p>
            <a:pPr lvl="1" rtl="1"/>
            <a:r>
              <a:rPr lang="ar" dirty="0">
                <a:latin typeface="Times New Roman" panose="02020603050405020304" pitchFamily="18" charset="0"/>
              </a:rPr>
              <a:t>الإيماءات التي قد تكون مسيئة</a:t>
            </a:r>
          </a:p>
          <a:p>
            <a:pPr lvl="1" rtl="1"/>
            <a:r>
              <a:rPr lang="ar" dirty="0">
                <a:latin typeface="Times New Roman" panose="02020603050405020304" pitchFamily="18" charset="0"/>
              </a:rPr>
              <a:t>الملابس الملائمة</a:t>
            </a:r>
          </a:p>
          <a:p>
            <a:pPr lvl="1" rtl="1"/>
            <a:r>
              <a:rPr lang="ar" dirty="0">
                <a:latin typeface="Times New Roman" panose="02020603050405020304" pitchFamily="18" charset="0"/>
              </a:rPr>
              <a:t>السلوكيات الصحية.</a:t>
            </a:r>
          </a:p>
        </p:txBody>
      </p:sp>
      <p:sp>
        <p:nvSpPr>
          <p:cNvPr id="4" name="Footer Placeholder 3">
            <a:extLst>
              <a:ext uri="{FF2B5EF4-FFF2-40B4-BE49-F238E27FC236}">
                <a16:creationId xmlns:a16="http://schemas.microsoft.com/office/drawing/2014/main" id="{25F8B992-9A7B-B07F-A3C5-6F21E99FD55A}"/>
              </a:ext>
            </a:extLst>
          </p:cNvPr>
          <p:cNvSpPr>
            <a:spLocks noGrp="1"/>
          </p:cNvSpPr>
          <p:nvPr>
            <p:ph type="ftr" sz="quarter" idx="10"/>
          </p:nvPr>
        </p:nvSpPr>
        <p:spPr>
          <a:xfrm>
            <a:off x="0" y="6459538"/>
            <a:ext cx="9144000" cy="287337"/>
          </a:xfrm>
        </p:spPr>
        <p:txBody>
          <a:bodyPr rtlCol="1"/>
          <a:lstStyle/>
          <a:p>
            <a:pPr algn="l" rtl="1">
              <a:defRPr/>
            </a:pPr>
            <a:endParaRPr lang="en-GB" altLang="en-US" dirty="0"/>
          </a:p>
        </p:txBody>
      </p:sp>
      <p:sp>
        <p:nvSpPr>
          <p:cNvPr id="5" name="TextBox 4">
            <a:extLst>
              <a:ext uri="{FF2B5EF4-FFF2-40B4-BE49-F238E27FC236}">
                <a16:creationId xmlns:a16="http://schemas.microsoft.com/office/drawing/2014/main" id="{A82F461A-A64C-54B4-C857-69A53C7D53E5}"/>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3574013113"/>
      </p:ext>
    </p:extLst>
  </p:cSld>
  <p:clrMapOvr>
    <a:masterClrMapping/>
  </p:clrMapOvr>
  <p:transition>
    <p:sndAc>
      <p:stSnd>
        <p:snd r:embed="rId2"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EFB47-BA7E-DAAC-80C5-9DFB38C117B7}"/>
              </a:ext>
            </a:extLst>
          </p:cNvPr>
          <p:cNvSpPr>
            <a:spLocks noGrp="1"/>
          </p:cNvSpPr>
          <p:nvPr>
            <p:ph type="title"/>
          </p:nvPr>
        </p:nvSpPr>
        <p:spPr>
          <a:xfrm>
            <a:off x="457200" y="1195388"/>
            <a:ext cx="8229600" cy="346075"/>
          </a:xfrm>
        </p:spPr>
        <p:txBody>
          <a:bodyPr rtlCol="1"/>
          <a:lstStyle/>
          <a:p>
            <a:pPr rtl="1"/>
            <a:r>
              <a:rPr lang="ar" sz="3600" b="1" dirty="0"/>
              <a:t>د2 احتياجات الفرد</a:t>
            </a:r>
          </a:p>
        </p:txBody>
      </p:sp>
      <p:sp>
        <p:nvSpPr>
          <p:cNvPr id="3" name="Content Placeholder 2">
            <a:extLst>
              <a:ext uri="{FF2B5EF4-FFF2-40B4-BE49-F238E27FC236}">
                <a16:creationId xmlns:a16="http://schemas.microsoft.com/office/drawing/2014/main" id="{17C164C3-9832-0606-EE82-9692AF00FFD6}"/>
              </a:ext>
            </a:extLst>
          </p:cNvPr>
          <p:cNvSpPr>
            <a:spLocks noGrp="1"/>
          </p:cNvSpPr>
          <p:nvPr>
            <p:ph sz="half" idx="2"/>
          </p:nvPr>
        </p:nvSpPr>
        <p:spPr>
          <a:xfrm>
            <a:off x="468312" y="1916832"/>
            <a:ext cx="7991475" cy="4320479"/>
          </a:xfrm>
        </p:spPr>
        <p:txBody>
          <a:bodyPr rtlCol="1"/>
          <a:lstStyle/>
          <a:p>
            <a:pPr rtl="1"/>
            <a:r>
              <a:rPr lang="ar" sz="2000" b="1" dirty="0"/>
              <a:t>الاحتياجات الجسدية</a:t>
            </a:r>
            <a:r>
              <a:rPr lang="ar" sz="2000" dirty="0"/>
              <a:t>: معدات وأدوية وتوافر دورات المياه والنشاط البدني</a:t>
            </a:r>
          </a:p>
          <a:p>
            <a:pPr rtl="1"/>
            <a:r>
              <a:rPr lang="ar" sz="2000" b="1" dirty="0"/>
              <a:t>الاحتياجات الحسية</a:t>
            </a:r>
            <a:r>
              <a:rPr lang="ar" sz="2000" dirty="0"/>
              <a:t>: البصر والشم واللمس والتذوق والسمع</a:t>
            </a:r>
          </a:p>
          <a:p>
            <a:pPr rtl="1"/>
            <a:r>
              <a:rPr lang="ar" sz="2000" b="1" dirty="0"/>
              <a:t>العزلة الاجتماعية</a:t>
            </a:r>
            <a:r>
              <a:rPr lang="ar" sz="2000" dirty="0"/>
              <a:t>:</a:t>
            </a:r>
          </a:p>
          <a:p>
            <a:pPr lvl="1" rtl="1"/>
            <a:r>
              <a:rPr lang="ar" sz="2000" b="1" dirty="0">
                <a:latin typeface="Times New Roman" panose="02020603050405020304" pitchFamily="18" charset="0"/>
              </a:rPr>
              <a:t>الجوانب البيئية</a:t>
            </a:r>
            <a:r>
              <a:rPr lang="ar" sz="2000" dirty="0">
                <a:latin typeface="Times New Roman" panose="02020603050405020304" pitchFamily="18" charset="0"/>
              </a:rPr>
              <a:t>: الموقع المعزول والمناطق غير الآمنة ومدى سهولة الوصول (على سبيل المثال: الدرج)</a:t>
            </a:r>
          </a:p>
          <a:p>
            <a:pPr lvl="1" rtl="1"/>
            <a:r>
              <a:rPr lang="ar" sz="2000" b="1" dirty="0">
                <a:latin typeface="Times New Roman" panose="02020603050405020304" pitchFamily="18" charset="0"/>
              </a:rPr>
              <a:t>الصحة الجسدية</a:t>
            </a:r>
            <a:r>
              <a:rPr lang="ar" sz="2000" dirty="0">
                <a:latin typeface="Times New Roman" panose="02020603050405020304" pitchFamily="18" charset="0"/>
              </a:rPr>
              <a:t>: الحركة والتوازن</a:t>
            </a:r>
          </a:p>
          <a:p>
            <a:pPr lvl="1" rtl="1"/>
            <a:r>
              <a:rPr lang="ar" sz="2000" b="1" dirty="0">
                <a:latin typeface="Times New Roman" panose="02020603050405020304" pitchFamily="18" charset="0"/>
              </a:rPr>
              <a:t>العوامل الاجتماعية والاقتصادية</a:t>
            </a:r>
            <a:r>
              <a:rPr lang="ar" sz="2000" dirty="0">
                <a:latin typeface="Times New Roman" panose="02020603050405020304" pitchFamily="18" charset="0"/>
              </a:rPr>
              <a:t>: الفقر ومدى سهولة الوصول إلى المزايا</a:t>
            </a:r>
          </a:p>
          <a:p>
            <a:pPr lvl="1" rtl="1"/>
            <a:r>
              <a:rPr lang="ar" sz="2000" b="1" dirty="0">
                <a:latin typeface="Times New Roman" panose="02020603050405020304" pitchFamily="18" charset="0"/>
              </a:rPr>
              <a:t>الصحة النفسية</a:t>
            </a:r>
            <a:r>
              <a:rPr lang="ar" sz="2000" dirty="0">
                <a:latin typeface="Times New Roman" panose="02020603050405020304" pitchFamily="18" charset="0"/>
              </a:rPr>
              <a:t>: القلق والخوف</a:t>
            </a:r>
          </a:p>
          <a:p>
            <a:pPr rtl="1"/>
            <a:r>
              <a:rPr lang="ar" sz="2000" b="1" dirty="0"/>
              <a:t>صعوبات التعلم</a:t>
            </a:r>
            <a:r>
              <a:rPr lang="ar" sz="2000" dirty="0"/>
              <a:t>: الشرح الواضح والأمان</a:t>
            </a:r>
          </a:p>
          <a:p>
            <a:pPr rtl="1"/>
            <a:r>
              <a:rPr lang="ar" sz="2000" b="1" dirty="0"/>
              <a:t>الاكتئاب</a:t>
            </a:r>
            <a:r>
              <a:rPr lang="ar" sz="2000" dirty="0"/>
              <a:t>: يمكن أن يؤدي إلى الشعور بالقلق والخوف</a:t>
            </a:r>
          </a:p>
        </p:txBody>
      </p:sp>
      <p:sp>
        <p:nvSpPr>
          <p:cNvPr id="4" name="Footer Placeholder 3">
            <a:extLst>
              <a:ext uri="{FF2B5EF4-FFF2-40B4-BE49-F238E27FC236}">
                <a16:creationId xmlns:a16="http://schemas.microsoft.com/office/drawing/2014/main" id="{CFAC2BE7-3FFC-6389-724D-FCD71B40C629}"/>
              </a:ext>
            </a:extLst>
          </p:cNvPr>
          <p:cNvSpPr>
            <a:spLocks noGrp="1"/>
          </p:cNvSpPr>
          <p:nvPr>
            <p:ph type="ftr" sz="quarter" idx="10"/>
          </p:nvPr>
        </p:nvSpPr>
        <p:spPr>
          <a:xfrm>
            <a:off x="0" y="6459538"/>
            <a:ext cx="9144000" cy="287337"/>
          </a:xfrm>
        </p:spPr>
        <p:txBody>
          <a:bodyPr rtlCol="1"/>
          <a:lstStyle/>
          <a:p>
            <a:pPr algn="ctr" rtl="1">
              <a:defRPr/>
            </a:pPr>
            <a:r>
              <a:rPr lang="ar" dirty="0"/>
              <a:t>. </a:t>
            </a:r>
          </a:p>
        </p:txBody>
      </p:sp>
      <p:sp>
        <p:nvSpPr>
          <p:cNvPr id="5" name="TextBox 4">
            <a:extLst>
              <a:ext uri="{FF2B5EF4-FFF2-40B4-BE49-F238E27FC236}">
                <a16:creationId xmlns:a16="http://schemas.microsoft.com/office/drawing/2014/main" id="{BBA62E0D-BD4C-E3B5-CD8B-954A46CB162E}"/>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4067733351"/>
      </p:ext>
    </p:extLst>
  </p:cSld>
  <p:clrMapOvr>
    <a:masterClrMapping/>
  </p:clrMapOvr>
  <p:transition>
    <p:sndAc>
      <p:stSnd>
        <p:snd r:embed="rId2"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18D07-73D0-C131-8E5C-067250EB3D33}"/>
              </a:ext>
            </a:extLst>
          </p:cNvPr>
          <p:cNvSpPr>
            <a:spLocks noGrp="1"/>
          </p:cNvSpPr>
          <p:nvPr>
            <p:ph type="title"/>
          </p:nvPr>
        </p:nvSpPr>
        <p:spPr>
          <a:xfrm>
            <a:off x="457200" y="1195200"/>
            <a:ext cx="8229600" cy="304213"/>
          </a:xfrm>
        </p:spPr>
        <p:txBody>
          <a:bodyPr rtlCol="1"/>
          <a:lstStyle/>
          <a:p>
            <a:pPr rtl="1"/>
            <a:r>
              <a:rPr lang="ar" sz="2000" b="1" dirty="0"/>
              <a:t>اذكر أمثلة عن المواضع التي يمكن أن تساعد فيها هذه العناصر على تنفيذ نشاط ما</a:t>
            </a:r>
          </a:p>
        </p:txBody>
      </p:sp>
      <p:sp>
        <p:nvSpPr>
          <p:cNvPr id="4" name="Footer Placeholder 3">
            <a:extLst>
              <a:ext uri="{FF2B5EF4-FFF2-40B4-BE49-F238E27FC236}">
                <a16:creationId xmlns:a16="http://schemas.microsoft.com/office/drawing/2014/main" id="{60BA366F-9E41-87C9-D3F5-328A51E8FE82}"/>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pic>
        <p:nvPicPr>
          <p:cNvPr id="3" name="Picture 2" descr="A person sitting on a stool holding a cane&#10;&#10;AI-generated content may be incorrect.">
            <a:extLst>
              <a:ext uri="{FF2B5EF4-FFF2-40B4-BE49-F238E27FC236}">
                <a16:creationId xmlns:a16="http://schemas.microsoft.com/office/drawing/2014/main" id="{3FD991A1-997E-2DBF-9977-BEA43E8B13B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940152" y="1844824"/>
            <a:ext cx="2573746" cy="2059199"/>
          </a:xfrm>
          <a:prstGeom prst="rect">
            <a:avLst/>
          </a:prstGeom>
        </p:spPr>
      </p:pic>
      <p:pic>
        <p:nvPicPr>
          <p:cNvPr id="6" name="Picture 5" descr="A magnifying glass with a ladybug on a flower&#10;&#10;AI-generated content may be incorrect.">
            <a:extLst>
              <a:ext uri="{FF2B5EF4-FFF2-40B4-BE49-F238E27FC236}">
                <a16:creationId xmlns:a16="http://schemas.microsoft.com/office/drawing/2014/main" id="{F5C17EE4-0EA2-DB36-A144-59CDAA825AE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454046" y="1930990"/>
            <a:ext cx="2557291" cy="1917968"/>
          </a:xfrm>
          <a:prstGeom prst="rect">
            <a:avLst/>
          </a:prstGeom>
        </p:spPr>
      </p:pic>
      <p:pic>
        <p:nvPicPr>
          <p:cNvPr id="7" name="Picture 6" descr="A walker with a basket&#10;&#10;AI-generated content may be incorrect.">
            <a:extLst>
              <a:ext uri="{FF2B5EF4-FFF2-40B4-BE49-F238E27FC236}">
                <a16:creationId xmlns:a16="http://schemas.microsoft.com/office/drawing/2014/main" id="{67B5FE0C-9C28-26D7-3912-E931649BCBE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87077" y="1873921"/>
            <a:ext cx="1988840" cy="1988840"/>
          </a:xfrm>
          <a:prstGeom prst="rect">
            <a:avLst/>
          </a:prstGeom>
        </p:spPr>
      </p:pic>
      <p:pic>
        <p:nvPicPr>
          <p:cNvPr id="9" name="Picture 8" descr="A plastic pill box with different colored pills&#10;&#10;AI-generated content may be incorrect.">
            <a:extLst>
              <a:ext uri="{FF2B5EF4-FFF2-40B4-BE49-F238E27FC236}">
                <a16:creationId xmlns:a16="http://schemas.microsoft.com/office/drawing/2014/main" id="{2F10C099-EEA7-0751-7D3B-92E1CEF00270}"/>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6372200" y="4110182"/>
            <a:ext cx="2627784" cy="1751856"/>
          </a:xfrm>
          <a:prstGeom prst="rect">
            <a:avLst/>
          </a:prstGeom>
        </p:spPr>
      </p:pic>
      <p:pic>
        <p:nvPicPr>
          <p:cNvPr id="10" name="Picture 9" descr="A person's hand touching a garmentille text&#10;&#10;AI-generated content may be incorrect.">
            <a:extLst>
              <a:ext uri="{FF2B5EF4-FFF2-40B4-BE49-F238E27FC236}">
                <a16:creationId xmlns:a16="http://schemas.microsoft.com/office/drawing/2014/main" id="{1F036EAF-5BF1-10AE-25E5-C1D161E09EB9}"/>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3417191" y="4195264"/>
            <a:ext cx="2627784" cy="1751856"/>
          </a:xfrm>
          <a:prstGeom prst="rect">
            <a:avLst/>
          </a:prstGeom>
        </p:spPr>
      </p:pic>
      <p:pic>
        <p:nvPicPr>
          <p:cNvPr id="12" name="Picture 11" descr="A ramp on a lawn&#10;&#10;AI-generated content may be incorrect.">
            <a:extLst>
              <a:ext uri="{FF2B5EF4-FFF2-40B4-BE49-F238E27FC236}">
                <a16:creationId xmlns:a16="http://schemas.microsoft.com/office/drawing/2014/main" id="{79664FF1-6EAA-CE19-9830-FC5FDAB869B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583778" y="4375179"/>
            <a:ext cx="2506188" cy="1610000"/>
          </a:xfrm>
          <a:prstGeom prst="rect">
            <a:avLst/>
          </a:prstGeom>
        </p:spPr>
      </p:pic>
      <p:sp>
        <p:nvSpPr>
          <p:cNvPr id="13" name="TextBox 12">
            <a:extLst>
              <a:ext uri="{FF2B5EF4-FFF2-40B4-BE49-F238E27FC236}">
                <a16:creationId xmlns:a16="http://schemas.microsoft.com/office/drawing/2014/main" id="{48FA56B8-1CC1-65C4-1616-A088D5DB4B38}"/>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1453374195"/>
      </p:ext>
    </p:extLst>
  </p:cSld>
  <p:clrMapOvr>
    <a:masterClrMapping/>
  </p:clrMapOvr>
  <p:transition>
    <p:sndAc>
      <p:stSnd>
        <p:snd r:embed="rId2" name="click.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468B7-46CC-DDA7-B773-8CC007152D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1E626-6B88-6302-986B-B0D01D2E9BB9}"/>
              </a:ext>
            </a:extLst>
          </p:cNvPr>
          <p:cNvSpPr>
            <a:spLocks noGrp="1"/>
          </p:cNvSpPr>
          <p:nvPr>
            <p:ph type="title"/>
          </p:nvPr>
        </p:nvSpPr>
        <p:spPr>
          <a:xfrm>
            <a:off x="457200" y="1195388"/>
            <a:ext cx="8229600" cy="346075"/>
          </a:xfrm>
        </p:spPr>
        <p:txBody>
          <a:bodyPr rtlCol="1"/>
          <a:lstStyle/>
          <a:p>
            <a:pPr rtl="1"/>
            <a:r>
              <a:rPr lang="ar" sz="2800" b="1" dirty="0"/>
              <a:t>د3 التخطيط للنشاطات الإبداعية والعلاجية</a:t>
            </a:r>
          </a:p>
        </p:txBody>
      </p:sp>
      <p:sp>
        <p:nvSpPr>
          <p:cNvPr id="3" name="Content Placeholder 2">
            <a:extLst>
              <a:ext uri="{FF2B5EF4-FFF2-40B4-BE49-F238E27FC236}">
                <a16:creationId xmlns:a16="http://schemas.microsoft.com/office/drawing/2014/main" id="{C93DCBD3-2BF9-B0E0-0F53-0019A85373CA}"/>
              </a:ext>
            </a:extLst>
          </p:cNvPr>
          <p:cNvSpPr>
            <a:spLocks noGrp="1"/>
          </p:cNvSpPr>
          <p:nvPr>
            <p:ph sz="half" idx="2"/>
          </p:nvPr>
        </p:nvSpPr>
        <p:spPr>
          <a:xfrm>
            <a:off x="468312" y="1700808"/>
            <a:ext cx="7991475" cy="3888656"/>
          </a:xfrm>
        </p:spPr>
        <p:txBody>
          <a:bodyPr rtlCol="1"/>
          <a:lstStyle/>
          <a:p>
            <a:pPr marL="0" indent="0" rtl="1">
              <a:lnSpc>
                <a:spcPct val="110000"/>
              </a:lnSpc>
              <a:buNone/>
            </a:pPr>
            <a:r>
              <a:rPr lang="ar" sz="1800" dirty="0"/>
              <a:t>الأمور الواجب مراعاتها عند التخطيط لنشاط ما:</a:t>
            </a:r>
          </a:p>
          <a:p>
            <a:pPr rtl="1">
              <a:lnSpc>
                <a:spcPct val="110000"/>
              </a:lnSpc>
            </a:pPr>
            <a:r>
              <a:rPr lang="ar" sz="1800" dirty="0"/>
              <a:t>التسهيلات: أجهزة الرفع والمنحدرات وأطر المشي والعكازات والمراحيض المتنقلة والوسائل المساعدة على التحكم في الإخراج</a:t>
            </a:r>
          </a:p>
          <a:p>
            <a:pPr rtl="1">
              <a:lnSpc>
                <a:spcPct val="110000"/>
              </a:lnSpc>
            </a:pPr>
            <a:r>
              <a:rPr lang="ar" sz="1800" dirty="0"/>
              <a:t>تحديد الأهداف: وضع أهداف لكل شخص على حدة</a:t>
            </a:r>
          </a:p>
          <a:p>
            <a:pPr rtl="1">
              <a:lnSpc>
                <a:spcPct val="110000"/>
              </a:lnSpc>
            </a:pPr>
            <a:r>
              <a:rPr lang="ar" sz="1800" dirty="0"/>
              <a:t>التوقيت</a:t>
            </a:r>
          </a:p>
          <a:p>
            <a:pPr rtl="1">
              <a:lnSpc>
                <a:spcPct val="110000"/>
              </a:lnSpc>
            </a:pPr>
            <a:r>
              <a:rPr lang="ar" sz="1800" dirty="0"/>
              <a:t>الموارد: مخصصة للنشاط، مثل أواني الطهي وإبر الحياكة والمستلزمات الفنية والطاولات والكراسي ذات الارتفاعات المتنوعة والمقصات المخصصة</a:t>
            </a:r>
          </a:p>
          <a:p>
            <a:pPr rtl="1">
              <a:lnSpc>
                <a:spcPct val="110000"/>
              </a:lnSpc>
            </a:pPr>
            <a:r>
              <a:rPr lang="ar" sz="1800" dirty="0"/>
              <a:t>المكان/بيئة النشاط: طاولات وكراسي سهلة الاستخدام ووسائل التدفئة أو التبريد والأطعمة والمشروبات والأمن والخصوصية والسرية</a:t>
            </a:r>
          </a:p>
          <a:p>
            <a:pPr rtl="1">
              <a:lnSpc>
                <a:spcPct val="110000"/>
              </a:lnSpc>
            </a:pPr>
            <a:r>
              <a:rPr lang="ar" sz="1800" dirty="0"/>
              <a:t>العوائق:</a:t>
            </a:r>
          </a:p>
          <a:p>
            <a:pPr lvl="1" rtl="1">
              <a:lnSpc>
                <a:spcPct val="110000"/>
              </a:lnSpc>
            </a:pPr>
            <a:r>
              <a:rPr lang="ar" sz="1800" dirty="0">
                <a:latin typeface="Times New Roman" panose="02020603050405020304" pitchFamily="18" charset="0"/>
              </a:rPr>
              <a:t>التنظيمية: قلة عدد الموظفين</a:t>
            </a:r>
          </a:p>
          <a:p>
            <a:pPr lvl="1" rtl="1">
              <a:lnSpc>
                <a:spcPct val="110000"/>
              </a:lnSpc>
            </a:pPr>
            <a:r>
              <a:rPr lang="ar-EG" sz="1800" dirty="0" err="1">
                <a:latin typeface="Times New Roman" panose="02020603050405020304" pitchFamily="18" charset="0"/>
              </a:rPr>
              <a:t>ال</a:t>
            </a:r>
            <a:r>
              <a:rPr lang="ar" sz="1800" dirty="0">
                <a:latin typeface="Times New Roman" panose="02020603050405020304" pitchFamily="18" charset="0"/>
              </a:rPr>
              <a:t>عنصرية: التصدي للافتراضات المسبقة غير الصحيحة</a:t>
            </a:r>
          </a:p>
          <a:p>
            <a:pPr lvl="1" rtl="1">
              <a:lnSpc>
                <a:spcPct val="110000"/>
              </a:lnSpc>
            </a:pPr>
            <a:r>
              <a:rPr lang="ar-EG" sz="1800" dirty="0">
                <a:latin typeface="Times New Roman" panose="02020603050405020304" pitchFamily="18" charset="0"/>
              </a:rPr>
              <a:t>الجسدية</a:t>
            </a:r>
            <a:r>
              <a:rPr lang="ar" sz="1800" dirty="0">
                <a:latin typeface="Times New Roman" panose="02020603050405020304" pitchFamily="18" charset="0"/>
              </a:rPr>
              <a:t>: وضع خطط للتعامل مع المرض المفاجئ أو الانفعالات العاطفية </a:t>
            </a:r>
          </a:p>
        </p:txBody>
      </p:sp>
      <p:sp>
        <p:nvSpPr>
          <p:cNvPr id="4" name="Footer Placeholder 3">
            <a:extLst>
              <a:ext uri="{FF2B5EF4-FFF2-40B4-BE49-F238E27FC236}">
                <a16:creationId xmlns:a16="http://schemas.microsoft.com/office/drawing/2014/main" id="{2FDD5F0C-E80C-C958-EA8D-1F06F5F144EE}"/>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5" name="TextBox 4">
            <a:extLst>
              <a:ext uri="{FF2B5EF4-FFF2-40B4-BE49-F238E27FC236}">
                <a16:creationId xmlns:a16="http://schemas.microsoft.com/office/drawing/2014/main" id="{DA617CB6-12CB-7191-3D1E-482681773169}"/>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3520192389"/>
      </p:ext>
    </p:extLst>
  </p:cSld>
  <p:clrMapOvr>
    <a:masterClrMapping/>
  </p:clrMapOvr>
  <p:transition>
    <p:sndAc>
      <p:stSnd>
        <p:snd r:embed="rId2" name="click.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109B-1307-9307-615A-ADAB757DF620}"/>
              </a:ext>
            </a:extLst>
          </p:cNvPr>
          <p:cNvSpPr>
            <a:spLocks noGrp="1"/>
          </p:cNvSpPr>
          <p:nvPr>
            <p:ph type="title"/>
          </p:nvPr>
        </p:nvSpPr>
        <p:spPr>
          <a:xfrm>
            <a:off x="457200" y="1195388"/>
            <a:ext cx="8229600" cy="433412"/>
          </a:xfrm>
        </p:spPr>
        <p:txBody>
          <a:bodyPr rtlCol="1"/>
          <a:lstStyle/>
          <a:p>
            <a:pPr rtl="1"/>
            <a:r>
              <a:rPr lang="ar" dirty="0"/>
              <a:t>د4/ د5 الموارد</a:t>
            </a:r>
          </a:p>
        </p:txBody>
      </p:sp>
      <p:sp>
        <p:nvSpPr>
          <p:cNvPr id="3" name="Content Placeholder 2">
            <a:extLst>
              <a:ext uri="{FF2B5EF4-FFF2-40B4-BE49-F238E27FC236}">
                <a16:creationId xmlns:a16="http://schemas.microsoft.com/office/drawing/2014/main" id="{9A5C9F2F-212C-205D-99D4-EEDD88569620}"/>
              </a:ext>
            </a:extLst>
          </p:cNvPr>
          <p:cNvSpPr>
            <a:spLocks noGrp="1"/>
          </p:cNvSpPr>
          <p:nvPr>
            <p:ph sz="half" idx="2"/>
          </p:nvPr>
        </p:nvSpPr>
        <p:spPr>
          <a:xfrm>
            <a:off x="4906641" y="2297599"/>
            <a:ext cx="3815656" cy="3888656"/>
          </a:xfrm>
        </p:spPr>
        <p:txBody>
          <a:bodyPr rtlCol="1"/>
          <a:lstStyle/>
          <a:p>
            <a:pPr marL="0" indent="0" rtl="1">
              <a:buNone/>
            </a:pPr>
            <a:r>
              <a:rPr lang="ar" dirty="0"/>
              <a:t>ما المعدات اللازمة للاستخدام في هذا النشاط؟</a:t>
            </a:r>
          </a:p>
          <a:p>
            <a:pPr rtl="1"/>
            <a:r>
              <a:rPr lang="ar" dirty="0"/>
              <a:t>البذور</a:t>
            </a:r>
          </a:p>
          <a:p>
            <a:pPr rtl="1"/>
            <a:r>
              <a:rPr lang="ar" dirty="0"/>
              <a:t>البُصيلات أو النباتات</a:t>
            </a:r>
          </a:p>
          <a:p>
            <a:pPr rtl="1"/>
            <a:r>
              <a:rPr lang="ar" dirty="0"/>
              <a:t>المجارف الصغيرة</a:t>
            </a:r>
          </a:p>
          <a:p>
            <a:pPr rtl="1"/>
            <a:r>
              <a:rPr lang="ar" dirty="0"/>
              <a:t>أحواض الزراعة المرتفعة</a:t>
            </a:r>
          </a:p>
          <a:p>
            <a:pPr rtl="1"/>
            <a:r>
              <a:rPr lang="ar" dirty="0"/>
              <a:t>مظلة أو غطاء للحماية</a:t>
            </a:r>
          </a:p>
          <a:p>
            <a:pPr rtl="1"/>
            <a:r>
              <a:rPr lang="ar" dirty="0"/>
              <a:t>ملابس وأحذية مناسبة للنشاط</a:t>
            </a:r>
          </a:p>
          <a:p>
            <a:pPr rtl="1"/>
            <a:r>
              <a:rPr lang="ar" dirty="0"/>
              <a:t>قفازات مخصصة لأعمال البستنة</a:t>
            </a:r>
          </a:p>
        </p:txBody>
      </p:sp>
      <p:sp>
        <p:nvSpPr>
          <p:cNvPr id="4" name="Footer Placeholder 3">
            <a:extLst>
              <a:ext uri="{FF2B5EF4-FFF2-40B4-BE49-F238E27FC236}">
                <a16:creationId xmlns:a16="http://schemas.microsoft.com/office/drawing/2014/main" id="{D0CEE988-3069-914E-1B87-050B32305828}"/>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8" name="Rectangle 7">
            <a:extLst>
              <a:ext uri="{FF2B5EF4-FFF2-40B4-BE49-F238E27FC236}">
                <a16:creationId xmlns:a16="http://schemas.microsoft.com/office/drawing/2014/main" id="{F990348A-7D48-02AE-CF7F-87CB764DCAFD}"/>
              </a:ext>
            </a:extLst>
          </p:cNvPr>
          <p:cNvSpPr/>
          <p:nvPr/>
        </p:nvSpPr>
        <p:spPr>
          <a:xfrm>
            <a:off x="3831799" y="1569566"/>
            <a:ext cx="1768433" cy="923330"/>
          </a:xfrm>
          <a:prstGeom prst="rect">
            <a:avLst/>
          </a:prstGeom>
          <a:noFill/>
        </p:spPr>
        <p:txBody>
          <a:bodyPr wrap="none" lIns="91440" tIns="45720" rIns="91440" bIns="45720" rtlCol="1">
            <a:spAutoFit/>
          </a:bodyPr>
          <a:lstStyle/>
          <a:p>
            <a:pPr algn="ctr" rtl="1"/>
            <a:r>
              <a:rPr lang="ar" sz="5400" b="1" cap="none" spc="0" dirty="0">
                <a:ln w="22225">
                  <a:noFill/>
                  <a:prstDash val="solid"/>
                </a:ln>
                <a:solidFill>
                  <a:srgbClr val="92D050"/>
                </a:solidFill>
                <a:effectLst/>
                <a:latin typeface="Times New Roman" panose="02020603050405020304" pitchFamily="18" charset="0"/>
                <a:cs typeface="Times New Roman" panose="02020603050405020304" pitchFamily="18" charset="0"/>
              </a:rPr>
              <a:t>البستنة</a:t>
            </a:r>
          </a:p>
        </p:txBody>
      </p:sp>
      <p:pic>
        <p:nvPicPr>
          <p:cNvPr id="6" name="Picture 5" descr="A person in a wheelchair working in a garden&#10;&#10;AI-generated content may be incorrect.">
            <a:extLst>
              <a:ext uri="{FF2B5EF4-FFF2-40B4-BE49-F238E27FC236}">
                <a16:creationId xmlns:a16="http://schemas.microsoft.com/office/drawing/2014/main" id="{8AEB35B8-E0DD-9821-9E09-7C3FF2C9891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45734" y="2700246"/>
            <a:ext cx="3926266" cy="3284984"/>
          </a:xfrm>
          <a:prstGeom prst="rect">
            <a:avLst/>
          </a:prstGeom>
        </p:spPr>
      </p:pic>
      <p:sp>
        <p:nvSpPr>
          <p:cNvPr id="7" name="TextBox 6">
            <a:extLst>
              <a:ext uri="{FF2B5EF4-FFF2-40B4-BE49-F238E27FC236}">
                <a16:creationId xmlns:a16="http://schemas.microsoft.com/office/drawing/2014/main" id="{C0DBBB25-D095-97CD-5CE1-85572722C3EB}"/>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1749762388"/>
      </p:ext>
    </p:extLst>
  </p:cSld>
  <p:clrMapOvr>
    <a:masterClrMapping/>
  </p:clrMapOvr>
  <p:transition>
    <p:sndAc>
      <p:stSnd>
        <p:snd r:embed="rId2" name="click.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F3B00-9EEF-B6A6-1CDF-0726978D9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4EA3BE-5A4F-3A1E-0B30-9F8F0A1E2D21}"/>
              </a:ext>
            </a:extLst>
          </p:cNvPr>
          <p:cNvSpPr>
            <a:spLocks noGrp="1"/>
          </p:cNvSpPr>
          <p:nvPr>
            <p:ph type="title"/>
          </p:nvPr>
        </p:nvSpPr>
        <p:spPr>
          <a:xfrm>
            <a:off x="457200" y="1195388"/>
            <a:ext cx="8229600" cy="433412"/>
          </a:xfrm>
        </p:spPr>
        <p:txBody>
          <a:bodyPr rtlCol="1"/>
          <a:lstStyle/>
          <a:p>
            <a:pPr rtl="1"/>
            <a:r>
              <a:rPr lang="ar"/>
              <a:t>د4/ د5 الموارد</a:t>
            </a:r>
          </a:p>
        </p:txBody>
      </p:sp>
      <p:sp>
        <p:nvSpPr>
          <p:cNvPr id="3" name="Content Placeholder 2">
            <a:extLst>
              <a:ext uri="{FF2B5EF4-FFF2-40B4-BE49-F238E27FC236}">
                <a16:creationId xmlns:a16="http://schemas.microsoft.com/office/drawing/2014/main" id="{A46A6463-F499-A405-181C-0AE5219C4CFE}"/>
              </a:ext>
            </a:extLst>
          </p:cNvPr>
          <p:cNvSpPr>
            <a:spLocks noGrp="1"/>
          </p:cNvSpPr>
          <p:nvPr>
            <p:ph sz="half" idx="2"/>
          </p:nvPr>
        </p:nvSpPr>
        <p:spPr>
          <a:xfrm>
            <a:off x="4465903" y="2420888"/>
            <a:ext cx="4619134" cy="3888656"/>
          </a:xfrm>
        </p:spPr>
        <p:txBody>
          <a:bodyPr rtlCol="1"/>
          <a:lstStyle/>
          <a:p>
            <a:pPr marL="0" indent="0" rtl="1">
              <a:buNone/>
            </a:pPr>
            <a:r>
              <a:rPr lang="ar" dirty="0"/>
              <a:t>ما المعدات اللازمة للاستخدام في هذا النشاط؟</a:t>
            </a:r>
          </a:p>
          <a:p>
            <a:pPr rtl="1"/>
            <a:r>
              <a:rPr lang="ar" dirty="0"/>
              <a:t>ماكينات الخياطة</a:t>
            </a:r>
          </a:p>
          <a:p>
            <a:pPr rtl="1"/>
            <a:r>
              <a:rPr lang="ar" dirty="0"/>
              <a:t>غراء</a:t>
            </a:r>
          </a:p>
          <a:p>
            <a:pPr rtl="1"/>
            <a:r>
              <a:rPr lang="ar" dirty="0"/>
              <a:t>بطاقات</a:t>
            </a:r>
          </a:p>
          <a:p>
            <a:pPr rtl="1"/>
            <a:r>
              <a:rPr lang="ar" dirty="0"/>
              <a:t>خيوط الصوف مع إبر الحياكة أو الكروشيه</a:t>
            </a:r>
          </a:p>
          <a:p>
            <a:pPr rtl="1"/>
            <a:r>
              <a:rPr lang="ar" dirty="0"/>
              <a:t>صلصال التشكيل</a:t>
            </a:r>
          </a:p>
          <a:p>
            <a:pPr rtl="1"/>
            <a:r>
              <a:rPr lang="ar" dirty="0"/>
              <a:t>الخشب وأدوات النجارة</a:t>
            </a:r>
          </a:p>
          <a:p>
            <a:pPr rtl="1"/>
            <a:r>
              <a:rPr lang="ar" dirty="0"/>
              <a:t>المآزر</a:t>
            </a:r>
          </a:p>
        </p:txBody>
      </p:sp>
      <p:sp>
        <p:nvSpPr>
          <p:cNvPr id="4" name="Footer Placeholder 3">
            <a:extLst>
              <a:ext uri="{FF2B5EF4-FFF2-40B4-BE49-F238E27FC236}">
                <a16:creationId xmlns:a16="http://schemas.microsoft.com/office/drawing/2014/main" id="{4DBDCD6F-7FCB-1BB7-79C6-C5C69170B6EA}"/>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8" name="Rectangle 7">
            <a:extLst>
              <a:ext uri="{FF2B5EF4-FFF2-40B4-BE49-F238E27FC236}">
                <a16:creationId xmlns:a16="http://schemas.microsoft.com/office/drawing/2014/main" id="{B96C08BC-2B13-C832-790C-7503BE7B330B}"/>
              </a:ext>
            </a:extLst>
          </p:cNvPr>
          <p:cNvSpPr/>
          <p:nvPr/>
        </p:nvSpPr>
        <p:spPr>
          <a:xfrm>
            <a:off x="3059832" y="1628800"/>
            <a:ext cx="3381055" cy="923330"/>
          </a:xfrm>
          <a:prstGeom prst="rect">
            <a:avLst/>
          </a:prstGeom>
          <a:noFill/>
        </p:spPr>
        <p:txBody>
          <a:bodyPr wrap="none" lIns="91440" tIns="45720" rIns="91440" bIns="45720" rtlCol="1">
            <a:spAutoFit/>
          </a:bodyPr>
          <a:lstStyle/>
          <a:p>
            <a:pPr algn="ctr" rtl="1"/>
            <a:r>
              <a:rPr lang="ar" sz="5400" b="1" cap="none" spc="0" dirty="0">
                <a:ln w="22225">
                  <a:noFill/>
                  <a:prstDash val="solid"/>
                </a:ln>
                <a:solidFill>
                  <a:srgbClr val="00B0F0"/>
                </a:solidFill>
                <a:effectLst/>
                <a:latin typeface="Times New Roman" panose="02020603050405020304" pitchFamily="18" charset="0"/>
                <a:cs typeface="Times New Roman" panose="02020603050405020304" pitchFamily="18" charset="0"/>
              </a:rPr>
              <a:t>الحِرَف اليدوية</a:t>
            </a:r>
          </a:p>
        </p:txBody>
      </p:sp>
      <p:pic>
        <p:nvPicPr>
          <p:cNvPr id="5" name="Picture 4" descr="A group of people painting on a brown paper&#10;&#10;AI-generated content may be incorrect.">
            <a:extLst>
              <a:ext uri="{FF2B5EF4-FFF2-40B4-BE49-F238E27FC236}">
                <a16:creationId xmlns:a16="http://schemas.microsoft.com/office/drawing/2014/main" id="{E957E328-8B08-442A-E045-80D58B42793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4931" y="2911808"/>
            <a:ext cx="3980048" cy="2664296"/>
          </a:xfrm>
          <a:prstGeom prst="rect">
            <a:avLst/>
          </a:prstGeom>
        </p:spPr>
      </p:pic>
      <p:sp>
        <p:nvSpPr>
          <p:cNvPr id="7" name="TextBox 6">
            <a:extLst>
              <a:ext uri="{FF2B5EF4-FFF2-40B4-BE49-F238E27FC236}">
                <a16:creationId xmlns:a16="http://schemas.microsoft.com/office/drawing/2014/main" id="{0E7BA9F8-706E-B42C-F84E-6D63E2552BFC}"/>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679419277"/>
      </p:ext>
    </p:extLst>
  </p:cSld>
  <p:clrMapOvr>
    <a:masterClrMapping/>
  </p:clrMapOvr>
  <p:transition>
    <p:sndAc>
      <p:stSnd>
        <p:snd r:embed="rId2" name="click.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37777-C8F9-C1B7-3E84-7161080A87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89143-BFB4-098A-B4E4-7FB6B1353C10}"/>
              </a:ext>
            </a:extLst>
          </p:cNvPr>
          <p:cNvSpPr>
            <a:spLocks noGrp="1"/>
          </p:cNvSpPr>
          <p:nvPr>
            <p:ph type="title"/>
          </p:nvPr>
        </p:nvSpPr>
        <p:spPr>
          <a:xfrm>
            <a:off x="457200" y="1195388"/>
            <a:ext cx="8229600" cy="433412"/>
          </a:xfrm>
        </p:spPr>
        <p:txBody>
          <a:bodyPr rtlCol="1"/>
          <a:lstStyle/>
          <a:p>
            <a:pPr rtl="1"/>
            <a:r>
              <a:rPr lang="ar"/>
              <a:t>د4/ د5 الموارد</a:t>
            </a:r>
          </a:p>
        </p:txBody>
      </p:sp>
      <p:sp>
        <p:nvSpPr>
          <p:cNvPr id="3" name="Content Placeholder 2">
            <a:extLst>
              <a:ext uri="{FF2B5EF4-FFF2-40B4-BE49-F238E27FC236}">
                <a16:creationId xmlns:a16="http://schemas.microsoft.com/office/drawing/2014/main" id="{939324A0-3CB5-8E8A-82EE-FFAAC76E0A3E}"/>
              </a:ext>
            </a:extLst>
          </p:cNvPr>
          <p:cNvSpPr>
            <a:spLocks noGrp="1"/>
          </p:cNvSpPr>
          <p:nvPr>
            <p:ph sz="half" idx="2"/>
          </p:nvPr>
        </p:nvSpPr>
        <p:spPr>
          <a:xfrm>
            <a:off x="4788024" y="2552129"/>
            <a:ext cx="4184528" cy="3888656"/>
          </a:xfrm>
        </p:spPr>
        <p:txBody>
          <a:bodyPr rtlCol="1"/>
          <a:lstStyle/>
          <a:p>
            <a:pPr marL="0" indent="0" rtl="1">
              <a:buNone/>
            </a:pPr>
            <a:r>
              <a:rPr lang="ar" dirty="0"/>
              <a:t>ما العوامل الواجب مراعاتها عند تنفيذ هذا النشاط؟</a:t>
            </a:r>
          </a:p>
          <a:p>
            <a:pPr rtl="1"/>
            <a:r>
              <a:rPr lang="ar" dirty="0"/>
              <a:t>اختيار الألعاب التي يسهل فهمها</a:t>
            </a:r>
          </a:p>
          <a:p>
            <a:pPr rtl="1"/>
            <a:r>
              <a:rPr lang="ar" dirty="0"/>
              <a:t>التأكد من نظافة المعدات قبل الاستخدام وبعده</a:t>
            </a:r>
          </a:p>
          <a:p>
            <a:pPr rtl="1"/>
            <a:r>
              <a:rPr lang="ar" dirty="0"/>
              <a:t>الحفاظ على بساطة القواعد ووضوحها</a:t>
            </a:r>
          </a:p>
        </p:txBody>
      </p:sp>
      <p:sp>
        <p:nvSpPr>
          <p:cNvPr id="4" name="Footer Placeholder 3">
            <a:extLst>
              <a:ext uri="{FF2B5EF4-FFF2-40B4-BE49-F238E27FC236}">
                <a16:creationId xmlns:a16="http://schemas.microsoft.com/office/drawing/2014/main" id="{EA7A2867-B65B-5A8C-6D4E-BCFCBC5148F1}"/>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8" name="Rectangle 7">
            <a:extLst>
              <a:ext uri="{FF2B5EF4-FFF2-40B4-BE49-F238E27FC236}">
                <a16:creationId xmlns:a16="http://schemas.microsoft.com/office/drawing/2014/main" id="{2C3075A3-0F82-6A04-1E98-44709784F3EE}"/>
              </a:ext>
            </a:extLst>
          </p:cNvPr>
          <p:cNvSpPr/>
          <p:nvPr/>
        </p:nvSpPr>
        <p:spPr>
          <a:xfrm>
            <a:off x="3851920" y="1628800"/>
            <a:ext cx="1696298" cy="923330"/>
          </a:xfrm>
          <a:prstGeom prst="rect">
            <a:avLst/>
          </a:prstGeom>
          <a:noFill/>
        </p:spPr>
        <p:txBody>
          <a:bodyPr wrap="none" lIns="91440" tIns="45720" rIns="91440" bIns="45720" rtlCol="1">
            <a:spAutoFit/>
          </a:bodyPr>
          <a:lstStyle/>
          <a:p>
            <a:pPr algn="ctr" rtl="1"/>
            <a:r>
              <a:rPr lang="ar" sz="5400" b="1" cap="none" spc="0" dirty="0">
                <a:ln w="22225">
                  <a:noFill/>
                  <a:prstDash val="solid"/>
                </a:ln>
                <a:solidFill>
                  <a:srgbClr val="FF0000"/>
                </a:solidFill>
                <a:effectLst/>
                <a:latin typeface="Times New Roman" panose="02020603050405020304" pitchFamily="18" charset="0"/>
                <a:cs typeface="Times New Roman" panose="02020603050405020304" pitchFamily="18" charset="0"/>
              </a:rPr>
              <a:t>الألعاب</a:t>
            </a:r>
          </a:p>
        </p:txBody>
      </p:sp>
      <p:pic>
        <p:nvPicPr>
          <p:cNvPr id="6" name="Picture 5" descr="A person in a wheelchair playing ping pong&#10;&#10;AI-generated content may be incorrect.">
            <a:extLst>
              <a:ext uri="{FF2B5EF4-FFF2-40B4-BE49-F238E27FC236}">
                <a16:creationId xmlns:a16="http://schemas.microsoft.com/office/drawing/2014/main" id="{5FD797AF-B090-BFE0-D070-900F4AB35AE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2483" y="2708920"/>
            <a:ext cx="3887946" cy="2592288"/>
          </a:xfrm>
          <a:prstGeom prst="rect">
            <a:avLst/>
          </a:prstGeom>
        </p:spPr>
      </p:pic>
      <p:sp>
        <p:nvSpPr>
          <p:cNvPr id="7" name="TextBox 6">
            <a:extLst>
              <a:ext uri="{FF2B5EF4-FFF2-40B4-BE49-F238E27FC236}">
                <a16:creationId xmlns:a16="http://schemas.microsoft.com/office/drawing/2014/main" id="{4894C385-649E-1E10-E884-D7674975B07C}"/>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3617195443"/>
      </p:ext>
    </p:extLst>
  </p:cSld>
  <p:clrMapOvr>
    <a:masterClrMapping/>
  </p:clrMapOvr>
  <p:transition>
    <p:sndAc>
      <p:stSnd>
        <p:snd r:embed="rId2" name="click.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7D5CB-ED3A-46E5-0E82-68E1D720D7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8737B-3434-A684-4FC1-2BFF37F50DFB}"/>
              </a:ext>
            </a:extLst>
          </p:cNvPr>
          <p:cNvSpPr>
            <a:spLocks noGrp="1"/>
          </p:cNvSpPr>
          <p:nvPr>
            <p:ph type="title"/>
          </p:nvPr>
        </p:nvSpPr>
        <p:spPr>
          <a:xfrm>
            <a:off x="457200" y="1195388"/>
            <a:ext cx="8229600" cy="433412"/>
          </a:xfrm>
        </p:spPr>
        <p:txBody>
          <a:bodyPr rtlCol="1"/>
          <a:lstStyle/>
          <a:p>
            <a:pPr rtl="1"/>
            <a:r>
              <a:rPr lang="ar" b="1" dirty="0"/>
              <a:t>د4/ د5 الموارد</a:t>
            </a:r>
          </a:p>
        </p:txBody>
      </p:sp>
      <p:sp>
        <p:nvSpPr>
          <p:cNvPr id="3" name="Content Placeholder 2">
            <a:extLst>
              <a:ext uri="{FF2B5EF4-FFF2-40B4-BE49-F238E27FC236}">
                <a16:creationId xmlns:a16="http://schemas.microsoft.com/office/drawing/2014/main" id="{0468DE1B-E5FE-9929-B2FB-D178C02305CA}"/>
              </a:ext>
            </a:extLst>
          </p:cNvPr>
          <p:cNvSpPr>
            <a:spLocks noGrp="1"/>
          </p:cNvSpPr>
          <p:nvPr>
            <p:ph sz="half" idx="2"/>
          </p:nvPr>
        </p:nvSpPr>
        <p:spPr>
          <a:xfrm>
            <a:off x="4519442" y="2570882"/>
            <a:ext cx="4301030" cy="3888656"/>
          </a:xfrm>
        </p:spPr>
        <p:txBody>
          <a:bodyPr rtlCol="1"/>
          <a:lstStyle/>
          <a:p>
            <a:pPr marL="0" indent="0" rtl="1">
              <a:buNone/>
            </a:pPr>
            <a:r>
              <a:rPr lang="ar" dirty="0"/>
              <a:t>ما العوامل الواجب مراعاتها عند تنفيذ هذا النشاط؟</a:t>
            </a:r>
          </a:p>
          <a:p>
            <a:pPr rtl="1"/>
            <a:r>
              <a:rPr lang="ar" dirty="0"/>
              <a:t>مراعاة الأذواق الموسيقية لجميع المشاركين</a:t>
            </a:r>
          </a:p>
          <a:p>
            <a:pPr rtl="1"/>
            <a:r>
              <a:rPr lang="ar" dirty="0"/>
              <a:t>اختيار أنظمة تشغيل موسيقى سهلة الاستخدام</a:t>
            </a:r>
          </a:p>
          <a:p>
            <a:pPr rtl="1"/>
            <a:r>
              <a:rPr lang="ar" dirty="0"/>
              <a:t>الاستعداد لتبديل الموسيقى بما يتناسب مع اختلاف الأذواق، مع توضيح ذلك منذ البداية</a:t>
            </a:r>
          </a:p>
          <a:p>
            <a:pPr rtl="1"/>
            <a:endParaRPr lang="en-GB" dirty="0"/>
          </a:p>
        </p:txBody>
      </p:sp>
      <p:sp>
        <p:nvSpPr>
          <p:cNvPr id="4" name="Footer Placeholder 3">
            <a:extLst>
              <a:ext uri="{FF2B5EF4-FFF2-40B4-BE49-F238E27FC236}">
                <a16:creationId xmlns:a16="http://schemas.microsoft.com/office/drawing/2014/main" id="{788AE873-77BB-E7CD-2D37-88BF6D47B8D4}"/>
              </a:ext>
            </a:extLst>
          </p:cNvPr>
          <p:cNvSpPr>
            <a:spLocks noGrp="1"/>
          </p:cNvSpPr>
          <p:nvPr>
            <p:ph type="ftr" sz="quarter" idx="10"/>
          </p:nvPr>
        </p:nvSpPr>
        <p:spPr>
          <a:xfrm>
            <a:off x="0" y="6459538"/>
            <a:ext cx="9144000" cy="287337"/>
          </a:xfrm>
        </p:spPr>
        <p:txBody>
          <a:bodyPr rtlCol="1"/>
          <a:lstStyle/>
          <a:p>
            <a:pPr rtl="1">
              <a:defRPr/>
            </a:pPr>
            <a:endParaRPr lang="en-GB" altLang="en-US" dirty="0"/>
          </a:p>
        </p:txBody>
      </p:sp>
      <p:sp>
        <p:nvSpPr>
          <p:cNvPr id="8" name="Rectangle 7">
            <a:extLst>
              <a:ext uri="{FF2B5EF4-FFF2-40B4-BE49-F238E27FC236}">
                <a16:creationId xmlns:a16="http://schemas.microsoft.com/office/drawing/2014/main" id="{CCF999FA-8405-F780-E599-A39574680659}"/>
              </a:ext>
            </a:extLst>
          </p:cNvPr>
          <p:cNvSpPr/>
          <p:nvPr/>
        </p:nvSpPr>
        <p:spPr>
          <a:xfrm>
            <a:off x="3362715" y="1647552"/>
            <a:ext cx="2313454" cy="923330"/>
          </a:xfrm>
          <a:prstGeom prst="rect">
            <a:avLst/>
          </a:prstGeom>
          <a:noFill/>
        </p:spPr>
        <p:txBody>
          <a:bodyPr wrap="none" lIns="91440" tIns="45720" rIns="91440" bIns="45720" rtlCol="1">
            <a:spAutoFit/>
          </a:bodyPr>
          <a:lstStyle/>
          <a:p>
            <a:pPr algn="ctr" rtl="1"/>
            <a:r>
              <a:rPr lang="ar" sz="5400" b="1" cap="none" spc="0" dirty="0">
                <a:ln w="22225">
                  <a:noFill/>
                  <a:prstDash val="solid"/>
                </a:ln>
                <a:solidFill>
                  <a:srgbClr val="7030A0"/>
                </a:solidFill>
                <a:effectLst/>
                <a:latin typeface="Times New Roman" panose="02020603050405020304" pitchFamily="18" charset="0"/>
                <a:cs typeface="Times New Roman" panose="02020603050405020304" pitchFamily="18" charset="0"/>
              </a:rPr>
              <a:t>الموسيقى</a:t>
            </a:r>
          </a:p>
        </p:txBody>
      </p:sp>
      <p:pic>
        <p:nvPicPr>
          <p:cNvPr id="5" name="Picture 4" descr="A person with down syndrome playing a violin&#10;&#10;AI-generated content may be incorrect.">
            <a:extLst>
              <a:ext uri="{FF2B5EF4-FFF2-40B4-BE49-F238E27FC236}">
                <a16:creationId xmlns:a16="http://schemas.microsoft.com/office/drawing/2014/main" id="{2A2BF281-F8B8-4929-65A1-A677DF14ADE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57200" y="2915913"/>
            <a:ext cx="3815916" cy="2543944"/>
          </a:xfrm>
          <a:prstGeom prst="rect">
            <a:avLst/>
          </a:prstGeom>
        </p:spPr>
      </p:pic>
      <p:sp>
        <p:nvSpPr>
          <p:cNvPr id="7" name="TextBox 6">
            <a:extLst>
              <a:ext uri="{FF2B5EF4-FFF2-40B4-BE49-F238E27FC236}">
                <a16:creationId xmlns:a16="http://schemas.microsoft.com/office/drawing/2014/main" id="{EB3C79B3-30F7-00EB-3AAC-31A1FC404AFC}"/>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1732089782"/>
      </p:ext>
    </p:extLst>
  </p:cSld>
  <p:clrMapOvr>
    <a:masterClrMapping/>
  </p:clrMapOvr>
  <p:transition>
    <p:sndAc>
      <p:stSnd>
        <p:snd r:embed="rId2" name="click.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6A6B7-AC5E-29F7-9670-9EC35F34F004}"/>
              </a:ext>
            </a:extLst>
          </p:cNvPr>
          <p:cNvSpPr>
            <a:spLocks noGrp="1"/>
          </p:cNvSpPr>
          <p:nvPr>
            <p:ph type="title"/>
          </p:nvPr>
        </p:nvSpPr>
        <p:spPr>
          <a:xfrm flipH="1">
            <a:off x="457200" y="1195388"/>
            <a:ext cx="8229600" cy="863600"/>
          </a:xfrm>
        </p:spPr>
        <p:txBody>
          <a:bodyPr rtlCol="1"/>
          <a:lstStyle/>
          <a:p>
            <a:pPr rtl="1"/>
            <a:r>
              <a:rPr lang="ar" b="1" dirty="0"/>
              <a:t>أهداف ذكية تحقق معيار (SMART)</a:t>
            </a:r>
          </a:p>
        </p:txBody>
      </p:sp>
      <p:sp>
        <p:nvSpPr>
          <p:cNvPr id="6" name="Freeform: Shape 5">
            <a:extLst>
              <a:ext uri="{FF2B5EF4-FFF2-40B4-BE49-F238E27FC236}">
                <a16:creationId xmlns:a16="http://schemas.microsoft.com/office/drawing/2014/main" id="{FBEA7B99-A043-4854-A300-4CE77CB849FA}"/>
              </a:ext>
            </a:extLst>
          </p:cNvPr>
          <p:cNvSpPr/>
          <p:nvPr/>
        </p:nvSpPr>
        <p:spPr>
          <a:xfrm flipH="1">
            <a:off x="468309" y="2196746"/>
            <a:ext cx="5053259" cy="668056"/>
          </a:xfrm>
          <a:custGeom>
            <a:avLst/>
            <a:gdLst>
              <a:gd name="connsiteX0" fmla="*/ 0 w 4794885"/>
              <a:gd name="connsiteY0" fmla="*/ 83507 h 668056"/>
              <a:gd name="connsiteX1" fmla="*/ 4460857 w 4794885"/>
              <a:gd name="connsiteY1" fmla="*/ 83507 h 668056"/>
              <a:gd name="connsiteX2" fmla="*/ 4460857 w 4794885"/>
              <a:gd name="connsiteY2" fmla="*/ 0 h 668056"/>
              <a:gd name="connsiteX3" fmla="*/ 4794885 w 4794885"/>
              <a:gd name="connsiteY3" fmla="*/ 334028 h 668056"/>
              <a:gd name="connsiteX4" fmla="*/ 4460857 w 4794885"/>
              <a:gd name="connsiteY4" fmla="*/ 668056 h 668056"/>
              <a:gd name="connsiteX5" fmla="*/ 4460857 w 4794885"/>
              <a:gd name="connsiteY5" fmla="*/ 584549 h 668056"/>
              <a:gd name="connsiteX6" fmla="*/ 0 w 4794885"/>
              <a:gd name="connsiteY6" fmla="*/ 584549 h 668056"/>
              <a:gd name="connsiteX7" fmla="*/ 0 w 4794885"/>
              <a:gd name="connsiteY7" fmla="*/ 83507 h 668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94885" h="668056">
                <a:moveTo>
                  <a:pt x="0" y="83507"/>
                </a:moveTo>
                <a:lnTo>
                  <a:pt x="4460857" y="83507"/>
                </a:lnTo>
                <a:lnTo>
                  <a:pt x="4460857" y="0"/>
                </a:lnTo>
                <a:lnTo>
                  <a:pt x="4794885" y="334028"/>
                </a:lnTo>
                <a:lnTo>
                  <a:pt x="4460857" y="668056"/>
                </a:lnTo>
                <a:lnTo>
                  <a:pt x="4460857" y="584549"/>
                </a:lnTo>
                <a:lnTo>
                  <a:pt x="0" y="584549"/>
                </a:lnTo>
                <a:lnTo>
                  <a:pt x="0" y="83507"/>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6510" tIns="100017" rIns="267031" bIns="100017" numCol="1" spcCol="1270" rtlCol="1" anchor="t" anchorCtr="0">
            <a:noAutofit/>
          </a:bodyPr>
          <a:lstStyle/>
          <a:p>
            <a:pPr marL="228600" lvl="1" indent="-228600" algn="r" defTabSz="1155700" rtl="1">
              <a:spcBef>
                <a:spcPct val="0"/>
              </a:spcBef>
              <a:spcAft>
                <a:spcPct val="15000"/>
              </a:spcAft>
              <a:buChar char="•"/>
            </a:pPr>
            <a:r>
              <a:rPr lang="ar" sz="2600" kern="1200" dirty="0"/>
              <a:t>هل المهمة واضحة ومحددة؟</a:t>
            </a:r>
          </a:p>
        </p:txBody>
      </p:sp>
      <p:sp>
        <p:nvSpPr>
          <p:cNvPr id="7" name="Freeform: Shape 6">
            <a:extLst>
              <a:ext uri="{FF2B5EF4-FFF2-40B4-BE49-F238E27FC236}">
                <a16:creationId xmlns:a16="http://schemas.microsoft.com/office/drawing/2014/main" id="{62D38B7E-8F74-4F05-8BE1-4385F52535A3}"/>
              </a:ext>
            </a:extLst>
          </p:cNvPr>
          <p:cNvSpPr/>
          <p:nvPr/>
        </p:nvSpPr>
        <p:spPr>
          <a:xfrm flipH="1">
            <a:off x="5364088" y="2196746"/>
            <a:ext cx="3196590" cy="668056"/>
          </a:xfrm>
          <a:custGeom>
            <a:avLst/>
            <a:gdLst>
              <a:gd name="connsiteX0" fmla="*/ 0 w 3196590"/>
              <a:gd name="connsiteY0" fmla="*/ 111345 h 668056"/>
              <a:gd name="connsiteX1" fmla="*/ 111345 w 3196590"/>
              <a:gd name="connsiteY1" fmla="*/ 0 h 668056"/>
              <a:gd name="connsiteX2" fmla="*/ 3085245 w 3196590"/>
              <a:gd name="connsiteY2" fmla="*/ 0 h 668056"/>
              <a:gd name="connsiteX3" fmla="*/ 3196590 w 3196590"/>
              <a:gd name="connsiteY3" fmla="*/ 111345 h 668056"/>
              <a:gd name="connsiteX4" fmla="*/ 3196590 w 3196590"/>
              <a:gd name="connsiteY4" fmla="*/ 556711 h 668056"/>
              <a:gd name="connsiteX5" fmla="*/ 3085245 w 3196590"/>
              <a:gd name="connsiteY5" fmla="*/ 668056 h 668056"/>
              <a:gd name="connsiteX6" fmla="*/ 111345 w 3196590"/>
              <a:gd name="connsiteY6" fmla="*/ 668056 h 668056"/>
              <a:gd name="connsiteX7" fmla="*/ 0 w 3196590"/>
              <a:gd name="connsiteY7" fmla="*/ 556711 h 668056"/>
              <a:gd name="connsiteX8" fmla="*/ 0 w 3196590"/>
              <a:gd name="connsiteY8" fmla="*/ 111345 h 668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6590" h="668056">
                <a:moveTo>
                  <a:pt x="0" y="111345"/>
                </a:moveTo>
                <a:cubicBezTo>
                  <a:pt x="0" y="49851"/>
                  <a:pt x="49851" y="0"/>
                  <a:pt x="111345" y="0"/>
                </a:cubicBezTo>
                <a:lnTo>
                  <a:pt x="3085245" y="0"/>
                </a:lnTo>
                <a:cubicBezTo>
                  <a:pt x="3146739" y="0"/>
                  <a:pt x="3196590" y="49851"/>
                  <a:pt x="3196590" y="111345"/>
                </a:cubicBezTo>
                <a:lnTo>
                  <a:pt x="3196590" y="556711"/>
                </a:lnTo>
                <a:cubicBezTo>
                  <a:pt x="3196590" y="618205"/>
                  <a:pt x="3146739" y="668056"/>
                  <a:pt x="3085245" y="668056"/>
                </a:cubicBezTo>
                <a:lnTo>
                  <a:pt x="111345" y="668056"/>
                </a:lnTo>
                <a:cubicBezTo>
                  <a:pt x="49851" y="668056"/>
                  <a:pt x="0" y="618205"/>
                  <a:pt x="0" y="556711"/>
                </a:cubicBezTo>
                <a:lnTo>
                  <a:pt x="0" y="111345"/>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62152" tIns="97382" rIns="162152" bIns="97382" numCol="1" spcCol="1270" rtlCol="1" anchor="ctr" anchorCtr="0">
            <a:noAutofit/>
          </a:bodyPr>
          <a:lstStyle/>
          <a:p>
            <a:pPr marL="0" lvl="0" indent="0" algn="ctr" defTabSz="1511300" rtl="1">
              <a:lnSpc>
                <a:spcPct val="90000"/>
              </a:lnSpc>
              <a:spcBef>
                <a:spcPct val="0"/>
              </a:spcBef>
              <a:spcAft>
                <a:spcPct val="35000"/>
              </a:spcAft>
              <a:buNone/>
            </a:pPr>
            <a:r>
              <a:rPr lang="ar" sz="3400" kern="1200" dirty="0"/>
              <a:t>S</a:t>
            </a:r>
          </a:p>
        </p:txBody>
      </p:sp>
      <p:sp>
        <p:nvSpPr>
          <p:cNvPr id="8" name="Freeform: Shape 7">
            <a:extLst>
              <a:ext uri="{FF2B5EF4-FFF2-40B4-BE49-F238E27FC236}">
                <a16:creationId xmlns:a16="http://schemas.microsoft.com/office/drawing/2014/main" id="{B925683C-7B3D-41D6-968C-80D9EAFFECF8}"/>
              </a:ext>
            </a:extLst>
          </p:cNvPr>
          <p:cNvSpPr/>
          <p:nvPr/>
        </p:nvSpPr>
        <p:spPr>
          <a:xfrm flipH="1">
            <a:off x="468309" y="2931609"/>
            <a:ext cx="5053259" cy="668056"/>
          </a:xfrm>
          <a:custGeom>
            <a:avLst/>
            <a:gdLst>
              <a:gd name="connsiteX0" fmla="*/ 0 w 4794885"/>
              <a:gd name="connsiteY0" fmla="*/ 83507 h 668056"/>
              <a:gd name="connsiteX1" fmla="*/ 4460857 w 4794885"/>
              <a:gd name="connsiteY1" fmla="*/ 83507 h 668056"/>
              <a:gd name="connsiteX2" fmla="*/ 4460857 w 4794885"/>
              <a:gd name="connsiteY2" fmla="*/ 0 h 668056"/>
              <a:gd name="connsiteX3" fmla="*/ 4794885 w 4794885"/>
              <a:gd name="connsiteY3" fmla="*/ 334028 h 668056"/>
              <a:gd name="connsiteX4" fmla="*/ 4460857 w 4794885"/>
              <a:gd name="connsiteY4" fmla="*/ 668056 h 668056"/>
              <a:gd name="connsiteX5" fmla="*/ 4460857 w 4794885"/>
              <a:gd name="connsiteY5" fmla="*/ 584549 h 668056"/>
              <a:gd name="connsiteX6" fmla="*/ 0 w 4794885"/>
              <a:gd name="connsiteY6" fmla="*/ 584549 h 668056"/>
              <a:gd name="connsiteX7" fmla="*/ 0 w 4794885"/>
              <a:gd name="connsiteY7" fmla="*/ 83507 h 668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94885" h="668056">
                <a:moveTo>
                  <a:pt x="0" y="83507"/>
                </a:moveTo>
                <a:lnTo>
                  <a:pt x="4460857" y="83507"/>
                </a:lnTo>
                <a:lnTo>
                  <a:pt x="4460857" y="0"/>
                </a:lnTo>
                <a:lnTo>
                  <a:pt x="4794885" y="334028"/>
                </a:lnTo>
                <a:lnTo>
                  <a:pt x="4460857" y="668056"/>
                </a:lnTo>
                <a:lnTo>
                  <a:pt x="4460857" y="584549"/>
                </a:lnTo>
                <a:lnTo>
                  <a:pt x="0" y="584549"/>
                </a:lnTo>
                <a:lnTo>
                  <a:pt x="0" y="83507"/>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6510" tIns="100017" rIns="267031" bIns="100017" numCol="1" spcCol="1270" rtlCol="1" anchor="t" anchorCtr="0">
            <a:noAutofit/>
          </a:bodyPr>
          <a:lstStyle/>
          <a:p>
            <a:pPr marL="228600" lvl="1" indent="-228600" algn="r" defTabSz="1155700" rtl="1">
              <a:spcBef>
                <a:spcPct val="0"/>
              </a:spcBef>
              <a:spcAft>
                <a:spcPct val="15000"/>
              </a:spcAft>
              <a:buChar char="•"/>
            </a:pPr>
            <a:r>
              <a:rPr lang="ar" sz="2600" kern="1200" dirty="0"/>
              <a:t>هل المهمة قابلة للقياس؟</a:t>
            </a:r>
          </a:p>
        </p:txBody>
      </p:sp>
      <p:sp>
        <p:nvSpPr>
          <p:cNvPr id="9" name="Freeform: Shape 8">
            <a:extLst>
              <a:ext uri="{FF2B5EF4-FFF2-40B4-BE49-F238E27FC236}">
                <a16:creationId xmlns:a16="http://schemas.microsoft.com/office/drawing/2014/main" id="{F609E67C-1CB3-4F93-B30B-6288865DCBA5}"/>
              </a:ext>
            </a:extLst>
          </p:cNvPr>
          <p:cNvSpPr/>
          <p:nvPr/>
        </p:nvSpPr>
        <p:spPr>
          <a:xfrm flipH="1">
            <a:off x="5364088" y="2931609"/>
            <a:ext cx="3196590" cy="668056"/>
          </a:xfrm>
          <a:custGeom>
            <a:avLst/>
            <a:gdLst>
              <a:gd name="connsiteX0" fmla="*/ 0 w 3196590"/>
              <a:gd name="connsiteY0" fmla="*/ 111345 h 668056"/>
              <a:gd name="connsiteX1" fmla="*/ 111345 w 3196590"/>
              <a:gd name="connsiteY1" fmla="*/ 0 h 668056"/>
              <a:gd name="connsiteX2" fmla="*/ 3085245 w 3196590"/>
              <a:gd name="connsiteY2" fmla="*/ 0 h 668056"/>
              <a:gd name="connsiteX3" fmla="*/ 3196590 w 3196590"/>
              <a:gd name="connsiteY3" fmla="*/ 111345 h 668056"/>
              <a:gd name="connsiteX4" fmla="*/ 3196590 w 3196590"/>
              <a:gd name="connsiteY4" fmla="*/ 556711 h 668056"/>
              <a:gd name="connsiteX5" fmla="*/ 3085245 w 3196590"/>
              <a:gd name="connsiteY5" fmla="*/ 668056 h 668056"/>
              <a:gd name="connsiteX6" fmla="*/ 111345 w 3196590"/>
              <a:gd name="connsiteY6" fmla="*/ 668056 h 668056"/>
              <a:gd name="connsiteX7" fmla="*/ 0 w 3196590"/>
              <a:gd name="connsiteY7" fmla="*/ 556711 h 668056"/>
              <a:gd name="connsiteX8" fmla="*/ 0 w 3196590"/>
              <a:gd name="connsiteY8" fmla="*/ 111345 h 668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6590" h="668056">
                <a:moveTo>
                  <a:pt x="0" y="111345"/>
                </a:moveTo>
                <a:cubicBezTo>
                  <a:pt x="0" y="49851"/>
                  <a:pt x="49851" y="0"/>
                  <a:pt x="111345" y="0"/>
                </a:cubicBezTo>
                <a:lnTo>
                  <a:pt x="3085245" y="0"/>
                </a:lnTo>
                <a:cubicBezTo>
                  <a:pt x="3146739" y="0"/>
                  <a:pt x="3196590" y="49851"/>
                  <a:pt x="3196590" y="111345"/>
                </a:cubicBezTo>
                <a:lnTo>
                  <a:pt x="3196590" y="556711"/>
                </a:lnTo>
                <a:cubicBezTo>
                  <a:pt x="3196590" y="618205"/>
                  <a:pt x="3146739" y="668056"/>
                  <a:pt x="3085245" y="668056"/>
                </a:cubicBezTo>
                <a:lnTo>
                  <a:pt x="111345" y="668056"/>
                </a:lnTo>
                <a:cubicBezTo>
                  <a:pt x="49851" y="668056"/>
                  <a:pt x="0" y="618205"/>
                  <a:pt x="0" y="556711"/>
                </a:cubicBezTo>
                <a:lnTo>
                  <a:pt x="0" y="111345"/>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62152" tIns="97382" rIns="162152" bIns="97382" numCol="1" spcCol="1270" rtlCol="1" anchor="ctr" anchorCtr="0">
            <a:noAutofit/>
          </a:bodyPr>
          <a:lstStyle/>
          <a:p>
            <a:pPr marL="0" lvl="0" indent="0" algn="ctr" defTabSz="1511300" rtl="1">
              <a:lnSpc>
                <a:spcPct val="90000"/>
              </a:lnSpc>
              <a:spcBef>
                <a:spcPct val="0"/>
              </a:spcBef>
              <a:spcAft>
                <a:spcPct val="35000"/>
              </a:spcAft>
              <a:buNone/>
            </a:pPr>
            <a:r>
              <a:rPr lang="ar" sz="3400" kern="1200" dirty="0"/>
              <a:t>M</a:t>
            </a:r>
          </a:p>
        </p:txBody>
      </p:sp>
      <p:sp>
        <p:nvSpPr>
          <p:cNvPr id="10" name="Freeform: Shape 9">
            <a:extLst>
              <a:ext uri="{FF2B5EF4-FFF2-40B4-BE49-F238E27FC236}">
                <a16:creationId xmlns:a16="http://schemas.microsoft.com/office/drawing/2014/main" id="{47B00C6B-0E28-409C-8EC1-DEC1B212394E}"/>
              </a:ext>
            </a:extLst>
          </p:cNvPr>
          <p:cNvSpPr/>
          <p:nvPr/>
        </p:nvSpPr>
        <p:spPr>
          <a:xfrm flipH="1">
            <a:off x="468309" y="3666472"/>
            <a:ext cx="5053259" cy="668056"/>
          </a:xfrm>
          <a:custGeom>
            <a:avLst/>
            <a:gdLst>
              <a:gd name="connsiteX0" fmla="*/ 0 w 4794885"/>
              <a:gd name="connsiteY0" fmla="*/ 83507 h 668056"/>
              <a:gd name="connsiteX1" fmla="*/ 4460857 w 4794885"/>
              <a:gd name="connsiteY1" fmla="*/ 83507 h 668056"/>
              <a:gd name="connsiteX2" fmla="*/ 4460857 w 4794885"/>
              <a:gd name="connsiteY2" fmla="*/ 0 h 668056"/>
              <a:gd name="connsiteX3" fmla="*/ 4794885 w 4794885"/>
              <a:gd name="connsiteY3" fmla="*/ 334028 h 668056"/>
              <a:gd name="connsiteX4" fmla="*/ 4460857 w 4794885"/>
              <a:gd name="connsiteY4" fmla="*/ 668056 h 668056"/>
              <a:gd name="connsiteX5" fmla="*/ 4460857 w 4794885"/>
              <a:gd name="connsiteY5" fmla="*/ 584549 h 668056"/>
              <a:gd name="connsiteX6" fmla="*/ 0 w 4794885"/>
              <a:gd name="connsiteY6" fmla="*/ 584549 h 668056"/>
              <a:gd name="connsiteX7" fmla="*/ 0 w 4794885"/>
              <a:gd name="connsiteY7" fmla="*/ 83507 h 668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94885" h="668056">
                <a:moveTo>
                  <a:pt x="0" y="83507"/>
                </a:moveTo>
                <a:lnTo>
                  <a:pt x="4460857" y="83507"/>
                </a:lnTo>
                <a:lnTo>
                  <a:pt x="4460857" y="0"/>
                </a:lnTo>
                <a:lnTo>
                  <a:pt x="4794885" y="334028"/>
                </a:lnTo>
                <a:lnTo>
                  <a:pt x="4460857" y="668056"/>
                </a:lnTo>
                <a:lnTo>
                  <a:pt x="4460857" y="584549"/>
                </a:lnTo>
                <a:lnTo>
                  <a:pt x="0" y="584549"/>
                </a:lnTo>
                <a:lnTo>
                  <a:pt x="0" y="83507"/>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6510" tIns="100017" rIns="267031" bIns="100017" numCol="1" spcCol="1270" rtlCol="1" anchor="t" anchorCtr="0">
            <a:noAutofit/>
          </a:bodyPr>
          <a:lstStyle/>
          <a:p>
            <a:pPr marL="228600" lvl="1" indent="-228600" algn="r" defTabSz="1155700" rtl="1">
              <a:spcBef>
                <a:spcPct val="0"/>
              </a:spcBef>
              <a:spcAft>
                <a:spcPct val="15000"/>
              </a:spcAft>
              <a:buChar char="•"/>
            </a:pPr>
            <a:r>
              <a:rPr lang="ar" sz="2600" kern="1200" dirty="0"/>
              <a:t>هل المهمة قابلة للتحقيق؟</a:t>
            </a:r>
            <a:endParaRPr lang="en-GB" sz="2600" kern="1200" dirty="0"/>
          </a:p>
        </p:txBody>
      </p:sp>
      <p:sp>
        <p:nvSpPr>
          <p:cNvPr id="11" name="Freeform: Shape 10">
            <a:extLst>
              <a:ext uri="{FF2B5EF4-FFF2-40B4-BE49-F238E27FC236}">
                <a16:creationId xmlns:a16="http://schemas.microsoft.com/office/drawing/2014/main" id="{3BF2C423-D6AF-4879-8BFF-E3D6FEEB0D0C}"/>
              </a:ext>
            </a:extLst>
          </p:cNvPr>
          <p:cNvSpPr/>
          <p:nvPr/>
        </p:nvSpPr>
        <p:spPr>
          <a:xfrm flipH="1">
            <a:off x="5364088" y="3666472"/>
            <a:ext cx="3196590" cy="668056"/>
          </a:xfrm>
          <a:custGeom>
            <a:avLst/>
            <a:gdLst>
              <a:gd name="connsiteX0" fmla="*/ 0 w 3196590"/>
              <a:gd name="connsiteY0" fmla="*/ 111345 h 668056"/>
              <a:gd name="connsiteX1" fmla="*/ 111345 w 3196590"/>
              <a:gd name="connsiteY1" fmla="*/ 0 h 668056"/>
              <a:gd name="connsiteX2" fmla="*/ 3085245 w 3196590"/>
              <a:gd name="connsiteY2" fmla="*/ 0 h 668056"/>
              <a:gd name="connsiteX3" fmla="*/ 3196590 w 3196590"/>
              <a:gd name="connsiteY3" fmla="*/ 111345 h 668056"/>
              <a:gd name="connsiteX4" fmla="*/ 3196590 w 3196590"/>
              <a:gd name="connsiteY4" fmla="*/ 556711 h 668056"/>
              <a:gd name="connsiteX5" fmla="*/ 3085245 w 3196590"/>
              <a:gd name="connsiteY5" fmla="*/ 668056 h 668056"/>
              <a:gd name="connsiteX6" fmla="*/ 111345 w 3196590"/>
              <a:gd name="connsiteY6" fmla="*/ 668056 h 668056"/>
              <a:gd name="connsiteX7" fmla="*/ 0 w 3196590"/>
              <a:gd name="connsiteY7" fmla="*/ 556711 h 668056"/>
              <a:gd name="connsiteX8" fmla="*/ 0 w 3196590"/>
              <a:gd name="connsiteY8" fmla="*/ 111345 h 668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6590" h="668056">
                <a:moveTo>
                  <a:pt x="0" y="111345"/>
                </a:moveTo>
                <a:cubicBezTo>
                  <a:pt x="0" y="49851"/>
                  <a:pt x="49851" y="0"/>
                  <a:pt x="111345" y="0"/>
                </a:cubicBezTo>
                <a:lnTo>
                  <a:pt x="3085245" y="0"/>
                </a:lnTo>
                <a:cubicBezTo>
                  <a:pt x="3146739" y="0"/>
                  <a:pt x="3196590" y="49851"/>
                  <a:pt x="3196590" y="111345"/>
                </a:cubicBezTo>
                <a:lnTo>
                  <a:pt x="3196590" y="556711"/>
                </a:lnTo>
                <a:cubicBezTo>
                  <a:pt x="3196590" y="618205"/>
                  <a:pt x="3146739" y="668056"/>
                  <a:pt x="3085245" y="668056"/>
                </a:cubicBezTo>
                <a:lnTo>
                  <a:pt x="111345" y="668056"/>
                </a:lnTo>
                <a:cubicBezTo>
                  <a:pt x="49851" y="668056"/>
                  <a:pt x="0" y="618205"/>
                  <a:pt x="0" y="556711"/>
                </a:cubicBezTo>
                <a:lnTo>
                  <a:pt x="0" y="111345"/>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62152" tIns="97382" rIns="162152" bIns="97382" numCol="1" spcCol="1270" rtlCol="1" anchor="ctr" anchorCtr="0">
            <a:noAutofit/>
          </a:bodyPr>
          <a:lstStyle/>
          <a:p>
            <a:pPr marL="0" lvl="0" indent="0" algn="ctr" defTabSz="1511300" rtl="1">
              <a:lnSpc>
                <a:spcPct val="90000"/>
              </a:lnSpc>
              <a:spcBef>
                <a:spcPct val="0"/>
              </a:spcBef>
              <a:spcAft>
                <a:spcPct val="35000"/>
              </a:spcAft>
              <a:buNone/>
            </a:pPr>
            <a:r>
              <a:rPr lang="ar" sz="3400" kern="1200"/>
              <a:t>A</a:t>
            </a:r>
            <a:endParaRPr lang="en-GB" sz="3400" kern="1200" dirty="0"/>
          </a:p>
        </p:txBody>
      </p:sp>
      <p:sp>
        <p:nvSpPr>
          <p:cNvPr id="12" name="Freeform: Shape 11">
            <a:extLst>
              <a:ext uri="{FF2B5EF4-FFF2-40B4-BE49-F238E27FC236}">
                <a16:creationId xmlns:a16="http://schemas.microsoft.com/office/drawing/2014/main" id="{9F60B6B0-3F66-4734-9283-42D5B4CB54F2}"/>
              </a:ext>
            </a:extLst>
          </p:cNvPr>
          <p:cNvSpPr/>
          <p:nvPr/>
        </p:nvSpPr>
        <p:spPr>
          <a:xfrm flipH="1">
            <a:off x="468309" y="4401334"/>
            <a:ext cx="5053259" cy="668056"/>
          </a:xfrm>
          <a:custGeom>
            <a:avLst/>
            <a:gdLst>
              <a:gd name="connsiteX0" fmla="*/ 0 w 4794885"/>
              <a:gd name="connsiteY0" fmla="*/ 83507 h 668056"/>
              <a:gd name="connsiteX1" fmla="*/ 4460857 w 4794885"/>
              <a:gd name="connsiteY1" fmla="*/ 83507 h 668056"/>
              <a:gd name="connsiteX2" fmla="*/ 4460857 w 4794885"/>
              <a:gd name="connsiteY2" fmla="*/ 0 h 668056"/>
              <a:gd name="connsiteX3" fmla="*/ 4794885 w 4794885"/>
              <a:gd name="connsiteY3" fmla="*/ 334028 h 668056"/>
              <a:gd name="connsiteX4" fmla="*/ 4460857 w 4794885"/>
              <a:gd name="connsiteY4" fmla="*/ 668056 h 668056"/>
              <a:gd name="connsiteX5" fmla="*/ 4460857 w 4794885"/>
              <a:gd name="connsiteY5" fmla="*/ 584549 h 668056"/>
              <a:gd name="connsiteX6" fmla="*/ 0 w 4794885"/>
              <a:gd name="connsiteY6" fmla="*/ 584549 h 668056"/>
              <a:gd name="connsiteX7" fmla="*/ 0 w 4794885"/>
              <a:gd name="connsiteY7" fmla="*/ 83507 h 668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94885" h="668056">
                <a:moveTo>
                  <a:pt x="0" y="83507"/>
                </a:moveTo>
                <a:lnTo>
                  <a:pt x="4460857" y="83507"/>
                </a:lnTo>
                <a:lnTo>
                  <a:pt x="4460857" y="0"/>
                </a:lnTo>
                <a:lnTo>
                  <a:pt x="4794885" y="334028"/>
                </a:lnTo>
                <a:lnTo>
                  <a:pt x="4460857" y="668056"/>
                </a:lnTo>
                <a:lnTo>
                  <a:pt x="4460857" y="584549"/>
                </a:lnTo>
                <a:lnTo>
                  <a:pt x="0" y="584549"/>
                </a:lnTo>
                <a:lnTo>
                  <a:pt x="0" y="83507"/>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6510" tIns="100017" rIns="267031" bIns="100017" numCol="1" spcCol="1270" rtlCol="1" anchor="t" anchorCtr="0">
            <a:noAutofit/>
          </a:bodyPr>
          <a:lstStyle/>
          <a:p>
            <a:pPr marL="228600" lvl="1" indent="-228600" algn="r" defTabSz="1155700" rtl="1">
              <a:spcBef>
                <a:spcPct val="0"/>
              </a:spcBef>
              <a:spcAft>
                <a:spcPct val="15000"/>
              </a:spcAft>
              <a:buChar char="•"/>
            </a:pPr>
            <a:r>
              <a:rPr lang="ar" sz="2600" kern="1200" dirty="0"/>
              <a:t>هل المهمة واقعية؟</a:t>
            </a:r>
            <a:endParaRPr lang="en-GB" sz="2600" kern="1200" dirty="0"/>
          </a:p>
        </p:txBody>
      </p:sp>
      <p:sp>
        <p:nvSpPr>
          <p:cNvPr id="13" name="Freeform: Shape 12">
            <a:extLst>
              <a:ext uri="{FF2B5EF4-FFF2-40B4-BE49-F238E27FC236}">
                <a16:creationId xmlns:a16="http://schemas.microsoft.com/office/drawing/2014/main" id="{307621BA-DC06-4829-B7AE-AF33C61A1A1C}"/>
              </a:ext>
            </a:extLst>
          </p:cNvPr>
          <p:cNvSpPr/>
          <p:nvPr/>
        </p:nvSpPr>
        <p:spPr>
          <a:xfrm flipH="1">
            <a:off x="5364088" y="4401334"/>
            <a:ext cx="3196590" cy="668056"/>
          </a:xfrm>
          <a:custGeom>
            <a:avLst/>
            <a:gdLst>
              <a:gd name="connsiteX0" fmla="*/ 0 w 3196590"/>
              <a:gd name="connsiteY0" fmla="*/ 111345 h 668056"/>
              <a:gd name="connsiteX1" fmla="*/ 111345 w 3196590"/>
              <a:gd name="connsiteY1" fmla="*/ 0 h 668056"/>
              <a:gd name="connsiteX2" fmla="*/ 3085245 w 3196590"/>
              <a:gd name="connsiteY2" fmla="*/ 0 h 668056"/>
              <a:gd name="connsiteX3" fmla="*/ 3196590 w 3196590"/>
              <a:gd name="connsiteY3" fmla="*/ 111345 h 668056"/>
              <a:gd name="connsiteX4" fmla="*/ 3196590 w 3196590"/>
              <a:gd name="connsiteY4" fmla="*/ 556711 h 668056"/>
              <a:gd name="connsiteX5" fmla="*/ 3085245 w 3196590"/>
              <a:gd name="connsiteY5" fmla="*/ 668056 h 668056"/>
              <a:gd name="connsiteX6" fmla="*/ 111345 w 3196590"/>
              <a:gd name="connsiteY6" fmla="*/ 668056 h 668056"/>
              <a:gd name="connsiteX7" fmla="*/ 0 w 3196590"/>
              <a:gd name="connsiteY7" fmla="*/ 556711 h 668056"/>
              <a:gd name="connsiteX8" fmla="*/ 0 w 3196590"/>
              <a:gd name="connsiteY8" fmla="*/ 111345 h 668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6590" h="668056">
                <a:moveTo>
                  <a:pt x="0" y="111345"/>
                </a:moveTo>
                <a:cubicBezTo>
                  <a:pt x="0" y="49851"/>
                  <a:pt x="49851" y="0"/>
                  <a:pt x="111345" y="0"/>
                </a:cubicBezTo>
                <a:lnTo>
                  <a:pt x="3085245" y="0"/>
                </a:lnTo>
                <a:cubicBezTo>
                  <a:pt x="3146739" y="0"/>
                  <a:pt x="3196590" y="49851"/>
                  <a:pt x="3196590" y="111345"/>
                </a:cubicBezTo>
                <a:lnTo>
                  <a:pt x="3196590" y="556711"/>
                </a:lnTo>
                <a:cubicBezTo>
                  <a:pt x="3196590" y="618205"/>
                  <a:pt x="3146739" y="668056"/>
                  <a:pt x="3085245" y="668056"/>
                </a:cubicBezTo>
                <a:lnTo>
                  <a:pt x="111345" y="668056"/>
                </a:lnTo>
                <a:cubicBezTo>
                  <a:pt x="49851" y="668056"/>
                  <a:pt x="0" y="618205"/>
                  <a:pt x="0" y="556711"/>
                </a:cubicBezTo>
                <a:lnTo>
                  <a:pt x="0" y="111345"/>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62152" tIns="97382" rIns="162152" bIns="97382" numCol="1" spcCol="1270" rtlCol="1" anchor="ctr" anchorCtr="0">
            <a:noAutofit/>
          </a:bodyPr>
          <a:lstStyle/>
          <a:p>
            <a:pPr marL="0" lvl="0" indent="0" algn="ctr" defTabSz="1511300" rtl="1">
              <a:lnSpc>
                <a:spcPct val="90000"/>
              </a:lnSpc>
              <a:spcBef>
                <a:spcPct val="0"/>
              </a:spcBef>
              <a:spcAft>
                <a:spcPct val="35000"/>
              </a:spcAft>
              <a:buNone/>
            </a:pPr>
            <a:r>
              <a:rPr lang="ar" sz="3400" kern="1200"/>
              <a:t>R</a:t>
            </a:r>
            <a:endParaRPr lang="en-GB" sz="3400" kern="1200" dirty="0"/>
          </a:p>
        </p:txBody>
      </p:sp>
      <p:sp>
        <p:nvSpPr>
          <p:cNvPr id="14" name="Freeform: Shape 13">
            <a:extLst>
              <a:ext uri="{FF2B5EF4-FFF2-40B4-BE49-F238E27FC236}">
                <a16:creationId xmlns:a16="http://schemas.microsoft.com/office/drawing/2014/main" id="{7F682F5B-87AD-458C-9BE2-A3CE67A35C21}"/>
              </a:ext>
            </a:extLst>
          </p:cNvPr>
          <p:cNvSpPr/>
          <p:nvPr/>
        </p:nvSpPr>
        <p:spPr>
          <a:xfrm flipH="1">
            <a:off x="468309" y="5136197"/>
            <a:ext cx="5053259" cy="668056"/>
          </a:xfrm>
          <a:custGeom>
            <a:avLst/>
            <a:gdLst>
              <a:gd name="connsiteX0" fmla="*/ 0 w 4794885"/>
              <a:gd name="connsiteY0" fmla="*/ 83507 h 668056"/>
              <a:gd name="connsiteX1" fmla="*/ 4460857 w 4794885"/>
              <a:gd name="connsiteY1" fmla="*/ 83507 h 668056"/>
              <a:gd name="connsiteX2" fmla="*/ 4460857 w 4794885"/>
              <a:gd name="connsiteY2" fmla="*/ 0 h 668056"/>
              <a:gd name="connsiteX3" fmla="*/ 4794885 w 4794885"/>
              <a:gd name="connsiteY3" fmla="*/ 334028 h 668056"/>
              <a:gd name="connsiteX4" fmla="*/ 4460857 w 4794885"/>
              <a:gd name="connsiteY4" fmla="*/ 668056 h 668056"/>
              <a:gd name="connsiteX5" fmla="*/ 4460857 w 4794885"/>
              <a:gd name="connsiteY5" fmla="*/ 584549 h 668056"/>
              <a:gd name="connsiteX6" fmla="*/ 0 w 4794885"/>
              <a:gd name="connsiteY6" fmla="*/ 584549 h 668056"/>
              <a:gd name="connsiteX7" fmla="*/ 0 w 4794885"/>
              <a:gd name="connsiteY7" fmla="*/ 83507 h 668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94885" h="668056">
                <a:moveTo>
                  <a:pt x="0" y="83507"/>
                </a:moveTo>
                <a:lnTo>
                  <a:pt x="4460857" y="83507"/>
                </a:lnTo>
                <a:lnTo>
                  <a:pt x="4460857" y="0"/>
                </a:lnTo>
                <a:lnTo>
                  <a:pt x="4794885" y="334028"/>
                </a:lnTo>
                <a:lnTo>
                  <a:pt x="4460857" y="668056"/>
                </a:lnTo>
                <a:lnTo>
                  <a:pt x="4460857" y="584549"/>
                </a:lnTo>
                <a:lnTo>
                  <a:pt x="0" y="584549"/>
                </a:lnTo>
                <a:lnTo>
                  <a:pt x="0" y="83507"/>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6510" tIns="100017" rIns="267031" bIns="100017" numCol="1" spcCol="1270" rtlCol="1" anchor="t" anchorCtr="0">
            <a:noAutofit/>
          </a:bodyPr>
          <a:lstStyle/>
          <a:p>
            <a:pPr marL="228600" lvl="1" indent="-228600" algn="r" defTabSz="1155700" rtl="1">
              <a:spcBef>
                <a:spcPct val="0"/>
              </a:spcBef>
              <a:spcAft>
                <a:spcPct val="15000"/>
              </a:spcAft>
              <a:buChar char="•"/>
            </a:pPr>
            <a:r>
              <a:rPr lang="ar" sz="2600" kern="1200" dirty="0"/>
              <a:t>هل المهمة مرتبطة بإطار زمني واضح؟</a:t>
            </a:r>
            <a:endParaRPr lang="en-GB" sz="2600" kern="1200" dirty="0"/>
          </a:p>
        </p:txBody>
      </p:sp>
      <p:sp>
        <p:nvSpPr>
          <p:cNvPr id="15" name="Freeform: Shape 14">
            <a:extLst>
              <a:ext uri="{FF2B5EF4-FFF2-40B4-BE49-F238E27FC236}">
                <a16:creationId xmlns:a16="http://schemas.microsoft.com/office/drawing/2014/main" id="{4F65C9B1-4C36-4E71-9DC9-619967EE9BEA}"/>
              </a:ext>
            </a:extLst>
          </p:cNvPr>
          <p:cNvSpPr/>
          <p:nvPr/>
        </p:nvSpPr>
        <p:spPr>
          <a:xfrm flipH="1">
            <a:off x="5364088" y="5136197"/>
            <a:ext cx="3196590" cy="668056"/>
          </a:xfrm>
          <a:custGeom>
            <a:avLst/>
            <a:gdLst>
              <a:gd name="connsiteX0" fmla="*/ 0 w 3196590"/>
              <a:gd name="connsiteY0" fmla="*/ 111345 h 668056"/>
              <a:gd name="connsiteX1" fmla="*/ 111345 w 3196590"/>
              <a:gd name="connsiteY1" fmla="*/ 0 h 668056"/>
              <a:gd name="connsiteX2" fmla="*/ 3085245 w 3196590"/>
              <a:gd name="connsiteY2" fmla="*/ 0 h 668056"/>
              <a:gd name="connsiteX3" fmla="*/ 3196590 w 3196590"/>
              <a:gd name="connsiteY3" fmla="*/ 111345 h 668056"/>
              <a:gd name="connsiteX4" fmla="*/ 3196590 w 3196590"/>
              <a:gd name="connsiteY4" fmla="*/ 556711 h 668056"/>
              <a:gd name="connsiteX5" fmla="*/ 3085245 w 3196590"/>
              <a:gd name="connsiteY5" fmla="*/ 668056 h 668056"/>
              <a:gd name="connsiteX6" fmla="*/ 111345 w 3196590"/>
              <a:gd name="connsiteY6" fmla="*/ 668056 h 668056"/>
              <a:gd name="connsiteX7" fmla="*/ 0 w 3196590"/>
              <a:gd name="connsiteY7" fmla="*/ 556711 h 668056"/>
              <a:gd name="connsiteX8" fmla="*/ 0 w 3196590"/>
              <a:gd name="connsiteY8" fmla="*/ 111345 h 668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6590" h="668056">
                <a:moveTo>
                  <a:pt x="0" y="111345"/>
                </a:moveTo>
                <a:cubicBezTo>
                  <a:pt x="0" y="49851"/>
                  <a:pt x="49851" y="0"/>
                  <a:pt x="111345" y="0"/>
                </a:cubicBezTo>
                <a:lnTo>
                  <a:pt x="3085245" y="0"/>
                </a:lnTo>
                <a:cubicBezTo>
                  <a:pt x="3146739" y="0"/>
                  <a:pt x="3196590" y="49851"/>
                  <a:pt x="3196590" y="111345"/>
                </a:cubicBezTo>
                <a:lnTo>
                  <a:pt x="3196590" y="556711"/>
                </a:lnTo>
                <a:cubicBezTo>
                  <a:pt x="3196590" y="618205"/>
                  <a:pt x="3146739" y="668056"/>
                  <a:pt x="3085245" y="668056"/>
                </a:cubicBezTo>
                <a:lnTo>
                  <a:pt x="111345" y="668056"/>
                </a:lnTo>
                <a:cubicBezTo>
                  <a:pt x="49851" y="668056"/>
                  <a:pt x="0" y="618205"/>
                  <a:pt x="0" y="556711"/>
                </a:cubicBezTo>
                <a:lnTo>
                  <a:pt x="0" y="111345"/>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62152" tIns="97382" rIns="162152" bIns="97382" numCol="1" spcCol="1270" rtlCol="1" anchor="ctr" anchorCtr="0">
            <a:noAutofit/>
          </a:bodyPr>
          <a:lstStyle/>
          <a:p>
            <a:pPr marL="0" lvl="0" indent="0" algn="ctr" defTabSz="1511300" rtl="1">
              <a:lnSpc>
                <a:spcPct val="90000"/>
              </a:lnSpc>
              <a:spcBef>
                <a:spcPct val="0"/>
              </a:spcBef>
              <a:spcAft>
                <a:spcPct val="35000"/>
              </a:spcAft>
              <a:buNone/>
            </a:pPr>
            <a:r>
              <a:rPr lang="ar" sz="3400" kern="1200"/>
              <a:t>T</a:t>
            </a:r>
            <a:endParaRPr lang="en-GB" sz="3400" kern="1200" dirty="0"/>
          </a:p>
        </p:txBody>
      </p:sp>
      <p:sp>
        <p:nvSpPr>
          <p:cNvPr id="4" name="Footer Placeholder 3">
            <a:extLst>
              <a:ext uri="{FF2B5EF4-FFF2-40B4-BE49-F238E27FC236}">
                <a16:creationId xmlns:a16="http://schemas.microsoft.com/office/drawing/2014/main" id="{B0A70E7D-80A3-6D15-F667-090BCD8641CA}"/>
              </a:ext>
            </a:extLst>
          </p:cNvPr>
          <p:cNvSpPr>
            <a:spLocks noGrp="1"/>
          </p:cNvSpPr>
          <p:nvPr>
            <p:ph type="ftr" sz="quarter" idx="10"/>
          </p:nvPr>
        </p:nvSpPr>
        <p:spPr>
          <a:xfrm flipH="1">
            <a:off x="0" y="6459538"/>
            <a:ext cx="9144000" cy="287337"/>
          </a:xfrm>
        </p:spPr>
        <p:txBody>
          <a:bodyPr rtlCol="1"/>
          <a:lstStyle/>
          <a:p>
            <a:pPr rtl="1">
              <a:defRPr/>
            </a:pPr>
            <a:r>
              <a:rPr lang="ar" dirty="0"/>
              <a:t> </a:t>
            </a:r>
          </a:p>
        </p:txBody>
      </p:sp>
      <p:sp>
        <p:nvSpPr>
          <p:cNvPr id="3" name="TextBox 2">
            <a:extLst>
              <a:ext uri="{FF2B5EF4-FFF2-40B4-BE49-F238E27FC236}">
                <a16:creationId xmlns:a16="http://schemas.microsoft.com/office/drawing/2014/main" id="{6070E531-DDDC-CC83-2F3A-6857CD87CACB}"/>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1974739173"/>
      </p:ext>
    </p:extLst>
  </p:cSld>
  <p:clrMapOvr>
    <a:masterClrMapping/>
  </p:clrMapOvr>
  <p:transition>
    <p:sndAc>
      <p:stSnd>
        <p:snd r:embed="rId2" name="click.wav"/>
      </p:st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95217-A375-E310-AFEA-3F72DC0A3E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E221E-4CA0-DD50-BF03-EB81A3245E17}"/>
              </a:ext>
            </a:extLst>
          </p:cNvPr>
          <p:cNvSpPr>
            <a:spLocks noGrp="1"/>
          </p:cNvSpPr>
          <p:nvPr>
            <p:ph type="title"/>
          </p:nvPr>
        </p:nvSpPr>
        <p:spPr>
          <a:xfrm>
            <a:off x="457200" y="1195200"/>
            <a:ext cx="8229600" cy="864000"/>
          </a:xfrm>
        </p:spPr>
        <p:txBody>
          <a:bodyPr rtlCol="1"/>
          <a:lstStyle/>
          <a:p>
            <a:pPr rtl="1"/>
            <a:r>
              <a:rPr lang="ar" b="1" dirty="0"/>
              <a:t>الواجب رقم 3</a:t>
            </a:r>
          </a:p>
        </p:txBody>
      </p:sp>
      <p:sp>
        <p:nvSpPr>
          <p:cNvPr id="4" name="Content Placeholder 3">
            <a:extLst>
              <a:ext uri="{FF2B5EF4-FFF2-40B4-BE49-F238E27FC236}">
                <a16:creationId xmlns:a16="http://schemas.microsoft.com/office/drawing/2014/main" id="{D3A740C8-3E10-1B4D-0292-381763CBEE80}"/>
              </a:ext>
            </a:extLst>
          </p:cNvPr>
          <p:cNvSpPr>
            <a:spLocks noGrp="1"/>
          </p:cNvSpPr>
          <p:nvPr>
            <p:ph idx="1"/>
          </p:nvPr>
        </p:nvSpPr>
        <p:spPr>
          <a:xfrm>
            <a:off x="468311" y="2196000"/>
            <a:ext cx="8207375" cy="3878436"/>
          </a:xfrm>
        </p:spPr>
        <p:txBody>
          <a:bodyPr rtlCol="1"/>
          <a:lstStyle/>
          <a:p>
            <a:pPr marL="0" indent="0" rtl="1">
              <a:buNone/>
            </a:pPr>
            <a:r>
              <a:rPr lang="ar" dirty="0"/>
              <a:t>يغطي التقرير ما يأتي:</a:t>
            </a:r>
          </a:p>
          <a:p>
            <a:pPr rtl="1"/>
            <a:r>
              <a:rPr lang="ar" dirty="0"/>
              <a:t>نتاج التعلم د: القدرة على تنفيذ النشاطات الإبداعية والعلاجية المناسبة</a:t>
            </a:r>
          </a:p>
          <a:p>
            <a:pPr rtl="1"/>
            <a:endParaRPr lang="en-GB" dirty="0"/>
          </a:p>
          <a:p>
            <a:pPr rtl="1"/>
            <a:r>
              <a:rPr lang="ar" dirty="0"/>
              <a:t>تقييم مدى فعالية النشاط الذي نفذته، وتسجيل الملاحظات حول الجوانب التي يمكن تطويرها أو تحسينها</a:t>
            </a:r>
          </a:p>
        </p:txBody>
      </p:sp>
      <p:sp>
        <p:nvSpPr>
          <p:cNvPr id="3" name="Footer Placeholder 2">
            <a:extLst>
              <a:ext uri="{FF2B5EF4-FFF2-40B4-BE49-F238E27FC236}">
                <a16:creationId xmlns:a16="http://schemas.microsoft.com/office/drawing/2014/main" id="{494F9225-D669-9F5A-061C-747BD0EEFF64}"/>
              </a:ext>
            </a:extLst>
          </p:cNvPr>
          <p:cNvSpPr>
            <a:spLocks noGrp="1"/>
          </p:cNvSpPr>
          <p:nvPr>
            <p:ph type="ftr" sz="quarter" idx="10"/>
          </p:nvPr>
        </p:nvSpPr>
        <p:spPr>
          <a:xfrm>
            <a:off x="0" y="6459538"/>
            <a:ext cx="9144000" cy="287337"/>
          </a:xfrm>
        </p:spPr>
        <p:txBody>
          <a:bodyPr rtlCol="1"/>
          <a:lstStyle/>
          <a:p>
            <a:pPr algn="ctr" rtl="1">
              <a:defRPr/>
            </a:pPr>
            <a:endParaRPr lang="en-GB" altLang="en-US" dirty="0"/>
          </a:p>
        </p:txBody>
      </p:sp>
      <p:sp>
        <p:nvSpPr>
          <p:cNvPr id="5" name="TextBox 4">
            <a:extLst>
              <a:ext uri="{FF2B5EF4-FFF2-40B4-BE49-F238E27FC236}">
                <a16:creationId xmlns:a16="http://schemas.microsoft.com/office/drawing/2014/main" id="{C282BBCE-64AB-36C9-3BA8-899855F83C9D}"/>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3809306868"/>
      </p:ext>
    </p:extLst>
  </p:cSld>
  <p:clrMapOvr>
    <a:masterClrMapping/>
  </p:clrMapOvr>
  <p:transition>
    <p:sndAc>
      <p:stSnd>
        <p:snd r:embed="rId2" name="click.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85836-858E-499A-BBDC-08064FB829B2}"/>
              </a:ext>
            </a:extLst>
          </p:cNvPr>
          <p:cNvSpPr>
            <a:spLocks noGrp="1"/>
          </p:cNvSpPr>
          <p:nvPr>
            <p:ph type="title"/>
          </p:nvPr>
        </p:nvSpPr>
        <p:spPr>
          <a:xfrm>
            <a:off x="457200" y="1195388"/>
            <a:ext cx="8229600" cy="863600"/>
          </a:xfrm>
        </p:spPr>
        <p:txBody>
          <a:bodyPr rtlCol="1"/>
          <a:lstStyle/>
          <a:p>
            <a:pPr rtl="1"/>
            <a:r>
              <a:rPr lang="ar">
                <a:latin typeface="Times New Roman" panose="02020603050405020304" pitchFamily="18" charset="0"/>
                <a:cs typeface="Times New Roman" panose="02020603050405020304" pitchFamily="18" charset="0"/>
              </a:rPr>
              <a:t>شكر وتقدير</a:t>
            </a:r>
          </a:p>
        </p:txBody>
      </p:sp>
      <p:sp>
        <p:nvSpPr>
          <p:cNvPr id="3" name="Content Placeholder 2">
            <a:extLst>
              <a:ext uri="{FF2B5EF4-FFF2-40B4-BE49-F238E27FC236}">
                <a16:creationId xmlns:a16="http://schemas.microsoft.com/office/drawing/2014/main" id="{2ACF36D7-8939-46E5-A804-DF56D9A64E01}"/>
              </a:ext>
            </a:extLst>
          </p:cNvPr>
          <p:cNvSpPr>
            <a:spLocks noGrp="1"/>
          </p:cNvSpPr>
          <p:nvPr>
            <p:ph sz="half" idx="2"/>
          </p:nvPr>
        </p:nvSpPr>
        <p:spPr>
          <a:xfrm>
            <a:off x="468312" y="2195513"/>
            <a:ext cx="7991475" cy="3609975"/>
          </a:xfrm>
        </p:spPr>
        <p:txBody>
          <a:bodyPr rtlCol="1"/>
          <a:lstStyle/>
          <a:p>
            <a:pPr marL="0" indent="0" rtl="1">
              <a:spcAft>
                <a:spcPts val="600"/>
              </a:spcAft>
              <a:buNone/>
            </a:pPr>
            <a:r>
              <a:rPr lang="ar" sz="1600" b="1" dirty="0">
                <a:effectLst/>
                <a:latin typeface="Times New Roman" panose="02020603050405020304" pitchFamily="18" charset="0"/>
                <a:ea typeface="Times New Roman" panose="02020603050405020304" pitchFamily="18" charset="0"/>
                <a:cs typeface="Times New Roman" panose="02020603050405020304" pitchFamily="18" charset="0"/>
              </a:rPr>
              <a:t>الصور:</a:t>
            </a:r>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rtl="1">
              <a:buNone/>
            </a:pPr>
            <a:r>
              <a:rPr lang="ar" sz="1600" dirty="0">
                <a:latin typeface="Times New Roman" panose="02020603050405020304" pitchFamily="18" charset="0"/>
                <a:cs typeface="Times New Roman" panose="02020603050405020304" pitchFamily="18" charset="0"/>
              </a:rPr>
              <a:t>(دليل الاختصارات: l-يسار، r-يمين، c-وسط، t-أعلى، b-أسفل)</a:t>
            </a:r>
            <a:endParaRPr lang="en-GB" sz="1600" dirty="0">
              <a:latin typeface="Times New Roman" panose="02020603050405020304" pitchFamily="18" charset="0"/>
              <a:cs typeface="Times New Roman" panose="02020603050405020304" pitchFamily="18" charset="0"/>
            </a:endParaRPr>
          </a:p>
          <a:p>
            <a:pPr marL="0" indent="0" rtl="1">
              <a:buNone/>
            </a:pPr>
            <a:r>
              <a:rPr lang="ar" sz="1600" b="1" dirty="0">
                <a:latin typeface="Times New Roman" panose="02020603050405020304" pitchFamily="18" charset="0"/>
                <a:cs typeface="Times New Roman" panose="02020603050405020304" pitchFamily="18" charset="0"/>
              </a:rPr>
              <a:t>123 آر إف: </a:t>
            </a:r>
            <a:r>
              <a:rPr lang="ar" sz="1600" dirty="0">
                <a:latin typeface="Times New Roman" panose="02020603050405020304" pitchFamily="18" charset="0"/>
                <a:cs typeface="Times New Roman" panose="02020603050405020304" pitchFamily="18" charset="0"/>
              </a:rPr>
              <a:t>ويفبريك ميديا ميكرو (الشريحة 1)، جيوثيا (الشريحة 12 بالأعلى على اليمين)، راوبيكسل (الشريحة 12 بالأعلى على اليسار)، زينكفيتش (الشريحة 14)، ناناستوديو (الشريحة 22 بالوسط)، نورايسمان ساهران (الشريحة 34 بالأعلى)، ثامك (الشريحة 39 بالأسفل بالوسط)، مايكل سبرينج (الشريحة 43)،</a:t>
            </a:r>
            <a:r>
              <a:rPr lang="ar" sz="1600" b="1" dirty="0">
                <a:latin typeface="Times New Roman" panose="02020603050405020304" pitchFamily="18" charset="0"/>
                <a:cs typeface="Times New Roman" panose="02020603050405020304" pitchFamily="18" charset="0"/>
              </a:rPr>
              <a:t> بيرسون إيديوكيشن ليمتد: </a:t>
            </a:r>
            <a:r>
              <a:rPr lang="ar" sz="1600" dirty="0">
                <a:latin typeface="Times New Roman" panose="02020603050405020304" pitchFamily="18" charset="0"/>
                <a:cs typeface="Times New Roman" panose="02020603050405020304" pitchFamily="18" charset="0"/>
              </a:rPr>
              <a:t>ستيورات كوكس (الشريحة 22 على اليسار)، جولز سيلمز (الشريحة 42)، </a:t>
            </a:r>
            <a:r>
              <a:rPr lang="ar" sz="1600" b="1" dirty="0">
                <a:latin typeface="Times New Roman" panose="02020603050405020304" pitchFamily="18" charset="0"/>
                <a:cs typeface="Times New Roman" panose="02020603050405020304" pitchFamily="18" charset="0"/>
              </a:rPr>
              <a:t>شترستوك:</a:t>
            </a:r>
            <a:r>
              <a:rPr lang="ar" sz="1600" dirty="0">
                <a:latin typeface="Times New Roman" panose="02020603050405020304" pitchFamily="18" charset="0"/>
                <a:cs typeface="Times New Roman" panose="02020603050405020304" pitchFamily="18" charset="0"/>
              </a:rPr>
              <a:t> شترستوك (الشريحة 18 بالأسفل على اليسار)، ناتالي بورد (الشريحة 12 بالأسفل على اليمين)، جاك كيو (الشريحة 12 بالأسفل على اليسار)، جامي هوبر (الشريحة 15)، روشاي (الشريحة 16)، دان كوسماير (الشريحة 17)، روب مارميون (الشريحة 18 بالأعلى)، ليزا إس (الشريحة 18 بالأسفل على اليمين)، زيميتوس (الشريحة 22 على اليمين)، جيفاجا (الشريحة 28 على اليمين)، تيرينس ميندوزا (الشريحة 28 بالأعلى على اليسار)، أندري بوبوف (الشريحة 28 بالأسفل على اليمين) شياوروي (الشريحة 28 بالأسفل على اليسار)، ريمو ديزاينر (الشريحة 32)، زوزو (الشريحة 33)، ويفبريك ميديا (الشريحة 34 بالأسفل)، جليندا (الشريحة 39 على اليمين، و39 بالأعلى على اليسار)، كريستيان موسات (الشريحة 39 بالأعلى بالوسط)، إيكاسام (الشريحة 39 بالأسفل على اليمين)، مركموس (الشريحة 39 بالأسفل على اليسار)، دكوكرياشن (الشريحة 41)، كيرلنوب (الشريحة 44). </a:t>
            </a:r>
            <a:endParaRPr lang="en-GB" sz="1600" dirty="0">
              <a:latin typeface="Times New Roman" panose="02020603050405020304" pitchFamily="18" charset="0"/>
              <a:cs typeface="Times New Roman" panose="02020603050405020304" pitchFamily="18" charset="0"/>
            </a:endParaRPr>
          </a:p>
          <a:p>
            <a:pPr marL="0" indent="0" rtl="1">
              <a:buNone/>
            </a:pPr>
            <a:endParaRPr lang="en-GB"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8FC9AEA-BF1C-FEFD-9894-2D6054DC1933}"/>
              </a:ext>
            </a:extLst>
          </p:cNvPr>
          <p:cNvSpPr txBox="1"/>
          <p:nvPr/>
        </p:nvSpPr>
        <p:spPr>
          <a:xfrm>
            <a:off x="-36512" y="6585749"/>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A103000424340</a:t>
            </a:r>
            <a:endParaRPr lang="en-GB" sz="1400" dirty="0"/>
          </a:p>
        </p:txBody>
      </p:sp>
    </p:spTree>
    <p:extLst>
      <p:ext uri="{BB962C8B-B14F-4D97-AF65-F5344CB8AC3E}">
        <p14:creationId xmlns:p14="http://schemas.microsoft.com/office/powerpoint/2010/main" val="1040997120"/>
      </p:ext>
    </p:extLst>
  </p:cSld>
  <p:clrMapOvr>
    <a:masterClrMapping/>
  </p:clrMapOvr>
  <p:transition>
    <p:sndAc>
      <p:stSnd>
        <p:snd r:embed="rId2"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1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3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4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a26a0597-d0d1-4250-940c-88e9bf9d5597" xsi:nil="true"/>
    <lcf76f155ced4ddcb4097134ff3c332f xmlns="6881431a-e3b2-481e-ba90-fae26e2fa83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05CA97BB98D954187A61B8775138C0A" ma:contentTypeVersion="18" ma:contentTypeDescription="Create a new document." ma:contentTypeScope="" ma:versionID="698bde0db92f4b6453249da6bd9087ce">
  <xsd:schema xmlns:xsd="http://www.w3.org/2001/XMLSchema" xmlns:xs="http://www.w3.org/2001/XMLSchema" xmlns:p="http://schemas.microsoft.com/office/2006/metadata/properties" xmlns:ns1="http://schemas.microsoft.com/sharepoint/v3" xmlns:ns2="a26a0597-d0d1-4250-940c-88e9bf9d5597" xmlns:ns3="6881431a-e3b2-481e-ba90-fae26e2fa83c" targetNamespace="http://schemas.microsoft.com/office/2006/metadata/properties" ma:root="true" ma:fieldsID="b9339031a639aa78a5deea90689d2a48" ns1:_="" ns2:_="" ns3:_="">
    <xsd:import namespace="http://schemas.microsoft.com/sharepoint/v3"/>
    <xsd:import namespace="a26a0597-d0d1-4250-940c-88e9bf9d5597"/>
    <xsd:import namespace="6881431a-e3b2-481e-ba90-fae26e2fa83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lcf76f155ced4ddcb4097134ff3c332f" minOccurs="0"/>
                <xsd:element ref="ns2:TaxCatchAll" minOccurs="0"/>
                <xsd:element ref="ns3:MediaServiceLocation" minOccurs="0"/>
                <xsd:element ref="ns3:MediaServiceGenerationTime" minOccurs="0"/>
                <xsd:element ref="ns3:MediaServiceEventHashCode" minOccurs="0"/>
                <xsd:element ref="ns3:MediaServiceOCR" minOccurs="0"/>
                <xsd:element ref="ns3:MediaServiceObjectDetectorVersions" minOccurs="0"/>
                <xsd:element ref="ns3:MediaServiceSearchProperties" minOccurs="0"/>
                <xsd:element ref="ns3: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6a0597-d0d1-4250-940c-88e9bf9d559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3b19cccf-beb9-4e4d-a7ce-d3aacf7fbe52}" ma:internalName="TaxCatchAll" ma:showField="CatchAllData" ma:web="a26a0597-d0d1-4250-940c-88e9bf9d559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881431a-e3b2-481e-ba90-fae26e2fa83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9848C615-482B-4AB5-9FE7-A2F3E6CFF2B1}">
  <ds:schemaRefs>
    <ds:schemaRef ds:uri="http://purl.org/dc/dcmitype/"/>
    <ds:schemaRef ds:uri="6125ffc9-2c56-435e-8267-1393444907b2"/>
    <ds:schemaRef ds:uri="http://www.w3.org/XML/1998/namespace"/>
    <ds:schemaRef ds:uri="http://schemas.microsoft.com/office/infopath/2007/PartnerControls"/>
    <ds:schemaRef ds:uri="http://purl.org/dc/elements/1.1/"/>
    <ds:schemaRef ds:uri="http://schemas.microsoft.com/office/2006/metadata/properties"/>
    <ds:schemaRef ds:uri="http://purl.org/dc/terms/"/>
    <ds:schemaRef ds:uri="http://schemas.microsoft.com/office/2006/documentManagement/types"/>
    <ds:schemaRef ds:uri="http://schemas.openxmlformats.org/package/2006/metadata/core-properties"/>
    <ds:schemaRef ds:uri="7c1bd8dc-4e40-424f-a15f-9ffcd522197f"/>
    <ds:schemaRef ds:uri="http://schemas.microsoft.com/sharepoint/v3"/>
  </ds:schemaRefs>
</ds:datastoreItem>
</file>

<file path=customXml/itemProps3.xml><?xml version="1.0" encoding="utf-8"?>
<ds:datastoreItem xmlns:ds="http://schemas.openxmlformats.org/officeDocument/2006/customXml" ds:itemID="{E24B6F07-B707-44EA-8718-90212D413333}"/>
</file>

<file path=docProps/app.xml><?xml version="1.0" encoding="utf-8"?>
<Properties xmlns="http://schemas.openxmlformats.org/officeDocument/2006/extended-properties" xmlns:vt="http://schemas.openxmlformats.org/officeDocument/2006/docPropsVTypes">
  <TotalTime>17623</TotalTime>
  <Words>1926</Words>
  <Application>Microsoft Office PowerPoint</Application>
  <PresentationFormat>On-screen Show (4:3)</PresentationFormat>
  <Paragraphs>396</Paragraphs>
  <Slides>47</Slides>
  <Notes>15</Notes>
  <HiddenSlides>0</HiddenSlides>
  <MMClips>0</MMClips>
  <ScaleCrop>false</ScaleCrop>
  <HeadingPairs>
    <vt:vector size="6" baseType="variant">
      <vt:variant>
        <vt:lpstr>Fonts Used</vt:lpstr>
      </vt:variant>
      <vt:variant>
        <vt:i4>4</vt:i4>
      </vt:variant>
      <vt:variant>
        <vt:lpstr>Theme</vt:lpstr>
      </vt:variant>
      <vt:variant>
        <vt:i4>14</vt:i4>
      </vt:variant>
      <vt:variant>
        <vt:lpstr>Slide Titles</vt:lpstr>
      </vt:variant>
      <vt:variant>
        <vt:i4>47</vt:i4>
      </vt:variant>
    </vt:vector>
  </HeadingPairs>
  <TitlesOfParts>
    <vt:vector size="65" baseType="lpstr">
      <vt:lpstr>Arial</vt:lpstr>
      <vt:lpstr>Times New Roman</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11_Beauty Therapy</vt:lpstr>
      <vt:lpstr>12_Beauty Therapy</vt:lpstr>
      <vt:lpstr>13_Beauty Therapy</vt:lpstr>
      <vt:lpstr>14_Beauty Therapy</vt:lpstr>
      <vt:lpstr>الوحدة 8 النشاطات الإبداعية والعلاجية في مجال الرعاية الصحية والاجتماعية  </vt:lpstr>
      <vt:lpstr>النشاطات الإبداعية والعلاجية في مجال الرعاية الصحية والاجتماعية</vt:lpstr>
      <vt:lpstr>نتاجات التعلم</vt:lpstr>
      <vt:lpstr>نتاج التعلم أ  </vt:lpstr>
      <vt:lpstr>نتاج التعلم ب  </vt:lpstr>
      <vt:lpstr>نتاج التعلم ج  </vt:lpstr>
      <vt:lpstr>نتاج التعلم د  </vt:lpstr>
      <vt:lpstr>التقييم</vt:lpstr>
      <vt:lpstr>نتاج التعلم أ  </vt:lpstr>
      <vt:lpstr>PowerPoint Presentation</vt:lpstr>
      <vt:lpstr>أ1 النشاطات الإبداعية والعلاجية</vt:lpstr>
      <vt:lpstr>ما الفوائد التي قد تجلبها لك هذه النشاطات؟</vt:lpstr>
      <vt:lpstr>أ3 الفوائد</vt:lpstr>
      <vt:lpstr>اشرح كيف يمكن لهذا النوع من النشاط أن يُفضي إلى تحقيق واحدة  أو أكثر من هذه الفوائد المرجوّة</vt:lpstr>
      <vt:lpstr>اشرح كيف يمكن لهذا النوع من النشاط أن يُفضي إلى تحقيق واحدة  أو أكثر من هذه الفوائد المرجوّة</vt:lpstr>
      <vt:lpstr>اشرح الطريقة التي يمكن لهذا النشاط أن يساعد على تحقيق فائدة  أو أكثر من الفوائد المذكورة</vt:lpstr>
      <vt:lpstr>اشرح كيف يمكن لهذا النوع من النشاط أن يُفضي إلى تحقيق واحدة  أو أكثر من هذه الفوائد المرجوّة</vt:lpstr>
      <vt:lpstr>أ2 بيئات الرعاية الصحية والاجتماعية</vt:lpstr>
      <vt:lpstr>الواجب رقم 1</vt:lpstr>
      <vt:lpstr>نتاج التعلم ب  </vt:lpstr>
      <vt:lpstr>PowerPoint Presentation</vt:lpstr>
      <vt:lpstr>ب1/ب2 القوانين/التشريعات والتشريعات الأخرى</vt:lpstr>
      <vt:lpstr>ابحث عن القوانين واللوائح ومدونات السلوك  التي تطبق ما يأتي في بلدك:</vt:lpstr>
      <vt:lpstr>نتاج التعلم ج  </vt:lpstr>
      <vt:lpstr>PowerPoint Presentation</vt:lpstr>
      <vt:lpstr>ج1 المبادئ والقيم</vt:lpstr>
      <vt:lpstr>ج2 دعم عملية الدمج</vt:lpstr>
      <vt:lpstr>ما دور كل وسيلة من هذه الوسائل في تعزيز تكافؤ الفرص والدمج؟</vt:lpstr>
      <vt:lpstr>الواجب رقم 2</vt:lpstr>
      <vt:lpstr>نتاج التعلم د  </vt:lpstr>
      <vt:lpstr>PowerPoint Presentation</vt:lpstr>
      <vt:lpstr>د1 العوامل التي تؤثر في اختيار النشاطات</vt:lpstr>
      <vt:lpstr>الفوائد المحتملة</vt:lpstr>
      <vt:lpstr>الاهتمامات والتفضيلات</vt:lpstr>
      <vt:lpstr>الأعمار والقدرات</vt:lpstr>
      <vt:lpstr>مهارات التواصل</vt:lpstr>
      <vt:lpstr>الخلفية الثقافية والعرقية</vt:lpstr>
      <vt:lpstr>د2 احتياجات الفرد</vt:lpstr>
      <vt:lpstr>اذكر أمثلة عن المواضع التي يمكن أن تساعد فيها هذه العناصر على تنفيذ نشاط ما</vt:lpstr>
      <vt:lpstr>د3 التخطيط للنشاطات الإبداعية والعلاجية</vt:lpstr>
      <vt:lpstr>د4/ د5 الموارد</vt:lpstr>
      <vt:lpstr>د4/ د5 الموارد</vt:lpstr>
      <vt:lpstr>د4/ د5 الموارد</vt:lpstr>
      <vt:lpstr>د4/ د5 الموارد</vt:lpstr>
      <vt:lpstr>أهداف ذكية تحقق معيار (SMART)</vt:lpstr>
      <vt:lpstr>الواجب رقم 3</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175</cp:revision>
  <dcterms:created xsi:type="dcterms:W3CDTF">2020-07-15T07:14:47Z</dcterms:created>
  <dcterms:modified xsi:type="dcterms:W3CDTF">2025-11-07T12:49:17Z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0x010100105CA97BB98D954187A61B8775138C0A</vt:lpwstr>
  </property>
  <property fmtid="{D5CDD505-2E9C-101B-9397-08002B2CF9AE}" pid="4" name="MediaServiceImageTags">
    <vt:lpwstr/>
  </property>
</Properties>
</file>