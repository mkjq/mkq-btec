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5"/>
  </p:notesMasterIdLst>
  <p:sldIdLst>
    <p:sldId id="256" r:id="rId14"/>
    <p:sldId id="257" r:id="rId15"/>
    <p:sldId id="258" r:id="rId16"/>
    <p:sldId id="272" r:id="rId17"/>
    <p:sldId id="313" r:id="rId18"/>
    <p:sldId id="314" r:id="rId19"/>
    <p:sldId id="315" r:id="rId20"/>
    <p:sldId id="316" r:id="rId21"/>
    <p:sldId id="317" r:id="rId22"/>
    <p:sldId id="334" r:id="rId23"/>
    <p:sldId id="320" r:id="rId24"/>
    <p:sldId id="319" r:id="rId25"/>
    <p:sldId id="328" r:id="rId26"/>
    <p:sldId id="329" r:id="rId27"/>
    <p:sldId id="321" r:id="rId28"/>
    <p:sldId id="311" r:id="rId29"/>
    <p:sldId id="312" r:id="rId30"/>
    <p:sldId id="306" r:id="rId31"/>
    <p:sldId id="307" r:id="rId32"/>
    <p:sldId id="322" r:id="rId33"/>
    <p:sldId id="330" r:id="rId34"/>
    <p:sldId id="331" r:id="rId35"/>
    <p:sldId id="332" r:id="rId36"/>
    <p:sldId id="333" r:id="rId37"/>
    <p:sldId id="323" r:id="rId38"/>
    <p:sldId id="324" r:id="rId39"/>
    <p:sldId id="325" r:id="rId40"/>
    <p:sldId id="326" r:id="rId41"/>
    <p:sldId id="327" r:id="rId42"/>
    <p:sldId id="335" r:id="rId43"/>
    <p:sldId id="336" r:id="rId44"/>
  </p:sldIdLst>
  <p:sldSz cx="9144000" cy="6858000" type="screen4x3"/>
  <p:notesSz cx="6797675" cy="9926638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D9B0B-2907-43DD-AE47-C297C608B94D}" v="31" dt="2023-12-07T12:44:42.974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commentAuthors" Target="comment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D56D9B0B-2907-43DD-AE47-C297C608B94D}"/>
    <pc:docChg chg="custSel modSld">
      <pc:chgData name="Paul Winser" userId="c3146a91-e6bd-4264-bd86-e164e04bc32d" providerId="ADAL" clId="{D56D9B0B-2907-43DD-AE47-C297C608B94D}" dt="2023-12-07T12:44:59.730" v="39" actId="255"/>
      <pc:docMkLst>
        <pc:docMk/>
      </pc:docMkLst>
      <pc:sldChg chg="addSp modSp mod">
        <pc:chgData name="Paul Winser" userId="c3146a91-e6bd-4264-bd86-e164e04bc32d" providerId="ADAL" clId="{D56D9B0B-2907-43DD-AE47-C297C608B94D}" dt="2023-12-07T12:42:58.893" v="8" actId="6549"/>
        <pc:sldMkLst>
          <pc:docMk/>
          <pc:sldMk cId="0" sldId="256"/>
        </pc:sldMkLst>
        <pc:spChg chg="add mod">
          <ac:chgData name="Paul Winser" userId="c3146a91-e6bd-4264-bd86-e164e04bc32d" providerId="ADAL" clId="{D56D9B0B-2907-43DD-AE47-C297C608B94D}" dt="2023-12-07T12:42:58.893" v="8" actId="6549"/>
          <ac:spMkLst>
            <pc:docMk/>
            <pc:sldMk cId="0" sldId="256"/>
            <ac:spMk id="2" creationId="{4683C604-4500-CDD0-32E9-9B69A9F83CBF}"/>
          </ac:spMkLst>
        </pc:spChg>
      </pc:sldChg>
      <pc:sldChg chg="addSp modSp">
        <pc:chgData name="Paul Winser" userId="c3146a91-e6bd-4264-bd86-e164e04bc32d" providerId="ADAL" clId="{D56D9B0B-2907-43DD-AE47-C297C608B94D}" dt="2023-12-07T12:43:08.157" v="9"/>
        <pc:sldMkLst>
          <pc:docMk/>
          <pc:sldMk cId="0" sldId="257"/>
        </pc:sldMkLst>
        <pc:spChg chg="add mod">
          <ac:chgData name="Paul Winser" userId="c3146a91-e6bd-4264-bd86-e164e04bc32d" providerId="ADAL" clId="{D56D9B0B-2907-43DD-AE47-C297C608B94D}" dt="2023-12-07T12:43:08.157" v="9"/>
          <ac:spMkLst>
            <pc:docMk/>
            <pc:sldMk cId="0" sldId="257"/>
            <ac:spMk id="2" creationId="{9E1AB854-A23D-5DC3-E861-31F29E15868E}"/>
          </ac:spMkLst>
        </pc:spChg>
      </pc:sldChg>
      <pc:sldChg chg="addSp modSp">
        <pc:chgData name="Paul Winser" userId="c3146a91-e6bd-4264-bd86-e164e04bc32d" providerId="ADAL" clId="{D56D9B0B-2907-43DD-AE47-C297C608B94D}" dt="2023-12-07T12:43:10.126" v="10"/>
        <pc:sldMkLst>
          <pc:docMk/>
          <pc:sldMk cId="0" sldId="258"/>
        </pc:sldMkLst>
        <pc:spChg chg="add mod">
          <ac:chgData name="Paul Winser" userId="c3146a91-e6bd-4264-bd86-e164e04bc32d" providerId="ADAL" clId="{D56D9B0B-2907-43DD-AE47-C297C608B94D}" dt="2023-12-07T12:43:10.126" v="10"/>
          <ac:spMkLst>
            <pc:docMk/>
            <pc:sldMk cId="0" sldId="258"/>
            <ac:spMk id="2" creationId="{F3877E5F-B32F-0F0E-308B-4445DB102F9D}"/>
          </ac:spMkLst>
        </pc:spChg>
      </pc:sldChg>
      <pc:sldChg chg="addSp modSp">
        <pc:chgData name="Paul Winser" userId="c3146a91-e6bd-4264-bd86-e164e04bc32d" providerId="ADAL" clId="{D56D9B0B-2907-43DD-AE47-C297C608B94D}" dt="2023-12-07T12:43:20.906" v="11"/>
        <pc:sldMkLst>
          <pc:docMk/>
          <pc:sldMk cId="0" sldId="272"/>
        </pc:sldMkLst>
        <pc:spChg chg="add mod">
          <ac:chgData name="Paul Winser" userId="c3146a91-e6bd-4264-bd86-e164e04bc32d" providerId="ADAL" clId="{D56D9B0B-2907-43DD-AE47-C297C608B94D}" dt="2023-12-07T12:43:20.906" v="11"/>
          <ac:spMkLst>
            <pc:docMk/>
            <pc:sldMk cId="0" sldId="272"/>
            <ac:spMk id="2" creationId="{84F41F5B-D34D-10FF-7E4D-15B8125CD944}"/>
          </ac:spMkLst>
        </pc:spChg>
      </pc:sldChg>
      <pc:sldChg chg="addSp modSp">
        <pc:chgData name="Paul Winser" userId="c3146a91-e6bd-4264-bd86-e164e04bc32d" providerId="ADAL" clId="{D56D9B0B-2907-43DD-AE47-C297C608B94D}" dt="2023-12-07T12:44:10.373" v="25"/>
        <pc:sldMkLst>
          <pc:docMk/>
          <pc:sldMk cId="588007661" sldId="306"/>
        </pc:sldMkLst>
        <pc:spChg chg="add mod">
          <ac:chgData name="Paul Winser" userId="c3146a91-e6bd-4264-bd86-e164e04bc32d" providerId="ADAL" clId="{D56D9B0B-2907-43DD-AE47-C297C608B94D}" dt="2023-12-07T12:44:10.373" v="25"/>
          <ac:spMkLst>
            <pc:docMk/>
            <pc:sldMk cId="588007661" sldId="306"/>
            <ac:spMk id="2" creationId="{2C265BC1-CE1A-4112-4C5A-457B6005B1C5}"/>
          </ac:spMkLst>
        </pc:spChg>
      </pc:sldChg>
      <pc:sldChg chg="addSp modSp">
        <pc:chgData name="Paul Winser" userId="c3146a91-e6bd-4264-bd86-e164e04bc32d" providerId="ADAL" clId="{D56D9B0B-2907-43DD-AE47-C297C608B94D}" dt="2023-12-07T12:44:14.382" v="26"/>
        <pc:sldMkLst>
          <pc:docMk/>
          <pc:sldMk cId="3621417310" sldId="307"/>
        </pc:sldMkLst>
        <pc:spChg chg="add mod">
          <ac:chgData name="Paul Winser" userId="c3146a91-e6bd-4264-bd86-e164e04bc32d" providerId="ADAL" clId="{D56D9B0B-2907-43DD-AE47-C297C608B94D}" dt="2023-12-07T12:44:14.382" v="26"/>
          <ac:spMkLst>
            <pc:docMk/>
            <pc:sldMk cId="3621417310" sldId="307"/>
            <ac:spMk id="3" creationId="{FBCA1B19-B777-3BF4-3661-AB36D668CE02}"/>
          </ac:spMkLst>
        </pc:spChg>
      </pc:sldChg>
      <pc:sldChg chg="addSp modSp">
        <pc:chgData name="Paul Winser" userId="c3146a91-e6bd-4264-bd86-e164e04bc32d" providerId="ADAL" clId="{D56D9B0B-2907-43DD-AE47-C297C608B94D}" dt="2023-12-07T12:44:03.373" v="23"/>
        <pc:sldMkLst>
          <pc:docMk/>
          <pc:sldMk cId="1907262320" sldId="311"/>
        </pc:sldMkLst>
        <pc:spChg chg="add mod">
          <ac:chgData name="Paul Winser" userId="c3146a91-e6bd-4264-bd86-e164e04bc32d" providerId="ADAL" clId="{D56D9B0B-2907-43DD-AE47-C297C608B94D}" dt="2023-12-07T12:44:03.373" v="23"/>
          <ac:spMkLst>
            <pc:docMk/>
            <pc:sldMk cId="1907262320" sldId="311"/>
            <ac:spMk id="2" creationId="{321CCD95-53D8-CA1D-359E-8EE3546FD03F}"/>
          </ac:spMkLst>
        </pc:spChg>
      </pc:sldChg>
      <pc:sldChg chg="addSp modSp">
        <pc:chgData name="Paul Winser" userId="c3146a91-e6bd-4264-bd86-e164e04bc32d" providerId="ADAL" clId="{D56D9B0B-2907-43DD-AE47-C297C608B94D}" dt="2023-12-07T12:44:09.290" v="24"/>
        <pc:sldMkLst>
          <pc:docMk/>
          <pc:sldMk cId="715481589" sldId="312"/>
        </pc:sldMkLst>
        <pc:spChg chg="add mod">
          <ac:chgData name="Paul Winser" userId="c3146a91-e6bd-4264-bd86-e164e04bc32d" providerId="ADAL" clId="{D56D9B0B-2907-43DD-AE47-C297C608B94D}" dt="2023-12-07T12:44:09.290" v="24"/>
          <ac:spMkLst>
            <pc:docMk/>
            <pc:sldMk cId="715481589" sldId="312"/>
            <ac:spMk id="2" creationId="{F6CB0E83-EA27-1D95-0A79-6F1C66BD1A1C}"/>
          </ac:spMkLst>
        </pc:spChg>
      </pc:sldChg>
      <pc:sldChg chg="addSp modSp">
        <pc:chgData name="Paul Winser" userId="c3146a91-e6bd-4264-bd86-e164e04bc32d" providerId="ADAL" clId="{D56D9B0B-2907-43DD-AE47-C297C608B94D}" dt="2023-12-07T12:43:23.661" v="12"/>
        <pc:sldMkLst>
          <pc:docMk/>
          <pc:sldMk cId="1004897287" sldId="313"/>
        </pc:sldMkLst>
        <pc:spChg chg="add mod">
          <ac:chgData name="Paul Winser" userId="c3146a91-e6bd-4264-bd86-e164e04bc32d" providerId="ADAL" clId="{D56D9B0B-2907-43DD-AE47-C297C608B94D}" dt="2023-12-07T12:43:23.661" v="12"/>
          <ac:spMkLst>
            <pc:docMk/>
            <pc:sldMk cId="1004897287" sldId="313"/>
            <ac:spMk id="2" creationId="{1BB4FC3D-87FE-D8A1-FAE4-ABEF701C5071}"/>
          </ac:spMkLst>
        </pc:spChg>
      </pc:sldChg>
      <pc:sldChg chg="addSp modSp">
        <pc:chgData name="Paul Winser" userId="c3146a91-e6bd-4264-bd86-e164e04bc32d" providerId="ADAL" clId="{D56D9B0B-2907-43DD-AE47-C297C608B94D}" dt="2023-12-07T12:43:26.476" v="13"/>
        <pc:sldMkLst>
          <pc:docMk/>
          <pc:sldMk cId="1399533959" sldId="314"/>
        </pc:sldMkLst>
        <pc:spChg chg="add mod">
          <ac:chgData name="Paul Winser" userId="c3146a91-e6bd-4264-bd86-e164e04bc32d" providerId="ADAL" clId="{D56D9B0B-2907-43DD-AE47-C297C608B94D}" dt="2023-12-07T12:43:26.476" v="13"/>
          <ac:spMkLst>
            <pc:docMk/>
            <pc:sldMk cId="1399533959" sldId="314"/>
            <ac:spMk id="2" creationId="{FF1C047B-272E-77BD-E2AA-013232AA4F20}"/>
          </ac:spMkLst>
        </pc:spChg>
      </pc:sldChg>
      <pc:sldChg chg="addSp modSp">
        <pc:chgData name="Paul Winser" userId="c3146a91-e6bd-4264-bd86-e164e04bc32d" providerId="ADAL" clId="{D56D9B0B-2907-43DD-AE47-C297C608B94D}" dt="2023-12-07T12:43:28.356" v="14"/>
        <pc:sldMkLst>
          <pc:docMk/>
          <pc:sldMk cId="2147273737" sldId="315"/>
        </pc:sldMkLst>
        <pc:spChg chg="add mod">
          <ac:chgData name="Paul Winser" userId="c3146a91-e6bd-4264-bd86-e164e04bc32d" providerId="ADAL" clId="{D56D9B0B-2907-43DD-AE47-C297C608B94D}" dt="2023-12-07T12:43:28.356" v="14"/>
          <ac:spMkLst>
            <pc:docMk/>
            <pc:sldMk cId="2147273737" sldId="315"/>
            <ac:spMk id="2" creationId="{0403E5B3-D8A6-D198-DC5C-AA33FCD96CC4}"/>
          </ac:spMkLst>
        </pc:spChg>
      </pc:sldChg>
      <pc:sldChg chg="addSp modSp">
        <pc:chgData name="Paul Winser" userId="c3146a91-e6bd-4264-bd86-e164e04bc32d" providerId="ADAL" clId="{D56D9B0B-2907-43DD-AE47-C297C608B94D}" dt="2023-12-07T12:43:33.039" v="15"/>
        <pc:sldMkLst>
          <pc:docMk/>
          <pc:sldMk cId="4159138660" sldId="316"/>
        </pc:sldMkLst>
        <pc:spChg chg="add mod">
          <ac:chgData name="Paul Winser" userId="c3146a91-e6bd-4264-bd86-e164e04bc32d" providerId="ADAL" clId="{D56D9B0B-2907-43DD-AE47-C297C608B94D}" dt="2023-12-07T12:43:33.039" v="15"/>
          <ac:spMkLst>
            <pc:docMk/>
            <pc:sldMk cId="4159138660" sldId="316"/>
            <ac:spMk id="4" creationId="{E3A4249F-591E-8659-FCB0-AD8E73411917}"/>
          </ac:spMkLst>
        </pc:spChg>
      </pc:sldChg>
      <pc:sldChg chg="addSp modSp">
        <pc:chgData name="Paul Winser" userId="c3146a91-e6bd-4264-bd86-e164e04bc32d" providerId="ADAL" clId="{D56D9B0B-2907-43DD-AE47-C297C608B94D}" dt="2023-12-07T12:43:37.105" v="16"/>
        <pc:sldMkLst>
          <pc:docMk/>
          <pc:sldMk cId="4271472513" sldId="317"/>
        </pc:sldMkLst>
        <pc:spChg chg="add mod">
          <ac:chgData name="Paul Winser" userId="c3146a91-e6bd-4264-bd86-e164e04bc32d" providerId="ADAL" clId="{D56D9B0B-2907-43DD-AE47-C297C608B94D}" dt="2023-12-07T12:43:37.105" v="16"/>
          <ac:spMkLst>
            <pc:docMk/>
            <pc:sldMk cId="4271472513" sldId="317"/>
            <ac:spMk id="4" creationId="{C10CCD26-EF63-A925-BF3C-A80AE034796C}"/>
          </ac:spMkLst>
        </pc:spChg>
      </pc:sldChg>
      <pc:sldChg chg="addSp modSp">
        <pc:chgData name="Paul Winser" userId="c3146a91-e6bd-4264-bd86-e164e04bc32d" providerId="ADAL" clId="{D56D9B0B-2907-43DD-AE47-C297C608B94D}" dt="2023-12-07T12:43:49.438" v="19"/>
        <pc:sldMkLst>
          <pc:docMk/>
          <pc:sldMk cId="2051618934" sldId="319"/>
        </pc:sldMkLst>
        <pc:spChg chg="add mod">
          <ac:chgData name="Paul Winser" userId="c3146a91-e6bd-4264-bd86-e164e04bc32d" providerId="ADAL" clId="{D56D9B0B-2907-43DD-AE47-C297C608B94D}" dt="2023-12-07T12:43:49.438" v="19"/>
          <ac:spMkLst>
            <pc:docMk/>
            <pc:sldMk cId="2051618934" sldId="319"/>
            <ac:spMk id="2" creationId="{A9749861-F5C5-6C1E-6B8D-8B4FB47BE79F}"/>
          </ac:spMkLst>
        </pc:spChg>
      </pc:sldChg>
      <pc:sldChg chg="addSp modSp">
        <pc:chgData name="Paul Winser" userId="c3146a91-e6bd-4264-bd86-e164e04bc32d" providerId="ADAL" clId="{D56D9B0B-2907-43DD-AE47-C297C608B94D}" dt="2023-12-07T12:43:45.426" v="18"/>
        <pc:sldMkLst>
          <pc:docMk/>
          <pc:sldMk cId="988285053" sldId="320"/>
        </pc:sldMkLst>
        <pc:spChg chg="add mod">
          <ac:chgData name="Paul Winser" userId="c3146a91-e6bd-4264-bd86-e164e04bc32d" providerId="ADAL" clId="{D56D9B0B-2907-43DD-AE47-C297C608B94D}" dt="2023-12-07T12:43:45.426" v="18"/>
          <ac:spMkLst>
            <pc:docMk/>
            <pc:sldMk cId="988285053" sldId="320"/>
            <ac:spMk id="2" creationId="{13CEB352-12ED-A319-24DB-D5AAC50BDA12}"/>
          </ac:spMkLst>
        </pc:spChg>
      </pc:sldChg>
      <pc:sldChg chg="addSp modSp">
        <pc:chgData name="Paul Winser" userId="c3146a91-e6bd-4264-bd86-e164e04bc32d" providerId="ADAL" clId="{D56D9B0B-2907-43DD-AE47-C297C608B94D}" dt="2023-12-07T12:44:01.310" v="22"/>
        <pc:sldMkLst>
          <pc:docMk/>
          <pc:sldMk cId="3373651663" sldId="321"/>
        </pc:sldMkLst>
        <pc:spChg chg="add mod">
          <ac:chgData name="Paul Winser" userId="c3146a91-e6bd-4264-bd86-e164e04bc32d" providerId="ADAL" clId="{D56D9B0B-2907-43DD-AE47-C297C608B94D}" dt="2023-12-07T12:44:01.310" v="22"/>
          <ac:spMkLst>
            <pc:docMk/>
            <pc:sldMk cId="3373651663" sldId="321"/>
            <ac:spMk id="4" creationId="{E512EBC0-3029-41B5-C8A9-C3D1BAE2DA6F}"/>
          </ac:spMkLst>
        </pc:spChg>
      </pc:sldChg>
      <pc:sldChg chg="addSp modSp">
        <pc:chgData name="Paul Winser" userId="c3146a91-e6bd-4264-bd86-e164e04bc32d" providerId="ADAL" clId="{D56D9B0B-2907-43DD-AE47-C297C608B94D}" dt="2023-12-07T12:44:15.467" v="27"/>
        <pc:sldMkLst>
          <pc:docMk/>
          <pc:sldMk cId="594327774" sldId="322"/>
        </pc:sldMkLst>
        <pc:spChg chg="add mod">
          <ac:chgData name="Paul Winser" userId="c3146a91-e6bd-4264-bd86-e164e04bc32d" providerId="ADAL" clId="{D56D9B0B-2907-43DD-AE47-C297C608B94D}" dt="2023-12-07T12:44:15.467" v="27"/>
          <ac:spMkLst>
            <pc:docMk/>
            <pc:sldMk cId="594327774" sldId="322"/>
            <ac:spMk id="2" creationId="{BDBFF063-7581-F6E8-5D06-E03EC20302DB}"/>
          </ac:spMkLst>
        </pc:spChg>
      </pc:sldChg>
      <pc:sldChg chg="addSp modSp">
        <pc:chgData name="Paul Winser" userId="c3146a91-e6bd-4264-bd86-e164e04bc32d" providerId="ADAL" clId="{D56D9B0B-2907-43DD-AE47-C297C608B94D}" dt="2023-12-07T12:44:27.260" v="32"/>
        <pc:sldMkLst>
          <pc:docMk/>
          <pc:sldMk cId="1767723237" sldId="323"/>
        </pc:sldMkLst>
        <pc:spChg chg="add mod">
          <ac:chgData name="Paul Winser" userId="c3146a91-e6bd-4264-bd86-e164e04bc32d" providerId="ADAL" clId="{D56D9B0B-2907-43DD-AE47-C297C608B94D}" dt="2023-12-07T12:44:27.260" v="32"/>
          <ac:spMkLst>
            <pc:docMk/>
            <pc:sldMk cId="1767723237" sldId="323"/>
            <ac:spMk id="2" creationId="{8E962F31-EC8D-565D-F5AE-00A828D886CE}"/>
          </ac:spMkLst>
        </pc:spChg>
      </pc:sldChg>
      <pc:sldChg chg="addSp modSp">
        <pc:chgData name="Paul Winser" userId="c3146a91-e6bd-4264-bd86-e164e04bc32d" providerId="ADAL" clId="{D56D9B0B-2907-43DD-AE47-C297C608B94D}" dt="2023-12-07T12:44:28.211" v="33"/>
        <pc:sldMkLst>
          <pc:docMk/>
          <pc:sldMk cId="225605116" sldId="324"/>
        </pc:sldMkLst>
        <pc:spChg chg="add mod">
          <ac:chgData name="Paul Winser" userId="c3146a91-e6bd-4264-bd86-e164e04bc32d" providerId="ADAL" clId="{D56D9B0B-2907-43DD-AE47-C297C608B94D}" dt="2023-12-07T12:44:28.211" v="33"/>
          <ac:spMkLst>
            <pc:docMk/>
            <pc:sldMk cId="225605116" sldId="324"/>
            <ac:spMk id="2" creationId="{48B61D09-C425-2B55-BE90-AB2A78A45AE5}"/>
          </ac:spMkLst>
        </pc:spChg>
      </pc:sldChg>
      <pc:sldChg chg="addSp modSp">
        <pc:chgData name="Paul Winser" userId="c3146a91-e6bd-4264-bd86-e164e04bc32d" providerId="ADAL" clId="{D56D9B0B-2907-43DD-AE47-C297C608B94D}" dt="2023-12-07T12:44:32.444" v="34"/>
        <pc:sldMkLst>
          <pc:docMk/>
          <pc:sldMk cId="1303038336" sldId="325"/>
        </pc:sldMkLst>
        <pc:spChg chg="add mod">
          <ac:chgData name="Paul Winser" userId="c3146a91-e6bd-4264-bd86-e164e04bc32d" providerId="ADAL" clId="{D56D9B0B-2907-43DD-AE47-C297C608B94D}" dt="2023-12-07T12:44:32.444" v="34"/>
          <ac:spMkLst>
            <pc:docMk/>
            <pc:sldMk cId="1303038336" sldId="325"/>
            <ac:spMk id="2" creationId="{0B6C967E-DC2B-08F1-0548-2F9996FAF4F0}"/>
          </ac:spMkLst>
        </pc:spChg>
      </pc:sldChg>
      <pc:sldChg chg="addSp modSp">
        <pc:chgData name="Paul Winser" userId="c3146a91-e6bd-4264-bd86-e164e04bc32d" providerId="ADAL" clId="{D56D9B0B-2907-43DD-AE47-C297C608B94D}" dt="2023-12-07T12:44:33.472" v="35"/>
        <pc:sldMkLst>
          <pc:docMk/>
          <pc:sldMk cId="3009257914" sldId="326"/>
        </pc:sldMkLst>
        <pc:spChg chg="add mod">
          <ac:chgData name="Paul Winser" userId="c3146a91-e6bd-4264-bd86-e164e04bc32d" providerId="ADAL" clId="{D56D9B0B-2907-43DD-AE47-C297C608B94D}" dt="2023-12-07T12:44:33.472" v="35"/>
          <ac:spMkLst>
            <pc:docMk/>
            <pc:sldMk cId="3009257914" sldId="326"/>
            <ac:spMk id="2" creationId="{9E019C66-51D2-0470-6DFB-DB3AE2CCF75D}"/>
          </ac:spMkLst>
        </pc:spChg>
      </pc:sldChg>
      <pc:sldChg chg="addSp modSp">
        <pc:chgData name="Paul Winser" userId="c3146a91-e6bd-4264-bd86-e164e04bc32d" providerId="ADAL" clId="{D56D9B0B-2907-43DD-AE47-C297C608B94D}" dt="2023-12-07T12:44:38.090" v="36"/>
        <pc:sldMkLst>
          <pc:docMk/>
          <pc:sldMk cId="4159967194" sldId="327"/>
        </pc:sldMkLst>
        <pc:spChg chg="add mod">
          <ac:chgData name="Paul Winser" userId="c3146a91-e6bd-4264-bd86-e164e04bc32d" providerId="ADAL" clId="{D56D9B0B-2907-43DD-AE47-C297C608B94D}" dt="2023-12-07T12:44:38.090" v="36"/>
          <ac:spMkLst>
            <pc:docMk/>
            <pc:sldMk cId="4159967194" sldId="327"/>
            <ac:spMk id="2" creationId="{3E462A80-7E2A-76A7-43A9-A3969C0D9B3F}"/>
          </ac:spMkLst>
        </pc:spChg>
      </pc:sldChg>
      <pc:sldChg chg="addSp modSp">
        <pc:chgData name="Paul Winser" userId="c3146a91-e6bd-4264-bd86-e164e04bc32d" providerId="ADAL" clId="{D56D9B0B-2907-43DD-AE47-C297C608B94D}" dt="2023-12-07T12:43:53.654" v="20"/>
        <pc:sldMkLst>
          <pc:docMk/>
          <pc:sldMk cId="2093963464" sldId="328"/>
        </pc:sldMkLst>
        <pc:spChg chg="add mod">
          <ac:chgData name="Paul Winser" userId="c3146a91-e6bd-4264-bd86-e164e04bc32d" providerId="ADAL" clId="{D56D9B0B-2907-43DD-AE47-C297C608B94D}" dt="2023-12-07T12:43:53.654" v="20"/>
          <ac:spMkLst>
            <pc:docMk/>
            <pc:sldMk cId="2093963464" sldId="328"/>
            <ac:spMk id="2" creationId="{1F6AE849-1A28-21C7-EEAE-AD8AA23EB912}"/>
          </ac:spMkLst>
        </pc:spChg>
      </pc:sldChg>
      <pc:sldChg chg="addSp modSp">
        <pc:chgData name="Paul Winser" userId="c3146a91-e6bd-4264-bd86-e164e04bc32d" providerId="ADAL" clId="{D56D9B0B-2907-43DD-AE47-C297C608B94D}" dt="2023-12-07T12:43:55.352" v="21"/>
        <pc:sldMkLst>
          <pc:docMk/>
          <pc:sldMk cId="2796886944" sldId="329"/>
        </pc:sldMkLst>
        <pc:spChg chg="add mod">
          <ac:chgData name="Paul Winser" userId="c3146a91-e6bd-4264-bd86-e164e04bc32d" providerId="ADAL" clId="{D56D9B0B-2907-43DD-AE47-C297C608B94D}" dt="2023-12-07T12:43:55.352" v="21"/>
          <ac:spMkLst>
            <pc:docMk/>
            <pc:sldMk cId="2796886944" sldId="329"/>
            <ac:spMk id="2" creationId="{EC4EE550-A184-D87C-49AB-78ACDF16D8A4}"/>
          </ac:spMkLst>
        </pc:spChg>
      </pc:sldChg>
      <pc:sldChg chg="addSp modSp">
        <pc:chgData name="Paul Winser" userId="c3146a91-e6bd-4264-bd86-e164e04bc32d" providerId="ADAL" clId="{D56D9B0B-2907-43DD-AE47-C297C608B94D}" dt="2023-12-07T12:44:19.953" v="28"/>
        <pc:sldMkLst>
          <pc:docMk/>
          <pc:sldMk cId="3539128259" sldId="330"/>
        </pc:sldMkLst>
        <pc:spChg chg="add mod">
          <ac:chgData name="Paul Winser" userId="c3146a91-e6bd-4264-bd86-e164e04bc32d" providerId="ADAL" clId="{D56D9B0B-2907-43DD-AE47-C297C608B94D}" dt="2023-12-07T12:44:19.953" v="28"/>
          <ac:spMkLst>
            <pc:docMk/>
            <pc:sldMk cId="3539128259" sldId="330"/>
            <ac:spMk id="2" creationId="{CF0EFDF0-7F2E-620B-2CA0-B32BF40BEFDE}"/>
          </ac:spMkLst>
        </pc:spChg>
      </pc:sldChg>
      <pc:sldChg chg="addSp modSp">
        <pc:chgData name="Paul Winser" userId="c3146a91-e6bd-4264-bd86-e164e04bc32d" providerId="ADAL" clId="{D56D9B0B-2907-43DD-AE47-C297C608B94D}" dt="2023-12-07T12:44:20.857" v="29"/>
        <pc:sldMkLst>
          <pc:docMk/>
          <pc:sldMk cId="960318360" sldId="331"/>
        </pc:sldMkLst>
        <pc:spChg chg="add mod">
          <ac:chgData name="Paul Winser" userId="c3146a91-e6bd-4264-bd86-e164e04bc32d" providerId="ADAL" clId="{D56D9B0B-2907-43DD-AE47-C297C608B94D}" dt="2023-12-07T12:44:20.857" v="29"/>
          <ac:spMkLst>
            <pc:docMk/>
            <pc:sldMk cId="960318360" sldId="331"/>
            <ac:spMk id="2" creationId="{7468EFE7-5245-976A-5DAE-936CBA54BFFE}"/>
          </ac:spMkLst>
        </pc:spChg>
      </pc:sldChg>
      <pc:sldChg chg="addSp modSp">
        <pc:chgData name="Paul Winser" userId="c3146a91-e6bd-4264-bd86-e164e04bc32d" providerId="ADAL" clId="{D56D9B0B-2907-43DD-AE47-C297C608B94D}" dt="2023-12-07T12:44:21.788" v="30"/>
        <pc:sldMkLst>
          <pc:docMk/>
          <pc:sldMk cId="1113059538" sldId="332"/>
        </pc:sldMkLst>
        <pc:spChg chg="add mod">
          <ac:chgData name="Paul Winser" userId="c3146a91-e6bd-4264-bd86-e164e04bc32d" providerId="ADAL" clId="{D56D9B0B-2907-43DD-AE47-C297C608B94D}" dt="2023-12-07T12:44:21.788" v="30"/>
          <ac:spMkLst>
            <pc:docMk/>
            <pc:sldMk cId="1113059538" sldId="332"/>
            <ac:spMk id="2" creationId="{7475A057-A1CC-C1A0-AC1C-6CD13122869A}"/>
          </ac:spMkLst>
        </pc:spChg>
      </pc:sldChg>
      <pc:sldChg chg="addSp modSp">
        <pc:chgData name="Paul Winser" userId="c3146a91-e6bd-4264-bd86-e164e04bc32d" providerId="ADAL" clId="{D56D9B0B-2907-43DD-AE47-C297C608B94D}" dt="2023-12-07T12:44:26.263" v="31"/>
        <pc:sldMkLst>
          <pc:docMk/>
          <pc:sldMk cId="280563975" sldId="333"/>
        </pc:sldMkLst>
        <pc:spChg chg="add mod">
          <ac:chgData name="Paul Winser" userId="c3146a91-e6bd-4264-bd86-e164e04bc32d" providerId="ADAL" clId="{D56D9B0B-2907-43DD-AE47-C297C608B94D}" dt="2023-12-07T12:44:26.263" v="31"/>
          <ac:spMkLst>
            <pc:docMk/>
            <pc:sldMk cId="280563975" sldId="333"/>
            <ac:spMk id="2" creationId="{60F4B2EA-23B6-BECC-8736-1BBAA39E07E9}"/>
          </ac:spMkLst>
        </pc:spChg>
      </pc:sldChg>
      <pc:sldChg chg="addSp modSp mod">
        <pc:chgData name="Paul Winser" userId="c3146a91-e6bd-4264-bd86-e164e04bc32d" providerId="ADAL" clId="{D56D9B0B-2907-43DD-AE47-C297C608B94D}" dt="2023-12-07T12:44:59.730" v="39" actId="255"/>
        <pc:sldMkLst>
          <pc:docMk/>
          <pc:sldMk cId="2595970267" sldId="334"/>
        </pc:sldMkLst>
        <pc:spChg chg="add mod">
          <ac:chgData name="Paul Winser" userId="c3146a91-e6bd-4264-bd86-e164e04bc32d" providerId="ADAL" clId="{D56D9B0B-2907-43DD-AE47-C297C608B94D}" dt="2023-12-07T12:43:41.324" v="17"/>
          <ac:spMkLst>
            <pc:docMk/>
            <pc:sldMk cId="2595970267" sldId="334"/>
            <ac:spMk id="2" creationId="{4E4BA688-DBBE-FE29-552B-C76659C0D9D5}"/>
          </ac:spMkLst>
        </pc:spChg>
        <pc:spChg chg="mod">
          <ac:chgData name="Paul Winser" userId="c3146a91-e6bd-4264-bd86-e164e04bc32d" providerId="ADAL" clId="{D56D9B0B-2907-43DD-AE47-C297C608B94D}" dt="2023-12-07T12:44:59.730" v="39" actId="255"/>
          <ac:spMkLst>
            <pc:docMk/>
            <pc:sldMk cId="2595970267" sldId="334"/>
            <ac:spMk id="3" creationId="{00000000-0000-0000-0000-000000000000}"/>
          </ac:spMkLst>
        </pc:spChg>
      </pc:sldChg>
      <pc:sldChg chg="addSp modSp">
        <pc:chgData name="Paul Winser" userId="c3146a91-e6bd-4264-bd86-e164e04bc32d" providerId="ADAL" clId="{D56D9B0B-2907-43DD-AE47-C297C608B94D}" dt="2023-12-07T12:44:39.284" v="37"/>
        <pc:sldMkLst>
          <pc:docMk/>
          <pc:sldMk cId="214322090" sldId="335"/>
        </pc:sldMkLst>
        <pc:spChg chg="add mod">
          <ac:chgData name="Paul Winser" userId="c3146a91-e6bd-4264-bd86-e164e04bc32d" providerId="ADAL" clId="{D56D9B0B-2907-43DD-AE47-C297C608B94D}" dt="2023-12-07T12:44:39.284" v="37"/>
          <ac:spMkLst>
            <pc:docMk/>
            <pc:sldMk cId="214322090" sldId="335"/>
            <ac:spMk id="4" creationId="{667F6B8F-2621-257C-8395-F13EAE075225}"/>
          </ac:spMkLst>
        </pc:spChg>
      </pc:sldChg>
      <pc:sldChg chg="addSp modSp">
        <pc:chgData name="Paul Winser" userId="c3146a91-e6bd-4264-bd86-e164e04bc32d" providerId="ADAL" clId="{D56D9B0B-2907-43DD-AE47-C297C608B94D}" dt="2023-12-07T12:44:42.974" v="38"/>
        <pc:sldMkLst>
          <pc:docMk/>
          <pc:sldMk cId="2988423709" sldId="336"/>
        </pc:sldMkLst>
        <pc:spChg chg="add mod">
          <ac:chgData name="Paul Winser" userId="c3146a91-e6bd-4264-bd86-e164e04bc32d" providerId="ADAL" clId="{D56D9B0B-2907-43DD-AE47-C297C608B94D}" dt="2023-12-07T12:44:42.974" v="38"/>
          <ac:spMkLst>
            <pc:docMk/>
            <pc:sldMk cId="2988423709" sldId="336"/>
            <ac:spMk id="4" creationId="{06B28F8D-1B4F-DB2D-3F4C-EEFFA2F92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6223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9078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3772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2194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2065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36088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3698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3161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6168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9490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1040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232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  <a:p>
            <a:pPr rtl="1"/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296464D-6340-77EB-3FDD-C01577F377C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rtl="0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100" b="0" i="0" dirty="0">
                <a:solidFill>
                  <a:srgbClr val="444444"/>
                </a:solidFill>
                <a:effectLst/>
              </a:rPr>
              <a:t>A103000360226</a:t>
            </a:r>
            <a:endParaRPr lang="ar" sz="1100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501A9B6-71E4-5A59-049C-3D751478A0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12</a:t>
            </a:r>
            <a:br>
              <a:rPr lang="en-GB" altLang="en-US" sz="4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تحسين الأعمال</a:t>
            </a:r>
            <a:br>
              <a:rPr lang="en-GB" altLang="en-US" sz="4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25253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تحسين الأعمال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9228" y="2433222"/>
            <a:ext cx="7625180" cy="1820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ستكتشف في هذه الوحدة كيف يؤثر استخدام مبادئ 5S لتخطيط العمليات والحد من الفاقد والتنظيم الجيد لمكان العمل، في توفير الوقت والمال.</a:t>
            </a: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تقنيات تقليل الفاقد في موقع العمل الهندسي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تحسينات على تنظيم منطقة عمل هندسية باستخدام مسح منطقة العمل </a:t>
            </a:r>
            <a: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وفق منهجية 5S</a:t>
            </a: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56792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75920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عملية الأعمال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الفاقد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فوائد تقليل الفاقد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14700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تقنيات تقليل الفاقد 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في موقع العمل الهندسي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رموز مخطط التدفق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D0C8473E-6A24-4C07-4315-A3E154AD7573}"/>
              </a:ext>
            </a:extLst>
          </p:cNvPr>
          <p:cNvSpPr/>
          <p:nvPr/>
        </p:nvSpPr>
        <p:spPr>
          <a:xfrm flipH="1">
            <a:off x="6104533" y="2699076"/>
            <a:ext cx="1584176" cy="792088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العملية (الإجراءات)</a:t>
            </a:r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CF477CE7-B501-442B-29E3-56169289042D}"/>
              </a:ext>
            </a:extLst>
          </p:cNvPr>
          <p:cNvSpPr/>
          <p:nvPr/>
        </p:nvSpPr>
        <p:spPr>
          <a:xfrm flipH="1">
            <a:off x="5724544" y="4188737"/>
            <a:ext cx="2109936" cy="1152128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القرار</a:t>
            </a:r>
          </a:p>
        </p:txBody>
      </p:sp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4717A07D-D45C-3A3A-BC4F-140867F48F88}"/>
              </a:ext>
            </a:extLst>
          </p:cNvPr>
          <p:cNvSpPr/>
          <p:nvPr/>
        </p:nvSpPr>
        <p:spPr>
          <a:xfrm flipH="1">
            <a:off x="4182437" y="2564904"/>
            <a:ext cx="1109643" cy="1169584"/>
          </a:xfrm>
          <a:prstGeom prst="flowChartDelay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تأخير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D78130D3-2D0B-FE87-D5A7-D8E7E5E2D4B4}"/>
              </a:ext>
            </a:extLst>
          </p:cNvPr>
          <p:cNvSpPr/>
          <p:nvPr/>
        </p:nvSpPr>
        <p:spPr>
          <a:xfrm flipH="1">
            <a:off x="1713800" y="2601856"/>
            <a:ext cx="1656184" cy="1169584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مستند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1F785D8A-96B9-035B-AC9D-9993BB90535C}"/>
              </a:ext>
            </a:extLst>
          </p:cNvPr>
          <p:cNvSpPr/>
          <p:nvPr/>
        </p:nvSpPr>
        <p:spPr>
          <a:xfrm flipH="1">
            <a:off x="3730024" y="4425593"/>
            <a:ext cx="1656184" cy="576064"/>
          </a:xfrm>
          <a:prstGeom prst="flowChartTermina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وسيلة الإنهاء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293F560A-2F78-4011-E9EA-154FA4B4F250}"/>
              </a:ext>
            </a:extLst>
          </p:cNvPr>
          <p:cNvSpPr/>
          <p:nvPr/>
        </p:nvSpPr>
        <p:spPr>
          <a:xfrm flipH="1">
            <a:off x="1733636" y="4164721"/>
            <a:ext cx="1483107" cy="1015557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بيانات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3995520" y="6021288"/>
            <a:ext cx="1296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flipH="1">
            <a:off x="4301071" y="5508096"/>
            <a:ext cx="707246" cy="400110"/>
          </a:xfrm>
          <a:prstGeom prst="rect">
            <a:avLst/>
          </a:prstGeom>
        </p:spPr>
        <p:txBody>
          <a:bodyPr wrap="none" rtlCol="1">
            <a:spAutoFit/>
          </a:bodyPr>
          <a:lstStyle/>
          <a:p>
            <a:pPr algn="ctr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الموصل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48972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التدفق</a:t>
            </a:r>
          </a:p>
          <a:p>
            <a:pPr algn="ctr" rtl="1"/>
            <a:endParaRPr lang="en-GB" altLang="en-US" sz="36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43" name="Group 42"/>
          <p:cNvGrpSpPr/>
          <p:nvPr/>
        </p:nvGrpSpPr>
        <p:grpSpPr>
          <a:xfrm flipH="1">
            <a:off x="648883" y="2420888"/>
            <a:ext cx="8027573" cy="2893509"/>
            <a:chOff x="318013" y="2131199"/>
            <a:chExt cx="8027573" cy="2893509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D0C8473E-6A24-4C07-4315-A3E154AD7573}"/>
                </a:ext>
              </a:extLst>
            </p:cNvPr>
            <p:cNvSpPr/>
            <p:nvPr/>
          </p:nvSpPr>
          <p:spPr>
            <a:xfrm>
              <a:off x="3459894" y="4048414"/>
              <a:ext cx="1584176" cy="79208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العملية 2</a:t>
              </a:r>
            </a:p>
          </p:txBody>
        </p:sp>
        <p:sp>
          <p:nvSpPr>
            <p:cNvPr id="5" name="Flowchart: Delay 4">
              <a:extLst>
                <a:ext uri="{FF2B5EF4-FFF2-40B4-BE49-F238E27FC236}">
                  <a16:creationId xmlns:a16="http://schemas.microsoft.com/office/drawing/2014/main" id="{4717A07D-D45C-3A3A-BC4F-140867F48F88}"/>
                </a:ext>
              </a:extLst>
            </p:cNvPr>
            <p:cNvSpPr/>
            <p:nvPr/>
          </p:nvSpPr>
          <p:spPr>
            <a:xfrm flipH="1">
              <a:off x="6133795" y="3855124"/>
              <a:ext cx="1130885" cy="1169584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انتظر </a:t>
              </a:r>
              <a:br>
                <a:rPr lang="ar-EG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30 ثانية</a:t>
              </a:r>
              <a:endParaRPr lang="en-GB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lowchart: Terminator 6">
              <a:extLst>
                <a:ext uri="{FF2B5EF4-FFF2-40B4-BE49-F238E27FC236}">
                  <a16:creationId xmlns:a16="http://schemas.microsoft.com/office/drawing/2014/main" id="{1F785D8A-96B9-035B-AC9D-9993BB90535C}"/>
                </a:ext>
              </a:extLst>
            </p:cNvPr>
            <p:cNvSpPr/>
            <p:nvPr/>
          </p:nvSpPr>
          <p:spPr>
            <a:xfrm>
              <a:off x="318013" y="2316363"/>
              <a:ext cx="1656184" cy="576064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البدء</a:t>
              </a:r>
            </a:p>
          </p:txBody>
        </p:sp>
        <p:sp>
          <p:nvSpPr>
            <p:cNvPr id="8" name="Flowchart: Data 7">
              <a:extLst>
                <a:ext uri="{FF2B5EF4-FFF2-40B4-BE49-F238E27FC236}">
                  <a16:creationId xmlns:a16="http://schemas.microsoft.com/office/drawing/2014/main" id="{293F560A-2F78-4011-E9EA-154FA4B4F250}"/>
                </a:ext>
              </a:extLst>
            </p:cNvPr>
            <p:cNvSpPr/>
            <p:nvPr/>
          </p:nvSpPr>
          <p:spPr>
            <a:xfrm>
              <a:off x="2780609" y="2131199"/>
              <a:ext cx="2584286" cy="1015557"/>
            </a:xfrm>
            <a:prstGeom prst="flowChartInputOutpu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قراءة التعليمات</a:t>
              </a:r>
              <a:endParaRPr lang="en-GB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974197" y="2604395"/>
              <a:ext cx="10493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D0C8473E-6A24-4C07-4315-A3E154AD7573}"/>
                </a:ext>
              </a:extLst>
            </p:cNvPr>
            <p:cNvSpPr/>
            <p:nvPr/>
          </p:nvSpPr>
          <p:spPr>
            <a:xfrm>
              <a:off x="6178897" y="2208351"/>
              <a:ext cx="1584176" cy="79208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العملية 1</a:t>
              </a:r>
            </a:p>
          </p:txBody>
        </p:sp>
        <p:sp>
          <p:nvSpPr>
            <p:cNvPr id="13" name="Flowchart: Terminator 12">
              <a:extLst>
                <a:ext uri="{FF2B5EF4-FFF2-40B4-BE49-F238E27FC236}">
                  <a16:creationId xmlns:a16="http://schemas.microsoft.com/office/drawing/2014/main" id="{1F785D8A-96B9-035B-AC9D-9993BB90535C}"/>
                </a:ext>
              </a:extLst>
            </p:cNvPr>
            <p:cNvSpPr/>
            <p:nvPr/>
          </p:nvSpPr>
          <p:spPr>
            <a:xfrm>
              <a:off x="735424" y="4151884"/>
              <a:ext cx="1656184" cy="576064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20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النهاية</a:t>
              </a:r>
              <a:endParaRPr lang="en-GB" sz="20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113837" y="2638978"/>
              <a:ext cx="10493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2391608" y="4439916"/>
              <a:ext cx="106828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5044070" y="4439916"/>
              <a:ext cx="106828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7778736" y="2638976"/>
              <a:ext cx="554230" cy="29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7264680" y="4431070"/>
              <a:ext cx="1080906" cy="8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20346" y="2630131"/>
              <a:ext cx="25240" cy="18009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95339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قطع قضيب فولاذي حسب الحجم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6604" y="1844452"/>
            <a:ext cx="4618637" cy="48040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>
              <a:lnSpc>
                <a:spcPct val="95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ضع هذه الخطوات بالترتيب الصحيح:</a:t>
            </a:r>
          </a:p>
          <a:p>
            <a:pPr rtl="1">
              <a:lnSpc>
                <a:spcPct val="95000"/>
              </a:lnSpc>
            </a:pPr>
            <a:endParaRPr lang="en-US" sz="1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القضيب غير المستخدم إلى مخزن المواد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إحضار مبرد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الأدوات إلى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إحضار قضيب من مخزن المواد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تثبيت القضيب في مِلزمة نضدية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التأكد من الطول الصحيح لقضيب القطع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مبرد لإزالة أي نتوءات من الأطراف المقطوعة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إحضار المنشار الصغير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إحضار مسطرة فولاذية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إحضار قلم تحديد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قطع القضيب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قياس طول القضيب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مكان قطع القضيب باستخدام قلم التحديد</a:t>
            </a: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72737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نشاط</a:t>
            </a:r>
            <a:r>
              <a:rPr lang="ar" sz="4600">
                <a:solidFill>
                  <a:srgbClr val="00B05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ذو قيمة مضافة</a:t>
            </a:r>
            <a:endParaRPr lang="en-GB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050" y="2196000"/>
            <a:ext cx="7894636" cy="3878436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أي نشاط يضيف بالفعل قيمة إلى المنتج الذي يتم تصنيعه أو العملية التي يتم تنفيذها يسمى نشاط ذو قيمة مضافة.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في مثال قطع قضيب فولاذي حسب الطول المطلوب، فإن الخطوة التي يتم فيها قطع القضيب فعليًا هي القيمة المضافة فقط.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بينما في أغلب العمليات، يكون هناك عادةً عدد قليل جدًا من الخطوات ذات القيمة المضافة.</a:t>
            </a:r>
            <a:endParaRPr lang="en-GB" sz="26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913866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نشاط</a:t>
            </a:r>
            <a:r>
              <a:rPr lang="ar" sz="4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عديم القيمة المضافة</a:t>
            </a:r>
            <a:endParaRPr lang="en-GB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1" y="2196000"/>
            <a:ext cx="8207375" cy="3878436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أي نشاط لا يضيف قيمة مباشرة إلى المنتج الذي يتم تصنيعه أو العملية التي يتم تنفيذها يسمى نشاط عديم القيمة المضافة.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مثال قطع قضيب فولاذي حسب الطول، معظم الأنشطة عديمة القيمة المضافة.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معظم العمليات، تكون العديد من الأنشطة عديمة القيمة المضافة.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الممكن توفير الوقت والمال من خلال إنهاء الأنشطة عديمة القيمة المضافة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أو الحد منها. 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7147251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قطع قضيب فولاذي حسب الحجم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3544" y="1772816"/>
            <a:ext cx="5516317" cy="506677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>
              <a:lnSpc>
                <a:spcPct val="95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هذه الخطوات الآن بترتيب مناسب. تم تحديد الخطوات ذات </a:t>
            </a:r>
            <a:r>
              <a:rPr lang="ar" sz="2000" dirty="0">
                <a:solidFill>
                  <a:srgbClr val="00B05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القيمة المضافة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br>
              <a:rPr lang="en-US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و</a:t>
            </a: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عديمة </a:t>
            </a:r>
            <a:r>
              <a:rPr lang="ar" sz="20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القيمة المضافة </a:t>
            </a:r>
            <a:r>
              <a:rPr lang="a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أيضًا:</a:t>
            </a:r>
          </a:p>
          <a:p>
            <a:pPr rtl="1">
              <a:lnSpc>
                <a:spcPct val="95000"/>
              </a:lnSpc>
            </a:pPr>
            <a:endParaRPr lang="en-US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إحضار مسطرة فولاذية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إحضار قلم تحديد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إحضار المنشار الصغير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إحضار مبرد من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إحضار قضيب من مخزن المواد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قياس طول القضيب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تحديد مكان قطع القضيب باستخدام قلم التحديد</a:t>
            </a:r>
            <a:endParaRPr lang="en-GB" sz="200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تثبيت القضيب في مِلزمة نضدية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00B05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قطع القضيب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مبرد لإزالة أي نتوءات من الأطراف المقطوعة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التأكد من الطول الصحيح لقضيب القطع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الأدوات إلى مخزن الأدوات</a:t>
            </a:r>
          </a:p>
          <a:p>
            <a:pPr marL="285750" indent="-285750" rtl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القضيب غير المستخدم إلى مخزن المواد</a:t>
            </a:r>
          </a:p>
          <a:p>
            <a:pPr rtl="1">
              <a:lnSpc>
                <a:spcPct val="95000"/>
              </a:lnSpc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959702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H="1">
            <a:off x="6146535" y="2352553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بوضع معجون المهندس الأزرق على الدعامة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4479657" y="2352553"/>
            <a:ext cx="1219050" cy="13794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اخدش خطوطًا موازية للحواف العلوية والجانبية. يظهر موضع الثقب حيث تتقاطع الخطوط.</a:t>
            </a:r>
          </a:p>
        </p:txBody>
      </p:sp>
      <p:sp>
        <p:nvSpPr>
          <p:cNvPr id="7" name="Rectangle 6"/>
          <p:cNvSpPr/>
          <p:nvPr/>
        </p:nvSpPr>
        <p:spPr>
          <a:xfrm flipH="1">
            <a:off x="2795620" y="2352552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موضع الفتحة باستخدام المثقاب المركزي الجاهز للحفر. 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6125917" y="4312159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مفتاح قابض اللقم.</a:t>
            </a:r>
          </a:p>
        </p:txBody>
      </p:sp>
      <p:sp>
        <p:nvSpPr>
          <p:cNvPr id="9" name="Oval 8"/>
          <p:cNvSpPr/>
          <p:nvPr/>
        </p:nvSpPr>
        <p:spPr>
          <a:xfrm flipH="1">
            <a:off x="7825163" y="2722767"/>
            <a:ext cx="838756" cy="5424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البدء</a:t>
            </a:r>
          </a:p>
        </p:txBody>
      </p:sp>
      <p:sp>
        <p:nvSpPr>
          <p:cNvPr id="14" name="Rectangle 13"/>
          <p:cNvSpPr/>
          <p:nvPr/>
        </p:nvSpPr>
        <p:spPr>
          <a:xfrm flipH="1">
            <a:off x="4443763" y="4367385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مثقاب بقطر 6.0 مم.</a:t>
            </a:r>
          </a:p>
        </p:txBody>
      </p:sp>
      <p:sp>
        <p:nvSpPr>
          <p:cNvPr id="16" name="Rectangle 15"/>
          <p:cNvSpPr/>
          <p:nvPr/>
        </p:nvSpPr>
        <p:spPr>
          <a:xfrm flipH="1">
            <a:off x="2776886" y="4367386"/>
            <a:ext cx="1219050" cy="128289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مثقاب بقطر 6.0 مم في المقبض.</a:t>
            </a:r>
          </a:p>
        </p:txBody>
      </p:sp>
      <p:sp>
        <p:nvSpPr>
          <p:cNvPr id="17" name="Rectangle 16"/>
          <p:cNvSpPr/>
          <p:nvPr/>
        </p:nvSpPr>
        <p:spPr>
          <a:xfrm flipH="1">
            <a:off x="1092848" y="4367384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ضع قطعة من الفولاذ في ملزمة الماكينات (مثبتة بالفعل على طاولة المثقاب العمودي)</a:t>
            </a:r>
          </a:p>
        </p:txBody>
      </p:sp>
      <p:sp>
        <p:nvSpPr>
          <p:cNvPr id="22" name="Rectangle 21"/>
          <p:cNvSpPr/>
          <p:nvPr/>
        </p:nvSpPr>
        <p:spPr>
          <a:xfrm flipH="1">
            <a:off x="1067763" y="2352552"/>
            <a:ext cx="1219050" cy="12828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سرعة الثقب لتتناسب مع المادة وحجم الفتحة.</a:t>
            </a:r>
          </a:p>
        </p:txBody>
      </p: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7456570" y="301215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H="1">
            <a:off x="5751109" y="301215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>
            <a:off x="4104480" y="301215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2401006" y="2985055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 flipH="1">
            <a:off x="702058" y="2985055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</p:cNvCxnSpPr>
          <p:nvPr/>
        </p:nvCxnSpPr>
        <p:spPr>
          <a:xfrm flipH="1">
            <a:off x="7420676" y="4944841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5715215" y="4944841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H="1">
            <a:off x="4068586" y="4944841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 flipH="1">
            <a:off x="2408141" y="496001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H="1">
            <a:off x="743837" y="496001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2202" y="1211894"/>
            <a:ext cx="792088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حدد الخطوات ذات </a:t>
            </a:r>
            <a:r>
              <a:rPr lang="ar" sz="2200">
                <a:solidFill>
                  <a:srgbClr val="00B05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القيمة المضافة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2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وعديمة القيمة المضافة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واقترح كيف يمكن تقليل الخطوات </a:t>
            </a:r>
            <a:r>
              <a:rPr lang="ar" sz="22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عديمة القيمة المضافة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في هذه العملية لثقب فتحة في دعامة معدنية:</a:t>
            </a: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828505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 flipH="1">
            <a:off x="475826" y="4430527"/>
            <a:ext cx="1034158" cy="5193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النهاية</a:t>
            </a:r>
          </a:p>
        </p:txBody>
      </p:sp>
      <p:sp>
        <p:nvSpPr>
          <p:cNvPr id="14" name="Rectangle 13"/>
          <p:cNvSpPr/>
          <p:nvPr/>
        </p:nvSpPr>
        <p:spPr>
          <a:xfrm flipH="1">
            <a:off x="4935432" y="2204864"/>
            <a:ext cx="1194722" cy="12456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ثبت موضع الطاولة وتحقق من أن كل شيء آمن.</a:t>
            </a:r>
          </a:p>
        </p:txBody>
      </p:sp>
      <p:sp>
        <p:nvSpPr>
          <p:cNvPr id="15" name="Rectangle 14"/>
          <p:cNvSpPr/>
          <p:nvPr/>
        </p:nvSpPr>
        <p:spPr>
          <a:xfrm flipH="1">
            <a:off x="3267319" y="2204864"/>
            <a:ext cx="1194722" cy="12456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احفر ثقب</a:t>
            </a:r>
          </a:p>
        </p:txBody>
      </p:sp>
      <p:sp>
        <p:nvSpPr>
          <p:cNvPr id="16" name="Rectangle 15"/>
          <p:cNvSpPr/>
          <p:nvPr/>
        </p:nvSpPr>
        <p:spPr>
          <a:xfrm flipH="1">
            <a:off x="1611323" y="2223304"/>
            <a:ext cx="1194722" cy="120874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مفتاح قابض اللقم.</a:t>
            </a:r>
          </a:p>
        </p:txBody>
      </p:sp>
      <p:sp>
        <p:nvSpPr>
          <p:cNvPr id="17" name="Rectangle 16"/>
          <p:cNvSpPr/>
          <p:nvPr/>
        </p:nvSpPr>
        <p:spPr>
          <a:xfrm flipH="1">
            <a:off x="6997198" y="4161211"/>
            <a:ext cx="1194722" cy="12271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لقمة التخويش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5306029" y="4161210"/>
            <a:ext cx="1194722" cy="12271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لقمة التخويش بحيث تتناسب مع قابض اللقم</a:t>
            </a:r>
          </a:p>
        </p:txBody>
      </p:sp>
      <p:sp>
        <p:nvSpPr>
          <p:cNvPr id="19" name="Rectangle 18"/>
          <p:cNvSpPr/>
          <p:nvPr/>
        </p:nvSpPr>
        <p:spPr>
          <a:xfrm flipH="1">
            <a:off x="3675605" y="4142771"/>
            <a:ext cx="1194722" cy="12456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بتخويش الثقب</a:t>
            </a:r>
          </a:p>
        </p:txBody>
      </p:sp>
      <p:sp>
        <p:nvSpPr>
          <p:cNvPr id="20" name="Rectangle 19"/>
          <p:cNvSpPr/>
          <p:nvPr/>
        </p:nvSpPr>
        <p:spPr>
          <a:xfrm flipH="1">
            <a:off x="1993664" y="4205354"/>
            <a:ext cx="1194722" cy="11830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بإزالة الدعامة من ملزمة الماكينات.</a:t>
            </a:r>
          </a:p>
        </p:txBody>
      </p:sp>
      <p:sp>
        <p:nvSpPr>
          <p:cNvPr id="21" name="Rectangle 20"/>
          <p:cNvSpPr/>
          <p:nvPr/>
        </p:nvSpPr>
        <p:spPr>
          <a:xfrm flipH="1">
            <a:off x="6646090" y="2204864"/>
            <a:ext cx="1194722" cy="12456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ارتفاع وموضع طاولة المثقاب العمودي.</a:t>
            </a: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7907404" y="278092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H="1">
            <a:off x="6216234" y="278092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4585810" y="278934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2903869" y="279254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H="1">
            <a:off x="1257781" y="278092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>
            <a:off x="8316416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6642575" y="4730437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 flipH="1">
            <a:off x="4931917" y="473573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</p:cNvCxnSpPr>
          <p:nvPr/>
        </p:nvCxnSpPr>
        <p:spPr>
          <a:xfrm flipH="1">
            <a:off x="3263804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1607808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61893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H="1">
            <a:off x="6447104" y="1412777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بوضع معجون المهندس الأزرق على الدعامة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4780226" y="1412777"/>
            <a:ext cx="1219050" cy="1379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اخدش خطوطًا موازية للحواف العلوية والجانبية. يظهر موضع الثقب حيث تتقاطع الخطوط.</a:t>
            </a:r>
          </a:p>
        </p:txBody>
      </p:sp>
      <p:sp>
        <p:nvSpPr>
          <p:cNvPr id="7" name="Rectangle 6"/>
          <p:cNvSpPr/>
          <p:nvPr/>
        </p:nvSpPr>
        <p:spPr>
          <a:xfrm flipH="1">
            <a:off x="3096189" y="1412776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موضع الفتحة باستخدام المثقاب المركزي الجاهز للحفر. 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6462380" y="4020454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مفتاح قابض اللقم.</a:t>
            </a:r>
          </a:p>
        </p:txBody>
      </p:sp>
      <p:sp>
        <p:nvSpPr>
          <p:cNvPr id="9" name="Oval 8"/>
          <p:cNvSpPr/>
          <p:nvPr/>
        </p:nvSpPr>
        <p:spPr>
          <a:xfrm flipH="1">
            <a:off x="8125732" y="1782991"/>
            <a:ext cx="838756" cy="5424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البدء</a:t>
            </a:r>
          </a:p>
        </p:txBody>
      </p:sp>
      <p:sp>
        <p:nvSpPr>
          <p:cNvPr id="14" name="Rectangle 13"/>
          <p:cNvSpPr/>
          <p:nvPr/>
        </p:nvSpPr>
        <p:spPr>
          <a:xfrm flipH="1">
            <a:off x="4780226" y="4075680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حدد موقع مثقاب بقطر 6.0 مم.</a:t>
            </a:r>
          </a:p>
        </p:txBody>
      </p:sp>
      <p:sp>
        <p:nvSpPr>
          <p:cNvPr id="16" name="Rectangle 15"/>
          <p:cNvSpPr/>
          <p:nvPr/>
        </p:nvSpPr>
        <p:spPr>
          <a:xfrm flipH="1">
            <a:off x="3113349" y="4075681"/>
            <a:ext cx="1219050" cy="12828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مثقاب بقطر 6.0 مم في المقبض.</a:t>
            </a:r>
          </a:p>
        </p:txBody>
      </p:sp>
      <p:sp>
        <p:nvSpPr>
          <p:cNvPr id="17" name="Rectangle 16"/>
          <p:cNvSpPr/>
          <p:nvPr/>
        </p:nvSpPr>
        <p:spPr>
          <a:xfrm flipH="1">
            <a:off x="1429311" y="4075679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ضع قطعة من الفولاذ في ملزمة الماكينات (مثبتة بالفعل على طاولة المثقاب العمودي)</a:t>
            </a:r>
          </a:p>
        </p:txBody>
      </p:sp>
      <p:sp>
        <p:nvSpPr>
          <p:cNvPr id="22" name="Rectangle 21"/>
          <p:cNvSpPr/>
          <p:nvPr/>
        </p:nvSpPr>
        <p:spPr>
          <a:xfrm flipH="1">
            <a:off x="1368332" y="1412776"/>
            <a:ext cx="1219050" cy="1282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اضبط سرعة الثقب لتتناسب مع المادة وحجم الفتحة.</a:t>
            </a:r>
          </a:p>
        </p:txBody>
      </p:sp>
      <p:sp>
        <p:nvSpPr>
          <p:cNvPr id="23" name="Up Arrow Callout 22"/>
          <p:cNvSpPr/>
          <p:nvPr/>
        </p:nvSpPr>
        <p:spPr>
          <a:xfrm flipH="1">
            <a:off x="3096190" y="2827316"/>
            <a:ext cx="4585241" cy="817707"/>
          </a:xfrm>
          <a:prstGeom prst="upArrowCallou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يمكن التخلص من أنشطة وضع العلامات باستخدام موجِّه ثقب لتثبيت الدعامة </a:t>
            </a:r>
            <a:br>
              <a:rPr lang="ar-EG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الموضع الصحيح للثقب.  </a:t>
            </a:r>
          </a:p>
        </p:txBody>
      </p:sp>
      <p:sp>
        <p:nvSpPr>
          <p:cNvPr id="24" name="Up Arrow Callout 23"/>
          <p:cNvSpPr/>
          <p:nvPr/>
        </p:nvSpPr>
        <p:spPr>
          <a:xfrm flipH="1">
            <a:off x="475604" y="2737289"/>
            <a:ext cx="2557559" cy="1212370"/>
          </a:xfrm>
          <a:prstGeom prst="upArrowCallou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يتم ذلك مرة واحدة فقط لكل مجموعة من الدعامات ولكن يمكن تقليلها باستخدام مثقاب عمودي ذو علبة تروس سريعة التغيير.  </a:t>
            </a:r>
          </a:p>
        </p:txBody>
      </p:sp>
      <p:sp>
        <p:nvSpPr>
          <p:cNvPr id="25" name="Up Arrow Callout 24"/>
          <p:cNvSpPr/>
          <p:nvPr/>
        </p:nvSpPr>
        <p:spPr>
          <a:xfrm flipH="1">
            <a:off x="6447103" y="5449197"/>
            <a:ext cx="1446641" cy="1228897"/>
          </a:xfrm>
          <a:prstGeom prst="upArrowCallou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 السهل أن تفقد مفاتيح قابض اللقم. استخدم قابض لقم دون مفتاح </a:t>
            </a:r>
            <a:br>
              <a:rPr lang="ar-EG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بدلاً من ذلك. </a:t>
            </a:r>
          </a:p>
        </p:txBody>
      </p:sp>
      <p:sp>
        <p:nvSpPr>
          <p:cNvPr id="26" name="Up Arrow Callout 25"/>
          <p:cNvSpPr/>
          <p:nvPr/>
        </p:nvSpPr>
        <p:spPr>
          <a:xfrm flipH="1">
            <a:off x="4405049" y="5493329"/>
            <a:ext cx="1934661" cy="1184765"/>
          </a:xfrm>
          <a:prstGeom prst="upArrowCallou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بتخزين لقم الثقب في رفوف</a:t>
            </a:r>
            <a:br>
              <a:rPr lang="ar-EG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بالقرب من المثقاب العمودي </a:t>
            </a:r>
            <a:br>
              <a:rPr lang="ar-EG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لتسهيل العثور عليها</a:t>
            </a:r>
          </a:p>
        </p:txBody>
      </p:sp>
      <p:sp>
        <p:nvSpPr>
          <p:cNvPr id="27" name="Up Arrow Callout 26"/>
          <p:cNvSpPr/>
          <p:nvPr/>
        </p:nvSpPr>
        <p:spPr>
          <a:xfrm flipH="1">
            <a:off x="1290659" y="5484594"/>
            <a:ext cx="1446641" cy="1193500"/>
          </a:xfrm>
          <a:prstGeom prst="upArrowCallou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بتثبيت الدعامة </a:t>
            </a:r>
            <a:br>
              <a:rPr lang="ar-EG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3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موجِّه الثقب.</a:t>
            </a:r>
          </a:p>
        </p:txBody>
      </p: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7757139" y="207238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H="1">
            <a:off x="6051678" y="207238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>
            <a:off x="4405049" y="207238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2701575" y="2045279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 flipH="1">
            <a:off x="1002627" y="2045279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</p:cNvCxnSpPr>
          <p:nvPr/>
        </p:nvCxnSpPr>
        <p:spPr>
          <a:xfrm flipH="1">
            <a:off x="7757139" y="465313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6051678" y="465313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H="1">
            <a:off x="4405049" y="465313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 flipH="1">
            <a:off x="2744604" y="466830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H="1">
            <a:off x="1080300" y="466830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96346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 flipH="1">
            <a:off x="475826" y="1340768"/>
            <a:ext cx="7716095" cy="5117827"/>
            <a:chOff x="1624399" y="745706"/>
            <a:chExt cx="9731892" cy="4655742"/>
          </a:xfrm>
        </p:grpSpPr>
        <p:sp>
          <p:nvSpPr>
            <p:cNvPr id="5" name="Oval 4"/>
            <p:cNvSpPr/>
            <p:nvPr/>
          </p:nvSpPr>
          <p:spPr>
            <a:xfrm>
              <a:off x="10051964" y="3556493"/>
              <a:ext cx="1304327" cy="47246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النهاية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29227" y="745706"/>
              <a:ext cx="1506838" cy="11331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ثبت موضع الطاولة وتحقق من أن كل شيء آمن.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333127" y="745706"/>
              <a:ext cx="1506838" cy="1133161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احفر ثقب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21746" y="762481"/>
              <a:ext cx="1506838" cy="10996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حدد موقع مفتاح قابض اللقم.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624400" y="3311493"/>
              <a:ext cx="1506838" cy="11163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حدد موقع لقمة التخويش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757380" y="3311492"/>
              <a:ext cx="1506838" cy="11163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اضبط لقمة التخويش بحيث تتناسب مع قابض اللقم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13745" y="3294718"/>
              <a:ext cx="1506838" cy="1133161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قم بتخويش الثقب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935086" y="3351650"/>
              <a:ext cx="1506838" cy="1076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قم بإزالة الدعامة من ملزمة الماكينات.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071667" y="745706"/>
              <a:ext cx="1506838" cy="11331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اضبط ارتفاع وموضع طاولة المثقاب العمودي.</a:t>
              </a:r>
            </a:p>
          </p:txBody>
        </p:sp>
        <p:sp>
          <p:nvSpPr>
            <p:cNvPr id="23" name="Up Arrow Callout 22"/>
            <p:cNvSpPr/>
            <p:nvPr/>
          </p:nvSpPr>
          <p:spPr>
            <a:xfrm>
              <a:off x="1688577" y="1878867"/>
              <a:ext cx="4189345" cy="1239114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التخلص من هذه الخطوات باستخدام موجِّه ثقب يتم إعداده مرة واحدة وسيكون استخدام شيء مثل مشبك التبديل أسرع في القيام به والتراجع عن ملزمة الماكينات.</a:t>
              </a:r>
            </a:p>
          </p:txBody>
        </p:sp>
        <p:sp>
          <p:nvSpPr>
            <p:cNvPr id="24" name="Up Arrow Callout 23"/>
            <p:cNvSpPr/>
            <p:nvPr/>
          </p:nvSpPr>
          <p:spPr>
            <a:xfrm>
              <a:off x="8404690" y="1884680"/>
              <a:ext cx="1788158" cy="1157882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 السهل أن تفقد مفاتيح قابض اللقم. استخدم قابض لقم دون مفتاح بدلاً من ذلك. </a:t>
              </a:r>
            </a:p>
          </p:txBody>
        </p:sp>
        <p:sp>
          <p:nvSpPr>
            <p:cNvPr id="25" name="Up Arrow Callout 24"/>
            <p:cNvSpPr/>
            <p:nvPr/>
          </p:nvSpPr>
          <p:spPr>
            <a:xfrm>
              <a:off x="7570455" y="4482171"/>
              <a:ext cx="3209418" cy="919277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يعد فك مشبك التبديل الموجود على موجِّه الثقب أسرع وأسهل من فك ملزمة الماكينات.</a:t>
              </a:r>
            </a:p>
          </p:txBody>
        </p:sp>
        <p:sp>
          <p:nvSpPr>
            <p:cNvPr id="26" name="Up Arrow Callout 25"/>
            <p:cNvSpPr/>
            <p:nvPr/>
          </p:nvSpPr>
          <p:spPr>
            <a:xfrm>
              <a:off x="1624399" y="4467863"/>
              <a:ext cx="5696184" cy="919277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التخلص من كل هذه المراحل إذا تم استخدام أداة الحفر والتخويش المدمجة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بدلاً من اثنتين مختلفتين.</a:t>
              </a:r>
            </a:p>
          </p:txBody>
        </p:sp>
      </p:grp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7903889" y="1916832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H="1">
            <a:off x="6212719" y="1916832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4582295" y="1925252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2900354" y="19284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H="1">
            <a:off x="1254266" y="1916832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>
            <a:off x="8316416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6642575" y="4730437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 flipH="1">
            <a:off x="4931917" y="4735730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</p:cNvCxnSpPr>
          <p:nvPr/>
        </p:nvCxnSpPr>
        <p:spPr>
          <a:xfrm flipH="1">
            <a:off x="3263804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1607808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88694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346118" y="1124744"/>
            <a:ext cx="8474354" cy="5421920"/>
            <a:chOff x="-639289" y="1284086"/>
            <a:chExt cx="9827978" cy="5421920"/>
          </a:xfrm>
        </p:grpSpPr>
        <p:sp>
          <p:nvSpPr>
            <p:cNvPr id="28" name="Oval 27"/>
            <p:cNvSpPr/>
            <p:nvPr/>
          </p:nvSpPr>
          <p:spPr>
            <a:xfrm>
              <a:off x="-639289" y="1659870"/>
              <a:ext cx="1036766" cy="4791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البدء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033005" y="1340077"/>
              <a:ext cx="1506838" cy="11331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حدد موقع لقمة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الحفر والتخويش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بقطر 6.0 مم.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7697" y="1300910"/>
              <a:ext cx="1506838" cy="113316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اضبط لقمة الحفر والتخويش بقطر 6.0 مم بحيث تناسب قابض اللقم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23189" y="1284086"/>
              <a:ext cx="1506838" cy="11331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ثبت الدعامة بمشبك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موجِّه الثقب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83715" y="1332866"/>
              <a:ext cx="1506838" cy="10692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اضبط سرعة الثقب لتتناسب مع المادة وحجم الفتحة. </a:t>
              </a:r>
            </a:p>
          </p:txBody>
        </p:sp>
        <p:sp>
          <p:nvSpPr>
            <p:cNvPr id="39" name="Up Arrow Callout 38"/>
            <p:cNvSpPr/>
            <p:nvPr/>
          </p:nvSpPr>
          <p:spPr>
            <a:xfrm>
              <a:off x="2843808" y="2492896"/>
              <a:ext cx="1788158" cy="1283066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احتفظ بها مُعلّمة بوضوح في رف بالقرب من المثقاب العمودي.</a:t>
              </a:r>
            </a:p>
          </p:txBody>
        </p:sp>
        <p:sp>
          <p:nvSpPr>
            <p:cNvPr id="40" name="Up Arrow Callout 39"/>
            <p:cNvSpPr/>
            <p:nvPr/>
          </p:nvSpPr>
          <p:spPr>
            <a:xfrm>
              <a:off x="570826" y="2402114"/>
              <a:ext cx="2060387" cy="1528868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استخدام مثقابًا عموديًا مزودًا بعلبة تروس سريعة التغيير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وليس سيور فيدل ثقيلة لجعل العملية أسرع.</a:t>
              </a:r>
            </a:p>
          </p:txBody>
        </p:sp>
        <p:sp>
          <p:nvSpPr>
            <p:cNvPr id="41" name="Up Arrow Callout 40"/>
            <p:cNvSpPr/>
            <p:nvPr/>
          </p:nvSpPr>
          <p:spPr>
            <a:xfrm>
              <a:off x="5015872" y="2473238"/>
              <a:ext cx="1788158" cy="1115104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استخدم قابض لقم دون مفتاح حتى لا تفقد مفتاح قابض اللقم. </a:t>
              </a:r>
            </a:p>
          </p:txBody>
        </p:sp>
        <p:sp>
          <p:nvSpPr>
            <p:cNvPr id="42" name="Up Arrow Callout 41"/>
            <p:cNvSpPr/>
            <p:nvPr/>
          </p:nvSpPr>
          <p:spPr>
            <a:xfrm>
              <a:off x="7187936" y="2459087"/>
              <a:ext cx="2000753" cy="1886802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يعني استخدام موجِّه الثقب عدم الحاجة إلى وضع العلامات وأن المشبك سريع الحركة سريع </a:t>
              </a:r>
              <a:br>
                <a:rPr lang="ar-EG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وسهل التشغيل.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43602" y="4345889"/>
              <a:ext cx="1506838" cy="1133161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قم بحفر الثقب وتخويشه</a:t>
              </a:r>
            </a:p>
          </p:txBody>
        </p:sp>
        <p:sp>
          <p:nvSpPr>
            <p:cNvPr id="44" name="Up Arrow Callout 43"/>
            <p:cNvSpPr/>
            <p:nvPr/>
          </p:nvSpPr>
          <p:spPr>
            <a:xfrm>
              <a:off x="279321" y="5508942"/>
              <a:ext cx="2564488" cy="1197064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يؤدي استخدام مثقاب مدمج إلى التخلص من الحاجة إلى التبديل بين الحفر والتخويش.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136746" y="4374354"/>
              <a:ext cx="1506838" cy="1076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قم بإزالة الدعامة من موجّه الثقب</a:t>
              </a:r>
            </a:p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.</a:t>
              </a:r>
            </a:p>
          </p:txBody>
        </p:sp>
        <p:sp>
          <p:nvSpPr>
            <p:cNvPr id="46" name="Up Arrow Callout 45"/>
            <p:cNvSpPr/>
            <p:nvPr/>
          </p:nvSpPr>
          <p:spPr>
            <a:xfrm>
              <a:off x="2940882" y="5508942"/>
              <a:ext cx="2432547" cy="1197064"/>
            </a:xfrm>
            <a:prstGeom prst="up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سيؤدي وجود مشبك سريع الحركة على موجِّه الثقب إلى جعل الدعامة سريعة وسهلة الإزالة.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5264530" y="4594515"/>
              <a:ext cx="1304328" cy="47246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ar" sz="13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النهاية</a:t>
              </a:r>
            </a:p>
          </p:txBody>
        </p:sp>
      </p:grp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7542294" y="171595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 flipH="1">
            <a:off x="5733404" y="171595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cxnSpLocks/>
          </p:cNvCxnSpPr>
          <p:nvPr/>
        </p:nvCxnSpPr>
        <p:spPr>
          <a:xfrm flipH="1">
            <a:off x="3944206" y="171595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114302" y="171595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202102" y="1715953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7421007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</p:cNvCxnSpPr>
          <p:nvPr/>
        </p:nvCxnSpPr>
        <p:spPr>
          <a:xfrm flipH="1">
            <a:off x="5673092" y="4725144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 flipH="1">
            <a:off x="3847783" y="4671407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flipH="1">
            <a:off x="202102" y="5319708"/>
            <a:ext cx="313184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 عملية منقح مع عدد أقل من الخطوات </a:t>
            </a:r>
            <a:r>
              <a:rPr lang="ar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عديمة </a:t>
            </a:r>
            <a:br>
              <a:rPr lang="ar-EG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القيمة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المضافة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7365166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الأشكال الثمانية للفاقد</a:t>
            </a:r>
          </a:p>
        </p:txBody>
      </p:sp>
      <p:grpSp>
        <p:nvGrpSpPr>
          <p:cNvPr id="3" name="Group 2"/>
          <p:cNvGrpSpPr/>
          <p:nvPr/>
        </p:nvGrpSpPr>
        <p:grpSpPr>
          <a:xfrm flipH="1">
            <a:off x="1115618" y="2183734"/>
            <a:ext cx="6624734" cy="4140461"/>
            <a:chOff x="1403648" y="2183734"/>
            <a:chExt cx="6624734" cy="4140461"/>
          </a:xfrm>
        </p:grpSpPr>
        <p:sp>
          <p:nvSpPr>
            <p:cNvPr id="4" name="Freeform 3"/>
            <p:cNvSpPr/>
            <p:nvPr/>
          </p:nvSpPr>
          <p:spPr>
            <a:xfrm>
              <a:off x="1403648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النقل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3680901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المخزون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5958153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الحركة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1403648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الانتظار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3680901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lvl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" sz="2400" b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الإنتاج الزائد</a:t>
              </a:r>
            </a:p>
          </p:txBody>
        </p:sp>
        <p:sp>
          <p:nvSpPr>
            <p:cNvPr id="9" name="Freeform 8"/>
            <p:cNvSpPr/>
            <p:nvPr/>
          </p:nvSpPr>
          <p:spPr>
            <a:xfrm>
              <a:off x="5958153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المعالجة الزائدة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2542274" y="5082057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العيوب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819527" y="5082057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إمكانات غير </a:t>
              </a:r>
              <a:br>
                <a:rPr lang="ar-EG" sz="24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معترف بها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2623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فوائد تقليل الفاقد</a:t>
            </a:r>
          </a:p>
        </p:txBody>
      </p:sp>
      <p:grpSp>
        <p:nvGrpSpPr>
          <p:cNvPr id="3" name="Group 2"/>
          <p:cNvGrpSpPr/>
          <p:nvPr/>
        </p:nvGrpSpPr>
        <p:grpSpPr>
          <a:xfrm flipH="1">
            <a:off x="1115618" y="2183734"/>
            <a:ext cx="6624734" cy="4140461"/>
            <a:chOff x="1403648" y="2183734"/>
            <a:chExt cx="6624734" cy="4140461"/>
          </a:xfrm>
        </p:grpSpPr>
        <p:sp>
          <p:nvSpPr>
            <p:cNvPr id="4" name="Freeform 3"/>
            <p:cNvSpPr/>
            <p:nvPr/>
          </p:nvSpPr>
          <p:spPr>
            <a:xfrm>
              <a:off x="1403648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تكلفة مخفضة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3680901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جودة محسنة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5958153" y="2183734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سلامة محسنة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1403648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ممارسات عمل محسنة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3680901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أوقات تسليم </a:t>
              </a:r>
              <a:br>
                <a:rPr lang="ar-EG" sz="24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محسنة</a:t>
              </a:r>
            </a:p>
          </p:txBody>
        </p:sp>
        <p:sp>
          <p:nvSpPr>
            <p:cNvPr id="9" name="Freeform 8"/>
            <p:cNvSpPr/>
            <p:nvPr/>
          </p:nvSpPr>
          <p:spPr>
            <a:xfrm>
              <a:off x="5958153" y="3632895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مواد نفايات </a:t>
              </a:r>
              <a:br>
                <a:rPr lang="ar-EG" sz="24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مخفضة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2542274" y="5082057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استخدام أفضل للموارد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819527" y="5082057"/>
              <a:ext cx="2070229" cy="1242138"/>
            </a:xfrm>
            <a:custGeom>
              <a:avLst/>
              <a:gdLst>
                <a:gd name="connsiteX0" fmla="*/ 0 w 2070229"/>
                <a:gd name="connsiteY0" fmla="*/ 0 h 1242138"/>
                <a:gd name="connsiteX1" fmla="*/ 2070229 w 2070229"/>
                <a:gd name="connsiteY1" fmla="*/ 0 h 1242138"/>
                <a:gd name="connsiteX2" fmla="*/ 2070229 w 2070229"/>
                <a:gd name="connsiteY2" fmla="*/ 1242138 h 1242138"/>
                <a:gd name="connsiteX3" fmla="*/ 0 w 2070229"/>
                <a:gd name="connsiteY3" fmla="*/ 1242138 h 1242138"/>
                <a:gd name="connsiteX4" fmla="*/ 0 w 2070229"/>
                <a:gd name="connsiteY4" fmla="*/ 0 h 124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0229" h="1242138">
                  <a:moveTo>
                    <a:pt x="0" y="0"/>
                  </a:moveTo>
                  <a:lnTo>
                    <a:pt x="2070229" y="0"/>
                  </a:lnTo>
                  <a:lnTo>
                    <a:pt x="2070229" y="1242138"/>
                  </a:lnTo>
                  <a:lnTo>
                    <a:pt x="0" y="1242138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6464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6464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3820" tIns="83820" rIns="83820" bIns="83820" numCol="1" spcCol="1270" rtlCol="1" anchor="ctr" anchorCtr="0">
              <a:noAutofit/>
            </a:bodyPr>
            <a:lstStyle/>
            <a:p>
              <a:pPr algn="ctr" defTabSz="977900" rtl="1">
                <a:lnSpc>
                  <a:spcPct val="90000"/>
                </a:lnSpc>
                <a:spcAft>
                  <a:spcPct val="35000"/>
                </a:spcAft>
              </a:pPr>
              <a:r>
                <a:rPr lang="ar" sz="2400">
                  <a:latin typeface="Sakkal Majalla" panose="02000000000000000000" pitchFamily="2" charset="-78"/>
                  <a:cs typeface="Sakkal Majalla" panose="02000000000000000000" pitchFamily="2" charset="-78"/>
                </a:rPr>
                <a:t>زيادة رضا العملاء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54815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780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تنظيم منطقة العمل وفق منهجية 5S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فوائد تنظيم منطقة العمل وفق منهجية 5S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060575"/>
            <a:ext cx="849694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04813" indent="-404813" algn="ctr" defTabSz="431800" rtl="1">
              <a:spcBef>
                <a:spcPts val="1200"/>
              </a:spcBef>
              <a:buNone/>
            </a:pP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تحسينات على تنظيم منطقة عمل 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هندسية باستخدام مسح منطقة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 العمل وفق منهجية 5S</a:t>
            </a:r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ما هي منهجية 5S؟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49E1BC-F62E-E2ED-3DE6-B6322D843166}"/>
              </a:ext>
            </a:extLst>
          </p:cNvPr>
          <p:cNvGrpSpPr/>
          <p:nvPr/>
        </p:nvGrpSpPr>
        <p:grpSpPr>
          <a:xfrm flipH="1">
            <a:off x="1802065" y="1918579"/>
            <a:ext cx="5251837" cy="4672518"/>
            <a:chOff x="1802065" y="1918579"/>
            <a:chExt cx="5251837" cy="4672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E1949A0-702E-4FCC-040D-E1C790E4759C}"/>
                </a:ext>
              </a:extLst>
            </p:cNvPr>
            <p:cNvSpPr/>
            <p:nvPr/>
          </p:nvSpPr>
          <p:spPr>
            <a:xfrm>
              <a:off x="3744221" y="3769178"/>
              <a:ext cx="1323006" cy="1323006"/>
            </a:xfrm>
            <a:custGeom>
              <a:avLst/>
              <a:gdLst>
                <a:gd name="connsiteX0" fmla="*/ 0 w 1323006"/>
                <a:gd name="connsiteY0" fmla="*/ 661503 h 1323006"/>
                <a:gd name="connsiteX1" fmla="*/ 661503 w 1323006"/>
                <a:gd name="connsiteY1" fmla="*/ 0 h 1323006"/>
                <a:gd name="connsiteX2" fmla="*/ 1323006 w 1323006"/>
                <a:gd name="connsiteY2" fmla="*/ 661503 h 1323006"/>
                <a:gd name="connsiteX3" fmla="*/ 661503 w 1323006"/>
                <a:gd name="connsiteY3" fmla="*/ 1323006 h 1323006"/>
                <a:gd name="connsiteX4" fmla="*/ 0 w 1323006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006" h="1323006">
                  <a:moveTo>
                    <a:pt x="0" y="661503"/>
                  </a:moveTo>
                  <a:cubicBezTo>
                    <a:pt x="0" y="296165"/>
                    <a:pt x="296165" y="0"/>
                    <a:pt x="661503" y="0"/>
                  </a:cubicBezTo>
                  <a:cubicBezTo>
                    <a:pt x="1026841" y="0"/>
                    <a:pt x="1323006" y="296165"/>
                    <a:pt x="1323006" y="661503"/>
                  </a:cubicBezTo>
                  <a:cubicBezTo>
                    <a:pt x="1323006" y="1026841"/>
                    <a:pt x="1026841" y="1323006"/>
                    <a:pt x="661503" y="1323006"/>
                  </a:cubicBezTo>
                  <a:cubicBezTo>
                    <a:pt x="296165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shade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34390" tIns="234390" rIns="234390" bIns="23439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4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5S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321FDB5-3EEC-8508-04BB-3797E473064E}"/>
                </a:ext>
              </a:extLst>
            </p:cNvPr>
            <p:cNvSpPr/>
            <p:nvPr/>
          </p:nvSpPr>
          <p:spPr>
            <a:xfrm rot="16200000">
              <a:off x="4265912" y="3288384"/>
              <a:ext cx="279624" cy="449822"/>
            </a:xfrm>
            <a:custGeom>
              <a:avLst/>
              <a:gdLst>
                <a:gd name="connsiteX0" fmla="*/ 0 w 279624"/>
                <a:gd name="connsiteY0" fmla="*/ 89964 h 449822"/>
                <a:gd name="connsiteX1" fmla="*/ 139812 w 279624"/>
                <a:gd name="connsiteY1" fmla="*/ 89964 h 449822"/>
                <a:gd name="connsiteX2" fmla="*/ 139812 w 279624"/>
                <a:gd name="connsiteY2" fmla="*/ 0 h 449822"/>
                <a:gd name="connsiteX3" fmla="*/ 279624 w 279624"/>
                <a:gd name="connsiteY3" fmla="*/ 224911 h 449822"/>
                <a:gd name="connsiteX4" fmla="*/ 139812 w 279624"/>
                <a:gd name="connsiteY4" fmla="*/ 449822 h 449822"/>
                <a:gd name="connsiteX5" fmla="*/ 139812 w 279624"/>
                <a:gd name="connsiteY5" fmla="*/ 359858 h 449822"/>
                <a:gd name="connsiteX6" fmla="*/ 0 w 279624"/>
                <a:gd name="connsiteY6" fmla="*/ 359858 h 449822"/>
                <a:gd name="connsiteX7" fmla="*/ 0 w 279624"/>
                <a:gd name="connsiteY7" fmla="*/ 89964 h 4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9624" h="449822">
                  <a:moveTo>
                    <a:pt x="0" y="89964"/>
                  </a:moveTo>
                  <a:lnTo>
                    <a:pt x="139812" y="89964"/>
                  </a:lnTo>
                  <a:lnTo>
                    <a:pt x="139812" y="0"/>
                  </a:lnTo>
                  <a:lnTo>
                    <a:pt x="279624" y="224911"/>
                  </a:lnTo>
                  <a:lnTo>
                    <a:pt x="139812" y="449822"/>
                  </a:lnTo>
                  <a:lnTo>
                    <a:pt x="139812" y="359858"/>
                  </a:lnTo>
                  <a:lnTo>
                    <a:pt x="0" y="359858"/>
                  </a:lnTo>
                  <a:lnTo>
                    <a:pt x="0" y="89964"/>
                  </a:lnTo>
                  <a:close/>
                </a:path>
              </a:pathLst>
            </a:custGeom>
          </p:spPr>
          <p:style>
            <a:ln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9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-1" tIns="89964" rIns="83887" bIns="89963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9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92CF0D0-1030-029E-8AFD-AE0578FEF92F}"/>
                </a:ext>
              </a:extLst>
            </p:cNvPr>
            <p:cNvSpPr/>
            <p:nvPr/>
          </p:nvSpPr>
          <p:spPr>
            <a:xfrm>
              <a:off x="3569908" y="1918579"/>
              <a:ext cx="1671631" cy="1323006"/>
            </a:xfrm>
            <a:custGeom>
              <a:avLst/>
              <a:gdLst>
                <a:gd name="connsiteX0" fmla="*/ 0 w 1671631"/>
                <a:gd name="connsiteY0" fmla="*/ 661503 h 1323006"/>
                <a:gd name="connsiteX1" fmla="*/ 835816 w 1671631"/>
                <a:gd name="connsiteY1" fmla="*/ 0 h 1323006"/>
                <a:gd name="connsiteX2" fmla="*/ 1671632 w 1671631"/>
                <a:gd name="connsiteY2" fmla="*/ 661503 h 1323006"/>
                <a:gd name="connsiteX3" fmla="*/ 835816 w 1671631"/>
                <a:gd name="connsiteY3" fmla="*/ 1323006 h 1323006"/>
                <a:gd name="connsiteX4" fmla="*/ 0 w 1671631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1631" h="1323006">
                  <a:moveTo>
                    <a:pt x="0" y="661503"/>
                  </a:moveTo>
                  <a:cubicBezTo>
                    <a:pt x="0" y="296165"/>
                    <a:pt x="374208" y="0"/>
                    <a:pt x="835816" y="0"/>
                  </a:cubicBezTo>
                  <a:cubicBezTo>
                    <a:pt x="1297424" y="0"/>
                    <a:pt x="1671632" y="296165"/>
                    <a:pt x="1671632" y="661503"/>
                  </a:cubicBezTo>
                  <a:cubicBezTo>
                    <a:pt x="1671632" y="1026841"/>
                    <a:pt x="1297424" y="1323006"/>
                    <a:pt x="835816" y="1323006"/>
                  </a:cubicBezTo>
                  <a:cubicBezTo>
                    <a:pt x="374208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67665" tIns="216610" rIns="267665" bIns="21661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الفرز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40ECF2B-A2BE-F69B-C9C2-8E7FF1F95D7A}"/>
                </a:ext>
              </a:extLst>
            </p:cNvPr>
            <p:cNvSpPr/>
            <p:nvPr/>
          </p:nvSpPr>
          <p:spPr>
            <a:xfrm rot="20520000">
              <a:off x="5100234" y="3951425"/>
              <a:ext cx="176563" cy="449822"/>
            </a:xfrm>
            <a:custGeom>
              <a:avLst/>
              <a:gdLst>
                <a:gd name="connsiteX0" fmla="*/ 0 w 176563"/>
                <a:gd name="connsiteY0" fmla="*/ 89964 h 449822"/>
                <a:gd name="connsiteX1" fmla="*/ 88282 w 176563"/>
                <a:gd name="connsiteY1" fmla="*/ 89964 h 449822"/>
                <a:gd name="connsiteX2" fmla="*/ 88282 w 176563"/>
                <a:gd name="connsiteY2" fmla="*/ 0 h 449822"/>
                <a:gd name="connsiteX3" fmla="*/ 176563 w 176563"/>
                <a:gd name="connsiteY3" fmla="*/ 224911 h 449822"/>
                <a:gd name="connsiteX4" fmla="*/ 88282 w 176563"/>
                <a:gd name="connsiteY4" fmla="*/ 449822 h 449822"/>
                <a:gd name="connsiteX5" fmla="*/ 88282 w 176563"/>
                <a:gd name="connsiteY5" fmla="*/ 359858 h 449822"/>
                <a:gd name="connsiteX6" fmla="*/ 0 w 176563"/>
                <a:gd name="connsiteY6" fmla="*/ 359858 h 449822"/>
                <a:gd name="connsiteX7" fmla="*/ 0 w 176563"/>
                <a:gd name="connsiteY7" fmla="*/ 89964 h 4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563" h="449822">
                  <a:moveTo>
                    <a:pt x="0" y="89964"/>
                  </a:moveTo>
                  <a:lnTo>
                    <a:pt x="88282" y="89964"/>
                  </a:lnTo>
                  <a:lnTo>
                    <a:pt x="88282" y="0"/>
                  </a:lnTo>
                  <a:lnTo>
                    <a:pt x="176563" y="224911"/>
                  </a:lnTo>
                  <a:lnTo>
                    <a:pt x="88282" y="449822"/>
                  </a:lnTo>
                  <a:lnTo>
                    <a:pt x="88282" y="359858"/>
                  </a:lnTo>
                  <a:lnTo>
                    <a:pt x="0" y="359858"/>
                  </a:lnTo>
                  <a:lnTo>
                    <a:pt x="0" y="89964"/>
                  </a:lnTo>
                  <a:close/>
                </a:path>
              </a:pathLst>
            </a:custGeom>
          </p:spPr>
          <p:style>
            <a:lnRef idx="0">
              <a:schemeClr val="accent3">
                <a:shade val="90000"/>
                <a:hueOff val="0"/>
                <a:satOff val="0"/>
                <a:lumOff val="1812"/>
                <a:alphaOff val="0"/>
              </a:schemeClr>
            </a:lnRef>
            <a:fillRef idx="2">
              <a:schemeClr val="accent3">
                <a:shade val="90000"/>
                <a:hueOff val="0"/>
                <a:satOff val="0"/>
                <a:lumOff val="1812"/>
                <a:alphaOff val="0"/>
              </a:schemeClr>
            </a:fillRef>
            <a:effectRef idx="1">
              <a:schemeClr val="accent3">
                <a:shade val="90000"/>
                <a:hueOff val="0"/>
                <a:satOff val="0"/>
                <a:lumOff val="1812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-1" tIns="89963" rIns="52969" bIns="89964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9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67B9BCD-337D-FBD1-4511-0D2E3B2AD311}"/>
                </a:ext>
              </a:extLst>
            </p:cNvPr>
            <p:cNvSpPr/>
            <p:nvPr/>
          </p:nvSpPr>
          <p:spPr>
            <a:xfrm>
              <a:off x="5277594" y="3197311"/>
              <a:ext cx="1776308" cy="1323006"/>
            </a:xfrm>
            <a:custGeom>
              <a:avLst/>
              <a:gdLst>
                <a:gd name="connsiteX0" fmla="*/ 0 w 1776308"/>
                <a:gd name="connsiteY0" fmla="*/ 661503 h 1323006"/>
                <a:gd name="connsiteX1" fmla="*/ 888154 w 1776308"/>
                <a:gd name="connsiteY1" fmla="*/ 0 h 1323006"/>
                <a:gd name="connsiteX2" fmla="*/ 1776308 w 1776308"/>
                <a:gd name="connsiteY2" fmla="*/ 661503 h 1323006"/>
                <a:gd name="connsiteX3" fmla="*/ 888154 w 1776308"/>
                <a:gd name="connsiteY3" fmla="*/ 1323006 h 1323006"/>
                <a:gd name="connsiteX4" fmla="*/ 0 w 1776308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308" h="1323006">
                  <a:moveTo>
                    <a:pt x="0" y="661503"/>
                  </a:moveTo>
                  <a:cubicBezTo>
                    <a:pt x="0" y="296165"/>
                    <a:pt x="397640" y="0"/>
                    <a:pt x="888154" y="0"/>
                  </a:cubicBezTo>
                  <a:cubicBezTo>
                    <a:pt x="1378668" y="0"/>
                    <a:pt x="1776308" y="296165"/>
                    <a:pt x="1776308" y="661503"/>
                  </a:cubicBezTo>
                  <a:cubicBezTo>
                    <a:pt x="1776308" y="1026841"/>
                    <a:pt x="1378668" y="1323006"/>
                    <a:pt x="888154" y="1323006"/>
                  </a:cubicBezTo>
                  <a:cubicBezTo>
                    <a:pt x="397640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10586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10586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82994" tIns="216610" rIns="282994" bIns="21661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الترتيب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E9F9-C465-438C-3F1B-7875A4276AF5}"/>
                </a:ext>
              </a:extLst>
            </p:cNvPr>
            <p:cNvSpPr/>
            <p:nvPr/>
          </p:nvSpPr>
          <p:spPr>
            <a:xfrm rot="3224396">
              <a:off x="4807629" y="4929904"/>
              <a:ext cx="258494" cy="449822"/>
            </a:xfrm>
            <a:custGeom>
              <a:avLst/>
              <a:gdLst>
                <a:gd name="connsiteX0" fmla="*/ 0 w 258494"/>
                <a:gd name="connsiteY0" fmla="*/ 89964 h 449822"/>
                <a:gd name="connsiteX1" fmla="*/ 129247 w 258494"/>
                <a:gd name="connsiteY1" fmla="*/ 89964 h 449822"/>
                <a:gd name="connsiteX2" fmla="*/ 129247 w 258494"/>
                <a:gd name="connsiteY2" fmla="*/ 0 h 449822"/>
                <a:gd name="connsiteX3" fmla="*/ 258494 w 258494"/>
                <a:gd name="connsiteY3" fmla="*/ 224911 h 449822"/>
                <a:gd name="connsiteX4" fmla="*/ 129247 w 258494"/>
                <a:gd name="connsiteY4" fmla="*/ 449822 h 449822"/>
                <a:gd name="connsiteX5" fmla="*/ 129247 w 258494"/>
                <a:gd name="connsiteY5" fmla="*/ 359858 h 449822"/>
                <a:gd name="connsiteX6" fmla="*/ 0 w 258494"/>
                <a:gd name="connsiteY6" fmla="*/ 359858 h 449822"/>
                <a:gd name="connsiteX7" fmla="*/ 0 w 258494"/>
                <a:gd name="connsiteY7" fmla="*/ 89964 h 4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494" h="449822">
                  <a:moveTo>
                    <a:pt x="0" y="89964"/>
                  </a:moveTo>
                  <a:lnTo>
                    <a:pt x="129247" y="89964"/>
                  </a:lnTo>
                  <a:lnTo>
                    <a:pt x="129247" y="0"/>
                  </a:lnTo>
                  <a:lnTo>
                    <a:pt x="258494" y="224911"/>
                  </a:lnTo>
                  <a:lnTo>
                    <a:pt x="129247" y="449822"/>
                  </a:lnTo>
                  <a:lnTo>
                    <a:pt x="129247" y="359858"/>
                  </a:lnTo>
                  <a:lnTo>
                    <a:pt x="0" y="359858"/>
                  </a:lnTo>
                  <a:lnTo>
                    <a:pt x="0" y="89964"/>
                  </a:lnTo>
                  <a:close/>
                </a:path>
              </a:pathLst>
            </a:custGeom>
          </p:spPr>
          <p:style>
            <a:lnRef idx="0">
              <a:schemeClr val="accent3">
                <a:shade val="90000"/>
                <a:hueOff val="0"/>
                <a:satOff val="0"/>
                <a:lumOff val="3625"/>
                <a:alphaOff val="0"/>
              </a:schemeClr>
            </a:lnRef>
            <a:fillRef idx="2">
              <a:schemeClr val="accent3">
                <a:shade val="90000"/>
                <a:hueOff val="0"/>
                <a:satOff val="0"/>
                <a:lumOff val="3625"/>
                <a:alphaOff val="0"/>
              </a:schemeClr>
            </a:fillRef>
            <a:effectRef idx="1">
              <a:schemeClr val="accent3">
                <a:shade val="90000"/>
                <a:hueOff val="0"/>
                <a:satOff val="0"/>
                <a:lumOff val="3625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0" tIns="89964" rIns="77547" bIns="89963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9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527DBC-5B04-C4FD-5F5B-0DE3F47FB4FB}"/>
                </a:ext>
              </a:extLst>
            </p:cNvPr>
            <p:cNvSpPr/>
            <p:nvPr/>
          </p:nvSpPr>
          <p:spPr>
            <a:xfrm>
              <a:off x="4668468" y="5268091"/>
              <a:ext cx="1673417" cy="1323006"/>
            </a:xfrm>
            <a:custGeom>
              <a:avLst/>
              <a:gdLst>
                <a:gd name="connsiteX0" fmla="*/ 0 w 1673417"/>
                <a:gd name="connsiteY0" fmla="*/ 661503 h 1323006"/>
                <a:gd name="connsiteX1" fmla="*/ 836709 w 1673417"/>
                <a:gd name="connsiteY1" fmla="*/ 0 h 1323006"/>
                <a:gd name="connsiteX2" fmla="*/ 1673418 w 1673417"/>
                <a:gd name="connsiteY2" fmla="*/ 661503 h 1323006"/>
                <a:gd name="connsiteX3" fmla="*/ 836709 w 1673417"/>
                <a:gd name="connsiteY3" fmla="*/ 1323006 h 1323006"/>
                <a:gd name="connsiteX4" fmla="*/ 0 w 1673417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3417" h="1323006">
                  <a:moveTo>
                    <a:pt x="0" y="661503"/>
                  </a:moveTo>
                  <a:cubicBezTo>
                    <a:pt x="0" y="296165"/>
                    <a:pt x="374607" y="0"/>
                    <a:pt x="836709" y="0"/>
                  </a:cubicBezTo>
                  <a:cubicBezTo>
                    <a:pt x="1298811" y="0"/>
                    <a:pt x="1673418" y="296165"/>
                    <a:pt x="1673418" y="661503"/>
                  </a:cubicBezTo>
                  <a:cubicBezTo>
                    <a:pt x="1673418" y="1026841"/>
                    <a:pt x="1298811" y="1323006"/>
                    <a:pt x="836709" y="1323006"/>
                  </a:cubicBezTo>
                  <a:cubicBezTo>
                    <a:pt x="374607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1171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1171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67926" tIns="216610" rIns="267926" bIns="21661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التلميع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4B46F8-C937-4791-AC88-EE30CF59F6C1}"/>
                </a:ext>
              </a:extLst>
            </p:cNvPr>
            <p:cNvSpPr/>
            <p:nvPr/>
          </p:nvSpPr>
          <p:spPr>
            <a:xfrm rot="18360000">
              <a:off x="3771795" y="4915773"/>
              <a:ext cx="236162" cy="449823"/>
            </a:xfrm>
            <a:custGeom>
              <a:avLst/>
              <a:gdLst>
                <a:gd name="connsiteX0" fmla="*/ 0 w 236161"/>
                <a:gd name="connsiteY0" fmla="*/ 89964 h 449822"/>
                <a:gd name="connsiteX1" fmla="*/ 118081 w 236161"/>
                <a:gd name="connsiteY1" fmla="*/ 89964 h 449822"/>
                <a:gd name="connsiteX2" fmla="*/ 118081 w 236161"/>
                <a:gd name="connsiteY2" fmla="*/ 0 h 449822"/>
                <a:gd name="connsiteX3" fmla="*/ 236161 w 236161"/>
                <a:gd name="connsiteY3" fmla="*/ 224911 h 449822"/>
                <a:gd name="connsiteX4" fmla="*/ 118081 w 236161"/>
                <a:gd name="connsiteY4" fmla="*/ 449822 h 449822"/>
                <a:gd name="connsiteX5" fmla="*/ 118081 w 236161"/>
                <a:gd name="connsiteY5" fmla="*/ 359858 h 449822"/>
                <a:gd name="connsiteX6" fmla="*/ 0 w 236161"/>
                <a:gd name="connsiteY6" fmla="*/ 359858 h 449822"/>
                <a:gd name="connsiteX7" fmla="*/ 0 w 236161"/>
                <a:gd name="connsiteY7" fmla="*/ 89964 h 4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161" h="449822">
                  <a:moveTo>
                    <a:pt x="236160" y="359858"/>
                  </a:moveTo>
                  <a:lnTo>
                    <a:pt x="118080" y="359858"/>
                  </a:lnTo>
                  <a:lnTo>
                    <a:pt x="118080" y="449822"/>
                  </a:lnTo>
                  <a:lnTo>
                    <a:pt x="1" y="224911"/>
                  </a:lnTo>
                  <a:lnTo>
                    <a:pt x="118080" y="0"/>
                  </a:lnTo>
                  <a:lnTo>
                    <a:pt x="118080" y="89964"/>
                  </a:lnTo>
                  <a:lnTo>
                    <a:pt x="236160" y="89964"/>
                  </a:lnTo>
                  <a:lnTo>
                    <a:pt x="236160" y="359858"/>
                  </a:lnTo>
                  <a:close/>
                </a:path>
              </a:pathLst>
            </a:custGeom>
          </p:spPr>
          <p:style>
            <a:lnRef idx="0">
              <a:schemeClr val="accent3">
                <a:shade val="90000"/>
                <a:hueOff val="0"/>
                <a:satOff val="0"/>
                <a:lumOff val="3625"/>
                <a:alphaOff val="0"/>
              </a:schemeClr>
            </a:lnRef>
            <a:fillRef idx="2">
              <a:schemeClr val="accent3">
                <a:shade val="90000"/>
                <a:hueOff val="0"/>
                <a:satOff val="0"/>
                <a:lumOff val="3625"/>
                <a:alphaOff val="0"/>
              </a:schemeClr>
            </a:fillRef>
            <a:effectRef idx="1">
              <a:schemeClr val="accent3">
                <a:shade val="90000"/>
                <a:hueOff val="0"/>
                <a:satOff val="0"/>
                <a:lumOff val="3625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0847" tIns="89964" rIns="1" bIns="89964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9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62531-53AC-3513-E166-D0DC0E643B1D}"/>
                </a:ext>
              </a:extLst>
            </p:cNvPr>
            <p:cNvSpPr/>
            <p:nvPr/>
          </p:nvSpPr>
          <p:spPr>
            <a:xfrm>
              <a:off x="2267747" y="5266344"/>
              <a:ext cx="2100444" cy="1323006"/>
            </a:xfrm>
            <a:custGeom>
              <a:avLst/>
              <a:gdLst>
                <a:gd name="connsiteX0" fmla="*/ 0 w 2100444"/>
                <a:gd name="connsiteY0" fmla="*/ 661503 h 1323006"/>
                <a:gd name="connsiteX1" fmla="*/ 1050222 w 2100444"/>
                <a:gd name="connsiteY1" fmla="*/ 0 h 1323006"/>
                <a:gd name="connsiteX2" fmla="*/ 2100444 w 2100444"/>
                <a:gd name="connsiteY2" fmla="*/ 661503 h 1323006"/>
                <a:gd name="connsiteX3" fmla="*/ 1050222 w 2100444"/>
                <a:gd name="connsiteY3" fmla="*/ 1323006 h 1323006"/>
                <a:gd name="connsiteX4" fmla="*/ 0 w 2100444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444" h="1323006">
                  <a:moveTo>
                    <a:pt x="0" y="661503"/>
                  </a:moveTo>
                  <a:cubicBezTo>
                    <a:pt x="0" y="296165"/>
                    <a:pt x="470200" y="0"/>
                    <a:pt x="1050222" y="0"/>
                  </a:cubicBezTo>
                  <a:cubicBezTo>
                    <a:pt x="1630244" y="0"/>
                    <a:pt x="2100444" y="296165"/>
                    <a:pt x="2100444" y="661503"/>
                  </a:cubicBezTo>
                  <a:cubicBezTo>
                    <a:pt x="2100444" y="1026841"/>
                    <a:pt x="1630244" y="1323006"/>
                    <a:pt x="1050222" y="1323006"/>
                  </a:cubicBezTo>
                  <a:cubicBezTo>
                    <a:pt x="470200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21171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21171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307603" tIns="216610" rIns="307603" bIns="21661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وضع المعايير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4BCE93-8028-51F7-3A7F-F9A15AEC7DDD}"/>
                </a:ext>
              </a:extLst>
            </p:cNvPr>
            <p:cNvSpPr/>
            <p:nvPr/>
          </p:nvSpPr>
          <p:spPr>
            <a:xfrm rot="22680000">
              <a:off x="3508158" y="3945958"/>
              <a:ext cx="195897" cy="449823"/>
            </a:xfrm>
            <a:custGeom>
              <a:avLst/>
              <a:gdLst>
                <a:gd name="connsiteX0" fmla="*/ 0 w 195896"/>
                <a:gd name="connsiteY0" fmla="*/ 89964 h 449822"/>
                <a:gd name="connsiteX1" fmla="*/ 97948 w 195896"/>
                <a:gd name="connsiteY1" fmla="*/ 89964 h 449822"/>
                <a:gd name="connsiteX2" fmla="*/ 97948 w 195896"/>
                <a:gd name="connsiteY2" fmla="*/ 0 h 449822"/>
                <a:gd name="connsiteX3" fmla="*/ 195896 w 195896"/>
                <a:gd name="connsiteY3" fmla="*/ 224911 h 449822"/>
                <a:gd name="connsiteX4" fmla="*/ 97948 w 195896"/>
                <a:gd name="connsiteY4" fmla="*/ 449822 h 449822"/>
                <a:gd name="connsiteX5" fmla="*/ 97948 w 195896"/>
                <a:gd name="connsiteY5" fmla="*/ 359858 h 449822"/>
                <a:gd name="connsiteX6" fmla="*/ 0 w 195896"/>
                <a:gd name="connsiteY6" fmla="*/ 359858 h 449822"/>
                <a:gd name="connsiteX7" fmla="*/ 0 w 195896"/>
                <a:gd name="connsiteY7" fmla="*/ 89964 h 4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896" h="449822">
                  <a:moveTo>
                    <a:pt x="195895" y="359858"/>
                  </a:moveTo>
                  <a:lnTo>
                    <a:pt x="97948" y="359858"/>
                  </a:lnTo>
                  <a:lnTo>
                    <a:pt x="97948" y="449822"/>
                  </a:lnTo>
                  <a:lnTo>
                    <a:pt x="1" y="224911"/>
                  </a:lnTo>
                  <a:lnTo>
                    <a:pt x="97948" y="0"/>
                  </a:lnTo>
                  <a:lnTo>
                    <a:pt x="97948" y="89964"/>
                  </a:lnTo>
                  <a:lnTo>
                    <a:pt x="195895" y="89964"/>
                  </a:lnTo>
                  <a:lnTo>
                    <a:pt x="195895" y="359858"/>
                  </a:lnTo>
                  <a:close/>
                </a:path>
              </a:pathLst>
            </a:custGeom>
          </p:spPr>
          <p:style>
            <a:lnRef idx="0">
              <a:schemeClr val="accent3">
                <a:shade val="90000"/>
                <a:hueOff val="0"/>
                <a:satOff val="0"/>
                <a:lumOff val="1812"/>
                <a:alphaOff val="0"/>
              </a:schemeClr>
            </a:lnRef>
            <a:fillRef idx="2">
              <a:schemeClr val="accent3">
                <a:shade val="90000"/>
                <a:hueOff val="0"/>
                <a:satOff val="0"/>
                <a:lumOff val="1812"/>
                <a:alphaOff val="0"/>
              </a:schemeClr>
            </a:fillRef>
            <a:effectRef idx="1">
              <a:schemeClr val="accent3">
                <a:shade val="90000"/>
                <a:hueOff val="0"/>
                <a:satOff val="0"/>
                <a:lumOff val="1812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58769" tIns="89964" rIns="0" bIns="89964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9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4199AE-77B2-7606-36C5-73B063F49007}"/>
                </a:ext>
              </a:extLst>
            </p:cNvPr>
            <p:cNvSpPr/>
            <p:nvPr/>
          </p:nvSpPr>
          <p:spPr>
            <a:xfrm>
              <a:off x="1802065" y="3197311"/>
              <a:ext cx="1687269" cy="1323006"/>
            </a:xfrm>
            <a:custGeom>
              <a:avLst/>
              <a:gdLst>
                <a:gd name="connsiteX0" fmla="*/ 0 w 1687269"/>
                <a:gd name="connsiteY0" fmla="*/ 661503 h 1323006"/>
                <a:gd name="connsiteX1" fmla="*/ 843635 w 1687269"/>
                <a:gd name="connsiteY1" fmla="*/ 0 h 1323006"/>
                <a:gd name="connsiteX2" fmla="*/ 1687270 w 1687269"/>
                <a:gd name="connsiteY2" fmla="*/ 661503 h 1323006"/>
                <a:gd name="connsiteX3" fmla="*/ 843635 w 1687269"/>
                <a:gd name="connsiteY3" fmla="*/ 1323006 h 1323006"/>
                <a:gd name="connsiteX4" fmla="*/ 0 w 1687269"/>
                <a:gd name="connsiteY4" fmla="*/ 661503 h 132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269" h="1323006">
                  <a:moveTo>
                    <a:pt x="0" y="661503"/>
                  </a:moveTo>
                  <a:cubicBezTo>
                    <a:pt x="0" y="296165"/>
                    <a:pt x="377708" y="0"/>
                    <a:pt x="843635" y="0"/>
                  </a:cubicBezTo>
                  <a:cubicBezTo>
                    <a:pt x="1309562" y="0"/>
                    <a:pt x="1687270" y="296165"/>
                    <a:pt x="1687270" y="661503"/>
                  </a:cubicBezTo>
                  <a:cubicBezTo>
                    <a:pt x="1687270" y="1026841"/>
                    <a:pt x="1309562" y="1323006"/>
                    <a:pt x="843635" y="1323006"/>
                  </a:cubicBezTo>
                  <a:cubicBezTo>
                    <a:pt x="377708" y="1323006"/>
                    <a:pt x="0" y="1026841"/>
                    <a:pt x="0" y="661503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shade val="50000"/>
                <a:hueOff val="0"/>
                <a:satOff val="0"/>
                <a:lumOff val="10586"/>
                <a:alphaOff val="0"/>
              </a:schemeClr>
            </a:fillRef>
            <a:effectRef idx="1">
              <a:schemeClr val="accent3">
                <a:shade val="50000"/>
                <a:hueOff val="0"/>
                <a:satOff val="0"/>
                <a:lumOff val="10586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69955" tIns="216610" rIns="269955" bIns="21661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الاستدامة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الفرز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1" y="2276872"/>
            <a:ext cx="7920880" cy="374153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حدد العناصر غير الضرورية وقم بإزالتها من منطقة العمل.</a:t>
            </a:r>
          </a:p>
          <a:p>
            <a:pPr marL="285750" indent="-285750" rtl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قم بوضع علامة أو تسمية العناصر لإظهار ما هو مطلوب وما يمكن إزالته.</a:t>
            </a:r>
          </a:p>
          <a:p>
            <a:pPr marL="285750" indent="-285750" rtl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نظام العلامة الحمراء لوضع علامة على العناصر للمراجعة أو </a:t>
            </a:r>
            <a:br>
              <a:rPr lang="ar-EG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التخلص منها.</a:t>
            </a:r>
          </a:p>
          <a:p>
            <a:pPr marL="342900" indent="-342900" rtl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ضع قواعد لتحديد العناصر التي يجب الاحتفاظ بها. </a:t>
            </a:r>
          </a:p>
          <a:p>
            <a:pPr marL="342900" indent="-342900" rtl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قم بإنشاء منطقة للتخزين المؤقت للعناصر المحددة من أجل مراجعتها </a:t>
            </a:r>
            <a:br>
              <a:rPr lang="ar-EG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أو التخلص منها.</a:t>
            </a:r>
          </a:p>
          <a:p>
            <a:pPr rtl="1">
              <a:lnSpc>
                <a:spcPct val="114000"/>
              </a:lnSpc>
            </a:pPr>
            <a:endParaRPr lang="en-GB" sz="2600" spc="3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943277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الترتيب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1" y="2276872"/>
            <a:ext cx="7920880" cy="27330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حدد مواقع تخزين الأدوات والمعدات والمواد وضع ملصقات تسمية عليها.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نظم محطات العمل لتقليل الحركة غير الضرورية.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لوحات الظل أو الترميز اللوني أو الملصقات للإشارة إلى المكان الذي يجب تخزين العناصر فيه.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حدد المسارات والممرات بوضوح لحركة آمنة وفعالة.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قم بتخزين العناصر وفقًا لوتيرة استخدامها.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391282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التلميع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1" y="2276872"/>
            <a:ext cx="7920880" cy="27330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افحص المعدات ونظفها.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قم بإزالة الأوساخ والغبار والحطام أو إدارتها.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قم بإنشاء جدول تنظيف منتظم لمناطق العمل.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قم بتخصيص مسؤوليات مهام التنظيف للأفراد أو الفرق.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جدولًا للصيانة الوقائية وصيانة المعدات بانتظام للحفاظ عليها في حالة عمل جيدة.</a:t>
            </a:r>
          </a:p>
        </p:txBody>
      </p:sp>
    </p:spTree>
    <p:extLst>
      <p:ext uri="{BB962C8B-B14F-4D97-AF65-F5344CB8AC3E}">
        <p14:creationId xmlns:p14="http://schemas.microsoft.com/office/powerpoint/2010/main" val="9603183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وضع المعايير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1" y="2276872"/>
            <a:ext cx="7920880" cy="32396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قم بإنشاء وسائل مساعدة مرئية أو قوائم مرجعية أو علامات لتوجيه الموظفين </a:t>
            </a:r>
            <a:br>
              <a:rPr lang="ar-EG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في الحفاظ على المعايير.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قم بوضع معايير لنظام التخزين والتنظيم عبر جميع محطات العمل.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درب الموظفين على استخدام مبادئ وإجراءات 5S.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اكتب إجراءات التشغيل القياسية لكل منطقة عمل.</a:t>
            </a:r>
          </a:p>
          <a:p>
            <a:pPr rtl="1">
              <a:lnSpc>
                <a:spcPct val="114000"/>
              </a:lnSpc>
              <a:spcAft>
                <a:spcPts val="800"/>
              </a:spcAft>
            </a:pPr>
            <a:endParaRPr lang="en-GB" sz="260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305953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الاستدامة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2132856"/>
            <a:ext cx="7920880" cy="26808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قم بإجراء عمليات فحص منتظمة لمكان العمل باستخدام منهجية 5S لمراقبة مناطق العمل.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شجع ثقافة التحسين المستمر ومشاركة الموظفين في عملية 5S.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وفر برامج تدريب منتظمة على منهجية 5S للموظفين الجدد والحاليين.</a:t>
            </a:r>
          </a:p>
          <a:p>
            <a:pPr marL="342900" indent="-342900" rtl="1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كافئ الأفراد أو الفرق التي تسهم في الحفاظ على مكان عمل نظيف ومنظم.</a:t>
            </a:r>
          </a:p>
        </p:txBody>
      </p:sp>
    </p:spTree>
    <p:extLst>
      <p:ext uri="{BB962C8B-B14F-4D97-AF65-F5344CB8AC3E}">
        <p14:creationId xmlns:p14="http://schemas.microsoft.com/office/powerpoint/2010/main" val="2805639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033531"/>
              </p:ext>
            </p:extLst>
          </p:nvPr>
        </p:nvGraphicFramePr>
        <p:xfrm>
          <a:off x="611560" y="2420888"/>
          <a:ext cx="7920880" cy="3469428"/>
        </p:xfrm>
        <a:graphic>
          <a:graphicData uri="http://schemas.openxmlformats.org/drawingml/2006/table">
            <a:tbl>
              <a:tblPr rtl="1" firstRow="1" firstCol="1" bandRow="1"/>
              <a:tblGrid>
                <a:gridCol w="5192292">
                  <a:extLst>
                    <a:ext uri="{9D8B030D-6E8A-4147-A177-3AD203B41FA5}">
                      <a16:colId xmlns:a16="http://schemas.microsoft.com/office/drawing/2014/main" val="3060856133"/>
                    </a:ext>
                  </a:extLst>
                </a:gridCol>
                <a:gridCol w="1299677">
                  <a:extLst>
                    <a:ext uri="{9D8B030D-6E8A-4147-A177-3AD203B41FA5}">
                      <a16:colId xmlns:a16="http://schemas.microsoft.com/office/drawing/2014/main" val="3989406921"/>
                    </a:ext>
                  </a:extLst>
                </a:gridCol>
                <a:gridCol w="1428911">
                  <a:extLst>
                    <a:ext uri="{9D8B030D-6E8A-4147-A177-3AD203B41FA5}">
                      <a16:colId xmlns:a16="http://schemas.microsoft.com/office/drawing/2014/main" val="1154437098"/>
                    </a:ext>
                  </a:extLst>
                </a:gridCol>
              </a:tblGrid>
              <a:tr h="985196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قائمة مراجعة فحص مكان العمل وفق منهجية 5S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>
                        <a:lnSpc>
                          <a:spcPts val="16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احسب عدد المشكلات المحددة في كل فئة وسجلها </a:t>
                      </a:r>
                      <a:br>
                        <a:rPr lang="ar-EG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</a:b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في الأعمدة أدناه.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178246"/>
                  </a:ext>
                </a:extLst>
              </a:tr>
              <a:tr h="337241">
                <a:tc>
                  <a:txBody>
                    <a:bodyPr/>
                    <a:lstStyle/>
                    <a:p>
                      <a:pPr rtl="1">
                        <a:lnSpc>
                          <a:spcPts val="18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الفرز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8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قبل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8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بعد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079876"/>
                  </a:ext>
                </a:extLst>
              </a:tr>
              <a:tr h="472121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وجود أدوات أو معدات أو أثاث غير مستخدم في منطقة العمل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614381"/>
                  </a:ext>
                </a:extLst>
              </a:tr>
              <a:tr h="427481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عرض شاشات أو ملصقات أو علامات أو رسائل غير مستخدمة أو قديمة في منطقة العمل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1442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توجد عناصر في الممرات أو المسارات أو آبار السلالم أو المداخل ويمكن أن تسبب عائقًا أو مصدر خطر.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43318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توجد أجزاء أو مكونات أو مواد أو عناصر أخرى غير مستخدمة في منطقة العمل.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170151"/>
                  </a:ext>
                </a:extLst>
              </a:tr>
              <a:tr h="294889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توجد أخطار متعلقة بالسلامة في منطقة العمل.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1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Tw Cen MT" panose="020B0602020104020603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7693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48195" y="1412776"/>
            <a:ext cx="7090403" cy="677108"/>
          </a:xfrm>
          <a:prstGeom prst="rect">
            <a:avLst/>
          </a:prstGeom>
        </p:spPr>
        <p:txBody>
          <a:bodyPr wrap="none" rtlCol="1">
            <a:spAutoFit/>
          </a:bodyPr>
          <a:lstStyle/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قائمة مراجعة فحص مكان العمل وفق منهجية 5S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677232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2560287"/>
              </p:ext>
            </p:extLst>
          </p:nvPr>
        </p:nvGraphicFramePr>
        <p:xfrm>
          <a:off x="827584" y="1628801"/>
          <a:ext cx="7488832" cy="3272319"/>
        </p:xfrm>
        <a:graphic>
          <a:graphicData uri="http://schemas.openxmlformats.org/drawingml/2006/table">
            <a:tbl>
              <a:tblPr rtl="1" firstRow="1" firstCol="1" bandRow="1"/>
              <a:tblGrid>
                <a:gridCol w="4715966">
                  <a:extLst>
                    <a:ext uri="{9D8B030D-6E8A-4147-A177-3AD203B41FA5}">
                      <a16:colId xmlns:a16="http://schemas.microsoft.com/office/drawing/2014/main" val="146755615"/>
                    </a:ext>
                  </a:extLst>
                </a:gridCol>
                <a:gridCol w="1421895">
                  <a:extLst>
                    <a:ext uri="{9D8B030D-6E8A-4147-A177-3AD203B41FA5}">
                      <a16:colId xmlns:a16="http://schemas.microsoft.com/office/drawing/2014/main" val="2805507463"/>
                    </a:ext>
                  </a:extLst>
                </a:gridCol>
                <a:gridCol w="1350971">
                  <a:extLst>
                    <a:ext uri="{9D8B030D-6E8A-4147-A177-3AD203B41FA5}">
                      <a16:colId xmlns:a16="http://schemas.microsoft.com/office/drawing/2014/main" val="203011109"/>
                    </a:ext>
                  </a:extLst>
                </a:gridCol>
              </a:tblGrid>
              <a:tr h="1163209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قائمة مراجعة فحص مكان العمل وفق منهجية 5S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احسب عدد المشكلات المحددة في كل فئة وسجلها </a:t>
                      </a:r>
                      <a:br>
                        <a:rPr lang="ar-EG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</a:b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في الأعمدة أدناه.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82377"/>
                  </a:ext>
                </a:extLst>
              </a:tr>
              <a:tr h="34817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الترتيب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قبل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بعد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544661"/>
                  </a:ext>
                </a:extLst>
              </a:tr>
              <a:tr h="34817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مواقع التخزين للأدوات أو المعدات ليست محددة بوضوح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576697"/>
                  </a:ext>
                </a:extLst>
              </a:tr>
              <a:tr h="34817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أدوات أو معدات ليست في مناطق تخزين مخصصة ومحددة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874887"/>
                  </a:ext>
                </a:extLst>
              </a:tr>
              <a:tr h="34817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لا يتم وضع الأدوات أو المعدات بعيدًا فورًا بعد الاستخدام.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762081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لا يتم تمييز المواد والمكونات برقم الجزء والكمية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957826"/>
                  </a:ext>
                </a:extLst>
              </a:tr>
              <a:tr h="34817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لا يتم الإشارة بوضوح إلى الممرات ومناطق التخزين ومحطات العمل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81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0511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231555"/>
              </p:ext>
            </p:extLst>
          </p:nvPr>
        </p:nvGraphicFramePr>
        <p:xfrm>
          <a:off x="755576" y="1556792"/>
          <a:ext cx="7632848" cy="3553935"/>
        </p:xfrm>
        <a:graphic>
          <a:graphicData uri="http://schemas.openxmlformats.org/drawingml/2006/table">
            <a:tbl>
              <a:tblPr rtl="1" firstRow="1" firstCol="1" bandRow="1"/>
              <a:tblGrid>
                <a:gridCol w="4816549">
                  <a:extLst>
                    <a:ext uri="{9D8B030D-6E8A-4147-A177-3AD203B41FA5}">
                      <a16:colId xmlns:a16="http://schemas.microsoft.com/office/drawing/2014/main" val="1834128687"/>
                    </a:ext>
                  </a:extLst>
                </a:gridCol>
                <a:gridCol w="1439348">
                  <a:extLst>
                    <a:ext uri="{9D8B030D-6E8A-4147-A177-3AD203B41FA5}">
                      <a16:colId xmlns:a16="http://schemas.microsoft.com/office/drawing/2014/main" val="1949306634"/>
                    </a:ext>
                  </a:extLst>
                </a:gridCol>
                <a:gridCol w="1376951">
                  <a:extLst>
                    <a:ext uri="{9D8B030D-6E8A-4147-A177-3AD203B41FA5}">
                      <a16:colId xmlns:a16="http://schemas.microsoft.com/office/drawing/2014/main" val="194504711"/>
                    </a:ext>
                  </a:extLst>
                </a:gridCol>
              </a:tblGrid>
              <a:tr h="1028685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قائمة مراجعة فحص مكان العمل وفق منهجية 5S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احسب عدد المشكلات المحددة في كل فئة وسجلها </a:t>
                      </a:r>
                      <a:br>
                        <a:rPr lang="ar-EG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</a:b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في الأعمدة أدناه.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446507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التلميع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قبل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بعد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72923"/>
                  </a:ext>
                </a:extLst>
              </a:tr>
              <a:tr h="514343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الأرضيات والجدران والسلالم وأسطح العمل ليست نظيفة وخالية من الحطام والأوساخ والسوائل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795955"/>
                  </a:ext>
                </a:extLst>
              </a:tr>
              <a:tr h="433959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المعدات ليست نظيفة وخالية من الحطام والأوساخ والسوائل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78118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مواد التنظيف غير متوفرة أو لا يمكن الوصول إليها بسهولة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99062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علامات الأرضيات واللافتات والملصقات نظيفة وسهلة الرؤية وبحالة جيدة.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09301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توجد مشكلات أخرى تتعلق بالنظافة.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86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03833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8326391"/>
              </p:ext>
            </p:extLst>
          </p:nvPr>
        </p:nvGraphicFramePr>
        <p:xfrm>
          <a:off x="827584" y="1556792"/>
          <a:ext cx="7488832" cy="2653258"/>
        </p:xfrm>
        <a:graphic>
          <a:graphicData uri="http://schemas.openxmlformats.org/drawingml/2006/table">
            <a:tbl>
              <a:tblPr rtl="1" firstRow="1" firstCol="1" bandRow="1"/>
              <a:tblGrid>
                <a:gridCol w="4820741">
                  <a:extLst>
                    <a:ext uri="{9D8B030D-6E8A-4147-A177-3AD203B41FA5}">
                      <a16:colId xmlns:a16="http://schemas.microsoft.com/office/drawing/2014/main" val="310260406"/>
                    </a:ext>
                  </a:extLst>
                </a:gridCol>
                <a:gridCol w="1317120">
                  <a:extLst>
                    <a:ext uri="{9D8B030D-6E8A-4147-A177-3AD203B41FA5}">
                      <a16:colId xmlns:a16="http://schemas.microsoft.com/office/drawing/2014/main" val="1120897701"/>
                    </a:ext>
                  </a:extLst>
                </a:gridCol>
                <a:gridCol w="1350971">
                  <a:extLst>
                    <a:ext uri="{9D8B030D-6E8A-4147-A177-3AD203B41FA5}">
                      <a16:colId xmlns:a16="http://schemas.microsoft.com/office/drawing/2014/main" val="1034230955"/>
                    </a:ext>
                  </a:extLst>
                </a:gridCol>
              </a:tblGrid>
              <a:tr h="1048296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قائمة مراجعة فحص مكان العمل وفق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احسب عدد المشكلات المحددة في كل فئة </a:t>
                      </a: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وسجلها </a:t>
                      </a:r>
                      <a:br>
                        <a:rPr lang="ar-EG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</a:b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في </a:t>
                      </a: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الأعمدة أدناه.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578242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وضع المعايير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قبل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بعد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971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لم يتم إنشاء قائمة مرجعية لمهام التنظيف والصيانة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268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لم يتم إنشاء تعليمات موحدة لجميع العمليات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8329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لا يمكن تحديد موقع العناصر في 10 ثوانٍ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7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25791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62548722"/>
              </p:ext>
            </p:extLst>
          </p:nvPr>
        </p:nvGraphicFramePr>
        <p:xfrm>
          <a:off x="863589" y="1844824"/>
          <a:ext cx="7416823" cy="2784326"/>
        </p:xfrm>
        <a:graphic>
          <a:graphicData uri="http://schemas.openxmlformats.org/drawingml/2006/table">
            <a:tbl>
              <a:tblPr rtl="1" firstRow="1" firstCol="1" bandRow="1"/>
              <a:tblGrid>
                <a:gridCol w="4689487">
                  <a:extLst>
                    <a:ext uri="{9D8B030D-6E8A-4147-A177-3AD203B41FA5}">
                      <a16:colId xmlns:a16="http://schemas.microsoft.com/office/drawing/2014/main" val="1078266668"/>
                    </a:ext>
                  </a:extLst>
                </a:gridCol>
                <a:gridCol w="1389356">
                  <a:extLst>
                    <a:ext uri="{9D8B030D-6E8A-4147-A177-3AD203B41FA5}">
                      <a16:colId xmlns:a16="http://schemas.microsoft.com/office/drawing/2014/main" val="2852961447"/>
                    </a:ext>
                  </a:extLst>
                </a:gridCol>
                <a:gridCol w="1337980">
                  <a:extLst>
                    <a:ext uri="{9D8B030D-6E8A-4147-A177-3AD203B41FA5}">
                      <a16:colId xmlns:a16="http://schemas.microsoft.com/office/drawing/2014/main" val="3338121324"/>
                    </a:ext>
                  </a:extLst>
                </a:gridCol>
              </a:tblGrid>
              <a:tr h="1030124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قائمة مراجعة فحص مكان العمل وفق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احسب عدد المشكلات المحددة في كل فئة وسجلها في الأعمدة أدناه.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200015"/>
                  </a:ext>
                </a:extLst>
              </a:tr>
              <a:tr h="392127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الاستدامة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قبل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b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بعد تطبيق منهجية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34996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لم يتم إجراء فحوصات التنظيف والصيانة اليومية وفق منهجية 5S أو تسجيل النتائج.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75137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لم يتم إنشاء تعليمات موحدة للعمليات الجديدة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6702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لم يتم تدريب بعض الموظفين على مبادئ 5S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7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ar" sz="14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32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96719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فوائد تطبيق منهجية 5S</a:t>
            </a:r>
            <a:endParaRPr lang="en-GB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988840"/>
            <a:ext cx="8207375" cy="3878436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يزيد الأمان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تقلل مساحات العمل المنظمة والخالية من الفوضى من مخاطر الحوادث والإصابات.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يقلل من حركة المشغل غير الضرورية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تعمل مساحات العمل المبسطة والتخطيطات المنظمة على تقليل الحركة غير الضرورية </a:t>
            </a:r>
            <a:br>
              <a:rPr lang="ar-EG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مما يوفر الوقت.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يحسّن الإنتاجية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القضاء على أوجه القصور يعني أنه يمكن إكمال العمل بسرعة أكبر.</a:t>
            </a:r>
          </a:p>
          <a:p>
            <a:pPr rtl="1">
              <a:lnSpc>
                <a:spcPct val="110000"/>
              </a:lnSpc>
              <a:buSzPct val="85000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32209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فوائد تطبيق منهجية 5S</a:t>
            </a:r>
            <a:endParaRPr lang="en-GB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988840"/>
            <a:ext cx="8207375" cy="3878436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يُحسن الجودة 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يضمن وضع معايير للعمليات وطرق العمل تحقيق مستويات ثابتة من الجودة.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يُعزز الشعور بالمسؤولية والملكية 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إشراك الموظفين في عملية 5S يجعلهم يشعرون بالملكية والفخر في مكان العمل.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يُحسن الروح المعنوية 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يوفر مكان العمل النظيف والمنظم والمعتنى به جيدًا بيئة عمل ممتعة.</a:t>
            </a:r>
          </a:p>
          <a:p>
            <a:pPr rtl="1">
              <a:lnSpc>
                <a:spcPct val="110000"/>
              </a:lnSpc>
              <a:buSzPct val="85000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8842370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85F5CF79-D222-4E5A-908B-9058924F1E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BD2D70-1E2E-441D-91B7-57DB3618045D}"/>
</file>

<file path=customXml/itemProps3.xml><?xml version="1.0" encoding="utf-8"?>
<ds:datastoreItem xmlns:ds="http://schemas.openxmlformats.org/officeDocument/2006/customXml" ds:itemID="{0C965CC7-9C5E-420B-A2A7-DA781674CFE2}">
  <ds:schemaRefs>
    <ds:schemaRef ds:uri="6125ffc9-2c56-435e-8267-1393444907b2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7c1bd8dc-4e40-424f-a15f-9ffcd522197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1916</Words>
  <Application>Microsoft Office PowerPoint</Application>
  <PresentationFormat>On-screen Show (4:3)</PresentationFormat>
  <Paragraphs>311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12 تقنيات تحسين الأعمال  </vt:lpstr>
      <vt:lpstr>تقنيات تحسين الأعمال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نشاط ذو قيمة مضافة</vt:lpstr>
      <vt:lpstr>نشاط عديم القيمة المضافة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(ب)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فوائد تطبيق منهجية 5S</vt:lpstr>
      <vt:lpstr>فوائد تطبيق منهجية 5S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17</cp:revision>
  <cp:lastPrinted>2023-11-26T19:53:21Z</cp:lastPrinted>
  <dcterms:created xsi:type="dcterms:W3CDTF">2020-07-15T07:14:47Z</dcterms:created>
  <dcterms:modified xsi:type="dcterms:W3CDTF">2024-01-16T16:58:23Z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