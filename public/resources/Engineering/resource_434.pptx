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0"/>
  </p:notesMasterIdLst>
  <p:sldIdLst>
    <p:sldId id="256" r:id="rId14"/>
    <p:sldId id="330" r:id="rId15"/>
    <p:sldId id="257" r:id="rId16"/>
    <p:sldId id="258" r:id="rId17"/>
    <p:sldId id="272" r:id="rId18"/>
    <p:sldId id="310" r:id="rId19"/>
    <p:sldId id="311" r:id="rId20"/>
    <p:sldId id="312" r:id="rId21"/>
    <p:sldId id="313" r:id="rId22"/>
    <p:sldId id="314" r:id="rId23"/>
    <p:sldId id="337" r:id="rId24"/>
    <p:sldId id="332" r:id="rId25"/>
    <p:sldId id="331" r:id="rId26"/>
    <p:sldId id="338" r:id="rId27"/>
    <p:sldId id="316" r:id="rId28"/>
    <p:sldId id="317" r:id="rId29"/>
    <p:sldId id="318" r:id="rId30"/>
    <p:sldId id="319" r:id="rId31"/>
    <p:sldId id="342" r:id="rId32"/>
    <p:sldId id="320" r:id="rId33"/>
    <p:sldId id="339" r:id="rId34"/>
    <p:sldId id="333" r:id="rId35"/>
    <p:sldId id="322" r:id="rId36"/>
    <p:sldId id="340" r:id="rId37"/>
    <p:sldId id="323" r:id="rId38"/>
    <p:sldId id="341" r:id="rId39"/>
    <p:sldId id="324" r:id="rId40"/>
    <p:sldId id="325" r:id="rId41"/>
    <p:sldId id="336" r:id="rId42"/>
    <p:sldId id="334" r:id="rId43"/>
    <p:sldId id="326" r:id="rId44"/>
    <p:sldId id="327" r:id="rId45"/>
    <p:sldId id="335" r:id="rId46"/>
    <p:sldId id="328" r:id="rId47"/>
    <p:sldId id="329" r:id="rId48"/>
    <p:sldId id="343" r:id="rId49"/>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5367B5-CA25-468D-9197-40A6C381F6BB}" v="77" dt="2024-05-28T15:44:47.370"/>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38" autoAdjust="0"/>
    <p:restoredTop sz="95134" autoAdjust="0"/>
  </p:normalViewPr>
  <p:slideViewPr>
    <p:cSldViewPr>
      <p:cViewPr varScale="1">
        <p:scale>
          <a:sx n="153" d="100"/>
          <a:sy n="153" d="100"/>
        </p:scale>
        <p:origin x="2304" y="150"/>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365367B5-CA25-468D-9197-40A6C381F6BB}"/>
    <pc:docChg chg="custSel addSld modSld">
      <pc:chgData name="Paul Winser" userId="c3146a91-e6bd-4264-bd86-e164e04bc32d" providerId="ADAL" clId="{365367B5-CA25-468D-9197-40A6C381F6BB}" dt="2024-05-28T15:44:49.166" v="175" actId="478"/>
      <pc:docMkLst>
        <pc:docMk/>
      </pc:docMkLst>
      <pc:sldChg chg="addSp modSp mod">
        <pc:chgData name="Paul Winser" userId="c3146a91-e6bd-4264-bd86-e164e04bc32d" providerId="ADAL" clId="{365367B5-CA25-468D-9197-40A6C381F6BB}" dt="2024-05-24T17:35:22.676" v="6" actId="20577"/>
        <pc:sldMkLst>
          <pc:docMk/>
          <pc:sldMk cId="0" sldId="256"/>
        </pc:sldMkLst>
        <pc:spChg chg="add mod">
          <ac:chgData name="Paul Winser" userId="c3146a91-e6bd-4264-bd86-e164e04bc32d" providerId="ADAL" clId="{365367B5-CA25-468D-9197-40A6C381F6BB}" dt="2024-05-24T17:35:22.676" v="6" actId="20577"/>
          <ac:spMkLst>
            <pc:docMk/>
            <pc:sldMk cId="0" sldId="256"/>
            <ac:spMk id="2" creationId="{B8B8CDD1-1FC9-F9B9-4756-9D43B5A4FF20}"/>
          </ac:spMkLst>
        </pc:spChg>
      </pc:sldChg>
      <pc:sldChg chg="addSp modSp">
        <pc:chgData name="Paul Winser" userId="c3146a91-e6bd-4264-bd86-e164e04bc32d" providerId="ADAL" clId="{365367B5-CA25-468D-9197-40A6C381F6BB}" dt="2024-05-24T17:35:30.211" v="8"/>
        <pc:sldMkLst>
          <pc:docMk/>
          <pc:sldMk cId="0" sldId="257"/>
        </pc:sldMkLst>
        <pc:spChg chg="add mod">
          <ac:chgData name="Paul Winser" userId="c3146a91-e6bd-4264-bd86-e164e04bc32d" providerId="ADAL" clId="{365367B5-CA25-468D-9197-40A6C381F6BB}" dt="2024-05-24T17:35:30.211" v="8"/>
          <ac:spMkLst>
            <pc:docMk/>
            <pc:sldMk cId="0" sldId="257"/>
            <ac:spMk id="2" creationId="{C6DEB4D6-9D65-66B2-8A2E-C2C8A192F190}"/>
          </ac:spMkLst>
        </pc:spChg>
      </pc:sldChg>
      <pc:sldChg chg="addSp modSp">
        <pc:chgData name="Paul Winser" userId="c3146a91-e6bd-4264-bd86-e164e04bc32d" providerId="ADAL" clId="{365367B5-CA25-468D-9197-40A6C381F6BB}" dt="2024-05-24T17:35:31.797" v="9"/>
        <pc:sldMkLst>
          <pc:docMk/>
          <pc:sldMk cId="0" sldId="258"/>
        </pc:sldMkLst>
        <pc:spChg chg="add mod">
          <ac:chgData name="Paul Winser" userId="c3146a91-e6bd-4264-bd86-e164e04bc32d" providerId="ADAL" clId="{365367B5-CA25-468D-9197-40A6C381F6BB}" dt="2024-05-24T17:35:31.797" v="9"/>
          <ac:spMkLst>
            <pc:docMk/>
            <pc:sldMk cId="0" sldId="258"/>
            <ac:spMk id="2" creationId="{B7727A9E-94A6-D8A1-9111-A89EF0E92AD8}"/>
          </ac:spMkLst>
        </pc:spChg>
      </pc:sldChg>
      <pc:sldChg chg="addSp modSp">
        <pc:chgData name="Paul Winser" userId="c3146a91-e6bd-4264-bd86-e164e04bc32d" providerId="ADAL" clId="{365367B5-CA25-468D-9197-40A6C381F6BB}" dt="2024-05-24T17:35:34.053" v="10"/>
        <pc:sldMkLst>
          <pc:docMk/>
          <pc:sldMk cId="0" sldId="272"/>
        </pc:sldMkLst>
        <pc:spChg chg="add mod">
          <ac:chgData name="Paul Winser" userId="c3146a91-e6bd-4264-bd86-e164e04bc32d" providerId="ADAL" clId="{365367B5-CA25-468D-9197-40A6C381F6BB}" dt="2024-05-24T17:35:34.053" v="10"/>
          <ac:spMkLst>
            <pc:docMk/>
            <pc:sldMk cId="0" sldId="272"/>
            <ac:spMk id="2" creationId="{708FFEB3-8976-D429-9B77-D1EB7E767D04}"/>
          </ac:spMkLst>
        </pc:spChg>
      </pc:sldChg>
      <pc:sldChg chg="addSp modSp">
        <pc:chgData name="Paul Winser" userId="c3146a91-e6bd-4264-bd86-e164e04bc32d" providerId="ADAL" clId="{365367B5-CA25-468D-9197-40A6C381F6BB}" dt="2024-05-24T17:35:37.080" v="11"/>
        <pc:sldMkLst>
          <pc:docMk/>
          <pc:sldMk cId="4078334870" sldId="310"/>
        </pc:sldMkLst>
        <pc:spChg chg="add mod">
          <ac:chgData name="Paul Winser" userId="c3146a91-e6bd-4264-bd86-e164e04bc32d" providerId="ADAL" clId="{365367B5-CA25-468D-9197-40A6C381F6BB}" dt="2024-05-24T17:35:37.080" v="11"/>
          <ac:spMkLst>
            <pc:docMk/>
            <pc:sldMk cId="4078334870" sldId="310"/>
            <ac:spMk id="2" creationId="{B34A6F26-0151-2345-081C-4AE3B4150551}"/>
          </ac:spMkLst>
        </pc:spChg>
      </pc:sldChg>
      <pc:sldChg chg="addSp delSp modSp mod">
        <pc:chgData name="Paul Winser" userId="c3146a91-e6bd-4264-bd86-e164e04bc32d" providerId="ADAL" clId="{365367B5-CA25-468D-9197-40A6C381F6BB}" dt="2024-05-24T18:06:15.918" v="49" actId="1076"/>
        <pc:sldMkLst>
          <pc:docMk/>
          <pc:sldMk cId="1274854741" sldId="311"/>
        </pc:sldMkLst>
        <pc:spChg chg="add mod">
          <ac:chgData name="Paul Winser" userId="c3146a91-e6bd-4264-bd86-e164e04bc32d" providerId="ADAL" clId="{365367B5-CA25-468D-9197-40A6C381F6BB}" dt="2024-05-24T17:35:39.131" v="12"/>
          <ac:spMkLst>
            <pc:docMk/>
            <pc:sldMk cId="1274854741" sldId="311"/>
            <ac:spMk id="2" creationId="{6768CED4-FB61-268E-0D9E-0C3E64257BB1}"/>
          </ac:spMkLst>
        </pc:spChg>
        <pc:picChg chg="del">
          <ac:chgData name="Paul Winser" userId="c3146a91-e6bd-4264-bd86-e164e04bc32d" providerId="ADAL" clId="{365367B5-CA25-468D-9197-40A6C381F6BB}" dt="2024-05-24T18:06:01.591" v="43" actId="478"/>
          <ac:picMkLst>
            <pc:docMk/>
            <pc:sldMk cId="1274854741" sldId="311"/>
            <ac:picMk id="4" creationId="{0D4D1AF1-59F4-4700-AFC9-4EE78F1D5928}"/>
          </ac:picMkLst>
        </pc:picChg>
        <pc:picChg chg="add mod">
          <ac:chgData name="Paul Winser" userId="c3146a91-e6bd-4264-bd86-e164e04bc32d" providerId="ADAL" clId="{365367B5-CA25-468D-9197-40A6C381F6BB}" dt="2024-05-24T18:06:06.087" v="46" actId="14100"/>
          <ac:picMkLst>
            <pc:docMk/>
            <pc:sldMk cId="1274854741" sldId="311"/>
            <ac:picMk id="6" creationId="{3FB9709E-4385-FD5F-636F-CF2D17F2461B}"/>
          </ac:picMkLst>
        </pc:picChg>
        <pc:picChg chg="add mod">
          <ac:chgData name="Paul Winser" userId="c3146a91-e6bd-4264-bd86-e164e04bc32d" providerId="ADAL" clId="{365367B5-CA25-468D-9197-40A6C381F6BB}" dt="2024-05-24T18:06:15.918" v="49" actId="1076"/>
          <ac:picMkLst>
            <pc:docMk/>
            <pc:sldMk cId="1274854741" sldId="311"/>
            <ac:picMk id="7" creationId="{0D8CB881-EFE2-A554-EEE6-0BB9144BBA1C}"/>
          </ac:picMkLst>
        </pc:picChg>
        <pc:picChg chg="del">
          <ac:chgData name="Paul Winser" userId="c3146a91-e6bd-4264-bd86-e164e04bc32d" providerId="ADAL" clId="{365367B5-CA25-468D-9197-40A6C381F6BB}" dt="2024-05-24T18:06:12.631" v="47" actId="478"/>
          <ac:picMkLst>
            <pc:docMk/>
            <pc:sldMk cId="1274854741" sldId="311"/>
            <ac:picMk id="12" creationId="{BB792A85-E3FC-4FC1-9E4B-BD5A217E0503}"/>
          </ac:picMkLst>
        </pc:picChg>
      </pc:sldChg>
      <pc:sldChg chg="addSp delSp modSp mod">
        <pc:chgData name="Paul Winser" userId="c3146a91-e6bd-4264-bd86-e164e04bc32d" providerId="ADAL" clId="{365367B5-CA25-468D-9197-40A6C381F6BB}" dt="2024-05-24T18:06:30.053" v="54" actId="1076"/>
        <pc:sldMkLst>
          <pc:docMk/>
          <pc:sldMk cId="3136940625" sldId="312"/>
        </pc:sldMkLst>
        <pc:spChg chg="add mod">
          <ac:chgData name="Paul Winser" userId="c3146a91-e6bd-4264-bd86-e164e04bc32d" providerId="ADAL" clId="{365367B5-CA25-468D-9197-40A6C381F6BB}" dt="2024-05-24T17:35:41.557" v="13"/>
          <ac:spMkLst>
            <pc:docMk/>
            <pc:sldMk cId="3136940625" sldId="312"/>
            <ac:spMk id="2" creationId="{AF4779FC-68F3-838A-12A5-19468FCAEE1B}"/>
          </ac:spMkLst>
        </pc:spChg>
        <pc:spChg chg="mod">
          <ac:chgData name="Paul Winser" userId="c3146a91-e6bd-4264-bd86-e164e04bc32d" providerId="ADAL" clId="{365367B5-CA25-468D-9197-40A6C381F6BB}" dt="2024-05-24T18:06:28.675" v="53" actId="14100"/>
          <ac:spMkLst>
            <pc:docMk/>
            <pc:sldMk cId="3136940625" sldId="312"/>
            <ac:spMk id="10" creationId="{0ED37139-A824-41CF-981F-6910EB61E116}"/>
          </ac:spMkLst>
        </pc:spChg>
        <pc:picChg chg="add mod">
          <ac:chgData name="Paul Winser" userId="c3146a91-e6bd-4264-bd86-e164e04bc32d" providerId="ADAL" clId="{365367B5-CA25-468D-9197-40A6C381F6BB}" dt="2024-05-24T18:06:30.053" v="54" actId="1076"/>
          <ac:picMkLst>
            <pc:docMk/>
            <pc:sldMk cId="3136940625" sldId="312"/>
            <ac:picMk id="4" creationId="{8750520B-65AB-80FE-CE39-D0469F87BB49}"/>
          </ac:picMkLst>
        </pc:picChg>
        <pc:picChg chg="del">
          <ac:chgData name="Paul Winser" userId="c3146a91-e6bd-4264-bd86-e164e04bc32d" providerId="ADAL" clId="{365367B5-CA25-468D-9197-40A6C381F6BB}" dt="2024-05-24T18:06:22.403" v="50" actId="478"/>
          <ac:picMkLst>
            <pc:docMk/>
            <pc:sldMk cId="3136940625" sldId="312"/>
            <ac:picMk id="8" creationId="{5F3A62BC-4CC1-4DFF-A9E6-4B835B0799EA}"/>
          </ac:picMkLst>
        </pc:picChg>
      </pc:sldChg>
      <pc:sldChg chg="addSp delSp modSp mod">
        <pc:chgData name="Paul Winser" userId="c3146a91-e6bd-4264-bd86-e164e04bc32d" providerId="ADAL" clId="{365367B5-CA25-468D-9197-40A6C381F6BB}" dt="2024-05-24T18:06:57.721" v="57" actId="1076"/>
        <pc:sldMkLst>
          <pc:docMk/>
          <pc:sldMk cId="935186005" sldId="313"/>
        </pc:sldMkLst>
        <pc:spChg chg="add mod">
          <ac:chgData name="Paul Winser" userId="c3146a91-e6bd-4264-bd86-e164e04bc32d" providerId="ADAL" clId="{365367B5-CA25-468D-9197-40A6C381F6BB}" dt="2024-05-24T17:35:43.784" v="14"/>
          <ac:spMkLst>
            <pc:docMk/>
            <pc:sldMk cId="935186005" sldId="313"/>
            <ac:spMk id="2" creationId="{0732189E-2153-E347-DF3A-2F84ECBD84DA}"/>
          </ac:spMkLst>
        </pc:spChg>
        <pc:picChg chg="add mod">
          <ac:chgData name="Paul Winser" userId="c3146a91-e6bd-4264-bd86-e164e04bc32d" providerId="ADAL" clId="{365367B5-CA25-468D-9197-40A6C381F6BB}" dt="2024-05-24T18:06:57.721" v="57" actId="1076"/>
          <ac:picMkLst>
            <pc:docMk/>
            <pc:sldMk cId="935186005" sldId="313"/>
            <ac:picMk id="4" creationId="{4277CC48-0BC4-6D38-905E-2656FB4842F7}"/>
          </ac:picMkLst>
        </pc:picChg>
        <pc:picChg chg="del">
          <ac:chgData name="Paul Winser" userId="c3146a91-e6bd-4264-bd86-e164e04bc32d" providerId="ADAL" clId="{365367B5-CA25-468D-9197-40A6C381F6BB}" dt="2024-05-24T18:06:54.885" v="55" actId="478"/>
          <ac:picMkLst>
            <pc:docMk/>
            <pc:sldMk cId="935186005" sldId="313"/>
            <ac:picMk id="7" creationId="{367440E5-0C47-48B9-8BC8-2A940BED773F}"/>
          </ac:picMkLst>
        </pc:picChg>
      </pc:sldChg>
      <pc:sldChg chg="addSp delSp modSp mod">
        <pc:chgData name="Paul Winser" userId="c3146a91-e6bd-4264-bd86-e164e04bc32d" providerId="ADAL" clId="{365367B5-CA25-468D-9197-40A6C381F6BB}" dt="2024-05-24T18:07:12.779" v="63" actId="1076"/>
        <pc:sldMkLst>
          <pc:docMk/>
          <pc:sldMk cId="1408481995" sldId="314"/>
        </pc:sldMkLst>
        <pc:spChg chg="add mod">
          <ac:chgData name="Paul Winser" userId="c3146a91-e6bd-4264-bd86-e164e04bc32d" providerId="ADAL" clId="{365367B5-CA25-468D-9197-40A6C381F6BB}" dt="2024-05-24T17:35:45.528" v="15"/>
          <ac:spMkLst>
            <pc:docMk/>
            <pc:sldMk cId="1408481995" sldId="314"/>
            <ac:spMk id="2" creationId="{C7483362-3F9C-B4A5-B7AE-F3816694C395}"/>
          </ac:spMkLst>
        </pc:spChg>
        <pc:picChg chg="del">
          <ac:chgData name="Paul Winser" userId="c3146a91-e6bd-4264-bd86-e164e04bc32d" providerId="ADAL" clId="{365367B5-CA25-468D-9197-40A6C381F6BB}" dt="2024-05-24T18:07:03.744" v="58" actId="478"/>
          <ac:picMkLst>
            <pc:docMk/>
            <pc:sldMk cId="1408481995" sldId="314"/>
            <ac:picMk id="4" creationId="{E0BF0B37-5F54-4DCE-AA8F-65C0EDBD3B53}"/>
          </ac:picMkLst>
        </pc:picChg>
        <pc:picChg chg="add mod">
          <ac:chgData name="Paul Winser" userId="c3146a91-e6bd-4264-bd86-e164e04bc32d" providerId="ADAL" clId="{365367B5-CA25-468D-9197-40A6C381F6BB}" dt="2024-05-24T18:07:06.053" v="60" actId="1076"/>
          <ac:picMkLst>
            <pc:docMk/>
            <pc:sldMk cId="1408481995" sldId="314"/>
            <ac:picMk id="5" creationId="{5EBA5504-0293-F0F0-14EF-B692771C382E}"/>
          </ac:picMkLst>
        </pc:picChg>
        <pc:picChg chg="del">
          <ac:chgData name="Paul Winser" userId="c3146a91-e6bd-4264-bd86-e164e04bc32d" providerId="ADAL" clId="{365367B5-CA25-468D-9197-40A6C381F6BB}" dt="2024-05-24T18:07:08.865" v="61" actId="478"/>
          <ac:picMkLst>
            <pc:docMk/>
            <pc:sldMk cId="1408481995" sldId="314"/>
            <ac:picMk id="6" creationId="{832C9484-D227-4A8E-8480-A2465FC8D8C9}"/>
          </ac:picMkLst>
        </pc:picChg>
        <pc:picChg chg="add mod">
          <ac:chgData name="Paul Winser" userId="c3146a91-e6bd-4264-bd86-e164e04bc32d" providerId="ADAL" clId="{365367B5-CA25-468D-9197-40A6C381F6BB}" dt="2024-05-24T18:07:12.779" v="63" actId="1076"/>
          <ac:picMkLst>
            <pc:docMk/>
            <pc:sldMk cId="1408481995" sldId="314"/>
            <ac:picMk id="7" creationId="{27B1A06C-7126-BF3B-40FC-BE6D52523402}"/>
          </ac:picMkLst>
        </pc:picChg>
      </pc:sldChg>
      <pc:sldChg chg="addSp delSp modSp mod">
        <pc:chgData name="Paul Winser" userId="c3146a91-e6bd-4264-bd86-e164e04bc32d" providerId="ADAL" clId="{365367B5-CA25-468D-9197-40A6C381F6BB}" dt="2024-05-24T18:09:23.475" v="95" actId="1076"/>
        <pc:sldMkLst>
          <pc:docMk/>
          <pc:sldMk cId="1076984837" sldId="316"/>
        </pc:sldMkLst>
        <pc:spChg chg="add mod">
          <ac:chgData name="Paul Winser" userId="c3146a91-e6bd-4264-bd86-e164e04bc32d" providerId="ADAL" clId="{365367B5-CA25-468D-9197-40A6C381F6BB}" dt="2024-05-24T17:35:55.822" v="22"/>
          <ac:spMkLst>
            <pc:docMk/>
            <pc:sldMk cId="1076984837" sldId="316"/>
            <ac:spMk id="2" creationId="{855E165D-3A83-9E30-F413-44272320D3C3}"/>
          </ac:spMkLst>
        </pc:spChg>
        <pc:picChg chg="add mod">
          <ac:chgData name="Paul Winser" userId="c3146a91-e6bd-4264-bd86-e164e04bc32d" providerId="ADAL" clId="{365367B5-CA25-468D-9197-40A6C381F6BB}" dt="2024-05-24T18:09:17.685" v="91" actId="1076"/>
          <ac:picMkLst>
            <pc:docMk/>
            <pc:sldMk cId="1076984837" sldId="316"/>
            <ac:picMk id="4" creationId="{303D96E3-F802-7207-BC28-89125DC3780B}"/>
          </ac:picMkLst>
        </pc:picChg>
        <pc:picChg chg="del mod">
          <ac:chgData name="Paul Winser" userId="c3146a91-e6bd-4264-bd86-e164e04bc32d" providerId="ADAL" clId="{365367B5-CA25-468D-9197-40A6C381F6BB}" dt="2024-05-24T18:09:14.492" v="89" actId="478"/>
          <ac:picMkLst>
            <pc:docMk/>
            <pc:sldMk cId="1076984837" sldId="316"/>
            <ac:picMk id="5" creationId="{243CC72F-59D0-4982-B76E-3E2757999B15}"/>
          </ac:picMkLst>
        </pc:picChg>
        <pc:picChg chg="add mod">
          <ac:chgData name="Paul Winser" userId="c3146a91-e6bd-4264-bd86-e164e04bc32d" providerId="ADAL" clId="{365367B5-CA25-468D-9197-40A6C381F6BB}" dt="2024-05-24T18:09:23.475" v="95" actId="1076"/>
          <ac:picMkLst>
            <pc:docMk/>
            <pc:sldMk cId="1076984837" sldId="316"/>
            <ac:picMk id="6" creationId="{79E7BB3C-9665-5E8C-EFA5-03BADD093369}"/>
          </ac:picMkLst>
        </pc:picChg>
        <pc:picChg chg="del mod">
          <ac:chgData name="Paul Winser" userId="c3146a91-e6bd-4264-bd86-e164e04bc32d" providerId="ADAL" clId="{365367B5-CA25-468D-9197-40A6C381F6BB}" dt="2024-05-24T18:09:20.467" v="93" actId="478"/>
          <ac:picMkLst>
            <pc:docMk/>
            <pc:sldMk cId="1076984837" sldId="316"/>
            <ac:picMk id="8" creationId="{DCB893A1-E30E-42B3-9100-9C3E59BA9429}"/>
          </ac:picMkLst>
        </pc:picChg>
      </pc:sldChg>
      <pc:sldChg chg="addSp modSp">
        <pc:chgData name="Paul Winser" userId="c3146a91-e6bd-4264-bd86-e164e04bc32d" providerId="ADAL" clId="{365367B5-CA25-468D-9197-40A6C381F6BB}" dt="2024-05-24T17:35:59.311" v="23"/>
        <pc:sldMkLst>
          <pc:docMk/>
          <pc:sldMk cId="3058593588" sldId="317"/>
        </pc:sldMkLst>
        <pc:spChg chg="add mod">
          <ac:chgData name="Paul Winser" userId="c3146a91-e6bd-4264-bd86-e164e04bc32d" providerId="ADAL" clId="{365367B5-CA25-468D-9197-40A6C381F6BB}" dt="2024-05-24T17:35:59.311" v="23"/>
          <ac:spMkLst>
            <pc:docMk/>
            <pc:sldMk cId="3058593588" sldId="317"/>
            <ac:spMk id="2" creationId="{F381B4A1-F975-1830-B212-4EABB64D772F}"/>
          </ac:spMkLst>
        </pc:spChg>
      </pc:sldChg>
      <pc:sldChg chg="addSp modSp">
        <pc:chgData name="Paul Winser" userId="c3146a91-e6bd-4264-bd86-e164e04bc32d" providerId="ADAL" clId="{365367B5-CA25-468D-9197-40A6C381F6BB}" dt="2024-05-24T17:36:01.571" v="24"/>
        <pc:sldMkLst>
          <pc:docMk/>
          <pc:sldMk cId="226842190" sldId="318"/>
        </pc:sldMkLst>
        <pc:spChg chg="add mod">
          <ac:chgData name="Paul Winser" userId="c3146a91-e6bd-4264-bd86-e164e04bc32d" providerId="ADAL" clId="{365367B5-CA25-468D-9197-40A6C381F6BB}" dt="2024-05-24T17:36:01.571" v="24"/>
          <ac:spMkLst>
            <pc:docMk/>
            <pc:sldMk cId="226842190" sldId="318"/>
            <ac:spMk id="2" creationId="{671214C6-E58B-BF9A-D066-DFA4F4916A6E}"/>
          </ac:spMkLst>
        </pc:spChg>
      </pc:sldChg>
      <pc:sldChg chg="addSp delSp modSp mod">
        <pc:chgData name="Paul Winser" userId="c3146a91-e6bd-4264-bd86-e164e04bc32d" providerId="ADAL" clId="{365367B5-CA25-468D-9197-40A6C381F6BB}" dt="2024-05-24T18:09:36.867" v="98" actId="1076"/>
        <pc:sldMkLst>
          <pc:docMk/>
          <pc:sldMk cId="1233353315" sldId="319"/>
        </pc:sldMkLst>
        <pc:spChg chg="add mod">
          <ac:chgData name="Paul Winser" userId="c3146a91-e6bd-4264-bd86-e164e04bc32d" providerId="ADAL" clId="{365367B5-CA25-468D-9197-40A6C381F6BB}" dt="2024-05-24T17:36:04.290" v="25"/>
          <ac:spMkLst>
            <pc:docMk/>
            <pc:sldMk cId="1233353315" sldId="319"/>
            <ac:spMk id="2" creationId="{6DC80841-5F4D-B7E0-A341-7FBB7CB826BC}"/>
          </ac:spMkLst>
        </pc:spChg>
        <pc:picChg chg="add mod">
          <ac:chgData name="Paul Winser" userId="c3146a91-e6bd-4264-bd86-e164e04bc32d" providerId="ADAL" clId="{365367B5-CA25-468D-9197-40A6C381F6BB}" dt="2024-05-24T18:09:36.867" v="98" actId="1076"/>
          <ac:picMkLst>
            <pc:docMk/>
            <pc:sldMk cId="1233353315" sldId="319"/>
            <ac:picMk id="4" creationId="{05CE1F23-8421-C48A-6694-163EE01CDF58}"/>
          </ac:picMkLst>
        </pc:picChg>
        <pc:picChg chg="del">
          <ac:chgData name="Paul Winser" userId="c3146a91-e6bd-4264-bd86-e164e04bc32d" providerId="ADAL" clId="{365367B5-CA25-468D-9197-40A6C381F6BB}" dt="2024-05-24T18:09:33.914" v="96" actId="478"/>
          <ac:picMkLst>
            <pc:docMk/>
            <pc:sldMk cId="1233353315" sldId="319"/>
            <ac:picMk id="9" creationId="{F341120F-99D5-4278-8558-148EC6BAD315}"/>
          </ac:picMkLst>
        </pc:picChg>
      </pc:sldChg>
      <pc:sldChg chg="addSp delSp modSp mod">
        <pc:chgData name="Paul Winser" userId="c3146a91-e6bd-4264-bd86-e164e04bc32d" providerId="ADAL" clId="{365367B5-CA25-468D-9197-40A6C381F6BB}" dt="2024-05-24T18:10:05.422" v="111" actId="1076"/>
        <pc:sldMkLst>
          <pc:docMk/>
          <pc:sldMk cId="541068627" sldId="320"/>
        </pc:sldMkLst>
        <pc:spChg chg="add mod">
          <ac:chgData name="Paul Winser" userId="c3146a91-e6bd-4264-bd86-e164e04bc32d" providerId="ADAL" clId="{365367B5-CA25-468D-9197-40A6C381F6BB}" dt="2024-05-24T17:36:07.700" v="27"/>
          <ac:spMkLst>
            <pc:docMk/>
            <pc:sldMk cId="541068627" sldId="320"/>
            <ac:spMk id="2" creationId="{E778EC14-F193-2811-D266-40AE13A40FF4}"/>
          </ac:spMkLst>
        </pc:spChg>
        <pc:picChg chg="del">
          <ac:chgData name="Paul Winser" userId="c3146a91-e6bd-4264-bd86-e164e04bc32d" providerId="ADAL" clId="{365367B5-CA25-468D-9197-40A6C381F6BB}" dt="2024-05-24T18:10:01.799" v="109" actId="478"/>
          <ac:picMkLst>
            <pc:docMk/>
            <pc:sldMk cId="541068627" sldId="320"/>
            <ac:picMk id="4" creationId="{8324FA1C-52FC-4CF8-B66C-B6EF1FE32EA5}"/>
          </ac:picMkLst>
        </pc:picChg>
        <pc:picChg chg="add mod">
          <ac:chgData name="Paul Winser" userId="c3146a91-e6bd-4264-bd86-e164e04bc32d" providerId="ADAL" clId="{365367B5-CA25-468D-9197-40A6C381F6BB}" dt="2024-05-24T18:10:05.422" v="111" actId="1076"/>
          <ac:picMkLst>
            <pc:docMk/>
            <pc:sldMk cId="541068627" sldId="320"/>
            <ac:picMk id="5" creationId="{D84B4EEF-F3FD-DBF1-2D40-F3BD754AB2AF}"/>
          </ac:picMkLst>
        </pc:picChg>
      </pc:sldChg>
      <pc:sldChg chg="addSp delSp modSp mod">
        <pc:chgData name="Paul Winser" userId="c3146a91-e6bd-4264-bd86-e164e04bc32d" providerId="ADAL" clId="{365367B5-CA25-468D-9197-40A6C381F6BB}" dt="2024-05-24T18:10:32.539" v="120" actId="1076"/>
        <pc:sldMkLst>
          <pc:docMk/>
          <pc:sldMk cId="2897917504" sldId="322"/>
        </pc:sldMkLst>
        <pc:spChg chg="add mod">
          <ac:chgData name="Paul Winser" userId="c3146a91-e6bd-4264-bd86-e164e04bc32d" providerId="ADAL" clId="{365367B5-CA25-468D-9197-40A6C381F6BB}" dt="2024-05-24T17:36:11.653" v="30"/>
          <ac:spMkLst>
            <pc:docMk/>
            <pc:sldMk cId="2897917504" sldId="322"/>
            <ac:spMk id="2" creationId="{27E496BA-A119-4F50-84A7-2815B64831F6}"/>
          </ac:spMkLst>
        </pc:spChg>
        <pc:picChg chg="del">
          <ac:chgData name="Paul Winser" userId="c3146a91-e6bd-4264-bd86-e164e04bc32d" providerId="ADAL" clId="{365367B5-CA25-468D-9197-40A6C381F6BB}" dt="2024-05-24T18:10:28.968" v="118" actId="478"/>
          <ac:picMkLst>
            <pc:docMk/>
            <pc:sldMk cId="2897917504" sldId="322"/>
            <ac:picMk id="4" creationId="{C40C0EB6-46A6-4AA5-8B24-7EB7E03F1C84}"/>
          </ac:picMkLst>
        </pc:picChg>
        <pc:picChg chg="add mod">
          <ac:chgData name="Paul Winser" userId="c3146a91-e6bd-4264-bd86-e164e04bc32d" providerId="ADAL" clId="{365367B5-CA25-468D-9197-40A6C381F6BB}" dt="2024-05-24T18:10:32.539" v="120" actId="1076"/>
          <ac:picMkLst>
            <pc:docMk/>
            <pc:sldMk cId="2897917504" sldId="322"/>
            <ac:picMk id="5" creationId="{1174D07B-A0B3-7EF7-7FCC-326F75AD7014}"/>
          </ac:picMkLst>
        </pc:picChg>
      </pc:sldChg>
      <pc:sldChg chg="addSp delSp modSp mod">
        <pc:chgData name="Paul Winser" userId="c3146a91-e6bd-4264-bd86-e164e04bc32d" providerId="ADAL" clId="{365367B5-CA25-468D-9197-40A6C381F6BB}" dt="2024-05-24T18:11:01.011" v="132" actId="1076"/>
        <pc:sldMkLst>
          <pc:docMk/>
          <pc:sldMk cId="3007747265" sldId="323"/>
        </pc:sldMkLst>
        <pc:spChg chg="add mod">
          <ac:chgData name="Paul Winser" userId="c3146a91-e6bd-4264-bd86-e164e04bc32d" providerId="ADAL" clId="{365367B5-CA25-468D-9197-40A6C381F6BB}" dt="2024-05-24T17:36:14.662" v="32"/>
          <ac:spMkLst>
            <pc:docMk/>
            <pc:sldMk cId="3007747265" sldId="323"/>
            <ac:spMk id="2" creationId="{EE419C8B-45A8-022D-83C3-34EBE72945D7}"/>
          </ac:spMkLst>
        </pc:spChg>
        <pc:picChg chg="add mod">
          <ac:chgData name="Paul Winser" userId="c3146a91-e6bd-4264-bd86-e164e04bc32d" providerId="ADAL" clId="{365367B5-CA25-468D-9197-40A6C381F6BB}" dt="2024-05-24T18:10:55.628" v="129" actId="1076"/>
          <ac:picMkLst>
            <pc:docMk/>
            <pc:sldMk cId="3007747265" sldId="323"/>
            <ac:picMk id="4" creationId="{33A77847-2F89-3066-A318-DCD7AD0332A6}"/>
          </ac:picMkLst>
        </pc:picChg>
        <pc:picChg chg="del">
          <ac:chgData name="Paul Winser" userId="c3146a91-e6bd-4264-bd86-e164e04bc32d" providerId="ADAL" clId="{365367B5-CA25-468D-9197-40A6C381F6BB}" dt="2024-05-24T18:10:52.840" v="127" actId="478"/>
          <ac:picMkLst>
            <pc:docMk/>
            <pc:sldMk cId="3007747265" sldId="323"/>
            <ac:picMk id="5" creationId="{B6F69033-80D4-4595-9F4C-42D5B8FD4CA2}"/>
          </ac:picMkLst>
        </pc:picChg>
        <pc:picChg chg="add mod">
          <ac:chgData name="Paul Winser" userId="c3146a91-e6bd-4264-bd86-e164e04bc32d" providerId="ADAL" clId="{365367B5-CA25-468D-9197-40A6C381F6BB}" dt="2024-05-24T18:11:01.011" v="132" actId="1076"/>
          <ac:picMkLst>
            <pc:docMk/>
            <pc:sldMk cId="3007747265" sldId="323"/>
            <ac:picMk id="6" creationId="{4EA410B6-A742-7A78-1E21-6E66653DFEA0}"/>
          </ac:picMkLst>
        </pc:picChg>
        <pc:picChg chg="del">
          <ac:chgData name="Paul Winser" userId="c3146a91-e6bd-4264-bd86-e164e04bc32d" providerId="ADAL" clId="{365367B5-CA25-468D-9197-40A6C381F6BB}" dt="2024-05-24T18:10:58.330" v="130" actId="478"/>
          <ac:picMkLst>
            <pc:docMk/>
            <pc:sldMk cId="3007747265" sldId="323"/>
            <ac:picMk id="11" creationId="{58F4D4A3-230D-4D98-9844-17F164E8B3CC}"/>
          </ac:picMkLst>
        </pc:picChg>
      </pc:sldChg>
      <pc:sldChg chg="addSp modSp">
        <pc:chgData name="Paul Winser" userId="c3146a91-e6bd-4264-bd86-e164e04bc32d" providerId="ADAL" clId="{365367B5-CA25-468D-9197-40A6C381F6BB}" dt="2024-05-24T17:36:19.821" v="34"/>
        <pc:sldMkLst>
          <pc:docMk/>
          <pc:sldMk cId="2241098231" sldId="324"/>
        </pc:sldMkLst>
        <pc:spChg chg="add mod">
          <ac:chgData name="Paul Winser" userId="c3146a91-e6bd-4264-bd86-e164e04bc32d" providerId="ADAL" clId="{365367B5-CA25-468D-9197-40A6C381F6BB}" dt="2024-05-24T17:36:19.821" v="34"/>
          <ac:spMkLst>
            <pc:docMk/>
            <pc:sldMk cId="2241098231" sldId="324"/>
            <ac:spMk id="2" creationId="{43AB7321-D41F-D6BE-5519-91E5BC8BB642}"/>
          </ac:spMkLst>
        </pc:spChg>
      </pc:sldChg>
      <pc:sldChg chg="addSp delSp modSp mod">
        <pc:chgData name="Paul Winser" userId="c3146a91-e6bd-4264-bd86-e164e04bc32d" providerId="ADAL" clId="{365367B5-CA25-468D-9197-40A6C381F6BB}" dt="2024-05-24T18:11:27.964" v="144" actId="1076"/>
        <pc:sldMkLst>
          <pc:docMk/>
          <pc:sldMk cId="3776013268" sldId="325"/>
        </pc:sldMkLst>
        <pc:spChg chg="add mod">
          <ac:chgData name="Paul Winser" userId="c3146a91-e6bd-4264-bd86-e164e04bc32d" providerId="ADAL" clId="{365367B5-CA25-468D-9197-40A6C381F6BB}" dt="2024-05-24T17:36:21.456" v="35"/>
          <ac:spMkLst>
            <pc:docMk/>
            <pc:sldMk cId="3776013268" sldId="325"/>
            <ac:spMk id="2" creationId="{1CC8AFE1-EFA9-C346-CE31-726F0A333513}"/>
          </ac:spMkLst>
        </pc:spChg>
        <pc:picChg chg="del">
          <ac:chgData name="Paul Winser" userId="c3146a91-e6bd-4264-bd86-e164e04bc32d" providerId="ADAL" clId="{365367B5-CA25-468D-9197-40A6C381F6BB}" dt="2024-05-24T18:11:20.345" v="139" actId="478"/>
          <ac:picMkLst>
            <pc:docMk/>
            <pc:sldMk cId="3776013268" sldId="325"/>
            <ac:picMk id="4" creationId="{E272D91D-6F64-4EE7-AD61-CE7ABD6EFE7E}"/>
          </ac:picMkLst>
        </pc:picChg>
        <pc:picChg chg="add mod">
          <ac:chgData name="Paul Winser" userId="c3146a91-e6bd-4264-bd86-e164e04bc32d" providerId="ADAL" clId="{365367B5-CA25-468D-9197-40A6C381F6BB}" dt="2024-05-24T18:11:23.423" v="141" actId="1076"/>
          <ac:picMkLst>
            <pc:docMk/>
            <pc:sldMk cId="3776013268" sldId="325"/>
            <ac:picMk id="5" creationId="{9C880B4D-08CB-24C5-A5E1-D414489D7933}"/>
          </ac:picMkLst>
        </pc:picChg>
        <pc:picChg chg="add mod">
          <ac:chgData name="Paul Winser" userId="c3146a91-e6bd-4264-bd86-e164e04bc32d" providerId="ADAL" clId="{365367B5-CA25-468D-9197-40A6C381F6BB}" dt="2024-05-24T18:11:27.964" v="144" actId="1076"/>
          <ac:picMkLst>
            <pc:docMk/>
            <pc:sldMk cId="3776013268" sldId="325"/>
            <ac:picMk id="7" creationId="{D56C4157-15D6-1218-EC02-601986AF07C6}"/>
          </ac:picMkLst>
        </pc:picChg>
        <pc:picChg chg="del">
          <ac:chgData name="Paul Winser" userId="c3146a91-e6bd-4264-bd86-e164e04bc32d" providerId="ADAL" clId="{365367B5-CA25-468D-9197-40A6C381F6BB}" dt="2024-05-24T18:11:25.580" v="142" actId="478"/>
          <ac:picMkLst>
            <pc:docMk/>
            <pc:sldMk cId="3776013268" sldId="325"/>
            <ac:picMk id="11" creationId="{EA7B7740-F8C1-4DBB-9872-901487180E70}"/>
          </ac:picMkLst>
        </pc:picChg>
      </pc:sldChg>
      <pc:sldChg chg="addSp delSp modSp mod">
        <pc:chgData name="Paul Winser" userId="c3146a91-e6bd-4264-bd86-e164e04bc32d" providerId="ADAL" clId="{365367B5-CA25-468D-9197-40A6C381F6BB}" dt="2024-05-24T18:11:59.481" v="156" actId="1076"/>
        <pc:sldMkLst>
          <pc:docMk/>
          <pc:sldMk cId="4032732054" sldId="326"/>
        </pc:sldMkLst>
        <pc:spChg chg="add mod">
          <ac:chgData name="Paul Winser" userId="c3146a91-e6bd-4264-bd86-e164e04bc32d" providerId="ADAL" clId="{365367B5-CA25-468D-9197-40A6C381F6BB}" dt="2024-05-24T17:36:26.161" v="38"/>
          <ac:spMkLst>
            <pc:docMk/>
            <pc:sldMk cId="4032732054" sldId="326"/>
            <ac:spMk id="2" creationId="{A7251953-00C7-22C4-E2DE-EF246EDD3D62}"/>
          </ac:spMkLst>
        </pc:spChg>
        <pc:picChg chg="del">
          <ac:chgData name="Paul Winser" userId="c3146a91-e6bd-4264-bd86-e164e04bc32d" providerId="ADAL" clId="{365367B5-CA25-468D-9197-40A6C381F6BB}" dt="2024-05-24T18:11:56.274" v="154" actId="478"/>
          <ac:picMkLst>
            <pc:docMk/>
            <pc:sldMk cId="4032732054" sldId="326"/>
            <ac:picMk id="4" creationId="{DCBA370E-CB15-499E-A184-A0DB76E47804}"/>
          </ac:picMkLst>
        </pc:picChg>
        <pc:picChg chg="add mod">
          <ac:chgData name="Paul Winser" userId="c3146a91-e6bd-4264-bd86-e164e04bc32d" providerId="ADAL" clId="{365367B5-CA25-468D-9197-40A6C381F6BB}" dt="2024-05-24T18:11:59.481" v="156" actId="1076"/>
          <ac:picMkLst>
            <pc:docMk/>
            <pc:sldMk cId="4032732054" sldId="326"/>
            <ac:picMk id="5" creationId="{13C9E63B-E286-22F5-DE92-AD5C91D1D809}"/>
          </ac:picMkLst>
        </pc:picChg>
      </pc:sldChg>
      <pc:sldChg chg="addSp delSp modSp mod">
        <pc:chgData name="Paul Winser" userId="c3146a91-e6bd-4264-bd86-e164e04bc32d" providerId="ADAL" clId="{365367B5-CA25-468D-9197-40A6C381F6BB}" dt="2024-05-24T18:12:07.184" v="159" actId="1076"/>
        <pc:sldMkLst>
          <pc:docMk/>
          <pc:sldMk cId="1606272429" sldId="327"/>
        </pc:sldMkLst>
        <pc:spChg chg="add mod">
          <ac:chgData name="Paul Winser" userId="c3146a91-e6bd-4264-bd86-e164e04bc32d" providerId="ADAL" clId="{365367B5-CA25-468D-9197-40A6C381F6BB}" dt="2024-05-24T17:36:27.732" v="39"/>
          <ac:spMkLst>
            <pc:docMk/>
            <pc:sldMk cId="1606272429" sldId="327"/>
            <ac:spMk id="2" creationId="{50A16E70-1B1B-9863-9F99-8EFB5B79C30F}"/>
          </ac:spMkLst>
        </pc:spChg>
        <pc:picChg chg="add mod">
          <ac:chgData name="Paul Winser" userId="c3146a91-e6bd-4264-bd86-e164e04bc32d" providerId="ADAL" clId="{365367B5-CA25-468D-9197-40A6C381F6BB}" dt="2024-05-24T18:12:07.184" v="159" actId="1076"/>
          <ac:picMkLst>
            <pc:docMk/>
            <pc:sldMk cId="1606272429" sldId="327"/>
            <ac:picMk id="4" creationId="{825FEA7E-8495-6755-F397-501D192006C0}"/>
          </ac:picMkLst>
        </pc:picChg>
        <pc:picChg chg="del">
          <ac:chgData name="Paul Winser" userId="c3146a91-e6bd-4264-bd86-e164e04bc32d" providerId="ADAL" clId="{365367B5-CA25-468D-9197-40A6C381F6BB}" dt="2024-05-24T18:12:04.659" v="157" actId="478"/>
          <ac:picMkLst>
            <pc:docMk/>
            <pc:sldMk cId="1606272429" sldId="327"/>
            <ac:picMk id="5" creationId="{1DFD7AAA-F498-4788-96FB-B68EB57F9303}"/>
          </ac:picMkLst>
        </pc:picChg>
      </pc:sldChg>
      <pc:sldChg chg="addSp delSp modSp mod">
        <pc:chgData name="Paul Winser" userId="c3146a91-e6bd-4264-bd86-e164e04bc32d" providerId="ADAL" clId="{365367B5-CA25-468D-9197-40A6C381F6BB}" dt="2024-05-24T18:12:25.547" v="166" actId="1076"/>
        <pc:sldMkLst>
          <pc:docMk/>
          <pc:sldMk cId="1013779225" sldId="328"/>
        </pc:sldMkLst>
        <pc:spChg chg="add mod">
          <ac:chgData name="Paul Winser" userId="c3146a91-e6bd-4264-bd86-e164e04bc32d" providerId="ADAL" clId="{365367B5-CA25-468D-9197-40A6C381F6BB}" dt="2024-05-24T17:36:30.724" v="41"/>
          <ac:spMkLst>
            <pc:docMk/>
            <pc:sldMk cId="1013779225" sldId="328"/>
            <ac:spMk id="2" creationId="{14D45D43-8A14-7231-468F-810004B3346A}"/>
          </ac:spMkLst>
        </pc:spChg>
        <pc:picChg chg="add mod">
          <ac:chgData name="Paul Winser" userId="c3146a91-e6bd-4264-bd86-e164e04bc32d" providerId="ADAL" clId="{365367B5-CA25-468D-9197-40A6C381F6BB}" dt="2024-05-24T18:12:25.547" v="166" actId="1076"/>
          <ac:picMkLst>
            <pc:docMk/>
            <pc:sldMk cId="1013779225" sldId="328"/>
            <ac:picMk id="4" creationId="{01208AAE-22B8-F945-E08B-73CAC2F54F98}"/>
          </ac:picMkLst>
        </pc:picChg>
        <pc:picChg chg="del">
          <ac:chgData name="Paul Winser" userId="c3146a91-e6bd-4264-bd86-e164e04bc32d" providerId="ADAL" clId="{365367B5-CA25-468D-9197-40A6C381F6BB}" dt="2024-05-24T18:12:20.828" v="162" actId="478"/>
          <ac:picMkLst>
            <pc:docMk/>
            <pc:sldMk cId="1013779225" sldId="328"/>
            <ac:picMk id="13" creationId="{41BAF249-4037-4FC6-ACEB-96F943EDD01E}"/>
          </ac:picMkLst>
        </pc:picChg>
      </pc:sldChg>
      <pc:sldChg chg="addSp delSp modSp mod">
        <pc:chgData name="Paul Winser" userId="c3146a91-e6bd-4264-bd86-e164e04bc32d" providerId="ADAL" clId="{365367B5-CA25-468D-9197-40A6C381F6BB}" dt="2024-05-24T18:12:37.213" v="172" actId="1076"/>
        <pc:sldMkLst>
          <pc:docMk/>
          <pc:sldMk cId="1047468201" sldId="329"/>
        </pc:sldMkLst>
        <pc:spChg chg="add mod">
          <ac:chgData name="Paul Winser" userId="c3146a91-e6bd-4264-bd86-e164e04bc32d" providerId="ADAL" clId="{365367B5-CA25-468D-9197-40A6C381F6BB}" dt="2024-05-24T17:36:34.952" v="42"/>
          <ac:spMkLst>
            <pc:docMk/>
            <pc:sldMk cId="1047468201" sldId="329"/>
            <ac:spMk id="2" creationId="{A57FFEBF-1D79-BECE-4A3F-2921A4F8FB47}"/>
          </ac:spMkLst>
        </pc:spChg>
        <pc:picChg chg="add mod">
          <ac:chgData name="Paul Winser" userId="c3146a91-e6bd-4264-bd86-e164e04bc32d" providerId="ADAL" clId="{365367B5-CA25-468D-9197-40A6C381F6BB}" dt="2024-05-24T18:12:32.533" v="169" actId="1076"/>
          <ac:picMkLst>
            <pc:docMk/>
            <pc:sldMk cId="1047468201" sldId="329"/>
            <ac:picMk id="4" creationId="{FF938B79-9CDB-9DC0-921F-B60F36BCFC48}"/>
          </ac:picMkLst>
        </pc:picChg>
        <pc:picChg chg="del">
          <ac:chgData name="Paul Winser" userId="c3146a91-e6bd-4264-bd86-e164e04bc32d" providerId="ADAL" clId="{365367B5-CA25-468D-9197-40A6C381F6BB}" dt="2024-05-24T18:12:30.312" v="167" actId="478"/>
          <ac:picMkLst>
            <pc:docMk/>
            <pc:sldMk cId="1047468201" sldId="329"/>
            <ac:picMk id="5" creationId="{F13ED5D4-06C3-4CFA-8A59-D4FC139D245B}"/>
          </ac:picMkLst>
        </pc:picChg>
        <pc:picChg chg="add mod">
          <ac:chgData name="Paul Winser" userId="c3146a91-e6bd-4264-bd86-e164e04bc32d" providerId="ADAL" clId="{365367B5-CA25-468D-9197-40A6C381F6BB}" dt="2024-05-24T18:12:37.213" v="172" actId="1076"/>
          <ac:picMkLst>
            <pc:docMk/>
            <pc:sldMk cId="1047468201" sldId="329"/>
            <ac:picMk id="6" creationId="{89EA7142-F457-A42A-2897-1EB4FDD3581D}"/>
          </ac:picMkLst>
        </pc:picChg>
        <pc:picChg chg="del">
          <ac:chgData name="Paul Winser" userId="c3146a91-e6bd-4264-bd86-e164e04bc32d" providerId="ADAL" clId="{365367B5-CA25-468D-9197-40A6C381F6BB}" dt="2024-05-24T18:12:34.908" v="170" actId="478"/>
          <ac:picMkLst>
            <pc:docMk/>
            <pc:sldMk cId="1047468201" sldId="329"/>
            <ac:picMk id="11" creationId="{B1E98E8B-69B5-4492-B538-5B29E446283B}"/>
          </ac:picMkLst>
        </pc:picChg>
      </pc:sldChg>
      <pc:sldChg chg="addSp modSp">
        <pc:chgData name="Paul Winser" userId="c3146a91-e6bd-4264-bd86-e164e04bc32d" providerId="ADAL" clId="{365367B5-CA25-468D-9197-40A6C381F6BB}" dt="2024-05-24T17:35:27.253" v="7"/>
        <pc:sldMkLst>
          <pc:docMk/>
          <pc:sldMk cId="2358197303" sldId="330"/>
        </pc:sldMkLst>
        <pc:spChg chg="add mod">
          <ac:chgData name="Paul Winser" userId="c3146a91-e6bd-4264-bd86-e164e04bc32d" providerId="ADAL" clId="{365367B5-CA25-468D-9197-40A6C381F6BB}" dt="2024-05-24T17:35:27.253" v="7"/>
          <ac:spMkLst>
            <pc:docMk/>
            <pc:sldMk cId="2358197303" sldId="330"/>
            <ac:spMk id="2" creationId="{1A145AA0-A0B0-B96A-46C1-E6CDCB09D0E7}"/>
          </ac:spMkLst>
        </pc:spChg>
      </pc:sldChg>
      <pc:sldChg chg="addSp delSp modSp mod">
        <pc:chgData name="Paul Winser" userId="c3146a91-e6bd-4264-bd86-e164e04bc32d" providerId="ADAL" clId="{365367B5-CA25-468D-9197-40A6C381F6BB}" dt="2024-05-24T18:08:48.495" v="80" actId="1076"/>
        <pc:sldMkLst>
          <pc:docMk/>
          <pc:sldMk cId="599842900" sldId="331"/>
        </pc:sldMkLst>
        <pc:spChg chg="add mod">
          <ac:chgData name="Paul Winser" userId="c3146a91-e6bd-4264-bd86-e164e04bc32d" providerId="ADAL" clId="{365367B5-CA25-468D-9197-40A6C381F6BB}" dt="2024-05-24T17:35:50.116" v="18"/>
          <ac:spMkLst>
            <pc:docMk/>
            <pc:sldMk cId="599842900" sldId="331"/>
            <ac:spMk id="2" creationId="{9F132126-F435-5371-CA51-4094C1275F26}"/>
          </ac:spMkLst>
        </pc:spChg>
        <pc:spChg chg="add del mod">
          <ac:chgData name="Paul Winser" userId="c3146a91-e6bd-4264-bd86-e164e04bc32d" providerId="ADAL" clId="{365367B5-CA25-468D-9197-40A6C381F6BB}" dt="2024-05-24T17:35:54.062" v="21"/>
          <ac:spMkLst>
            <pc:docMk/>
            <pc:sldMk cId="599842900" sldId="331"/>
            <ac:spMk id="4" creationId="{9B3AE7D9-2E2C-05C7-FB0B-9C66E7DB5461}"/>
          </ac:spMkLst>
        </pc:spChg>
        <pc:picChg chg="add mod">
          <ac:chgData name="Paul Winser" userId="c3146a91-e6bd-4264-bd86-e164e04bc32d" providerId="ADAL" clId="{365367B5-CA25-468D-9197-40A6C381F6BB}" dt="2024-05-24T18:08:42.788" v="77" actId="1076"/>
          <ac:picMkLst>
            <pc:docMk/>
            <pc:sldMk cId="599842900" sldId="331"/>
            <ac:picMk id="4" creationId="{3C810FE9-1E12-20B0-7261-3964F90B438A}"/>
          </ac:picMkLst>
        </pc:picChg>
        <pc:picChg chg="del">
          <ac:chgData name="Paul Winser" userId="c3146a91-e6bd-4264-bd86-e164e04bc32d" providerId="ADAL" clId="{365367B5-CA25-468D-9197-40A6C381F6BB}" dt="2024-05-24T18:08:40.549" v="75" actId="478"/>
          <ac:picMkLst>
            <pc:docMk/>
            <pc:sldMk cId="599842900" sldId="331"/>
            <ac:picMk id="5" creationId="{0FB20041-7759-4424-ACF3-2C7577D8020A}"/>
          </ac:picMkLst>
        </pc:picChg>
        <pc:picChg chg="add mod">
          <ac:chgData name="Paul Winser" userId="c3146a91-e6bd-4264-bd86-e164e04bc32d" providerId="ADAL" clId="{365367B5-CA25-468D-9197-40A6C381F6BB}" dt="2024-05-24T18:08:48.495" v="80" actId="1076"/>
          <ac:picMkLst>
            <pc:docMk/>
            <pc:sldMk cId="599842900" sldId="331"/>
            <ac:picMk id="6" creationId="{E284EAC4-E872-24E2-045D-07C16492781E}"/>
          </ac:picMkLst>
        </pc:picChg>
        <pc:picChg chg="del">
          <ac:chgData name="Paul Winser" userId="c3146a91-e6bd-4264-bd86-e164e04bc32d" providerId="ADAL" clId="{365367B5-CA25-468D-9197-40A6C381F6BB}" dt="2024-05-24T18:08:45.855" v="78" actId="478"/>
          <ac:picMkLst>
            <pc:docMk/>
            <pc:sldMk cId="599842900" sldId="331"/>
            <ac:picMk id="7" creationId="{B3779983-56A8-4B98-BD1A-629E502385E8}"/>
          </ac:picMkLst>
        </pc:picChg>
      </pc:sldChg>
      <pc:sldChg chg="addSp modSp">
        <pc:chgData name="Paul Winser" userId="c3146a91-e6bd-4264-bd86-e164e04bc32d" providerId="ADAL" clId="{365367B5-CA25-468D-9197-40A6C381F6BB}" dt="2024-05-24T17:35:48.699" v="17"/>
        <pc:sldMkLst>
          <pc:docMk/>
          <pc:sldMk cId="3561939530" sldId="332"/>
        </pc:sldMkLst>
        <pc:spChg chg="add mod">
          <ac:chgData name="Paul Winser" userId="c3146a91-e6bd-4264-bd86-e164e04bc32d" providerId="ADAL" clId="{365367B5-CA25-468D-9197-40A6C381F6BB}" dt="2024-05-24T17:35:48.699" v="17"/>
          <ac:spMkLst>
            <pc:docMk/>
            <pc:sldMk cId="3561939530" sldId="332"/>
            <ac:spMk id="2" creationId="{7865F382-4A56-2263-41A1-842CD8214738}"/>
          </ac:spMkLst>
        </pc:spChg>
      </pc:sldChg>
      <pc:sldChg chg="addSp modSp">
        <pc:chgData name="Paul Winser" userId="c3146a91-e6bd-4264-bd86-e164e04bc32d" providerId="ADAL" clId="{365367B5-CA25-468D-9197-40A6C381F6BB}" dt="2024-05-24T17:36:10.340" v="29"/>
        <pc:sldMkLst>
          <pc:docMk/>
          <pc:sldMk cId="1727365707" sldId="333"/>
        </pc:sldMkLst>
        <pc:spChg chg="add mod">
          <ac:chgData name="Paul Winser" userId="c3146a91-e6bd-4264-bd86-e164e04bc32d" providerId="ADAL" clId="{365367B5-CA25-468D-9197-40A6C381F6BB}" dt="2024-05-24T17:36:10.340" v="29"/>
          <ac:spMkLst>
            <pc:docMk/>
            <pc:sldMk cId="1727365707" sldId="333"/>
            <ac:spMk id="2" creationId="{AB97C9B0-164B-B505-A938-916E5850C3DF}"/>
          </ac:spMkLst>
        </pc:spChg>
      </pc:sldChg>
      <pc:sldChg chg="addSp delSp modSp mod">
        <pc:chgData name="Paul Winser" userId="c3146a91-e6bd-4264-bd86-e164e04bc32d" providerId="ADAL" clId="{365367B5-CA25-468D-9197-40A6C381F6BB}" dt="2024-05-24T18:11:51.437" v="153" actId="1076"/>
        <pc:sldMkLst>
          <pc:docMk/>
          <pc:sldMk cId="1532593527" sldId="334"/>
        </pc:sldMkLst>
        <pc:spChg chg="add mod">
          <ac:chgData name="Paul Winser" userId="c3146a91-e6bd-4264-bd86-e164e04bc32d" providerId="ADAL" clId="{365367B5-CA25-468D-9197-40A6C381F6BB}" dt="2024-05-24T17:36:24.525" v="37"/>
          <ac:spMkLst>
            <pc:docMk/>
            <pc:sldMk cId="1532593527" sldId="334"/>
            <ac:spMk id="2" creationId="{200D331C-2352-AD97-122E-9E9B7F04B59D}"/>
          </ac:spMkLst>
        </pc:spChg>
        <pc:picChg chg="del">
          <ac:chgData name="Paul Winser" userId="c3146a91-e6bd-4264-bd86-e164e04bc32d" providerId="ADAL" clId="{365367B5-CA25-468D-9197-40A6C381F6BB}" dt="2024-05-24T18:11:47.696" v="151" actId="478"/>
          <ac:picMkLst>
            <pc:docMk/>
            <pc:sldMk cId="1532593527" sldId="334"/>
            <ac:picMk id="4" creationId="{BEA9D4FE-EA03-4B6C-A1C7-1ABE4D857701}"/>
          </ac:picMkLst>
        </pc:picChg>
        <pc:picChg chg="add mod">
          <ac:chgData name="Paul Winser" userId="c3146a91-e6bd-4264-bd86-e164e04bc32d" providerId="ADAL" clId="{365367B5-CA25-468D-9197-40A6C381F6BB}" dt="2024-05-24T18:11:51.437" v="153" actId="1076"/>
          <ac:picMkLst>
            <pc:docMk/>
            <pc:sldMk cId="1532593527" sldId="334"/>
            <ac:picMk id="5" creationId="{A3018BBE-0834-41CF-70A4-048A3A3E289D}"/>
          </ac:picMkLst>
        </pc:picChg>
      </pc:sldChg>
      <pc:sldChg chg="addSp delSp modSp mod">
        <pc:chgData name="Paul Winser" userId="c3146a91-e6bd-4264-bd86-e164e04bc32d" providerId="ADAL" clId="{365367B5-CA25-468D-9197-40A6C381F6BB}" dt="2024-05-24T18:12:13.421" v="161"/>
        <pc:sldMkLst>
          <pc:docMk/>
          <pc:sldMk cId="2522962353" sldId="335"/>
        </pc:sldMkLst>
        <pc:spChg chg="add mod">
          <ac:chgData name="Paul Winser" userId="c3146a91-e6bd-4264-bd86-e164e04bc32d" providerId="ADAL" clId="{365367B5-CA25-468D-9197-40A6C381F6BB}" dt="2024-05-24T17:36:29.150" v="40"/>
          <ac:spMkLst>
            <pc:docMk/>
            <pc:sldMk cId="2522962353" sldId="335"/>
            <ac:spMk id="2" creationId="{6B7E569E-839F-E0B7-E3A6-3EEC6888FFC5}"/>
          </ac:spMkLst>
        </pc:spChg>
        <pc:picChg chg="add mod">
          <ac:chgData name="Paul Winser" userId="c3146a91-e6bd-4264-bd86-e164e04bc32d" providerId="ADAL" clId="{365367B5-CA25-468D-9197-40A6C381F6BB}" dt="2024-05-24T18:12:13.421" v="161"/>
          <ac:picMkLst>
            <pc:docMk/>
            <pc:sldMk cId="2522962353" sldId="335"/>
            <ac:picMk id="4" creationId="{270F009E-AE08-0360-318B-30ECAD6B4B9E}"/>
          </ac:picMkLst>
        </pc:picChg>
        <pc:picChg chg="del">
          <ac:chgData name="Paul Winser" userId="c3146a91-e6bd-4264-bd86-e164e04bc32d" providerId="ADAL" clId="{365367B5-CA25-468D-9197-40A6C381F6BB}" dt="2024-05-24T18:12:13.248" v="160" actId="478"/>
          <ac:picMkLst>
            <pc:docMk/>
            <pc:sldMk cId="2522962353" sldId="335"/>
            <ac:picMk id="9" creationId="{81AF7308-A2E7-4938-AE0D-40C405343BF5}"/>
          </ac:picMkLst>
        </pc:picChg>
      </pc:sldChg>
      <pc:sldChg chg="addSp delSp modSp mod">
        <pc:chgData name="Paul Winser" userId="c3146a91-e6bd-4264-bd86-e164e04bc32d" providerId="ADAL" clId="{365367B5-CA25-468D-9197-40A6C381F6BB}" dt="2024-05-24T18:11:41.547" v="150" actId="1076"/>
        <pc:sldMkLst>
          <pc:docMk/>
          <pc:sldMk cId="1828022099" sldId="336"/>
        </pc:sldMkLst>
        <pc:spChg chg="add mod">
          <ac:chgData name="Paul Winser" userId="c3146a91-e6bd-4264-bd86-e164e04bc32d" providerId="ADAL" clId="{365367B5-CA25-468D-9197-40A6C381F6BB}" dt="2024-05-24T17:36:22.982" v="36"/>
          <ac:spMkLst>
            <pc:docMk/>
            <pc:sldMk cId="1828022099" sldId="336"/>
            <ac:spMk id="2" creationId="{DFB47E7E-97DC-B15E-A542-68B69C00CA50}"/>
          </ac:spMkLst>
        </pc:spChg>
        <pc:picChg chg="add mod">
          <ac:chgData name="Paul Winser" userId="c3146a91-e6bd-4264-bd86-e164e04bc32d" providerId="ADAL" clId="{365367B5-CA25-468D-9197-40A6C381F6BB}" dt="2024-05-24T18:11:36.305" v="147" actId="1076"/>
          <ac:picMkLst>
            <pc:docMk/>
            <pc:sldMk cId="1828022099" sldId="336"/>
            <ac:picMk id="4" creationId="{22A42A2E-571D-7062-5B6B-025BDB2171E1}"/>
          </ac:picMkLst>
        </pc:picChg>
        <pc:picChg chg="del">
          <ac:chgData name="Paul Winser" userId="c3146a91-e6bd-4264-bd86-e164e04bc32d" providerId="ADAL" clId="{365367B5-CA25-468D-9197-40A6C381F6BB}" dt="2024-05-24T18:11:32.475" v="145" actId="478"/>
          <ac:picMkLst>
            <pc:docMk/>
            <pc:sldMk cId="1828022099" sldId="336"/>
            <ac:picMk id="5" creationId="{09464A01-C183-4AB9-9E83-FDF57CDEE934}"/>
          </ac:picMkLst>
        </pc:picChg>
        <pc:picChg chg="add mod">
          <ac:chgData name="Paul Winser" userId="c3146a91-e6bd-4264-bd86-e164e04bc32d" providerId="ADAL" clId="{365367B5-CA25-468D-9197-40A6C381F6BB}" dt="2024-05-24T18:11:41.547" v="150" actId="1076"/>
          <ac:picMkLst>
            <pc:docMk/>
            <pc:sldMk cId="1828022099" sldId="336"/>
            <ac:picMk id="7" creationId="{256202F2-15C5-1BB6-56CD-5BE6032A2CC0}"/>
          </ac:picMkLst>
        </pc:picChg>
        <pc:picChg chg="del">
          <ac:chgData name="Paul Winser" userId="c3146a91-e6bd-4264-bd86-e164e04bc32d" providerId="ADAL" clId="{365367B5-CA25-468D-9197-40A6C381F6BB}" dt="2024-05-24T18:11:38.567" v="148" actId="478"/>
          <ac:picMkLst>
            <pc:docMk/>
            <pc:sldMk cId="1828022099" sldId="336"/>
            <ac:picMk id="11" creationId="{059C7906-5612-4226-A0BE-BD4C669DDA1A}"/>
          </ac:picMkLst>
        </pc:picChg>
      </pc:sldChg>
      <pc:sldChg chg="addSp delSp modSp mod">
        <pc:chgData name="Paul Winser" userId="c3146a91-e6bd-4264-bd86-e164e04bc32d" providerId="ADAL" clId="{365367B5-CA25-468D-9197-40A6C381F6BB}" dt="2024-05-24T18:07:56.852" v="74" actId="1076"/>
        <pc:sldMkLst>
          <pc:docMk/>
          <pc:sldMk cId="2214457810" sldId="337"/>
        </pc:sldMkLst>
        <pc:spChg chg="add mod">
          <ac:chgData name="Paul Winser" userId="c3146a91-e6bd-4264-bd86-e164e04bc32d" providerId="ADAL" clId="{365367B5-CA25-468D-9197-40A6C381F6BB}" dt="2024-05-24T17:35:47.368" v="16"/>
          <ac:spMkLst>
            <pc:docMk/>
            <pc:sldMk cId="2214457810" sldId="337"/>
            <ac:spMk id="2" creationId="{15686094-0959-1B77-8CAF-724209F52BE7}"/>
          </ac:spMkLst>
        </pc:spChg>
        <pc:picChg chg="add mod">
          <ac:chgData name="Paul Winser" userId="c3146a91-e6bd-4264-bd86-e164e04bc32d" providerId="ADAL" clId="{365367B5-CA25-468D-9197-40A6C381F6BB}" dt="2024-05-24T18:07:24.324" v="66" actId="1076"/>
          <ac:picMkLst>
            <pc:docMk/>
            <pc:sldMk cId="2214457810" sldId="337"/>
            <ac:picMk id="4" creationId="{80C20215-785E-AA1E-EE77-E3CEA618F294}"/>
          </ac:picMkLst>
        </pc:picChg>
        <pc:picChg chg="add del mod">
          <ac:chgData name="Paul Winser" userId="c3146a91-e6bd-4264-bd86-e164e04bc32d" providerId="ADAL" clId="{365367B5-CA25-468D-9197-40A6C381F6BB}" dt="2024-05-24T18:07:49.947" v="70" actId="478"/>
          <ac:picMkLst>
            <pc:docMk/>
            <pc:sldMk cId="2214457810" sldId="337"/>
            <ac:picMk id="5" creationId="{CC8F268E-CEB7-CF06-030C-3EF5FBBC3E3A}"/>
          </ac:picMkLst>
        </pc:picChg>
        <pc:picChg chg="del">
          <ac:chgData name="Paul Winser" userId="c3146a91-e6bd-4264-bd86-e164e04bc32d" providerId="ADAL" clId="{365367B5-CA25-468D-9197-40A6C381F6BB}" dt="2024-05-24T18:07:20.250" v="64" actId="478"/>
          <ac:picMkLst>
            <pc:docMk/>
            <pc:sldMk cId="2214457810" sldId="337"/>
            <ac:picMk id="6" creationId="{F12C0A05-8822-4E28-93B7-842070E97A59}"/>
          </ac:picMkLst>
        </pc:picChg>
        <pc:picChg chg="add mod">
          <ac:chgData name="Paul Winser" userId="c3146a91-e6bd-4264-bd86-e164e04bc32d" providerId="ADAL" clId="{365367B5-CA25-468D-9197-40A6C381F6BB}" dt="2024-05-24T18:07:56.852" v="74" actId="1076"/>
          <ac:picMkLst>
            <pc:docMk/>
            <pc:sldMk cId="2214457810" sldId="337"/>
            <ac:picMk id="8" creationId="{888D13C3-00F1-4198-696F-33FFA83E2E4E}"/>
          </ac:picMkLst>
        </pc:picChg>
        <pc:picChg chg="del">
          <ac:chgData name="Paul Winser" userId="c3146a91-e6bd-4264-bd86-e164e04bc32d" providerId="ADAL" clId="{365367B5-CA25-468D-9197-40A6C381F6BB}" dt="2024-05-24T18:07:27.111" v="67" actId="478"/>
          <ac:picMkLst>
            <pc:docMk/>
            <pc:sldMk cId="2214457810" sldId="337"/>
            <ac:picMk id="13" creationId="{0F4F8A78-33CE-4B34-B993-E4D6F567B93D}"/>
          </ac:picMkLst>
        </pc:picChg>
      </pc:sldChg>
      <pc:sldChg chg="addSp delSp modSp mod">
        <pc:chgData name="Paul Winser" userId="c3146a91-e6bd-4264-bd86-e164e04bc32d" providerId="ADAL" clId="{365367B5-CA25-468D-9197-40A6C381F6BB}" dt="2024-05-24T18:09:08.863" v="87" actId="1076"/>
        <pc:sldMkLst>
          <pc:docMk/>
          <pc:sldMk cId="2253633937" sldId="338"/>
        </pc:sldMkLst>
        <pc:spChg chg="add mod">
          <ac:chgData name="Paul Winser" userId="c3146a91-e6bd-4264-bd86-e164e04bc32d" providerId="ADAL" clId="{365367B5-CA25-468D-9197-40A6C381F6BB}" dt="2024-05-24T17:35:51.829" v="19"/>
          <ac:spMkLst>
            <pc:docMk/>
            <pc:sldMk cId="2253633937" sldId="338"/>
            <ac:spMk id="2" creationId="{FB9C3484-A787-88E5-D572-D0EBDE9835A3}"/>
          </ac:spMkLst>
        </pc:spChg>
        <pc:picChg chg="add mod">
          <ac:chgData name="Paul Winser" userId="c3146a91-e6bd-4264-bd86-e164e04bc32d" providerId="ADAL" clId="{365367B5-CA25-468D-9197-40A6C381F6BB}" dt="2024-05-24T18:08:58.794" v="83" actId="1076"/>
          <ac:picMkLst>
            <pc:docMk/>
            <pc:sldMk cId="2253633937" sldId="338"/>
            <ac:picMk id="4" creationId="{C4A92D6A-F26F-DB88-9935-7E4C6A6921B6}"/>
          </ac:picMkLst>
        </pc:picChg>
        <pc:picChg chg="add mod">
          <ac:chgData name="Paul Winser" userId="c3146a91-e6bd-4264-bd86-e164e04bc32d" providerId="ADAL" clId="{365367B5-CA25-468D-9197-40A6C381F6BB}" dt="2024-05-24T18:09:08.863" v="87" actId="1076"/>
          <ac:picMkLst>
            <pc:docMk/>
            <pc:sldMk cId="2253633937" sldId="338"/>
            <ac:picMk id="5" creationId="{F8065DD1-40C3-C124-5EBB-47E82F48B7D6}"/>
          </ac:picMkLst>
        </pc:picChg>
        <pc:picChg chg="del">
          <ac:chgData name="Paul Winser" userId="c3146a91-e6bd-4264-bd86-e164e04bc32d" providerId="ADAL" clId="{365367B5-CA25-468D-9197-40A6C381F6BB}" dt="2024-05-24T18:08:55.711" v="81" actId="478"/>
          <ac:picMkLst>
            <pc:docMk/>
            <pc:sldMk cId="2253633937" sldId="338"/>
            <ac:picMk id="7" creationId="{417DA36E-A66D-4EF3-BEF4-A347B8B98680}"/>
          </ac:picMkLst>
        </pc:picChg>
        <pc:picChg chg="del mod">
          <ac:chgData name="Paul Winser" userId="c3146a91-e6bd-4264-bd86-e164e04bc32d" providerId="ADAL" clId="{365367B5-CA25-468D-9197-40A6C381F6BB}" dt="2024-05-24T18:09:03.287" v="85" actId="478"/>
          <ac:picMkLst>
            <pc:docMk/>
            <pc:sldMk cId="2253633937" sldId="338"/>
            <ac:picMk id="13" creationId="{1DBAE0F8-014B-41FF-B8BF-1C853F66432D}"/>
          </ac:picMkLst>
        </pc:picChg>
      </pc:sldChg>
      <pc:sldChg chg="addSp delSp modSp mod">
        <pc:chgData name="Paul Winser" userId="c3146a91-e6bd-4264-bd86-e164e04bc32d" providerId="ADAL" clId="{365367B5-CA25-468D-9197-40A6C381F6BB}" dt="2024-05-24T18:10:22.093" v="117" actId="1076"/>
        <pc:sldMkLst>
          <pc:docMk/>
          <pc:sldMk cId="3347944412" sldId="339"/>
        </pc:sldMkLst>
        <pc:spChg chg="add mod">
          <ac:chgData name="Paul Winser" userId="c3146a91-e6bd-4264-bd86-e164e04bc32d" providerId="ADAL" clId="{365367B5-CA25-468D-9197-40A6C381F6BB}" dt="2024-05-24T17:36:09.052" v="28"/>
          <ac:spMkLst>
            <pc:docMk/>
            <pc:sldMk cId="3347944412" sldId="339"/>
            <ac:spMk id="2" creationId="{649BFD01-91CF-1690-1919-5175A44E95E3}"/>
          </ac:spMkLst>
        </pc:spChg>
        <pc:picChg chg="del">
          <ac:chgData name="Paul Winser" userId="c3146a91-e6bd-4264-bd86-e164e04bc32d" providerId="ADAL" clId="{365367B5-CA25-468D-9197-40A6C381F6BB}" dt="2024-05-24T18:10:09.865" v="112" actId="478"/>
          <ac:picMkLst>
            <pc:docMk/>
            <pc:sldMk cId="3347944412" sldId="339"/>
            <ac:picMk id="4" creationId="{3442D58D-460B-4FC2-946E-164C8F03AF41}"/>
          </ac:picMkLst>
        </pc:picChg>
        <pc:picChg chg="add mod">
          <ac:chgData name="Paul Winser" userId="c3146a91-e6bd-4264-bd86-e164e04bc32d" providerId="ADAL" clId="{365367B5-CA25-468D-9197-40A6C381F6BB}" dt="2024-05-24T18:10:14.830" v="114" actId="1076"/>
          <ac:picMkLst>
            <pc:docMk/>
            <pc:sldMk cId="3347944412" sldId="339"/>
            <ac:picMk id="5" creationId="{39A920DD-9409-9457-4CB3-19C45DFAB410}"/>
          </ac:picMkLst>
        </pc:picChg>
        <pc:picChg chg="add mod">
          <ac:chgData name="Paul Winser" userId="c3146a91-e6bd-4264-bd86-e164e04bc32d" providerId="ADAL" clId="{365367B5-CA25-468D-9197-40A6C381F6BB}" dt="2024-05-24T18:10:22.093" v="117" actId="1076"/>
          <ac:picMkLst>
            <pc:docMk/>
            <pc:sldMk cId="3347944412" sldId="339"/>
            <ac:picMk id="6" creationId="{B7CB486F-C21E-82AB-1A73-8C35CFA7DAAC}"/>
          </ac:picMkLst>
        </pc:picChg>
        <pc:picChg chg="del">
          <ac:chgData name="Paul Winser" userId="c3146a91-e6bd-4264-bd86-e164e04bc32d" providerId="ADAL" clId="{365367B5-CA25-468D-9197-40A6C381F6BB}" dt="2024-05-24T18:10:17.503" v="115" actId="478"/>
          <ac:picMkLst>
            <pc:docMk/>
            <pc:sldMk cId="3347944412" sldId="339"/>
            <ac:picMk id="7" creationId="{76A3C3E5-12DC-4BC5-AF53-3CDBA5426451}"/>
          </ac:picMkLst>
        </pc:picChg>
      </pc:sldChg>
      <pc:sldChg chg="addSp delSp modSp mod">
        <pc:chgData name="Paul Winser" userId="c3146a91-e6bd-4264-bd86-e164e04bc32d" providerId="ADAL" clId="{365367B5-CA25-468D-9197-40A6C381F6BB}" dt="2024-05-24T18:10:46.420" v="126" actId="1076"/>
        <pc:sldMkLst>
          <pc:docMk/>
          <pc:sldMk cId="2591991780" sldId="340"/>
        </pc:sldMkLst>
        <pc:spChg chg="add mod">
          <ac:chgData name="Paul Winser" userId="c3146a91-e6bd-4264-bd86-e164e04bc32d" providerId="ADAL" clId="{365367B5-CA25-468D-9197-40A6C381F6BB}" dt="2024-05-24T17:36:13.059" v="31"/>
          <ac:spMkLst>
            <pc:docMk/>
            <pc:sldMk cId="2591991780" sldId="340"/>
            <ac:spMk id="2" creationId="{926716DB-31F8-D094-E63B-49A08DB4EF05}"/>
          </ac:spMkLst>
        </pc:spChg>
        <pc:picChg chg="add mod">
          <ac:chgData name="Paul Winser" userId="c3146a91-e6bd-4264-bd86-e164e04bc32d" providerId="ADAL" clId="{365367B5-CA25-468D-9197-40A6C381F6BB}" dt="2024-05-24T18:10:41.258" v="123" actId="1076"/>
          <ac:picMkLst>
            <pc:docMk/>
            <pc:sldMk cId="2591991780" sldId="340"/>
            <ac:picMk id="4" creationId="{2F224B21-9751-8977-5342-818B7B0BAA25}"/>
          </ac:picMkLst>
        </pc:picChg>
        <pc:picChg chg="add mod">
          <ac:chgData name="Paul Winser" userId="c3146a91-e6bd-4264-bd86-e164e04bc32d" providerId="ADAL" clId="{365367B5-CA25-468D-9197-40A6C381F6BB}" dt="2024-05-24T18:10:46.420" v="126" actId="1076"/>
          <ac:picMkLst>
            <pc:docMk/>
            <pc:sldMk cId="2591991780" sldId="340"/>
            <ac:picMk id="5" creationId="{9EA4ADA2-0426-716A-736F-7044183830F4}"/>
          </ac:picMkLst>
        </pc:picChg>
        <pc:picChg chg="del">
          <ac:chgData name="Paul Winser" userId="c3146a91-e6bd-4264-bd86-e164e04bc32d" providerId="ADAL" clId="{365367B5-CA25-468D-9197-40A6C381F6BB}" dt="2024-05-24T18:10:38.984" v="121" actId="478"/>
          <ac:picMkLst>
            <pc:docMk/>
            <pc:sldMk cId="2591991780" sldId="340"/>
            <ac:picMk id="6" creationId="{9BD1DA61-C981-4ABB-8299-98BB85C98291}"/>
          </ac:picMkLst>
        </pc:picChg>
        <pc:picChg chg="del">
          <ac:chgData name="Paul Winser" userId="c3146a91-e6bd-4264-bd86-e164e04bc32d" providerId="ADAL" clId="{365367B5-CA25-468D-9197-40A6C381F6BB}" dt="2024-05-24T18:10:43.738" v="124" actId="478"/>
          <ac:picMkLst>
            <pc:docMk/>
            <pc:sldMk cId="2591991780" sldId="340"/>
            <ac:picMk id="13" creationId="{AE01B819-9DB9-4E19-9940-36EB3AA4898F}"/>
          </ac:picMkLst>
        </pc:picChg>
      </pc:sldChg>
      <pc:sldChg chg="addSp delSp modSp mod">
        <pc:chgData name="Paul Winser" userId="c3146a91-e6bd-4264-bd86-e164e04bc32d" providerId="ADAL" clId="{365367B5-CA25-468D-9197-40A6C381F6BB}" dt="2024-05-24T18:11:14.482" v="138" actId="1076"/>
        <pc:sldMkLst>
          <pc:docMk/>
          <pc:sldMk cId="1738461115" sldId="341"/>
        </pc:sldMkLst>
        <pc:spChg chg="add mod">
          <ac:chgData name="Paul Winser" userId="c3146a91-e6bd-4264-bd86-e164e04bc32d" providerId="ADAL" clId="{365367B5-CA25-468D-9197-40A6C381F6BB}" dt="2024-05-24T17:36:16.864" v="33"/>
          <ac:spMkLst>
            <pc:docMk/>
            <pc:sldMk cId="1738461115" sldId="341"/>
            <ac:spMk id="2" creationId="{5F188955-598A-162B-2876-0E473DDD32D1}"/>
          </ac:spMkLst>
        </pc:spChg>
        <pc:picChg chg="add mod">
          <ac:chgData name="Paul Winser" userId="c3146a91-e6bd-4264-bd86-e164e04bc32d" providerId="ADAL" clId="{365367B5-CA25-468D-9197-40A6C381F6BB}" dt="2024-05-24T18:11:08.411" v="135" actId="1076"/>
          <ac:picMkLst>
            <pc:docMk/>
            <pc:sldMk cId="1738461115" sldId="341"/>
            <ac:picMk id="4" creationId="{C31D02F2-F214-615D-9766-562FBB209B65}"/>
          </ac:picMkLst>
        </pc:picChg>
        <pc:picChg chg="del">
          <ac:chgData name="Paul Winser" userId="c3146a91-e6bd-4264-bd86-e164e04bc32d" providerId="ADAL" clId="{365367B5-CA25-468D-9197-40A6C381F6BB}" dt="2024-05-24T18:11:05.945" v="133" actId="478"/>
          <ac:picMkLst>
            <pc:docMk/>
            <pc:sldMk cId="1738461115" sldId="341"/>
            <ac:picMk id="5" creationId="{62AAE617-5546-440D-BD11-26AD46090AF4}"/>
          </ac:picMkLst>
        </pc:picChg>
        <pc:picChg chg="add mod">
          <ac:chgData name="Paul Winser" userId="c3146a91-e6bd-4264-bd86-e164e04bc32d" providerId="ADAL" clId="{365367B5-CA25-468D-9197-40A6C381F6BB}" dt="2024-05-24T18:11:14.482" v="138" actId="1076"/>
          <ac:picMkLst>
            <pc:docMk/>
            <pc:sldMk cId="1738461115" sldId="341"/>
            <ac:picMk id="6" creationId="{C988F134-243A-0E9F-6D8C-3C14255392D3}"/>
          </ac:picMkLst>
        </pc:picChg>
        <pc:picChg chg="del">
          <ac:chgData name="Paul Winser" userId="c3146a91-e6bd-4264-bd86-e164e04bc32d" providerId="ADAL" clId="{365367B5-CA25-468D-9197-40A6C381F6BB}" dt="2024-05-24T18:11:10.883" v="136" actId="478"/>
          <ac:picMkLst>
            <pc:docMk/>
            <pc:sldMk cId="1738461115" sldId="341"/>
            <ac:picMk id="11" creationId="{083EE44E-4AF4-423F-A681-A48B77D2633E}"/>
          </ac:picMkLst>
        </pc:picChg>
      </pc:sldChg>
      <pc:sldChg chg="addSp delSp modSp mod">
        <pc:chgData name="Paul Winser" userId="c3146a91-e6bd-4264-bd86-e164e04bc32d" providerId="ADAL" clId="{365367B5-CA25-468D-9197-40A6C381F6BB}" dt="2024-05-24T18:09:55.328" v="108" actId="1035"/>
        <pc:sldMkLst>
          <pc:docMk/>
          <pc:sldMk cId="4129004490" sldId="342"/>
        </pc:sldMkLst>
        <pc:spChg chg="add mod">
          <ac:chgData name="Paul Winser" userId="c3146a91-e6bd-4264-bd86-e164e04bc32d" providerId="ADAL" clId="{365367B5-CA25-468D-9197-40A6C381F6BB}" dt="2024-05-24T17:36:06.050" v="26"/>
          <ac:spMkLst>
            <pc:docMk/>
            <pc:sldMk cId="4129004490" sldId="342"/>
            <ac:spMk id="2" creationId="{C71988E7-C404-6C1D-65EB-2306F81640AE}"/>
          </ac:spMkLst>
        </pc:spChg>
        <pc:picChg chg="add mod">
          <ac:chgData name="Paul Winser" userId="c3146a91-e6bd-4264-bd86-e164e04bc32d" providerId="ADAL" clId="{365367B5-CA25-468D-9197-40A6C381F6BB}" dt="2024-05-24T18:09:53.020" v="106" actId="1035"/>
          <ac:picMkLst>
            <pc:docMk/>
            <pc:sldMk cId="4129004490" sldId="342"/>
            <ac:picMk id="4" creationId="{4A83408F-79C1-B389-6749-B126DB98DF68}"/>
          </ac:picMkLst>
        </pc:picChg>
        <pc:picChg chg="del">
          <ac:chgData name="Paul Winser" userId="c3146a91-e6bd-4264-bd86-e164e04bc32d" providerId="ADAL" clId="{365367B5-CA25-468D-9197-40A6C381F6BB}" dt="2024-05-24T18:09:42.579" v="99" actId="478"/>
          <ac:picMkLst>
            <pc:docMk/>
            <pc:sldMk cId="4129004490" sldId="342"/>
            <ac:picMk id="5" creationId="{FB4A3F67-7FDE-4533-8BEF-E1AF56BF8D2B}"/>
          </ac:picMkLst>
        </pc:picChg>
        <pc:picChg chg="add mod">
          <ac:chgData name="Paul Winser" userId="c3146a91-e6bd-4264-bd86-e164e04bc32d" providerId="ADAL" clId="{365367B5-CA25-468D-9197-40A6C381F6BB}" dt="2024-05-24T18:09:55.328" v="108" actId="1035"/>
          <ac:picMkLst>
            <pc:docMk/>
            <pc:sldMk cId="4129004490" sldId="342"/>
            <ac:picMk id="6" creationId="{F2D93916-E190-551E-301E-471799D1287B}"/>
          </ac:picMkLst>
        </pc:picChg>
        <pc:picChg chg="del">
          <ac:chgData name="Paul Winser" userId="c3146a91-e6bd-4264-bd86-e164e04bc32d" providerId="ADAL" clId="{365367B5-CA25-468D-9197-40A6C381F6BB}" dt="2024-05-24T18:09:48.044" v="102" actId="478"/>
          <ac:picMkLst>
            <pc:docMk/>
            <pc:sldMk cId="4129004490" sldId="342"/>
            <ac:picMk id="11" creationId="{7D361427-1467-4692-896A-0E3050B0788C}"/>
          </ac:picMkLst>
        </pc:picChg>
      </pc:sldChg>
      <pc:sldChg chg="addSp delSp modSp add mod modTransition">
        <pc:chgData name="Paul Winser" userId="c3146a91-e6bd-4264-bd86-e164e04bc32d" providerId="ADAL" clId="{365367B5-CA25-468D-9197-40A6C381F6BB}" dt="2024-05-28T15:44:49.166" v="175" actId="478"/>
        <pc:sldMkLst>
          <pc:docMk/>
          <pc:sldMk cId="0" sldId="343"/>
        </pc:sldMkLst>
        <pc:spChg chg="del">
          <ac:chgData name="Paul Winser" userId="c3146a91-e6bd-4264-bd86-e164e04bc32d" providerId="ADAL" clId="{365367B5-CA25-468D-9197-40A6C381F6BB}" dt="2024-05-28T15:44:49.166" v="175" actId="478"/>
          <ac:spMkLst>
            <pc:docMk/>
            <pc:sldMk cId="0" sldId="343"/>
            <ac:spMk id="3" creationId="{E17EAB0C-C605-3356-5F27-1CC0711E9C5F}"/>
          </ac:spMkLst>
        </pc:spChg>
        <pc:spChg chg="add mod">
          <ac:chgData name="Paul Winser" userId="c3146a91-e6bd-4264-bd86-e164e04bc32d" providerId="ADAL" clId="{365367B5-CA25-468D-9197-40A6C381F6BB}" dt="2024-05-28T15:44:47.370" v="174"/>
          <ac:spMkLst>
            <pc:docMk/>
            <pc:sldMk cId="0" sldId="343"/>
            <ac:spMk id="4" creationId="{A67B325C-774B-B4D7-D32F-BCD6CCB4A894}"/>
          </ac:spMkLst>
        </pc:spChg>
      </pc:sldChg>
    </pc:docChg>
  </pc:docChgLst>
  <pc:docChgLst>
    <pc:chgData name="Paul Winser" userId="c3146a91-e6bd-4264-bd86-e164e04bc32d" providerId="ADAL" clId="{B227DFD1-20FA-4C53-AD1A-EAF5E0CEB657}"/>
    <pc:docChg chg="undo custSel modSld">
      <pc:chgData name="Paul Winser" userId="c3146a91-e6bd-4264-bd86-e164e04bc32d" providerId="ADAL" clId="{B227DFD1-20FA-4C53-AD1A-EAF5E0CEB657}" dt="2024-04-10T14:54:47.779" v="72" actId="478"/>
      <pc:docMkLst>
        <pc:docMk/>
      </pc:docMkLst>
      <pc:sldChg chg="delSp mod">
        <pc:chgData name="Paul Winser" userId="c3146a91-e6bd-4264-bd86-e164e04bc32d" providerId="ADAL" clId="{B227DFD1-20FA-4C53-AD1A-EAF5E0CEB657}" dt="2024-04-10T14:50:54.369" v="1" actId="478"/>
        <pc:sldMkLst>
          <pc:docMk/>
          <pc:sldMk cId="0" sldId="257"/>
        </pc:sldMkLst>
        <pc:spChg chg="del">
          <ac:chgData name="Paul Winser" userId="c3146a91-e6bd-4264-bd86-e164e04bc32d" providerId="ADAL" clId="{B227DFD1-20FA-4C53-AD1A-EAF5E0CEB657}" dt="2024-04-10T14:50:54.369" v="1" actId="478"/>
          <ac:spMkLst>
            <pc:docMk/>
            <pc:sldMk cId="0" sldId="257"/>
            <ac:spMk id="2" creationId="{B136E3BF-736B-7846-DF96-A55E9FB3115F}"/>
          </ac:spMkLst>
        </pc:spChg>
      </pc:sldChg>
      <pc:sldChg chg="delSp modSp mod">
        <pc:chgData name="Paul Winser" userId="c3146a91-e6bd-4264-bd86-e164e04bc32d" providerId="ADAL" clId="{B227DFD1-20FA-4C53-AD1A-EAF5E0CEB657}" dt="2024-04-10T14:51:00.802" v="5" actId="478"/>
        <pc:sldMkLst>
          <pc:docMk/>
          <pc:sldMk cId="0" sldId="258"/>
        </pc:sldMkLst>
        <pc:spChg chg="del">
          <ac:chgData name="Paul Winser" userId="c3146a91-e6bd-4264-bd86-e164e04bc32d" providerId="ADAL" clId="{B227DFD1-20FA-4C53-AD1A-EAF5E0CEB657}" dt="2024-04-10T14:51:00.802" v="5" actId="478"/>
          <ac:spMkLst>
            <pc:docMk/>
            <pc:sldMk cId="0" sldId="258"/>
            <ac:spMk id="2" creationId="{5E3A6E49-5152-C4E4-DAAB-079CBFCEE52B}"/>
          </ac:spMkLst>
        </pc:spChg>
        <pc:spChg chg="mod">
          <ac:chgData name="Paul Winser" userId="c3146a91-e6bd-4264-bd86-e164e04bc32d" providerId="ADAL" clId="{B227DFD1-20FA-4C53-AD1A-EAF5E0CEB657}" dt="2024-04-10T14:50:58.945" v="4" actId="5793"/>
          <ac:spMkLst>
            <pc:docMk/>
            <pc:sldMk cId="0" sldId="258"/>
            <ac:spMk id="32771" creationId="{44DFA49F-83B7-E61C-00EB-D6046D571A05}"/>
          </ac:spMkLst>
        </pc:spChg>
      </pc:sldChg>
      <pc:sldChg chg="delSp modSp mod">
        <pc:chgData name="Paul Winser" userId="c3146a91-e6bd-4264-bd86-e164e04bc32d" providerId="ADAL" clId="{B227DFD1-20FA-4C53-AD1A-EAF5E0CEB657}" dt="2024-04-10T14:51:19.780" v="7" actId="1076"/>
        <pc:sldMkLst>
          <pc:docMk/>
          <pc:sldMk cId="0" sldId="272"/>
        </pc:sldMkLst>
        <pc:spChg chg="del">
          <ac:chgData name="Paul Winser" userId="c3146a91-e6bd-4264-bd86-e164e04bc32d" providerId="ADAL" clId="{B227DFD1-20FA-4C53-AD1A-EAF5E0CEB657}" dt="2024-04-10T14:51:08.739" v="6" actId="478"/>
          <ac:spMkLst>
            <pc:docMk/>
            <pc:sldMk cId="0" sldId="272"/>
            <ac:spMk id="2" creationId="{802E4FCF-ADBC-5941-9CFA-653FC5BE7D27}"/>
          </ac:spMkLst>
        </pc:spChg>
        <pc:spChg chg="mod">
          <ac:chgData name="Paul Winser" userId="c3146a91-e6bd-4264-bd86-e164e04bc32d" providerId="ADAL" clId="{B227DFD1-20FA-4C53-AD1A-EAF5E0CEB657}" dt="2024-04-10T14:51:19.780" v="7" actId="1076"/>
          <ac:spMkLst>
            <pc:docMk/>
            <pc:sldMk cId="0" sldId="272"/>
            <ac:spMk id="34820" creationId="{8DCD7CE1-603D-4D59-3DBB-C13C0B6505F0}"/>
          </ac:spMkLst>
        </pc:spChg>
      </pc:sldChg>
      <pc:sldChg chg="delSp modSp mod">
        <pc:chgData name="Paul Winser" userId="c3146a91-e6bd-4264-bd86-e164e04bc32d" providerId="ADAL" clId="{B227DFD1-20FA-4C53-AD1A-EAF5E0CEB657}" dt="2024-04-10T14:51:46.049" v="19" actId="6549"/>
        <pc:sldMkLst>
          <pc:docMk/>
          <pc:sldMk cId="3136940625" sldId="312"/>
        </pc:sldMkLst>
        <pc:spChg chg="del">
          <ac:chgData name="Paul Winser" userId="c3146a91-e6bd-4264-bd86-e164e04bc32d" providerId="ADAL" clId="{B227DFD1-20FA-4C53-AD1A-EAF5E0CEB657}" dt="2024-04-10T14:51:36.002" v="8" actId="478"/>
          <ac:spMkLst>
            <pc:docMk/>
            <pc:sldMk cId="3136940625" sldId="312"/>
            <ac:spMk id="2" creationId="{03427CD1-5B15-BC05-90FB-EF0B358E7D18}"/>
          </ac:spMkLst>
        </pc:spChg>
        <pc:spChg chg="mod">
          <ac:chgData name="Paul Winser" userId="c3146a91-e6bd-4264-bd86-e164e04bc32d" providerId="ADAL" clId="{B227DFD1-20FA-4C53-AD1A-EAF5E0CEB657}" dt="2024-04-10T14:51:46.049" v="19" actId="6549"/>
          <ac:spMkLst>
            <pc:docMk/>
            <pc:sldMk cId="3136940625" sldId="312"/>
            <ac:spMk id="10" creationId="{0ED37139-A824-41CF-981F-6910EB61E116}"/>
          </ac:spMkLst>
        </pc:spChg>
      </pc:sldChg>
      <pc:sldChg chg="delSp modSp mod">
        <pc:chgData name="Paul Winser" userId="c3146a91-e6bd-4264-bd86-e164e04bc32d" providerId="ADAL" clId="{B227DFD1-20FA-4C53-AD1A-EAF5E0CEB657}" dt="2024-04-10T14:52:10.178" v="26" actId="1076"/>
        <pc:sldMkLst>
          <pc:docMk/>
          <pc:sldMk cId="935186005" sldId="313"/>
        </pc:sldMkLst>
        <pc:spChg chg="del">
          <ac:chgData name="Paul Winser" userId="c3146a91-e6bd-4264-bd86-e164e04bc32d" providerId="ADAL" clId="{B227DFD1-20FA-4C53-AD1A-EAF5E0CEB657}" dt="2024-04-10T14:52:02.048" v="24" actId="478"/>
          <ac:spMkLst>
            <pc:docMk/>
            <pc:sldMk cId="935186005" sldId="313"/>
            <ac:spMk id="2" creationId="{1913CCAA-07F4-3413-108F-76D33D16965B}"/>
          </ac:spMkLst>
        </pc:spChg>
        <pc:spChg chg="mod">
          <ac:chgData name="Paul Winser" userId="c3146a91-e6bd-4264-bd86-e164e04bc32d" providerId="ADAL" clId="{B227DFD1-20FA-4C53-AD1A-EAF5E0CEB657}" dt="2024-04-10T14:51:59.978" v="23" actId="12"/>
          <ac:spMkLst>
            <pc:docMk/>
            <pc:sldMk cId="935186005" sldId="313"/>
            <ac:spMk id="6" creationId="{A82B1E0C-285F-4E3B-880A-DF69F4E0E07F}"/>
          </ac:spMkLst>
        </pc:spChg>
        <pc:spChg chg="mod">
          <ac:chgData name="Paul Winser" userId="c3146a91-e6bd-4264-bd86-e164e04bc32d" providerId="ADAL" clId="{B227DFD1-20FA-4C53-AD1A-EAF5E0CEB657}" dt="2024-04-10T14:52:10.178" v="26" actId="1076"/>
          <ac:spMkLst>
            <pc:docMk/>
            <pc:sldMk cId="935186005" sldId="313"/>
            <ac:spMk id="10" creationId="{0ED37139-A824-41CF-981F-6910EB61E116}"/>
          </ac:spMkLst>
        </pc:spChg>
        <pc:picChg chg="mod">
          <ac:chgData name="Paul Winser" userId="c3146a91-e6bd-4264-bd86-e164e04bc32d" providerId="ADAL" clId="{B227DFD1-20FA-4C53-AD1A-EAF5E0CEB657}" dt="2024-04-10T14:52:03.849" v="25" actId="1076"/>
          <ac:picMkLst>
            <pc:docMk/>
            <pc:sldMk cId="935186005" sldId="313"/>
            <ac:picMk id="7" creationId="{367440E5-0C47-48B9-8BC8-2A940BED773F}"/>
          </ac:picMkLst>
        </pc:picChg>
      </pc:sldChg>
      <pc:sldChg chg="delSp mod">
        <pc:chgData name="Paul Winser" userId="c3146a91-e6bd-4264-bd86-e164e04bc32d" providerId="ADAL" clId="{B227DFD1-20FA-4C53-AD1A-EAF5E0CEB657}" dt="2024-04-10T14:52:17.173" v="27" actId="478"/>
        <pc:sldMkLst>
          <pc:docMk/>
          <pc:sldMk cId="1408481995" sldId="314"/>
        </pc:sldMkLst>
        <pc:spChg chg="del">
          <ac:chgData name="Paul Winser" userId="c3146a91-e6bd-4264-bd86-e164e04bc32d" providerId="ADAL" clId="{B227DFD1-20FA-4C53-AD1A-EAF5E0CEB657}" dt="2024-04-10T14:52:17.173" v="27" actId="478"/>
          <ac:spMkLst>
            <pc:docMk/>
            <pc:sldMk cId="1408481995" sldId="314"/>
            <ac:spMk id="2" creationId="{8312B530-D82D-5220-7485-AB357E9DC361}"/>
          </ac:spMkLst>
        </pc:spChg>
      </pc:sldChg>
      <pc:sldChg chg="delSp modSp mod">
        <pc:chgData name="Paul Winser" userId="c3146a91-e6bd-4264-bd86-e164e04bc32d" providerId="ADAL" clId="{B227DFD1-20FA-4C53-AD1A-EAF5E0CEB657}" dt="2024-04-10T14:52:51.270" v="36" actId="478"/>
        <pc:sldMkLst>
          <pc:docMk/>
          <pc:sldMk cId="1076984837" sldId="316"/>
        </pc:sldMkLst>
        <pc:spChg chg="del">
          <ac:chgData name="Paul Winser" userId="c3146a91-e6bd-4264-bd86-e164e04bc32d" providerId="ADAL" clId="{B227DFD1-20FA-4C53-AD1A-EAF5E0CEB657}" dt="2024-04-10T14:52:51.270" v="36" actId="478"/>
          <ac:spMkLst>
            <pc:docMk/>
            <pc:sldMk cId="1076984837" sldId="316"/>
            <ac:spMk id="2" creationId="{BE56EA02-481E-7216-D938-64540CA3397C}"/>
          </ac:spMkLst>
        </pc:spChg>
        <pc:spChg chg="mod">
          <ac:chgData name="Paul Winser" userId="c3146a91-e6bd-4264-bd86-e164e04bc32d" providerId="ADAL" clId="{B227DFD1-20FA-4C53-AD1A-EAF5E0CEB657}" dt="2024-04-10T14:52:50" v="35" actId="14100"/>
          <ac:spMkLst>
            <pc:docMk/>
            <pc:sldMk cId="1076984837" sldId="316"/>
            <ac:spMk id="10" creationId="{0ED37139-A824-41CF-981F-6910EB61E116}"/>
          </ac:spMkLst>
        </pc:spChg>
      </pc:sldChg>
      <pc:sldChg chg="modSp mod">
        <pc:chgData name="Paul Winser" userId="c3146a91-e6bd-4264-bd86-e164e04bc32d" providerId="ADAL" clId="{B227DFD1-20FA-4C53-AD1A-EAF5E0CEB657}" dt="2024-04-10T14:52:59.086" v="37" actId="14100"/>
        <pc:sldMkLst>
          <pc:docMk/>
          <pc:sldMk cId="1233353315" sldId="319"/>
        </pc:sldMkLst>
        <pc:spChg chg="mod">
          <ac:chgData name="Paul Winser" userId="c3146a91-e6bd-4264-bd86-e164e04bc32d" providerId="ADAL" clId="{B227DFD1-20FA-4C53-AD1A-EAF5E0CEB657}" dt="2024-04-10T14:52:59.086" v="37" actId="14100"/>
          <ac:spMkLst>
            <pc:docMk/>
            <pc:sldMk cId="1233353315" sldId="319"/>
            <ac:spMk id="8" creationId="{6E95BE23-D850-4595-81B3-1694D8E975A3}"/>
          </ac:spMkLst>
        </pc:spChg>
      </pc:sldChg>
      <pc:sldChg chg="delSp modSp mod">
        <pc:chgData name="Paul Winser" userId="c3146a91-e6bd-4264-bd86-e164e04bc32d" providerId="ADAL" clId="{B227DFD1-20FA-4C53-AD1A-EAF5E0CEB657}" dt="2024-04-10T14:53:15.458" v="40" actId="478"/>
        <pc:sldMkLst>
          <pc:docMk/>
          <pc:sldMk cId="2897917504" sldId="322"/>
        </pc:sldMkLst>
        <pc:spChg chg="del">
          <ac:chgData name="Paul Winser" userId="c3146a91-e6bd-4264-bd86-e164e04bc32d" providerId="ADAL" clId="{B227DFD1-20FA-4C53-AD1A-EAF5E0CEB657}" dt="2024-04-10T14:53:15.458" v="40" actId="478"/>
          <ac:spMkLst>
            <pc:docMk/>
            <pc:sldMk cId="2897917504" sldId="322"/>
            <ac:spMk id="2" creationId="{CD925ADC-12D2-952D-A3B4-A6BB114F621A}"/>
          </ac:spMkLst>
        </pc:spChg>
        <pc:spChg chg="mod">
          <ac:chgData name="Paul Winser" userId="c3146a91-e6bd-4264-bd86-e164e04bc32d" providerId="ADAL" clId="{B227DFD1-20FA-4C53-AD1A-EAF5E0CEB657}" dt="2024-04-10T14:53:12.154" v="39" actId="14100"/>
          <ac:spMkLst>
            <pc:docMk/>
            <pc:sldMk cId="2897917504" sldId="322"/>
            <ac:spMk id="8" creationId="{6E95BE23-D850-4595-81B3-1694D8E975A3}"/>
          </ac:spMkLst>
        </pc:spChg>
      </pc:sldChg>
      <pc:sldChg chg="delSp modSp mod">
        <pc:chgData name="Paul Winser" userId="c3146a91-e6bd-4264-bd86-e164e04bc32d" providerId="ADAL" clId="{B227DFD1-20FA-4C53-AD1A-EAF5E0CEB657}" dt="2024-04-10T14:53:25.526" v="43" actId="14100"/>
        <pc:sldMkLst>
          <pc:docMk/>
          <pc:sldMk cId="3007747265" sldId="323"/>
        </pc:sldMkLst>
        <pc:spChg chg="del">
          <ac:chgData name="Paul Winser" userId="c3146a91-e6bd-4264-bd86-e164e04bc32d" providerId="ADAL" clId="{B227DFD1-20FA-4C53-AD1A-EAF5E0CEB657}" dt="2024-04-10T14:53:19.925" v="41" actId="478"/>
          <ac:spMkLst>
            <pc:docMk/>
            <pc:sldMk cId="3007747265" sldId="323"/>
            <ac:spMk id="2" creationId="{3C571D5A-C383-0A8D-BAE8-9EDD17C8C83F}"/>
          </ac:spMkLst>
        </pc:spChg>
        <pc:spChg chg="mod">
          <ac:chgData name="Paul Winser" userId="c3146a91-e6bd-4264-bd86-e164e04bc32d" providerId="ADAL" clId="{B227DFD1-20FA-4C53-AD1A-EAF5E0CEB657}" dt="2024-04-10T14:53:25.526" v="43" actId="14100"/>
          <ac:spMkLst>
            <pc:docMk/>
            <pc:sldMk cId="3007747265" sldId="323"/>
            <ac:spMk id="8" creationId="{6E95BE23-D850-4595-81B3-1694D8E975A3}"/>
          </ac:spMkLst>
        </pc:spChg>
      </pc:sldChg>
      <pc:sldChg chg="delSp mod">
        <pc:chgData name="Paul Winser" userId="c3146a91-e6bd-4264-bd86-e164e04bc32d" providerId="ADAL" clId="{B227DFD1-20FA-4C53-AD1A-EAF5E0CEB657}" dt="2024-04-10T14:53:39.330" v="46" actId="478"/>
        <pc:sldMkLst>
          <pc:docMk/>
          <pc:sldMk cId="2241098231" sldId="324"/>
        </pc:sldMkLst>
        <pc:spChg chg="del">
          <ac:chgData name="Paul Winser" userId="c3146a91-e6bd-4264-bd86-e164e04bc32d" providerId="ADAL" clId="{B227DFD1-20FA-4C53-AD1A-EAF5E0CEB657}" dt="2024-04-10T14:53:39.330" v="46" actId="478"/>
          <ac:spMkLst>
            <pc:docMk/>
            <pc:sldMk cId="2241098231" sldId="324"/>
            <ac:spMk id="2" creationId="{BEA607D9-4A74-C226-B4BF-387308CD1E6C}"/>
          </ac:spMkLst>
        </pc:spChg>
      </pc:sldChg>
      <pc:sldChg chg="modSp mod">
        <pc:chgData name="Paul Winser" userId="c3146a91-e6bd-4264-bd86-e164e04bc32d" providerId="ADAL" clId="{B227DFD1-20FA-4C53-AD1A-EAF5E0CEB657}" dt="2024-04-10T14:53:55.843" v="58" actId="20577"/>
        <pc:sldMkLst>
          <pc:docMk/>
          <pc:sldMk cId="3776013268" sldId="325"/>
        </pc:sldMkLst>
        <pc:spChg chg="mod">
          <ac:chgData name="Paul Winser" userId="c3146a91-e6bd-4264-bd86-e164e04bc32d" providerId="ADAL" clId="{B227DFD1-20FA-4C53-AD1A-EAF5E0CEB657}" dt="2024-04-10T14:53:55.843" v="58" actId="20577"/>
          <ac:spMkLst>
            <pc:docMk/>
            <pc:sldMk cId="3776013268" sldId="325"/>
            <ac:spMk id="6" creationId="{4F70F500-6B44-491E-A750-B806DF34E5B4}"/>
          </ac:spMkLst>
        </pc:spChg>
      </pc:sldChg>
      <pc:sldChg chg="delSp mod">
        <pc:chgData name="Paul Winser" userId="c3146a91-e6bd-4264-bd86-e164e04bc32d" providerId="ADAL" clId="{B227DFD1-20FA-4C53-AD1A-EAF5E0CEB657}" dt="2024-04-10T14:54:36.146" v="71" actId="478"/>
        <pc:sldMkLst>
          <pc:docMk/>
          <pc:sldMk cId="4032732054" sldId="326"/>
        </pc:sldMkLst>
        <pc:spChg chg="del">
          <ac:chgData name="Paul Winser" userId="c3146a91-e6bd-4264-bd86-e164e04bc32d" providerId="ADAL" clId="{B227DFD1-20FA-4C53-AD1A-EAF5E0CEB657}" dt="2024-04-10T14:54:36.146" v="71" actId="478"/>
          <ac:spMkLst>
            <pc:docMk/>
            <pc:sldMk cId="4032732054" sldId="326"/>
            <ac:spMk id="2" creationId="{FB48BB85-DF09-9F21-2E45-34F189463562}"/>
          </ac:spMkLst>
        </pc:spChg>
      </pc:sldChg>
      <pc:sldChg chg="delSp modSp mod">
        <pc:chgData name="Paul Winser" userId="c3146a91-e6bd-4264-bd86-e164e04bc32d" providerId="ADAL" clId="{B227DFD1-20FA-4C53-AD1A-EAF5E0CEB657}" dt="2024-04-10T14:54:14.871" v="65" actId="14100"/>
        <pc:sldMkLst>
          <pc:docMk/>
          <pc:sldMk cId="1606272429" sldId="327"/>
        </pc:sldMkLst>
        <pc:spChg chg="del">
          <ac:chgData name="Paul Winser" userId="c3146a91-e6bd-4264-bd86-e164e04bc32d" providerId="ADAL" clId="{B227DFD1-20FA-4C53-AD1A-EAF5E0CEB657}" dt="2024-04-10T14:54:12.482" v="64" actId="478"/>
          <ac:spMkLst>
            <pc:docMk/>
            <pc:sldMk cId="1606272429" sldId="327"/>
            <ac:spMk id="2" creationId="{7298EDCB-891E-39FE-C226-0FC3365C0BF3}"/>
          </ac:spMkLst>
        </pc:spChg>
        <pc:spChg chg="mod">
          <ac:chgData name="Paul Winser" userId="c3146a91-e6bd-4264-bd86-e164e04bc32d" providerId="ADAL" clId="{B227DFD1-20FA-4C53-AD1A-EAF5E0CEB657}" dt="2024-04-10T14:54:14.871" v="65" actId="14100"/>
          <ac:spMkLst>
            <pc:docMk/>
            <pc:sldMk cId="1606272429" sldId="327"/>
            <ac:spMk id="7" creationId="{254C373B-B29C-4F8D-B70A-CFD7507A68A8}"/>
          </ac:spMkLst>
        </pc:spChg>
      </pc:sldChg>
      <pc:sldChg chg="delSp mod">
        <pc:chgData name="Paul Winser" userId="c3146a91-e6bd-4264-bd86-e164e04bc32d" providerId="ADAL" clId="{B227DFD1-20FA-4C53-AD1A-EAF5E0CEB657}" dt="2024-04-10T14:54:22.338" v="67" actId="478"/>
        <pc:sldMkLst>
          <pc:docMk/>
          <pc:sldMk cId="1013779225" sldId="328"/>
        </pc:sldMkLst>
        <pc:spChg chg="del">
          <ac:chgData name="Paul Winser" userId="c3146a91-e6bd-4264-bd86-e164e04bc32d" providerId="ADAL" clId="{B227DFD1-20FA-4C53-AD1A-EAF5E0CEB657}" dt="2024-04-10T14:54:22.338" v="67" actId="478"/>
          <ac:spMkLst>
            <pc:docMk/>
            <pc:sldMk cId="1013779225" sldId="328"/>
            <ac:spMk id="2" creationId="{A3C2144D-ED9F-3F90-FCB7-FA4B9ED14BC1}"/>
          </ac:spMkLst>
        </pc:spChg>
      </pc:sldChg>
      <pc:sldChg chg="delSp modSp mod">
        <pc:chgData name="Paul Winser" userId="c3146a91-e6bd-4264-bd86-e164e04bc32d" providerId="ADAL" clId="{B227DFD1-20FA-4C53-AD1A-EAF5E0CEB657}" dt="2024-04-10T14:54:30.942" v="70" actId="478"/>
        <pc:sldMkLst>
          <pc:docMk/>
          <pc:sldMk cId="1047468201" sldId="329"/>
        </pc:sldMkLst>
        <pc:spChg chg="del">
          <ac:chgData name="Paul Winser" userId="c3146a91-e6bd-4264-bd86-e164e04bc32d" providerId="ADAL" clId="{B227DFD1-20FA-4C53-AD1A-EAF5E0CEB657}" dt="2024-04-10T14:54:30.942" v="70" actId="478"/>
          <ac:spMkLst>
            <pc:docMk/>
            <pc:sldMk cId="1047468201" sldId="329"/>
            <ac:spMk id="2" creationId="{91CDF5D9-F063-6868-9BF3-B11235DD73D1}"/>
          </ac:spMkLst>
        </pc:spChg>
        <pc:spChg chg="mod">
          <ac:chgData name="Paul Winser" userId="c3146a91-e6bd-4264-bd86-e164e04bc32d" providerId="ADAL" clId="{B227DFD1-20FA-4C53-AD1A-EAF5E0CEB657}" dt="2024-04-10T14:54:28.230" v="69" actId="12"/>
          <ac:spMkLst>
            <pc:docMk/>
            <pc:sldMk cId="1047468201" sldId="329"/>
            <ac:spMk id="7" creationId="{254C373B-B29C-4F8D-B70A-CFD7507A68A8}"/>
          </ac:spMkLst>
        </pc:spChg>
      </pc:sldChg>
      <pc:sldChg chg="delSp mod">
        <pc:chgData name="Paul Winser" userId="c3146a91-e6bd-4264-bd86-e164e04bc32d" providerId="ADAL" clId="{B227DFD1-20FA-4C53-AD1A-EAF5E0CEB657}" dt="2024-04-10T14:50:49.155" v="0" actId="478"/>
        <pc:sldMkLst>
          <pc:docMk/>
          <pc:sldMk cId="2358197303" sldId="330"/>
        </pc:sldMkLst>
        <pc:spChg chg="del">
          <ac:chgData name="Paul Winser" userId="c3146a91-e6bd-4264-bd86-e164e04bc32d" providerId="ADAL" clId="{B227DFD1-20FA-4C53-AD1A-EAF5E0CEB657}" dt="2024-04-10T14:50:49.155" v="0" actId="478"/>
          <ac:spMkLst>
            <pc:docMk/>
            <pc:sldMk cId="2358197303" sldId="330"/>
            <ac:spMk id="2" creationId="{DC46788C-F6C2-F365-161B-35319B36041A}"/>
          </ac:spMkLst>
        </pc:spChg>
      </pc:sldChg>
      <pc:sldChg chg="delSp modSp mod">
        <pc:chgData name="Paul Winser" userId="c3146a91-e6bd-4264-bd86-e164e04bc32d" providerId="ADAL" clId="{B227DFD1-20FA-4C53-AD1A-EAF5E0CEB657}" dt="2024-04-10T14:52:30.066" v="31" actId="1076"/>
        <pc:sldMkLst>
          <pc:docMk/>
          <pc:sldMk cId="599842900" sldId="331"/>
        </pc:sldMkLst>
        <pc:spChg chg="del">
          <ac:chgData name="Paul Winser" userId="c3146a91-e6bd-4264-bd86-e164e04bc32d" providerId="ADAL" clId="{B227DFD1-20FA-4C53-AD1A-EAF5E0CEB657}" dt="2024-04-10T14:52:23.970" v="29" actId="478"/>
          <ac:spMkLst>
            <pc:docMk/>
            <pc:sldMk cId="599842900" sldId="331"/>
            <ac:spMk id="2" creationId="{F931A8C7-E856-A7E6-6919-C4398E229517}"/>
          </ac:spMkLst>
        </pc:spChg>
        <pc:spChg chg="mod">
          <ac:chgData name="Paul Winser" userId="c3146a91-e6bd-4264-bd86-e164e04bc32d" providerId="ADAL" clId="{B227DFD1-20FA-4C53-AD1A-EAF5E0CEB657}" dt="2024-04-10T14:52:30.066" v="31" actId="1076"/>
          <ac:spMkLst>
            <pc:docMk/>
            <pc:sldMk cId="599842900" sldId="331"/>
            <ac:spMk id="10" creationId="{0ED37139-A824-41CF-981F-6910EB61E116}"/>
          </ac:spMkLst>
        </pc:spChg>
      </pc:sldChg>
      <pc:sldChg chg="delSp mod">
        <pc:chgData name="Paul Winser" userId="c3146a91-e6bd-4264-bd86-e164e04bc32d" providerId="ADAL" clId="{B227DFD1-20FA-4C53-AD1A-EAF5E0CEB657}" dt="2024-04-10T14:52:20.498" v="28" actId="478"/>
        <pc:sldMkLst>
          <pc:docMk/>
          <pc:sldMk cId="3561939530" sldId="332"/>
        </pc:sldMkLst>
        <pc:spChg chg="del">
          <ac:chgData name="Paul Winser" userId="c3146a91-e6bd-4264-bd86-e164e04bc32d" providerId="ADAL" clId="{B227DFD1-20FA-4C53-AD1A-EAF5E0CEB657}" dt="2024-04-10T14:52:20.498" v="28" actId="478"/>
          <ac:spMkLst>
            <pc:docMk/>
            <pc:sldMk cId="3561939530" sldId="332"/>
            <ac:spMk id="2" creationId="{18A5C967-7DBA-BA74-C677-B993AA3784E7}"/>
          </ac:spMkLst>
        </pc:spChg>
      </pc:sldChg>
      <pc:sldChg chg="delSp mod">
        <pc:chgData name="Paul Winser" userId="c3146a91-e6bd-4264-bd86-e164e04bc32d" providerId="ADAL" clId="{B227DFD1-20FA-4C53-AD1A-EAF5E0CEB657}" dt="2024-04-10T14:53:06.629" v="38" actId="478"/>
        <pc:sldMkLst>
          <pc:docMk/>
          <pc:sldMk cId="1727365707" sldId="333"/>
        </pc:sldMkLst>
        <pc:spChg chg="del">
          <ac:chgData name="Paul Winser" userId="c3146a91-e6bd-4264-bd86-e164e04bc32d" providerId="ADAL" clId="{B227DFD1-20FA-4C53-AD1A-EAF5E0CEB657}" dt="2024-04-10T14:53:06.629" v="38" actId="478"/>
          <ac:spMkLst>
            <pc:docMk/>
            <pc:sldMk cId="1727365707" sldId="333"/>
            <ac:spMk id="2" creationId="{C7B09DE7-4678-62E4-6249-4D46009B090E}"/>
          </ac:spMkLst>
        </pc:spChg>
      </pc:sldChg>
      <pc:sldChg chg="delSp modSp mod">
        <pc:chgData name="Paul Winser" userId="c3146a91-e6bd-4264-bd86-e164e04bc32d" providerId="ADAL" clId="{B227DFD1-20FA-4C53-AD1A-EAF5E0CEB657}" dt="2024-04-10T14:54:09.429" v="63" actId="478"/>
        <pc:sldMkLst>
          <pc:docMk/>
          <pc:sldMk cId="1532593527" sldId="334"/>
        </pc:sldMkLst>
        <pc:spChg chg="del">
          <ac:chgData name="Paul Winser" userId="c3146a91-e6bd-4264-bd86-e164e04bc32d" providerId="ADAL" clId="{B227DFD1-20FA-4C53-AD1A-EAF5E0CEB657}" dt="2024-04-10T14:54:09.429" v="63" actId="478"/>
          <ac:spMkLst>
            <pc:docMk/>
            <pc:sldMk cId="1532593527" sldId="334"/>
            <ac:spMk id="2" creationId="{E3A39979-0B99-1B36-0C6D-A3E614C351B3}"/>
          </ac:spMkLst>
        </pc:spChg>
        <pc:spChg chg="mod">
          <ac:chgData name="Paul Winser" userId="c3146a91-e6bd-4264-bd86-e164e04bc32d" providerId="ADAL" clId="{B227DFD1-20FA-4C53-AD1A-EAF5E0CEB657}" dt="2024-04-10T14:54:07.732" v="62" actId="14100"/>
          <ac:spMkLst>
            <pc:docMk/>
            <pc:sldMk cId="1532593527" sldId="334"/>
            <ac:spMk id="6" creationId="{4F70F500-6B44-491E-A750-B806DF34E5B4}"/>
          </ac:spMkLst>
        </pc:spChg>
      </pc:sldChg>
      <pc:sldChg chg="delSp mod">
        <pc:chgData name="Paul Winser" userId="c3146a91-e6bd-4264-bd86-e164e04bc32d" providerId="ADAL" clId="{B227DFD1-20FA-4C53-AD1A-EAF5E0CEB657}" dt="2024-04-10T14:54:18.802" v="66" actId="478"/>
        <pc:sldMkLst>
          <pc:docMk/>
          <pc:sldMk cId="2522962353" sldId="335"/>
        </pc:sldMkLst>
        <pc:spChg chg="del">
          <ac:chgData name="Paul Winser" userId="c3146a91-e6bd-4264-bd86-e164e04bc32d" providerId="ADAL" clId="{B227DFD1-20FA-4C53-AD1A-EAF5E0CEB657}" dt="2024-04-10T14:54:18.802" v="66" actId="478"/>
          <ac:spMkLst>
            <pc:docMk/>
            <pc:sldMk cId="2522962353" sldId="335"/>
            <ac:spMk id="2" creationId="{E1BA0EF0-C8B3-C553-0FC3-074187765666}"/>
          </ac:spMkLst>
        </pc:spChg>
      </pc:sldChg>
      <pc:sldChg chg="delSp modSp mod">
        <pc:chgData name="Paul Winser" userId="c3146a91-e6bd-4264-bd86-e164e04bc32d" providerId="ADAL" clId="{B227DFD1-20FA-4C53-AD1A-EAF5E0CEB657}" dt="2024-04-10T14:54:03.481" v="61" actId="14100"/>
        <pc:sldMkLst>
          <pc:docMk/>
          <pc:sldMk cId="1828022099" sldId="336"/>
        </pc:sldMkLst>
        <pc:spChg chg="del">
          <ac:chgData name="Paul Winser" userId="c3146a91-e6bd-4264-bd86-e164e04bc32d" providerId="ADAL" clId="{B227DFD1-20FA-4C53-AD1A-EAF5E0CEB657}" dt="2024-04-10T14:53:59.718" v="59" actId="478"/>
          <ac:spMkLst>
            <pc:docMk/>
            <pc:sldMk cId="1828022099" sldId="336"/>
            <ac:spMk id="2" creationId="{15946043-4204-9332-A392-9B9F1CF3D562}"/>
          </ac:spMkLst>
        </pc:spChg>
        <pc:spChg chg="mod">
          <ac:chgData name="Paul Winser" userId="c3146a91-e6bd-4264-bd86-e164e04bc32d" providerId="ADAL" clId="{B227DFD1-20FA-4C53-AD1A-EAF5E0CEB657}" dt="2024-04-10T14:54:03.481" v="61" actId="14100"/>
          <ac:spMkLst>
            <pc:docMk/>
            <pc:sldMk cId="1828022099" sldId="336"/>
            <ac:spMk id="6" creationId="{4F70F500-6B44-491E-A750-B806DF34E5B4}"/>
          </ac:spMkLst>
        </pc:spChg>
      </pc:sldChg>
      <pc:sldChg chg="delSp mod">
        <pc:chgData name="Paul Winser" userId="c3146a91-e6bd-4264-bd86-e164e04bc32d" providerId="ADAL" clId="{B227DFD1-20FA-4C53-AD1A-EAF5E0CEB657}" dt="2024-04-10T14:54:47.779" v="72" actId="478"/>
        <pc:sldMkLst>
          <pc:docMk/>
          <pc:sldMk cId="2214457810" sldId="337"/>
        </pc:sldMkLst>
        <pc:spChg chg="del">
          <ac:chgData name="Paul Winser" userId="c3146a91-e6bd-4264-bd86-e164e04bc32d" providerId="ADAL" clId="{B227DFD1-20FA-4C53-AD1A-EAF5E0CEB657}" dt="2024-04-10T14:54:47.779" v="72" actId="478"/>
          <ac:spMkLst>
            <pc:docMk/>
            <pc:sldMk cId="2214457810" sldId="337"/>
            <ac:spMk id="2" creationId="{7DED20CD-5197-7151-060D-4DF9E7CB166B}"/>
          </ac:spMkLst>
        </pc:spChg>
      </pc:sldChg>
      <pc:sldChg chg="modSp mod">
        <pc:chgData name="Paul Winser" userId="c3146a91-e6bd-4264-bd86-e164e04bc32d" providerId="ADAL" clId="{B227DFD1-20FA-4C53-AD1A-EAF5E0CEB657}" dt="2024-04-10T14:52:38.643" v="33" actId="14100"/>
        <pc:sldMkLst>
          <pc:docMk/>
          <pc:sldMk cId="2253633937" sldId="338"/>
        </pc:sldMkLst>
        <pc:spChg chg="mod">
          <ac:chgData name="Paul Winser" userId="c3146a91-e6bd-4264-bd86-e164e04bc32d" providerId="ADAL" clId="{B227DFD1-20FA-4C53-AD1A-EAF5E0CEB657}" dt="2024-04-10T14:52:38.643" v="33" actId="14100"/>
          <ac:spMkLst>
            <pc:docMk/>
            <pc:sldMk cId="2253633937" sldId="338"/>
            <ac:spMk id="10" creationId="{0ED37139-A824-41CF-981F-6910EB61E116}"/>
          </ac:spMkLst>
        </pc:spChg>
      </pc:sldChg>
      <pc:sldChg chg="modSp mod">
        <pc:chgData name="Paul Winser" userId="c3146a91-e6bd-4264-bd86-e164e04bc32d" providerId="ADAL" clId="{B227DFD1-20FA-4C53-AD1A-EAF5E0CEB657}" dt="2024-04-10T14:53:34.693" v="45" actId="14100"/>
        <pc:sldMkLst>
          <pc:docMk/>
          <pc:sldMk cId="1738461115" sldId="341"/>
        </pc:sldMkLst>
        <pc:spChg chg="mod">
          <ac:chgData name="Paul Winser" userId="c3146a91-e6bd-4264-bd86-e164e04bc32d" providerId="ADAL" clId="{B227DFD1-20FA-4C53-AD1A-EAF5E0CEB657}" dt="2024-04-10T14:53:34.693" v="45" actId="14100"/>
          <ac:spMkLst>
            <pc:docMk/>
            <pc:sldMk cId="1738461115" sldId="341"/>
            <ac:spMk id="8" creationId="{6E95BE23-D850-4595-81B3-1694D8E975A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76309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0165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20144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80088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67129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06062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75444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97530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13809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110126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467827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16106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36671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65962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5235070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09812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2434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199740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294730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427710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924629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33235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438120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120105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168943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32580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901764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899966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735446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770119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615095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rtl="1"/>
              <a:t>36</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
        <p:nvSpPr>
          <p:cNvPr id="5" name="Rectangle 4">
            <a:extLst>
              <a:ext uri="{FF2B5EF4-FFF2-40B4-BE49-F238E27FC236}">
                <a16:creationId xmlns:a16="http://schemas.microsoft.com/office/drawing/2014/main" id="{95C0D427-8330-2790-F71D-FF28F6659074}"/>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6" name="Rectangle 5">
            <a:extLst>
              <a:ext uri="{FF2B5EF4-FFF2-40B4-BE49-F238E27FC236}">
                <a16:creationId xmlns:a16="http://schemas.microsoft.com/office/drawing/2014/main" id="{13A7D14B-181B-71EB-EDF4-15CDBECFC7C1}"/>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في مجال الهندسة</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
        <p:nvSpPr>
          <p:cNvPr id="3" name="Rectangle 2">
            <a:extLst>
              <a:ext uri="{FF2B5EF4-FFF2-40B4-BE49-F238E27FC236}">
                <a16:creationId xmlns:a16="http://schemas.microsoft.com/office/drawing/2014/main" id="{B99C0E07-AE88-5F3B-7E22-D8BF4DE4ACA9}"/>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600" b="1" dirty="0">
                <a:latin typeface="Sakkal Majalla" panose="02000000000000000000" pitchFamily="2" charset="-78"/>
                <a:cs typeface="Sakkal Majalla" panose="02000000000000000000" pitchFamily="2" charset="-78"/>
              </a:rPr>
              <a:t>شهادة BTEC International من المستوى 3</a:t>
            </a:r>
          </a:p>
        </p:txBody>
      </p:sp>
      <p:sp>
        <p:nvSpPr>
          <p:cNvPr id="4" name="Rectangle 3">
            <a:extLst>
              <a:ext uri="{FF2B5EF4-FFF2-40B4-BE49-F238E27FC236}">
                <a16:creationId xmlns:a16="http://schemas.microsoft.com/office/drawing/2014/main" id="{C1F22A07-1D94-0D7F-FE21-CA00B77E677E}"/>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600" b="1" dirty="0">
                <a:latin typeface="Sakkal Majalla" panose="02000000000000000000" pitchFamily="2" charset="-78"/>
                <a:cs typeface="Sakkal Majalla" panose="02000000000000000000" pitchFamily="2" charset="-78"/>
              </a:rPr>
              <a:t>في مجال الهندسة</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4C9F6CFF-A8A9-0C5A-7412-CEC2AF622A44}"/>
              </a:ext>
            </a:extLst>
          </p:cNvPr>
          <p:cNvSpPr/>
          <p:nvPr userDrawn="1"/>
        </p:nvSpPr>
        <p:spPr>
          <a:xfrm>
            <a:off x="5863096" y="200499"/>
            <a:ext cx="3138123" cy="215689"/>
          </a:xfrm>
          <a:prstGeom prst="rect">
            <a:avLst/>
          </a:prstGeom>
          <a:solidFill>
            <a:srgbClr val="33B2C3"/>
          </a:solidFill>
        </p:spPr>
        <p:txBody>
          <a:bodyPr wrap="none" lIns="0" tIns="0" rIns="0" bIns="0" rtlCol="1">
            <a:noAutofit/>
          </a:bodyPr>
          <a:lstStyle/>
          <a:p>
            <a:pPr indent="0"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4" name="Rectangle 3">
            <a:extLst>
              <a:ext uri="{FF2B5EF4-FFF2-40B4-BE49-F238E27FC236}">
                <a16:creationId xmlns:a16="http://schemas.microsoft.com/office/drawing/2014/main" id="{FD956561-663A-C0B1-1535-028197E5EE6E}"/>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5" name="Rectangle 4">
            <a:extLst>
              <a:ext uri="{FF2B5EF4-FFF2-40B4-BE49-F238E27FC236}">
                <a16:creationId xmlns:a16="http://schemas.microsoft.com/office/drawing/2014/main" id="{951A4F88-A21A-A918-9A73-C3A1C8CA054F}"/>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في مجال الهندسة</a:t>
            </a:r>
          </a:p>
        </p:txBody>
      </p:sp>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
        <p:nvSpPr>
          <p:cNvPr id="2" name="Rectangle 1">
            <a:extLst>
              <a:ext uri="{FF2B5EF4-FFF2-40B4-BE49-F238E27FC236}">
                <a16:creationId xmlns:a16="http://schemas.microsoft.com/office/drawing/2014/main" id="{56E59F16-5CCA-AAEA-F357-3FD92671B70A}"/>
              </a:ext>
            </a:extLst>
          </p:cNvPr>
          <p:cNvSpPr/>
          <p:nvPr userDrawn="1"/>
        </p:nvSpPr>
        <p:spPr>
          <a:xfrm>
            <a:off x="5863096" y="200499"/>
            <a:ext cx="3138123" cy="215689"/>
          </a:xfrm>
          <a:prstGeom prst="rect">
            <a:avLst/>
          </a:prstGeom>
          <a:solidFill>
            <a:srgbClr val="33B2C3"/>
          </a:solidFill>
        </p:spPr>
        <p:txBody>
          <a:bodyPr wrap="none" lIns="0" tIns="0" rIns="0" bIns="0" rtlCol="1">
            <a:noAutofit/>
          </a:bodyPr>
          <a:lstStyle/>
          <a:p>
            <a:pPr indent="0"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3" name="Rectangle 2">
            <a:extLst>
              <a:ext uri="{FF2B5EF4-FFF2-40B4-BE49-F238E27FC236}">
                <a16:creationId xmlns:a16="http://schemas.microsoft.com/office/drawing/2014/main" id="{F3269907-3357-E877-E9E9-8584F3A86825}"/>
              </a:ext>
            </a:extLst>
          </p:cNvPr>
          <p:cNvSpPr/>
          <p:nvPr userDrawn="1"/>
        </p:nvSpPr>
        <p:spPr>
          <a:xfrm>
            <a:off x="7164288" y="644029"/>
            <a:ext cx="1836931" cy="215689"/>
          </a:xfrm>
          <a:prstGeom prst="rect">
            <a:avLst/>
          </a:prstGeom>
          <a:solidFill>
            <a:srgbClr val="33B2C3"/>
          </a:solidFill>
        </p:spPr>
        <p:txBody>
          <a:bodyPr wrap="none" lIns="0" tIns="0" rIns="0" bIns="0" rtlCol="1">
            <a:noAutofit/>
          </a:bodyPr>
          <a:lstStyle/>
          <a:p>
            <a:pPr indent="0" algn="ctr" rtl="1"/>
            <a:r>
              <a:rPr lang="ar" sz="2400" b="1" dirty="0">
                <a:latin typeface="Sakkal Majalla" panose="02000000000000000000" pitchFamily="2" charset="-78"/>
                <a:cs typeface="Sakkal Majalla" panose="02000000000000000000" pitchFamily="2" charset="-78"/>
              </a:rPr>
              <a:t>في مجال الهندسة</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
        <p:nvSpPr>
          <p:cNvPr id="2" name="Rectangle 1">
            <a:extLst>
              <a:ext uri="{FF2B5EF4-FFF2-40B4-BE49-F238E27FC236}">
                <a16:creationId xmlns:a16="http://schemas.microsoft.com/office/drawing/2014/main" id="{4A3C4C24-91D6-6E6E-CC5F-51DC347F6894}"/>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3" name="Rectangle 2">
            <a:extLst>
              <a:ext uri="{FF2B5EF4-FFF2-40B4-BE49-F238E27FC236}">
                <a16:creationId xmlns:a16="http://schemas.microsoft.com/office/drawing/2014/main" id="{C9021ED4-D803-D396-2740-C9E91DD56F7F}"/>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في مجال الهندسة</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
        <p:nvSpPr>
          <p:cNvPr id="2" name="Rectangle 1">
            <a:extLst>
              <a:ext uri="{FF2B5EF4-FFF2-40B4-BE49-F238E27FC236}">
                <a16:creationId xmlns:a16="http://schemas.microsoft.com/office/drawing/2014/main" id="{FC57B18C-531A-CFE1-B84E-3A4F03FFDAD5}"/>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3" name="Rectangle 2">
            <a:extLst>
              <a:ext uri="{FF2B5EF4-FFF2-40B4-BE49-F238E27FC236}">
                <a16:creationId xmlns:a16="http://schemas.microsoft.com/office/drawing/2014/main" id="{2AE05BFE-C6F3-3AEA-B1F8-53E4478A5D0B}"/>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في مجال الهندسة</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65.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 Id="rId5" Type="http://schemas.openxmlformats.org/officeDocument/2006/relationships/image" Target="../media/image13.jpe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5" Type="http://schemas.openxmlformats.org/officeDocument/2006/relationships/image" Target="../media/image17.pn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65.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5" Type="http://schemas.openxmlformats.org/officeDocument/2006/relationships/image" Target="../media/image21.png"/><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 Id="rId5" Type="http://schemas.openxmlformats.org/officeDocument/2006/relationships/image" Target="../media/image23.jpe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 Id="rId5" Type="http://schemas.openxmlformats.org/officeDocument/2006/relationships/image" Target="../media/image25.jpeg"/><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 Id="rId5" Type="http://schemas.openxmlformats.org/officeDocument/2006/relationships/image" Target="../media/image28.jpe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 Id="rId4" Type="http://schemas.openxmlformats.org/officeDocument/2006/relationships/image" Target="../media/image29.jpe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 Id="rId5" Type="http://schemas.openxmlformats.org/officeDocument/2006/relationships/image" Target="../media/image31.jpeg"/><Relationship Id="rId4" Type="http://schemas.openxmlformats.org/officeDocument/2006/relationships/image" Target="../media/image30.jpeg"/></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65.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 Id="rId4" Type="http://schemas.openxmlformats.org/officeDocument/2006/relationships/image" Target="../media/image32.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 Id="rId5" Type="http://schemas.openxmlformats.org/officeDocument/2006/relationships/image" Target="../media/image34.jpeg"/><Relationship Id="rId4" Type="http://schemas.openxmlformats.org/officeDocument/2006/relationships/image" Target="../media/image33.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 Id="rId5" Type="http://schemas.openxmlformats.org/officeDocument/2006/relationships/image" Target="../media/image36.jpeg"/><Relationship Id="rId4" Type="http://schemas.openxmlformats.org/officeDocument/2006/relationships/image" Target="../media/image35.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 Id="rId5" Type="http://schemas.openxmlformats.org/officeDocument/2006/relationships/image" Target="../media/image38.jpeg"/><Relationship Id="rId4" Type="http://schemas.openxmlformats.org/officeDocument/2006/relationships/image" Target="../media/image37.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5" Type="http://schemas.openxmlformats.org/officeDocument/2006/relationships/image" Target="../media/image40.png"/><Relationship Id="rId4" Type="http://schemas.openxmlformats.org/officeDocument/2006/relationships/image" Target="../media/image39.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 Id="rId5" Type="http://schemas.openxmlformats.org/officeDocument/2006/relationships/image" Target="../media/image42.jpeg"/><Relationship Id="rId4" Type="http://schemas.openxmlformats.org/officeDocument/2006/relationships/image" Target="../media/image41.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43.jpeg"/></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 Id="rId4" Type="http://schemas.openxmlformats.org/officeDocument/2006/relationships/image" Target="../media/image44.jpe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 Id="rId4" Type="http://schemas.openxmlformats.org/officeDocument/2006/relationships/image" Target="../media/image45.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 Id="rId4" Type="http://schemas.openxmlformats.org/officeDocument/2006/relationships/image" Target="../media/image46.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77.xml"/><Relationship Id="rId5" Type="http://schemas.openxmlformats.org/officeDocument/2006/relationships/image" Target="../media/image49.png"/><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الوحدة 2</a:t>
            </a:r>
            <a:br>
              <a:rPr lang="en-GB" altLang="en-US" sz="4600" dirty="0">
                <a:latin typeface="Sakkal Majalla" panose="02000000000000000000" pitchFamily="2" charset="-78"/>
                <a:cs typeface="Sakkal Majalla" panose="02000000000000000000" pitchFamily="2" charset="-78"/>
              </a:rPr>
            </a:br>
            <a:br>
              <a:rPr lang="en-GB" altLang="en-US" sz="4600" dirty="0">
                <a:latin typeface="Sakkal Majalla" panose="02000000000000000000" pitchFamily="2" charset="-78"/>
                <a:cs typeface="Sakkal Majalla" panose="02000000000000000000" pitchFamily="2" charset="-78"/>
              </a:rPr>
            </a:br>
            <a:br>
              <a:rPr lang="en-US" altLang="en-US" sz="4600" dirty="0">
                <a:latin typeface="Sakkal Majalla" panose="02000000000000000000" pitchFamily="2" charset="-78"/>
                <a:cs typeface="Sakkal Majalla" panose="02000000000000000000" pitchFamily="2" charset="-78"/>
              </a:rPr>
            </a:br>
            <a:endParaRPr lang="en-GB" altLang="en-US" sz="4600" dirty="0">
              <a:latin typeface="Sakkal Majalla" panose="02000000000000000000" pitchFamily="2" charset="-78"/>
              <a:cs typeface="Sakkal Majalla" panose="02000000000000000000" pitchFamily="2" charset="-78"/>
            </a:endParaRPr>
          </a:p>
        </p:txBody>
      </p:sp>
      <p:sp>
        <p:nvSpPr>
          <p:cNvPr id="4" name="Subtitle 3">
            <a:extLst>
              <a:ext uri="{FF2B5EF4-FFF2-40B4-BE49-F238E27FC236}">
                <a16:creationId xmlns:a16="http://schemas.microsoft.com/office/drawing/2014/main" id="{03618BED-11B5-90CC-5910-B65474D700AA}"/>
              </a:ext>
            </a:extLst>
          </p:cNvPr>
          <p:cNvSpPr>
            <a:spLocks noGrp="1"/>
          </p:cNvSpPr>
          <p:nvPr>
            <p:ph type="subTitle" idx="1"/>
          </p:nvPr>
        </p:nvSpPr>
        <p:spPr>
          <a:xfrm>
            <a:off x="1371600" y="3284984"/>
            <a:ext cx="6400800" cy="982960"/>
          </a:xfrm>
        </p:spPr>
        <p:txBody>
          <a:bodyPr rtlCol="1"/>
          <a:lstStyle/>
          <a:p>
            <a:pPr rtl="1"/>
            <a:r>
              <a:rPr lang="ar" sz="2600" dirty="0">
                <a:latin typeface="Sakkal Majalla" panose="02000000000000000000" pitchFamily="2" charset="-78"/>
                <a:cs typeface="Sakkal Majalla" panose="02000000000000000000" pitchFamily="2" charset="-78"/>
              </a:rPr>
              <a:t>تقديم العمليات الهندسية </a:t>
            </a:r>
            <a:br>
              <a:rPr lang="en-GB"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بأمان كفريق</a:t>
            </a: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9"/>
            <a:ext cx="9144000" cy="209822"/>
          </a:xfrm>
        </p:spPr>
        <p:txBody>
          <a:bodyPr wrap="square" rtlCol="1" anchor="t">
            <a:noAutofit/>
          </a:bodyPr>
          <a:lstStyle/>
          <a:p>
            <a:pPr algn="ctr" rtl="1">
              <a:lnSpc>
                <a:spcPct val="90000"/>
              </a:lnSpc>
              <a:spcAft>
                <a:spcPts val="600"/>
              </a:spcAft>
              <a:defRPr/>
            </a:pPr>
            <a:r>
              <a:rPr lang="ar" sz="1200" dirty="0">
                <a:latin typeface="Sakkal Majalla" panose="02000000000000000000" pitchFamily="2" charset="-78"/>
                <a:cs typeface="Sakkal Majalla" panose="02000000000000000000" pitchFamily="2" charset="-78"/>
              </a:rPr>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B8B8CDD1-1FC9-F9B9-4756-9D43B5A4FF20}"/>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هدف التعلم (أ)</a:t>
            </a:r>
            <a:br>
              <a:rPr lang="en-GB" altLang="en-US" sz="4600" dirty="0"/>
            </a:br>
            <a:br>
              <a:rPr lang="en-GB" altLang="en-US" sz="4600" dirty="0">
                <a:highlight>
                  <a:srgbClr val="FFFF00"/>
                </a:highlight>
              </a:rPr>
            </a:br>
            <a:br>
              <a:rPr lang="en-US" altLang="en-US" sz="4600" dirty="0">
                <a:highlight>
                  <a:srgbClr val="FFFF00"/>
                </a:highlight>
              </a:rPr>
            </a:br>
            <a:endParaRPr lang="en-GB" altLang="en-US" sz="4600" dirty="0">
              <a:highlight>
                <a:srgbClr val="FFFF00"/>
              </a:highlight>
            </a:endParaRPr>
          </a:p>
        </p:txBody>
      </p:sp>
      <p:sp>
        <p:nvSpPr>
          <p:cNvPr id="4" name="Subtitle 3">
            <a:extLst>
              <a:ext uri="{FF2B5EF4-FFF2-40B4-BE49-F238E27FC236}">
                <a16:creationId xmlns:a16="http://schemas.microsoft.com/office/drawing/2014/main" id="{03618BED-11B5-90CC-5910-B65474D700AA}"/>
              </a:ext>
            </a:extLst>
          </p:cNvPr>
          <p:cNvSpPr>
            <a:spLocks noGrp="1"/>
          </p:cNvSpPr>
          <p:nvPr>
            <p:ph type="subTitle" idx="1"/>
          </p:nvPr>
        </p:nvSpPr>
        <p:spPr>
          <a:xfrm>
            <a:off x="1371600" y="3429000"/>
            <a:ext cx="6400800" cy="1752600"/>
          </a:xfrm>
        </p:spPr>
        <p:txBody>
          <a:bodyPr rtlCol="1"/>
          <a:lstStyle/>
          <a:p>
            <a:pPr rtl="1"/>
            <a:r>
              <a:rPr lang="ar" sz="2600" dirty="0"/>
              <a:t>هدف التعلم (أ): دراسة العمليات الهندسية الشائعة لإنشاء منتجات</a:t>
            </a:r>
          </a:p>
          <a:p>
            <a:pPr rtl="1"/>
            <a:r>
              <a:rPr lang="ar" sz="2600" dirty="0"/>
              <a:t>أو تقديم خدمات بأمان وفعالية كفريق</a:t>
            </a:r>
          </a:p>
        </p:txBody>
      </p:sp>
      <p:sp>
        <p:nvSpPr>
          <p:cNvPr id="2" name="Footer Placeholder 2">
            <a:extLst>
              <a:ext uri="{FF2B5EF4-FFF2-40B4-BE49-F238E27FC236}">
                <a16:creationId xmlns:a16="http://schemas.microsoft.com/office/drawing/2014/main" id="{1A145AA0-A0B0-B96A-46C1-E6CDCB09D0E7}"/>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extLst>
      <p:ext uri="{BB962C8B-B14F-4D97-AF65-F5344CB8AC3E}">
        <p14:creationId xmlns:p14="http://schemas.microsoft.com/office/powerpoint/2010/main" val="2358197303"/>
      </p:ext>
    </p:extLst>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179512"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تقديم العمليات الهندسية </a:t>
            </a:r>
            <a:br>
              <a:rPr lang="en-US" sz="4600" dirty="0"/>
            </a:br>
            <a:r>
              <a:rPr lang="ar" sz="4600" dirty="0"/>
              <a:t>بأمان كفريق</a:t>
            </a:r>
            <a:endParaRPr lang="en-GB" altLang="en-US" sz="4600" dirty="0"/>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95536" y="2636912"/>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t>مقدمة الوحدة</a:t>
            </a:r>
          </a:p>
          <a:p>
            <a:pPr marL="0" indent="0" rtl="1">
              <a:buNone/>
            </a:pPr>
            <a:r>
              <a:rPr lang="ar" sz="2000" b="1" dirty="0">
                <a:effectLst/>
              </a:rPr>
              <a:t>أهمية العمليات الهندسية</a:t>
            </a:r>
            <a:endParaRPr lang="en-GB" sz="2000" b="1" dirty="0"/>
          </a:p>
          <a:p>
            <a:pPr rtl="1"/>
            <a:r>
              <a:rPr lang="ar" sz="2000" dirty="0">
                <a:effectLst/>
              </a:rPr>
              <a:t>يعد استخدام العمليات الهندسية جزءًا لا يتجزأ من تصنيع المنتجات الهندسية وتقديم الخدمات الهندسية، وهي تضمن إمكانية تخطيط المنتجات المعقدة، مثل الطائرات، وتنفيذها بأمان وفعالية.</a:t>
            </a:r>
          </a:p>
          <a:p>
            <a:pPr rtl="1"/>
            <a:endParaRPr lang="en-GB" sz="2000" dirty="0"/>
          </a:p>
          <a:p>
            <a:pPr marL="0" indent="0" rtl="1">
              <a:buNone/>
            </a:pPr>
            <a:r>
              <a:rPr lang="ar" sz="2000" b="1" dirty="0">
                <a:effectLst/>
              </a:rPr>
              <a:t>العمل الجماعي في الهندسة</a:t>
            </a:r>
            <a:endParaRPr lang="en-GB" sz="2000" b="1" dirty="0"/>
          </a:p>
          <a:p>
            <a:pPr rtl="1"/>
            <a:r>
              <a:rPr lang="ar" sz="2000" dirty="0">
                <a:effectLst/>
              </a:rPr>
              <a:t>يعد العمل معًا كفريق أمرًا ضروريًا للمهندسين لإكمال العمليات الهندسية بنجاح. تستثمر الشركات الهندسية الوقت والجهد في فهم العمليات الهندسية وتطوير مهارات العمل الجماعي.</a:t>
            </a:r>
            <a:endParaRPr lang="en-GB" sz="2000" dirty="0"/>
          </a:p>
          <a:p>
            <a:pPr rtl="1"/>
            <a:endParaRPr lang="en-GB" sz="2000" dirty="0"/>
          </a:p>
          <a:p>
            <a:pPr marL="0" indent="0" rtl="1">
              <a:buNone/>
            </a:pPr>
            <a:endParaRPr lang="en-GB" altLang="en-US" sz="2000" dirty="0">
              <a:solidFill>
                <a:srgbClr val="FF0000"/>
              </a:solidFill>
            </a:endParaRPr>
          </a:p>
        </p:txBody>
      </p:sp>
      <p:sp>
        <p:nvSpPr>
          <p:cNvPr id="2" name="Footer Placeholder 2">
            <a:extLst>
              <a:ext uri="{FF2B5EF4-FFF2-40B4-BE49-F238E27FC236}">
                <a16:creationId xmlns:a16="http://schemas.microsoft.com/office/drawing/2014/main" id="{C6DEB4D6-9D65-66B2-8A2E-C2C8A192F190}"/>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أهداف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661464"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855663" indent="-855663" rtl="1">
              <a:buNone/>
            </a:pPr>
            <a:r>
              <a:rPr lang="ar" sz="2600" b="1" dirty="0"/>
              <a:t>(أ)	</a:t>
            </a:r>
            <a:r>
              <a:rPr lang="ar" sz="2600" b="0" i="0" dirty="0">
                <a:solidFill>
                  <a:srgbClr val="000000"/>
                </a:solidFill>
                <a:effectLst/>
              </a:rPr>
              <a:t>دراسة العمليات الهندسية الشائعة لتصنيع منتجات أو تقديم خدمات بأمان وفعالية</a:t>
            </a:r>
            <a:r>
              <a:rPr lang="en-US" sz="2600" b="0" i="0" dirty="0">
                <a:solidFill>
                  <a:srgbClr val="000000"/>
                </a:solidFill>
                <a:effectLst/>
              </a:rPr>
              <a:t> </a:t>
            </a:r>
            <a:r>
              <a:rPr lang="ar" sz="2600" b="0" i="0" dirty="0">
                <a:solidFill>
                  <a:srgbClr val="000000"/>
                </a:solidFill>
                <a:effectLst/>
              </a:rPr>
              <a:t>كفريق</a:t>
            </a:r>
          </a:p>
          <a:p>
            <a:pPr marL="855663" indent="-855663" rtl="1">
              <a:buNone/>
            </a:pPr>
            <a:r>
              <a:rPr lang="ar" sz="2600" b="1" dirty="0"/>
              <a:t>(ب)	</a:t>
            </a:r>
            <a:r>
              <a:rPr lang="ar" sz="2600" b="0" i="0" dirty="0">
                <a:solidFill>
                  <a:srgbClr val="000000"/>
                </a:solidFill>
                <a:effectLst/>
              </a:rPr>
              <a:t>إعداد رسومات ثنائية الأبعاد بمساعدة الكمبيوتر يمكن استخدامها في العمليات الهندسية</a:t>
            </a:r>
          </a:p>
          <a:p>
            <a:pPr marL="855663" indent="-855663" rtl="1">
              <a:buNone/>
            </a:pPr>
            <a:r>
              <a:rPr lang="ar" sz="2600" b="1" dirty="0"/>
              <a:t>(ج)	</a:t>
            </a:r>
            <a:r>
              <a:rPr lang="ar" sz="2600" b="0" i="0" dirty="0">
                <a:solidFill>
                  <a:srgbClr val="000000"/>
                </a:solidFill>
                <a:effectLst/>
              </a:rPr>
              <a:t>تنفيذ العمليات الهندسية بأمان لتصنيع منتج أو لتقديم خدمة بفعالية كفريق.</a:t>
            </a:r>
            <a:r>
              <a:rPr lang="ar" sz="2600" dirty="0"/>
              <a:t> </a:t>
            </a:r>
          </a:p>
          <a:p>
            <a:pPr marL="855663" indent="-855663" defTabSz="431800" rtl="1">
              <a:spcBef>
                <a:spcPts val="1200"/>
              </a:spcBef>
              <a:buNone/>
            </a:pPr>
            <a:br>
              <a:rPr lang="en-GB" sz="2600" dirty="0"/>
            </a:br>
            <a:endParaRPr lang="en-GB" altLang="en-US" sz="2600" b="1" dirty="0">
              <a:highlight>
                <a:srgbClr val="FFFF00"/>
              </a:highlight>
            </a:endParaRPr>
          </a:p>
          <a:p>
            <a:pPr marL="855663" indent="-855663" defTabSz="431800" rtl="1">
              <a:spcBef>
                <a:spcPts val="1200"/>
              </a:spcBef>
              <a:buFont typeface="Wingdings" panose="05000000000000000000" pitchFamily="2" charset="2"/>
              <a:buNone/>
            </a:pPr>
            <a:endParaRPr lang="en-GB" altLang="en-US" sz="2600" b="1" dirty="0">
              <a:highlight>
                <a:srgbClr val="FFFF00"/>
              </a:highlight>
            </a:endParaRPr>
          </a:p>
          <a:p>
            <a:pPr marL="855663" indent="-855663" defTabSz="431800" rtl="1">
              <a:spcBef>
                <a:spcPts val="1200"/>
              </a:spcBef>
              <a:buFont typeface="Wingdings" panose="05000000000000000000" pitchFamily="2" charset="2"/>
              <a:buNone/>
            </a:pPr>
            <a:br>
              <a:rPr lang="en-GB" altLang="en-US" sz="2600" dirty="0"/>
            </a:br>
            <a:r>
              <a:rPr lang="ar" sz="2600" dirty="0"/>
              <a:t>	</a:t>
            </a:r>
          </a:p>
        </p:txBody>
      </p:sp>
      <p:sp>
        <p:nvSpPr>
          <p:cNvPr id="2" name="Footer Placeholder 2">
            <a:extLst>
              <a:ext uri="{FF2B5EF4-FFF2-40B4-BE49-F238E27FC236}">
                <a16:creationId xmlns:a16="http://schemas.microsoft.com/office/drawing/2014/main" id="{B7727A9E-94A6-D8A1-9111-A89EF0E92AD8}"/>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895316" y="1161322"/>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هدف التعلم (أ): (أ1) العمليات الهندسية الشائعة</a:t>
            </a:r>
            <a:br>
              <a:rPr lang="en-US" altLang="en-US" sz="2600" dirty="0"/>
            </a:br>
            <a:br>
              <a:rPr lang="en-US"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772766"/>
            <a:ext cx="8964488" cy="489632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rPr>
              <a:t>العمليات الهندسية: </a:t>
            </a:r>
            <a:r>
              <a:rPr lang="ar" sz="1600" dirty="0">
                <a:effectLst/>
              </a:rPr>
              <a:t>العمليات الهندسية هي مجموعات منهجية من الأنشطة التي يتبعها المهندسون لتصنيع منتجات أو تقديم خدمات. وتضمن هذه العمليات إكمال المشاريع الهندسية بأمان وفعالية. تتضمن بعض العمليات الهندسية الشائعة ما يلي:</a:t>
            </a:r>
          </a:p>
          <a:p>
            <a:pPr marL="0" indent="0" rtl="1">
              <a:buNone/>
            </a:pPr>
            <a:endParaRPr lang="en-GB" sz="1600" b="1" dirty="0">
              <a:effectLst/>
            </a:endParaRPr>
          </a:p>
          <a:p>
            <a:pPr marL="0" indent="0" rtl="1">
              <a:buNone/>
            </a:pPr>
            <a:r>
              <a:rPr lang="ar" sz="1600" b="1" dirty="0">
                <a:effectLst/>
              </a:rPr>
              <a:t>عملية التصميم: </a:t>
            </a:r>
            <a:r>
              <a:rPr lang="ar" sz="1600" dirty="0">
                <a:effectLst/>
              </a:rPr>
              <a:t>تتضمن عملية التصميم تحديد المشكلة أو الحاجة، وتوليد الأفكار، وإنشاء النماذج الأولية، وتقييم التصاميم وتحسينها. ومن الضروري مراعاة السلامة والوظيفية والكفاءة أثناء مرحلة التصميم.</a:t>
            </a:r>
          </a:p>
          <a:p>
            <a:pPr marL="0" indent="0" rtl="1">
              <a:buNone/>
            </a:pPr>
            <a:endParaRPr lang="en-GB" sz="1600" b="1" dirty="0"/>
          </a:p>
          <a:p>
            <a:pPr marL="0" indent="0" rtl="1">
              <a:buNone/>
            </a:pPr>
            <a:r>
              <a:rPr lang="ar" sz="1600" b="1" dirty="0"/>
              <a:t>عملية التصنيع: </a:t>
            </a:r>
            <a:r>
              <a:rPr lang="ar" sz="1600" dirty="0"/>
              <a:t>تتضمن عملية التصنيع تحويل المواد الخام إلى منتجات جاهزة للاستخدام أو البيع. تتضمن هذه العملية مراحل مختلفة؛ مثل اختيار المواد والمعالجة الآلية والتجميع ومراقبة الجودة. تعتبر تدابير السلامة ومعايير الجودة ضرورية لضمان تلبية المنتج الجاهز للمواصفات.</a:t>
            </a:r>
          </a:p>
          <a:p>
            <a:pPr marL="0" indent="0" rtl="1">
              <a:buNone/>
            </a:pPr>
            <a:endParaRPr lang="en-GB" sz="1600" b="1" dirty="0"/>
          </a:p>
          <a:p>
            <a:pPr marL="0" indent="0" rtl="1">
              <a:buNone/>
            </a:pPr>
            <a:r>
              <a:rPr lang="ar" sz="1600" b="1" dirty="0"/>
              <a:t>عملية الاختبار والتحقق من الجودة: </a:t>
            </a:r>
            <a:r>
              <a:rPr lang="ar" sz="1600" dirty="0"/>
              <a:t>تتضمن عملية الاختبار والتحقق من الجودة تقييم أداء وموثوقية وسلامة المنتج أو الخدمة. تتضمن هذه العملية إجراء التجارب والمحاكاة والفحص للتأكد من أن المنتج يلبي المعايير واللوائح المطلوبة.</a:t>
            </a:r>
          </a:p>
          <a:p>
            <a:pPr marL="0" indent="0" rtl="1">
              <a:buNone/>
            </a:pPr>
            <a:endParaRPr lang="en-GB" sz="1600" b="1" dirty="0"/>
          </a:p>
          <a:p>
            <a:pPr marL="0" indent="0" rtl="1">
              <a:buNone/>
            </a:pPr>
            <a:r>
              <a:rPr lang="ar" sz="1600" b="1" dirty="0"/>
              <a:t>عملية الصيانة والإصلاح: </a:t>
            </a:r>
            <a:r>
              <a:rPr lang="ar" sz="1600" dirty="0"/>
              <a:t>تتضمن عملية الصيانة والإصلاح فحص المنتجات أو المعدات وصيانتها وإصلاحها لضمان استمرارها في العمل بشكل صحيح. وتعتبر الصيانة الدورية والإصلاحات السريعة ضرورية لمنع الحوادث وتقليل وقت التوقف عن العمل وإطالة عمر المعدات.</a:t>
            </a:r>
          </a:p>
          <a:p>
            <a:pPr rtl="1"/>
            <a:endParaRPr lang="en-GB" sz="1600" dirty="0"/>
          </a:p>
          <a:p>
            <a:pPr indent="0" rtl="1">
              <a:buFont typeface="Wingdings" panose="05000000000000000000" pitchFamily="2" charset="2"/>
              <a:buNone/>
            </a:pPr>
            <a:endParaRPr lang="en-GB" altLang="en-US" sz="1600" dirty="0">
              <a:solidFill>
                <a:srgbClr val="FF0000"/>
              </a:solidFill>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868144" y="137256"/>
            <a:ext cx="316835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600" b="1" dirty="0">
                <a:latin typeface="Sakkal Majalla" panose="02000000000000000000" pitchFamily="2" charset="-78"/>
                <a:cs typeface="Sakkal Majalla" panose="02000000000000000000" pitchFamily="2" charset="-78"/>
              </a:rPr>
              <a:t>دراسة العمليات الهندسية الشائعة لتصنيع منتجات أو تقديم خدمات بأمان وفعالية كفريق.</a:t>
            </a:r>
          </a:p>
        </p:txBody>
      </p:sp>
      <p:sp>
        <p:nvSpPr>
          <p:cNvPr id="2" name="Footer Placeholder 2">
            <a:extLst>
              <a:ext uri="{FF2B5EF4-FFF2-40B4-BE49-F238E27FC236}">
                <a16:creationId xmlns:a16="http://schemas.microsoft.com/office/drawing/2014/main" id="{708FFEB3-8976-D429-9B77-D1EB7E767D04}"/>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889382" y="72777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(أ): (أ1) العمليات الهندسية الشائعة</a:t>
            </a: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72000" y="1072901"/>
            <a:ext cx="4513705" cy="12759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dirty="0">
                <a:effectLst/>
              </a:rPr>
              <a:t>تُستخدم العمليات الشائعة في مجال الهندسة لتحويل الأفكار والمواد إلى منتجات أو خدمات. وهذه العمليات ضرورية لتنفيذ المشاريع الهندسية بأمان وفعالية كفريق. سوف تستكشف هذه الصفحة المعايير ذات الصلة بمجال الدراسة المتخصص، بالإضافة إلى العمليات الشائعة المستخدمة لتصنيع منتجات هندسية وتقديم الخدمات الهندسية.</a:t>
            </a:r>
          </a:p>
          <a:p>
            <a:pPr marL="0" indent="0" rtl="1">
              <a:buNone/>
            </a:pPr>
            <a:endParaRPr lang="en-GB" altLang="en-US" sz="1600" dirty="0">
              <a:solidFill>
                <a:srgbClr val="FF0000"/>
              </a:solidFill>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B76A9175-287D-4CB6-A748-E85364871375}"/>
              </a:ext>
            </a:extLst>
          </p:cNvPr>
          <p:cNvGraphicFramePr>
            <a:graphicFrameLocks noGrp="1"/>
          </p:cNvGraphicFramePr>
          <p:nvPr>
            <p:extLst>
              <p:ext uri="{D42A27DB-BD31-4B8C-83A1-F6EECF244321}">
                <p14:modId xmlns:p14="http://schemas.microsoft.com/office/powerpoint/2010/main" val="3456506588"/>
              </p:ext>
            </p:extLst>
          </p:nvPr>
        </p:nvGraphicFramePr>
        <p:xfrm>
          <a:off x="5004182" y="2492896"/>
          <a:ext cx="4003099" cy="3651194"/>
        </p:xfrm>
        <a:graphic>
          <a:graphicData uri="http://schemas.openxmlformats.org/drawingml/2006/table">
            <a:tbl>
              <a:tblPr rtl="1"/>
              <a:tblGrid>
                <a:gridCol w="1236741">
                  <a:extLst>
                    <a:ext uri="{9D8B030D-6E8A-4147-A177-3AD203B41FA5}">
                      <a16:colId xmlns:a16="http://schemas.microsoft.com/office/drawing/2014/main" val="2876905372"/>
                    </a:ext>
                  </a:extLst>
                </a:gridCol>
                <a:gridCol w="2766358">
                  <a:extLst>
                    <a:ext uri="{9D8B030D-6E8A-4147-A177-3AD203B41FA5}">
                      <a16:colId xmlns:a16="http://schemas.microsoft.com/office/drawing/2014/main" val="100108653"/>
                    </a:ext>
                  </a:extLst>
                </a:gridCol>
              </a:tblGrid>
              <a:tr h="258309">
                <a:tc>
                  <a:txBody>
                    <a:bodyPr/>
                    <a:lstStyle/>
                    <a:p>
                      <a:pPr rtl="1"/>
                      <a:r>
                        <a:rPr lang="ar" sz="1500" b="1" dirty="0">
                          <a:effectLst/>
                          <a:latin typeface="Sakkal Majalla" panose="02000000000000000000" pitchFamily="2" charset="-78"/>
                          <a:cs typeface="Sakkal Majalla" panose="02000000000000000000" pitchFamily="2" charset="-78"/>
                        </a:rPr>
                        <a:t>المعيار</a:t>
                      </a:r>
                      <a:endParaRPr lang="en-GB" sz="1500" b="1" dirty="0">
                        <a:latin typeface="Sakkal Majalla" panose="02000000000000000000" pitchFamily="2" charset="-78"/>
                        <a:cs typeface="Sakkal Majalla" panose="02000000000000000000" pitchFamily="2" charset="-78"/>
                      </a:endParaRPr>
                    </a:p>
                  </a:txBody>
                  <a:tcPr marL="64577" marR="64577" marT="32289" marB="32289" anchor="ctr">
                    <a:lnL>
                      <a:noFill/>
                    </a:lnL>
                    <a:lnR>
                      <a:noFill/>
                    </a:lnR>
                    <a:lnT>
                      <a:noFill/>
                    </a:lnT>
                    <a:lnB>
                      <a:noFill/>
                    </a:lnB>
                    <a:solidFill>
                      <a:schemeClr val="bg2">
                        <a:lumMod val="20000"/>
                        <a:lumOff val="80000"/>
                      </a:schemeClr>
                    </a:solidFill>
                  </a:tcPr>
                </a:tc>
                <a:tc>
                  <a:txBody>
                    <a:bodyPr/>
                    <a:lstStyle/>
                    <a:p>
                      <a:pPr rtl="1"/>
                      <a:r>
                        <a:rPr lang="ar" sz="1500" b="1" dirty="0">
                          <a:effectLst/>
                          <a:latin typeface="Sakkal Majalla" panose="02000000000000000000" pitchFamily="2" charset="-78"/>
                          <a:cs typeface="Sakkal Majalla" panose="02000000000000000000" pitchFamily="2" charset="-78"/>
                        </a:rPr>
                        <a:t>الوصف</a:t>
                      </a:r>
                      <a:endParaRPr lang="en-GB" sz="1500" b="1" dirty="0">
                        <a:latin typeface="Sakkal Majalla" panose="02000000000000000000" pitchFamily="2" charset="-78"/>
                        <a:cs typeface="Sakkal Majalla" panose="02000000000000000000" pitchFamily="2" charset="-78"/>
                      </a:endParaRPr>
                    </a:p>
                  </a:txBody>
                  <a:tcPr marL="64577" marR="64577" marT="32289" marB="32289"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3653082104"/>
                  </a:ext>
                </a:extLst>
              </a:tr>
              <a:tr h="839504">
                <a:tc>
                  <a:txBody>
                    <a:bodyPr/>
                    <a:lstStyle/>
                    <a:p>
                      <a:pPr algn="r" rtl="0"/>
                      <a:r>
                        <a:rPr lang="en-US" sz="1500" noProof="0" dirty="0">
                          <a:effectLst/>
                          <a:latin typeface="Sakkal Majalla" panose="02000000000000000000" pitchFamily="2" charset="-78"/>
                          <a:cs typeface="Sakkal Majalla" panose="02000000000000000000" pitchFamily="2" charset="-78"/>
                        </a:rPr>
                        <a:t>ISO 9001:2015</a:t>
                      </a:r>
                      <a:endParaRPr lang="en-US" sz="1500" noProof="0" dirty="0">
                        <a:latin typeface="Sakkal Majalla" panose="02000000000000000000" pitchFamily="2" charset="-78"/>
                        <a:cs typeface="Sakkal Majalla" panose="02000000000000000000" pitchFamily="2" charset="-78"/>
                      </a:endParaRPr>
                    </a:p>
                  </a:txBody>
                  <a:tcPr marL="64577" marR="64577" marT="32289" marB="32289" anchor="ctr">
                    <a:lnL>
                      <a:noFill/>
                    </a:lnL>
                    <a:lnR>
                      <a:noFill/>
                    </a:lnR>
                    <a:lnT>
                      <a:noFill/>
                    </a:lnT>
                    <a:lnB>
                      <a:noFill/>
                    </a:lnB>
                    <a:solidFill>
                      <a:schemeClr val="bg2">
                        <a:lumMod val="20000"/>
                        <a:lumOff val="80000"/>
                      </a:schemeClr>
                    </a:solidFill>
                  </a:tcPr>
                </a:tc>
                <a:tc>
                  <a:txBody>
                    <a:bodyPr/>
                    <a:lstStyle/>
                    <a:p>
                      <a:pPr rtl="1"/>
                      <a:r>
                        <a:rPr lang="ar" sz="1500" dirty="0">
                          <a:effectLst/>
                          <a:latin typeface="Sakkal Majalla" panose="02000000000000000000" pitchFamily="2" charset="-78"/>
                          <a:cs typeface="Sakkal Majalla" panose="02000000000000000000" pitchFamily="2" charset="-78"/>
                        </a:rPr>
                        <a:t>معيار نظام إدارة الجودة الذي يوفر إرشادات حول ضمان الجودة المتسقة ورضا العملاء.</a:t>
                      </a:r>
                      <a:endParaRPr lang="en-GB" sz="1500" dirty="0">
                        <a:latin typeface="Sakkal Majalla" panose="02000000000000000000" pitchFamily="2" charset="-78"/>
                        <a:cs typeface="Sakkal Majalla" panose="02000000000000000000" pitchFamily="2" charset="-78"/>
                      </a:endParaRPr>
                    </a:p>
                  </a:txBody>
                  <a:tcPr marL="64577" marR="64577" marT="32289" marB="32289"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1759005029"/>
                  </a:ext>
                </a:extLst>
              </a:tr>
              <a:tr h="839504">
                <a:tc>
                  <a:txBody>
                    <a:bodyPr/>
                    <a:lstStyle/>
                    <a:p>
                      <a:pPr algn="r" rtl="0"/>
                      <a:r>
                        <a:rPr lang="ar" sz="1500" dirty="0">
                          <a:effectLst/>
                          <a:latin typeface="Sakkal Majalla" panose="02000000000000000000" pitchFamily="2" charset="-78"/>
                          <a:cs typeface="Sakkal Majalla" panose="02000000000000000000" pitchFamily="2" charset="-78"/>
                        </a:rPr>
                        <a:t>ISO 14001:2015</a:t>
                      </a:r>
                      <a:endParaRPr lang="en-GB" sz="1500" dirty="0">
                        <a:latin typeface="Sakkal Majalla" panose="02000000000000000000" pitchFamily="2" charset="-78"/>
                        <a:cs typeface="Sakkal Majalla" panose="02000000000000000000" pitchFamily="2" charset="-78"/>
                      </a:endParaRPr>
                    </a:p>
                  </a:txBody>
                  <a:tcPr marL="64577" marR="64577" marT="32289" marB="32289" anchor="ctr">
                    <a:lnL>
                      <a:noFill/>
                    </a:lnL>
                    <a:lnR>
                      <a:noFill/>
                    </a:lnR>
                    <a:lnT>
                      <a:noFill/>
                    </a:lnT>
                    <a:lnB>
                      <a:noFill/>
                    </a:lnB>
                    <a:solidFill>
                      <a:schemeClr val="bg2">
                        <a:lumMod val="20000"/>
                        <a:lumOff val="80000"/>
                      </a:schemeClr>
                    </a:solidFill>
                  </a:tcPr>
                </a:tc>
                <a:tc>
                  <a:txBody>
                    <a:bodyPr/>
                    <a:lstStyle/>
                    <a:p>
                      <a:pPr rtl="1"/>
                      <a:r>
                        <a:rPr lang="ar" sz="1500">
                          <a:effectLst/>
                          <a:latin typeface="Sakkal Majalla" panose="02000000000000000000" pitchFamily="2" charset="-78"/>
                          <a:cs typeface="Sakkal Majalla" panose="02000000000000000000" pitchFamily="2" charset="-78"/>
                        </a:rPr>
                        <a:t>معيار نظام الإدارة البيئية الذي يساعد المؤسسات على تقليل تأثيرها على البيئة.</a:t>
                      </a:r>
                      <a:endParaRPr lang="en-GB" sz="1500" dirty="0">
                        <a:latin typeface="Sakkal Majalla" panose="02000000000000000000" pitchFamily="2" charset="-78"/>
                        <a:cs typeface="Sakkal Majalla" panose="02000000000000000000" pitchFamily="2" charset="-78"/>
                      </a:endParaRPr>
                    </a:p>
                  </a:txBody>
                  <a:tcPr marL="64577" marR="64577" marT="32289" marB="32289"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2622797731"/>
                  </a:ext>
                </a:extLst>
              </a:tr>
              <a:tr h="839504">
                <a:tc>
                  <a:txBody>
                    <a:bodyPr/>
                    <a:lstStyle/>
                    <a:p>
                      <a:pPr algn="r" rtl="0"/>
                      <a:r>
                        <a:rPr lang="ar" sz="1500" dirty="0">
                          <a:effectLst/>
                          <a:latin typeface="Sakkal Majalla" panose="02000000000000000000" pitchFamily="2" charset="-78"/>
                          <a:cs typeface="Sakkal Majalla" panose="02000000000000000000" pitchFamily="2" charset="-78"/>
                        </a:rPr>
                        <a:t>ISO 45001:2018</a:t>
                      </a:r>
                      <a:endParaRPr lang="en-GB" sz="1500" dirty="0">
                        <a:latin typeface="Sakkal Majalla" panose="02000000000000000000" pitchFamily="2" charset="-78"/>
                        <a:cs typeface="Sakkal Majalla" panose="02000000000000000000" pitchFamily="2" charset="-78"/>
                      </a:endParaRPr>
                    </a:p>
                  </a:txBody>
                  <a:tcPr marL="64577" marR="64577" marT="32289" marB="32289" anchor="ctr">
                    <a:lnL>
                      <a:noFill/>
                    </a:lnL>
                    <a:lnR>
                      <a:noFill/>
                    </a:lnR>
                    <a:lnT>
                      <a:noFill/>
                    </a:lnT>
                    <a:lnB>
                      <a:noFill/>
                    </a:lnB>
                    <a:solidFill>
                      <a:schemeClr val="bg2">
                        <a:lumMod val="20000"/>
                        <a:lumOff val="80000"/>
                      </a:schemeClr>
                    </a:solidFill>
                  </a:tcPr>
                </a:tc>
                <a:tc>
                  <a:txBody>
                    <a:bodyPr/>
                    <a:lstStyle/>
                    <a:p>
                      <a:pPr rtl="1"/>
                      <a:r>
                        <a:rPr lang="ar" sz="1500" dirty="0">
                          <a:effectLst/>
                          <a:latin typeface="Sakkal Majalla" panose="02000000000000000000" pitchFamily="2" charset="-78"/>
                          <a:cs typeface="Sakkal Majalla" panose="02000000000000000000" pitchFamily="2" charset="-78"/>
                        </a:rPr>
                        <a:t>معيار نظام إدارة الصحة والسلامة المهنية الذي يعزز بيئة عمل آمنة وصحية.</a:t>
                      </a:r>
                      <a:endParaRPr lang="en-GB" sz="1500" dirty="0">
                        <a:latin typeface="Sakkal Majalla" panose="02000000000000000000" pitchFamily="2" charset="-78"/>
                        <a:cs typeface="Sakkal Majalla" panose="02000000000000000000" pitchFamily="2" charset="-78"/>
                      </a:endParaRPr>
                    </a:p>
                  </a:txBody>
                  <a:tcPr marL="64577" marR="64577" marT="32289" marB="32289"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3766839360"/>
                  </a:ext>
                </a:extLst>
              </a:tr>
              <a:tr h="839504">
                <a:tc>
                  <a:txBody>
                    <a:bodyPr/>
                    <a:lstStyle/>
                    <a:p>
                      <a:pPr algn="r" rtl="0"/>
                      <a:r>
                        <a:rPr lang="ar" sz="1500" dirty="0">
                          <a:effectLst/>
                          <a:latin typeface="Sakkal Majalla" panose="02000000000000000000" pitchFamily="2" charset="-78"/>
                          <a:cs typeface="Sakkal Majalla" panose="02000000000000000000" pitchFamily="2" charset="-78"/>
                        </a:rPr>
                        <a:t>BS EN 1090</a:t>
                      </a:r>
                      <a:endParaRPr lang="en-GB" sz="1500" dirty="0">
                        <a:latin typeface="Sakkal Majalla" panose="02000000000000000000" pitchFamily="2" charset="-78"/>
                        <a:cs typeface="Sakkal Majalla" panose="02000000000000000000" pitchFamily="2" charset="-78"/>
                      </a:endParaRPr>
                    </a:p>
                  </a:txBody>
                  <a:tcPr marL="64577" marR="64577" marT="32289" marB="32289" anchor="ctr">
                    <a:lnL>
                      <a:noFill/>
                    </a:lnL>
                    <a:lnR>
                      <a:noFill/>
                    </a:lnR>
                    <a:lnT>
                      <a:noFill/>
                    </a:lnT>
                    <a:lnB>
                      <a:noFill/>
                    </a:lnB>
                    <a:solidFill>
                      <a:schemeClr val="bg2">
                        <a:lumMod val="20000"/>
                        <a:lumOff val="80000"/>
                      </a:schemeClr>
                    </a:solidFill>
                  </a:tcPr>
                </a:tc>
                <a:tc>
                  <a:txBody>
                    <a:bodyPr/>
                    <a:lstStyle/>
                    <a:p>
                      <a:pPr rtl="1"/>
                      <a:r>
                        <a:rPr lang="ar" sz="1500" dirty="0">
                          <a:effectLst/>
                          <a:latin typeface="Sakkal Majalla" panose="02000000000000000000" pitchFamily="2" charset="-78"/>
                          <a:cs typeface="Sakkal Majalla" panose="02000000000000000000" pitchFamily="2" charset="-78"/>
                        </a:rPr>
                        <a:t>معيار تنفيذ الهياكل الفولاذية بما يضمن الامتثال لمتطلبات السلامة والجودة.</a:t>
                      </a:r>
                      <a:endParaRPr lang="en-GB" sz="1500" dirty="0">
                        <a:latin typeface="Sakkal Majalla" panose="02000000000000000000" pitchFamily="2" charset="-78"/>
                        <a:cs typeface="Sakkal Majalla" panose="02000000000000000000" pitchFamily="2" charset="-78"/>
                      </a:endParaRPr>
                    </a:p>
                  </a:txBody>
                  <a:tcPr marL="64577" marR="64577" marT="32289" marB="32289" anchor="ctr">
                    <a:lnL>
                      <a:noFill/>
                    </a:lnL>
                    <a:lnR>
                      <a:noFill/>
                    </a:lnR>
                    <a:lnT>
                      <a:noFill/>
                    </a:lnT>
                    <a:lnB>
                      <a:noFill/>
                    </a:lnB>
                    <a:solidFill>
                      <a:schemeClr val="bg2">
                        <a:lumMod val="20000"/>
                        <a:lumOff val="80000"/>
                      </a:schemeClr>
                    </a:solidFill>
                  </a:tcPr>
                </a:tc>
                <a:extLst>
                  <a:ext uri="{0D108BD9-81ED-4DB2-BD59-A6C34878D82A}">
                    <a16:rowId xmlns:a16="http://schemas.microsoft.com/office/drawing/2014/main" val="4127168486"/>
                  </a:ext>
                </a:extLst>
              </a:tr>
            </a:tbl>
          </a:graphicData>
        </a:graphic>
      </p:graphicFrame>
      <p:graphicFrame>
        <p:nvGraphicFramePr>
          <p:cNvPr id="12" name="Table 12">
            <a:extLst>
              <a:ext uri="{FF2B5EF4-FFF2-40B4-BE49-F238E27FC236}">
                <a16:creationId xmlns:a16="http://schemas.microsoft.com/office/drawing/2014/main" id="{0816FEFD-2C3A-48F6-9447-D104A2402689}"/>
              </a:ext>
            </a:extLst>
          </p:cNvPr>
          <p:cNvGraphicFramePr>
            <a:graphicFrameLocks noGrp="1"/>
          </p:cNvGraphicFramePr>
          <p:nvPr>
            <p:extLst>
              <p:ext uri="{D42A27DB-BD31-4B8C-83A1-F6EECF244321}">
                <p14:modId xmlns:p14="http://schemas.microsoft.com/office/powerpoint/2010/main" val="3170889174"/>
              </p:ext>
            </p:extLst>
          </p:nvPr>
        </p:nvGraphicFramePr>
        <p:xfrm>
          <a:off x="74320" y="1412776"/>
          <a:ext cx="4031125" cy="4782120"/>
        </p:xfrm>
        <a:graphic>
          <a:graphicData uri="http://schemas.openxmlformats.org/drawingml/2006/table">
            <a:tbl>
              <a:tblPr rtl="1" firstRow="1" bandRow="1">
                <a:tableStyleId>{5C22544A-7EE6-4342-B048-85BDC9FD1C3A}</a:tableStyleId>
              </a:tblPr>
              <a:tblGrid>
                <a:gridCol w="1222261">
                  <a:extLst>
                    <a:ext uri="{9D8B030D-6E8A-4147-A177-3AD203B41FA5}">
                      <a16:colId xmlns:a16="http://schemas.microsoft.com/office/drawing/2014/main" val="247956679"/>
                    </a:ext>
                  </a:extLst>
                </a:gridCol>
                <a:gridCol w="2808864">
                  <a:extLst>
                    <a:ext uri="{9D8B030D-6E8A-4147-A177-3AD203B41FA5}">
                      <a16:colId xmlns:a16="http://schemas.microsoft.com/office/drawing/2014/main" val="101501371"/>
                    </a:ext>
                  </a:extLst>
                </a:gridCol>
              </a:tblGrid>
              <a:tr h="407032">
                <a:tc>
                  <a:txBody>
                    <a:bodyPr/>
                    <a:lstStyle/>
                    <a:p>
                      <a:pPr rtl="1"/>
                      <a:r>
                        <a:rPr lang="ar" sz="1200" dirty="0">
                          <a:latin typeface="Sakkal Majalla" panose="02000000000000000000" pitchFamily="2" charset="-78"/>
                          <a:cs typeface="Sakkal Majalla" panose="02000000000000000000" pitchFamily="2" charset="-78"/>
                        </a:rPr>
                        <a:t>العملية (الإجراءات)</a:t>
                      </a:r>
                    </a:p>
                  </a:txBody>
                  <a:tcPr/>
                </a:tc>
                <a:tc>
                  <a:txBody>
                    <a:bodyPr/>
                    <a:lstStyle/>
                    <a:p>
                      <a:pPr rtl="1"/>
                      <a:r>
                        <a:rPr lang="ar" sz="120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1997914576"/>
                  </a:ext>
                </a:extLst>
              </a:tr>
              <a:tr h="407032">
                <a:tc>
                  <a:txBody>
                    <a:bodyPr/>
                    <a:lstStyle/>
                    <a:p>
                      <a:pPr rtl="1"/>
                      <a:r>
                        <a:rPr lang="ar" sz="1200" dirty="0">
                          <a:latin typeface="Sakkal Majalla" panose="02000000000000000000" pitchFamily="2" charset="-78"/>
                          <a:cs typeface="Sakkal Majalla" panose="02000000000000000000" pitchFamily="2" charset="-78"/>
                        </a:rPr>
                        <a:t>التصميم</a:t>
                      </a:r>
                    </a:p>
                  </a:txBody>
                  <a:tcPr/>
                </a:tc>
                <a:tc>
                  <a:txBody>
                    <a:bodyPr/>
                    <a:lstStyle/>
                    <a:p>
                      <a:pPr rtl="1"/>
                      <a:r>
                        <a:rPr lang="ar" sz="1200" dirty="0">
                          <a:latin typeface="Sakkal Majalla" panose="02000000000000000000" pitchFamily="2" charset="-78"/>
                          <a:cs typeface="Sakkal Majalla" panose="02000000000000000000" pitchFamily="2" charset="-78"/>
                        </a:rPr>
                        <a:t>عملية إنشاء الخطط أو الرسومات أو النماذج لتوجيه بناء أو تصنيع المنتج.</a:t>
                      </a:r>
                    </a:p>
                  </a:txBody>
                  <a:tcPr/>
                </a:tc>
                <a:extLst>
                  <a:ext uri="{0D108BD9-81ED-4DB2-BD59-A6C34878D82A}">
                    <a16:rowId xmlns:a16="http://schemas.microsoft.com/office/drawing/2014/main" val="2059920938"/>
                  </a:ext>
                </a:extLst>
              </a:tr>
              <a:tr h="458192">
                <a:tc>
                  <a:txBody>
                    <a:bodyPr/>
                    <a:lstStyle/>
                    <a:p>
                      <a:pPr rtl="1"/>
                      <a:r>
                        <a:rPr lang="ar" sz="1200" dirty="0">
                          <a:latin typeface="Sakkal Majalla" panose="02000000000000000000" pitchFamily="2" charset="-78"/>
                          <a:cs typeface="Sakkal Majalla" panose="02000000000000000000" pitchFamily="2" charset="-78"/>
                        </a:rPr>
                        <a:t>النماذج الأولية</a:t>
                      </a:r>
                    </a:p>
                  </a:txBody>
                  <a:tcPr/>
                </a:tc>
                <a:tc>
                  <a:txBody>
                    <a:bodyPr/>
                    <a:lstStyle/>
                    <a:p>
                      <a:pPr rtl="1"/>
                      <a:r>
                        <a:rPr lang="ar" sz="1200">
                          <a:latin typeface="Sakkal Majalla" panose="02000000000000000000" pitchFamily="2" charset="-78"/>
                          <a:cs typeface="Sakkal Majalla" panose="02000000000000000000" pitchFamily="2" charset="-78"/>
                        </a:rPr>
                        <a:t>إنشاء نموذج أولي أو عينة لاختبار وتقييم التصميم قبل الإنتاج بالحجم الكامل.</a:t>
                      </a:r>
                    </a:p>
                  </a:txBody>
                  <a:tcPr/>
                </a:tc>
                <a:extLst>
                  <a:ext uri="{0D108BD9-81ED-4DB2-BD59-A6C34878D82A}">
                    <a16:rowId xmlns:a16="http://schemas.microsoft.com/office/drawing/2014/main" val="2706125851"/>
                  </a:ext>
                </a:extLst>
              </a:tr>
              <a:tr h="547732">
                <a:tc>
                  <a:txBody>
                    <a:bodyPr/>
                    <a:lstStyle/>
                    <a:p>
                      <a:pPr rtl="1"/>
                      <a:r>
                        <a:rPr lang="ar" sz="1200" dirty="0">
                          <a:latin typeface="Sakkal Majalla" panose="02000000000000000000" pitchFamily="2" charset="-78"/>
                          <a:cs typeface="Sakkal Majalla" panose="02000000000000000000" pitchFamily="2" charset="-78"/>
                        </a:rPr>
                        <a:t>التصنيع</a:t>
                      </a:r>
                    </a:p>
                  </a:txBody>
                  <a:tcPr/>
                </a:tc>
                <a:tc>
                  <a:txBody>
                    <a:bodyPr/>
                    <a:lstStyle/>
                    <a:p>
                      <a:pPr rtl="1"/>
                      <a:r>
                        <a:rPr lang="ar" sz="1200" dirty="0">
                          <a:latin typeface="Sakkal Majalla" panose="02000000000000000000" pitchFamily="2" charset="-78"/>
                          <a:cs typeface="Sakkal Majalla" panose="02000000000000000000" pitchFamily="2" charset="-78"/>
                        </a:rPr>
                        <a:t>عملية تحويل المواد الخام إلى منتجات جاهزة من خلال تقنيات الإنتاج المختلفة.</a:t>
                      </a:r>
                    </a:p>
                  </a:txBody>
                  <a:tcPr/>
                </a:tc>
                <a:extLst>
                  <a:ext uri="{0D108BD9-81ED-4DB2-BD59-A6C34878D82A}">
                    <a16:rowId xmlns:a16="http://schemas.microsoft.com/office/drawing/2014/main" val="3722647904"/>
                  </a:ext>
                </a:extLst>
              </a:tr>
              <a:tr h="407032">
                <a:tc>
                  <a:txBody>
                    <a:bodyPr/>
                    <a:lstStyle/>
                    <a:p>
                      <a:pPr rtl="1"/>
                      <a:r>
                        <a:rPr lang="ar" sz="1200" dirty="0">
                          <a:latin typeface="Sakkal Majalla" panose="02000000000000000000" pitchFamily="2" charset="-78"/>
                          <a:cs typeface="Sakkal Majalla" panose="02000000000000000000" pitchFamily="2" charset="-78"/>
                        </a:rPr>
                        <a:t>التجميع</a:t>
                      </a:r>
                    </a:p>
                  </a:txBody>
                  <a:tcPr/>
                </a:tc>
                <a:tc>
                  <a:txBody>
                    <a:bodyPr/>
                    <a:lstStyle/>
                    <a:p>
                      <a:pPr rtl="1"/>
                      <a:r>
                        <a:rPr lang="ar" sz="1200">
                          <a:latin typeface="Sakkal Majalla" panose="02000000000000000000" pitchFamily="2" charset="-78"/>
                          <a:cs typeface="Sakkal Majalla" panose="02000000000000000000" pitchFamily="2" charset="-78"/>
                        </a:rPr>
                        <a:t>عملية تجميع المكونات الفردية لإنشاء منتج أو نظام جاهز للاستخدام.</a:t>
                      </a:r>
                    </a:p>
                  </a:txBody>
                  <a:tcPr/>
                </a:tc>
                <a:extLst>
                  <a:ext uri="{0D108BD9-81ED-4DB2-BD59-A6C34878D82A}">
                    <a16:rowId xmlns:a16="http://schemas.microsoft.com/office/drawing/2014/main" val="1952420371"/>
                  </a:ext>
                </a:extLst>
              </a:tr>
              <a:tr h="662288">
                <a:tc>
                  <a:txBody>
                    <a:bodyPr/>
                    <a:lstStyle/>
                    <a:p>
                      <a:pPr rtl="1"/>
                      <a:r>
                        <a:rPr lang="ar" sz="1200" dirty="0">
                          <a:latin typeface="Sakkal Majalla" panose="02000000000000000000" pitchFamily="2" charset="-78"/>
                          <a:cs typeface="Sakkal Majalla" panose="02000000000000000000" pitchFamily="2" charset="-78"/>
                        </a:rPr>
                        <a:t>الاختبار ومراقبة الجودة</a:t>
                      </a:r>
                    </a:p>
                  </a:txBody>
                  <a:tcPr/>
                </a:tc>
                <a:tc>
                  <a:txBody>
                    <a:bodyPr/>
                    <a:lstStyle/>
                    <a:p>
                      <a:pPr rtl="1"/>
                      <a:r>
                        <a:rPr lang="ar" sz="1200">
                          <a:latin typeface="Sakkal Majalla" panose="02000000000000000000" pitchFamily="2" charset="-78"/>
                          <a:cs typeface="Sakkal Majalla" panose="02000000000000000000" pitchFamily="2" charset="-78"/>
                        </a:rPr>
                        <a:t>عملية تقييم أداء وموثوقية وسلامة المنتجات للتأكد من أنها تلبي المعايير والمواصفات.</a:t>
                      </a:r>
                    </a:p>
                  </a:txBody>
                  <a:tcPr/>
                </a:tc>
                <a:extLst>
                  <a:ext uri="{0D108BD9-81ED-4DB2-BD59-A6C34878D82A}">
                    <a16:rowId xmlns:a16="http://schemas.microsoft.com/office/drawing/2014/main" val="1656859592"/>
                  </a:ext>
                </a:extLst>
              </a:tr>
              <a:tr h="687204">
                <a:tc>
                  <a:txBody>
                    <a:bodyPr/>
                    <a:lstStyle/>
                    <a:p>
                      <a:pPr rtl="1"/>
                      <a:r>
                        <a:rPr lang="ar" sz="1200" dirty="0">
                          <a:latin typeface="Sakkal Majalla" panose="02000000000000000000" pitchFamily="2" charset="-78"/>
                          <a:cs typeface="Sakkal Majalla" panose="02000000000000000000" pitchFamily="2" charset="-78"/>
                        </a:rPr>
                        <a:t>الصيانة والإصلاح</a:t>
                      </a:r>
                    </a:p>
                  </a:txBody>
                  <a:tcPr/>
                </a:tc>
                <a:tc>
                  <a:txBody>
                    <a:bodyPr/>
                    <a:lstStyle/>
                    <a:p>
                      <a:pPr rtl="1"/>
                      <a:r>
                        <a:rPr lang="ar" sz="1200">
                          <a:latin typeface="Sakkal Majalla" panose="02000000000000000000" pitchFamily="2" charset="-78"/>
                          <a:cs typeface="Sakkal Majalla" panose="02000000000000000000" pitchFamily="2" charset="-78"/>
                        </a:rPr>
                        <a:t>عملية فحص وصيانة وإصلاح المعدات أو الأنظمة لإبقائها في حالة عمل مثالية.</a:t>
                      </a:r>
                    </a:p>
                  </a:txBody>
                  <a:tcPr/>
                </a:tc>
                <a:extLst>
                  <a:ext uri="{0D108BD9-81ED-4DB2-BD59-A6C34878D82A}">
                    <a16:rowId xmlns:a16="http://schemas.microsoft.com/office/drawing/2014/main" val="1516002061"/>
                  </a:ext>
                </a:extLst>
              </a:tr>
              <a:tr h="648072">
                <a:tc>
                  <a:txBody>
                    <a:bodyPr/>
                    <a:lstStyle/>
                    <a:p>
                      <a:pPr rtl="1"/>
                      <a:r>
                        <a:rPr lang="ar" sz="1200" dirty="0">
                          <a:latin typeface="Sakkal Majalla" panose="02000000000000000000" pitchFamily="2" charset="-78"/>
                          <a:cs typeface="Sakkal Majalla" panose="02000000000000000000" pitchFamily="2" charset="-78"/>
                        </a:rPr>
                        <a:t>إدارة المشروع</a:t>
                      </a:r>
                    </a:p>
                  </a:txBody>
                  <a:tcPr/>
                </a:tc>
                <a:tc>
                  <a:txBody>
                    <a:bodyPr/>
                    <a:lstStyle/>
                    <a:p>
                      <a:pPr rtl="1"/>
                      <a:r>
                        <a:rPr lang="ar" sz="1200" dirty="0">
                          <a:latin typeface="Sakkal Majalla" panose="02000000000000000000" pitchFamily="2" charset="-78"/>
                          <a:cs typeface="Sakkal Majalla" panose="02000000000000000000" pitchFamily="2" charset="-78"/>
                        </a:rPr>
                        <a:t>عملية التخطيط والتنظيم والتحكم في الموارد لتحقيق أهداف المشروع المحددة ضمن قيود محددة.</a:t>
                      </a:r>
                    </a:p>
                  </a:txBody>
                  <a:tcPr/>
                </a:tc>
                <a:extLst>
                  <a:ext uri="{0D108BD9-81ED-4DB2-BD59-A6C34878D82A}">
                    <a16:rowId xmlns:a16="http://schemas.microsoft.com/office/drawing/2014/main" val="4137472620"/>
                  </a:ext>
                </a:extLst>
              </a:tr>
              <a:tr h="407032">
                <a:tc>
                  <a:txBody>
                    <a:bodyPr/>
                    <a:lstStyle/>
                    <a:p>
                      <a:pPr rtl="1"/>
                      <a:r>
                        <a:rPr lang="ar" sz="1200">
                          <a:latin typeface="Sakkal Majalla" panose="02000000000000000000" pitchFamily="2" charset="-78"/>
                          <a:cs typeface="Sakkal Majalla" panose="02000000000000000000" pitchFamily="2" charset="-78"/>
                        </a:rPr>
                        <a:t>تقييم المخاطر</a:t>
                      </a:r>
                    </a:p>
                  </a:txBody>
                  <a:tcPr/>
                </a:tc>
                <a:tc>
                  <a:txBody>
                    <a:bodyPr/>
                    <a:lstStyle/>
                    <a:p>
                      <a:pPr rtl="1"/>
                      <a:r>
                        <a:rPr lang="ar" sz="1200" dirty="0">
                          <a:latin typeface="Sakkal Majalla" panose="02000000000000000000" pitchFamily="2" charset="-78"/>
                          <a:cs typeface="Sakkal Majalla" panose="02000000000000000000" pitchFamily="2" charset="-78"/>
                        </a:rPr>
                        <a:t>عملية تحديد وتقييم مصادر الخطر المحتملة أو المخاطر المرتبطة بمشروع أو عملية.</a:t>
                      </a:r>
                    </a:p>
                  </a:txBody>
                  <a:tcPr/>
                </a:tc>
                <a:extLst>
                  <a:ext uri="{0D108BD9-81ED-4DB2-BD59-A6C34878D82A}">
                    <a16:rowId xmlns:a16="http://schemas.microsoft.com/office/drawing/2014/main" val="2698775648"/>
                  </a:ext>
                </a:extLst>
              </a:tr>
            </a:tbl>
          </a:graphicData>
        </a:graphic>
      </p:graphicFrame>
      <p:sp>
        <p:nvSpPr>
          <p:cNvPr id="17" name="TextBox 16">
            <a:extLst>
              <a:ext uri="{FF2B5EF4-FFF2-40B4-BE49-F238E27FC236}">
                <a16:creationId xmlns:a16="http://schemas.microsoft.com/office/drawing/2014/main" id="{6853BDA0-50DA-4BA9-8A8F-86E9DF168E6D}"/>
              </a:ext>
            </a:extLst>
          </p:cNvPr>
          <p:cNvSpPr txBox="1"/>
          <p:nvPr/>
        </p:nvSpPr>
        <p:spPr>
          <a:xfrm>
            <a:off x="4539734" y="6488668"/>
            <a:ext cx="4572000" cy="369332"/>
          </a:xfrm>
          <a:prstGeom prst="rect">
            <a:avLst/>
          </a:prstGeom>
          <a:noFill/>
        </p:spPr>
        <p:txBody>
          <a:bodyPr wrap="square" rtlCol="1">
            <a:spAutoFit/>
          </a:bodyPr>
          <a:lstStyle/>
          <a:p>
            <a:pPr rtl="1"/>
            <a:r>
              <a:rPr lang="ar" dirty="0">
                <a:effectLst/>
                <a:latin typeface="Sakkal Majalla" panose="02000000000000000000" pitchFamily="2" charset="-78"/>
                <a:cs typeface="Sakkal Majalla" panose="02000000000000000000" pitchFamily="2" charset="-78"/>
              </a:rPr>
              <a:t>المعايير في الهندسة</a:t>
            </a:r>
            <a:endParaRPr lang="en-GB" dirty="0">
              <a:latin typeface="Sakkal Majalla" panose="02000000000000000000" pitchFamily="2" charset="-78"/>
              <a:cs typeface="Sakkal Majalla" panose="02000000000000000000" pitchFamily="2" charset="-78"/>
            </a:endParaRPr>
          </a:p>
        </p:txBody>
      </p:sp>
      <p:sp>
        <p:nvSpPr>
          <p:cNvPr id="19" name="TextBox 18">
            <a:extLst>
              <a:ext uri="{FF2B5EF4-FFF2-40B4-BE49-F238E27FC236}">
                <a16:creationId xmlns:a16="http://schemas.microsoft.com/office/drawing/2014/main" id="{D92BC4BF-3A44-4B1D-8B4F-176DC00E01C8}"/>
              </a:ext>
            </a:extLst>
          </p:cNvPr>
          <p:cNvSpPr txBox="1"/>
          <p:nvPr/>
        </p:nvSpPr>
        <p:spPr>
          <a:xfrm>
            <a:off x="-439804" y="6499216"/>
            <a:ext cx="4579620" cy="369332"/>
          </a:xfrm>
          <a:prstGeom prst="rect">
            <a:avLst/>
          </a:prstGeom>
          <a:noFill/>
        </p:spPr>
        <p:txBody>
          <a:bodyPr wrap="square" rtlCol="1">
            <a:spAutoFit/>
          </a:bodyPr>
          <a:lstStyle/>
          <a:p>
            <a:pPr rtl="1"/>
            <a:r>
              <a:rPr lang="ar" dirty="0">
                <a:effectLst/>
                <a:latin typeface="Sakkal Majalla" panose="02000000000000000000" pitchFamily="2" charset="-78"/>
                <a:cs typeface="Sakkal Majalla" panose="02000000000000000000" pitchFamily="2" charset="-78"/>
              </a:rPr>
              <a:t>العمليات الشائعة في الهندسة</a:t>
            </a:r>
            <a:endParaRPr lang="en-GB"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34A6F26-0151-2345-081C-4AE3B4150551}"/>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extLst>
      <p:ext uri="{BB962C8B-B14F-4D97-AF65-F5344CB8AC3E}">
        <p14:creationId xmlns:p14="http://schemas.microsoft.com/office/powerpoint/2010/main" val="4078334870"/>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889382" y="72777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(أ): (أ1) العمليات الهندسية الشائعة</a:t>
            </a: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graphicFrame>
        <p:nvGraphicFramePr>
          <p:cNvPr id="5" name="Table 5">
            <a:extLst>
              <a:ext uri="{FF2B5EF4-FFF2-40B4-BE49-F238E27FC236}">
                <a16:creationId xmlns:a16="http://schemas.microsoft.com/office/drawing/2014/main" id="{A285C885-27F9-402F-95F3-37BF356FA369}"/>
              </a:ext>
            </a:extLst>
          </p:cNvPr>
          <p:cNvGraphicFramePr>
            <a:graphicFrameLocks noGrp="1"/>
          </p:cNvGraphicFramePr>
          <p:nvPr>
            <p:ph sz="half" idx="2"/>
            <p:extLst>
              <p:ext uri="{D42A27DB-BD31-4B8C-83A1-F6EECF244321}">
                <p14:modId xmlns:p14="http://schemas.microsoft.com/office/powerpoint/2010/main" val="4202108041"/>
              </p:ext>
            </p:extLst>
          </p:nvPr>
        </p:nvGraphicFramePr>
        <p:xfrm>
          <a:off x="3635896" y="1740594"/>
          <a:ext cx="5213384" cy="5000773"/>
        </p:xfrm>
        <a:graphic>
          <a:graphicData uri="http://schemas.openxmlformats.org/drawingml/2006/table">
            <a:tbl>
              <a:tblPr rtl="1" firstRow="1" bandRow="1">
                <a:tableStyleId>{5C22544A-7EE6-4342-B048-85BDC9FD1C3A}</a:tableStyleId>
              </a:tblPr>
              <a:tblGrid>
                <a:gridCol w="1396960">
                  <a:extLst>
                    <a:ext uri="{9D8B030D-6E8A-4147-A177-3AD203B41FA5}">
                      <a16:colId xmlns:a16="http://schemas.microsoft.com/office/drawing/2014/main" val="822485781"/>
                    </a:ext>
                  </a:extLst>
                </a:gridCol>
                <a:gridCol w="3816424">
                  <a:extLst>
                    <a:ext uri="{9D8B030D-6E8A-4147-A177-3AD203B41FA5}">
                      <a16:colId xmlns:a16="http://schemas.microsoft.com/office/drawing/2014/main" val="110113677"/>
                    </a:ext>
                  </a:extLst>
                </a:gridCol>
              </a:tblGrid>
              <a:tr h="450805">
                <a:tc>
                  <a:txBody>
                    <a:bodyPr/>
                    <a:lstStyle/>
                    <a:p>
                      <a:pPr rtl="1"/>
                      <a:r>
                        <a:rPr lang="ar" sz="1400" dirty="0">
                          <a:solidFill>
                            <a:schemeClr val="tx1"/>
                          </a:solidFill>
                          <a:latin typeface="Sakkal Majalla" panose="02000000000000000000" pitchFamily="2" charset="-78"/>
                          <a:cs typeface="Sakkal Majalla" panose="02000000000000000000" pitchFamily="2" charset="-78"/>
                        </a:rPr>
                        <a:t>العملية (الإجراءات)</a:t>
                      </a:r>
                    </a:p>
                  </a:txBody>
                  <a:tcPr/>
                </a:tc>
                <a:tc>
                  <a:txBody>
                    <a:bodyPr/>
                    <a:lstStyle/>
                    <a:p>
                      <a:pPr rtl="1"/>
                      <a:r>
                        <a:rPr lang="ar" sz="1400" dirty="0">
                          <a:solidFill>
                            <a:schemeClr val="tx1"/>
                          </a:solidFill>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2799522148"/>
                  </a:ext>
                </a:extLst>
              </a:tr>
              <a:tr h="674332">
                <a:tc>
                  <a:txBody>
                    <a:bodyPr/>
                    <a:lstStyle/>
                    <a:p>
                      <a:pPr rtl="1"/>
                      <a:r>
                        <a:rPr lang="ar" sz="1400" dirty="0">
                          <a:latin typeface="Sakkal Majalla" panose="02000000000000000000" pitchFamily="2" charset="-78"/>
                          <a:cs typeface="Sakkal Majalla" panose="02000000000000000000" pitchFamily="2" charset="-78"/>
                        </a:rPr>
                        <a:t>الاستشارات</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عملية تقديم مشورة الخبراء والتوجيه للعملاء بشأن الأمور المتعلقة بالهندسة.</a:t>
                      </a:r>
                      <a:endParaRPr lang="en-GB" sz="14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723868606"/>
                  </a:ext>
                </a:extLst>
              </a:tr>
              <a:tr h="674332">
                <a:tc>
                  <a:txBody>
                    <a:bodyPr/>
                    <a:lstStyle/>
                    <a:p>
                      <a:pPr rtl="1"/>
                      <a:r>
                        <a:rPr lang="ar" sz="1400" dirty="0">
                          <a:latin typeface="Sakkal Majalla" panose="02000000000000000000" pitchFamily="2" charset="-78"/>
                          <a:cs typeface="Sakkal Majalla" panose="02000000000000000000" pitchFamily="2" charset="-78"/>
                        </a:rPr>
                        <a:t>دراسة الجدوى</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عملية تقييم الجدوى والمخاطر المحتملة للمشروع قبل تخصيص الموارد.</a:t>
                      </a:r>
                      <a:endParaRPr lang="en-GB" sz="14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674094442"/>
                  </a:ext>
                </a:extLst>
              </a:tr>
              <a:tr h="778102">
                <a:tc>
                  <a:txBody>
                    <a:bodyPr/>
                    <a:lstStyle/>
                    <a:p>
                      <a:pPr rtl="1"/>
                      <a:r>
                        <a:rPr lang="ar" sz="1400" dirty="0">
                          <a:latin typeface="Sakkal Majalla" panose="02000000000000000000" pitchFamily="2" charset="-78"/>
                          <a:cs typeface="Sakkal Majalla" panose="02000000000000000000" pitchFamily="2" charset="-78"/>
                        </a:rPr>
                        <a:t>التخطيط والتصميم</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عملية إنشاء الخطط والتصميمات التفصيلية للمشاريع الهندسية، مع مراعاة عوامل مثل السلامة والتكلفة والوظيفية.</a:t>
                      </a:r>
                      <a:endParaRPr lang="en-GB" sz="14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4045646810"/>
                  </a:ext>
                </a:extLst>
              </a:tr>
              <a:tr h="778102">
                <a:tc>
                  <a:txBody>
                    <a:bodyPr/>
                    <a:lstStyle/>
                    <a:p>
                      <a:pPr rtl="1"/>
                      <a:r>
                        <a:rPr lang="ar" sz="1400" dirty="0">
                          <a:latin typeface="Sakkal Majalla" panose="02000000000000000000" pitchFamily="2" charset="-78"/>
                          <a:cs typeface="Sakkal Majalla" panose="02000000000000000000" pitchFamily="2" charset="-78"/>
                        </a:rPr>
                        <a:t>تنفيذ المشروع</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عملية تنفيذ وإدارة المشاريع الهندسية، وضمان إنجازها في الوقت المحدد وفي حدود الميزانية.</a:t>
                      </a:r>
                      <a:endParaRPr lang="en-GB" sz="14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748899166"/>
                  </a:ext>
                </a:extLst>
              </a:tr>
              <a:tr h="778102">
                <a:tc>
                  <a:txBody>
                    <a:bodyPr/>
                    <a:lstStyle/>
                    <a:p>
                      <a:pPr rtl="1"/>
                      <a:r>
                        <a:rPr lang="ar" sz="1400" dirty="0">
                          <a:latin typeface="Sakkal Majalla" panose="02000000000000000000" pitchFamily="2" charset="-78"/>
                          <a:cs typeface="Sakkal Majalla" panose="02000000000000000000" pitchFamily="2" charset="-78"/>
                        </a:rPr>
                        <a:t>الصيانة والدعم</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dirty="0">
                          <a:latin typeface="Sakkal Majalla" panose="02000000000000000000" pitchFamily="2" charset="-78"/>
                          <a:cs typeface="Sakkal Majalla" panose="02000000000000000000" pitchFamily="2" charset="-78"/>
                        </a:rPr>
                        <a:t>عملية توفير الصيانة المستمرة واستكشاف الأخطاء وإصلاحها والدعم للأنظمة الهندسية أو البنية التحتية.</a:t>
                      </a:r>
                      <a:endParaRPr lang="en-GB" sz="14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4098077869"/>
                  </a:ext>
                </a:extLst>
              </a:tr>
              <a:tr h="866998">
                <a:tc>
                  <a:txBody>
                    <a:bodyPr/>
                    <a:lstStyle/>
                    <a:p>
                      <a:pPr rtl="1"/>
                      <a:r>
                        <a:rPr lang="ar" sz="1400">
                          <a:latin typeface="Sakkal Majalla" panose="02000000000000000000" pitchFamily="2" charset="-78"/>
                          <a:cs typeface="Sakkal Majalla" panose="02000000000000000000" pitchFamily="2" charset="-78"/>
                        </a:rPr>
                        <a:t>التواصل مع العميل</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dirty="0">
                          <a:latin typeface="Sakkal Majalla" panose="02000000000000000000" pitchFamily="2" charset="-78"/>
                          <a:cs typeface="Sakkal Majalla" panose="02000000000000000000" pitchFamily="2" charset="-78"/>
                        </a:rPr>
                        <a:t>عملية التواصل الفعال مع العملاء لفهم احتياجاتهم، ومعالجة المخاوف، وإبلاغهم بآخر مستجدات تقدم المشروع.</a:t>
                      </a:r>
                      <a:endParaRPr lang="en-GB" sz="14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887148482"/>
                  </a:ext>
                </a:extLst>
              </a:tr>
            </a:tbl>
          </a:graphicData>
        </a:graphic>
      </p:graphicFrame>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0ED37139-A824-41CF-981F-6910EB61E116}"/>
              </a:ext>
            </a:extLst>
          </p:cNvPr>
          <p:cNvSpPr txBox="1"/>
          <p:nvPr/>
        </p:nvSpPr>
        <p:spPr>
          <a:xfrm>
            <a:off x="3332702" y="1234182"/>
            <a:ext cx="5685358" cy="400110"/>
          </a:xfrm>
          <a:prstGeom prst="rect">
            <a:avLst/>
          </a:prstGeom>
          <a:noFill/>
        </p:spPr>
        <p:txBody>
          <a:bodyPr wrap="square" rtlCol="1">
            <a:spAutoFit/>
          </a:bodyPr>
          <a:lstStyle/>
          <a:p>
            <a:pPr rtl="1"/>
            <a:r>
              <a:rPr lang="ar" sz="2000" b="1" dirty="0">
                <a:effectLst/>
                <a:latin typeface="Sakkal Majalla" panose="02000000000000000000" pitchFamily="2" charset="-78"/>
                <a:cs typeface="Sakkal Majalla" panose="02000000000000000000" pitchFamily="2" charset="-78"/>
              </a:rPr>
              <a:t>العمليات الشائعة في الخدمات الهندسية</a:t>
            </a:r>
            <a:endParaRPr lang="en-GB" sz="20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768CED4-FB61-268E-0D9E-0C3E64257BB1}"/>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6" name="Picture 5" descr="A group of people sitting at a table&#10;&#10;Description automatically generated">
            <a:extLst>
              <a:ext uri="{FF2B5EF4-FFF2-40B4-BE49-F238E27FC236}">
                <a16:creationId xmlns:a16="http://schemas.microsoft.com/office/drawing/2014/main" id="{3FB9709E-4385-FD5F-636F-CF2D17F2461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44796" y="1264985"/>
            <a:ext cx="3308698" cy="2164015"/>
          </a:xfrm>
          <a:prstGeom prst="rect">
            <a:avLst/>
          </a:prstGeom>
        </p:spPr>
      </p:pic>
      <p:pic>
        <p:nvPicPr>
          <p:cNvPr id="7" name="Picture 6">
            <a:extLst>
              <a:ext uri="{FF2B5EF4-FFF2-40B4-BE49-F238E27FC236}">
                <a16:creationId xmlns:a16="http://schemas.microsoft.com/office/drawing/2014/main" id="{0D8CB881-EFE2-A554-EEE6-0BB9144BBA1C}"/>
              </a:ext>
            </a:extLst>
          </p:cNvPr>
          <p:cNvPicPr>
            <a:picLocks noChangeAspect="1"/>
          </p:cNvPicPr>
          <p:nvPr/>
        </p:nvPicPr>
        <p:blipFill>
          <a:blip r:embed="rId5"/>
          <a:stretch>
            <a:fillRect/>
          </a:stretch>
        </p:blipFill>
        <p:spPr>
          <a:xfrm>
            <a:off x="25618" y="3759093"/>
            <a:ext cx="3408406" cy="2565571"/>
          </a:xfrm>
          <a:prstGeom prst="rect">
            <a:avLst/>
          </a:prstGeom>
        </p:spPr>
      </p:pic>
    </p:spTree>
    <p:extLst>
      <p:ext uri="{BB962C8B-B14F-4D97-AF65-F5344CB8AC3E}">
        <p14:creationId xmlns:p14="http://schemas.microsoft.com/office/powerpoint/2010/main" val="1274854741"/>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77304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(أ2): متطلبات الصحة والسلامة.</a:t>
            </a: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0ED37139-A824-41CF-981F-6910EB61E116}"/>
              </a:ext>
            </a:extLst>
          </p:cNvPr>
          <p:cNvSpPr txBox="1"/>
          <p:nvPr/>
        </p:nvSpPr>
        <p:spPr>
          <a:xfrm>
            <a:off x="3203848" y="1061061"/>
            <a:ext cx="5940152" cy="5755422"/>
          </a:xfrm>
          <a:prstGeom prst="rect">
            <a:avLst/>
          </a:prstGeom>
          <a:noFill/>
        </p:spPr>
        <p:txBody>
          <a:bodyPr wrap="square" rtlCol="1">
            <a:spAutoFit/>
          </a:bodyPr>
          <a:lstStyle/>
          <a:p>
            <a:pPr rtl="1"/>
            <a:r>
              <a:rPr lang="ar" sz="1600" b="1" dirty="0">
                <a:latin typeface="Sakkal Majalla" panose="02000000000000000000" pitchFamily="2" charset="-78"/>
                <a:cs typeface="Sakkal Majalla" panose="02000000000000000000" pitchFamily="2" charset="-78"/>
              </a:rPr>
              <a:t>متطلبات الصحة والسلامة والعوامل البشرية</a:t>
            </a:r>
          </a:p>
          <a:p>
            <a:pPr rtl="1"/>
            <a:endParaRPr lang="en-GB" sz="1600" dirty="0">
              <a:latin typeface="Sakkal Majalla" panose="02000000000000000000" pitchFamily="2" charset="-78"/>
              <a:cs typeface="Sakkal Majalla" panose="02000000000000000000" pitchFamily="2" charset="-78"/>
            </a:endParaRPr>
          </a:p>
          <a:p>
            <a:pPr rtl="1"/>
            <a:r>
              <a:rPr lang="ar" sz="1600" dirty="0">
                <a:latin typeface="Sakkal Majalla" panose="02000000000000000000" pitchFamily="2" charset="-78"/>
                <a:cs typeface="Sakkal Majalla" panose="02000000000000000000" pitchFamily="2" charset="-78"/>
              </a:rPr>
              <a:t>تشريعات الصحة والسلامة في العمل: يفرض التشريع الحالي للصحة والسلامة في العمل واجبات على أصحاب العمل والموظفين والمسؤول التنفيذي للصحة والسلامة (HSE) وغيرهم.</a:t>
            </a:r>
          </a:p>
          <a:p>
            <a:pPr rtl="1"/>
            <a:endParaRPr lang="en-GB" sz="1600" dirty="0">
              <a:latin typeface="Sakkal Majalla" panose="02000000000000000000" pitchFamily="2" charset="-78"/>
              <a:cs typeface="Sakkal Majalla" panose="02000000000000000000" pitchFamily="2" charset="-78"/>
            </a:endParaRPr>
          </a:p>
          <a:p>
            <a:pPr rtl="1"/>
            <a:r>
              <a:rPr lang="ar" sz="1600" dirty="0">
                <a:latin typeface="Sakkal Majalla" panose="02000000000000000000" pitchFamily="2" charset="-78"/>
                <a:cs typeface="Sakkal Majalla" panose="02000000000000000000" pitchFamily="2" charset="-78"/>
              </a:rPr>
              <a:t>ويشمل المحظورات العامة لضمان السلامة في مكان العمل والامتثال.</a:t>
            </a:r>
          </a:p>
          <a:p>
            <a:pPr rtl="1"/>
            <a:endParaRPr lang="en-GB" sz="1600" dirty="0">
              <a:latin typeface="Sakkal Majalla" panose="02000000000000000000" pitchFamily="2" charset="-78"/>
              <a:cs typeface="Sakkal Majalla" panose="02000000000000000000" pitchFamily="2" charset="-78"/>
            </a:endParaRPr>
          </a:p>
          <a:p>
            <a:pPr rtl="1"/>
            <a:r>
              <a:rPr lang="ar" sz="1600" dirty="0">
                <a:latin typeface="Sakkal Majalla" panose="02000000000000000000" pitchFamily="2" charset="-78"/>
                <a:cs typeface="Sakkal Majalla" panose="02000000000000000000" pitchFamily="2" charset="-78"/>
              </a:rPr>
              <a:t>لوائح الإبلاغ عن الإصابات والأمراض والحوادث الخطرة (RIDDIOR)</a:t>
            </a:r>
          </a:p>
          <a:p>
            <a:pPr rtl="1"/>
            <a:endParaRPr lang="en-GB" sz="1600" dirty="0">
              <a:latin typeface="Sakkal Majalla" panose="02000000000000000000" pitchFamily="2" charset="-78"/>
              <a:cs typeface="Sakkal Majalla" panose="02000000000000000000" pitchFamily="2" charset="-78"/>
            </a:endParaRPr>
          </a:p>
          <a:p>
            <a:pPr rtl="1"/>
            <a:r>
              <a:rPr lang="ar" sz="1600" dirty="0">
                <a:latin typeface="Sakkal Majalla" panose="02000000000000000000" pitchFamily="2" charset="-78"/>
                <a:cs typeface="Sakkal Majalla" panose="02000000000000000000" pitchFamily="2" charset="-78"/>
              </a:rPr>
              <a:t>لوائح الإبلاغ عن الإصابات والأمراض والحوادث الخطرة هي مطلب قانوني في المملكة المتحدة ينص على الإبلاغ عن بعض حوادث مكان العمل والأمراض المهنية والحوادث الخطيرة.</a:t>
            </a:r>
          </a:p>
          <a:p>
            <a:pPr rtl="1"/>
            <a:endParaRPr lang="en-GB" sz="1600" dirty="0">
              <a:latin typeface="Sakkal Majalla" panose="02000000000000000000" pitchFamily="2" charset="-78"/>
              <a:cs typeface="Sakkal Majalla" panose="02000000000000000000" pitchFamily="2" charset="-78"/>
            </a:endParaRPr>
          </a:p>
          <a:p>
            <a:pPr rtl="1"/>
            <a:r>
              <a:rPr lang="ar" sz="1600" dirty="0">
                <a:latin typeface="Sakkal Majalla" panose="02000000000000000000" pitchFamily="2" charset="-78"/>
                <a:cs typeface="Sakkal Majalla" panose="02000000000000000000" pitchFamily="2" charset="-78"/>
              </a:rPr>
              <a:t>ويتحمل أصحاب العمل وأصحاب الأعمال الحرة والأفراد الذين يتحكمون في أماكن العمل مسؤولية الإبلاغ عن هذه الحوادث.</a:t>
            </a:r>
          </a:p>
          <a:p>
            <a:pPr rtl="1"/>
            <a:endParaRPr lang="en-GB" sz="1600" dirty="0">
              <a:latin typeface="Sakkal Majalla" panose="02000000000000000000" pitchFamily="2" charset="-78"/>
              <a:cs typeface="Sakkal Majalla" panose="02000000000000000000" pitchFamily="2" charset="-78"/>
            </a:endParaRPr>
          </a:p>
          <a:p>
            <a:pPr rtl="1"/>
            <a:r>
              <a:rPr lang="ar" sz="1600" dirty="0">
                <a:latin typeface="Sakkal Majalla" panose="02000000000000000000" pitchFamily="2" charset="-78"/>
                <a:cs typeface="Sakkal Majalla" panose="02000000000000000000" pitchFamily="2" charset="-78"/>
              </a:rPr>
              <a:t>ويتمثل الغرض من تلك اللوائح في ضمان التحقيق في الحوادث والأحداث واتخاذ تدابير لمنع وقوع حوادث مماثلة في المستقبل.</a:t>
            </a:r>
          </a:p>
          <a:p>
            <a:pPr rtl="1"/>
            <a:endParaRPr lang="en-GB" sz="1600" dirty="0">
              <a:latin typeface="Sakkal Majalla" panose="02000000000000000000" pitchFamily="2" charset="-78"/>
              <a:cs typeface="Sakkal Majalla" panose="02000000000000000000" pitchFamily="2" charset="-78"/>
            </a:endParaRPr>
          </a:p>
          <a:p>
            <a:pPr rtl="1"/>
            <a:r>
              <a:rPr lang="ar" sz="1600" dirty="0">
                <a:latin typeface="Sakkal Majalla" panose="02000000000000000000" pitchFamily="2" charset="-78"/>
                <a:cs typeface="Sakkal Majalla" panose="02000000000000000000" pitchFamily="2" charset="-78"/>
              </a:rPr>
              <a:t>من أمثلة الحوادث التي يمكن الإبلاغ عنها:</a:t>
            </a:r>
          </a:p>
          <a:p>
            <a:pPr rtl="1"/>
            <a:endParaRPr lang="en-GB" sz="16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1600" dirty="0">
                <a:latin typeface="Sakkal Majalla" panose="02000000000000000000" pitchFamily="2" charset="-78"/>
                <a:cs typeface="Sakkal Majalla" panose="02000000000000000000" pitchFamily="2" charset="-78"/>
              </a:rPr>
              <a:t>الوفيات أو الإصابات الخطيرة/الأمراض المهنية</a:t>
            </a:r>
          </a:p>
          <a:p>
            <a:pPr marL="285750" indent="-285750" rtl="1">
              <a:buFont typeface="Arial" panose="020B0604020202020204" pitchFamily="34" charset="0"/>
              <a:buChar char="•"/>
            </a:pPr>
            <a:r>
              <a:rPr lang="ar" sz="1600" dirty="0">
                <a:latin typeface="Sakkal Majalla" panose="02000000000000000000" pitchFamily="2" charset="-78"/>
                <a:cs typeface="Sakkal Majalla" panose="02000000000000000000" pitchFamily="2" charset="-78"/>
              </a:rPr>
              <a:t>الحوادث الخطرة، مثل تسرب الغاز أو الحوادث الكهربائية أو انهيار السقالات</a:t>
            </a: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F4779FC-68F3-838A-12A5-19468FCAEE1B}"/>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A blue circle with white icons on it&#10;&#10;Description automatically generated">
            <a:extLst>
              <a:ext uri="{FF2B5EF4-FFF2-40B4-BE49-F238E27FC236}">
                <a16:creationId xmlns:a16="http://schemas.microsoft.com/office/drawing/2014/main" id="{8750520B-65AB-80FE-CE39-D0469F87BB4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1520" y="2420888"/>
            <a:ext cx="2880775" cy="2891119"/>
          </a:xfrm>
          <a:prstGeom prst="rect">
            <a:avLst/>
          </a:prstGeom>
        </p:spPr>
      </p:pic>
    </p:spTree>
    <p:extLst>
      <p:ext uri="{BB962C8B-B14F-4D97-AF65-F5344CB8AC3E}">
        <p14:creationId xmlns:p14="http://schemas.microsoft.com/office/powerpoint/2010/main" val="3136940625"/>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77304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(أ2): متطلبات الصحة والسلامة.</a:t>
            </a: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0ED37139-A824-41CF-981F-6910EB61E116}"/>
              </a:ext>
            </a:extLst>
          </p:cNvPr>
          <p:cNvSpPr txBox="1"/>
          <p:nvPr/>
        </p:nvSpPr>
        <p:spPr>
          <a:xfrm>
            <a:off x="5046470" y="1124744"/>
            <a:ext cx="3888432" cy="2800767"/>
          </a:xfrm>
          <a:prstGeom prst="rect">
            <a:avLst/>
          </a:prstGeom>
          <a:noFill/>
        </p:spPr>
        <p:txBody>
          <a:bodyPr wrap="square" rtlCol="1">
            <a:spAutoFit/>
          </a:bodyPr>
          <a:lstStyle/>
          <a:p>
            <a:pPr rtl="1"/>
            <a:r>
              <a:rPr lang="ar" sz="1600" b="1" dirty="0">
                <a:latin typeface="Sakkal Majalla" panose="02000000000000000000" pitchFamily="2" charset="-78"/>
                <a:cs typeface="Sakkal Majalla" panose="02000000000000000000" pitchFamily="2" charset="-78"/>
              </a:rPr>
              <a:t>لوائح معدات الحماية الشخصية (PPE) في العمل</a:t>
            </a:r>
          </a:p>
          <a:p>
            <a:pPr rtl="1"/>
            <a:endParaRPr lang="en-GB" sz="1600" dirty="0">
              <a:latin typeface="Sakkal Majalla" panose="02000000000000000000" pitchFamily="2" charset="-78"/>
              <a:cs typeface="Sakkal Majalla" panose="02000000000000000000" pitchFamily="2" charset="-78"/>
            </a:endParaRPr>
          </a:p>
          <a:p>
            <a:pPr rtl="1"/>
            <a:r>
              <a:rPr lang="ar" sz="1600" dirty="0">
                <a:latin typeface="Sakkal Majalla" panose="02000000000000000000" pitchFamily="2" charset="-78"/>
                <a:cs typeface="Sakkal Majalla" panose="02000000000000000000" pitchFamily="2" charset="-78"/>
              </a:rPr>
              <a:t>تحدد لوائح معدات الحماية الشخصية (PPE) في العمل مدى ملاءمة معدات الحماية الشخصية عندما لا يمكن السيطرة على المخاطر بأي طريقة أخرى. وتشمل ما يلي:</a:t>
            </a:r>
          </a:p>
          <a:p>
            <a:pPr rtl="1"/>
            <a:endParaRPr lang="en-GB" sz="1600" dirty="0">
              <a:latin typeface="Sakkal Majalla" panose="02000000000000000000" pitchFamily="2" charset="-78"/>
              <a:cs typeface="Sakkal Majalla" panose="02000000000000000000" pitchFamily="2" charset="-78"/>
            </a:endParaRPr>
          </a:p>
          <a:p>
            <a:pPr rtl="1"/>
            <a:r>
              <a:rPr lang="ar" sz="1600" b="1" dirty="0">
                <a:latin typeface="Sakkal Majalla" panose="02000000000000000000" pitchFamily="2" charset="-78"/>
                <a:cs typeface="Sakkal Majalla" panose="02000000000000000000" pitchFamily="2" charset="-78"/>
              </a:rPr>
              <a:t>أنواع معدات الحماية الشخصية</a:t>
            </a:r>
          </a:p>
          <a:p>
            <a:pPr rtl="1"/>
            <a:endParaRPr lang="en-GB" sz="1600" dirty="0">
              <a:latin typeface="Sakkal Majalla" panose="02000000000000000000" pitchFamily="2" charset="-78"/>
              <a:cs typeface="Sakkal Majalla" panose="02000000000000000000" pitchFamily="2" charset="-78"/>
            </a:endParaRPr>
          </a:p>
          <a:p>
            <a:pPr rtl="1"/>
            <a:r>
              <a:rPr lang="ar" sz="1600" dirty="0">
                <a:latin typeface="Sakkal Majalla" panose="02000000000000000000" pitchFamily="2" charset="-78"/>
                <a:cs typeface="Sakkal Majalla" panose="02000000000000000000" pitchFamily="2" charset="-78"/>
              </a:rPr>
              <a:t>تقييم معدات الحماية الشخصية المناسبة بالنظر إلى المخاطر والإمدادات والتعليمات/التدريب والاستخدام الصحيح</a:t>
            </a:r>
            <a:r>
              <a:rPr lang="ar-EG" sz="1600" dirty="0">
                <a:latin typeface="Sakkal Majalla" panose="02000000000000000000" pitchFamily="2" charset="-78"/>
                <a:cs typeface="Sakkal Majalla" panose="02000000000000000000" pitchFamily="2" charset="-78"/>
              </a:rPr>
              <a:t> و</a:t>
            </a:r>
            <a:endParaRPr lang="ar" sz="1600" dirty="0">
              <a:latin typeface="Sakkal Majalla" panose="02000000000000000000" pitchFamily="2" charset="-78"/>
              <a:cs typeface="Sakkal Majalla" panose="02000000000000000000" pitchFamily="2" charset="-78"/>
            </a:endParaRPr>
          </a:p>
          <a:p>
            <a:pPr rtl="1"/>
            <a:r>
              <a:rPr lang="ar" sz="1600" dirty="0">
                <a:latin typeface="Sakkal Majalla" panose="02000000000000000000" pitchFamily="2" charset="-78"/>
                <a:cs typeface="Sakkal Majalla" panose="02000000000000000000" pitchFamily="2" charset="-78"/>
              </a:rPr>
              <a:t>الصيانة والتخزين</a:t>
            </a:r>
          </a:p>
        </p:txBody>
      </p:sp>
      <p:sp>
        <p:nvSpPr>
          <p:cNvPr id="6" name="TextBox 5">
            <a:extLst>
              <a:ext uri="{FF2B5EF4-FFF2-40B4-BE49-F238E27FC236}">
                <a16:creationId xmlns:a16="http://schemas.microsoft.com/office/drawing/2014/main" id="{A82B1E0C-285F-4E3B-880A-DF69F4E0E07F}"/>
              </a:ext>
            </a:extLst>
          </p:cNvPr>
          <p:cNvSpPr txBox="1"/>
          <p:nvPr/>
        </p:nvSpPr>
        <p:spPr>
          <a:xfrm>
            <a:off x="209098" y="1083682"/>
            <a:ext cx="4578926" cy="3785652"/>
          </a:xfrm>
          <a:prstGeom prst="rect">
            <a:avLst/>
          </a:prstGeom>
          <a:noFill/>
        </p:spPr>
        <p:txBody>
          <a:bodyPr wrap="square" rtlCol="1">
            <a:spAutoFit/>
          </a:bodyPr>
          <a:lstStyle/>
          <a:p>
            <a:pPr rtl="1"/>
            <a:r>
              <a:rPr lang="ar" sz="1600" b="1" dirty="0">
                <a:effectLst/>
                <a:latin typeface="Sakkal Majalla" panose="02000000000000000000" pitchFamily="2" charset="-78"/>
                <a:cs typeface="Sakkal Majalla" panose="02000000000000000000" pitchFamily="2" charset="-78"/>
              </a:rPr>
              <a:t>لوائح مراقبة المواد الخطرة على الصحة (COSHH)</a:t>
            </a:r>
            <a:endParaRPr lang="en-GB" sz="1600" b="1"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تحديد المواد الضارة</a:t>
            </a: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تقييم مخاطر التعرض</a:t>
            </a: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أنواع التعرض</a:t>
            </a: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صحائف بيانات السلامة</a:t>
            </a: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استخدام المعدات وفحصها وصيانتها والحفاظ على تدابير الرقابة والتحكم</a:t>
            </a: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توفير التدريب والتعليم والمعلومات</a:t>
            </a:r>
          </a:p>
          <a:p>
            <a:pPr rtl="1">
              <a:buFont typeface="Arial" panose="020B0604020202020204" pitchFamily="34" charset="0"/>
              <a:buChar char="•"/>
            </a:pPr>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لوائح عمليات المناولة اليدوية (MHOR)</a:t>
            </a:r>
            <a:endParaRPr lang="en-GB" sz="1600" b="1"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تهدف لوائح عمليات المناولة اليدوية إلى تجنب الحاجة إلى المناولة اليدوية.</a:t>
            </a: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وتتناول أنواع مصادر الخطر وتقييم خطر الإصابة عند الحاجة إلى استخدام المناولة اليدوية.</a:t>
            </a: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السيطرة على مخاطر الإصابة والحد منها</a:t>
            </a: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التدريب على استخدام التقنيات/أدوات المساعدة الميكانيكية.</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0732189E-2153-E347-DF3A-2F84ECBD84DA}"/>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A pair of gloves and goggles&#10;&#10;Description automatically generated">
            <a:extLst>
              <a:ext uri="{FF2B5EF4-FFF2-40B4-BE49-F238E27FC236}">
                <a16:creationId xmlns:a16="http://schemas.microsoft.com/office/drawing/2014/main" id="{4277CC48-0BC4-6D38-905E-2656FB4842F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364088" y="4077072"/>
            <a:ext cx="3459893" cy="2294453"/>
          </a:xfrm>
          <a:prstGeom prst="rect">
            <a:avLst/>
          </a:prstGeom>
        </p:spPr>
      </p:pic>
    </p:spTree>
    <p:extLst>
      <p:ext uri="{BB962C8B-B14F-4D97-AF65-F5344CB8AC3E}">
        <p14:creationId xmlns:p14="http://schemas.microsoft.com/office/powerpoint/2010/main" val="935186005"/>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131840" y="620688"/>
            <a:ext cx="601216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(أ3) العوامل البشرية المؤثرة على العمليات الهندسية</a:t>
            </a:r>
            <a:br>
              <a:rPr lang="en-GB" sz="1600" dirty="0"/>
            </a:b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0ED37139-A824-41CF-981F-6910EB61E116}"/>
              </a:ext>
            </a:extLst>
          </p:cNvPr>
          <p:cNvSpPr txBox="1"/>
          <p:nvPr/>
        </p:nvSpPr>
        <p:spPr>
          <a:xfrm>
            <a:off x="3995936" y="2128787"/>
            <a:ext cx="5042168" cy="3785652"/>
          </a:xfrm>
          <a:prstGeom prst="rect">
            <a:avLst/>
          </a:prstGeom>
          <a:noFill/>
        </p:spPr>
        <p:txBody>
          <a:bodyPr wrap="square" rtlCol="1">
            <a:spAutoFit/>
          </a:bodyPr>
          <a:lstStyle/>
          <a:p>
            <a:pPr rtl="1"/>
            <a:r>
              <a:rPr lang="ar" sz="1600" b="1" dirty="0">
                <a:effectLst/>
                <a:latin typeface="Sakkal Majalla" panose="02000000000000000000" pitchFamily="2" charset="-78"/>
                <a:cs typeface="Sakkal Majalla" panose="02000000000000000000" pitchFamily="2" charset="-78"/>
              </a:rPr>
              <a:t>التدريب والكفاءة: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يعد التدريب الكافي وكفاءة المهندسين أمرًا بالغ الأهمية لضمان جودة وموثوقية العمليات الهندسية.</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التواصل: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التواصل الفعال بين أعضاء الفريق وأصحاب المصلحة ضروري لمنع الأخطاء وسوء الفهم في العمليات الهندسية.</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حجم العمل: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يمكن أن تؤدي إدارة حجم العمل وضمان التوزيع المتوازن للمهام إلى منع التعب وتحسين الإنتاجية في العمليات الهندسية.</a:t>
            </a: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7483362-3F9C-B4A5-B7AE-F3816694C395}"/>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5" name="Picture 4" descr="A close-up of men shaking hands&#10;&#10;Description automatically generated">
            <a:extLst>
              <a:ext uri="{FF2B5EF4-FFF2-40B4-BE49-F238E27FC236}">
                <a16:creationId xmlns:a16="http://schemas.microsoft.com/office/drawing/2014/main" id="{5EBA5504-0293-F0F0-14EF-B692771C382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49861" y="1340768"/>
            <a:ext cx="2763509" cy="2759676"/>
          </a:xfrm>
          <a:prstGeom prst="rect">
            <a:avLst/>
          </a:prstGeom>
        </p:spPr>
      </p:pic>
      <p:pic>
        <p:nvPicPr>
          <p:cNvPr id="7" name="Picture 6">
            <a:extLst>
              <a:ext uri="{FF2B5EF4-FFF2-40B4-BE49-F238E27FC236}">
                <a16:creationId xmlns:a16="http://schemas.microsoft.com/office/drawing/2014/main" id="{27B1A06C-7126-BF3B-40FC-BE6D52523402}"/>
              </a:ext>
            </a:extLst>
          </p:cNvPr>
          <p:cNvPicPr>
            <a:picLocks noChangeAspect="1"/>
          </p:cNvPicPr>
          <p:nvPr/>
        </p:nvPicPr>
        <p:blipFill>
          <a:blip r:embed="rId5"/>
          <a:stretch>
            <a:fillRect/>
          </a:stretch>
        </p:blipFill>
        <p:spPr>
          <a:xfrm>
            <a:off x="249861" y="4293096"/>
            <a:ext cx="2920048" cy="1854949"/>
          </a:xfrm>
          <a:prstGeom prst="rect">
            <a:avLst/>
          </a:prstGeom>
        </p:spPr>
      </p:pic>
    </p:spTree>
    <p:extLst>
      <p:ext uri="{BB962C8B-B14F-4D97-AF65-F5344CB8AC3E}">
        <p14:creationId xmlns:p14="http://schemas.microsoft.com/office/powerpoint/2010/main" val="1408481995"/>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131840" y="620688"/>
            <a:ext cx="601216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(أ3) العوامل البشرية المؤثرة على العمليات الهندسية</a:t>
            </a:r>
            <a:br>
              <a:rPr lang="en-GB" sz="1600" dirty="0"/>
            </a:b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0ED37139-A824-41CF-981F-6910EB61E116}"/>
              </a:ext>
            </a:extLst>
          </p:cNvPr>
          <p:cNvSpPr txBox="1"/>
          <p:nvPr/>
        </p:nvSpPr>
        <p:spPr>
          <a:xfrm>
            <a:off x="3491880" y="1374734"/>
            <a:ext cx="5531238" cy="5016758"/>
          </a:xfrm>
          <a:prstGeom prst="rect">
            <a:avLst/>
          </a:prstGeom>
          <a:noFill/>
        </p:spPr>
        <p:txBody>
          <a:bodyPr wrap="square" rtlCol="1">
            <a:spAutoFit/>
          </a:bodyPr>
          <a:lstStyle/>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التعب: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يمكن أن يُضعف التعب عملية صنع القرار ويزيد من مخاطر الأخطاء أو الحوادث في العمليات الهندسية. الراحة المناسبة وفترات الراحة مهمة لمنع التعب.</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الإجهاد: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يمكن أن تؤثر المستويات العالية من الإجهاد سلبًا على أداء وصحة المهندسين. ويعد تنفيذ استراتيجيات إدارة الإجهاد مهمًا للحفاظ على الإنتاجية والصحة العقلية.</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بيئة العمل: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يمكن أن يؤدي تصميم مساحات العمل والمعدات التي تم تحسينها هندسيًا إلى تقليل مخاطر الإجهاد البدني والإصابات في العمليات الهندسية.</a:t>
            </a:r>
          </a:p>
          <a:p>
            <a:pPr rtl="1"/>
            <a:endParaRPr lang="en-GB" sz="1600" dirty="0">
              <a:latin typeface="Sakkal Majalla" panose="02000000000000000000" pitchFamily="2" charset="-78"/>
              <a:cs typeface="Sakkal Majalla" panose="02000000000000000000" pitchFamily="2" charset="-78"/>
            </a:endParaRPr>
          </a:p>
          <a:p>
            <a:pPr rtl="1"/>
            <a:r>
              <a:rPr lang="ar" sz="1600" b="1" dirty="0">
                <a:latin typeface="Sakkal Majalla" panose="02000000000000000000" pitchFamily="2" charset="-78"/>
                <a:cs typeface="Sakkal Majalla" panose="02000000000000000000" pitchFamily="2" charset="-78"/>
              </a:rPr>
              <a:t>العوامل البشرية المؤثرة على أداء الأفراد والفرق:</a:t>
            </a:r>
          </a:p>
          <a:p>
            <a:pPr rtl="1"/>
            <a:endParaRPr lang="en-GB" sz="1600" b="1" dirty="0">
              <a:latin typeface="Sakkal Majalla" panose="02000000000000000000" pitchFamily="2" charset="-78"/>
              <a:cs typeface="Sakkal Majalla" panose="02000000000000000000" pitchFamily="2" charset="-78"/>
            </a:endParaRPr>
          </a:p>
          <a:p>
            <a:pPr rtl="1"/>
            <a:r>
              <a:rPr lang="ar" sz="1600" dirty="0">
                <a:latin typeface="Sakkal Majalla" panose="02000000000000000000" pitchFamily="2" charset="-78"/>
                <a:cs typeface="Sakkal Majalla" panose="02000000000000000000" pitchFamily="2" charset="-78"/>
              </a:rPr>
              <a:t>يمكن أن تؤثر هذه العوامل على الكفاءة التشغيلية والنتائج: </a:t>
            </a:r>
            <a:r>
              <a:rPr lang="ar" sz="1600" dirty="0">
                <a:effectLst/>
                <a:latin typeface="Sakkal Majalla" panose="02000000000000000000" pitchFamily="2" charset="-78"/>
                <a:cs typeface="Sakkal Majalla" panose="02000000000000000000" pitchFamily="2" charset="-78"/>
              </a:rPr>
              <a:t>الاحترافية، المبادئ الأخلاقية، السلوكيات، القيود</a:t>
            </a:r>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5686094-0959-1B77-8CAF-724209F52BE7}"/>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a:extLst>
              <a:ext uri="{FF2B5EF4-FFF2-40B4-BE49-F238E27FC236}">
                <a16:creationId xmlns:a16="http://schemas.microsoft.com/office/drawing/2014/main" id="{80C20215-785E-AA1E-EE77-E3CEA618F294}"/>
              </a:ext>
            </a:extLst>
          </p:cNvPr>
          <p:cNvPicPr>
            <a:picLocks noChangeAspect="1"/>
          </p:cNvPicPr>
          <p:nvPr/>
        </p:nvPicPr>
        <p:blipFill>
          <a:blip r:embed="rId4"/>
          <a:stretch>
            <a:fillRect/>
          </a:stretch>
        </p:blipFill>
        <p:spPr>
          <a:xfrm>
            <a:off x="323528" y="1362730"/>
            <a:ext cx="3069598" cy="2054150"/>
          </a:xfrm>
          <a:prstGeom prst="rect">
            <a:avLst/>
          </a:prstGeom>
        </p:spPr>
      </p:pic>
      <p:pic>
        <p:nvPicPr>
          <p:cNvPr id="8" name="Picture 7">
            <a:extLst>
              <a:ext uri="{FF2B5EF4-FFF2-40B4-BE49-F238E27FC236}">
                <a16:creationId xmlns:a16="http://schemas.microsoft.com/office/drawing/2014/main" id="{888D13C3-00F1-4198-696F-33FFA83E2E4E}"/>
              </a:ext>
            </a:extLst>
          </p:cNvPr>
          <p:cNvPicPr>
            <a:picLocks noChangeAspect="1"/>
          </p:cNvPicPr>
          <p:nvPr/>
        </p:nvPicPr>
        <p:blipFill>
          <a:blip r:embed="rId5"/>
          <a:stretch>
            <a:fillRect/>
          </a:stretch>
        </p:blipFill>
        <p:spPr>
          <a:xfrm>
            <a:off x="1043608" y="3883113"/>
            <a:ext cx="1512168" cy="2354742"/>
          </a:xfrm>
          <a:prstGeom prst="rect">
            <a:avLst/>
          </a:prstGeom>
        </p:spPr>
      </p:pic>
    </p:spTree>
    <p:extLst>
      <p:ext uri="{BB962C8B-B14F-4D97-AF65-F5344CB8AC3E}">
        <p14:creationId xmlns:p14="http://schemas.microsoft.com/office/powerpoint/2010/main" val="2214457810"/>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هدف التعلم (ب)</a:t>
            </a:r>
            <a:br>
              <a:rPr lang="en-GB" altLang="en-US" sz="4600" dirty="0">
                <a:highlight>
                  <a:srgbClr val="FFFF00"/>
                </a:highlight>
              </a:rPr>
            </a:br>
            <a:br>
              <a:rPr lang="en-GB" altLang="en-US" sz="4600" dirty="0">
                <a:highlight>
                  <a:srgbClr val="FFFF00"/>
                </a:highlight>
              </a:rPr>
            </a:br>
            <a:br>
              <a:rPr lang="en-US" altLang="en-US" sz="4600" dirty="0">
                <a:highlight>
                  <a:srgbClr val="FFFF00"/>
                </a:highlight>
              </a:rPr>
            </a:br>
            <a:endParaRPr lang="en-GB" altLang="en-US" sz="4600" dirty="0">
              <a:highlight>
                <a:srgbClr val="FFFF00"/>
              </a:highlight>
            </a:endParaRPr>
          </a:p>
        </p:txBody>
      </p:sp>
      <p:sp>
        <p:nvSpPr>
          <p:cNvPr id="4" name="Subtitle 3">
            <a:extLst>
              <a:ext uri="{FF2B5EF4-FFF2-40B4-BE49-F238E27FC236}">
                <a16:creationId xmlns:a16="http://schemas.microsoft.com/office/drawing/2014/main" id="{03618BED-11B5-90CC-5910-B65474D700AA}"/>
              </a:ext>
            </a:extLst>
          </p:cNvPr>
          <p:cNvSpPr>
            <a:spLocks noGrp="1"/>
          </p:cNvSpPr>
          <p:nvPr>
            <p:ph type="subTitle" idx="1"/>
          </p:nvPr>
        </p:nvSpPr>
        <p:spPr>
          <a:xfrm>
            <a:off x="1371600" y="3886200"/>
            <a:ext cx="6400800" cy="1752600"/>
          </a:xfrm>
        </p:spPr>
        <p:txBody>
          <a:bodyPr rtlCol="1"/>
          <a:lstStyle/>
          <a:p>
            <a:pPr rtl="1"/>
            <a:r>
              <a:rPr lang="ar" sz="2600" dirty="0"/>
              <a:t>هدف التعلم (ب): إعداد رسومات ثنائية الأبعاد بمساعدة الكمبيوتر</a:t>
            </a:r>
          </a:p>
          <a:p>
            <a:pPr rtl="1"/>
            <a:r>
              <a:rPr lang="ar" sz="2600" dirty="0"/>
              <a:t>يمكن استخدامها في العمليات الهندسية</a:t>
            </a:r>
          </a:p>
        </p:txBody>
      </p:sp>
      <p:sp>
        <p:nvSpPr>
          <p:cNvPr id="2" name="Footer Placeholder 2">
            <a:extLst>
              <a:ext uri="{FF2B5EF4-FFF2-40B4-BE49-F238E27FC236}">
                <a16:creationId xmlns:a16="http://schemas.microsoft.com/office/drawing/2014/main" id="{7865F382-4A56-2263-41A1-842CD8214738}"/>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extLst>
      <p:ext uri="{BB962C8B-B14F-4D97-AF65-F5344CB8AC3E}">
        <p14:creationId xmlns:p14="http://schemas.microsoft.com/office/powerpoint/2010/main" val="3561939530"/>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26064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(ب): إعداد رسومات ثنائية الأبعاد بمساعدة الكمبيوتر </a:t>
            </a:r>
            <a:br>
              <a:rPr lang="en-GB" altLang="en-US" sz="1600" dirty="0"/>
            </a:br>
            <a:r>
              <a:rPr lang="ar" sz="1600" dirty="0"/>
              <a:t>يمكن استخدامها في العمليات الهندسية</a:t>
            </a:r>
            <a:br>
              <a:rPr lang="en-GB" altLang="en-US" sz="1600" dirty="0"/>
            </a:br>
            <a:r>
              <a:rPr lang="ar" sz="1600" dirty="0"/>
              <a:t>(ب1) مبادئ الرسم الهندسي </a:t>
            </a: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0ED37139-A824-41CF-981F-6910EB61E116}"/>
              </a:ext>
            </a:extLst>
          </p:cNvPr>
          <p:cNvSpPr txBox="1"/>
          <p:nvPr/>
        </p:nvSpPr>
        <p:spPr>
          <a:xfrm>
            <a:off x="3710105" y="1262544"/>
            <a:ext cx="5241857" cy="5262979"/>
          </a:xfrm>
          <a:prstGeom prst="rect">
            <a:avLst/>
          </a:prstGeom>
          <a:noFill/>
        </p:spPr>
        <p:txBody>
          <a:bodyPr wrap="square" rtlCol="1">
            <a:spAutoFit/>
          </a:bodyPr>
          <a:lstStyle/>
          <a:p>
            <a:pPr rtl="1"/>
            <a:r>
              <a:rPr lang="ar" sz="1600" b="1" dirty="0">
                <a:effectLst/>
                <a:latin typeface="Sakkal Majalla" panose="02000000000000000000" pitchFamily="2" charset="-78"/>
                <a:cs typeface="Sakkal Majalla" panose="02000000000000000000" pitchFamily="2" charset="-78"/>
              </a:rPr>
              <a:t>الهندسة: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تستخدم الرسومات الهندسية الإسقاطات الأورثوغرافية لتمثيل هندسة الأجسام بدقة في بُعدين.</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الأبعاد والتفاوتات: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تتضمن الرسومات الهندسية أبعاد وتفاوتات دقيقة لضمان دقة تصنيع المكونات وتجميعها.</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المادة والتشطيب السطحي: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تحدد الرسومات الهندسية متطلبات المواد والتشطيب السطحي للمكونات.</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المقياس: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تستخدم الرسومات الهندسية مقياس لتمثيل الحجم الفعلي للأجسام في الرسم.</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اصطلاحات الرسم: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تتبع الرسومات الهندسية اصطلاحات ومعايير محددة لضمان الاتساق والوضوح.</a:t>
            </a: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F132126-F435-5371-CA51-4094C1275F26}"/>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A drawing of gears and arrows&#10;&#10;Description automatically generated">
            <a:extLst>
              <a:ext uri="{FF2B5EF4-FFF2-40B4-BE49-F238E27FC236}">
                <a16:creationId xmlns:a16="http://schemas.microsoft.com/office/drawing/2014/main" id="{3C810FE9-1E12-20B0-7261-3964F90B438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55234" y="1339406"/>
            <a:ext cx="3289626" cy="2481649"/>
          </a:xfrm>
          <a:prstGeom prst="rect">
            <a:avLst/>
          </a:prstGeom>
        </p:spPr>
      </p:pic>
      <p:pic>
        <p:nvPicPr>
          <p:cNvPr id="6" name="Picture 5">
            <a:extLst>
              <a:ext uri="{FF2B5EF4-FFF2-40B4-BE49-F238E27FC236}">
                <a16:creationId xmlns:a16="http://schemas.microsoft.com/office/drawing/2014/main" id="{E284EAC4-E872-24E2-045D-07C16492781E}"/>
              </a:ext>
            </a:extLst>
          </p:cNvPr>
          <p:cNvPicPr>
            <a:picLocks noChangeAspect="1"/>
          </p:cNvPicPr>
          <p:nvPr/>
        </p:nvPicPr>
        <p:blipFill>
          <a:blip r:embed="rId5"/>
          <a:stretch>
            <a:fillRect/>
          </a:stretch>
        </p:blipFill>
        <p:spPr>
          <a:xfrm>
            <a:off x="179886" y="4113955"/>
            <a:ext cx="3454471" cy="2297937"/>
          </a:xfrm>
          <a:prstGeom prst="rect">
            <a:avLst/>
          </a:prstGeom>
        </p:spPr>
      </p:pic>
    </p:spTree>
    <p:extLst>
      <p:ext uri="{BB962C8B-B14F-4D97-AF65-F5344CB8AC3E}">
        <p14:creationId xmlns:p14="http://schemas.microsoft.com/office/powerpoint/2010/main" val="599842900"/>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26064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(ب): إعداد رسومات ثنائية الأبعاد بمساعدة الكمبيوتر </a:t>
            </a:r>
            <a:br>
              <a:rPr lang="en-GB" altLang="en-US" sz="1600" dirty="0"/>
            </a:br>
            <a:r>
              <a:rPr lang="ar" sz="1600" dirty="0"/>
              <a:t>يمكن استخدامها في العمليات الهندسية</a:t>
            </a:r>
            <a:br>
              <a:rPr lang="en-GB" altLang="en-US" sz="1600" dirty="0"/>
            </a:br>
            <a:r>
              <a:rPr lang="ar" sz="1600" dirty="0"/>
              <a:t>(ب1) مبادئ الرسم الهندسي </a:t>
            </a: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0ED37139-A824-41CF-981F-6910EB61E116}"/>
              </a:ext>
            </a:extLst>
          </p:cNvPr>
          <p:cNvSpPr txBox="1"/>
          <p:nvPr/>
        </p:nvSpPr>
        <p:spPr>
          <a:xfrm>
            <a:off x="3203849" y="916596"/>
            <a:ext cx="5688631" cy="6001643"/>
          </a:xfrm>
          <a:prstGeom prst="rect">
            <a:avLst/>
          </a:prstGeom>
          <a:noFill/>
        </p:spPr>
        <p:txBody>
          <a:bodyPr wrap="square" rtlCol="1">
            <a:spAutoFit/>
          </a:bodyPr>
          <a:lstStyle/>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إطار العنوان/التخطيط: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تتضمن الرسومات الهندسية مجموعة عناوين توفر معلومات أساسية حول الرسم، مثل العنوان والمقياس والمنشئ.</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المنظورات وأنواع الخطوط: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تتضمن الرسومات الهندسية منظورات مختلفة، مثل المنظور العلوي والأمامي والجانبي، لتوفير تمثيل شامل للجسم.</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الميزات الشائعة: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تصور الرسومات الهندسية السمات الشائعة، مثل الثقوب والسنون وزوايا الفيليه، باستخدام رموز وتعليقات توضيحية محددة.</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رموز ومكونات مخطط الدائرة: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يمكن أن تتضمن الرسومات الهندسية مخططات دوائر مع الرموز والمكونات المستخدمة في الأنظمة الكهربائية.</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الحروف والاختصارات: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تستخدم الرسومات الهندسية أنماط حروف واختصارات محددة لنقل المعلومات بوضوح ودقة.</a:t>
            </a:r>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FB9C3484-A787-88E5-D572-D0EBDE9835A3}"/>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a:extLst>
              <a:ext uri="{FF2B5EF4-FFF2-40B4-BE49-F238E27FC236}">
                <a16:creationId xmlns:a16="http://schemas.microsoft.com/office/drawing/2014/main" id="{C4A92D6A-F26F-DB88-9935-7E4C6A6921B6}"/>
              </a:ext>
            </a:extLst>
          </p:cNvPr>
          <p:cNvPicPr>
            <a:picLocks noChangeAspect="1"/>
          </p:cNvPicPr>
          <p:nvPr/>
        </p:nvPicPr>
        <p:blipFill>
          <a:blip r:embed="rId4"/>
          <a:stretch>
            <a:fillRect/>
          </a:stretch>
        </p:blipFill>
        <p:spPr>
          <a:xfrm>
            <a:off x="323528" y="1241677"/>
            <a:ext cx="2664296" cy="2733498"/>
          </a:xfrm>
          <a:prstGeom prst="rect">
            <a:avLst/>
          </a:prstGeom>
        </p:spPr>
      </p:pic>
      <p:pic>
        <p:nvPicPr>
          <p:cNvPr id="5" name="Picture 4" descr="A diagram of a circuit&#10;&#10;Description automatically generated">
            <a:extLst>
              <a:ext uri="{FF2B5EF4-FFF2-40B4-BE49-F238E27FC236}">
                <a16:creationId xmlns:a16="http://schemas.microsoft.com/office/drawing/2014/main" id="{F8065DD1-40C3-C124-5EBB-47E82F48B7D6}"/>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87516" y="4177741"/>
            <a:ext cx="1762785" cy="2471352"/>
          </a:xfrm>
          <a:prstGeom prst="rect">
            <a:avLst/>
          </a:prstGeom>
        </p:spPr>
      </p:pic>
    </p:spTree>
    <p:extLst>
      <p:ext uri="{BB962C8B-B14F-4D97-AF65-F5344CB8AC3E}">
        <p14:creationId xmlns:p14="http://schemas.microsoft.com/office/powerpoint/2010/main" val="2253633937"/>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26064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(ب): إعداد رسومات ثنائية الأبعاد بمساعدة الكمبيوتر </a:t>
            </a:r>
            <a:br>
              <a:rPr lang="en-GB" altLang="en-US" sz="1600" dirty="0"/>
            </a:br>
            <a:r>
              <a:rPr lang="ar" sz="1600" dirty="0"/>
              <a:t>يمكن استخدامها في العمليات الهندسية</a:t>
            </a:r>
            <a:br>
              <a:rPr lang="en-GB" altLang="en-US" sz="1600" dirty="0"/>
            </a:br>
            <a:r>
              <a:rPr lang="ar" sz="1600" dirty="0"/>
              <a:t>(ب1) مبادئ الرسم الهندسي </a:t>
            </a: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0ED37139-A824-41CF-981F-6910EB61E116}"/>
              </a:ext>
            </a:extLst>
          </p:cNvPr>
          <p:cNvSpPr txBox="1"/>
          <p:nvPr/>
        </p:nvSpPr>
        <p:spPr>
          <a:xfrm>
            <a:off x="3851920" y="1122992"/>
            <a:ext cx="5148064" cy="6986528"/>
          </a:xfrm>
          <a:prstGeom prst="rect">
            <a:avLst/>
          </a:prstGeom>
          <a:noFill/>
        </p:spPr>
        <p:txBody>
          <a:bodyPr wrap="square" rtlCol="1">
            <a:spAutoFit/>
          </a:bodyPr>
          <a:lstStyle/>
          <a:p>
            <a:pPr rtl="1"/>
            <a:r>
              <a:rPr lang="ar" sz="1400" dirty="0">
                <a:latin typeface="Sakkal Majalla" panose="02000000000000000000" pitchFamily="2" charset="-78"/>
                <a:cs typeface="Sakkal Majalla" panose="02000000000000000000" pitchFamily="2" charset="-78"/>
              </a:rPr>
              <a:t>سمات الإسقاطات الأورثوغرافية</a:t>
            </a:r>
          </a:p>
          <a:p>
            <a:pPr rtl="1"/>
            <a:endParaRPr lang="en-GB" sz="1400" dirty="0">
              <a:effectLst/>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الهندسة: </a:t>
            </a:r>
            <a:r>
              <a:rPr lang="ar" sz="1400" dirty="0">
                <a:effectLst/>
                <a:latin typeface="Sakkal Majalla" panose="02000000000000000000" pitchFamily="2" charset="-78"/>
                <a:cs typeface="Sakkal Majalla" panose="02000000000000000000" pitchFamily="2" charset="-78"/>
              </a:rPr>
              <a:t>توفر الإسقاطات الأورثوغرافي تمثيلًا تفصيليًا لشكل وهندسة الجسم، مع إظهار جميع الأسطح والميزات المرئية.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الأبعاد: </a:t>
            </a:r>
            <a:r>
              <a:rPr lang="ar" sz="1400" dirty="0">
                <a:effectLst/>
                <a:latin typeface="Sakkal Majalla" panose="02000000000000000000" pitchFamily="2" charset="-78"/>
                <a:cs typeface="Sakkal Majalla" panose="02000000000000000000" pitchFamily="2" charset="-78"/>
              </a:rPr>
              <a:t>تتضمن الإسقاطات الأورثوغرافية قياسات وأبعاد دقيقة للجسم، مما يسمح بالتصنيع والتجميع الدقيقين.</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التفاوتات: </a:t>
            </a:r>
            <a:r>
              <a:rPr lang="ar" sz="1400" dirty="0">
                <a:effectLst/>
                <a:latin typeface="Sakkal Majalla" panose="02000000000000000000" pitchFamily="2" charset="-78"/>
                <a:cs typeface="Sakkal Majalla" panose="02000000000000000000" pitchFamily="2" charset="-78"/>
              </a:rPr>
              <a:t>تشير الإسقاطات الأورثوغرافية إلى الاختلافات أو التفاوتات المسموح بها في أبعاد الجسم، مما يضمن الملاءمة والوظيفية المناسبة.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المادة: </a:t>
            </a:r>
            <a:r>
              <a:rPr lang="ar" sz="1400" dirty="0">
                <a:effectLst/>
                <a:latin typeface="Sakkal Majalla" panose="02000000000000000000" pitchFamily="2" charset="-78"/>
                <a:cs typeface="Sakkal Majalla" panose="02000000000000000000" pitchFamily="2" charset="-78"/>
              </a:rPr>
              <a:t>تحدد الإسقاطات الأورثوغرافية المادة أو المواد المستخدمة في الجسم، وتوفر معلومات عن الخواص والسمات الفيزيائية.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تشطيب السطح: </a:t>
            </a:r>
            <a:r>
              <a:rPr lang="ar" sz="1400" dirty="0">
                <a:effectLst/>
                <a:latin typeface="Sakkal Majalla" panose="02000000000000000000" pitchFamily="2" charset="-78"/>
                <a:cs typeface="Sakkal Majalla" panose="02000000000000000000" pitchFamily="2" charset="-78"/>
              </a:rPr>
              <a:t>قد تتضمن الإسقاطات الأورثوغرافية معلومات حول تشطيب سطح الجسم، مثل الملمس الناعم أو الخشن أو المتفاوت.</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المقياس: </a:t>
            </a:r>
            <a:r>
              <a:rPr lang="ar" sz="1400" dirty="0">
                <a:effectLst/>
                <a:latin typeface="Sakkal Majalla" panose="02000000000000000000" pitchFamily="2" charset="-78"/>
                <a:cs typeface="Sakkal Majalla" panose="02000000000000000000" pitchFamily="2" charset="-78"/>
              </a:rPr>
              <a:t>عادةً ما يتم رسم الإسقاطات الأورثوغرافية وفق مقياس، مما يسمح بالتمثيل الدقيق لحجم الجسم ونسبه.</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اصطلاحات ومعايير الرسم</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تؤدي اصطلاحات ومعايير الرسم دورًا مهمًا في العمليات الهندسية، مما يضمن التواصل الواضح والتمثيل الدقيق للمعلومات الفنية. توفر المعايير التالية، مثل BS 8888</a:t>
            </a:r>
            <a:r>
              <a:rPr lang="ar-EG" sz="1400" dirty="0">
                <a:effectLst/>
                <a:latin typeface="Sakkal Majalla" panose="02000000000000000000" pitchFamily="2" charset="-78"/>
                <a:cs typeface="Sakkal Majalla" panose="02000000000000000000" pitchFamily="2" charset="-78"/>
              </a:rPr>
              <a:t> و</a:t>
            </a:r>
            <a:r>
              <a:rPr lang="ar" sz="1400" dirty="0">
                <a:effectLst/>
                <a:latin typeface="Sakkal Majalla" panose="02000000000000000000" pitchFamily="2" charset="-78"/>
                <a:cs typeface="Sakkal Majalla" panose="02000000000000000000" pitchFamily="2" charset="-78"/>
              </a:rPr>
              <a:t>BS 60617، إرشادات لإنشاء رسومات ثنائية الأبعاد بمساعدة الكمبيوتر (CAD) في الهندسة.</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endParaRPr lang="en-GB" sz="1400" dirty="0">
              <a:effectLst/>
              <a:latin typeface="Sakkal Majalla" panose="02000000000000000000" pitchFamily="2" charset="-78"/>
              <a:cs typeface="Sakkal Majalla" panose="02000000000000000000" pitchFamily="2" charset="-78"/>
            </a:endParaRPr>
          </a:p>
          <a:p>
            <a:pPr rtl="1"/>
            <a:endParaRPr lang="en-GB" sz="1400" dirty="0">
              <a:effectLst/>
              <a:latin typeface="Sakkal Majalla" panose="02000000000000000000" pitchFamily="2" charset="-78"/>
              <a:cs typeface="Sakkal Majalla" panose="02000000000000000000" pitchFamily="2" charset="-78"/>
            </a:endParaRPr>
          </a:p>
          <a:p>
            <a:pPr rtl="1"/>
            <a:endParaRPr lang="en-GB" sz="1400" dirty="0">
              <a:effectLst/>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55E165D-3A83-9E30-F413-44272320D3C3}"/>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A person drawing a blueprint&#10;&#10;Description automatically generated">
            <a:extLst>
              <a:ext uri="{FF2B5EF4-FFF2-40B4-BE49-F238E27FC236}">
                <a16:creationId xmlns:a16="http://schemas.microsoft.com/office/drawing/2014/main" id="{303D96E3-F802-7207-BC28-89125DC3780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84731" y="1353593"/>
            <a:ext cx="3521676" cy="2467233"/>
          </a:xfrm>
          <a:prstGeom prst="rect">
            <a:avLst/>
          </a:prstGeom>
        </p:spPr>
      </p:pic>
      <p:pic>
        <p:nvPicPr>
          <p:cNvPr id="6" name="Picture 5" descr="Blueprint of a machine&#10;&#10;Description automatically generated">
            <a:extLst>
              <a:ext uri="{FF2B5EF4-FFF2-40B4-BE49-F238E27FC236}">
                <a16:creationId xmlns:a16="http://schemas.microsoft.com/office/drawing/2014/main" id="{79E7BB3C-9665-5E8C-EFA5-03BADD093369}"/>
              </a:ext>
            </a:extLst>
          </p:cNvPr>
          <p:cNvPicPr>
            <a:picLocks noChangeAspect="1"/>
          </p:cNvPicPr>
          <p:nvPr/>
        </p:nvPicPr>
        <p:blipFill>
          <a:blip r:embed="rId5"/>
          <a:stretch>
            <a:fillRect/>
          </a:stretch>
        </p:blipFill>
        <p:spPr>
          <a:xfrm>
            <a:off x="184731" y="4235412"/>
            <a:ext cx="3521676" cy="1973477"/>
          </a:xfrm>
          <a:prstGeom prst="rect">
            <a:avLst/>
          </a:prstGeom>
        </p:spPr>
      </p:pic>
    </p:spTree>
    <p:extLst>
      <p:ext uri="{BB962C8B-B14F-4D97-AF65-F5344CB8AC3E}">
        <p14:creationId xmlns:p14="http://schemas.microsoft.com/office/powerpoint/2010/main" val="1076984837"/>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300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(ب): إعداد رسومات ثنائية الأبعاد بمساعدة الكمبيوتر </a:t>
            </a:r>
            <a:br>
              <a:rPr lang="en-GB" altLang="en-US" sz="1600" dirty="0"/>
            </a:br>
            <a:r>
              <a:rPr lang="ar" sz="1600" dirty="0"/>
              <a:t>يمكن استخدامها في العمليات الهندسية</a:t>
            </a:r>
            <a:br>
              <a:rPr lang="en-GB" altLang="en-US" sz="1600" dirty="0"/>
            </a:br>
            <a:r>
              <a:rPr lang="ar" sz="1600" dirty="0"/>
              <a:t>(ب1) مبادئ الرسم الهندسي </a:t>
            </a: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1" y="-53861"/>
            <a:ext cx="184730"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sz="100" dirty="0">
              <a:latin typeface="Sakkal Majalla" panose="02000000000000000000" pitchFamily="2" charset="-78"/>
              <a:cs typeface="Sakkal Majalla" panose="02000000000000000000" pitchFamily="2" charset="-78"/>
            </a:endParaRPr>
          </a:p>
        </p:txBody>
      </p:sp>
      <p:graphicFrame>
        <p:nvGraphicFramePr>
          <p:cNvPr id="5" name="Table 6">
            <a:extLst>
              <a:ext uri="{FF2B5EF4-FFF2-40B4-BE49-F238E27FC236}">
                <a16:creationId xmlns:a16="http://schemas.microsoft.com/office/drawing/2014/main" id="{23F47F5F-5E50-4AD1-9222-434C9028358F}"/>
              </a:ext>
            </a:extLst>
          </p:cNvPr>
          <p:cNvGraphicFramePr>
            <a:graphicFrameLocks noGrp="1"/>
          </p:cNvGraphicFramePr>
          <p:nvPr>
            <p:extLst>
              <p:ext uri="{D42A27DB-BD31-4B8C-83A1-F6EECF244321}">
                <p14:modId xmlns:p14="http://schemas.microsoft.com/office/powerpoint/2010/main" val="3808445515"/>
              </p:ext>
            </p:extLst>
          </p:nvPr>
        </p:nvGraphicFramePr>
        <p:xfrm>
          <a:off x="2023" y="1128028"/>
          <a:ext cx="9144000" cy="1407160"/>
        </p:xfrm>
        <a:graphic>
          <a:graphicData uri="http://schemas.openxmlformats.org/drawingml/2006/table">
            <a:tbl>
              <a:tblPr rtl="1" firstRow="1" bandRow="1">
                <a:tableStyleId>{5C22544A-7EE6-4342-B048-85BDC9FD1C3A}</a:tableStyleId>
              </a:tblPr>
              <a:tblGrid>
                <a:gridCol w="1512168">
                  <a:extLst>
                    <a:ext uri="{9D8B030D-6E8A-4147-A177-3AD203B41FA5}">
                      <a16:colId xmlns:a16="http://schemas.microsoft.com/office/drawing/2014/main" val="2811663780"/>
                    </a:ext>
                  </a:extLst>
                </a:gridCol>
                <a:gridCol w="7631832">
                  <a:extLst>
                    <a:ext uri="{9D8B030D-6E8A-4147-A177-3AD203B41FA5}">
                      <a16:colId xmlns:a16="http://schemas.microsoft.com/office/drawing/2014/main" val="963520766"/>
                    </a:ext>
                  </a:extLst>
                </a:gridCol>
              </a:tblGrid>
              <a:tr h="370840">
                <a:tc>
                  <a:txBody>
                    <a:bodyPr/>
                    <a:lstStyle/>
                    <a:p>
                      <a:pPr rtl="1"/>
                      <a:r>
                        <a:rPr lang="ar" sz="1400" dirty="0">
                          <a:latin typeface="Sakkal Majalla" panose="02000000000000000000" pitchFamily="2" charset="-78"/>
                          <a:cs typeface="Sakkal Majalla" panose="02000000000000000000" pitchFamily="2" charset="-78"/>
                        </a:rPr>
                        <a:t>المعيار</a:t>
                      </a:r>
                    </a:p>
                  </a:txBody>
                  <a:tcPr/>
                </a:tc>
                <a:tc>
                  <a:txBody>
                    <a:bodyPr/>
                    <a:lstStyle/>
                    <a:p>
                      <a:pPr rtl="1"/>
                      <a:r>
                        <a:rPr lang="ar" sz="140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968589629"/>
                  </a:ext>
                </a:extLst>
              </a:tr>
              <a:tr h="370840">
                <a:tc>
                  <a:txBody>
                    <a:bodyPr/>
                    <a:lstStyle/>
                    <a:p>
                      <a:pPr rtl="1"/>
                      <a:r>
                        <a:rPr lang="ar" sz="1400" dirty="0">
                          <a:latin typeface="Sakkal Majalla" panose="02000000000000000000" pitchFamily="2" charset="-78"/>
                          <a:cs typeface="Sakkal Majalla" panose="02000000000000000000" pitchFamily="2" charset="-78"/>
                        </a:rPr>
                        <a:t>BS 8888</a:t>
                      </a:r>
                    </a:p>
                  </a:txBody>
                  <a:tcPr/>
                </a:tc>
                <a:tc>
                  <a:txBody>
                    <a:bodyPr/>
                    <a:lstStyle/>
                    <a:p>
                      <a:pPr rtl="1"/>
                      <a:r>
                        <a:rPr lang="ar" sz="1400" dirty="0">
                          <a:latin typeface="Sakkal Majalla" panose="02000000000000000000" pitchFamily="2" charset="-78"/>
                          <a:cs typeface="Sakkal Majalla" panose="02000000000000000000" pitchFamily="2" charset="-78"/>
                        </a:rPr>
                        <a:t>يوفر هذا المعيار البريطاني دليلًا شاملاً لمواصفات ووثائق المنتجات التقنية. ويشمل جوانب مختلفة من اصطلاحات الرسم، بما في ذلك الأبعاد والتفاوت والرموز.</a:t>
                      </a:r>
                    </a:p>
                  </a:txBody>
                  <a:tcPr/>
                </a:tc>
                <a:extLst>
                  <a:ext uri="{0D108BD9-81ED-4DB2-BD59-A6C34878D82A}">
                    <a16:rowId xmlns:a16="http://schemas.microsoft.com/office/drawing/2014/main" val="219572114"/>
                  </a:ext>
                </a:extLst>
              </a:tr>
              <a:tr h="370840">
                <a:tc>
                  <a:txBody>
                    <a:bodyPr/>
                    <a:lstStyle/>
                    <a:p>
                      <a:pPr rtl="1"/>
                      <a:r>
                        <a:rPr lang="ar" sz="1400" dirty="0">
                          <a:latin typeface="Sakkal Majalla" panose="02000000000000000000" pitchFamily="2" charset="-78"/>
                          <a:cs typeface="Sakkal Majalla" panose="02000000000000000000" pitchFamily="2" charset="-78"/>
                        </a:rPr>
                        <a:t>BS 60617</a:t>
                      </a:r>
                    </a:p>
                  </a:txBody>
                  <a:tcPr/>
                </a:tc>
                <a:tc>
                  <a:txBody>
                    <a:bodyPr/>
                    <a:lstStyle/>
                    <a:p>
                      <a:pPr rtl="1"/>
                      <a:r>
                        <a:rPr lang="ar" sz="1400" dirty="0">
                          <a:latin typeface="Sakkal Majalla" panose="02000000000000000000" pitchFamily="2" charset="-78"/>
                          <a:cs typeface="Sakkal Majalla" panose="02000000000000000000" pitchFamily="2" charset="-78"/>
                        </a:rPr>
                        <a:t>يحدد BS 60617 الرموز الرسومية للاستخدام في مخططات البيانية هندسة الإلكترونيات والكهرباء. ويحدد الرموز لمختلف المكونات والأجهزة والدوائر المستخدمة بشكل شائع في الرسومات الهندسية</a:t>
                      </a:r>
                    </a:p>
                  </a:txBody>
                  <a:tcPr/>
                </a:tc>
                <a:extLst>
                  <a:ext uri="{0D108BD9-81ED-4DB2-BD59-A6C34878D82A}">
                    <a16:rowId xmlns:a16="http://schemas.microsoft.com/office/drawing/2014/main" val="3699113338"/>
                  </a:ext>
                </a:extLst>
              </a:tr>
            </a:tbl>
          </a:graphicData>
        </a:graphic>
      </p:graphicFrame>
      <p:graphicFrame>
        <p:nvGraphicFramePr>
          <p:cNvPr id="11" name="Table 6">
            <a:extLst>
              <a:ext uri="{FF2B5EF4-FFF2-40B4-BE49-F238E27FC236}">
                <a16:creationId xmlns:a16="http://schemas.microsoft.com/office/drawing/2014/main" id="{FE8AF649-C515-4820-A502-FDD0A40AF1A3}"/>
              </a:ext>
            </a:extLst>
          </p:cNvPr>
          <p:cNvGraphicFramePr>
            <a:graphicFrameLocks noGrp="1"/>
          </p:cNvGraphicFramePr>
          <p:nvPr>
            <p:extLst>
              <p:ext uri="{D42A27DB-BD31-4B8C-83A1-F6EECF244321}">
                <p14:modId xmlns:p14="http://schemas.microsoft.com/office/powerpoint/2010/main" val="2263958511"/>
              </p:ext>
            </p:extLst>
          </p:nvPr>
        </p:nvGraphicFramePr>
        <p:xfrm>
          <a:off x="30801" y="2492896"/>
          <a:ext cx="9115222" cy="1356823"/>
        </p:xfrm>
        <a:graphic>
          <a:graphicData uri="http://schemas.openxmlformats.org/drawingml/2006/table">
            <a:tbl>
              <a:tblPr rtl="1" firstRow="1" bandRow="1">
                <a:tableStyleId>{5C22544A-7EE6-4342-B048-85BDC9FD1C3A}</a:tableStyleId>
              </a:tblPr>
              <a:tblGrid>
                <a:gridCol w="1507409">
                  <a:extLst>
                    <a:ext uri="{9D8B030D-6E8A-4147-A177-3AD203B41FA5}">
                      <a16:colId xmlns:a16="http://schemas.microsoft.com/office/drawing/2014/main" val="2811663780"/>
                    </a:ext>
                  </a:extLst>
                </a:gridCol>
                <a:gridCol w="7607813">
                  <a:extLst>
                    <a:ext uri="{9D8B030D-6E8A-4147-A177-3AD203B41FA5}">
                      <a16:colId xmlns:a16="http://schemas.microsoft.com/office/drawing/2014/main" val="963520766"/>
                    </a:ext>
                  </a:extLst>
                </a:gridCol>
              </a:tblGrid>
              <a:tr h="337127">
                <a:tc>
                  <a:txBody>
                    <a:bodyPr/>
                    <a:lstStyle/>
                    <a:p>
                      <a:pPr rtl="1"/>
                      <a:r>
                        <a:rPr lang="ar" sz="1400" dirty="0">
                          <a:latin typeface="Sakkal Majalla" panose="02000000000000000000" pitchFamily="2" charset="-78"/>
                          <a:cs typeface="Sakkal Majalla" panose="02000000000000000000" pitchFamily="2" charset="-78"/>
                        </a:rPr>
                        <a:t>العنصر</a:t>
                      </a:r>
                    </a:p>
                  </a:txBody>
                  <a:tcPr marT="41564" marB="41564"/>
                </a:tc>
                <a:tc>
                  <a:txBody>
                    <a:bodyPr/>
                    <a:lstStyle/>
                    <a:p>
                      <a:pPr rtl="1"/>
                      <a:r>
                        <a:rPr lang="ar" sz="1400" dirty="0">
                          <a:latin typeface="Sakkal Majalla" panose="02000000000000000000" pitchFamily="2" charset="-78"/>
                          <a:cs typeface="Sakkal Majalla" panose="02000000000000000000" pitchFamily="2" charset="-78"/>
                        </a:rPr>
                        <a:t>الوصف</a:t>
                      </a:r>
                    </a:p>
                  </a:txBody>
                  <a:tcPr marT="41564" marB="41564"/>
                </a:tc>
                <a:extLst>
                  <a:ext uri="{0D108BD9-81ED-4DB2-BD59-A6C34878D82A}">
                    <a16:rowId xmlns:a16="http://schemas.microsoft.com/office/drawing/2014/main" val="968589629"/>
                  </a:ext>
                </a:extLst>
              </a:tr>
              <a:tr h="337127">
                <a:tc>
                  <a:txBody>
                    <a:bodyPr/>
                    <a:lstStyle/>
                    <a:p>
                      <a:pPr rtl="1"/>
                      <a:r>
                        <a:rPr lang="ar" sz="1400" dirty="0">
                          <a:latin typeface="Sakkal Majalla" panose="02000000000000000000" pitchFamily="2" charset="-78"/>
                          <a:cs typeface="Sakkal Majalla" panose="02000000000000000000" pitchFamily="2" charset="-78"/>
                        </a:rPr>
                        <a:t>إطار العنوان</a:t>
                      </a:r>
                    </a:p>
                  </a:txBody>
                  <a:tcPr marT="41564" marB="41564"/>
                </a:tc>
                <a:tc>
                  <a:txBody>
                    <a:bodyPr/>
                    <a:lstStyle/>
                    <a:p>
                      <a:pPr rtl="1"/>
                      <a:r>
                        <a:rPr lang="ar" sz="1400" dirty="0">
                          <a:latin typeface="Sakkal Majalla" panose="02000000000000000000" pitchFamily="2" charset="-78"/>
                          <a:cs typeface="Sakkal Majalla" panose="02000000000000000000" pitchFamily="2" charset="-78"/>
                        </a:rPr>
                        <a:t>إطار العنوان عبارة عن منطقة قياسية على ورقة رسم تحتوي على معلومات أساسية حول الرسم، مثل العنوان ورقم الرسم وسجل المراجعة والمقياس والمنشئ.</a:t>
                      </a:r>
                    </a:p>
                  </a:txBody>
                  <a:tcPr marT="41564" marB="41564"/>
                </a:tc>
                <a:extLst>
                  <a:ext uri="{0D108BD9-81ED-4DB2-BD59-A6C34878D82A}">
                    <a16:rowId xmlns:a16="http://schemas.microsoft.com/office/drawing/2014/main" val="219572114"/>
                  </a:ext>
                </a:extLst>
              </a:tr>
              <a:tr h="337127">
                <a:tc>
                  <a:txBody>
                    <a:bodyPr/>
                    <a:lstStyle/>
                    <a:p>
                      <a:pPr rtl="1"/>
                      <a:r>
                        <a:rPr lang="ar" sz="1400" dirty="0">
                          <a:latin typeface="Sakkal Majalla" panose="02000000000000000000" pitchFamily="2" charset="-78"/>
                          <a:cs typeface="Sakkal Majalla" panose="02000000000000000000" pitchFamily="2" charset="-78"/>
                        </a:rPr>
                        <a:t>التخطيط</a:t>
                      </a:r>
                    </a:p>
                  </a:txBody>
                  <a:tcPr marT="41564" marB="41564"/>
                </a:tc>
                <a:tc>
                  <a:txBody>
                    <a:bodyPr/>
                    <a:lstStyle/>
                    <a:p>
                      <a:pPr rtl="1"/>
                      <a:r>
                        <a:rPr lang="ar" sz="1400" dirty="0">
                          <a:latin typeface="Sakkal Majalla" panose="02000000000000000000" pitchFamily="2" charset="-78"/>
                          <a:cs typeface="Sakkal Majalla" panose="02000000000000000000" pitchFamily="2" charset="-78"/>
                        </a:rPr>
                        <a:t>يشير تخطيط الرسم إلى ترتيب المنظورات والأبعاد والتعليقات التوضيحية على الورقة. حيث يجب أن يتم تنظيمها بطريقة منطقية وواضحة لتسهيل الفهم والتفسير.</a:t>
                      </a:r>
                    </a:p>
                  </a:txBody>
                  <a:tcPr marT="41564" marB="41564"/>
                </a:tc>
                <a:extLst>
                  <a:ext uri="{0D108BD9-81ED-4DB2-BD59-A6C34878D82A}">
                    <a16:rowId xmlns:a16="http://schemas.microsoft.com/office/drawing/2014/main" val="3699113338"/>
                  </a:ext>
                </a:extLst>
              </a:tr>
            </a:tbl>
          </a:graphicData>
        </a:graphic>
      </p:graphicFrame>
      <p:graphicFrame>
        <p:nvGraphicFramePr>
          <p:cNvPr id="12" name="Table 6">
            <a:extLst>
              <a:ext uri="{FF2B5EF4-FFF2-40B4-BE49-F238E27FC236}">
                <a16:creationId xmlns:a16="http://schemas.microsoft.com/office/drawing/2014/main" id="{ECC98E0E-5882-419F-9746-E2672556CD30}"/>
              </a:ext>
            </a:extLst>
          </p:cNvPr>
          <p:cNvGraphicFramePr>
            <a:graphicFrameLocks noGrp="1"/>
          </p:cNvGraphicFramePr>
          <p:nvPr>
            <p:extLst>
              <p:ext uri="{D42A27DB-BD31-4B8C-83A1-F6EECF244321}">
                <p14:modId xmlns:p14="http://schemas.microsoft.com/office/powerpoint/2010/main" val="3524682538"/>
              </p:ext>
            </p:extLst>
          </p:nvPr>
        </p:nvGraphicFramePr>
        <p:xfrm>
          <a:off x="30801" y="3849719"/>
          <a:ext cx="9115222" cy="2031077"/>
        </p:xfrm>
        <a:graphic>
          <a:graphicData uri="http://schemas.openxmlformats.org/drawingml/2006/table">
            <a:tbl>
              <a:tblPr rtl="1" firstRow="1" bandRow="1">
                <a:tableStyleId>{5C22544A-7EE6-4342-B048-85BDC9FD1C3A}</a:tableStyleId>
              </a:tblPr>
              <a:tblGrid>
                <a:gridCol w="1507409">
                  <a:extLst>
                    <a:ext uri="{9D8B030D-6E8A-4147-A177-3AD203B41FA5}">
                      <a16:colId xmlns:a16="http://schemas.microsoft.com/office/drawing/2014/main" val="2811663780"/>
                    </a:ext>
                  </a:extLst>
                </a:gridCol>
                <a:gridCol w="7607813">
                  <a:extLst>
                    <a:ext uri="{9D8B030D-6E8A-4147-A177-3AD203B41FA5}">
                      <a16:colId xmlns:a16="http://schemas.microsoft.com/office/drawing/2014/main" val="963520766"/>
                    </a:ext>
                  </a:extLst>
                </a:gridCol>
              </a:tblGrid>
              <a:tr h="337127">
                <a:tc>
                  <a:txBody>
                    <a:bodyPr/>
                    <a:lstStyle/>
                    <a:p>
                      <a:pPr rtl="1"/>
                      <a:r>
                        <a:rPr lang="ar" sz="1400" dirty="0">
                          <a:latin typeface="Sakkal Majalla" panose="02000000000000000000" pitchFamily="2" charset="-78"/>
                          <a:cs typeface="Sakkal Majalla" panose="02000000000000000000" pitchFamily="2" charset="-78"/>
                        </a:rPr>
                        <a:t>نوع المنظور</a:t>
                      </a:r>
                    </a:p>
                  </a:txBody>
                  <a:tcPr marT="41564" marB="41564"/>
                </a:tc>
                <a:tc>
                  <a:txBody>
                    <a:bodyPr/>
                    <a:lstStyle/>
                    <a:p>
                      <a:pPr rtl="1"/>
                      <a:r>
                        <a:rPr lang="ar" sz="1400" dirty="0">
                          <a:latin typeface="Sakkal Majalla" panose="02000000000000000000" pitchFamily="2" charset="-78"/>
                          <a:cs typeface="Sakkal Majalla" panose="02000000000000000000" pitchFamily="2" charset="-78"/>
                        </a:rPr>
                        <a:t>الوصف</a:t>
                      </a:r>
                    </a:p>
                  </a:txBody>
                  <a:tcPr marT="41564" marB="41564"/>
                </a:tc>
                <a:extLst>
                  <a:ext uri="{0D108BD9-81ED-4DB2-BD59-A6C34878D82A}">
                    <a16:rowId xmlns:a16="http://schemas.microsoft.com/office/drawing/2014/main" val="968589629"/>
                  </a:ext>
                </a:extLst>
              </a:tr>
              <a:tr h="337127">
                <a:tc>
                  <a:txBody>
                    <a:bodyPr/>
                    <a:lstStyle/>
                    <a:p>
                      <a:pPr rtl="1"/>
                      <a:r>
                        <a:rPr lang="ar" sz="1400" dirty="0">
                          <a:latin typeface="Sakkal Majalla" panose="02000000000000000000" pitchFamily="2" charset="-78"/>
                          <a:cs typeface="Sakkal Majalla" panose="02000000000000000000" pitchFamily="2" charset="-78"/>
                        </a:rPr>
                        <a:t>المنظور الأورثوغرافي</a:t>
                      </a:r>
                    </a:p>
                  </a:txBody>
                  <a:tcPr marT="41564" marB="41564"/>
                </a:tc>
                <a:tc>
                  <a:txBody>
                    <a:bodyPr/>
                    <a:lstStyle/>
                    <a:p>
                      <a:pPr rtl="1"/>
                      <a:r>
                        <a:rPr lang="ar" sz="1400">
                          <a:latin typeface="Sakkal Majalla" panose="02000000000000000000" pitchFamily="2" charset="-78"/>
                          <a:cs typeface="Sakkal Majalla" panose="02000000000000000000" pitchFamily="2" charset="-78"/>
                        </a:rPr>
                        <a:t>تُظهر المنظورات الأورثوغرافية جسمًا من اتجاهات مختلفة (أمامي وعلوي ويمين وما إلى ذلك) لتوفير تمثيل كامل ودقيق لشكله وميزاته.</a:t>
                      </a:r>
                    </a:p>
                  </a:txBody>
                  <a:tcPr marT="41564" marB="41564"/>
                </a:tc>
                <a:extLst>
                  <a:ext uri="{0D108BD9-81ED-4DB2-BD59-A6C34878D82A}">
                    <a16:rowId xmlns:a16="http://schemas.microsoft.com/office/drawing/2014/main" val="219572114"/>
                  </a:ext>
                </a:extLst>
              </a:tr>
              <a:tr h="337127">
                <a:tc>
                  <a:txBody>
                    <a:bodyPr/>
                    <a:lstStyle/>
                    <a:p>
                      <a:pPr rtl="1"/>
                      <a:r>
                        <a:rPr lang="ar" sz="1400" dirty="0">
                          <a:latin typeface="Sakkal Majalla" panose="02000000000000000000" pitchFamily="2" charset="-78"/>
                          <a:cs typeface="Sakkal Majalla" panose="02000000000000000000" pitchFamily="2" charset="-78"/>
                        </a:rPr>
                        <a:t>المنظور الأيزومتري</a:t>
                      </a:r>
                    </a:p>
                  </a:txBody>
                  <a:tcPr marT="41564" marB="41564"/>
                </a:tc>
                <a:tc>
                  <a:txBody>
                    <a:bodyPr/>
                    <a:lstStyle/>
                    <a:p>
                      <a:pPr rtl="1"/>
                      <a:r>
                        <a:rPr lang="ar" sz="1400">
                          <a:latin typeface="Sakkal Majalla" panose="02000000000000000000" pitchFamily="2" charset="-78"/>
                          <a:cs typeface="Sakkal Majalla" panose="02000000000000000000" pitchFamily="2" charset="-78"/>
                        </a:rPr>
                        <a:t>تمثل المنظورات الأيزومترية جسمًا بثلاثة أبعاد باستخدام زاوية 30 درجة. وتوفر تمثيلًا أكثر واقعية وبديهية للجسم.</a:t>
                      </a:r>
                    </a:p>
                  </a:txBody>
                  <a:tcPr marT="41564" marB="41564"/>
                </a:tc>
                <a:extLst>
                  <a:ext uri="{0D108BD9-81ED-4DB2-BD59-A6C34878D82A}">
                    <a16:rowId xmlns:a16="http://schemas.microsoft.com/office/drawing/2014/main" val="3699113338"/>
                  </a:ext>
                </a:extLst>
              </a:tr>
              <a:tr h="337127">
                <a:tc>
                  <a:txBody>
                    <a:bodyPr/>
                    <a:lstStyle/>
                    <a:p>
                      <a:pPr rtl="1"/>
                      <a:r>
                        <a:rPr lang="ar" sz="1400">
                          <a:latin typeface="Sakkal Majalla" panose="02000000000000000000" pitchFamily="2" charset="-78"/>
                          <a:cs typeface="Sakkal Majalla" panose="02000000000000000000" pitchFamily="2" charset="-78"/>
                        </a:rPr>
                        <a:t>المنظورات المقطعية</a:t>
                      </a:r>
                    </a:p>
                  </a:txBody>
                  <a:tcPr marT="41564" marB="41564"/>
                </a:tc>
                <a:tc>
                  <a:txBody>
                    <a:bodyPr/>
                    <a:lstStyle/>
                    <a:p>
                      <a:pPr rtl="1"/>
                      <a:r>
                        <a:rPr lang="ar" sz="1400" dirty="0">
                          <a:latin typeface="Sakkal Majalla" panose="02000000000000000000" pitchFamily="2" charset="-78"/>
                          <a:cs typeface="Sakkal Majalla" panose="02000000000000000000" pitchFamily="2" charset="-78"/>
                        </a:rPr>
                        <a:t>تُستخدم المنظورات المقطعية للكشف عن التفاصيل الداخلية للجسم عن طريق قطعه على طول مستوى معين. وهذا يساعد في فهم البنية الداخلية والميزات.</a:t>
                      </a:r>
                    </a:p>
                  </a:txBody>
                  <a:tcPr marT="41564" marB="41564"/>
                </a:tc>
                <a:extLst>
                  <a:ext uri="{0D108BD9-81ED-4DB2-BD59-A6C34878D82A}">
                    <a16:rowId xmlns:a16="http://schemas.microsoft.com/office/drawing/2014/main" val="3234914261"/>
                  </a:ext>
                </a:extLst>
              </a:tr>
              <a:tr h="337127">
                <a:tc>
                  <a:txBody>
                    <a:bodyPr/>
                    <a:lstStyle/>
                    <a:p>
                      <a:pPr rtl="1"/>
                      <a:r>
                        <a:rPr lang="ar" sz="1400">
                          <a:latin typeface="Sakkal Majalla" panose="02000000000000000000" pitchFamily="2" charset="-78"/>
                          <a:cs typeface="Sakkal Majalla" panose="02000000000000000000" pitchFamily="2" charset="-78"/>
                        </a:rPr>
                        <a:t>المنظورات الإضافية</a:t>
                      </a:r>
                    </a:p>
                  </a:txBody>
                  <a:tcPr marT="41564" marB="41564"/>
                </a:tc>
                <a:tc>
                  <a:txBody>
                    <a:bodyPr/>
                    <a:lstStyle/>
                    <a:p>
                      <a:pPr rtl="1"/>
                      <a:r>
                        <a:rPr lang="ar" sz="1400" dirty="0">
                          <a:latin typeface="Sakkal Majalla" panose="02000000000000000000" pitchFamily="2" charset="-78"/>
                          <a:cs typeface="Sakkal Majalla" panose="02000000000000000000" pitchFamily="2" charset="-78"/>
                        </a:rPr>
                        <a:t>تُستخدم المنظورات الإضافية لإظهار تفاصيل إضافية لجسم لا يمكن تمثيله بالكامل بالمنظورات القياسية. كما أنها توفر فهمًا أكثر شمولاً للميزات المعقدة.</a:t>
                      </a:r>
                    </a:p>
                  </a:txBody>
                  <a:tcPr marT="41564" marB="41564"/>
                </a:tc>
                <a:extLst>
                  <a:ext uri="{0D108BD9-81ED-4DB2-BD59-A6C34878D82A}">
                    <a16:rowId xmlns:a16="http://schemas.microsoft.com/office/drawing/2014/main" val="200880055"/>
                  </a:ext>
                </a:extLst>
              </a:tr>
            </a:tbl>
          </a:graphicData>
        </a:graphic>
      </p:graphicFrame>
      <p:sp>
        <p:nvSpPr>
          <p:cNvPr id="2" name="Footer Placeholder 2">
            <a:extLst>
              <a:ext uri="{FF2B5EF4-FFF2-40B4-BE49-F238E27FC236}">
                <a16:creationId xmlns:a16="http://schemas.microsoft.com/office/drawing/2014/main" id="{F381B4A1-F975-1830-B212-4EABB64D772F}"/>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extLst>
      <p:ext uri="{BB962C8B-B14F-4D97-AF65-F5344CB8AC3E}">
        <p14:creationId xmlns:p14="http://schemas.microsoft.com/office/powerpoint/2010/main" val="3058593588"/>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5724128" y="95568"/>
            <a:ext cx="3419872"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(ب): إعداد رسومات ثنائية الأبعاد بمساعدة الكمبيوتر يمكن استخدامها في العمليات الهندسية.</a:t>
            </a:r>
            <a:br>
              <a:rPr lang="en-GB" altLang="en-US" sz="1600" dirty="0"/>
            </a:br>
            <a:r>
              <a:rPr lang="ar" sz="1600" dirty="0"/>
              <a:t>(ب1) مبادئ الرسم الهندسي </a:t>
            </a:r>
            <a:br>
              <a:rPr lang="en-US" altLang="en-US" sz="1600" dirty="0"/>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8959270" y="-153889"/>
            <a:ext cx="1847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sz="1400" dirty="0">
              <a:latin typeface="Sakkal Majalla" panose="02000000000000000000" pitchFamily="2" charset="-78"/>
              <a:cs typeface="Sakkal Majalla" panose="02000000000000000000" pitchFamily="2" charset="-78"/>
            </a:endParaRPr>
          </a:p>
        </p:txBody>
      </p:sp>
      <p:graphicFrame>
        <p:nvGraphicFramePr>
          <p:cNvPr id="5" name="Table 6">
            <a:extLst>
              <a:ext uri="{FF2B5EF4-FFF2-40B4-BE49-F238E27FC236}">
                <a16:creationId xmlns:a16="http://schemas.microsoft.com/office/drawing/2014/main" id="{23F47F5F-5E50-4AD1-9222-434C9028358F}"/>
              </a:ext>
            </a:extLst>
          </p:cNvPr>
          <p:cNvGraphicFramePr>
            <a:graphicFrameLocks noGrp="1"/>
          </p:cNvGraphicFramePr>
          <p:nvPr>
            <p:extLst>
              <p:ext uri="{D42A27DB-BD31-4B8C-83A1-F6EECF244321}">
                <p14:modId xmlns:p14="http://schemas.microsoft.com/office/powerpoint/2010/main" val="3008781248"/>
              </p:ext>
            </p:extLst>
          </p:nvPr>
        </p:nvGraphicFramePr>
        <p:xfrm>
          <a:off x="0" y="1203960"/>
          <a:ext cx="9144000" cy="2225040"/>
        </p:xfrm>
        <a:graphic>
          <a:graphicData uri="http://schemas.openxmlformats.org/drawingml/2006/table">
            <a:tbl>
              <a:tblPr rtl="1" firstRow="1" bandRow="1">
                <a:tableStyleId>{5C22544A-7EE6-4342-B048-85BDC9FD1C3A}</a:tableStyleId>
              </a:tblPr>
              <a:tblGrid>
                <a:gridCol w="1512168">
                  <a:extLst>
                    <a:ext uri="{9D8B030D-6E8A-4147-A177-3AD203B41FA5}">
                      <a16:colId xmlns:a16="http://schemas.microsoft.com/office/drawing/2014/main" val="2811663780"/>
                    </a:ext>
                  </a:extLst>
                </a:gridCol>
                <a:gridCol w="7631832">
                  <a:extLst>
                    <a:ext uri="{9D8B030D-6E8A-4147-A177-3AD203B41FA5}">
                      <a16:colId xmlns:a16="http://schemas.microsoft.com/office/drawing/2014/main" val="963520766"/>
                    </a:ext>
                  </a:extLst>
                </a:gridCol>
              </a:tblGrid>
              <a:tr h="370840">
                <a:tc>
                  <a:txBody>
                    <a:bodyPr/>
                    <a:lstStyle/>
                    <a:p>
                      <a:pPr rtl="1"/>
                      <a:r>
                        <a:rPr lang="ar" sz="1400" dirty="0">
                          <a:latin typeface="Sakkal Majalla" panose="02000000000000000000" pitchFamily="2" charset="-78"/>
                          <a:cs typeface="Sakkal Majalla" panose="02000000000000000000" pitchFamily="2" charset="-78"/>
                        </a:rPr>
                        <a:t>أنواع الخط</a:t>
                      </a:r>
                    </a:p>
                  </a:txBody>
                  <a:tcPr/>
                </a:tc>
                <a:tc>
                  <a:txBody>
                    <a:bodyPr/>
                    <a:lstStyle/>
                    <a:p>
                      <a:pPr rtl="1"/>
                      <a:r>
                        <a:rPr lang="ar" sz="140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968589629"/>
                  </a:ext>
                </a:extLst>
              </a:tr>
              <a:tr h="370840">
                <a:tc>
                  <a:txBody>
                    <a:bodyPr/>
                    <a:lstStyle/>
                    <a:p>
                      <a:pPr rtl="1"/>
                      <a:r>
                        <a:rPr lang="ar" sz="1400" dirty="0">
                          <a:latin typeface="Sakkal Majalla" panose="02000000000000000000" pitchFamily="2" charset="-78"/>
                          <a:cs typeface="Sakkal Majalla" panose="02000000000000000000" pitchFamily="2" charset="-78"/>
                        </a:rPr>
                        <a:t>خط مستمر</a:t>
                      </a:r>
                    </a:p>
                  </a:txBody>
                  <a:tcPr/>
                </a:tc>
                <a:tc>
                  <a:txBody>
                    <a:bodyPr/>
                    <a:lstStyle/>
                    <a:p>
                      <a:pPr rtl="1"/>
                      <a:r>
                        <a:rPr lang="ar" sz="1400">
                          <a:latin typeface="Sakkal Majalla" panose="02000000000000000000" pitchFamily="2" charset="-78"/>
                          <a:cs typeface="Sakkal Majalla" panose="02000000000000000000" pitchFamily="2" charset="-78"/>
                        </a:rPr>
                        <a:t>تُستخدم الخطوط المستمرة لتمثيل الحواف المرئية وأطر الأجسام.</a:t>
                      </a:r>
                    </a:p>
                  </a:txBody>
                  <a:tcPr/>
                </a:tc>
                <a:extLst>
                  <a:ext uri="{0D108BD9-81ED-4DB2-BD59-A6C34878D82A}">
                    <a16:rowId xmlns:a16="http://schemas.microsoft.com/office/drawing/2014/main" val="219572114"/>
                  </a:ext>
                </a:extLst>
              </a:tr>
              <a:tr h="370840">
                <a:tc>
                  <a:txBody>
                    <a:bodyPr/>
                    <a:lstStyle/>
                    <a:p>
                      <a:pPr rtl="1"/>
                      <a:r>
                        <a:rPr lang="ar" sz="1400" dirty="0">
                          <a:latin typeface="Sakkal Majalla" panose="02000000000000000000" pitchFamily="2" charset="-78"/>
                          <a:cs typeface="Sakkal Majalla" panose="02000000000000000000" pitchFamily="2" charset="-78"/>
                        </a:rPr>
                        <a:t>خط مخفي</a:t>
                      </a:r>
                    </a:p>
                  </a:txBody>
                  <a:tcPr/>
                </a:tc>
                <a:tc>
                  <a:txBody>
                    <a:bodyPr/>
                    <a:lstStyle/>
                    <a:p>
                      <a:pPr rtl="1"/>
                      <a:r>
                        <a:rPr lang="ar" sz="1400" dirty="0">
                          <a:latin typeface="Sakkal Majalla" panose="02000000000000000000" pitchFamily="2" charset="-78"/>
                          <a:cs typeface="Sakkal Majalla" panose="02000000000000000000" pitchFamily="2" charset="-78"/>
                        </a:rPr>
                        <a:t>تُستخدم الخطوط المخفية لتمثيل الحواف أو الأسطح غير المرئية في المنظور الحالي.</a:t>
                      </a:r>
                    </a:p>
                  </a:txBody>
                  <a:tcPr/>
                </a:tc>
                <a:extLst>
                  <a:ext uri="{0D108BD9-81ED-4DB2-BD59-A6C34878D82A}">
                    <a16:rowId xmlns:a16="http://schemas.microsoft.com/office/drawing/2014/main" val="3699113338"/>
                  </a:ext>
                </a:extLst>
              </a:tr>
              <a:tr h="370840">
                <a:tc>
                  <a:txBody>
                    <a:bodyPr/>
                    <a:lstStyle/>
                    <a:p>
                      <a:pPr rtl="1"/>
                      <a:r>
                        <a:rPr lang="ar" sz="1400" dirty="0">
                          <a:latin typeface="Sakkal Majalla" panose="02000000000000000000" pitchFamily="2" charset="-78"/>
                          <a:cs typeface="Sakkal Majalla" panose="02000000000000000000" pitchFamily="2" charset="-78"/>
                        </a:rPr>
                        <a:t>الخط المركزي</a:t>
                      </a:r>
                    </a:p>
                  </a:txBody>
                  <a:tcPr/>
                </a:tc>
                <a:tc>
                  <a:txBody>
                    <a:bodyPr/>
                    <a:lstStyle/>
                    <a:p>
                      <a:pPr rtl="1"/>
                      <a:r>
                        <a:rPr lang="ar" sz="1400">
                          <a:latin typeface="Sakkal Majalla" panose="02000000000000000000" pitchFamily="2" charset="-78"/>
                          <a:cs typeface="Sakkal Majalla" panose="02000000000000000000" pitchFamily="2" charset="-78"/>
                        </a:rPr>
                        <a:t>تُستخدم الخطوط المركزية لتمثيل مركز أو محور تناظر الجسم.</a:t>
                      </a:r>
                    </a:p>
                  </a:txBody>
                  <a:tcPr/>
                </a:tc>
                <a:extLst>
                  <a:ext uri="{0D108BD9-81ED-4DB2-BD59-A6C34878D82A}">
                    <a16:rowId xmlns:a16="http://schemas.microsoft.com/office/drawing/2014/main" val="1681436481"/>
                  </a:ext>
                </a:extLst>
              </a:tr>
              <a:tr h="370840">
                <a:tc>
                  <a:txBody>
                    <a:bodyPr/>
                    <a:lstStyle/>
                    <a:p>
                      <a:pPr rtl="1"/>
                      <a:r>
                        <a:rPr lang="ar" sz="1400">
                          <a:latin typeface="Sakkal Majalla" panose="02000000000000000000" pitchFamily="2" charset="-78"/>
                          <a:cs typeface="Sakkal Majalla" panose="02000000000000000000" pitchFamily="2" charset="-78"/>
                        </a:rPr>
                        <a:t>خط البُعد</a:t>
                      </a:r>
                    </a:p>
                  </a:txBody>
                  <a:tcPr/>
                </a:tc>
                <a:tc>
                  <a:txBody>
                    <a:bodyPr/>
                    <a:lstStyle/>
                    <a:p>
                      <a:pPr rtl="1"/>
                      <a:r>
                        <a:rPr lang="ar" sz="1400" dirty="0">
                          <a:latin typeface="Sakkal Majalla" panose="02000000000000000000" pitchFamily="2" charset="-78"/>
                          <a:cs typeface="Sakkal Majalla" panose="02000000000000000000" pitchFamily="2" charset="-78"/>
                        </a:rPr>
                        <a:t>تُستخدم خطوط الأبعاد للإشارة إلى حجم المزايا وموقعها على الرسم.</a:t>
                      </a:r>
                    </a:p>
                  </a:txBody>
                  <a:tcPr/>
                </a:tc>
                <a:extLst>
                  <a:ext uri="{0D108BD9-81ED-4DB2-BD59-A6C34878D82A}">
                    <a16:rowId xmlns:a16="http://schemas.microsoft.com/office/drawing/2014/main" val="2327851834"/>
                  </a:ext>
                </a:extLst>
              </a:tr>
              <a:tr h="370840">
                <a:tc>
                  <a:txBody>
                    <a:bodyPr/>
                    <a:lstStyle/>
                    <a:p>
                      <a:pPr rtl="1"/>
                      <a:r>
                        <a:rPr lang="ar" sz="1400">
                          <a:latin typeface="Sakkal Majalla" panose="02000000000000000000" pitchFamily="2" charset="-78"/>
                          <a:cs typeface="Sakkal Majalla" panose="02000000000000000000" pitchFamily="2" charset="-78"/>
                        </a:rPr>
                        <a:t>خط التمديد</a:t>
                      </a:r>
                    </a:p>
                  </a:txBody>
                  <a:tcPr/>
                </a:tc>
                <a:tc>
                  <a:txBody>
                    <a:bodyPr/>
                    <a:lstStyle/>
                    <a:p>
                      <a:pPr rtl="1"/>
                      <a:r>
                        <a:rPr lang="ar" sz="1400" dirty="0">
                          <a:latin typeface="Sakkal Majalla" panose="02000000000000000000" pitchFamily="2" charset="-78"/>
                          <a:cs typeface="Sakkal Majalla" panose="02000000000000000000" pitchFamily="2" charset="-78"/>
                        </a:rPr>
                        <a:t>تُستخدم خطوط التمديد للإشارة إلى نقاط النهاية لخط البُعد.</a:t>
                      </a:r>
                    </a:p>
                  </a:txBody>
                  <a:tcPr/>
                </a:tc>
                <a:extLst>
                  <a:ext uri="{0D108BD9-81ED-4DB2-BD59-A6C34878D82A}">
                    <a16:rowId xmlns:a16="http://schemas.microsoft.com/office/drawing/2014/main" val="644243051"/>
                  </a:ext>
                </a:extLst>
              </a:tr>
            </a:tbl>
          </a:graphicData>
        </a:graphic>
      </p:graphicFrame>
      <p:graphicFrame>
        <p:nvGraphicFramePr>
          <p:cNvPr id="7" name="Table 6">
            <a:extLst>
              <a:ext uri="{FF2B5EF4-FFF2-40B4-BE49-F238E27FC236}">
                <a16:creationId xmlns:a16="http://schemas.microsoft.com/office/drawing/2014/main" id="{0B1F92DC-153E-4EF7-8B81-92B3F85B0405}"/>
              </a:ext>
            </a:extLst>
          </p:cNvPr>
          <p:cNvGraphicFramePr>
            <a:graphicFrameLocks noGrp="1"/>
          </p:cNvGraphicFramePr>
          <p:nvPr>
            <p:extLst>
              <p:ext uri="{D42A27DB-BD31-4B8C-83A1-F6EECF244321}">
                <p14:modId xmlns:p14="http://schemas.microsoft.com/office/powerpoint/2010/main" val="936106067"/>
              </p:ext>
            </p:extLst>
          </p:nvPr>
        </p:nvGraphicFramePr>
        <p:xfrm>
          <a:off x="0" y="3869433"/>
          <a:ext cx="9144000" cy="2225040"/>
        </p:xfrm>
        <a:graphic>
          <a:graphicData uri="http://schemas.openxmlformats.org/drawingml/2006/table">
            <a:tbl>
              <a:tblPr rtl="1" firstRow="1" bandRow="1">
                <a:tableStyleId>{5C22544A-7EE6-4342-B048-85BDC9FD1C3A}</a:tableStyleId>
              </a:tblPr>
              <a:tblGrid>
                <a:gridCol w="1512168">
                  <a:extLst>
                    <a:ext uri="{9D8B030D-6E8A-4147-A177-3AD203B41FA5}">
                      <a16:colId xmlns:a16="http://schemas.microsoft.com/office/drawing/2014/main" val="2811663780"/>
                    </a:ext>
                  </a:extLst>
                </a:gridCol>
                <a:gridCol w="7631832">
                  <a:extLst>
                    <a:ext uri="{9D8B030D-6E8A-4147-A177-3AD203B41FA5}">
                      <a16:colId xmlns:a16="http://schemas.microsoft.com/office/drawing/2014/main" val="963520766"/>
                    </a:ext>
                  </a:extLst>
                </a:gridCol>
              </a:tblGrid>
              <a:tr h="370840">
                <a:tc>
                  <a:txBody>
                    <a:bodyPr/>
                    <a:lstStyle/>
                    <a:p>
                      <a:pPr rtl="1"/>
                      <a:r>
                        <a:rPr lang="ar" sz="1400" dirty="0">
                          <a:latin typeface="Sakkal Majalla" panose="02000000000000000000" pitchFamily="2" charset="-78"/>
                          <a:cs typeface="Sakkal Majalla" panose="02000000000000000000" pitchFamily="2" charset="-78"/>
                        </a:rPr>
                        <a:t>الميزة</a:t>
                      </a:r>
                    </a:p>
                  </a:txBody>
                  <a:tcPr/>
                </a:tc>
                <a:tc>
                  <a:txBody>
                    <a:bodyPr/>
                    <a:lstStyle/>
                    <a:p>
                      <a:pPr rtl="1"/>
                      <a:r>
                        <a:rPr lang="ar" sz="1400" dirty="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968589629"/>
                  </a:ext>
                </a:extLst>
              </a:tr>
              <a:tr h="370840">
                <a:tc>
                  <a:txBody>
                    <a:bodyPr/>
                    <a:lstStyle/>
                    <a:p>
                      <a:pPr rtl="1"/>
                      <a:r>
                        <a:rPr lang="ar" sz="1400" dirty="0">
                          <a:latin typeface="Sakkal Majalla" panose="02000000000000000000" pitchFamily="2" charset="-78"/>
                          <a:cs typeface="Sakkal Majalla" panose="02000000000000000000" pitchFamily="2" charset="-78"/>
                        </a:rPr>
                        <a:t>الأبعاد</a:t>
                      </a:r>
                    </a:p>
                  </a:txBody>
                  <a:tcPr/>
                </a:tc>
                <a:tc>
                  <a:txBody>
                    <a:bodyPr/>
                    <a:lstStyle/>
                    <a:p>
                      <a:pPr rtl="1"/>
                      <a:r>
                        <a:rPr lang="ar" sz="1400">
                          <a:latin typeface="Sakkal Majalla" panose="02000000000000000000" pitchFamily="2" charset="-78"/>
                          <a:cs typeface="Sakkal Majalla" panose="02000000000000000000" pitchFamily="2" charset="-78"/>
                        </a:rPr>
                        <a:t>تُستخدم الأبعاد لتحديد حجم وموقع المزايا على الرسم. وتوفر معلومات مهمة لعمليات التصنيع والتجميع.</a:t>
                      </a:r>
                    </a:p>
                  </a:txBody>
                  <a:tcPr/>
                </a:tc>
                <a:extLst>
                  <a:ext uri="{0D108BD9-81ED-4DB2-BD59-A6C34878D82A}">
                    <a16:rowId xmlns:a16="http://schemas.microsoft.com/office/drawing/2014/main" val="219572114"/>
                  </a:ext>
                </a:extLst>
              </a:tr>
              <a:tr h="370840">
                <a:tc>
                  <a:txBody>
                    <a:bodyPr/>
                    <a:lstStyle/>
                    <a:p>
                      <a:pPr rtl="1"/>
                      <a:r>
                        <a:rPr lang="ar" sz="1400" dirty="0">
                          <a:latin typeface="Sakkal Majalla" panose="02000000000000000000" pitchFamily="2" charset="-78"/>
                          <a:cs typeface="Sakkal Majalla" panose="02000000000000000000" pitchFamily="2" charset="-78"/>
                        </a:rPr>
                        <a:t>الرموز</a:t>
                      </a:r>
                    </a:p>
                  </a:txBody>
                  <a:tcPr/>
                </a:tc>
                <a:tc>
                  <a:txBody>
                    <a:bodyPr/>
                    <a:lstStyle/>
                    <a:p>
                      <a:pPr rtl="1"/>
                      <a:r>
                        <a:rPr lang="ar" sz="1400">
                          <a:latin typeface="Sakkal Majalla" panose="02000000000000000000" pitchFamily="2" charset="-78"/>
                          <a:cs typeface="Sakkal Majalla" panose="02000000000000000000" pitchFamily="2" charset="-78"/>
                        </a:rPr>
                        <a:t>الرموز هي تمثيلات رسومية لميزات أو مكونات أو مواد محددة. فهي تساعد على نقل المعلومات بكفاءة وثبات.</a:t>
                      </a:r>
                    </a:p>
                  </a:txBody>
                  <a:tcPr/>
                </a:tc>
                <a:extLst>
                  <a:ext uri="{0D108BD9-81ED-4DB2-BD59-A6C34878D82A}">
                    <a16:rowId xmlns:a16="http://schemas.microsoft.com/office/drawing/2014/main" val="3699113338"/>
                  </a:ext>
                </a:extLst>
              </a:tr>
              <a:tr h="370840">
                <a:tc>
                  <a:txBody>
                    <a:bodyPr/>
                    <a:lstStyle/>
                    <a:p>
                      <a:pPr rtl="1"/>
                      <a:r>
                        <a:rPr lang="ar" sz="1400" dirty="0">
                          <a:latin typeface="Sakkal Majalla" panose="02000000000000000000" pitchFamily="2" charset="-78"/>
                          <a:cs typeface="Sakkal Majalla" panose="02000000000000000000" pitchFamily="2" charset="-78"/>
                        </a:rPr>
                        <a:t>خطوط المقطع</a:t>
                      </a:r>
                    </a:p>
                  </a:txBody>
                  <a:tcPr/>
                </a:tc>
                <a:tc>
                  <a:txBody>
                    <a:bodyPr/>
                    <a:lstStyle/>
                    <a:p>
                      <a:pPr rtl="1"/>
                      <a:r>
                        <a:rPr lang="ar" sz="1400">
                          <a:latin typeface="Sakkal Majalla" panose="02000000000000000000" pitchFamily="2" charset="-78"/>
                          <a:cs typeface="Sakkal Majalla" panose="02000000000000000000" pitchFamily="2" charset="-78"/>
                        </a:rPr>
                        <a:t>تُستخدم خطوط المقطع في المنظورات المقطعية للإشارة إلى الأسطح المقطوعة للجسم. وتوفر تمثيلًا مرئيًا للمادة أو البنية الداخلية.</a:t>
                      </a:r>
                    </a:p>
                  </a:txBody>
                  <a:tcPr/>
                </a:tc>
                <a:extLst>
                  <a:ext uri="{0D108BD9-81ED-4DB2-BD59-A6C34878D82A}">
                    <a16:rowId xmlns:a16="http://schemas.microsoft.com/office/drawing/2014/main" val="1681436481"/>
                  </a:ext>
                </a:extLst>
              </a:tr>
              <a:tr h="370840">
                <a:tc>
                  <a:txBody>
                    <a:bodyPr/>
                    <a:lstStyle/>
                    <a:p>
                      <a:pPr rtl="1"/>
                      <a:r>
                        <a:rPr lang="ar" sz="1400">
                          <a:latin typeface="Sakkal Majalla" panose="02000000000000000000" pitchFamily="2" charset="-78"/>
                          <a:cs typeface="Sakkal Majalla" panose="02000000000000000000" pitchFamily="2" charset="-78"/>
                        </a:rPr>
                        <a:t>التعليقات التوضيحية</a:t>
                      </a:r>
                    </a:p>
                  </a:txBody>
                  <a:tcPr/>
                </a:tc>
                <a:tc>
                  <a:txBody>
                    <a:bodyPr/>
                    <a:lstStyle/>
                    <a:p>
                      <a:pPr rtl="1"/>
                      <a:r>
                        <a:rPr lang="ar" sz="1400" dirty="0">
                          <a:latin typeface="Sakkal Majalla" panose="02000000000000000000" pitchFamily="2" charset="-78"/>
                          <a:cs typeface="Sakkal Majalla" panose="02000000000000000000" pitchFamily="2" charset="-78"/>
                        </a:rPr>
                        <a:t>تتضمن التعليقات التوضيحية النص والملاحظات والتسميات المضافة إلى الرسم لتوفير معلومات أو توضيحات إضافية.</a:t>
                      </a:r>
                    </a:p>
                  </a:txBody>
                  <a:tcPr/>
                </a:tc>
                <a:extLst>
                  <a:ext uri="{0D108BD9-81ED-4DB2-BD59-A6C34878D82A}">
                    <a16:rowId xmlns:a16="http://schemas.microsoft.com/office/drawing/2014/main" val="2327851834"/>
                  </a:ext>
                </a:extLst>
              </a:tr>
              <a:tr h="370840">
                <a:tc>
                  <a:txBody>
                    <a:bodyPr/>
                    <a:lstStyle/>
                    <a:p>
                      <a:pPr rtl="1"/>
                      <a:r>
                        <a:rPr lang="ar" sz="1400">
                          <a:latin typeface="Sakkal Majalla" panose="02000000000000000000" pitchFamily="2" charset="-78"/>
                          <a:cs typeface="Sakkal Majalla" panose="02000000000000000000" pitchFamily="2" charset="-78"/>
                        </a:rPr>
                        <a:t>المقياس</a:t>
                      </a:r>
                    </a:p>
                  </a:txBody>
                  <a:tcPr/>
                </a:tc>
                <a:tc>
                  <a:txBody>
                    <a:bodyPr/>
                    <a:lstStyle/>
                    <a:p>
                      <a:pPr rtl="1"/>
                      <a:r>
                        <a:rPr lang="ar" sz="1400" dirty="0">
                          <a:latin typeface="Sakkal Majalla" panose="02000000000000000000" pitchFamily="2" charset="-78"/>
                          <a:cs typeface="Sakkal Majalla" panose="02000000000000000000" pitchFamily="2" charset="-78"/>
                        </a:rPr>
                        <a:t>يشير المقياس إلى النسبة بين حجم الرسم والحجم الفعلي للجسم. ويضمن أن الرسم يمثل الأبعاد المقصودة بدقة.</a:t>
                      </a:r>
                    </a:p>
                  </a:txBody>
                  <a:tcPr/>
                </a:tc>
                <a:extLst>
                  <a:ext uri="{0D108BD9-81ED-4DB2-BD59-A6C34878D82A}">
                    <a16:rowId xmlns:a16="http://schemas.microsoft.com/office/drawing/2014/main" val="644243051"/>
                  </a:ext>
                </a:extLst>
              </a:tr>
            </a:tbl>
          </a:graphicData>
        </a:graphic>
      </p:graphicFrame>
      <p:sp>
        <p:nvSpPr>
          <p:cNvPr id="2" name="Footer Placeholder 2">
            <a:extLst>
              <a:ext uri="{FF2B5EF4-FFF2-40B4-BE49-F238E27FC236}">
                <a16:creationId xmlns:a16="http://schemas.microsoft.com/office/drawing/2014/main" id="{671214C6-E58B-BF9A-D066-DFA4F4916A6E}"/>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extLst>
      <p:ext uri="{BB962C8B-B14F-4D97-AF65-F5344CB8AC3E}">
        <p14:creationId xmlns:p14="http://schemas.microsoft.com/office/powerpoint/2010/main" val="226842190"/>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300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(ب): إعداد رسومات ثنائية الأبعاد بمساعدة الكمبيوتر </a:t>
            </a:r>
            <a:br>
              <a:rPr lang="en-GB" altLang="en-US" sz="1600" dirty="0"/>
            </a:br>
            <a:r>
              <a:rPr lang="ar" sz="1600" dirty="0"/>
              <a:t>يمكن استخدامها في العمليات الهندسية</a:t>
            </a:r>
            <a:br>
              <a:rPr lang="en-GB" altLang="en-US" sz="1600" dirty="0"/>
            </a:br>
            <a:r>
              <a:rPr lang="ar" sz="1600" dirty="0"/>
              <a:t>(ب1) مبادئ الرسم الهندسي </a:t>
            </a:r>
            <a:br>
              <a:rPr lang="en-US" altLang="en-US" sz="1600" dirty="0"/>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6E95BE23-D850-4595-81B3-1694D8E975A3}"/>
              </a:ext>
            </a:extLst>
          </p:cNvPr>
          <p:cNvSpPr txBox="1"/>
          <p:nvPr/>
        </p:nvSpPr>
        <p:spPr>
          <a:xfrm>
            <a:off x="3563888" y="1129962"/>
            <a:ext cx="5400600" cy="5755422"/>
          </a:xfrm>
          <a:prstGeom prst="rect">
            <a:avLst/>
          </a:prstGeom>
          <a:noFill/>
        </p:spPr>
        <p:txBody>
          <a:bodyPr wrap="square" rtlCol="1">
            <a:spAutoFit/>
          </a:bodyPr>
          <a:lstStyle/>
          <a:p>
            <a:pPr rtl="1"/>
            <a:r>
              <a:rPr lang="ar" sz="1600" b="1" dirty="0">
                <a:latin typeface="Sakkal Majalla" panose="02000000000000000000" pitchFamily="2" charset="-78"/>
                <a:cs typeface="Sakkal Majalla" panose="02000000000000000000" pitchFamily="2" charset="-78"/>
              </a:rPr>
              <a:t>رموز ومكونات مخطط الدائرة</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الخلية/البطارية: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الخلية أو البطارية هي جهاز يوفر الطاقة الكهربائية عن طريق تحويل الطاقة الكيميائية إلى طاقة كهربائية.</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مفتاح (مُبَدْل):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المفتاح هو جهاز يستخدم لقطع تدفق التيار الكهربائي أو تحويله.</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مقاوم: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المقاوم هو مكون كهربائي سلبي ثنائي الطرف يقاوم تدفق التيار الكهربائي.</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موحد التيار (دايود):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الدايود هو مكون إلكتروني ثنائي الأطراف يسمح بتدفق التيار الكهربائي في اتجاه واحد فقط.</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مكثف: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المكثف هو مكون إلكتروني سلبي ثنائي الأطراف يخزن الطاقة الكهربائية في مجال كهربائي.</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DC80841-5F4D-B7E0-A341-7FBB7CB826BC}"/>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a:extLst>
              <a:ext uri="{FF2B5EF4-FFF2-40B4-BE49-F238E27FC236}">
                <a16:creationId xmlns:a16="http://schemas.microsoft.com/office/drawing/2014/main" id="{05CE1F23-8421-C48A-6694-163EE01CDF58}"/>
              </a:ext>
            </a:extLst>
          </p:cNvPr>
          <p:cNvPicPr>
            <a:picLocks noChangeAspect="1"/>
          </p:cNvPicPr>
          <p:nvPr/>
        </p:nvPicPr>
        <p:blipFill>
          <a:blip r:embed="rId4"/>
          <a:stretch>
            <a:fillRect/>
          </a:stretch>
        </p:blipFill>
        <p:spPr>
          <a:xfrm>
            <a:off x="467544" y="2193160"/>
            <a:ext cx="3000375" cy="3629025"/>
          </a:xfrm>
          <a:prstGeom prst="rect">
            <a:avLst/>
          </a:prstGeom>
        </p:spPr>
      </p:pic>
    </p:spTree>
    <p:extLst>
      <p:ext uri="{BB962C8B-B14F-4D97-AF65-F5344CB8AC3E}">
        <p14:creationId xmlns:p14="http://schemas.microsoft.com/office/powerpoint/2010/main" val="1233353315"/>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30044"/>
            <a:ext cx="8229600" cy="8786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(ب): إعداد رسومات ثنائية الأبعاد بمساعدة الكمبيوتر </a:t>
            </a:r>
            <a:br>
              <a:rPr lang="en-GB" altLang="en-US" sz="1600" dirty="0"/>
            </a:br>
            <a:r>
              <a:rPr lang="ar" sz="1600" dirty="0"/>
              <a:t>يمكن استخدامها في العمليات الهندسية</a:t>
            </a:r>
            <a:br>
              <a:rPr lang="en-GB" altLang="en-US" sz="1600" dirty="0"/>
            </a:br>
            <a:r>
              <a:rPr lang="ar" sz="1600" dirty="0"/>
              <a:t>(ب1) مبادئ الرسم الهندسي </a:t>
            </a:r>
            <a:br>
              <a:rPr lang="en-US" altLang="en-US" sz="1600" dirty="0"/>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6E95BE23-D850-4595-81B3-1694D8E975A3}"/>
              </a:ext>
            </a:extLst>
          </p:cNvPr>
          <p:cNvSpPr txBox="1"/>
          <p:nvPr/>
        </p:nvSpPr>
        <p:spPr>
          <a:xfrm>
            <a:off x="3635896" y="1160160"/>
            <a:ext cx="5479860" cy="5509200"/>
          </a:xfrm>
          <a:prstGeom prst="rect">
            <a:avLst/>
          </a:prstGeom>
          <a:noFill/>
        </p:spPr>
        <p:txBody>
          <a:bodyPr wrap="square" rtlCol="1">
            <a:spAutoFit/>
          </a:bodyPr>
          <a:lstStyle/>
          <a:p>
            <a:pPr rtl="1"/>
            <a:r>
              <a:rPr lang="ar" sz="1600" b="1" dirty="0">
                <a:latin typeface="Sakkal Majalla" panose="02000000000000000000" pitchFamily="2" charset="-78"/>
                <a:cs typeface="Sakkal Majalla" panose="02000000000000000000" pitchFamily="2" charset="-78"/>
              </a:rPr>
              <a:t>رموز ومكونات مخطط الدائرة</a:t>
            </a:r>
          </a:p>
          <a:p>
            <a:pPr rtl="1"/>
            <a:endParaRPr lang="en-GB" sz="12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ترانزستور: </a:t>
            </a:r>
          </a:p>
          <a:p>
            <a:pPr rtl="1"/>
            <a:endParaRPr lang="en-GB" sz="1200"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الترانزستور هو جهاز شبه موصل يُستخدم لتضخيم أو تبديل الإشارات الإلكترونية والطاقة الكهربائية.</a:t>
            </a:r>
            <a:endParaRPr lang="en-GB" sz="1600" dirty="0">
              <a:latin typeface="Sakkal Majalla" panose="02000000000000000000" pitchFamily="2" charset="-78"/>
              <a:cs typeface="Sakkal Majalla" panose="02000000000000000000" pitchFamily="2" charset="-78"/>
            </a:endParaRPr>
          </a:p>
          <a:p>
            <a:pPr rtl="1"/>
            <a:endParaRPr lang="en-GB" sz="12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الدوائر المتكاملة: </a:t>
            </a:r>
          </a:p>
          <a:p>
            <a:pPr rtl="1"/>
            <a:endParaRPr lang="en-GB" sz="12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الدوائر المتكاملة عبارة عن مجموعة من الدوائر الإلكترونية على قطعة مسطحة صغيرة من مادة أشباه الموصلات.</a:t>
            </a:r>
          </a:p>
          <a:p>
            <a:pPr rtl="1"/>
            <a:endParaRPr lang="en-GB" sz="12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موحد تيار باعث للضوء (LED):</a:t>
            </a:r>
          </a:p>
          <a:p>
            <a:pPr rtl="1"/>
            <a:endParaRPr lang="en-GB" sz="12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موحد التيار الباعث للضوء هو مصدر ضوء شبه موصل ثنائي الطرف يصدر الضوء عند تنشيطه.</a:t>
            </a:r>
          </a:p>
          <a:p>
            <a:pPr rtl="1"/>
            <a:endParaRPr lang="en-GB" sz="12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محرك: </a:t>
            </a:r>
          </a:p>
          <a:p>
            <a:pPr rtl="1"/>
            <a:endParaRPr lang="en-GB" sz="12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المحرك هو جهاز يحول الطاقة الكهربائية إلى طاقة ميكانيكية.</a:t>
            </a:r>
          </a:p>
          <a:p>
            <a:pPr rtl="1"/>
            <a:endParaRPr lang="en-GB" sz="12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صفارة: </a:t>
            </a:r>
          </a:p>
          <a:p>
            <a:pPr rtl="1"/>
            <a:endParaRPr lang="en-GB" sz="12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الصفارة هي جهاز إشارة صوتية ينتج صوت طنين أو صفير.</a:t>
            </a:r>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71988E7-C404-6C1D-65EB-2306F81640AE}"/>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a:extLst>
              <a:ext uri="{FF2B5EF4-FFF2-40B4-BE49-F238E27FC236}">
                <a16:creationId xmlns:a16="http://schemas.microsoft.com/office/drawing/2014/main" id="{4A83408F-79C1-B389-6749-B126DB98DF68}"/>
              </a:ext>
            </a:extLst>
          </p:cNvPr>
          <p:cNvPicPr>
            <a:picLocks noChangeAspect="1"/>
          </p:cNvPicPr>
          <p:nvPr/>
        </p:nvPicPr>
        <p:blipFill>
          <a:blip r:embed="rId4"/>
          <a:stretch>
            <a:fillRect/>
          </a:stretch>
        </p:blipFill>
        <p:spPr>
          <a:xfrm>
            <a:off x="251520" y="1268760"/>
            <a:ext cx="3260808" cy="2130503"/>
          </a:xfrm>
          <a:prstGeom prst="rect">
            <a:avLst/>
          </a:prstGeom>
        </p:spPr>
      </p:pic>
      <p:pic>
        <p:nvPicPr>
          <p:cNvPr id="6" name="Picture 5" descr="A close up of a motorcycle engine&#10;&#10;Description automatically generated">
            <a:extLst>
              <a:ext uri="{FF2B5EF4-FFF2-40B4-BE49-F238E27FC236}">
                <a16:creationId xmlns:a16="http://schemas.microsoft.com/office/drawing/2014/main" id="{F2D93916-E190-551E-301E-471799D1287B}"/>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51020" y="3501008"/>
            <a:ext cx="3260660" cy="3051449"/>
          </a:xfrm>
          <a:prstGeom prst="rect">
            <a:avLst/>
          </a:prstGeom>
        </p:spPr>
      </p:pic>
    </p:spTree>
    <p:extLst>
      <p:ext uri="{BB962C8B-B14F-4D97-AF65-F5344CB8AC3E}">
        <p14:creationId xmlns:p14="http://schemas.microsoft.com/office/powerpoint/2010/main" val="4129004490"/>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300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(ب): إعداد رسومات ثنائية الأبعاد بمساعدة الكمبيوتر </a:t>
            </a:r>
            <a:br>
              <a:rPr lang="en-GB" altLang="en-US" sz="1600" dirty="0"/>
            </a:br>
            <a:r>
              <a:rPr lang="ar" sz="1600" dirty="0"/>
              <a:t>يمكن استخدامها في العمليات الهندسية</a:t>
            </a:r>
            <a:br>
              <a:rPr lang="en-GB" altLang="en-US" sz="1600" dirty="0"/>
            </a:br>
            <a:br>
              <a:rPr lang="en-GB" altLang="en-US" sz="1600" dirty="0"/>
            </a:br>
            <a:r>
              <a:rPr lang="ar" sz="1600" dirty="0"/>
              <a:t>(ب2) رسم ثنائي الأبعاد بمساعدة الكمبيوتر</a:t>
            </a:r>
            <a:br>
              <a:rPr lang="en-GB" altLang="en-US" sz="1600" dirty="0">
                <a:highlight>
                  <a:srgbClr val="FFFF00"/>
                </a:highlight>
              </a:rPr>
            </a:b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8959269"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6E95BE23-D850-4595-81B3-1694D8E975A3}"/>
              </a:ext>
            </a:extLst>
          </p:cNvPr>
          <p:cNvSpPr txBox="1"/>
          <p:nvPr/>
        </p:nvSpPr>
        <p:spPr>
          <a:xfrm>
            <a:off x="4283968" y="1249015"/>
            <a:ext cx="4831788" cy="4832092"/>
          </a:xfrm>
          <a:prstGeom prst="rect">
            <a:avLst/>
          </a:prstGeom>
          <a:noFill/>
        </p:spPr>
        <p:txBody>
          <a:bodyPr wrap="square" rtlCol="1">
            <a:spAutoFit/>
          </a:bodyPr>
          <a:lstStyle/>
          <a:p>
            <a:pPr rtl="1"/>
            <a:r>
              <a:rPr lang="ar" sz="1400" b="1" dirty="0">
                <a:latin typeface="Sakkal Majalla" panose="02000000000000000000" pitchFamily="2" charset="-78"/>
                <a:cs typeface="Sakkal Majalla" panose="02000000000000000000" pitchFamily="2" charset="-78"/>
              </a:rPr>
              <a:t>الإحداثيات</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الإحداثيات المطلقة: </a:t>
            </a:r>
            <a:r>
              <a:rPr lang="ar" sz="1400" dirty="0">
                <a:effectLst/>
                <a:latin typeface="Sakkal Majalla" panose="02000000000000000000" pitchFamily="2" charset="-78"/>
                <a:cs typeface="Sakkal Majalla" panose="02000000000000000000" pitchFamily="2" charset="-78"/>
              </a:rPr>
              <a:t>تشير الإحداثيات المطلقة إلى الموضع الدقيق للنقطة بالنسبة إلى أصل (0,0) الرسم. ويتم تحديدها من خلال قيم X</a:t>
            </a:r>
            <a:r>
              <a:rPr lang="ar-EG" sz="1400" dirty="0">
                <a:effectLst/>
                <a:latin typeface="Sakkal Majalla" panose="02000000000000000000" pitchFamily="2" charset="-78"/>
                <a:cs typeface="Sakkal Majalla" panose="02000000000000000000" pitchFamily="2" charset="-78"/>
              </a:rPr>
              <a:t> و</a:t>
            </a:r>
            <a:r>
              <a:rPr lang="ar" sz="1400" dirty="0">
                <a:effectLst/>
                <a:latin typeface="Sakkal Majalla" panose="02000000000000000000" pitchFamily="2" charset="-78"/>
                <a:cs typeface="Sakkal Majalla" panose="02000000000000000000" pitchFamily="2" charset="-78"/>
              </a:rPr>
              <a:t>Y، التي تمثل المسافات الأفقية والعمودية من الأصل، على التوالي.</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الإحداثيات النسبية: </a:t>
            </a:r>
            <a:r>
              <a:rPr lang="ar" sz="1400" dirty="0">
                <a:effectLst/>
                <a:latin typeface="Sakkal Majalla" panose="02000000000000000000" pitchFamily="2" charset="-78"/>
                <a:cs typeface="Sakkal Majalla" panose="02000000000000000000" pitchFamily="2" charset="-78"/>
              </a:rPr>
              <a:t>يتم تحديد الإحداثيات النسبية فيما يتعلق بالموضع الحالي. ويتم التعبير عنها كدلتا، تمثل التغييرات في قيم X</a:t>
            </a:r>
            <a:r>
              <a:rPr lang="ar-EG" sz="1400" dirty="0">
                <a:effectLst/>
                <a:latin typeface="Sakkal Majalla" panose="02000000000000000000" pitchFamily="2" charset="-78"/>
                <a:cs typeface="Sakkal Majalla" panose="02000000000000000000" pitchFamily="2" charset="-78"/>
              </a:rPr>
              <a:t> و</a:t>
            </a:r>
            <a:r>
              <a:rPr lang="ar" sz="1400" dirty="0">
                <a:effectLst/>
                <a:latin typeface="Sakkal Majalla" panose="02000000000000000000" pitchFamily="2" charset="-78"/>
                <a:cs typeface="Sakkal Majalla" panose="02000000000000000000" pitchFamily="2" charset="-78"/>
              </a:rPr>
              <a:t>Y من الموضع الحالي إلى النقطة المطلوبة.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الإحداثيات القطبية: </a:t>
            </a:r>
            <a:r>
              <a:rPr lang="ar" sz="1400" dirty="0">
                <a:effectLst/>
                <a:latin typeface="Sakkal Majalla" panose="02000000000000000000" pitchFamily="2" charset="-78"/>
                <a:cs typeface="Sakkal Majalla" panose="02000000000000000000" pitchFamily="2" charset="-78"/>
              </a:rPr>
              <a:t>يتم تحديد الإحداثيات القطبية من خلال المسافة من الأصل والزاوية من الاتجاه المرجعي، وعادةً ما يكون المحور X الموجب. ويتم تمثيلها على أنها (المسافة، الزاوية)، حيث المسافة هي الطول من الأصل ويتم قياس الزاوية بالدرجات أو الراديان.</a:t>
            </a:r>
          </a:p>
          <a:p>
            <a:pPr rtl="1"/>
            <a:endParaRPr lang="en-GB" sz="1400" dirty="0">
              <a:latin typeface="Sakkal Majalla" panose="02000000000000000000" pitchFamily="2" charset="-78"/>
              <a:cs typeface="Sakkal Majalla" panose="02000000000000000000" pitchFamily="2" charset="-78"/>
            </a:endParaRPr>
          </a:p>
          <a:p>
            <a:pPr rtl="1"/>
            <a:r>
              <a:rPr lang="ar" sz="1400" dirty="0">
                <a:latin typeface="Sakkal Majalla" panose="02000000000000000000" pitchFamily="2" charset="-78"/>
                <a:cs typeface="Sakkal Majalla" panose="02000000000000000000" pitchFamily="2" charset="-78"/>
              </a:rPr>
              <a:t>قوالب رسم</a:t>
            </a:r>
          </a:p>
          <a:p>
            <a:pPr rtl="1"/>
            <a:endParaRPr lang="en-GB" sz="1400" dirty="0">
              <a:effectLst/>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الحدود: </a:t>
            </a:r>
            <a:r>
              <a:rPr lang="ar" sz="1400" dirty="0">
                <a:effectLst/>
                <a:latin typeface="Sakkal Majalla" panose="02000000000000000000" pitchFamily="2" charset="-78"/>
                <a:cs typeface="Sakkal Majalla" panose="02000000000000000000" pitchFamily="2" charset="-78"/>
              </a:rPr>
              <a:t>تتضمن قوالب الرسم في الرسم ثنائي الأبعاد بمساعدة الكمبيوتر حدودًا لمعرفة حدود الرسم. ويمكن تخصيص هذه الحدود لتشمل شعارات الشركة وأسماء المشاريع وغيرها من المعلومات ذات الصلة.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إطار العنوان: </a:t>
            </a:r>
            <a:r>
              <a:rPr lang="ar" sz="1400" dirty="0">
                <a:effectLst/>
                <a:latin typeface="Sakkal Majalla" panose="02000000000000000000" pitchFamily="2" charset="-78"/>
                <a:cs typeface="Sakkal Majalla" panose="02000000000000000000" pitchFamily="2" charset="-78"/>
              </a:rPr>
              <a:t>تعد إطارات العناوين جزءًا أساسيًا من قوالب الرسم. وتحتوي على جميع المعلومات الضرورية حول الرسم، مثل العنوان والمنشئ والتاريخ والمقياس وأي ملاحظات أو مراجع إضافية.</a:t>
            </a:r>
            <a:endParaRPr lang="en-GB" sz="14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778EC14-F193-2811-D266-40AE13A40FF4}"/>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5" name="Picture 4" descr="A graph of x and y axis&#10;&#10;Description automatically generated">
            <a:extLst>
              <a:ext uri="{FF2B5EF4-FFF2-40B4-BE49-F238E27FC236}">
                <a16:creationId xmlns:a16="http://schemas.microsoft.com/office/drawing/2014/main" id="{D84B4EEF-F3FD-DBF1-2D40-F3BD754AB2AF}"/>
              </a:ext>
            </a:extLst>
          </p:cNvPr>
          <p:cNvPicPr>
            <a:picLocks noChangeAspect="1"/>
          </p:cNvPicPr>
          <p:nvPr/>
        </p:nvPicPr>
        <p:blipFill>
          <a:blip r:embed="rId4"/>
          <a:stretch>
            <a:fillRect/>
          </a:stretch>
        </p:blipFill>
        <p:spPr>
          <a:xfrm>
            <a:off x="467544" y="2204864"/>
            <a:ext cx="3713458" cy="3734144"/>
          </a:xfrm>
          <a:prstGeom prst="rect">
            <a:avLst/>
          </a:prstGeom>
        </p:spPr>
      </p:pic>
    </p:spTree>
    <p:extLst>
      <p:ext uri="{BB962C8B-B14F-4D97-AF65-F5344CB8AC3E}">
        <p14:creationId xmlns:p14="http://schemas.microsoft.com/office/powerpoint/2010/main" val="541068627"/>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300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(ب): إعداد رسومات ثنائية الأبعاد بمساعدة الكمبيوتر </a:t>
            </a:r>
            <a:br>
              <a:rPr lang="en-GB" altLang="en-US" sz="1600" dirty="0"/>
            </a:br>
            <a:r>
              <a:rPr lang="ar" sz="1600" dirty="0"/>
              <a:t>يمكن استخدامها في العمليات الهندسية</a:t>
            </a:r>
            <a:br>
              <a:rPr lang="en-GB" altLang="en-US" sz="1600" dirty="0"/>
            </a:br>
            <a:br>
              <a:rPr lang="en-GB" altLang="en-US" sz="1600" dirty="0"/>
            </a:br>
            <a:r>
              <a:rPr lang="ar" sz="1600" dirty="0"/>
              <a:t>(ب2) رسم ثنائي الأبعاد بمساعدة الكمبيوتر</a:t>
            </a:r>
            <a:br>
              <a:rPr lang="en-GB" altLang="en-US" sz="1600" dirty="0"/>
            </a:b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6E95BE23-D850-4595-81B3-1694D8E975A3}"/>
              </a:ext>
            </a:extLst>
          </p:cNvPr>
          <p:cNvSpPr txBox="1"/>
          <p:nvPr/>
        </p:nvSpPr>
        <p:spPr>
          <a:xfrm>
            <a:off x="2699792" y="1124744"/>
            <a:ext cx="6454436" cy="5478423"/>
          </a:xfrm>
          <a:prstGeom prst="rect">
            <a:avLst/>
          </a:prstGeom>
          <a:noFill/>
        </p:spPr>
        <p:txBody>
          <a:bodyPr wrap="square" rtlCol="1">
            <a:spAutoFit/>
          </a:bodyPr>
          <a:lstStyle/>
          <a:p>
            <a:pPr rtl="1"/>
            <a:r>
              <a:rPr lang="ar" sz="1400" b="1" dirty="0">
                <a:effectLst/>
                <a:latin typeface="Sakkal Majalla" panose="02000000000000000000" pitchFamily="2" charset="-78"/>
                <a:cs typeface="Sakkal Majalla" panose="02000000000000000000" pitchFamily="2" charset="-78"/>
              </a:rPr>
              <a:t>أسماء الطبقات: </a:t>
            </a:r>
            <a:r>
              <a:rPr lang="ar" sz="1400" dirty="0">
                <a:effectLst/>
                <a:latin typeface="Sakkal Majalla" panose="02000000000000000000" pitchFamily="2" charset="-78"/>
                <a:cs typeface="Sakkal Majalla" panose="02000000000000000000" pitchFamily="2" charset="-78"/>
              </a:rPr>
              <a:t>يتم تعيين أسماء للطبقات في الرسم ثنائي الأبعاد بمساعدة الكمبيوتر لتنظيم العناصر المختلفة للرسم وتصنيفها.</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أنواع الخط: </a:t>
            </a:r>
            <a:r>
              <a:rPr lang="ar" sz="1400" dirty="0">
                <a:effectLst/>
                <a:latin typeface="Sakkal Majalla" panose="02000000000000000000" pitchFamily="2" charset="-78"/>
                <a:cs typeface="Sakkal Majalla" panose="02000000000000000000" pitchFamily="2" charset="-78"/>
              </a:rPr>
              <a:t>يمكن أن تحتوي كل طبقة على أنواع خطوط مختلفة، مثل الخطوط المجسمة أو المتقطعة أو المنقطة، للتمييز بين العناصر المختلفة في الرسم.</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الألوان: </a:t>
            </a:r>
            <a:r>
              <a:rPr lang="ar" sz="1400" dirty="0">
                <a:effectLst/>
                <a:latin typeface="Sakkal Majalla" panose="02000000000000000000" pitchFamily="2" charset="-78"/>
                <a:cs typeface="Sakkal Majalla" panose="02000000000000000000" pitchFamily="2" charset="-78"/>
              </a:rPr>
              <a:t>يمكن تخصيص ألوان مختلفة للطبقات للتمييز بصريًا بين العناصر المختلفة في الرسم.</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الرؤية: </a:t>
            </a:r>
            <a:r>
              <a:rPr lang="ar" sz="1400" dirty="0">
                <a:effectLst/>
                <a:latin typeface="Sakkal Majalla" panose="02000000000000000000" pitchFamily="2" charset="-78"/>
                <a:cs typeface="Sakkal Majalla" panose="02000000000000000000" pitchFamily="2" charset="-78"/>
              </a:rPr>
              <a:t>يمكن إظهار الطبقات أو إخفائها للتحكم في رؤية العناصر المختلفة في الرسم، مما يسمح بتنظيم ووضوح أفضل.</a:t>
            </a:r>
          </a:p>
          <a:p>
            <a:pPr rtl="1"/>
            <a:endParaRPr lang="en-GB" sz="1400" dirty="0">
              <a:latin typeface="Sakkal Majalla" panose="02000000000000000000" pitchFamily="2" charset="-78"/>
              <a:cs typeface="Sakkal Majalla" panose="02000000000000000000" pitchFamily="2" charset="-78"/>
            </a:endParaRPr>
          </a:p>
          <a:p>
            <a:pPr rtl="1"/>
            <a:r>
              <a:rPr lang="ar" sz="1400" b="1" dirty="0">
                <a:latin typeface="Sakkal Majalla" panose="02000000000000000000" pitchFamily="2" charset="-78"/>
                <a:cs typeface="Sakkal Majalla" panose="02000000000000000000" pitchFamily="2" charset="-78"/>
              </a:rPr>
              <a:t>التظليل المتقاطع</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المناطق البسيطة والمعقدة: </a:t>
            </a:r>
            <a:r>
              <a:rPr lang="ar" sz="1400" dirty="0">
                <a:effectLst/>
                <a:latin typeface="Sakkal Majalla" panose="02000000000000000000" pitchFamily="2" charset="-78"/>
                <a:cs typeface="Sakkal Majalla" panose="02000000000000000000" pitchFamily="2" charset="-78"/>
              </a:rPr>
              <a:t>التظليل المتقاطع هو أسلوب يستخدم في الرسم ثنائي الأبعاد بمساعدة الكمبيوتر لتمثيل التظليل أو التشطيب في مناطق بسيطة ومعقدة من الرسم. ويتضمن استخدام الخطوط المتوازية التي تتقاطع لإنشاء نمط يشبه الشبكة.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أنماط التظليل المحددة مسبقًا: </a:t>
            </a:r>
            <a:r>
              <a:rPr lang="ar" sz="1400" dirty="0">
                <a:effectLst/>
                <a:latin typeface="Sakkal Majalla" panose="02000000000000000000" pitchFamily="2" charset="-78"/>
                <a:cs typeface="Sakkal Majalla" panose="02000000000000000000" pitchFamily="2" charset="-78"/>
              </a:rPr>
              <a:t>غالبًا ما تتضمن برامج الرسم ثنائية الأبعاد بمساعدة الكمبيوتر أنماط تظليل محددة مسبقًا يمكن استخدامها للتظليل المتقاطع. ويمكن تخصيص هذه الأنماط لتحقيق التأثير المطلوب ويمكن تطبيقها على مناطق مختلفة من الرسم.</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التطبيق على مقطع عرضي: </a:t>
            </a:r>
            <a:r>
              <a:rPr lang="ar" sz="1400" dirty="0">
                <a:effectLst/>
                <a:latin typeface="Sakkal Majalla" panose="02000000000000000000" pitchFamily="2" charset="-78"/>
                <a:cs typeface="Sakkal Majalla" panose="02000000000000000000" pitchFamily="2" charset="-78"/>
              </a:rPr>
              <a:t>يشيع استخدام التظليل المتقاطع في المقطع العرضي للإشارة إلى مادة أو تشطيب الجسم. وباستخدام أنماط التظليل المختلفة وكثافة الخطوط، يمكن أن يوفر التظليل المتقاطع معلومات قيمة حول تكوين الجسم.</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تعزيز التواصل المرئي: </a:t>
            </a:r>
            <a:r>
              <a:rPr lang="ar" sz="1400" dirty="0">
                <a:effectLst/>
                <a:latin typeface="Sakkal Majalla" panose="02000000000000000000" pitchFamily="2" charset="-78"/>
                <a:cs typeface="Sakkal Majalla" panose="02000000000000000000" pitchFamily="2" charset="-78"/>
              </a:rPr>
              <a:t>يعمل التظليل المتقاطع في الرسم ثنائي الأبعاد بمساعدة الكمبيوتر على تحسين التواصل المرئي عن طريق إضافة العمق والأبعاد والتشطيب للرسومات. حيث يسمح بتمثيل أكثر واقعية للأجسام ويساعد في نقل المعلومات المهمة إلى المشاهد.</a:t>
            </a:r>
            <a:endParaRPr lang="en-GB" sz="14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49BFD01-91CF-1690-1919-5175A44E95E3}"/>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5" name="Picture 4" descr="A person looking at a computer screen&#10;&#10;Description automatically generated">
            <a:extLst>
              <a:ext uri="{FF2B5EF4-FFF2-40B4-BE49-F238E27FC236}">
                <a16:creationId xmlns:a16="http://schemas.microsoft.com/office/drawing/2014/main" id="{39A920DD-9409-9457-4CB3-19C45DFAB41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1520" y="1342947"/>
            <a:ext cx="2668724" cy="1770017"/>
          </a:xfrm>
          <a:prstGeom prst="rect">
            <a:avLst/>
          </a:prstGeom>
        </p:spPr>
      </p:pic>
      <p:pic>
        <p:nvPicPr>
          <p:cNvPr id="6" name="Picture 5" descr="A diagram of a house&#10;&#10;Description automatically generated">
            <a:extLst>
              <a:ext uri="{FF2B5EF4-FFF2-40B4-BE49-F238E27FC236}">
                <a16:creationId xmlns:a16="http://schemas.microsoft.com/office/drawing/2014/main" id="{B7CB486F-C21E-82AB-1A73-8C35CFA7DAAC}"/>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60198" y="3685361"/>
            <a:ext cx="2513566" cy="2565285"/>
          </a:xfrm>
          <a:prstGeom prst="rect">
            <a:avLst/>
          </a:prstGeom>
        </p:spPr>
      </p:pic>
    </p:spTree>
    <p:extLst>
      <p:ext uri="{BB962C8B-B14F-4D97-AF65-F5344CB8AC3E}">
        <p14:creationId xmlns:p14="http://schemas.microsoft.com/office/powerpoint/2010/main" val="3347944412"/>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7"/>
            <a:ext cx="7772400" cy="79451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هدف التعلم (ج)</a:t>
            </a:r>
            <a:br>
              <a:rPr lang="en-GB" altLang="en-US" sz="4600" dirty="0">
                <a:highlight>
                  <a:srgbClr val="FFFF00"/>
                </a:highlight>
              </a:rPr>
            </a:br>
            <a:br>
              <a:rPr lang="en-GB" altLang="en-US" sz="4600" dirty="0">
                <a:highlight>
                  <a:srgbClr val="FFFF00"/>
                </a:highlight>
              </a:rPr>
            </a:br>
            <a:br>
              <a:rPr lang="en-US" altLang="en-US" sz="4600" dirty="0">
                <a:highlight>
                  <a:srgbClr val="FFFF00"/>
                </a:highlight>
              </a:rPr>
            </a:br>
            <a:endParaRPr lang="en-GB" altLang="en-US" sz="4600" dirty="0">
              <a:highlight>
                <a:srgbClr val="FFFF00"/>
              </a:highlight>
            </a:endParaRPr>
          </a:p>
        </p:txBody>
      </p:sp>
      <p:sp>
        <p:nvSpPr>
          <p:cNvPr id="4" name="Subtitle 3">
            <a:extLst>
              <a:ext uri="{FF2B5EF4-FFF2-40B4-BE49-F238E27FC236}">
                <a16:creationId xmlns:a16="http://schemas.microsoft.com/office/drawing/2014/main" id="{03618BED-11B5-90CC-5910-B65474D700AA}"/>
              </a:ext>
            </a:extLst>
          </p:cNvPr>
          <p:cNvSpPr>
            <a:spLocks noGrp="1"/>
          </p:cNvSpPr>
          <p:nvPr>
            <p:ph type="subTitle" idx="1"/>
          </p:nvPr>
        </p:nvSpPr>
        <p:spPr>
          <a:xfrm>
            <a:off x="1371600" y="3886200"/>
            <a:ext cx="6400800" cy="1752600"/>
          </a:xfrm>
        </p:spPr>
        <p:txBody>
          <a:bodyPr rtlCol="1"/>
          <a:lstStyle/>
          <a:p>
            <a:pPr rtl="1"/>
            <a:r>
              <a:rPr lang="ar" sz="2600" dirty="0"/>
              <a:t>هدف التعلم (ج): تنفيذ العمليات الهندسية بأمان لتصنيع</a:t>
            </a:r>
          </a:p>
          <a:p>
            <a:pPr rtl="1"/>
            <a:r>
              <a:rPr lang="ar" sz="2600" dirty="0"/>
              <a:t>منتج أو لتقديم خدمة بفعالية كفريق</a:t>
            </a:r>
          </a:p>
        </p:txBody>
      </p:sp>
      <p:sp>
        <p:nvSpPr>
          <p:cNvPr id="2" name="Footer Placeholder 2">
            <a:extLst>
              <a:ext uri="{FF2B5EF4-FFF2-40B4-BE49-F238E27FC236}">
                <a16:creationId xmlns:a16="http://schemas.microsoft.com/office/drawing/2014/main" id="{AB97C9B0-164B-B505-A938-916E5850C3DF}"/>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extLst>
      <p:ext uri="{BB962C8B-B14F-4D97-AF65-F5344CB8AC3E}">
        <p14:creationId xmlns:p14="http://schemas.microsoft.com/office/powerpoint/2010/main" val="1727365707"/>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300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a:t>
            </a:r>
            <a:br>
              <a:rPr lang="en-GB" altLang="en-US" sz="1600" dirty="0"/>
            </a:br>
            <a:r>
              <a:rPr lang="ar" sz="1600" dirty="0"/>
              <a:t>لتصنيع منتج أو لتقديم خدمة بفعالية كفريق</a:t>
            </a:r>
            <a:br>
              <a:rPr lang="en-GB" altLang="en-US" sz="1600" dirty="0"/>
            </a:br>
            <a:br>
              <a:rPr lang="en-GB" altLang="en-US" sz="1600" dirty="0"/>
            </a:br>
            <a:r>
              <a:rPr lang="ar" sz="1600" dirty="0"/>
              <a:t>(ج1): مبادئ الفِرق الفعالة</a:t>
            </a:r>
            <a:br>
              <a:rPr lang="en-GB" altLang="en-US" sz="1600" dirty="0"/>
            </a:b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6E95BE23-D850-4595-81B3-1694D8E975A3}"/>
              </a:ext>
            </a:extLst>
          </p:cNvPr>
          <p:cNvSpPr txBox="1"/>
          <p:nvPr/>
        </p:nvSpPr>
        <p:spPr>
          <a:xfrm>
            <a:off x="3506804" y="1561829"/>
            <a:ext cx="5385676" cy="4524315"/>
          </a:xfrm>
          <a:prstGeom prst="rect">
            <a:avLst/>
          </a:prstGeom>
          <a:noFill/>
        </p:spPr>
        <p:txBody>
          <a:bodyPr wrap="square" rtlCol="1">
            <a:spAutoFit/>
          </a:bodyPr>
          <a:lstStyle/>
          <a:p>
            <a:pPr rtl="1"/>
            <a:r>
              <a:rPr lang="ar" sz="1600" b="1" dirty="0">
                <a:effectLst/>
                <a:latin typeface="Sakkal Majalla" panose="02000000000000000000" pitchFamily="2" charset="-78"/>
                <a:cs typeface="Sakkal Majalla" panose="02000000000000000000" pitchFamily="2" charset="-78"/>
              </a:rPr>
              <a:t>التواصل الجيد: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إنه مبدأ أساسي للفرق الفعالة. ويشمل ما يلي: التواصل اللفظي والكتابي، الاستماع الفعال، احترام آراء الآخرين، التفاوض، الحزم، الإجراءات غير اللفظية</a:t>
            </a:r>
          </a:p>
          <a:p>
            <a:pPr rtl="1"/>
            <a:endParaRPr lang="en-GB" sz="1600" dirty="0">
              <a:latin typeface="Sakkal Majalla" panose="02000000000000000000" pitchFamily="2" charset="-78"/>
              <a:cs typeface="Sakkal Majalla" panose="02000000000000000000" pitchFamily="2" charset="-78"/>
            </a:endParaRPr>
          </a:p>
          <a:p>
            <a:pPr rtl="1"/>
            <a:r>
              <a:rPr lang="ar" sz="1600" b="1" dirty="0">
                <a:latin typeface="Sakkal Majalla" panose="02000000000000000000" pitchFamily="2" charset="-78"/>
                <a:cs typeface="Sakkal Majalla" panose="02000000000000000000" pitchFamily="2" charset="-78"/>
              </a:rPr>
              <a:t>التخطيط: </a:t>
            </a:r>
            <a:r>
              <a:rPr lang="ar" sz="1600" b="1" dirty="0">
                <a:effectLst/>
                <a:latin typeface="Sakkal Majalla" panose="02000000000000000000" pitchFamily="2" charset="-78"/>
                <a:cs typeface="Sakkal Majalla" panose="02000000000000000000" pitchFamily="2" charset="-78"/>
              </a:rPr>
              <a:t>التفكير التطلعي: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يتضمن التخطيط توقع الاحتياجات والتحديات والفرص المستقبلية لضمان التنفيذ السلس للعمليات الهندسية.</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التنظيم: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يتطلب التخطيط الفعال تنظيم الموارد والمهام والجداول الزمنية لتحسين الإنتاجية والكفاءة.</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r>
              <a:rPr lang="ar" sz="1600" b="1" dirty="0">
                <a:latin typeface="Sakkal Majalla" panose="02000000000000000000" pitchFamily="2" charset="-78"/>
                <a:cs typeface="Sakkal Majalla" panose="02000000000000000000" pitchFamily="2" charset="-78"/>
              </a:rPr>
              <a:t>التحفيز: </a:t>
            </a:r>
            <a:r>
              <a:rPr lang="ar" sz="1600" b="1" dirty="0">
                <a:effectLst/>
                <a:latin typeface="Sakkal Majalla" panose="02000000000000000000" pitchFamily="2" charset="-78"/>
                <a:cs typeface="Sakkal Majalla" panose="02000000000000000000" pitchFamily="2" charset="-78"/>
              </a:rPr>
              <a:t>الأهداف المشتركة: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تتمتع الفرق المتحمسة بفهم واضح لأهدافها المشتركة وتعمل معًا لتحقيقها.</a:t>
            </a: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7E496BA-A119-4F50-84A7-2815B64831F6}"/>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5" name="Picture 4" descr="A close-up of a graph&#10;&#10;Description automatically generated">
            <a:extLst>
              <a:ext uri="{FF2B5EF4-FFF2-40B4-BE49-F238E27FC236}">
                <a16:creationId xmlns:a16="http://schemas.microsoft.com/office/drawing/2014/main" id="{1174D07B-A0B3-7EF7-7FCC-326F75AD701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20831" y="1738783"/>
            <a:ext cx="3110592" cy="4170406"/>
          </a:xfrm>
          <a:prstGeom prst="rect">
            <a:avLst/>
          </a:prstGeom>
        </p:spPr>
      </p:pic>
    </p:spTree>
    <p:extLst>
      <p:ext uri="{BB962C8B-B14F-4D97-AF65-F5344CB8AC3E}">
        <p14:creationId xmlns:p14="http://schemas.microsoft.com/office/powerpoint/2010/main" val="2897917504"/>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300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a:t>
            </a:r>
            <a:br>
              <a:rPr lang="en-GB" altLang="en-US" sz="1600" dirty="0"/>
            </a:br>
            <a:r>
              <a:rPr lang="ar" sz="1600" dirty="0"/>
              <a:t>لتصنيع منتج أو لتقديم خدمة بفعالية كفريق</a:t>
            </a:r>
            <a:br>
              <a:rPr lang="en-GB" altLang="en-US" sz="1600" dirty="0"/>
            </a:br>
            <a:br>
              <a:rPr lang="en-GB" altLang="en-US" sz="1200" dirty="0"/>
            </a:br>
            <a:r>
              <a:rPr lang="ar" sz="1600" dirty="0"/>
              <a:t>(ج1): مبادئ الفِرق الفعالة</a:t>
            </a:r>
            <a:br>
              <a:rPr lang="en-GB" altLang="en-US" sz="1600" dirty="0"/>
            </a:b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6E95BE23-D850-4595-81B3-1694D8E975A3}"/>
              </a:ext>
            </a:extLst>
          </p:cNvPr>
          <p:cNvSpPr txBox="1"/>
          <p:nvPr/>
        </p:nvSpPr>
        <p:spPr>
          <a:xfrm>
            <a:off x="3506002" y="1027757"/>
            <a:ext cx="5637998" cy="5755422"/>
          </a:xfrm>
          <a:prstGeom prst="rect">
            <a:avLst/>
          </a:prstGeom>
          <a:noFill/>
        </p:spPr>
        <p:txBody>
          <a:bodyPr wrap="square" rtlCol="1">
            <a:spAutoFit/>
          </a:bodyPr>
          <a:lstStyle/>
          <a:p>
            <a:pPr rtl="1"/>
            <a:r>
              <a:rPr lang="ar" sz="1600" b="1" dirty="0">
                <a:effectLst/>
                <a:latin typeface="Sakkal Majalla" panose="02000000000000000000" pitchFamily="2" charset="-78"/>
                <a:cs typeface="Sakkal Majalla" panose="02000000000000000000" pitchFamily="2" charset="-78"/>
              </a:rPr>
              <a:t>التعاون: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تتعاون الفرق المتحمسة بفعالية، وتستفيد من نقاط القوة والخبرة لدى كل فرد بها لتحقيق نتائج أفضل.</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الاتفاق:</a:t>
            </a:r>
          </a:p>
          <a:p>
            <a:pPr rtl="1"/>
            <a:endParaRPr lang="en-GB" sz="12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تشارك الفرق المتحمسة بنشاط في المناقشات وتتوصل إلى اتفاقات من خلال التواصل المفتوح والبناء.</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سلوك التكيف: </a:t>
            </a:r>
            <a:r>
              <a:rPr lang="ar" sz="1600" dirty="0">
                <a:effectLst/>
                <a:latin typeface="Sakkal Majalla" panose="02000000000000000000" pitchFamily="2" charset="-78"/>
                <a:cs typeface="Sakkal Majalla" panose="02000000000000000000" pitchFamily="2" charset="-78"/>
              </a:rPr>
              <a:t>الفرق المتحمسة منفتحة وتتقبل تكييف سلوكها وأساليبها لتلبية احتياجات الفريق والمشروع.</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الإنصاف والتقدير: </a:t>
            </a:r>
          </a:p>
          <a:p>
            <a:pPr rtl="1"/>
            <a:endParaRPr lang="en-GB" sz="12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تعمل الفرق المتحمسة على تعزيز بيئة من الإنصاف والتقدير، حيث يتم تقدير مساهمات الجميع واحترامها.</a:t>
            </a:r>
            <a:endParaRPr lang="en-GB" sz="1600" dirty="0">
              <a:latin typeface="Sakkal Majalla" panose="02000000000000000000" pitchFamily="2" charset="-78"/>
              <a:cs typeface="Sakkal Majalla" panose="02000000000000000000" pitchFamily="2" charset="-78"/>
            </a:endParaRPr>
          </a:p>
          <a:p>
            <a:pPr rtl="1"/>
            <a:endParaRPr lang="en-GB" sz="12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فرص تحمل المسؤولية: </a:t>
            </a:r>
          </a:p>
          <a:p>
            <a:pPr rtl="1"/>
            <a:endParaRPr lang="en-GB" sz="12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توفر الفرق المتحمسة فرصًا لأعضاء الفريق لتحمل المسؤولية والمساهمة في نجاح الفريق.</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التعقيبات البناءة: </a:t>
            </a:r>
            <a:r>
              <a:rPr lang="ar" sz="1600" dirty="0">
                <a:effectLst/>
                <a:latin typeface="Sakkal Majalla" panose="02000000000000000000" pitchFamily="2" charset="-78"/>
                <a:cs typeface="Sakkal Majalla" panose="02000000000000000000" pitchFamily="2" charset="-78"/>
              </a:rPr>
              <a:t>تقدم الفرق المتحمسة تعقيبات بناءة وتتلقاها، وتساعد بعضها على النمو والتحسن.</a:t>
            </a:r>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26716DB-31F8-D094-E63B-49A08DB4EF05}"/>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A close-up of several hands holding each other&#10;&#10;Description automatically generated">
            <a:extLst>
              <a:ext uri="{FF2B5EF4-FFF2-40B4-BE49-F238E27FC236}">
                <a16:creationId xmlns:a16="http://schemas.microsoft.com/office/drawing/2014/main" id="{2F224B21-9751-8977-5342-818B7B0BAA2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84731" y="1361185"/>
            <a:ext cx="3383644" cy="2271758"/>
          </a:xfrm>
          <a:prstGeom prst="rect">
            <a:avLst/>
          </a:prstGeom>
        </p:spPr>
      </p:pic>
      <p:pic>
        <p:nvPicPr>
          <p:cNvPr id="5" name="Picture 4" descr="A group of people sitting in a circle&#10;&#10;Description automatically generated">
            <a:extLst>
              <a:ext uri="{FF2B5EF4-FFF2-40B4-BE49-F238E27FC236}">
                <a16:creationId xmlns:a16="http://schemas.microsoft.com/office/drawing/2014/main" id="{9EA4ADA2-0426-716A-736F-7044183830F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86026" y="4042489"/>
            <a:ext cx="3388179" cy="2261852"/>
          </a:xfrm>
          <a:prstGeom prst="rect">
            <a:avLst/>
          </a:prstGeom>
        </p:spPr>
      </p:pic>
    </p:spTree>
    <p:extLst>
      <p:ext uri="{BB962C8B-B14F-4D97-AF65-F5344CB8AC3E}">
        <p14:creationId xmlns:p14="http://schemas.microsoft.com/office/powerpoint/2010/main" val="2591991780"/>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300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a:t>
            </a:r>
            <a:br>
              <a:rPr lang="en-GB" altLang="en-US" sz="1600" dirty="0"/>
            </a:br>
            <a:r>
              <a:rPr lang="ar" sz="1600" dirty="0"/>
              <a:t>لتصنيع منتج أو لتقديم خدمة بفعالية كفريق</a:t>
            </a:r>
            <a:br>
              <a:rPr lang="en-GB" altLang="en-US" sz="1600" dirty="0"/>
            </a:br>
            <a:br>
              <a:rPr lang="en-GB" altLang="en-US" sz="1600" dirty="0"/>
            </a:br>
            <a:r>
              <a:rPr lang="ar" sz="1600" dirty="0"/>
              <a:t>(ج1): مبادئ الفِرق الفعالة</a:t>
            </a:r>
            <a:br>
              <a:rPr lang="en-GB" altLang="en-US" sz="1600" dirty="0"/>
            </a:br>
            <a:br>
              <a:rPr lang="en-US" altLang="en-US" sz="1600" dirty="0">
                <a:highlight>
                  <a:srgbClr val="FFFF00"/>
                </a:highlight>
              </a:rPr>
            </a:br>
            <a:br>
              <a:rPr lang="en-US"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6E95BE23-D850-4595-81B3-1694D8E975A3}"/>
              </a:ext>
            </a:extLst>
          </p:cNvPr>
          <p:cNvSpPr txBox="1"/>
          <p:nvPr/>
        </p:nvSpPr>
        <p:spPr>
          <a:xfrm>
            <a:off x="4427984" y="1124744"/>
            <a:ext cx="4536504" cy="5262979"/>
          </a:xfrm>
          <a:prstGeom prst="rect">
            <a:avLst/>
          </a:prstGeom>
          <a:noFill/>
        </p:spPr>
        <p:txBody>
          <a:bodyPr wrap="square" rtlCol="1">
            <a:spAutoFit/>
          </a:bodyPr>
          <a:lstStyle/>
          <a:p>
            <a:pPr rtl="1"/>
            <a:r>
              <a:rPr lang="ar" sz="1400" b="1" dirty="0">
                <a:latin typeface="Sakkal Majalla" panose="02000000000000000000" pitchFamily="2" charset="-78"/>
                <a:cs typeface="Sakkal Majalla" panose="02000000000000000000" pitchFamily="2" charset="-78"/>
              </a:rPr>
              <a:t>العمل مع الآخرين</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التعاون مع الفريق: </a:t>
            </a:r>
            <a:r>
              <a:rPr lang="ar" sz="1400" dirty="0">
                <a:effectLst/>
                <a:latin typeface="Sakkal Majalla" panose="02000000000000000000" pitchFamily="2" charset="-78"/>
                <a:cs typeface="Sakkal Majalla" panose="02000000000000000000" pitchFamily="2" charset="-78"/>
              </a:rPr>
              <a:t>إن تعاونك مع الفريق يجعلك تعطي الأولوية لتحقيق أهداف وغايات الفريق على الاهتمامات الشخصية. وينطوي ذلك على المشاركة الفعالة في أنشطة الفريق والمساهمة بالأفكار ودعم أعضاء الفريق.</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المرونة والقدرة على التكيف: </a:t>
            </a:r>
            <a:r>
              <a:rPr lang="ar" sz="1400" dirty="0">
                <a:effectLst/>
                <a:latin typeface="Sakkal Majalla" panose="02000000000000000000" pitchFamily="2" charset="-78"/>
                <a:cs typeface="Sakkal Majalla" panose="02000000000000000000" pitchFamily="2" charset="-78"/>
              </a:rPr>
              <a:t>المرونة والقدرة على التكيف من الصفات الأساسية للعمل مع الآخرين. وهذا يعني الانفتاح على التغيير والتكيف مع المواقف الجديدة والاستعداد لتولي أدوار أو مسؤوليات مختلفة حسب الحاجة.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المهارات الاجتماعية: </a:t>
            </a:r>
            <a:r>
              <a:rPr lang="ar" sz="1400" dirty="0">
                <a:effectLst/>
                <a:latin typeface="Sakkal Majalla" panose="02000000000000000000" pitchFamily="2" charset="-78"/>
                <a:cs typeface="Sakkal Majalla" panose="02000000000000000000" pitchFamily="2" charset="-78"/>
              </a:rPr>
              <a:t>المهارات الاجتماعية الجيدة ضرورية للعمل الجماعي الفعال. وتتضمن الاستماع الفعال والتواصل الفعال وبناء علاقات إيجابية مع أعضاء الفريق.</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دعم الآخرين: </a:t>
            </a:r>
            <a:r>
              <a:rPr lang="ar" sz="1400" dirty="0">
                <a:effectLst/>
                <a:latin typeface="Sakkal Majalla" panose="02000000000000000000" pitchFamily="2" charset="-78"/>
                <a:cs typeface="Sakkal Majalla" panose="02000000000000000000" pitchFamily="2" charset="-78"/>
              </a:rPr>
              <a:t>دعم الآخرين يعني مساعدة أعضاء الفريق وتشجيعهم. وهي تنطوي على الاعتراف بمساهماتهم وتقديرها، وتقديم التعقيبات، وتهيئة بيئة عمل جماعي داعمة وشاملة.</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تبني التنوع: </a:t>
            </a:r>
            <a:r>
              <a:rPr lang="ar" sz="1400" dirty="0">
                <a:effectLst/>
                <a:latin typeface="Sakkal Majalla" panose="02000000000000000000" pitchFamily="2" charset="-78"/>
                <a:cs typeface="Sakkal Majalla" panose="02000000000000000000" pitchFamily="2" charset="-78"/>
              </a:rPr>
              <a:t>من المهم فهم الأسباب التي تجعل الفرق متنوعة للعمل بفعالية مع الآخرين. حيث تقدم الفرق المتنوعة آراء وأفكار وخبرات مختلفة، مما يؤدي إلى تحسين حل المشكلات والابتكار.</a:t>
            </a:r>
          </a:p>
          <a:p>
            <a:pPr rtl="1"/>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E419C8B-45A8-022D-83C3-34EBE72945D7}"/>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A person and person shaking hands&#10;&#10;Description automatically generated">
            <a:extLst>
              <a:ext uri="{FF2B5EF4-FFF2-40B4-BE49-F238E27FC236}">
                <a16:creationId xmlns:a16="http://schemas.microsoft.com/office/drawing/2014/main" id="{33A77847-2F89-3066-A318-DCD7AD0332A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64161" y="1268760"/>
            <a:ext cx="3805465" cy="2541142"/>
          </a:xfrm>
          <a:prstGeom prst="rect">
            <a:avLst/>
          </a:prstGeom>
        </p:spPr>
      </p:pic>
      <p:pic>
        <p:nvPicPr>
          <p:cNvPr id="6" name="Picture 5" descr="A group of people posing for a photo&#10;&#10;Description automatically generated">
            <a:extLst>
              <a:ext uri="{FF2B5EF4-FFF2-40B4-BE49-F238E27FC236}">
                <a16:creationId xmlns:a16="http://schemas.microsoft.com/office/drawing/2014/main" id="{4EA410B6-A742-7A78-1E21-6E66653DFEA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48154" y="3941007"/>
            <a:ext cx="3850822" cy="2551162"/>
          </a:xfrm>
          <a:prstGeom prst="rect">
            <a:avLst/>
          </a:prstGeom>
        </p:spPr>
      </p:pic>
    </p:spTree>
    <p:extLst>
      <p:ext uri="{BB962C8B-B14F-4D97-AF65-F5344CB8AC3E}">
        <p14:creationId xmlns:p14="http://schemas.microsoft.com/office/powerpoint/2010/main" val="3007747265"/>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914400" y="300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a:t>
            </a:r>
            <a:br>
              <a:rPr lang="en-GB" altLang="en-US" sz="1600" dirty="0"/>
            </a:br>
            <a:r>
              <a:rPr lang="ar" sz="1600" dirty="0"/>
              <a:t>لتصنيع منتج أو لتقديم خدمة بفعالية كفريق</a:t>
            </a:r>
            <a:br>
              <a:rPr lang="en-GB" altLang="en-US" sz="1600" dirty="0"/>
            </a:br>
            <a:br>
              <a:rPr lang="en-GB" altLang="en-US" sz="1600" dirty="0"/>
            </a:br>
            <a:r>
              <a:rPr lang="ar" sz="1600" dirty="0"/>
              <a:t>(ج1): مبادئ الفِرق الفعالة</a:t>
            </a:r>
            <a:br>
              <a:rPr lang="en-GB" altLang="en-US" sz="1600" dirty="0"/>
            </a:br>
            <a:br>
              <a:rPr lang="en-US" altLang="en-US" sz="1600" dirty="0"/>
            </a:br>
            <a:br>
              <a:rPr lang="en-US" altLang="en-US" sz="1600" dirty="0"/>
            </a:br>
            <a:endParaRPr lang="en-GB" altLang="en-US" sz="1600" dirty="0"/>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6E95BE23-D850-4595-81B3-1694D8E975A3}"/>
              </a:ext>
            </a:extLst>
          </p:cNvPr>
          <p:cNvSpPr txBox="1"/>
          <p:nvPr/>
        </p:nvSpPr>
        <p:spPr>
          <a:xfrm>
            <a:off x="4427984" y="908720"/>
            <a:ext cx="4464496" cy="6247864"/>
          </a:xfrm>
          <a:prstGeom prst="rect">
            <a:avLst/>
          </a:prstGeom>
          <a:noFill/>
        </p:spPr>
        <p:txBody>
          <a:bodyPr wrap="square" rtlCol="1">
            <a:spAutoFit/>
          </a:bodyPr>
          <a:lstStyle/>
          <a:p>
            <a:pPr rtl="1"/>
            <a:endParaRPr lang="en-GB" sz="1600" dirty="0">
              <a:latin typeface="Sakkal Majalla" panose="02000000000000000000" pitchFamily="2" charset="-78"/>
              <a:cs typeface="Sakkal Majalla" panose="02000000000000000000" pitchFamily="2" charset="-78"/>
            </a:endParaRPr>
          </a:p>
          <a:p>
            <a:pPr rtl="1"/>
            <a:r>
              <a:rPr lang="ar" sz="1600" b="1" dirty="0">
                <a:latin typeface="Sakkal Majalla" panose="02000000000000000000" pitchFamily="2" charset="-78"/>
                <a:cs typeface="Sakkal Majalla" panose="02000000000000000000" pitchFamily="2" charset="-78"/>
              </a:rPr>
              <a:t>بيئة العمل</a:t>
            </a:r>
          </a:p>
          <a:p>
            <a:pPr rtl="1"/>
            <a:endParaRPr lang="en-GB" sz="1600" b="1" dirty="0">
              <a:highlight>
                <a:srgbClr val="FFFF00"/>
              </a:highlight>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بيئة عمل آمنة: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تعد بيئة العمل الآمنة بالغة الأهمية لرفاهية أعضاء الفريق وإكمال المهام بنجاح.</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بيئة عمل داعمة: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تعمل بيئة العمل الداعمة على تعزيز العمل الجماعي والتعاون والاحترام المتبادل بين أعضاء الفريق.</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بيئة عمل باعثة على التحدي: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تشجع بيئة العمل الباعثة على التحدي النمو والابتكار والتحسين المستمر.</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فرص للمبادرة والقيادة: </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توفر بيئة العمل المواتية فرصًا لأعضاء الفريق لأخذ زمام المبادرة وإظهار القيادة والمساهمة بمهاراتهم وخبراتهم الفريدة.</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F188955-598A-162B-2876-0E473DDD32D1}"/>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A group of people in a circle&#10;&#10;Description automatically generated">
            <a:extLst>
              <a:ext uri="{FF2B5EF4-FFF2-40B4-BE49-F238E27FC236}">
                <a16:creationId xmlns:a16="http://schemas.microsoft.com/office/drawing/2014/main" id="{C31D02F2-F214-615D-9766-562FBB209B6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17649" y="1310040"/>
            <a:ext cx="3828144" cy="2513274"/>
          </a:xfrm>
          <a:prstGeom prst="rect">
            <a:avLst/>
          </a:prstGeom>
        </p:spPr>
      </p:pic>
      <p:pic>
        <p:nvPicPr>
          <p:cNvPr id="6" name="Picture 5" descr="A group of people sitting around a table&#10;&#10;Description automatically generated">
            <a:extLst>
              <a:ext uri="{FF2B5EF4-FFF2-40B4-BE49-F238E27FC236}">
                <a16:creationId xmlns:a16="http://schemas.microsoft.com/office/drawing/2014/main" id="{C988F134-243A-0E9F-6D8C-3C14255392D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12235" y="3977542"/>
            <a:ext cx="3814536" cy="2517322"/>
          </a:xfrm>
          <a:prstGeom prst="rect">
            <a:avLst/>
          </a:prstGeom>
        </p:spPr>
      </p:pic>
    </p:spTree>
    <p:extLst>
      <p:ext uri="{BB962C8B-B14F-4D97-AF65-F5344CB8AC3E}">
        <p14:creationId xmlns:p14="http://schemas.microsoft.com/office/powerpoint/2010/main" val="1738461115"/>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203848" y="30045"/>
            <a:ext cx="5940152" cy="1598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لتصنيع منتج أو لتقديم خدمة </a:t>
            </a:r>
            <a:br>
              <a:rPr lang="en-US" sz="1600" dirty="0"/>
            </a:br>
            <a:r>
              <a:rPr lang="ar" sz="1600" dirty="0"/>
              <a:t>بفعالية كفريق</a:t>
            </a:r>
            <a:br>
              <a:rPr lang="en-GB" altLang="en-US" sz="1600" dirty="0"/>
            </a:br>
            <a:r>
              <a:rPr lang="ar" sz="1600" dirty="0"/>
              <a:t>(ج2): إعداد الفريق وتنظيمه/(ج3) تقييم مخاطر الصحة والسلامة</a:t>
            </a:r>
            <a:br>
              <a:rPr lang="en-GB" altLang="en-US" sz="1600" dirty="0"/>
            </a:br>
            <a:endParaRPr lang="en-GB" altLang="en-US" sz="1600" dirty="0"/>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4F70F500-6B44-491E-A750-B806DF34E5B4}"/>
              </a:ext>
            </a:extLst>
          </p:cNvPr>
          <p:cNvSpPr txBox="1"/>
          <p:nvPr/>
        </p:nvSpPr>
        <p:spPr>
          <a:xfrm>
            <a:off x="0" y="1183392"/>
            <a:ext cx="9144000" cy="3323987"/>
          </a:xfrm>
          <a:prstGeom prst="rect">
            <a:avLst/>
          </a:prstGeom>
          <a:noFill/>
        </p:spPr>
        <p:txBody>
          <a:bodyPr wrap="square" rtlCol="1">
            <a:spAutoFit/>
          </a:bodyPr>
          <a:lstStyle/>
          <a:p>
            <a:pPr rtl="1"/>
            <a:r>
              <a:rPr lang="ar" sz="1400" dirty="0">
                <a:latin typeface="Sakkal Majalla" panose="02000000000000000000" pitchFamily="2" charset="-78"/>
                <a:cs typeface="Sakkal Majalla" panose="02000000000000000000" pitchFamily="2" charset="-78"/>
              </a:rPr>
              <a:t>تعريف</a:t>
            </a:r>
            <a:r>
              <a:rPr lang="ar" sz="1400" b="1" dirty="0">
                <a:effectLst/>
                <a:latin typeface="Sakkal Majalla" panose="02000000000000000000" pitchFamily="2" charset="-78"/>
                <a:cs typeface="Sakkal Majalla" panose="02000000000000000000" pitchFamily="2" charset="-78"/>
              </a:rPr>
              <a:t> الفريق: </a:t>
            </a:r>
            <a:r>
              <a:rPr lang="ar" sz="1400" dirty="0">
                <a:effectLst/>
                <a:latin typeface="Sakkal Majalla" panose="02000000000000000000" pitchFamily="2" charset="-78"/>
                <a:cs typeface="Sakkal Majalla" panose="02000000000000000000" pitchFamily="2" charset="-78"/>
              </a:rPr>
              <a:t>الفريق عبارة عن مجموعة من ثلاثة أفراد أو أكثر يجتمعون بهدف مشترك لإكمال مهمة أو تحقيق هدف مشترك. ويمكن تشكيل الفرق في أماكن مختلفة، مثل أماكن العمل والرياضة والمنظمات المجتمعية.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نقاط القوة والقيود: </a:t>
            </a:r>
            <a:r>
              <a:rPr lang="ar" sz="1400" dirty="0">
                <a:effectLst/>
                <a:latin typeface="Sakkal Majalla" panose="02000000000000000000" pitchFamily="2" charset="-78"/>
                <a:cs typeface="Sakkal Majalla" panose="02000000000000000000" pitchFamily="2" charset="-78"/>
              </a:rPr>
              <a:t>يمكن أن تتمتع الفرق بنقاط قوة وقيود من حيث الكفاءات المتصورة وتعقيبات الأقران البناءة. وقد تشمل نقاط القوة في الفريق مجموعات متنوعة من المهارات والخبرات والقدرة على التعاون بفعالية. ومع ذلك، قد تواجه الفرق أيضًا قيودًا مثل تحديات التواصل والآراء المتضاربة وفجوات المهارات المحتملة التي يجب معالجتها.</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نقاط القوة والقيود لدى أعضاء الفريق: </a:t>
            </a:r>
            <a:r>
              <a:rPr lang="ar" sz="1400" dirty="0">
                <a:effectLst/>
                <a:latin typeface="Sakkal Majalla" panose="02000000000000000000" pitchFamily="2" charset="-78"/>
                <a:cs typeface="Sakkal Majalla" panose="02000000000000000000" pitchFamily="2" charset="-78"/>
              </a:rPr>
              <a:t>من أجل تخصيص المسؤوليات بشكل فعال وتحقيق أهدافنا، يلزم فهم نقاط القوة والقيود لكل عضو في الفريق. فمن خلال التعرف على جوانب الكفاءة لديهم ومعالجة أي قيود، يمكننا تعظيم إمكانات فريقنا والعمل على تحقيق النجاح.</a:t>
            </a:r>
          </a:p>
          <a:p>
            <a:pPr rtl="1"/>
            <a:endParaRPr lang="en-GB" sz="1400" b="1"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تقييم أعضاء الفريق</a:t>
            </a:r>
          </a:p>
          <a:p>
            <a:pPr rtl="1"/>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p:txBody>
      </p:sp>
      <p:graphicFrame>
        <p:nvGraphicFramePr>
          <p:cNvPr id="4" name="Table 4">
            <a:extLst>
              <a:ext uri="{FF2B5EF4-FFF2-40B4-BE49-F238E27FC236}">
                <a16:creationId xmlns:a16="http://schemas.microsoft.com/office/drawing/2014/main" id="{E34FE02F-0E17-4F3D-A8D9-7D86EC0AD30A}"/>
              </a:ext>
            </a:extLst>
          </p:cNvPr>
          <p:cNvGraphicFramePr>
            <a:graphicFrameLocks noGrp="1"/>
          </p:cNvGraphicFramePr>
          <p:nvPr>
            <p:extLst>
              <p:ext uri="{D42A27DB-BD31-4B8C-83A1-F6EECF244321}">
                <p14:modId xmlns:p14="http://schemas.microsoft.com/office/powerpoint/2010/main" val="1108314523"/>
              </p:ext>
            </p:extLst>
          </p:nvPr>
        </p:nvGraphicFramePr>
        <p:xfrm>
          <a:off x="67072" y="3436208"/>
          <a:ext cx="9076928" cy="2372360"/>
        </p:xfrm>
        <a:graphic>
          <a:graphicData uri="http://schemas.openxmlformats.org/drawingml/2006/table">
            <a:tbl>
              <a:tblPr rtl="1" firstRow="1" bandRow="1">
                <a:tableStyleId>{5C22544A-7EE6-4342-B048-85BDC9FD1C3A}</a:tableStyleId>
              </a:tblPr>
              <a:tblGrid>
                <a:gridCol w="1224136">
                  <a:extLst>
                    <a:ext uri="{9D8B030D-6E8A-4147-A177-3AD203B41FA5}">
                      <a16:colId xmlns:a16="http://schemas.microsoft.com/office/drawing/2014/main" val="2106108436"/>
                    </a:ext>
                  </a:extLst>
                </a:gridCol>
                <a:gridCol w="3820344">
                  <a:extLst>
                    <a:ext uri="{9D8B030D-6E8A-4147-A177-3AD203B41FA5}">
                      <a16:colId xmlns:a16="http://schemas.microsoft.com/office/drawing/2014/main" val="733517472"/>
                    </a:ext>
                  </a:extLst>
                </a:gridCol>
                <a:gridCol w="4032448">
                  <a:extLst>
                    <a:ext uri="{9D8B030D-6E8A-4147-A177-3AD203B41FA5}">
                      <a16:colId xmlns:a16="http://schemas.microsoft.com/office/drawing/2014/main" val="4276017684"/>
                    </a:ext>
                  </a:extLst>
                </a:gridCol>
              </a:tblGrid>
              <a:tr h="370840">
                <a:tc>
                  <a:txBody>
                    <a:bodyPr/>
                    <a:lstStyle/>
                    <a:p>
                      <a:pPr rtl="1"/>
                      <a:r>
                        <a:rPr lang="ar" sz="1400" dirty="0">
                          <a:latin typeface="Sakkal Majalla" panose="02000000000000000000" pitchFamily="2" charset="-78"/>
                          <a:cs typeface="Sakkal Majalla" panose="02000000000000000000" pitchFamily="2" charset="-78"/>
                        </a:rPr>
                        <a:t>عضو الفريق</a:t>
                      </a:r>
                    </a:p>
                  </a:txBody>
                  <a:tcPr/>
                </a:tc>
                <a:tc>
                  <a:txBody>
                    <a:bodyPr/>
                    <a:lstStyle/>
                    <a:p>
                      <a:pPr rtl="1"/>
                      <a:r>
                        <a:rPr lang="ar" sz="1400">
                          <a:latin typeface="Sakkal Majalla" panose="02000000000000000000" pitchFamily="2" charset="-78"/>
                          <a:cs typeface="Sakkal Majalla" panose="02000000000000000000" pitchFamily="2" charset="-78"/>
                        </a:rPr>
                        <a:t>نقاط القوة</a:t>
                      </a:r>
                    </a:p>
                  </a:txBody>
                  <a:tcPr/>
                </a:tc>
                <a:tc>
                  <a:txBody>
                    <a:bodyPr/>
                    <a:lstStyle/>
                    <a:p>
                      <a:pPr rtl="1"/>
                      <a:r>
                        <a:rPr lang="ar" sz="1400" dirty="0">
                          <a:latin typeface="Sakkal Majalla" panose="02000000000000000000" pitchFamily="2" charset="-78"/>
                          <a:cs typeface="Sakkal Majalla" panose="02000000000000000000" pitchFamily="2" charset="-78"/>
                        </a:rPr>
                        <a:t>القيود</a:t>
                      </a:r>
                    </a:p>
                  </a:txBody>
                  <a:tcPr/>
                </a:tc>
                <a:extLst>
                  <a:ext uri="{0D108BD9-81ED-4DB2-BD59-A6C34878D82A}">
                    <a16:rowId xmlns:a16="http://schemas.microsoft.com/office/drawing/2014/main" val="836029868"/>
                  </a:ext>
                </a:extLst>
              </a:tr>
              <a:tr h="370840">
                <a:tc>
                  <a:txBody>
                    <a:bodyPr/>
                    <a:lstStyle/>
                    <a:p>
                      <a:pPr rtl="1"/>
                      <a:r>
                        <a:rPr lang="ar" sz="1400" dirty="0">
                          <a:latin typeface="Sakkal Majalla" panose="02000000000000000000" pitchFamily="2" charset="-78"/>
                          <a:cs typeface="Sakkal Majalla" panose="02000000000000000000" pitchFamily="2" charset="-78"/>
                        </a:rPr>
                        <a:t>1</a:t>
                      </a:r>
                    </a:p>
                  </a:txBody>
                  <a:tcPr/>
                </a:tc>
                <a:tc>
                  <a:txBody>
                    <a:bodyPr/>
                    <a:lstStyle/>
                    <a:p>
                      <a:pPr rtl="1"/>
                      <a:r>
                        <a:rPr lang="ar" sz="1400">
                          <a:latin typeface="Sakkal Majalla" panose="02000000000000000000" pitchFamily="2" charset="-78"/>
                          <a:cs typeface="Sakkal Majalla" panose="02000000000000000000" pitchFamily="2" charset="-78"/>
                        </a:rPr>
                        <a:t>يتمتع بمهارات ممتازة في حل المشكلات، ويركز بشدة على التفاصيل</a:t>
                      </a:r>
                    </a:p>
                  </a:txBody>
                  <a:tcPr/>
                </a:tc>
                <a:tc>
                  <a:txBody>
                    <a:bodyPr/>
                    <a:lstStyle/>
                    <a:p>
                      <a:pPr rtl="1"/>
                      <a:r>
                        <a:rPr lang="ar" sz="1400">
                          <a:latin typeface="Sakkal Majalla" panose="02000000000000000000" pitchFamily="2" charset="-78"/>
                          <a:cs typeface="Sakkal Majalla" panose="02000000000000000000" pitchFamily="2" charset="-78"/>
                        </a:rPr>
                        <a:t>يتوخى الحذر بشكل مفرط، وقد يستغرق وقتًا أطول لاتخاذ القرارات</a:t>
                      </a:r>
                    </a:p>
                  </a:txBody>
                  <a:tcPr/>
                </a:tc>
                <a:extLst>
                  <a:ext uri="{0D108BD9-81ED-4DB2-BD59-A6C34878D82A}">
                    <a16:rowId xmlns:a16="http://schemas.microsoft.com/office/drawing/2014/main" val="1785932263"/>
                  </a:ext>
                </a:extLst>
              </a:tr>
              <a:tr h="370840">
                <a:tc>
                  <a:txBody>
                    <a:bodyPr/>
                    <a:lstStyle/>
                    <a:p>
                      <a:pPr rtl="1"/>
                      <a:r>
                        <a:rPr lang="ar" sz="1400" dirty="0">
                          <a:latin typeface="Sakkal Majalla" panose="02000000000000000000" pitchFamily="2" charset="-78"/>
                          <a:cs typeface="Sakkal Majalla" panose="02000000000000000000" pitchFamily="2" charset="-78"/>
                        </a:rPr>
                        <a:t>2</a:t>
                      </a:r>
                    </a:p>
                  </a:txBody>
                  <a:tcPr/>
                </a:tc>
                <a:tc>
                  <a:txBody>
                    <a:bodyPr/>
                    <a:lstStyle/>
                    <a:p>
                      <a:pPr rtl="1"/>
                      <a:r>
                        <a:rPr lang="ar" sz="1400">
                          <a:latin typeface="Sakkal Majalla" panose="02000000000000000000" pitchFamily="2" charset="-78"/>
                          <a:cs typeface="Sakkal Majalla" panose="02000000000000000000" pitchFamily="2" charset="-78"/>
                        </a:rPr>
                        <a:t>يتمتع بمهارات اتصال رائعة ومنظم للغاية</a:t>
                      </a:r>
                    </a:p>
                  </a:txBody>
                  <a:tcPr/>
                </a:tc>
                <a:tc>
                  <a:txBody>
                    <a:bodyPr/>
                    <a:lstStyle/>
                    <a:p>
                      <a:pPr rtl="1"/>
                      <a:r>
                        <a:rPr lang="ar" sz="1400">
                          <a:latin typeface="Sakkal Majalla" panose="02000000000000000000" pitchFamily="2" charset="-78"/>
                          <a:cs typeface="Sakkal Majalla" panose="02000000000000000000" pitchFamily="2" charset="-78"/>
                        </a:rPr>
                        <a:t>يمكن أن يكون حازمًا بشكل مفرط، وقد يحتاج إلى تحسين مهارات الاستماع للغير</a:t>
                      </a:r>
                    </a:p>
                  </a:txBody>
                  <a:tcPr/>
                </a:tc>
                <a:extLst>
                  <a:ext uri="{0D108BD9-81ED-4DB2-BD59-A6C34878D82A}">
                    <a16:rowId xmlns:a16="http://schemas.microsoft.com/office/drawing/2014/main" val="1360417126"/>
                  </a:ext>
                </a:extLst>
              </a:tr>
              <a:tr h="370840">
                <a:tc>
                  <a:txBody>
                    <a:bodyPr/>
                    <a:lstStyle/>
                    <a:p>
                      <a:pPr rtl="1"/>
                      <a:r>
                        <a:rPr lang="ar" sz="1400" dirty="0">
                          <a:latin typeface="Sakkal Majalla" panose="02000000000000000000" pitchFamily="2" charset="-78"/>
                          <a:cs typeface="Sakkal Majalla" panose="02000000000000000000" pitchFamily="2" charset="-78"/>
                        </a:rPr>
                        <a:t>3</a:t>
                      </a:r>
                    </a:p>
                  </a:txBody>
                  <a:tcPr/>
                </a:tc>
                <a:tc>
                  <a:txBody>
                    <a:bodyPr/>
                    <a:lstStyle/>
                    <a:p>
                      <a:pPr rtl="1"/>
                      <a:r>
                        <a:rPr lang="ar" sz="1400" dirty="0">
                          <a:latin typeface="Sakkal Majalla" panose="02000000000000000000" pitchFamily="2" charset="-78"/>
                          <a:cs typeface="Sakkal Majalla" panose="02000000000000000000" pitchFamily="2" charset="-78"/>
                        </a:rPr>
                        <a:t>يتمتع بقدرات قيادية قوية، ومميز في تحفيز الفريق</a:t>
                      </a:r>
                    </a:p>
                  </a:txBody>
                  <a:tcPr/>
                </a:tc>
                <a:tc>
                  <a:txBody>
                    <a:bodyPr/>
                    <a:lstStyle/>
                    <a:p>
                      <a:pPr rtl="1"/>
                      <a:r>
                        <a:rPr lang="ar" sz="1400">
                          <a:latin typeface="Sakkal Majalla" panose="02000000000000000000" pitchFamily="2" charset="-78"/>
                          <a:cs typeface="Sakkal Majalla" panose="02000000000000000000" pitchFamily="2" charset="-78"/>
                        </a:rPr>
                        <a:t>قد يواجه صعوبة في إدارة الوقت، وأحيانًا يستغرق الأمر أكثر من اللازم</a:t>
                      </a:r>
                    </a:p>
                  </a:txBody>
                  <a:tcPr/>
                </a:tc>
                <a:extLst>
                  <a:ext uri="{0D108BD9-81ED-4DB2-BD59-A6C34878D82A}">
                    <a16:rowId xmlns:a16="http://schemas.microsoft.com/office/drawing/2014/main" val="473511096"/>
                  </a:ext>
                </a:extLst>
              </a:tr>
              <a:tr h="370840">
                <a:tc>
                  <a:txBody>
                    <a:bodyPr/>
                    <a:lstStyle/>
                    <a:p>
                      <a:pPr rtl="1"/>
                      <a:r>
                        <a:rPr lang="ar" sz="1400">
                          <a:latin typeface="Sakkal Majalla" panose="02000000000000000000" pitchFamily="2" charset="-78"/>
                          <a:cs typeface="Sakkal Majalla" panose="02000000000000000000" pitchFamily="2" charset="-78"/>
                        </a:rPr>
                        <a:t>4</a:t>
                      </a:r>
                    </a:p>
                  </a:txBody>
                  <a:tcPr/>
                </a:tc>
                <a:tc>
                  <a:txBody>
                    <a:bodyPr/>
                    <a:lstStyle/>
                    <a:p>
                      <a:pPr rtl="1"/>
                      <a:r>
                        <a:rPr lang="ar" sz="1400" dirty="0">
                          <a:latin typeface="Sakkal Majalla" panose="02000000000000000000" pitchFamily="2" charset="-78"/>
                          <a:cs typeface="Sakkal Majalla" panose="02000000000000000000" pitchFamily="2" charset="-78"/>
                        </a:rPr>
                        <a:t>مفكر مبدع، ويضيف دائمًا أفكارًا جديدة للموضوع</a:t>
                      </a:r>
                    </a:p>
                  </a:txBody>
                  <a:tcPr/>
                </a:tc>
                <a:tc>
                  <a:txBody>
                    <a:bodyPr/>
                    <a:lstStyle/>
                    <a:p>
                      <a:pPr rtl="1"/>
                      <a:r>
                        <a:rPr lang="ar" sz="1400">
                          <a:latin typeface="Sakkal Majalla" panose="02000000000000000000" pitchFamily="2" charset="-78"/>
                          <a:cs typeface="Sakkal Majalla" panose="02000000000000000000" pitchFamily="2" charset="-78"/>
                        </a:rPr>
                        <a:t>يفتقر أحيانًا إلى الثقة في طرح الأفكار على الفريق</a:t>
                      </a:r>
                    </a:p>
                  </a:txBody>
                  <a:tcPr/>
                </a:tc>
                <a:extLst>
                  <a:ext uri="{0D108BD9-81ED-4DB2-BD59-A6C34878D82A}">
                    <a16:rowId xmlns:a16="http://schemas.microsoft.com/office/drawing/2014/main" val="3207625956"/>
                  </a:ext>
                </a:extLst>
              </a:tr>
              <a:tr h="370840">
                <a:tc>
                  <a:txBody>
                    <a:bodyPr/>
                    <a:lstStyle/>
                    <a:p>
                      <a:pPr rtl="1"/>
                      <a:r>
                        <a:rPr lang="ar" sz="1400" dirty="0">
                          <a:latin typeface="Sakkal Majalla" panose="02000000000000000000" pitchFamily="2" charset="-78"/>
                          <a:cs typeface="Sakkal Majalla" panose="02000000000000000000" pitchFamily="2" charset="-78"/>
                        </a:rPr>
                        <a:t>5</a:t>
                      </a:r>
                    </a:p>
                  </a:txBody>
                  <a:tcPr/>
                </a:tc>
                <a:tc>
                  <a:txBody>
                    <a:bodyPr/>
                    <a:lstStyle/>
                    <a:p>
                      <a:pPr rtl="1"/>
                      <a:r>
                        <a:rPr lang="ar" sz="1400" dirty="0">
                          <a:latin typeface="Sakkal Majalla" panose="02000000000000000000" pitchFamily="2" charset="-78"/>
                          <a:cs typeface="Sakkal Majalla" panose="02000000000000000000" pitchFamily="2" charset="-78"/>
                        </a:rPr>
                        <a:t>يتمتع بخبرة فنية، وماهر في تحليل البيانات</a:t>
                      </a:r>
                    </a:p>
                  </a:txBody>
                  <a:tcPr/>
                </a:tc>
                <a:tc>
                  <a:txBody>
                    <a:bodyPr/>
                    <a:lstStyle/>
                    <a:p>
                      <a:pPr rtl="1"/>
                      <a:r>
                        <a:rPr lang="ar" sz="1400" dirty="0">
                          <a:latin typeface="Sakkal Majalla" panose="02000000000000000000" pitchFamily="2" charset="-78"/>
                          <a:cs typeface="Sakkal Majalla" panose="02000000000000000000" pitchFamily="2" charset="-78"/>
                        </a:rPr>
                        <a:t>قد يحتاج إلى تحسين مهارات التعاون، ويميل إلى العمل بشكل مستقل</a:t>
                      </a:r>
                    </a:p>
                  </a:txBody>
                  <a:tcPr/>
                </a:tc>
                <a:extLst>
                  <a:ext uri="{0D108BD9-81ED-4DB2-BD59-A6C34878D82A}">
                    <a16:rowId xmlns:a16="http://schemas.microsoft.com/office/drawing/2014/main" val="4127600683"/>
                  </a:ext>
                </a:extLst>
              </a:tr>
            </a:tbl>
          </a:graphicData>
        </a:graphic>
      </p:graphicFrame>
      <p:sp>
        <p:nvSpPr>
          <p:cNvPr id="2" name="Footer Placeholder 2">
            <a:extLst>
              <a:ext uri="{FF2B5EF4-FFF2-40B4-BE49-F238E27FC236}">
                <a16:creationId xmlns:a16="http://schemas.microsoft.com/office/drawing/2014/main" id="{43AB7321-D41F-D6BE-5519-91E5BC8BB642}"/>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extLst>
      <p:ext uri="{BB962C8B-B14F-4D97-AF65-F5344CB8AC3E}">
        <p14:creationId xmlns:p14="http://schemas.microsoft.com/office/powerpoint/2010/main" val="2241098231"/>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203848" y="30045"/>
            <a:ext cx="5940152" cy="1598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لتصنيع منتج أو لتقديم خدمة </a:t>
            </a:r>
            <a:br>
              <a:rPr lang="en-US" sz="1600" dirty="0"/>
            </a:br>
            <a:r>
              <a:rPr lang="ar" sz="1600" dirty="0"/>
              <a:t>بفعالية كفريق</a:t>
            </a:r>
            <a:br>
              <a:rPr lang="en-GB" altLang="en-US" sz="1600" dirty="0"/>
            </a:br>
            <a:r>
              <a:rPr lang="ar" sz="1600" dirty="0"/>
              <a:t>(ج2): إعداد الفريق وتنظيمه/(ج3) تقييم مخاطر الصحة والسلامة</a:t>
            </a:r>
            <a:br>
              <a:rPr lang="en-GB" altLang="en-US" sz="1600" dirty="0"/>
            </a:br>
            <a:endParaRPr lang="en-GB" altLang="en-US" sz="1600" dirty="0"/>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4F70F500-6B44-491E-A750-B806DF34E5B4}"/>
              </a:ext>
            </a:extLst>
          </p:cNvPr>
          <p:cNvSpPr txBox="1"/>
          <p:nvPr/>
        </p:nvSpPr>
        <p:spPr>
          <a:xfrm>
            <a:off x="3567158" y="1663209"/>
            <a:ext cx="5397330" cy="4278094"/>
          </a:xfrm>
          <a:prstGeom prst="rect">
            <a:avLst/>
          </a:prstGeom>
          <a:noFill/>
        </p:spPr>
        <p:txBody>
          <a:bodyPr wrap="square" rtlCol="1">
            <a:spAutoFit/>
          </a:bodyPr>
          <a:lstStyle/>
          <a:p>
            <a:pPr rtl="1"/>
            <a:r>
              <a:rPr lang="ar" sz="1600" dirty="0">
                <a:latin typeface="Sakkal Majalla" panose="02000000000000000000" pitchFamily="2" charset="-78"/>
                <a:cs typeface="Sakkal Majalla" panose="02000000000000000000" pitchFamily="2" charset="-78"/>
              </a:rPr>
              <a:t>توزيع المسؤوليات</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قائد الفريق: </a:t>
            </a:r>
            <a:r>
              <a:rPr lang="ar" sz="1600" dirty="0">
                <a:effectLst/>
                <a:latin typeface="Sakkal Majalla" panose="02000000000000000000" pitchFamily="2" charset="-78"/>
                <a:cs typeface="Sakkal Majalla" panose="02000000000000000000" pitchFamily="2" charset="-78"/>
              </a:rPr>
              <a:t>مسؤول عن شؤون الإدارة والتنسيق الشامل للمشروع. يتأكد من تحقيق أهداف المشروع والالتزام بالمواعيد النهائية. يُسهل التواصل والتعاون بين أعضاء الفريق.</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باحث: </a:t>
            </a:r>
            <a:r>
              <a:rPr lang="ar" sz="1600" dirty="0">
                <a:effectLst/>
                <a:latin typeface="Sakkal Majalla" panose="02000000000000000000" pitchFamily="2" charset="-78"/>
                <a:cs typeface="Sakkal Majalla" panose="02000000000000000000" pitchFamily="2" charset="-78"/>
              </a:rPr>
              <a:t>يجري أبحاث السوق ويجمع البيانات ذات الصلة. يحلل اتجاهات السوق واستراتيجيات المنافسين. يقدم رؤى وتوصيات بناءً على نتائج البحث.</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مصمم: </a:t>
            </a:r>
            <a:r>
              <a:rPr lang="ar" sz="1600" dirty="0">
                <a:effectLst/>
                <a:latin typeface="Sakkal Majalla" panose="02000000000000000000" pitchFamily="2" charset="-78"/>
                <a:cs typeface="Sakkal Majalla" panose="02000000000000000000" pitchFamily="2" charset="-78"/>
              </a:rPr>
              <a:t>يقوم بإنشاء مواد وتصميمات مرئية للمشروع. يطور تصميمات واجهات المستخدم وتجربة المستخدم. يتعاون مع الفريق لضمان اتساق التصميم والمواءمة مع أهداف المشروع.</a:t>
            </a:r>
          </a:p>
          <a:p>
            <a:pPr rtl="1"/>
            <a:endParaRPr lang="en-GB" sz="1600" b="1"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مطوِّر: </a:t>
            </a:r>
            <a:r>
              <a:rPr lang="ar" sz="1600" dirty="0">
                <a:effectLst/>
                <a:latin typeface="Sakkal Majalla" panose="02000000000000000000" pitchFamily="2" charset="-78"/>
                <a:cs typeface="Sakkal Majalla" panose="02000000000000000000" pitchFamily="2" charset="-78"/>
              </a:rPr>
              <a:t>يطور الحلول البرمجية وينفذها. تطبيقات برامج الأكواد والاختبارات. يتعاون مع الفريق لضمان الجدوى الفنية والمواءمة مع أهداف المشروع.</a:t>
            </a:r>
          </a:p>
          <a:p>
            <a:pPr rtl="1"/>
            <a:endParaRPr lang="en-GB" sz="1600" dirty="0">
              <a:effectLst/>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endParaRPr lang="en-GB" sz="1600" dirty="0">
              <a:effectLst/>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CC8AFE1-EFA9-C346-CE31-726F0A333513}"/>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5" name="Picture 4" descr="A person in white lab coats holding a clipboard&#10;&#10;Description automatically generated">
            <a:extLst>
              <a:ext uri="{FF2B5EF4-FFF2-40B4-BE49-F238E27FC236}">
                <a16:creationId xmlns:a16="http://schemas.microsoft.com/office/drawing/2014/main" id="{9C880B4D-08CB-24C5-A5E1-D414489D793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79512" y="1268760"/>
            <a:ext cx="3474358" cy="2344965"/>
          </a:xfrm>
          <a:prstGeom prst="rect">
            <a:avLst/>
          </a:prstGeom>
        </p:spPr>
      </p:pic>
      <p:pic>
        <p:nvPicPr>
          <p:cNvPr id="7" name="Picture 6" descr="A person in a wheelchair working on a computer&#10;&#10;Description automatically generated">
            <a:extLst>
              <a:ext uri="{FF2B5EF4-FFF2-40B4-BE49-F238E27FC236}">
                <a16:creationId xmlns:a16="http://schemas.microsoft.com/office/drawing/2014/main" id="{D56C4157-15D6-1218-EC02-601986AF07C6}"/>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79512" y="4046178"/>
            <a:ext cx="3474358" cy="2297226"/>
          </a:xfrm>
          <a:prstGeom prst="rect">
            <a:avLst/>
          </a:prstGeom>
        </p:spPr>
      </p:pic>
    </p:spTree>
    <p:extLst>
      <p:ext uri="{BB962C8B-B14F-4D97-AF65-F5344CB8AC3E}">
        <p14:creationId xmlns:p14="http://schemas.microsoft.com/office/powerpoint/2010/main" val="3776013268"/>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203848" y="30045"/>
            <a:ext cx="5940152" cy="1598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لتصنيع منتج أو لتقديم خدمة </a:t>
            </a:r>
            <a:br>
              <a:rPr lang="en-US" sz="1600" dirty="0"/>
            </a:br>
            <a:r>
              <a:rPr lang="ar" sz="1600" dirty="0"/>
              <a:t>بفعالية كفريق</a:t>
            </a:r>
            <a:br>
              <a:rPr lang="en-GB" altLang="en-US" sz="1600" dirty="0"/>
            </a:br>
            <a:r>
              <a:rPr lang="ar" sz="1600" dirty="0"/>
              <a:t>(ج2): إعداد الفريق وتنظيمه/(ج3) تقييم مخاطر الصحة والسلامة</a:t>
            </a:r>
            <a:br>
              <a:rPr lang="en-GB" altLang="en-US" sz="1600" dirty="0"/>
            </a:br>
            <a:endParaRPr lang="en-GB" altLang="en-US" sz="1600" dirty="0"/>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4F70F500-6B44-491E-A750-B806DF34E5B4}"/>
              </a:ext>
            </a:extLst>
          </p:cNvPr>
          <p:cNvSpPr txBox="1"/>
          <p:nvPr/>
        </p:nvSpPr>
        <p:spPr>
          <a:xfrm>
            <a:off x="4067944" y="1628795"/>
            <a:ext cx="4871530" cy="4524315"/>
          </a:xfrm>
          <a:prstGeom prst="rect">
            <a:avLst/>
          </a:prstGeom>
          <a:noFill/>
        </p:spPr>
        <p:txBody>
          <a:bodyPr wrap="square" rtlCol="1">
            <a:spAutoFit/>
          </a:bodyPr>
          <a:lstStyle/>
          <a:p>
            <a:pPr rtl="1"/>
            <a:r>
              <a:rPr lang="ar" sz="1600" dirty="0">
                <a:latin typeface="Sakkal Majalla" panose="02000000000000000000" pitchFamily="2" charset="-78"/>
                <a:cs typeface="Sakkal Majalla" panose="02000000000000000000" pitchFamily="2" charset="-78"/>
              </a:rPr>
              <a:t>توزيع المسؤوليات</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ضمان الجودة: </a:t>
            </a:r>
            <a:r>
              <a:rPr lang="ar" sz="1600" dirty="0">
                <a:effectLst/>
                <a:latin typeface="Sakkal Majalla" panose="02000000000000000000" pitchFamily="2" charset="-78"/>
                <a:cs typeface="Sakkal Majalla" panose="02000000000000000000" pitchFamily="2" charset="-78"/>
              </a:rPr>
              <a:t>يجري أنشطة اختبار وضمان الجودة. يحدد الأخطاء والمشكلات ويبلغ عنها. يتأكد من أن البرنامج يلبي معايير الجودة.</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كاتب محتوى: </a:t>
            </a:r>
            <a:r>
              <a:rPr lang="ar" sz="1600" dirty="0">
                <a:effectLst/>
                <a:latin typeface="Sakkal Majalla" panose="02000000000000000000" pitchFamily="2" charset="-78"/>
                <a:cs typeface="Sakkal Majalla" panose="02000000000000000000" pitchFamily="2" charset="-78"/>
              </a:rPr>
              <a:t>ينشئ محتوى مكتوب للمشروع. يطور محتوى جذاب وغني بالمعلومات. يتعاون مع الفريق لضمان توافق المحتوى مع أهداف المشروع.</a:t>
            </a:r>
          </a:p>
          <a:p>
            <a:pPr rtl="1"/>
            <a:endParaRPr lang="en-GB" sz="1600"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مدير مشروع: </a:t>
            </a:r>
            <a:r>
              <a:rPr lang="ar" sz="1600" dirty="0">
                <a:effectLst/>
                <a:latin typeface="Sakkal Majalla" panose="02000000000000000000" pitchFamily="2" charset="-78"/>
                <a:cs typeface="Sakkal Majalla" panose="02000000000000000000" pitchFamily="2" charset="-78"/>
              </a:rPr>
              <a:t>يدير الجداول الزمنية للمشروع والمنجزات. ينسق أنشطة الفريق والموارد. يضمن تحقيق أهداف المشروع ضمن الميزانية المخصصة والجدول الزمني.</a:t>
            </a:r>
          </a:p>
          <a:p>
            <a:pPr rtl="1"/>
            <a:endParaRPr lang="en-GB" sz="1600"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أخصائي تسويق: </a:t>
            </a:r>
            <a:r>
              <a:rPr lang="ar" sz="1600" dirty="0">
                <a:effectLst/>
                <a:latin typeface="Sakkal Majalla" panose="02000000000000000000" pitchFamily="2" charset="-78"/>
                <a:cs typeface="Sakkal Majalla" panose="02000000000000000000" pitchFamily="2" charset="-78"/>
              </a:rPr>
              <a:t>يطور استراتيجيات وحملات التسويق. ينفذ أنشطة التسويق للترويج للمشروع.</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يتعاون مع الفريق لضمان مواءمة التسويق مع أهداف المشروع.</a:t>
            </a:r>
          </a:p>
          <a:p>
            <a:pPr rtl="1"/>
            <a:endParaRPr lang="en-GB" sz="1600" dirty="0">
              <a:effectLst/>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endParaRPr lang="en-GB" sz="1600" dirty="0">
              <a:effectLst/>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DFB47E7E-97DC-B15E-A542-68B69C00CA50}"/>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A person standing in front of a group of people sitting around a table&#10;&#10;Description automatically generated">
            <a:extLst>
              <a:ext uri="{FF2B5EF4-FFF2-40B4-BE49-F238E27FC236}">
                <a16:creationId xmlns:a16="http://schemas.microsoft.com/office/drawing/2014/main" id="{22A42A2E-571D-7062-5B6B-025BDB2171E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81954" y="1423810"/>
            <a:ext cx="3646716" cy="2454386"/>
          </a:xfrm>
          <a:prstGeom prst="rect">
            <a:avLst/>
          </a:prstGeom>
        </p:spPr>
      </p:pic>
      <p:pic>
        <p:nvPicPr>
          <p:cNvPr id="7" name="Picture 6" descr="A person in a suit holding a phone and drawing a group of people&#10;&#10;Description automatically generated">
            <a:extLst>
              <a:ext uri="{FF2B5EF4-FFF2-40B4-BE49-F238E27FC236}">
                <a16:creationId xmlns:a16="http://schemas.microsoft.com/office/drawing/2014/main" id="{256202F2-15C5-1BB6-56CD-5BE6032A2CC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99592" y="3981209"/>
            <a:ext cx="2494643" cy="2526393"/>
          </a:xfrm>
          <a:prstGeom prst="rect">
            <a:avLst/>
          </a:prstGeom>
        </p:spPr>
      </p:pic>
    </p:spTree>
    <p:extLst>
      <p:ext uri="{BB962C8B-B14F-4D97-AF65-F5344CB8AC3E}">
        <p14:creationId xmlns:p14="http://schemas.microsoft.com/office/powerpoint/2010/main" val="1828022099"/>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203848" y="30045"/>
            <a:ext cx="5940152" cy="1598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لتصنيع منتج أو لتقديم خدمة </a:t>
            </a:r>
            <a:br>
              <a:rPr lang="en-US" sz="1600" dirty="0"/>
            </a:br>
            <a:r>
              <a:rPr lang="ar" sz="1600" dirty="0"/>
              <a:t>بفعالية كفريق</a:t>
            </a:r>
            <a:br>
              <a:rPr lang="en-GB" altLang="en-US" sz="1600" dirty="0"/>
            </a:br>
            <a:r>
              <a:rPr lang="ar" sz="1600" dirty="0"/>
              <a:t>(ج2): إعداد الفريق وتنظيمه/(ج3) تقييم مخاطر الصحة والسلامة</a:t>
            </a:r>
            <a:br>
              <a:rPr lang="en-GB" altLang="en-US" sz="1600" dirty="0"/>
            </a:br>
            <a:endParaRPr lang="en-GB" altLang="en-US" sz="1600" dirty="0"/>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4F70F500-6B44-491E-A750-B806DF34E5B4}"/>
              </a:ext>
            </a:extLst>
          </p:cNvPr>
          <p:cNvSpPr txBox="1"/>
          <p:nvPr/>
        </p:nvSpPr>
        <p:spPr>
          <a:xfrm>
            <a:off x="4413774" y="1772816"/>
            <a:ext cx="4536477" cy="3754874"/>
          </a:xfrm>
          <a:prstGeom prst="rect">
            <a:avLst/>
          </a:prstGeom>
          <a:noFill/>
        </p:spPr>
        <p:txBody>
          <a:bodyPr wrap="square" rtlCol="1">
            <a:spAutoFit/>
          </a:bodyPr>
          <a:lstStyle/>
          <a:p>
            <a:pPr rtl="1"/>
            <a:r>
              <a:rPr lang="ar" sz="1400" b="1" dirty="0">
                <a:latin typeface="Sakkal Majalla" panose="02000000000000000000" pitchFamily="2" charset="-78"/>
                <a:cs typeface="Sakkal Majalla" panose="02000000000000000000" pitchFamily="2" charset="-78"/>
              </a:rPr>
              <a:t>الجداول الزمنية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نشاط 1: تشكيل الفريق: </a:t>
            </a:r>
            <a:r>
              <a:rPr lang="ar" sz="1400" dirty="0">
                <a:effectLst/>
                <a:latin typeface="Sakkal Majalla" panose="02000000000000000000" pitchFamily="2" charset="-78"/>
                <a:cs typeface="Sakkal Majalla" panose="02000000000000000000" pitchFamily="2" charset="-78"/>
              </a:rPr>
              <a:t>المدة أسبوع الهدف: تحديد أدوار الفريق ومسؤولياته، وإنشاء قنوات اتصال الفريق، وتحديد أهداف الفريق.</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نشاط 2: تخطيط المشروع: </a:t>
            </a:r>
            <a:r>
              <a:rPr lang="ar" sz="1400" dirty="0">
                <a:effectLst/>
                <a:latin typeface="Sakkal Majalla" panose="02000000000000000000" pitchFamily="2" charset="-78"/>
                <a:cs typeface="Sakkal Majalla" panose="02000000000000000000" pitchFamily="2" charset="-78"/>
              </a:rPr>
              <a:t>المدة أسبوعان: الهدف: تطوير خطة مشروع مفصلة، تشمل المهام والمعالم ومواعيد التسليم النهائية.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نشاط 3: التنفيذ: </a:t>
            </a:r>
            <a:r>
              <a:rPr lang="ar" sz="1400" dirty="0">
                <a:effectLst/>
                <a:latin typeface="Sakkal Majalla" panose="02000000000000000000" pitchFamily="2" charset="-78"/>
                <a:cs typeface="Sakkal Majalla" panose="02000000000000000000" pitchFamily="2" charset="-78"/>
              </a:rPr>
              <a:t>المدة جاري الهدف: تنفيذ مهام المشروع وفقًا لخطة المشروع، ومراقبة التقدم، وإجراء التعديلات اللازمة.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نشاط 4: المراجعة والتقييم: </a:t>
            </a:r>
            <a:r>
              <a:rPr lang="ar" sz="1400" dirty="0">
                <a:effectLst/>
                <a:latin typeface="Sakkal Majalla" panose="02000000000000000000" pitchFamily="2" charset="-78"/>
                <a:cs typeface="Sakkal Majalla" panose="02000000000000000000" pitchFamily="2" charset="-78"/>
              </a:rPr>
              <a:t>المدة أسبوع الهدف: تقييم نتائج المشروع، وتحديد مجالات التحسين، وتوثيق الدروس المستفادة.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نشاط 5: إغلاق المشروع: </a:t>
            </a:r>
            <a:r>
              <a:rPr lang="ar" sz="1400" dirty="0">
                <a:effectLst/>
                <a:latin typeface="Sakkal Majalla" panose="02000000000000000000" pitchFamily="2" charset="-78"/>
                <a:cs typeface="Sakkal Majalla" panose="02000000000000000000" pitchFamily="2" charset="-78"/>
              </a:rPr>
              <a:t>المدة أسبوع الهدف: إنهاء المشروع ووضع اللمسات الأخيرة على المخرجات وعقد اجتماع مراجعة المشروع.</a:t>
            </a:r>
          </a:p>
          <a:p>
            <a:pPr rtl="1"/>
            <a:endParaRPr lang="en-GB" sz="14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00D331C-2352-AD97-122E-9E9B7F04B59D}"/>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5" name="Picture 4" descr="A computer with a project manager software&#10;&#10;Description automatically generated">
            <a:extLst>
              <a:ext uri="{FF2B5EF4-FFF2-40B4-BE49-F238E27FC236}">
                <a16:creationId xmlns:a16="http://schemas.microsoft.com/office/drawing/2014/main" id="{A3018BBE-0834-41CF-70A4-048A3A3E289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8950" y="2564904"/>
            <a:ext cx="4160109" cy="2940908"/>
          </a:xfrm>
          <a:prstGeom prst="rect">
            <a:avLst/>
          </a:prstGeom>
        </p:spPr>
      </p:pic>
    </p:spTree>
    <p:extLst>
      <p:ext uri="{BB962C8B-B14F-4D97-AF65-F5344CB8AC3E}">
        <p14:creationId xmlns:p14="http://schemas.microsoft.com/office/powerpoint/2010/main" val="1532593527"/>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203848" y="30045"/>
            <a:ext cx="5940152" cy="1598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لتصنيع منتج أو لتقديم خدمة </a:t>
            </a:r>
            <a:br>
              <a:rPr lang="en-US" sz="1600" dirty="0"/>
            </a:br>
            <a:r>
              <a:rPr lang="ar" sz="1600" dirty="0"/>
              <a:t>بفعالية كفريق</a:t>
            </a:r>
            <a:br>
              <a:rPr lang="en-GB" altLang="en-US" sz="1600" dirty="0"/>
            </a:br>
            <a:r>
              <a:rPr lang="ar" sz="1600" dirty="0"/>
              <a:t>(ج2): إعداد الفريق وتنظيمه/(ج3) تقييم مخاطر الصحة والسلامة</a:t>
            </a:r>
            <a:br>
              <a:rPr lang="en-GB" altLang="en-US" sz="1600" dirty="0"/>
            </a:br>
            <a:endParaRPr lang="en-GB" altLang="en-US" sz="1600" dirty="0"/>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4F70F500-6B44-491E-A750-B806DF34E5B4}"/>
              </a:ext>
            </a:extLst>
          </p:cNvPr>
          <p:cNvSpPr txBox="1"/>
          <p:nvPr/>
        </p:nvSpPr>
        <p:spPr>
          <a:xfrm>
            <a:off x="4273027" y="1556792"/>
            <a:ext cx="4860032" cy="4401205"/>
          </a:xfrm>
          <a:prstGeom prst="rect">
            <a:avLst/>
          </a:prstGeom>
          <a:noFill/>
        </p:spPr>
        <p:txBody>
          <a:bodyPr wrap="square" rtlCol="1">
            <a:spAutoFit/>
          </a:bodyPr>
          <a:lstStyle/>
          <a:p>
            <a:pPr rtl="1"/>
            <a:endParaRPr lang="en-GB" sz="1400" dirty="0">
              <a:latin typeface="Sakkal Majalla" panose="02000000000000000000" pitchFamily="2" charset="-78"/>
              <a:cs typeface="Sakkal Majalla" panose="02000000000000000000" pitchFamily="2" charset="-78"/>
            </a:endParaRPr>
          </a:p>
          <a:p>
            <a:pPr rtl="1"/>
            <a:r>
              <a:rPr lang="ar" sz="1400" b="1" dirty="0">
                <a:latin typeface="Sakkal Majalla" panose="02000000000000000000" pitchFamily="2" charset="-78"/>
                <a:cs typeface="Sakkal Majalla" panose="02000000000000000000" pitchFamily="2" charset="-78"/>
              </a:rPr>
              <a:t>الأهداف</a:t>
            </a:r>
          </a:p>
          <a:p>
            <a:pPr rtl="1"/>
            <a:endParaRPr lang="en-GB" sz="1400" dirty="0">
              <a:effectLst/>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الهدف 1: زيادة المبيعات: </a:t>
            </a:r>
            <a:r>
              <a:rPr lang="ar" sz="1400" dirty="0">
                <a:effectLst/>
                <a:latin typeface="Sakkal Majalla" panose="02000000000000000000" pitchFamily="2" charset="-78"/>
                <a:cs typeface="Sakkal Majalla" panose="02000000000000000000" pitchFamily="2" charset="-78"/>
              </a:rPr>
              <a:t>زيادة إيرادات المبيعات الشهرية بنسبة 15٪ خلال الربع التالي. استقطاب 50 عميلًا جديدًا شهريًا من خلال حملات التسويق المستهدفة. زيادة متوسط قيمة الطلب بنسبة 10٪ من خلال استراتيجيات البيع الإضافي والبيع العابر.</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الهدف 2: تحسين معدل رضا العملاء: </a:t>
            </a:r>
            <a:r>
              <a:rPr lang="ar" sz="1400" dirty="0">
                <a:effectLst/>
                <a:latin typeface="Sakkal Majalla" panose="02000000000000000000" pitchFamily="2" charset="-78"/>
                <a:cs typeface="Sakkal Majalla" panose="02000000000000000000" pitchFamily="2" charset="-78"/>
              </a:rPr>
              <a:t>تحقيق معدل رضا عملاء 4.5 من أصل 5 خلال الأشهر الستة المقبلة.</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تقليل شكاوى العملاء بنسبة 20٪ من خلال تحسين جودة المنتج وخدمة العملاء. تطبيق نظام تعقيبات العملاء وآرائهم لجمع الأفكار وتلبية احتياجات العملاء.</a:t>
            </a:r>
          </a:p>
          <a:p>
            <a:pPr rtl="1">
              <a:buFont typeface="Arial" panose="020B0604020202020204" pitchFamily="34" charset="0"/>
              <a:buChar char="•"/>
            </a:pPr>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الهدف 3: تعزيز التعاون بين أفراد الفريق: </a:t>
            </a:r>
            <a:r>
              <a:rPr lang="ar" sz="1400" dirty="0">
                <a:effectLst/>
                <a:latin typeface="Sakkal Majalla" panose="02000000000000000000" pitchFamily="2" charset="-78"/>
                <a:cs typeface="Sakkal Majalla" panose="02000000000000000000" pitchFamily="2" charset="-78"/>
              </a:rPr>
              <a:t>تنفيذ أداة إدارة المشروع لتبسيط الاتصال وتوزيع المهام.</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عقد اجتماعات الفريق العادية وجلسات العصف الذهني لتعزيز التعاون وتبادل الأفكار. تشجيع التعاون متعدد الوظائف من خلال تنظيم أنشطة بناء الفريق وورش العمل.</a:t>
            </a:r>
          </a:p>
          <a:p>
            <a:pPr rtl="1">
              <a:buFont typeface="Arial" panose="020B0604020202020204" pitchFamily="34" charset="0"/>
              <a:buChar char="•"/>
            </a:pPr>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الهدف 4: التعلم والتطوير المستمر: </a:t>
            </a:r>
            <a:r>
              <a:rPr lang="ar" sz="1400" dirty="0">
                <a:effectLst/>
                <a:latin typeface="Sakkal Majalla" panose="02000000000000000000" pitchFamily="2" charset="-78"/>
                <a:cs typeface="Sakkal Majalla" panose="02000000000000000000" pitchFamily="2" charset="-78"/>
              </a:rPr>
              <a:t>توفير فرص التدريب والتطوير لتعزيز مهارات أعضاء الفريق ومعرفتهم. تشجيع أعضاء الفريق على المشاركة في الندوات وورش العمل الصناعية. تنفيذ برنامج إرشادي لتعزيز النمو المهني وتبادل المعرفة.</a:t>
            </a:r>
            <a:endParaRPr lang="en-GB" sz="14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7251953-00C7-22C4-E2DE-EF246EDD3D62}"/>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5" name="Picture 4" descr="A dart hitting the center of a dartboard&#10;&#10;Description automatically generated">
            <a:extLst>
              <a:ext uri="{FF2B5EF4-FFF2-40B4-BE49-F238E27FC236}">
                <a16:creationId xmlns:a16="http://schemas.microsoft.com/office/drawing/2014/main" id="{13C9E63B-E286-22F5-DE92-AD5C91D1D80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5536" y="2636912"/>
            <a:ext cx="3806553" cy="2548047"/>
          </a:xfrm>
          <a:prstGeom prst="rect">
            <a:avLst/>
          </a:prstGeom>
        </p:spPr>
      </p:pic>
    </p:spTree>
    <p:extLst>
      <p:ext uri="{BB962C8B-B14F-4D97-AF65-F5344CB8AC3E}">
        <p14:creationId xmlns:p14="http://schemas.microsoft.com/office/powerpoint/2010/main" val="4032732054"/>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131840" y="30045"/>
            <a:ext cx="6012160" cy="1598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لتصنيع منتج أو لتقديم خدمة </a:t>
            </a:r>
            <a:br>
              <a:rPr lang="en-US" sz="1600" dirty="0"/>
            </a:br>
            <a:r>
              <a:rPr lang="ar" sz="1600" dirty="0"/>
              <a:t>بفعالية كفريق</a:t>
            </a:r>
            <a:br>
              <a:rPr lang="en-GB" altLang="en-US" sz="1600" dirty="0"/>
            </a:br>
            <a:r>
              <a:rPr lang="ar" sz="1600" dirty="0"/>
              <a:t>(ج4) أنشطة التحضير لتصنيع الدفعات أو تقديم خدمة الدفعات</a:t>
            </a:r>
            <a:br>
              <a:rPr lang="en-GB" altLang="en-US" sz="1600" dirty="0"/>
            </a:br>
            <a:r>
              <a:rPr lang="ar" sz="1600" dirty="0"/>
              <a:t>(ج5) تقديم العمليات الهندسية للتصنيع أو الخدمات </a:t>
            </a:r>
            <a:br>
              <a:rPr lang="en-GB" altLang="en-US" sz="1600" dirty="0"/>
            </a:br>
            <a:br>
              <a:rPr lang="en-GB" altLang="en-US" sz="1600" dirty="0"/>
            </a:br>
            <a:br>
              <a:rPr lang="en-GB"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254C373B-B29C-4F8D-B70A-CFD7507A68A8}"/>
              </a:ext>
            </a:extLst>
          </p:cNvPr>
          <p:cNvSpPr txBox="1"/>
          <p:nvPr/>
        </p:nvSpPr>
        <p:spPr>
          <a:xfrm>
            <a:off x="3707904" y="1484784"/>
            <a:ext cx="5112568" cy="3293209"/>
          </a:xfrm>
          <a:prstGeom prst="rect">
            <a:avLst/>
          </a:prstGeom>
          <a:noFill/>
        </p:spPr>
        <p:txBody>
          <a:bodyPr wrap="square" rtlCol="1">
            <a:spAutoFit/>
          </a:bodyPr>
          <a:lstStyle/>
          <a:p>
            <a:pPr rtl="1"/>
            <a:r>
              <a:rPr lang="ar" sz="1600" b="1" dirty="0">
                <a:latin typeface="Sakkal Majalla" panose="02000000000000000000" pitchFamily="2" charset="-78"/>
                <a:cs typeface="Sakkal Majalla" panose="02000000000000000000" pitchFamily="2" charset="-78"/>
              </a:rPr>
              <a:t>إعداد وتنفيذ التصنيع أو تقديم الخدمة على دفعات</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فهم متطلبات الإنتاج: </a:t>
            </a:r>
            <a:r>
              <a:rPr lang="ar" sz="1600" dirty="0">
                <a:effectLst/>
                <a:latin typeface="Sakkal Majalla" panose="02000000000000000000" pitchFamily="2" charset="-78"/>
                <a:cs typeface="Sakkal Majalla" panose="02000000000000000000" pitchFamily="2" charset="-78"/>
              </a:rPr>
              <a:t>من أجل تنفيذ التصنيع أو تقديم الخدمة على دفعات بنجاح، من الضروري أن تعي جيدًا متطلبات الإنتاج. ويتضمن ذلك فهم خطط الإنتاج والمواصفات والرسومات الهندسية والوثائق الفنية الأخرى. كما يتضمن النظر في العمليات وعوامل الصحة والسلامة والعمليات والمواد والأجزاء والمكونات والمعدات وفحوصات الجودة.</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تنفيذ عمليات التصنيع: </a:t>
            </a:r>
            <a:r>
              <a:rPr lang="ar" sz="1600" dirty="0">
                <a:effectLst/>
                <a:latin typeface="Sakkal Majalla" panose="02000000000000000000" pitchFamily="2" charset="-78"/>
                <a:cs typeface="Sakkal Majalla" panose="02000000000000000000" pitchFamily="2" charset="-78"/>
              </a:rPr>
              <a:t>يتضمن تنفيذ عمليات التصنيع للمنتجات الهندسية العديد من الخطوات والاعتبارات الرئيسية. ويشمل ذلك اختيار المعدات المناسبة، وإعداد الأدوات والآلات اللازمة، واستخدام العمليات الهندسية المختلفة لضمان إنتاج فعال وعالي الجودة. فيما يلي المراحل الرئيسية التي ينطوي عليها تنفيذ عمليات التصنيع:</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0A16E70-1B1B-9863-9F99-8EFB5B79C30F}"/>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A person holding a paper in front of a machine&#10;&#10;Description automatically generated">
            <a:extLst>
              <a:ext uri="{FF2B5EF4-FFF2-40B4-BE49-F238E27FC236}">
                <a16:creationId xmlns:a16="http://schemas.microsoft.com/office/drawing/2014/main" id="{825FEA7E-8495-6755-F397-501D192006C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4" y="2852936"/>
            <a:ext cx="3120082" cy="2086681"/>
          </a:xfrm>
          <a:prstGeom prst="rect">
            <a:avLst/>
          </a:prstGeom>
        </p:spPr>
      </p:pic>
    </p:spTree>
    <p:extLst>
      <p:ext uri="{BB962C8B-B14F-4D97-AF65-F5344CB8AC3E}">
        <p14:creationId xmlns:p14="http://schemas.microsoft.com/office/powerpoint/2010/main" val="1606272429"/>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131840" y="30045"/>
            <a:ext cx="6012160" cy="1598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لتصنيع منتج أو لتقديم خدمة </a:t>
            </a:r>
            <a:br>
              <a:rPr lang="en-US" sz="1600" dirty="0"/>
            </a:br>
            <a:r>
              <a:rPr lang="ar" sz="1600" dirty="0"/>
              <a:t>بفعالية كفريق</a:t>
            </a:r>
            <a:br>
              <a:rPr lang="en-GB" altLang="en-US" sz="1600" dirty="0"/>
            </a:br>
            <a:r>
              <a:rPr lang="ar" sz="1600" dirty="0"/>
              <a:t>(ج4) أنشطة التحضير لتصنيع الدفعات أو تقديم خدمة الدفعات</a:t>
            </a:r>
            <a:br>
              <a:rPr lang="en-GB" altLang="en-US" sz="1600" dirty="0"/>
            </a:br>
            <a:r>
              <a:rPr lang="ar" sz="1600" dirty="0"/>
              <a:t>(ج5) تقديم العمليات الهندسية للتصنيع أو الخدمات </a:t>
            </a:r>
            <a:br>
              <a:rPr lang="en-GB" altLang="en-US" sz="1600" dirty="0"/>
            </a:br>
            <a:br>
              <a:rPr lang="en-GB" altLang="en-US" sz="1600" dirty="0"/>
            </a:br>
            <a:br>
              <a:rPr lang="en-GB"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254C373B-B29C-4F8D-B70A-CFD7507A68A8}"/>
              </a:ext>
            </a:extLst>
          </p:cNvPr>
          <p:cNvSpPr txBox="1"/>
          <p:nvPr/>
        </p:nvSpPr>
        <p:spPr>
          <a:xfrm>
            <a:off x="138186" y="1252794"/>
            <a:ext cx="9007124" cy="2308324"/>
          </a:xfrm>
          <a:prstGeom prst="rect">
            <a:avLst/>
          </a:prstGeom>
          <a:noFill/>
        </p:spPr>
        <p:txBody>
          <a:bodyPr wrap="square" rtlCol="1">
            <a:spAutoFit/>
          </a:bodyPr>
          <a:lstStyle/>
          <a:p>
            <a:pPr rtl="1"/>
            <a:r>
              <a:rPr lang="ar" sz="1600" b="1" dirty="0">
                <a:effectLst/>
                <a:latin typeface="Sakkal Majalla" panose="02000000000000000000" pitchFamily="2" charset="-78"/>
                <a:cs typeface="Sakkal Majalla" panose="02000000000000000000" pitchFamily="2" charset="-78"/>
              </a:rPr>
              <a:t>اختيار المعدات: </a:t>
            </a:r>
            <a:r>
              <a:rPr lang="ar" sz="1600" dirty="0">
                <a:effectLst/>
                <a:latin typeface="Sakkal Majalla" panose="02000000000000000000" pitchFamily="2" charset="-78"/>
                <a:cs typeface="Sakkal Majalla" panose="02000000000000000000" pitchFamily="2" charset="-78"/>
              </a:rPr>
              <a:t>الخطوة الأولى هي اختيار المعدات والآلات المناسبة بناءً على المتطلبات المحددة لعملية التصنيع. وينطوي ذلك على مراعاة عوامل مثل نوع المنتج وحجم الإنتاج والجودة المطلوبة.</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إعداد الأدوات والآلات: </a:t>
            </a:r>
            <a:r>
              <a:rPr lang="ar" sz="1600" dirty="0">
                <a:effectLst/>
                <a:latin typeface="Sakkal Majalla" panose="02000000000000000000" pitchFamily="2" charset="-78"/>
                <a:cs typeface="Sakkal Majalla" panose="02000000000000000000" pitchFamily="2" charset="-78"/>
              </a:rPr>
              <a:t>بمجرد اختيار المعدات، فإن الخطوة التالية هي إعداد الأدوات والآلات اللازمة. ويتضمن ذلك ضمان المعايرة والمواءمة والتهيئة المناسبين لضمان التشغيل الدقيق والفعال.</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وضع العلامات: </a:t>
            </a:r>
            <a:r>
              <a:rPr lang="ar" sz="1600" dirty="0">
                <a:effectLst/>
                <a:latin typeface="Sakkal Majalla" panose="02000000000000000000" pitchFamily="2" charset="-78"/>
                <a:cs typeface="Sakkal Majalla" panose="02000000000000000000" pitchFamily="2" charset="-78"/>
              </a:rPr>
              <a:t>تتضمن عملية وضع العلامات التخطيط الأولي ووضع علامات على قطعة العمل للإشارة إلى الأبعاد المطلوبة ومواقع الثقوب والمواصفات الأخرى. وهذه الخطوة ضرورية لضمان الدقة والاتساق في عملية التصنيع.</a:t>
            </a: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B7E569E-839F-E0B7-E3A6-3EEC6888FFC5}"/>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Two people looking at a piece of paper&#10;&#10;Description automatically generated">
            <a:extLst>
              <a:ext uri="{FF2B5EF4-FFF2-40B4-BE49-F238E27FC236}">
                <a16:creationId xmlns:a16="http://schemas.microsoft.com/office/drawing/2014/main" id="{270F009E-AE08-0360-318B-30ECAD6B4B9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476500" y="3687832"/>
            <a:ext cx="4054929" cy="2689087"/>
          </a:xfrm>
          <a:prstGeom prst="rect">
            <a:avLst/>
          </a:prstGeom>
        </p:spPr>
      </p:pic>
    </p:spTree>
    <p:extLst>
      <p:ext uri="{BB962C8B-B14F-4D97-AF65-F5344CB8AC3E}">
        <p14:creationId xmlns:p14="http://schemas.microsoft.com/office/powerpoint/2010/main" val="2522962353"/>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131840" y="30045"/>
            <a:ext cx="6012160" cy="1598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لتصنيع منتج أو لتقديم خدمة بفعالية كفريق</a:t>
            </a:r>
            <a:br>
              <a:rPr lang="en-GB" altLang="en-US" sz="1600" dirty="0"/>
            </a:br>
            <a:r>
              <a:rPr lang="ar" sz="1600" dirty="0"/>
              <a:t>(ج4) أنشطة التحضير لتصنيع الدفعات أو تقديم خدمة الدفعات</a:t>
            </a:r>
            <a:br>
              <a:rPr lang="en-GB" altLang="en-US" sz="1600" dirty="0"/>
            </a:br>
            <a:r>
              <a:rPr lang="ar" sz="1600" dirty="0"/>
              <a:t>(ج5) تقديم العمليات الهندسية للتصنيع أو الخدمات </a:t>
            </a:r>
            <a:br>
              <a:rPr lang="en-GB" altLang="en-US" sz="1600" dirty="0"/>
            </a:br>
            <a:br>
              <a:rPr lang="en-GB" altLang="en-US" sz="1600" dirty="0"/>
            </a:br>
            <a:br>
              <a:rPr lang="en-GB"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254C373B-B29C-4F8D-B70A-CFD7507A68A8}"/>
              </a:ext>
            </a:extLst>
          </p:cNvPr>
          <p:cNvSpPr txBox="1"/>
          <p:nvPr/>
        </p:nvSpPr>
        <p:spPr>
          <a:xfrm>
            <a:off x="2" y="836712"/>
            <a:ext cx="9143999" cy="3293209"/>
          </a:xfrm>
          <a:prstGeom prst="rect">
            <a:avLst/>
          </a:prstGeom>
          <a:noFill/>
        </p:spPr>
        <p:txBody>
          <a:bodyPr wrap="square" rtlCol="1">
            <a:spAutoFit/>
          </a:bodyPr>
          <a:lstStyle/>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العمليات اليدوية: </a:t>
            </a:r>
            <a:r>
              <a:rPr lang="ar" sz="1600" dirty="0">
                <a:effectLst/>
                <a:latin typeface="Sakkal Majalla" panose="02000000000000000000" pitchFamily="2" charset="-78"/>
                <a:cs typeface="Sakkal Majalla" panose="02000000000000000000" pitchFamily="2" charset="-78"/>
              </a:rPr>
              <a:t>قد تكون العمليات اليدوية مطلوبة لبعض عمليات التصنيع التي لا يمكن أتمتتها. وغالبًا ما تتضمن هذه العمليات عمالة ماهرة وتتطلب الدقة والاهتمام بالتفاصيل.</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عمليات المعالجة الآلية: </a:t>
            </a:r>
            <a:r>
              <a:rPr lang="ar" sz="1600" dirty="0">
                <a:effectLst/>
                <a:latin typeface="Sakkal Majalla" panose="02000000000000000000" pitchFamily="2" charset="-78"/>
                <a:cs typeface="Sakkal Majalla" panose="02000000000000000000" pitchFamily="2" charset="-78"/>
              </a:rPr>
              <a:t>تتضمن عمليات المعالجة الآلية استخدام أدوات وآلات القطع لتشكيل وتشطيب قطعة العمل. وقد يشمل ذلك عمليات مثل الثقب والتفريز والخراطة والتجليخ.</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عمليات التجميع</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تتضمن عمليات التجميع الجمع بين المكونات الفردية أو الأجزاء لإنشاء المنتج الجاهز للاستخدام. وقد تنطوي على تقنيات مثل اللحام واللحام بالقصدير والتثبيت والربط اللاصق.</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الإنتاج بكميات</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بمجرد تحديد عمليات التصنيع وتحسينها، يتحول التركيز إلى الإنتاج الكمي. ويتضمن ذلك زيادة حجم الإنتاج مع الحفاظ على الجودة والكفاءة المتسقة.</a:t>
            </a:r>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4D45D43-8A14-7231-468F-810004B3346A}"/>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A sign on a table with tools&#10;&#10;Description automatically generated">
            <a:extLst>
              <a:ext uri="{FF2B5EF4-FFF2-40B4-BE49-F238E27FC236}">
                <a16:creationId xmlns:a16="http://schemas.microsoft.com/office/drawing/2014/main" id="{01208AAE-22B8-F945-E08B-73CAC2F54F9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883865" y="4266468"/>
            <a:ext cx="3376270" cy="2251407"/>
          </a:xfrm>
          <a:prstGeom prst="rect">
            <a:avLst/>
          </a:prstGeom>
        </p:spPr>
      </p:pic>
    </p:spTree>
    <p:extLst>
      <p:ext uri="{BB962C8B-B14F-4D97-AF65-F5344CB8AC3E}">
        <p14:creationId xmlns:p14="http://schemas.microsoft.com/office/powerpoint/2010/main" val="1013779225"/>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131840" y="30045"/>
            <a:ext cx="6012160" cy="1598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1600" dirty="0"/>
              <a:t>هدف التعلم (ج): تنفيذ العمليات الهندسية بأمان لتصنيع منتج أو لتقديم خدمة </a:t>
            </a:r>
            <a:br>
              <a:rPr lang="en-US" sz="1600" dirty="0"/>
            </a:br>
            <a:r>
              <a:rPr lang="ar" sz="1600" dirty="0"/>
              <a:t>بفعالية كفريق</a:t>
            </a:r>
            <a:br>
              <a:rPr lang="en-GB" altLang="en-US" sz="1600" dirty="0"/>
            </a:br>
            <a:r>
              <a:rPr lang="ar" sz="1600" dirty="0"/>
              <a:t>(ج4) أنشطة التحضير لتصنيع الدفعات أو تقديم خدمة الدفعات</a:t>
            </a:r>
            <a:br>
              <a:rPr lang="en-GB" altLang="en-US" sz="1600" dirty="0"/>
            </a:br>
            <a:r>
              <a:rPr lang="ar" sz="1600" dirty="0"/>
              <a:t>(ج5) تقديم العمليات الهندسية للتصنيع أو الخدمات </a:t>
            </a:r>
            <a:br>
              <a:rPr lang="en-GB" altLang="en-US" sz="1600" dirty="0"/>
            </a:br>
            <a:br>
              <a:rPr lang="en-GB" altLang="en-US" sz="1600" dirty="0"/>
            </a:br>
            <a:br>
              <a:rPr lang="en-GB" altLang="en-US" sz="1600" dirty="0">
                <a:highlight>
                  <a:srgbClr val="FFFF00"/>
                </a:highlight>
              </a:rPr>
            </a:br>
            <a:endParaRPr lang="en-GB" altLang="en-US" sz="1600" dirty="0">
              <a:highlight>
                <a:srgbClr val="FFFF00"/>
              </a:highlight>
            </a:endParaRPr>
          </a:p>
        </p:txBody>
      </p:sp>
      <p:sp>
        <p:nvSpPr>
          <p:cNvPr id="3" name="Rectangle 2">
            <a:extLst>
              <a:ext uri="{FF2B5EF4-FFF2-40B4-BE49-F238E27FC236}">
                <a16:creationId xmlns:a16="http://schemas.microsoft.com/office/drawing/2014/main" id="{4682C9CF-3506-4AA5-8F98-5A6A781D95B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1" anchor="ctr" anchorCtr="0" compatLnSpc="1">
            <a:prstTxWarp prst="textNoShape">
              <a:avLst/>
            </a:prstTxWarp>
            <a:spAutoFit/>
          </a:bodyPr>
          <a:lstStyle/>
          <a:p>
            <a:pPr rtl="1"/>
            <a:endParaRPr lang="en-GB" dirty="0">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254C373B-B29C-4F8D-B70A-CFD7507A68A8}"/>
              </a:ext>
            </a:extLst>
          </p:cNvPr>
          <p:cNvSpPr txBox="1"/>
          <p:nvPr/>
        </p:nvSpPr>
        <p:spPr>
          <a:xfrm>
            <a:off x="4427984" y="2204864"/>
            <a:ext cx="4572000" cy="4031873"/>
          </a:xfrm>
          <a:prstGeom prst="rect">
            <a:avLst/>
          </a:prstGeom>
          <a:noFill/>
        </p:spPr>
        <p:txBody>
          <a:bodyPr wrap="square" rtlCol="1">
            <a:spAutoFit/>
          </a:bodyPr>
          <a:lstStyle/>
          <a:p>
            <a:pPr rtl="1"/>
            <a:r>
              <a:rPr lang="ar" sz="1600" b="1" dirty="0">
                <a:effectLst/>
                <a:latin typeface="Sakkal Majalla" panose="02000000000000000000" pitchFamily="2" charset="-78"/>
                <a:cs typeface="Sakkal Majalla" panose="02000000000000000000" pitchFamily="2" charset="-78"/>
              </a:rPr>
              <a:t>تنفيذ عمليات هندسة الخدمات: </a:t>
            </a:r>
          </a:p>
          <a:p>
            <a:pPr rtl="1"/>
            <a:endParaRPr lang="en-GB" sz="1600" b="1" dirty="0">
              <a:latin typeface="Sakkal Majalla" panose="02000000000000000000" pitchFamily="2" charset="-78"/>
              <a:cs typeface="Sakkal Majalla" panose="02000000000000000000" pitchFamily="2" charset="-78"/>
            </a:endParaRP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يتضمن تنفيذ عمليات هندسة الخدمة للمنتجات الهندسية عدة خطوات رئيسية:</a:t>
            </a:r>
          </a:p>
          <a:p>
            <a:pPr rtl="1"/>
            <a:endParaRPr lang="en-GB" sz="1600" dirty="0">
              <a:effectLst/>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اختيار وإعداد واستخدام المعدات الهندسية لعمليات التفكيك/الإزالة/النزع.</a:t>
            </a:r>
          </a:p>
          <a:p>
            <a:pPr marL="285750" indent="-285750"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تنفيذ العمليات اليدوية لمختلف المهام.</a:t>
            </a:r>
          </a:p>
          <a:p>
            <a:pPr marL="285750" indent="-285750"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إجراء عمليات التجميع لتجميع المكونات معًا.</a:t>
            </a:r>
          </a:p>
          <a:p>
            <a:pPr marL="285750" indent="-285750"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تنفيذ عمليات الفحص/الاختبار لضمان الجودة والأداء الوظيفي.</a:t>
            </a: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57FFEBF-1D79-BECE-4A3F-2921A4F8FB47}"/>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pic>
        <p:nvPicPr>
          <p:cNvPr id="4" name="Picture 3" descr="A yellow construction vehicle on a dirt road&#10;&#10;Description automatically generated">
            <a:extLst>
              <a:ext uri="{FF2B5EF4-FFF2-40B4-BE49-F238E27FC236}">
                <a16:creationId xmlns:a16="http://schemas.microsoft.com/office/drawing/2014/main" id="{FF938B79-9CDB-9DC0-921F-B60F36BCFC4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79086" y="1196752"/>
            <a:ext cx="3787322" cy="2519477"/>
          </a:xfrm>
          <a:prstGeom prst="rect">
            <a:avLst/>
          </a:prstGeom>
        </p:spPr>
      </p:pic>
      <p:pic>
        <p:nvPicPr>
          <p:cNvPr id="6" name="Picture 5">
            <a:extLst>
              <a:ext uri="{FF2B5EF4-FFF2-40B4-BE49-F238E27FC236}">
                <a16:creationId xmlns:a16="http://schemas.microsoft.com/office/drawing/2014/main" id="{89EA7142-F457-A42A-2897-1EB4FDD3581D}"/>
              </a:ext>
            </a:extLst>
          </p:cNvPr>
          <p:cNvPicPr>
            <a:picLocks noChangeAspect="1"/>
          </p:cNvPicPr>
          <p:nvPr/>
        </p:nvPicPr>
        <p:blipFill>
          <a:blip r:embed="rId5"/>
          <a:stretch>
            <a:fillRect/>
          </a:stretch>
        </p:blipFill>
        <p:spPr>
          <a:xfrm>
            <a:off x="275458" y="3928079"/>
            <a:ext cx="3790950" cy="2533650"/>
          </a:xfrm>
          <a:prstGeom prst="rect">
            <a:avLst/>
          </a:prstGeom>
        </p:spPr>
      </p:pic>
    </p:spTree>
    <p:extLst>
      <p:ext uri="{BB962C8B-B14F-4D97-AF65-F5344CB8AC3E}">
        <p14:creationId xmlns:p14="http://schemas.microsoft.com/office/powerpoint/2010/main" val="1047468201"/>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897783"/>
          </a:xfrm>
        </p:spPr>
        <p:txBody>
          <a:bodyPr rtlCol="1"/>
          <a:lstStyle/>
          <a:p>
            <a:pPr rtl="1"/>
            <a:r>
              <a:rPr lang="ar" sz="2600" dirty="0">
                <a:latin typeface="Sakkal Majalla" panose="02000000000000000000" pitchFamily="2" charset="-78"/>
                <a:cs typeface="Sakkal Majalla" panose="02000000000000000000" pitchFamily="2" charset="-78"/>
              </a:rPr>
              <a:t>الصور</a:t>
            </a:r>
          </a:p>
          <a:p>
            <a:pPr marL="0" indent="0" rtl="1">
              <a:lnSpc>
                <a:spcPct val="107000"/>
              </a:lnSpc>
              <a:spcAft>
                <a:spcPts val="800"/>
              </a:spcAft>
              <a:buNone/>
            </a:pPr>
            <a:r>
              <a:rPr lang="en-US" sz="1800" b="1" dirty="0">
                <a:effectLst/>
                <a:latin typeface="Sakkal Majalla" panose="02000000000000000000" pitchFamily="2" charset="-78"/>
                <a:ea typeface="Calibri" panose="020F0502020204030204" pitchFamily="34" charset="0"/>
                <a:cs typeface="Sakkal Majalla" panose="02000000000000000000" pitchFamily="2" charset="-78"/>
              </a:rPr>
              <a:t>123RF</a:t>
            </a:r>
            <a:r>
              <a:rPr lang="ar" sz="1800" dirty="0">
                <a:effectLst/>
                <a:latin typeface="Sakkal Majalla" panose="02000000000000000000" pitchFamily="2" charset="-78"/>
                <a:ea typeface="Calibri" panose="020F0502020204030204" pitchFamily="34" charset="0"/>
                <a:cs typeface="Sakkal Majalla" panose="02000000000000000000" pitchFamily="2" charset="-78"/>
              </a:rPr>
              <a:t>: سيريجالسف (الشريحة 14-أعلى)، جيفاركيتيكتوس (الشريحة 21-أعلى)، ياسمين ميردان (الشريحة 25-أسفل)، ألكسندر دافيدوف (الشريحة 29-أعلى)، تشاليا (الشريحة 31)، أولينا كاشمار (الشريحة 32)؛  </a:t>
            </a:r>
            <a:r>
              <a:rPr lang="ar" sz="1800" b="1" dirty="0">
                <a:effectLst/>
                <a:latin typeface="Sakkal Majalla" panose="02000000000000000000" pitchFamily="2" charset="-78"/>
                <a:ea typeface="Calibri" panose="020F0502020204030204" pitchFamily="34" charset="0"/>
                <a:cs typeface="Sakkal Majalla" panose="02000000000000000000" pitchFamily="2" charset="-78"/>
              </a:rPr>
              <a:t>شركة بيرسون إيديوكيشن ليمتد: </a:t>
            </a:r>
            <a:r>
              <a:rPr lang="ar" sz="1800" dirty="0">
                <a:effectLst/>
                <a:latin typeface="Sakkal Majalla" panose="02000000000000000000" pitchFamily="2" charset="-78"/>
                <a:ea typeface="Calibri" panose="020F0502020204030204" pitchFamily="34" charset="0"/>
                <a:cs typeface="Sakkal Majalla" panose="02000000000000000000" pitchFamily="2" charset="-78"/>
              </a:rPr>
              <a:t>شركة بيرسون إيديوكيشن ليمتد (الشريحة 14-أسفل)، بي دي كيو ديجيتال ميديا سوليوشنز، اتش ال استوديوز (الشريحة 21-أسفل)؛ </a:t>
            </a:r>
            <a:r>
              <a:rPr lang="ar" sz="1800" b="1" dirty="0">
                <a:effectLst/>
                <a:latin typeface="Sakkal Majalla" panose="02000000000000000000" pitchFamily="2" charset="-78"/>
                <a:ea typeface="Calibri" panose="020F0502020204030204" pitchFamily="34" charset="0"/>
                <a:cs typeface="Sakkal Majalla" panose="02000000000000000000" pitchFamily="2" charset="-78"/>
              </a:rPr>
              <a:t>شوترستوك</a:t>
            </a:r>
            <a:r>
              <a:rPr lang="ar" sz="1800" dirty="0">
                <a:effectLst/>
                <a:latin typeface="Sakkal Majalla" panose="02000000000000000000" pitchFamily="2" charset="-78"/>
                <a:ea typeface="Calibri" panose="020F0502020204030204" pitchFamily="34" charset="0"/>
                <a:cs typeface="Sakkal Majalla" panose="02000000000000000000" pitchFamily="2" charset="-78"/>
              </a:rPr>
              <a:t>: آدم جريجور (الشريحة 7-أعلى)، روح ألفا (الشريحة 7 أسفل)، باري بارنز (الشريحة 8)، روب بايرون (الشريحة 9)، بليند اميدجز (الشريحة 10-أعلى)، أفوتوستوك (الشريحة 10-أسفل)، انون_تي (الشريحة 11-أعلى)، بيوتر مارسينسكي (الشريحة 11-أسفل)، 640675 (الشريحة 13-أعلى)، روبنرول (الشريحة 13-أسفل)، فرناندو بلانكو كالزادا (الشريحة 15-أعلى)، ألكسندر سيمينوف (الشريحة 15-أسفل)، لونلي (الشريحة 18)، نورغال (الشريحة 19-أعلى)، أوليفر هوفمان (الشريحة 19-أسفل)، فرناندو باتيستا (الشريحة 23)، جيتارفوتو (الشريحة 24-أعلى)، جواديلاب (الشريحة 24-أسفل)، Rawpixel.com (الشريحة 25-أعلى)، فيسكيز(الشريحة 26-أعلى)، بريسماستر (الشريحة 26-أسفل)، إلدار نوركوفيتش (الشريحة 28-أعلى)، اندري_بوبوف (الشريحة 28-أسفل)، مينيرفا استوديو (الشريحة 29-أسفل)، lucadp (الشريحة 30)، شوترستوك (الشريحة 33)، اوبسورمن (الشريحة 34)، بوغدانهودا (الشريحة 35-أعلى)، نيكوليك فلاديمير (الشريحة 35-أسفل).</a:t>
            </a:r>
            <a:endParaRPr lang="en-GB" sz="1800" dirty="0">
              <a:effectLst/>
              <a:latin typeface="Sakkal Majalla" panose="02000000000000000000" pitchFamily="2" charset="-78"/>
              <a:ea typeface="Calibri" panose="020F0502020204030204" pitchFamily="34" charset="0"/>
              <a:cs typeface="Sakkal Majalla" panose="02000000000000000000" pitchFamily="2" charset="-78"/>
            </a:endParaRPr>
          </a:p>
          <a:p>
            <a:pPr rtl="1"/>
            <a:endParaRPr lang="en-GB"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A67B325C-774B-B4D7-D32F-BCD6CCB4A894}"/>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A103000399201</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7012c9df-7563-46f6-96ee-cebd66fd5577">
      <UserInfo>
        <DisplayName/>
        <AccountId xsi:nil="true"/>
        <AccountType/>
      </UserInfo>
    </SharedWithUsers>
    <MediaLengthInSeconds xmlns="f63d1639-2e8e-4dfe-b2d4-ff2deac92409" xsi:nil="true"/>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700610-39F3-4A35-AAF4-C1E1359C0930}">
  <ds:schemaRefs>
    <ds:schemaRef ds:uri="http://www.w3.org/XML/1998/namespace"/>
    <ds:schemaRef ds:uri="6125ffc9-2c56-435e-8267-1393444907b2"/>
    <ds:schemaRef ds:uri="http://schemas.microsoft.com/office/2006/documentManagement/types"/>
    <ds:schemaRef ds:uri="http://schemas.microsoft.com/office/2006/metadata/properties"/>
    <ds:schemaRef ds:uri="http://purl.org/dc/dcmitype/"/>
    <ds:schemaRef ds:uri="http://purl.org/dc/elements/1.1/"/>
    <ds:schemaRef ds:uri="http://schemas.microsoft.com/office/infopath/2007/PartnerControls"/>
    <ds:schemaRef ds:uri="http://schemas.openxmlformats.org/package/2006/metadata/core-properties"/>
    <ds:schemaRef ds:uri="7c1bd8dc-4e40-424f-a15f-9ffcd522197f"/>
    <ds:schemaRef ds:uri="http://purl.org/dc/terms/"/>
  </ds:schemaRefs>
</ds:datastoreItem>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D352C10F-5F03-4808-A6B5-0A90CAE3B76D}"/>
</file>

<file path=docProps/app.xml><?xml version="1.0" encoding="utf-8"?>
<Properties xmlns="http://schemas.openxmlformats.org/officeDocument/2006/extended-properties" xmlns:vt="http://schemas.openxmlformats.org/officeDocument/2006/docPropsVTypes">
  <TotalTime>9938</TotalTime>
  <Words>5088</Words>
  <Application>Microsoft Office PowerPoint</Application>
  <PresentationFormat>On-screen Show (4:3)</PresentationFormat>
  <Paragraphs>605</Paragraphs>
  <Slides>36</Slides>
  <Notes>36</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36</vt:i4>
      </vt:variant>
    </vt:vector>
  </HeadingPairs>
  <TitlesOfParts>
    <vt:vector size="51"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2   </vt:lpstr>
      <vt:lpstr>هدف التعلم (أ)   </vt:lpstr>
      <vt:lpstr>تقديم العمليات الهندسية  بأمان كفريق</vt:lpstr>
      <vt:lpstr>أهداف التعلم</vt:lpstr>
      <vt:lpstr>هدف التعلم (أ): (أ1) العمليات الهندسية الشائعة  </vt:lpstr>
      <vt:lpstr>هدف التعلم (أ): (أ1) العمليات الهندسية الشائعة  </vt:lpstr>
      <vt:lpstr>هدف التعلم (أ): (أ1) العمليات الهندسية الشائعة  </vt:lpstr>
      <vt:lpstr>هدف التعلم (أ2): متطلبات الصحة والسلامة.  </vt:lpstr>
      <vt:lpstr>هدف التعلم (أ2): متطلبات الصحة والسلامة.  </vt:lpstr>
      <vt:lpstr>هدف التعلم (أ3) العوامل البشرية المؤثرة على العمليات الهندسية   </vt:lpstr>
      <vt:lpstr>هدف التعلم (أ3) العوامل البشرية المؤثرة على العمليات الهندسية   </vt:lpstr>
      <vt:lpstr>هدف التعلم (ب)   </vt:lpstr>
      <vt:lpstr>هدف التعلم (ب): إعداد رسومات ثنائية الأبعاد بمساعدة الكمبيوتر  يمكن استخدامها في العمليات الهندسية (ب1) مبادئ الرسم الهندسي   </vt:lpstr>
      <vt:lpstr>هدف التعلم (ب): إعداد رسومات ثنائية الأبعاد بمساعدة الكمبيوتر  يمكن استخدامها في العمليات الهندسية (ب1) مبادئ الرسم الهندسي   </vt:lpstr>
      <vt:lpstr>هدف التعلم (ب): إعداد رسومات ثنائية الأبعاد بمساعدة الكمبيوتر  يمكن استخدامها في العمليات الهندسية (ب1) مبادئ الرسم الهندسي   </vt:lpstr>
      <vt:lpstr>هدف التعلم (ب): إعداد رسومات ثنائية الأبعاد بمساعدة الكمبيوتر  يمكن استخدامها في العمليات الهندسية (ب1) مبادئ الرسم الهندسي   </vt:lpstr>
      <vt:lpstr>هدف التعلم (ب): إعداد رسومات ثنائية الأبعاد بمساعدة الكمبيوتر يمكن استخدامها في العمليات الهندسية. (ب1) مبادئ الرسم الهندسي   </vt:lpstr>
      <vt:lpstr>هدف التعلم (ب): إعداد رسومات ثنائية الأبعاد بمساعدة الكمبيوتر  يمكن استخدامها في العمليات الهندسية (ب1) مبادئ الرسم الهندسي   </vt:lpstr>
      <vt:lpstr>هدف التعلم (ب): إعداد رسومات ثنائية الأبعاد بمساعدة الكمبيوتر  يمكن استخدامها في العمليات الهندسية (ب1) مبادئ الرسم الهندسي   </vt:lpstr>
      <vt:lpstr>هدف التعلم (ب): إعداد رسومات ثنائية الأبعاد بمساعدة الكمبيوتر  يمكن استخدامها في العمليات الهندسية  (ب2) رسم ثنائي الأبعاد بمساعدة الكمبيوتر   </vt:lpstr>
      <vt:lpstr>هدف التعلم (ب): إعداد رسومات ثنائية الأبعاد بمساعدة الكمبيوتر  يمكن استخدامها في العمليات الهندسية  (ب2) رسم ثنائي الأبعاد بمساعدة الكمبيوتر   </vt:lpstr>
      <vt:lpstr>هدف التعلم (ج)   </vt:lpstr>
      <vt:lpstr>هدف التعلم (ج): تنفيذ العمليات الهندسية بأمان لتصنيع منتج أو لتقديم خدمة بفعالية كفريق  (ج1): مبادئ الفِرق الفعالة   </vt:lpstr>
      <vt:lpstr>هدف التعلم (ج): تنفيذ العمليات الهندسية بأمان  لتصنيع منتج أو لتقديم خدمة بفعالية كفريق  (ج1): مبادئ الفِرق الفعالة   </vt:lpstr>
      <vt:lpstr>هدف التعلم (ج): تنفيذ العمليات الهندسية بأمان  لتصنيع منتج أو لتقديم خدمة بفعالية كفريق  (ج1): مبادئ الفِرق الفعالة   </vt:lpstr>
      <vt:lpstr>هدف التعلم (ج): تنفيذ العمليات الهندسية بأمان  لتصنيع منتج أو لتقديم خدمة بفعالية كفريق  (ج1): مبادئ الفِرق الفعالة   </vt:lpstr>
      <vt:lpstr>هدف التعلم (ج): تنفيذ العمليات الهندسية بأمان لتصنيع منتج أو لتقديم خدمة  بفعالية كفريق (ج2): إعداد الفريق وتنظيمه/(ج3) تقييم مخاطر الصحة والسلامة </vt:lpstr>
      <vt:lpstr>هدف التعلم (ج): تنفيذ العمليات الهندسية بأمان لتصنيع منتج أو لتقديم خدمة  بفعالية كفريق (ج2): إعداد الفريق وتنظيمه/(ج3) تقييم مخاطر الصحة والسلامة </vt:lpstr>
      <vt:lpstr>هدف التعلم (ج): تنفيذ العمليات الهندسية بأمان لتصنيع منتج أو لتقديم خدمة  بفعالية كفريق (ج2): إعداد الفريق وتنظيمه/(ج3) تقييم مخاطر الصحة والسلامة </vt:lpstr>
      <vt:lpstr>هدف التعلم (ج): تنفيذ العمليات الهندسية بأمان لتصنيع منتج أو لتقديم خدمة  بفعالية كفريق (ج2): إعداد الفريق وتنظيمه/(ج3) تقييم مخاطر الصحة والسلامة </vt:lpstr>
      <vt:lpstr>هدف التعلم (ج): تنفيذ العمليات الهندسية بأمان لتصنيع منتج أو لتقديم خدمة  بفعالية كفريق (ج2): إعداد الفريق وتنظيمه/(ج3) تقييم مخاطر الصحة والسلامة </vt:lpstr>
      <vt:lpstr>هدف التعلم (ج): تنفيذ العمليات الهندسية بأمان لتصنيع منتج أو لتقديم خدمة  بفعالية كفريق (ج4) أنشطة التحضير لتصنيع الدفعات أو تقديم خدمة الدفعات (ج5) تقديم العمليات الهندسية للتصنيع أو الخدمات    </vt:lpstr>
      <vt:lpstr>هدف التعلم (ج): تنفيذ العمليات الهندسية بأمان لتصنيع منتج أو لتقديم خدمة  بفعالية كفريق (ج4) أنشطة التحضير لتصنيع الدفعات أو تقديم خدمة الدفعات (ج5) تقديم العمليات الهندسية للتصنيع أو الخدمات    </vt:lpstr>
      <vt:lpstr>هدف التعلم (ج): تنفيذ العمليات الهندسية بأمان لتصنيع منتج أو لتقديم خدمة بفعالية كفريق (ج4) أنشطة التحضير لتصنيع الدفعات أو تقديم خدمة الدفعات (ج5) تقديم العمليات الهندسية للتصنيع أو الخدمات    </vt:lpstr>
      <vt:lpstr>هدف التعلم (ج): تنفيذ العمليات الهندسية بأمان لتصنيع منتج أو لتقديم خدمة  بفعالية كفريق (ج4) أنشطة التحضير لتصنيع الدفعات أو تقديم خدمة الدفعات (ج5) تقديم العمليات الهندسية للتصنيع أو الخدمات    </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165</cp:revision>
  <dcterms:created xsi:type="dcterms:W3CDTF">2020-07-15T07:14:47Z</dcterms:created>
  <dcterms:modified xsi:type="dcterms:W3CDTF">2024-05-28T15:44:50Z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