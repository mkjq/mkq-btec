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50"/>
  </p:notesMasterIdLst>
  <p:sldIdLst>
    <p:sldId id="418" r:id="rId14"/>
    <p:sldId id="419" r:id="rId15"/>
    <p:sldId id="420" r:id="rId16"/>
    <p:sldId id="421" r:id="rId17"/>
    <p:sldId id="305" r:id="rId18"/>
    <p:sldId id="316" r:id="rId19"/>
    <p:sldId id="310" r:id="rId20"/>
    <p:sldId id="311" r:id="rId21"/>
    <p:sldId id="314" r:id="rId22"/>
    <p:sldId id="315" r:id="rId23"/>
    <p:sldId id="313" r:id="rId24"/>
    <p:sldId id="306" r:id="rId25"/>
    <p:sldId id="312" r:id="rId26"/>
    <p:sldId id="307" r:id="rId27"/>
    <p:sldId id="317" r:id="rId28"/>
    <p:sldId id="318" r:id="rId29"/>
    <p:sldId id="422" r:id="rId30"/>
    <p:sldId id="308" r:id="rId31"/>
    <p:sldId id="320" r:id="rId32"/>
    <p:sldId id="322" r:id="rId33"/>
    <p:sldId id="323" r:id="rId34"/>
    <p:sldId id="324" r:id="rId35"/>
    <p:sldId id="325" r:id="rId36"/>
    <p:sldId id="321" r:id="rId37"/>
    <p:sldId id="326" r:id="rId38"/>
    <p:sldId id="327" r:id="rId39"/>
    <p:sldId id="328" r:id="rId40"/>
    <p:sldId id="329" r:id="rId41"/>
    <p:sldId id="330" r:id="rId42"/>
    <p:sldId id="331" r:id="rId43"/>
    <p:sldId id="332" r:id="rId44"/>
    <p:sldId id="333" r:id="rId45"/>
    <p:sldId id="334" r:id="rId46"/>
    <p:sldId id="335" r:id="rId47"/>
    <p:sldId id="336" r:id="rId48"/>
    <p:sldId id="416" r:id="rId49"/>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6AE7BC-B761-4F25-87AC-AAF36A8E84B0}" v="6" dt="2024-12-11T23:11:14.003"/>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606" autoAdjust="0"/>
    <p:restoredTop sz="87223" autoAdjust="0"/>
  </p:normalViewPr>
  <p:slideViewPr>
    <p:cSldViewPr>
      <p:cViewPr varScale="1">
        <p:scale>
          <a:sx n="137" d="100"/>
          <a:sy n="137" d="100"/>
        </p:scale>
        <p:origin x="2808" y="120"/>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viewProps" Target="viewProps.xml"/><Relationship Id="rId5" Type="http://schemas.openxmlformats.org/officeDocument/2006/relationships/slideMaster" Target="slideMasters/slideMaster2.xml"/><Relationship Id="rId19"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microsoft.com/office/2015/10/relationships/revisionInfo" Target="revisionInfo.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34A9472A-33DA-4914-9DFC-D3D6D6DA8226}"/>
    <pc:docChg chg="undo custSel modSld">
      <pc:chgData name="Paul Winser" userId="c3146a91-e6bd-4264-bd86-e164e04bc32d" providerId="ADAL" clId="{34A9472A-33DA-4914-9DFC-D3D6D6DA8226}" dt="2024-11-12T17:07:55.787" v="520" actId="1076"/>
      <pc:docMkLst>
        <pc:docMk/>
      </pc:docMkLst>
      <pc:sldChg chg="modSp mod">
        <pc:chgData name="Paul Winser" userId="c3146a91-e6bd-4264-bd86-e164e04bc32d" providerId="ADAL" clId="{34A9472A-33DA-4914-9DFC-D3D6D6DA8226}" dt="2024-11-12T16:43:53.282" v="31" actId="108"/>
        <pc:sldMkLst>
          <pc:docMk/>
          <pc:sldMk cId="884549766" sldId="305"/>
        </pc:sldMkLst>
        <pc:spChg chg="mod">
          <ac:chgData name="Paul Winser" userId="c3146a91-e6bd-4264-bd86-e164e04bc32d" providerId="ADAL" clId="{34A9472A-33DA-4914-9DFC-D3D6D6DA8226}" dt="2024-11-12T16:43:53.282" v="31" actId="108"/>
          <ac:spMkLst>
            <pc:docMk/>
            <pc:sldMk cId="884549766" sldId="305"/>
            <ac:spMk id="34819" creationId="{453C7683-8588-7ABC-32E0-8A4E68218620}"/>
          </ac:spMkLst>
        </pc:spChg>
      </pc:sldChg>
      <pc:sldChg chg="modSp mod">
        <pc:chgData name="Paul Winser" userId="c3146a91-e6bd-4264-bd86-e164e04bc32d" providerId="ADAL" clId="{34A9472A-33DA-4914-9DFC-D3D6D6DA8226}" dt="2024-11-12T16:48:41.666" v="84" actId="120"/>
        <pc:sldMkLst>
          <pc:docMk/>
          <pc:sldMk cId="588007661" sldId="306"/>
        </pc:sldMkLst>
        <pc:spChg chg="mod">
          <ac:chgData name="Paul Winser" userId="c3146a91-e6bd-4264-bd86-e164e04bc32d" providerId="ADAL" clId="{34A9472A-33DA-4914-9DFC-D3D6D6DA8226}" dt="2024-11-12T16:48:31.544" v="80" actId="20577"/>
          <ac:spMkLst>
            <pc:docMk/>
            <pc:sldMk cId="588007661" sldId="306"/>
            <ac:spMk id="34818" creationId="{DF8F9D08-DF4C-4351-F6A0-75D9B8290DA6}"/>
          </ac:spMkLst>
        </pc:spChg>
        <pc:spChg chg="mod">
          <ac:chgData name="Paul Winser" userId="c3146a91-e6bd-4264-bd86-e164e04bc32d" providerId="ADAL" clId="{34A9472A-33DA-4914-9DFC-D3D6D6DA8226}" dt="2024-11-12T16:48:41.666" v="84" actId="120"/>
          <ac:spMkLst>
            <pc:docMk/>
            <pc:sldMk cId="588007661" sldId="306"/>
            <ac:spMk id="34819" creationId="{453C7683-8588-7ABC-32E0-8A4E68218620}"/>
          </ac:spMkLst>
        </pc:spChg>
      </pc:sldChg>
      <pc:sldChg chg="delSp modSp mod">
        <pc:chgData name="Paul Winser" userId="c3146a91-e6bd-4264-bd86-e164e04bc32d" providerId="ADAL" clId="{34A9472A-33DA-4914-9DFC-D3D6D6DA8226}" dt="2024-11-12T17:07:55.787" v="520" actId="1076"/>
        <pc:sldMkLst>
          <pc:docMk/>
          <pc:sldMk cId="3621417310" sldId="307"/>
        </pc:sldMkLst>
        <pc:spChg chg="mod">
          <ac:chgData name="Paul Winser" userId="c3146a91-e6bd-4264-bd86-e164e04bc32d" providerId="ADAL" clId="{34A9472A-33DA-4914-9DFC-D3D6D6DA8226}" dt="2024-11-12T16:50:52.551" v="141" actId="1076"/>
          <ac:spMkLst>
            <pc:docMk/>
            <pc:sldMk cId="3621417310" sldId="307"/>
            <ac:spMk id="6" creationId="{4D61BC5F-FF34-3B48-0AB4-A308E2B3115A}"/>
          </ac:spMkLst>
        </pc:spChg>
        <pc:spChg chg="mod">
          <ac:chgData name="Paul Winser" userId="c3146a91-e6bd-4264-bd86-e164e04bc32d" providerId="ADAL" clId="{34A9472A-33DA-4914-9DFC-D3D6D6DA8226}" dt="2024-11-12T17:07:50.881" v="518" actId="1076"/>
          <ac:spMkLst>
            <pc:docMk/>
            <pc:sldMk cId="3621417310" sldId="307"/>
            <ac:spMk id="34819" creationId="{453C7683-8588-7ABC-32E0-8A4E68218620}"/>
          </ac:spMkLst>
        </pc:spChg>
        <pc:spChg chg="mod">
          <ac:chgData name="Paul Winser" userId="c3146a91-e6bd-4264-bd86-e164e04bc32d" providerId="ADAL" clId="{34A9472A-33DA-4914-9DFC-D3D6D6DA8226}" dt="2024-11-12T17:07:55.787" v="520" actId="1076"/>
          <ac:spMkLst>
            <pc:docMk/>
            <pc:sldMk cId="3621417310" sldId="307"/>
            <ac:spMk id="34820" creationId="{8DCD7CE1-603D-4D59-3DBB-C13C0B6505F0}"/>
          </ac:spMkLst>
        </pc:spChg>
        <pc:spChg chg="del">
          <ac:chgData name="Paul Winser" userId="c3146a91-e6bd-4264-bd86-e164e04bc32d" providerId="ADAL" clId="{34A9472A-33DA-4914-9DFC-D3D6D6DA8226}" dt="2024-11-12T16:50:39.704" v="134" actId="478"/>
          <ac:spMkLst>
            <pc:docMk/>
            <pc:sldMk cId="3621417310" sldId="307"/>
            <ac:spMk id="34825" creationId="{2CAC13F2-D867-7D92-7870-941A8FF95ABC}"/>
          </ac:spMkLst>
        </pc:spChg>
        <pc:picChg chg="mod">
          <ac:chgData name="Paul Winser" userId="c3146a91-e6bd-4264-bd86-e164e04bc32d" providerId="ADAL" clId="{34A9472A-33DA-4914-9DFC-D3D6D6DA8226}" dt="2024-11-12T17:07:52.515" v="519" actId="14100"/>
          <ac:picMkLst>
            <pc:docMk/>
            <pc:sldMk cId="3621417310" sldId="307"/>
            <ac:picMk id="5" creationId="{5AD81637-BC05-74F9-FDB8-F4C26A4B2A33}"/>
          </ac:picMkLst>
        </pc:picChg>
      </pc:sldChg>
      <pc:sldChg chg="modSp mod">
        <pc:chgData name="Paul Winser" userId="c3146a91-e6bd-4264-bd86-e164e04bc32d" providerId="ADAL" clId="{34A9472A-33DA-4914-9DFC-D3D6D6DA8226}" dt="2024-11-12T16:53:50.387" v="201" actId="403"/>
        <pc:sldMkLst>
          <pc:docMk/>
          <pc:sldMk cId="2005355495" sldId="308"/>
        </pc:sldMkLst>
        <pc:spChg chg="mod">
          <ac:chgData name="Paul Winser" userId="c3146a91-e6bd-4264-bd86-e164e04bc32d" providerId="ADAL" clId="{34A9472A-33DA-4914-9DFC-D3D6D6DA8226}" dt="2024-11-12T16:53:36.688" v="196" actId="403"/>
          <ac:spMkLst>
            <pc:docMk/>
            <pc:sldMk cId="2005355495" sldId="308"/>
            <ac:spMk id="34818" creationId="{DF8F9D08-DF4C-4351-F6A0-75D9B8290DA6}"/>
          </ac:spMkLst>
        </pc:spChg>
        <pc:spChg chg="mod">
          <ac:chgData name="Paul Winser" userId="c3146a91-e6bd-4264-bd86-e164e04bc32d" providerId="ADAL" clId="{34A9472A-33DA-4914-9DFC-D3D6D6DA8226}" dt="2024-11-12T16:53:45.987" v="199" actId="120"/>
          <ac:spMkLst>
            <pc:docMk/>
            <pc:sldMk cId="2005355495" sldId="308"/>
            <ac:spMk id="34819" creationId="{453C7683-8588-7ABC-32E0-8A4E68218620}"/>
          </ac:spMkLst>
        </pc:spChg>
        <pc:spChg chg="mod">
          <ac:chgData name="Paul Winser" userId="c3146a91-e6bd-4264-bd86-e164e04bc32d" providerId="ADAL" clId="{34A9472A-33DA-4914-9DFC-D3D6D6DA8226}" dt="2024-11-12T16:53:50.387" v="201" actId="403"/>
          <ac:spMkLst>
            <pc:docMk/>
            <pc:sldMk cId="2005355495" sldId="308"/>
            <ac:spMk id="34820" creationId="{8DCD7CE1-603D-4D59-3DBB-C13C0B6505F0}"/>
          </ac:spMkLst>
        </pc:spChg>
      </pc:sldChg>
      <pc:sldChg chg="delSp modSp mod">
        <pc:chgData name="Paul Winser" userId="c3146a91-e6bd-4264-bd86-e164e04bc32d" providerId="ADAL" clId="{34A9472A-33DA-4914-9DFC-D3D6D6DA8226}" dt="2024-11-12T16:46:21.695" v="43" actId="1076"/>
        <pc:sldMkLst>
          <pc:docMk/>
          <pc:sldMk cId="2120002925" sldId="310"/>
        </pc:sldMkLst>
        <pc:spChg chg="mod">
          <ac:chgData name="Paul Winser" userId="c3146a91-e6bd-4264-bd86-e164e04bc32d" providerId="ADAL" clId="{34A9472A-33DA-4914-9DFC-D3D6D6DA8226}" dt="2024-11-12T16:46:21.695" v="43" actId="1076"/>
          <ac:spMkLst>
            <pc:docMk/>
            <pc:sldMk cId="2120002925" sldId="310"/>
            <ac:spMk id="2" creationId="{4661BF86-E924-8EE8-7391-756696A1F16E}"/>
          </ac:spMkLst>
        </pc:spChg>
        <pc:spChg chg="mod">
          <ac:chgData name="Paul Winser" userId="c3146a91-e6bd-4264-bd86-e164e04bc32d" providerId="ADAL" clId="{34A9472A-33DA-4914-9DFC-D3D6D6DA8226}" dt="2024-11-12T16:46:16.986" v="42" actId="20577"/>
          <ac:spMkLst>
            <pc:docMk/>
            <pc:sldMk cId="2120002925" sldId="310"/>
            <ac:spMk id="3" creationId="{E8681FC5-9446-43E9-58D9-D65FD0CCCE28}"/>
          </ac:spMkLst>
        </pc:spChg>
        <pc:spChg chg="del">
          <ac:chgData name="Paul Winser" userId="c3146a91-e6bd-4264-bd86-e164e04bc32d" providerId="ADAL" clId="{34A9472A-33DA-4914-9DFC-D3D6D6DA8226}" dt="2024-11-12T16:46:09.336" v="40" actId="478"/>
          <ac:spMkLst>
            <pc:docMk/>
            <pc:sldMk cId="2120002925" sldId="310"/>
            <ac:spMk id="4" creationId="{DFBA9291-11AA-66B2-A2C4-3C8289FD08D3}"/>
          </ac:spMkLst>
        </pc:spChg>
      </pc:sldChg>
      <pc:sldChg chg="delSp modSp mod">
        <pc:chgData name="Paul Winser" userId="c3146a91-e6bd-4264-bd86-e164e04bc32d" providerId="ADAL" clId="{34A9472A-33DA-4914-9DFC-D3D6D6DA8226}" dt="2024-11-12T17:05:38.027" v="477" actId="1076"/>
        <pc:sldMkLst>
          <pc:docMk/>
          <pc:sldMk cId="2913733687" sldId="311"/>
        </pc:sldMkLst>
        <pc:spChg chg="mod">
          <ac:chgData name="Paul Winser" userId="c3146a91-e6bd-4264-bd86-e164e04bc32d" providerId="ADAL" clId="{34A9472A-33DA-4914-9DFC-D3D6D6DA8226}" dt="2024-11-12T17:05:38.027" v="477" actId="1076"/>
          <ac:spMkLst>
            <pc:docMk/>
            <pc:sldMk cId="2913733687" sldId="311"/>
            <ac:spMk id="2" creationId="{016394DD-67DE-ED06-A3BB-DFC63C4D495A}"/>
          </ac:spMkLst>
        </pc:spChg>
        <pc:spChg chg="mod">
          <ac:chgData name="Paul Winser" userId="c3146a91-e6bd-4264-bd86-e164e04bc32d" providerId="ADAL" clId="{34A9472A-33DA-4914-9DFC-D3D6D6DA8226}" dt="2024-11-12T17:05:36.146" v="476" actId="1076"/>
          <ac:spMkLst>
            <pc:docMk/>
            <pc:sldMk cId="2913733687" sldId="311"/>
            <ac:spMk id="3" creationId="{400F33EE-26C7-8B4E-8262-FD345B63585E}"/>
          </ac:spMkLst>
        </pc:spChg>
        <pc:spChg chg="del">
          <ac:chgData name="Paul Winser" userId="c3146a91-e6bd-4264-bd86-e164e04bc32d" providerId="ADAL" clId="{34A9472A-33DA-4914-9DFC-D3D6D6DA8226}" dt="2024-11-12T16:46:27.541" v="45" actId="478"/>
          <ac:spMkLst>
            <pc:docMk/>
            <pc:sldMk cId="2913733687" sldId="311"/>
            <ac:spMk id="4" creationId="{A267683A-D54B-8625-6D4E-C07EFDA549A8}"/>
          </ac:spMkLst>
        </pc:spChg>
      </pc:sldChg>
      <pc:sldChg chg="delSp modSp mod">
        <pc:chgData name="Paul Winser" userId="c3146a91-e6bd-4264-bd86-e164e04bc32d" providerId="ADAL" clId="{34A9472A-33DA-4914-9DFC-D3D6D6DA8226}" dt="2024-11-12T16:50:14.871" v="121" actId="20577"/>
        <pc:sldMkLst>
          <pc:docMk/>
          <pc:sldMk cId="3724741945" sldId="312"/>
        </pc:sldMkLst>
        <pc:spChg chg="mod">
          <ac:chgData name="Paul Winser" userId="c3146a91-e6bd-4264-bd86-e164e04bc32d" providerId="ADAL" clId="{34A9472A-33DA-4914-9DFC-D3D6D6DA8226}" dt="2024-11-12T16:50:14.871" v="121" actId="20577"/>
          <ac:spMkLst>
            <pc:docMk/>
            <pc:sldMk cId="3724741945" sldId="312"/>
            <ac:spMk id="3" creationId="{9E8F9DF2-B434-03BE-B4A9-89708D243143}"/>
          </ac:spMkLst>
        </pc:spChg>
        <pc:spChg chg="del">
          <ac:chgData name="Paul Winser" userId="c3146a91-e6bd-4264-bd86-e164e04bc32d" providerId="ADAL" clId="{34A9472A-33DA-4914-9DFC-D3D6D6DA8226}" dt="2024-11-12T16:49:07.662" v="90" actId="478"/>
          <ac:spMkLst>
            <pc:docMk/>
            <pc:sldMk cId="3724741945" sldId="312"/>
            <ac:spMk id="4" creationId="{0117B2C8-1A57-1EAF-AAE2-4E923232D975}"/>
          </ac:spMkLst>
        </pc:spChg>
      </pc:sldChg>
      <pc:sldChg chg="delSp modSp mod">
        <pc:chgData name="Paul Winser" userId="c3146a91-e6bd-4264-bd86-e164e04bc32d" providerId="ADAL" clId="{34A9472A-33DA-4914-9DFC-D3D6D6DA8226}" dt="2024-11-12T17:04:59.753" v="470" actId="207"/>
        <pc:sldMkLst>
          <pc:docMk/>
          <pc:sldMk cId="4260133310" sldId="313"/>
        </pc:sldMkLst>
        <pc:spChg chg="mod">
          <ac:chgData name="Paul Winser" userId="c3146a91-e6bd-4264-bd86-e164e04bc32d" providerId="ADAL" clId="{34A9472A-33DA-4914-9DFC-D3D6D6DA8226}" dt="2024-11-12T16:47:28.307" v="59" actId="113"/>
          <ac:spMkLst>
            <pc:docMk/>
            <pc:sldMk cId="4260133310" sldId="313"/>
            <ac:spMk id="2" creationId="{2065D633-B3AC-E614-6B0C-411F3CE798D5}"/>
          </ac:spMkLst>
        </pc:spChg>
        <pc:spChg chg="del">
          <ac:chgData name="Paul Winser" userId="c3146a91-e6bd-4264-bd86-e164e04bc32d" providerId="ADAL" clId="{34A9472A-33DA-4914-9DFC-D3D6D6DA8226}" dt="2024-11-12T16:47:50.635" v="67" actId="478"/>
          <ac:spMkLst>
            <pc:docMk/>
            <pc:sldMk cId="4260133310" sldId="313"/>
            <ac:spMk id="4" creationId="{EE7D35DC-5C1C-37BE-598B-08718D342C26}"/>
          </ac:spMkLst>
        </pc:spChg>
        <pc:spChg chg="mod">
          <ac:chgData name="Paul Winser" userId="c3146a91-e6bd-4264-bd86-e164e04bc32d" providerId="ADAL" clId="{34A9472A-33DA-4914-9DFC-D3D6D6DA8226}" dt="2024-11-12T16:47:48.739" v="66" actId="122"/>
          <ac:spMkLst>
            <pc:docMk/>
            <pc:sldMk cId="4260133310" sldId="313"/>
            <ac:spMk id="7" creationId="{65F91D9F-B281-8C41-F220-6FC516AC84BC}"/>
          </ac:spMkLst>
        </pc:spChg>
        <pc:graphicFrameChg chg="modGraphic">
          <ac:chgData name="Paul Winser" userId="c3146a91-e6bd-4264-bd86-e164e04bc32d" providerId="ADAL" clId="{34A9472A-33DA-4914-9DFC-D3D6D6DA8226}" dt="2024-11-12T17:04:59.753" v="470" actId="207"/>
          <ac:graphicFrameMkLst>
            <pc:docMk/>
            <pc:sldMk cId="4260133310" sldId="313"/>
            <ac:graphicFrameMk id="9" creationId="{88F33BC7-9164-795F-E910-610003D08A25}"/>
          </ac:graphicFrameMkLst>
        </pc:graphicFrameChg>
        <pc:graphicFrameChg chg="modGraphic">
          <ac:chgData name="Paul Winser" userId="c3146a91-e6bd-4264-bd86-e164e04bc32d" providerId="ADAL" clId="{34A9472A-33DA-4914-9DFC-D3D6D6DA8226}" dt="2024-11-12T16:47:54.323" v="68" actId="14100"/>
          <ac:graphicFrameMkLst>
            <pc:docMk/>
            <pc:sldMk cId="4260133310" sldId="313"/>
            <ac:graphicFrameMk id="11" creationId="{D617DA68-4523-490A-ADFB-3F8CA088F59D}"/>
          </ac:graphicFrameMkLst>
        </pc:graphicFrameChg>
      </pc:sldChg>
      <pc:sldChg chg="delSp modSp mod">
        <pc:chgData name="Paul Winser" userId="c3146a91-e6bd-4264-bd86-e164e04bc32d" providerId="ADAL" clId="{34A9472A-33DA-4914-9DFC-D3D6D6DA8226}" dt="2024-11-12T17:04:40.900" v="469" actId="20577"/>
        <pc:sldMkLst>
          <pc:docMk/>
          <pc:sldMk cId="537745806" sldId="314"/>
        </pc:sldMkLst>
        <pc:spChg chg="mod">
          <ac:chgData name="Paul Winser" userId="c3146a91-e6bd-4264-bd86-e164e04bc32d" providerId="ADAL" clId="{34A9472A-33DA-4914-9DFC-D3D6D6DA8226}" dt="2024-11-12T16:46:40.528" v="50" actId="1076"/>
          <ac:spMkLst>
            <pc:docMk/>
            <pc:sldMk cId="537745806" sldId="314"/>
            <ac:spMk id="2" creationId="{F034B12C-8F2E-82C0-2455-CB5E534B7FEB}"/>
          </ac:spMkLst>
        </pc:spChg>
        <pc:spChg chg="del">
          <ac:chgData name="Paul Winser" userId="c3146a91-e6bd-4264-bd86-e164e04bc32d" providerId="ADAL" clId="{34A9472A-33DA-4914-9DFC-D3D6D6DA8226}" dt="2024-11-12T16:46:35.997" v="48" actId="478"/>
          <ac:spMkLst>
            <pc:docMk/>
            <pc:sldMk cId="537745806" sldId="314"/>
            <ac:spMk id="5" creationId="{3CDF0320-E1A5-E201-746E-5558395B3354}"/>
          </ac:spMkLst>
        </pc:spChg>
        <pc:spChg chg="mod">
          <ac:chgData name="Paul Winser" userId="c3146a91-e6bd-4264-bd86-e164e04bc32d" providerId="ADAL" clId="{34A9472A-33DA-4914-9DFC-D3D6D6DA8226}" dt="2024-11-12T17:04:40.900" v="469" actId="20577"/>
          <ac:spMkLst>
            <pc:docMk/>
            <pc:sldMk cId="537745806" sldId="314"/>
            <ac:spMk id="6" creationId="{190D2CEC-D3F2-7E54-A211-D53E574B200C}"/>
          </ac:spMkLst>
        </pc:spChg>
      </pc:sldChg>
      <pc:sldChg chg="delSp modSp mod">
        <pc:chgData name="Paul Winser" userId="c3146a91-e6bd-4264-bd86-e164e04bc32d" providerId="ADAL" clId="{34A9472A-33DA-4914-9DFC-D3D6D6DA8226}" dt="2024-11-12T16:47:20.761" v="58" actId="122"/>
        <pc:sldMkLst>
          <pc:docMk/>
          <pc:sldMk cId="1103540326" sldId="315"/>
        </pc:sldMkLst>
        <pc:spChg chg="del">
          <ac:chgData name="Paul Winser" userId="c3146a91-e6bd-4264-bd86-e164e04bc32d" providerId="ADAL" clId="{34A9472A-33DA-4914-9DFC-D3D6D6DA8226}" dt="2024-11-12T16:47:12.957" v="54" actId="478"/>
          <ac:spMkLst>
            <pc:docMk/>
            <pc:sldMk cId="1103540326" sldId="315"/>
            <ac:spMk id="4" creationId="{59EC63F6-F153-4098-5699-1A713DCCB839}"/>
          </ac:spMkLst>
        </pc:spChg>
        <pc:spChg chg="mod">
          <ac:chgData name="Paul Winser" userId="c3146a91-e6bd-4264-bd86-e164e04bc32d" providerId="ADAL" clId="{34A9472A-33DA-4914-9DFC-D3D6D6DA8226}" dt="2024-11-12T16:47:20.761" v="58" actId="122"/>
          <ac:spMkLst>
            <pc:docMk/>
            <pc:sldMk cId="1103540326" sldId="315"/>
            <ac:spMk id="7" creationId="{7DA1960E-D7E1-11D8-B396-797F75BDEA59}"/>
          </ac:spMkLst>
        </pc:spChg>
        <pc:spChg chg="mod">
          <ac:chgData name="Paul Winser" userId="c3146a91-e6bd-4264-bd86-e164e04bc32d" providerId="ADAL" clId="{34A9472A-33DA-4914-9DFC-D3D6D6DA8226}" dt="2024-11-12T16:47:08.862" v="53" actId="113"/>
          <ac:spMkLst>
            <pc:docMk/>
            <pc:sldMk cId="1103540326" sldId="315"/>
            <ac:spMk id="11" creationId="{0E73AD97-1D8D-BC1F-E50C-B70D17DBABA2}"/>
          </ac:spMkLst>
        </pc:spChg>
      </pc:sldChg>
      <pc:sldChg chg="delSp modSp mod">
        <pc:chgData name="Paul Winser" userId="c3146a91-e6bd-4264-bd86-e164e04bc32d" providerId="ADAL" clId="{34A9472A-33DA-4914-9DFC-D3D6D6DA8226}" dt="2024-11-12T16:46:03.817" v="39" actId="1076"/>
        <pc:sldMkLst>
          <pc:docMk/>
          <pc:sldMk cId="3300192316" sldId="316"/>
        </pc:sldMkLst>
        <pc:spChg chg="mod">
          <ac:chgData name="Paul Winser" userId="c3146a91-e6bd-4264-bd86-e164e04bc32d" providerId="ADAL" clId="{34A9472A-33DA-4914-9DFC-D3D6D6DA8226}" dt="2024-11-12T16:46:03.817" v="39" actId="1076"/>
          <ac:spMkLst>
            <pc:docMk/>
            <pc:sldMk cId="3300192316" sldId="316"/>
            <ac:spMk id="2" creationId="{B65118EB-3639-9DA6-8EB4-4449C58CD5B0}"/>
          </ac:spMkLst>
        </pc:spChg>
        <pc:spChg chg="del">
          <ac:chgData name="Paul Winser" userId="c3146a91-e6bd-4264-bd86-e164e04bc32d" providerId="ADAL" clId="{34A9472A-33DA-4914-9DFC-D3D6D6DA8226}" dt="2024-11-12T16:44:17.561" v="32" actId="478"/>
          <ac:spMkLst>
            <pc:docMk/>
            <pc:sldMk cId="3300192316" sldId="316"/>
            <ac:spMk id="4" creationId="{4DD9CAA9-1C18-BB53-D413-22211D8557B4}"/>
          </ac:spMkLst>
        </pc:spChg>
        <pc:spChg chg="mod">
          <ac:chgData name="Paul Winser" userId="c3146a91-e6bd-4264-bd86-e164e04bc32d" providerId="ADAL" clId="{34A9472A-33DA-4914-9DFC-D3D6D6DA8226}" dt="2024-11-12T16:44:29.353" v="38" actId="20577"/>
          <ac:spMkLst>
            <pc:docMk/>
            <pc:sldMk cId="3300192316" sldId="316"/>
            <ac:spMk id="6" creationId="{D85A5BAA-5C4F-901F-3785-0CD70D9DC06A}"/>
          </ac:spMkLst>
        </pc:spChg>
      </pc:sldChg>
      <pc:sldChg chg="delSp modSp mod">
        <pc:chgData name="Paul Winser" userId="c3146a91-e6bd-4264-bd86-e164e04bc32d" providerId="ADAL" clId="{34A9472A-33DA-4914-9DFC-D3D6D6DA8226}" dt="2024-11-12T16:51:23.102" v="152" actId="1076"/>
        <pc:sldMkLst>
          <pc:docMk/>
          <pc:sldMk cId="3940841669" sldId="317"/>
        </pc:sldMkLst>
        <pc:spChg chg="mod">
          <ac:chgData name="Paul Winser" userId="c3146a91-e6bd-4264-bd86-e164e04bc32d" providerId="ADAL" clId="{34A9472A-33DA-4914-9DFC-D3D6D6DA8226}" dt="2024-11-12T16:51:23.102" v="152" actId="1076"/>
          <ac:spMkLst>
            <pc:docMk/>
            <pc:sldMk cId="3940841669" sldId="317"/>
            <ac:spMk id="2" creationId="{E6156D07-C708-BA75-D1F6-4F9395810A41}"/>
          </ac:spMkLst>
        </pc:spChg>
        <pc:spChg chg="mod">
          <ac:chgData name="Paul Winser" userId="c3146a91-e6bd-4264-bd86-e164e04bc32d" providerId="ADAL" clId="{34A9472A-33DA-4914-9DFC-D3D6D6DA8226}" dt="2024-11-12T16:51:01.465" v="145" actId="113"/>
          <ac:spMkLst>
            <pc:docMk/>
            <pc:sldMk cId="3940841669" sldId="317"/>
            <ac:spMk id="3" creationId="{7BF70C39-3DC2-1701-2811-A535F4548E5B}"/>
          </ac:spMkLst>
        </pc:spChg>
        <pc:spChg chg="del">
          <ac:chgData name="Paul Winser" userId="c3146a91-e6bd-4264-bd86-e164e04bc32d" providerId="ADAL" clId="{34A9472A-33DA-4914-9DFC-D3D6D6DA8226}" dt="2024-11-12T16:51:04.951" v="146" actId="478"/>
          <ac:spMkLst>
            <pc:docMk/>
            <pc:sldMk cId="3940841669" sldId="317"/>
            <ac:spMk id="5" creationId="{843BC4D9-7D19-EA76-FB27-ADC53EB92BE1}"/>
          </ac:spMkLst>
        </pc:spChg>
        <pc:spChg chg="mod">
          <ac:chgData name="Paul Winser" userId="c3146a91-e6bd-4264-bd86-e164e04bc32d" providerId="ADAL" clId="{34A9472A-33DA-4914-9DFC-D3D6D6DA8226}" dt="2024-11-12T16:51:18.796" v="151" actId="1076"/>
          <ac:spMkLst>
            <pc:docMk/>
            <pc:sldMk cId="3940841669" sldId="317"/>
            <ac:spMk id="10" creationId="{86D50C17-9229-3531-9B33-5E7DB3DA9110}"/>
          </ac:spMkLst>
        </pc:spChg>
        <pc:picChg chg="mod">
          <ac:chgData name="Paul Winser" userId="c3146a91-e6bd-4264-bd86-e164e04bc32d" providerId="ADAL" clId="{34A9472A-33DA-4914-9DFC-D3D6D6DA8226}" dt="2024-11-12T16:51:17.175" v="150" actId="1076"/>
          <ac:picMkLst>
            <pc:docMk/>
            <pc:sldMk cId="3940841669" sldId="317"/>
            <ac:picMk id="9" creationId="{865F7967-769F-393C-688B-77F2E6EF9E1E}"/>
          </ac:picMkLst>
        </pc:picChg>
      </pc:sldChg>
      <pc:sldChg chg="delSp modSp mod">
        <pc:chgData name="Paul Winser" userId="c3146a91-e6bd-4264-bd86-e164e04bc32d" providerId="ADAL" clId="{34A9472A-33DA-4914-9DFC-D3D6D6DA8226}" dt="2024-11-12T16:52:38.394" v="180" actId="478"/>
        <pc:sldMkLst>
          <pc:docMk/>
          <pc:sldMk cId="1726487646" sldId="318"/>
        </pc:sldMkLst>
        <pc:spChg chg="mod">
          <ac:chgData name="Paul Winser" userId="c3146a91-e6bd-4264-bd86-e164e04bc32d" providerId="ADAL" clId="{34A9472A-33DA-4914-9DFC-D3D6D6DA8226}" dt="2024-11-12T16:51:34.186" v="156" actId="403"/>
          <ac:spMkLst>
            <pc:docMk/>
            <pc:sldMk cId="1726487646" sldId="318"/>
            <ac:spMk id="2" creationId="{7A4EC338-A582-7489-11A5-F825DDC4AF6B}"/>
          </ac:spMkLst>
        </pc:spChg>
        <pc:spChg chg="mod">
          <ac:chgData name="Paul Winser" userId="c3146a91-e6bd-4264-bd86-e164e04bc32d" providerId="ADAL" clId="{34A9472A-33DA-4914-9DFC-D3D6D6DA8226}" dt="2024-11-12T16:52:36.313" v="179" actId="12"/>
          <ac:spMkLst>
            <pc:docMk/>
            <pc:sldMk cId="1726487646" sldId="318"/>
            <ac:spMk id="3" creationId="{67ECF516-664F-23CF-2C0C-572D482DD16C}"/>
          </ac:spMkLst>
        </pc:spChg>
        <pc:spChg chg="del">
          <ac:chgData name="Paul Winser" userId="c3146a91-e6bd-4264-bd86-e164e04bc32d" providerId="ADAL" clId="{34A9472A-33DA-4914-9DFC-D3D6D6DA8226}" dt="2024-11-12T16:52:38.394" v="180" actId="478"/>
          <ac:spMkLst>
            <pc:docMk/>
            <pc:sldMk cId="1726487646" sldId="318"/>
            <ac:spMk id="5" creationId="{E9FCFBB4-20CF-718E-B258-1CB9850FD91E}"/>
          </ac:spMkLst>
        </pc:spChg>
      </pc:sldChg>
      <pc:sldChg chg="delSp modSp mod">
        <pc:chgData name="Paul Winser" userId="c3146a91-e6bd-4264-bd86-e164e04bc32d" providerId="ADAL" clId="{34A9472A-33DA-4914-9DFC-D3D6D6DA8226}" dt="2024-11-12T16:58:20.252" v="328" actId="1076"/>
        <pc:sldMkLst>
          <pc:docMk/>
          <pc:sldMk cId="1208738041" sldId="320"/>
        </pc:sldMkLst>
        <pc:spChg chg="mod">
          <ac:chgData name="Paul Winser" userId="c3146a91-e6bd-4264-bd86-e164e04bc32d" providerId="ADAL" clId="{34A9472A-33DA-4914-9DFC-D3D6D6DA8226}" dt="2024-11-12T16:58:01.813" v="317" actId="1076"/>
          <ac:spMkLst>
            <pc:docMk/>
            <pc:sldMk cId="1208738041" sldId="320"/>
            <ac:spMk id="2" creationId="{EA6227E3-B36B-92CC-2473-A09923922D7D}"/>
          </ac:spMkLst>
        </pc:spChg>
        <pc:spChg chg="mod">
          <ac:chgData name="Paul Winser" userId="c3146a91-e6bd-4264-bd86-e164e04bc32d" providerId="ADAL" clId="{34A9472A-33DA-4914-9DFC-D3D6D6DA8226}" dt="2024-11-12T16:58:20.252" v="328" actId="1076"/>
          <ac:spMkLst>
            <pc:docMk/>
            <pc:sldMk cId="1208738041" sldId="320"/>
            <ac:spMk id="3" creationId="{21F8A8C6-7D75-8551-0B00-D1A88D7079E9}"/>
          </ac:spMkLst>
        </pc:spChg>
        <pc:spChg chg="del">
          <ac:chgData name="Paul Winser" userId="c3146a91-e6bd-4264-bd86-e164e04bc32d" providerId="ADAL" clId="{34A9472A-33DA-4914-9DFC-D3D6D6DA8226}" dt="2024-11-12T16:54:08.678" v="210" actId="478"/>
          <ac:spMkLst>
            <pc:docMk/>
            <pc:sldMk cId="1208738041" sldId="320"/>
            <ac:spMk id="4" creationId="{4B09AA57-942E-162D-ADCA-90F55E331AF6}"/>
          </ac:spMkLst>
        </pc:spChg>
        <pc:spChg chg="mod">
          <ac:chgData name="Paul Winser" userId="c3146a91-e6bd-4264-bd86-e164e04bc32d" providerId="ADAL" clId="{34A9472A-33DA-4914-9DFC-D3D6D6DA8226}" dt="2024-11-12T16:58:10.381" v="320" actId="1076"/>
          <ac:spMkLst>
            <pc:docMk/>
            <pc:sldMk cId="1208738041" sldId="320"/>
            <ac:spMk id="7" creationId="{83BA1FBC-15A6-55E7-3D2A-D53989BD4481}"/>
          </ac:spMkLst>
        </pc:spChg>
        <pc:picChg chg="mod">
          <ac:chgData name="Paul Winser" userId="c3146a91-e6bd-4264-bd86-e164e04bc32d" providerId="ADAL" clId="{34A9472A-33DA-4914-9DFC-D3D6D6DA8226}" dt="2024-11-12T16:58:07.478" v="319" actId="1076"/>
          <ac:picMkLst>
            <pc:docMk/>
            <pc:sldMk cId="1208738041" sldId="320"/>
            <ac:picMk id="6" creationId="{57524D2B-974E-4616-7756-D7037F850FE2}"/>
          </ac:picMkLst>
        </pc:picChg>
      </pc:sldChg>
      <pc:sldChg chg="delSp modSp mod">
        <pc:chgData name="Paul Winser" userId="c3146a91-e6bd-4264-bd86-e164e04bc32d" providerId="ADAL" clId="{34A9472A-33DA-4914-9DFC-D3D6D6DA8226}" dt="2024-11-12T17:07:23.973" v="509" actId="404"/>
        <pc:sldMkLst>
          <pc:docMk/>
          <pc:sldMk cId="1967950445" sldId="321"/>
        </pc:sldMkLst>
        <pc:spChg chg="mod">
          <ac:chgData name="Paul Winser" userId="c3146a91-e6bd-4264-bd86-e164e04bc32d" providerId="ADAL" clId="{34A9472A-33DA-4914-9DFC-D3D6D6DA8226}" dt="2024-11-12T17:07:23.973" v="509" actId="404"/>
          <ac:spMkLst>
            <pc:docMk/>
            <pc:sldMk cId="1967950445" sldId="321"/>
            <ac:spMk id="2" creationId="{289E83F3-49EC-651C-FAF6-6E60E78F5795}"/>
          </ac:spMkLst>
        </pc:spChg>
        <pc:spChg chg="del">
          <ac:chgData name="Paul Winser" userId="c3146a91-e6bd-4264-bd86-e164e04bc32d" providerId="ADAL" clId="{34A9472A-33DA-4914-9DFC-D3D6D6DA8226}" dt="2024-11-12T16:55:48.344" v="262" actId="478"/>
          <ac:spMkLst>
            <pc:docMk/>
            <pc:sldMk cId="1967950445" sldId="321"/>
            <ac:spMk id="5" creationId="{C65709BE-AA22-9094-AC7A-C8E0B5C3AF4F}"/>
          </ac:spMkLst>
        </pc:spChg>
        <pc:spChg chg="mod">
          <ac:chgData name="Paul Winser" userId="c3146a91-e6bd-4264-bd86-e164e04bc32d" providerId="ADAL" clId="{34A9472A-33DA-4914-9DFC-D3D6D6DA8226}" dt="2024-11-12T16:55:56.829" v="266" actId="1076"/>
          <ac:spMkLst>
            <pc:docMk/>
            <pc:sldMk cId="1967950445" sldId="321"/>
            <ac:spMk id="8" creationId="{5DED1DDB-DF78-7382-718F-CC0CD72F4C46}"/>
          </ac:spMkLst>
        </pc:spChg>
        <pc:spChg chg="mod">
          <ac:chgData name="Paul Winser" userId="c3146a91-e6bd-4264-bd86-e164e04bc32d" providerId="ADAL" clId="{34A9472A-33DA-4914-9DFC-D3D6D6DA8226}" dt="2024-11-12T16:55:46.733" v="261" actId="1076"/>
          <ac:spMkLst>
            <pc:docMk/>
            <pc:sldMk cId="1967950445" sldId="321"/>
            <ac:spMk id="9" creationId="{E161CBF4-D1D4-FE21-34D5-5CC983FE5E3F}"/>
          </ac:spMkLst>
        </pc:spChg>
        <pc:picChg chg="mod">
          <ac:chgData name="Paul Winser" userId="c3146a91-e6bd-4264-bd86-e164e04bc32d" providerId="ADAL" clId="{34A9472A-33DA-4914-9DFC-D3D6D6DA8226}" dt="2024-11-12T16:55:54.326" v="265" actId="1076"/>
          <ac:picMkLst>
            <pc:docMk/>
            <pc:sldMk cId="1967950445" sldId="321"/>
            <ac:picMk id="7" creationId="{C30E6F45-7C29-8232-339A-BD1D6DC4476E}"/>
          </ac:picMkLst>
        </pc:picChg>
      </pc:sldChg>
      <pc:sldChg chg="delSp modSp mod">
        <pc:chgData name="Paul Winser" userId="c3146a91-e6bd-4264-bd86-e164e04bc32d" providerId="ADAL" clId="{34A9472A-33DA-4914-9DFC-D3D6D6DA8226}" dt="2024-11-12T16:57:41.420" v="307" actId="1076"/>
        <pc:sldMkLst>
          <pc:docMk/>
          <pc:sldMk cId="2752858868" sldId="322"/>
        </pc:sldMkLst>
        <pc:spChg chg="mod">
          <ac:chgData name="Paul Winser" userId="c3146a91-e6bd-4264-bd86-e164e04bc32d" providerId="ADAL" clId="{34A9472A-33DA-4914-9DFC-D3D6D6DA8226}" dt="2024-11-12T16:57:41.420" v="307" actId="1076"/>
          <ac:spMkLst>
            <pc:docMk/>
            <pc:sldMk cId="2752858868" sldId="322"/>
            <ac:spMk id="2" creationId="{651DD328-D06B-CB8B-58EB-8AE3523ABAFE}"/>
          </ac:spMkLst>
        </pc:spChg>
        <pc:spChg chg="mod">
          <ac:chgData name="Paul Winser" userId="c3146a91-e6bd-4264-bd86-e164e04bc32d" providerId="ADAL" clId="{34A9472A-33DA-4914-9DFC-D3D6D6DA8226}" dt="2024-11-12T16:57:39.525" v="306" actId="1076"/>
          <ac:spMkLst>
            <pc:docMk/>
            <pc:sldMk cId="2752858868" sldId="322"/>
            <ac:spMk id="3" creationId="{2C24927E-45BA-A4DA-DFB7-FEA5E102AF8C}"/>
          </ac:spMkLst>
        </pc:spChg>
        <pc:spChg chg="del">
          <ac:chgData name="Paul Winser" userId="c3146a91-e6bd-4264-bd86-e164e04bc32d" providerId="ADAL" clId="{34A9472A-33DA-4914-9DFC-D3D6D6DA8226}" dt="2024-11-12T16:54:36.295" v="226" actId="478"/>
          <ac:spMkLst>
            <pc:docMk/>
            <pc:sldMk cId="2752858868" sldId="322"/>
            <ac:spMk id="5" creationId="{02945BB6-566D-88EC-A70B-42D6105B47D7}"/>
          </ac:spMkLst>
        </pc:spChg>
      </pc:sldChg>
      <pc:sldChg chg="addSp delSp modSp mod">
        <pc:chgData name="Paul Winser" userId="c3146a91-e6bd-4264-bd86-e164e04bc32d" providerId="ADAL" clId="{34A9472A-33DA-4914-9DFC-D3D6D6DA8226}" dt="2024-11-12T17:07:37.017" v="516" actId="1076"/>
        <pc:sldMkLst>
          <pc:docMk/>
          <pc:sldMk cId="27454974" sldId="323"/>
        </pc:sldMkLst>
        <pc:spChg chg="del mod">
          <ac:chgData name="Paul Winser" userId="c3146a91-e6bd-4264-bd86-e164e04bc32d" providerId="ADAL" clId="{34A9472A-33DA-4914-9DFC-D3D6D6DA8226}" dt="2024-11-12T17:05:55.089" v="478" actId="478"/>
          <ac:spMkLst>
            <pc:docMk/>
            <pc:sldMk cId="27454974" sldId="323"/>
            <ac:spMk id="2" creationId="{2CEE0EBA-B28E-F155-F26A-AFB0623253C2}"/>
          </ac:spMkLst>
        </pc:spChg>
        <pc:spChg chg="mod">
          <ac:chgData name="Paul Winser" userId="c3146a91-e6bd-4264-bd86-e164e04bc32d" providerId="ADAL" clId="{34A9472A-33DA-4914-9DFC-D3D6D6DA8226}" dt="2024-11-12T17:06:06.425" v="484" actId="1076"/>
          <ac:spMkLst>
            <pc:docMk/>
            <pc:sldMk cId="27454974" sldId="323"/>
            <ac:spMk id="3" creationId="{EC7AE2CD-57FE-EA5F-B926-060C70936D6C}"/>
          </ac:spMkLst>
        </pc:spChg>
        <pc:spChg chg="add del mod">
          <ac:chgData name="Paul Winser" userId="c3146a91-e6bd-4264-bd86-e164e04bc32d" providerId="ADAL" clId="{34A9472A-33DA-4914-9DFC-D3D6D6DA8226}" dt="2024-11-12T17:05:57.472" v="480" actId="478"/>
          <ac:spMkLst>
            <pc:docMk/>
            <pc:sldMk cId="27454974" sldId="323"/>
            <ac:spMk id="4" creationId="{83169612-DE61-52C8-4BB7-3B02AD64B00A}"/>
          </ac:spMkLst>
        </pc:spChg>
        <pc:spChg chg="del">
          <ac:chgData name="Paul Winser" userId="c3146a91-e6bd-4264-bd86-e164e04bc32d" providerId="ADAL" clId="{34A9472A-33DA-4914-9DFC-D3D6D6DA8226}" dt="2024-11-12T16:55:02.438" v="241" actId="478"/>
          <ac:spMkLst>
            <pc:docMk/>
            <pc:sldMk cId="27454974" sldId="323"/>
            <ac:spMk id="5" creationId="{F6B1D5B0-7AAD-8C29-D809-DC4FDC6FB4E5}"/>
          </ac:spMkLst>
        </pc:spChg>
        <pc:spChg chg="add mod">
          <ac:chgData name="Paul Winser" userId="c3146a91-e6bd-4264-bd86-e164e04bc32d" providerId="ADAL" clId="{34A9472A-33DA-4914-9DFC-D3D6D6DA8226}" dt="2024-11-12T17:07:37.017" v="516" actId="1076"/>
          <ac:spMkLst>
            <pc:docMk/>
            <pc:sldMk cId="27454974" sldId="323"/>
            <ac:spMk id="6" creationId="{9FD769F9-33CD-8FB3-F5CC-25D9F1396609}"/>
          </ac:spMkLst>
        </pc:spChg>
        <pc:spChg chg="mod">
          <ac:chgData name="Paul Winser" userId="c3146a91-e6bd-4264-bd86-e164e04bc32d" providerId="ADAL" clId="{34A9472A-33DA-4914-9DFC-D3D6D6DA8226}" dt="2024-11-12T16:54:59.734" v="240" actId="14100"/>
          <ac:spMkLst>
            <pc:docMk/>
            <pc:sldMk cId="27454974" sldId="323"/>
            <ac:spMk id="8" creationId="{E2A56462-010D-64FD-72F5-61AD2861C895}"/>
          </ac:spMkLst>
        </pc:spChg>
        <pc:picChg chg="mod">
          <ac:chgData name="Paul Winser" userId="c3146a91-e6bd-4264-bd86-e164e04bc32d" providerId="ADAL" clId="{34A9472A-33DA-4914-9DFC-D3D6D6DA8226}" dt="2024-11-12T17:06:03.890" v="483" actId="1076"/>
          <ac:picMkLst>
            <pc:docMk/>
            <pc:sldMk cId="27454974" sldId="323"/>
            <ac:picMk id="7" creationId="{1069875B-2D34-E36E-61FD-D2DF62923365}"/>
          </ac:picMkLst>
        </pc:picChg>
      </pc:sldChg>
      <pc:sldChg chg="delSp modSp mod">
        <pc:chgData name="Paul Winser" userId="c3146a91-e6bd-4264-bd86-e164e04bc32d" providerId="ADAL" clId="{34A9472A-33DA-4914-9DFC-D3D6D6DA8226}" dt="2024-11-12T17:07:33.228" v="515" actId="404"/>
        <pc:sldMkLst>
          <pc:docMk/>
          <pc:sldMk cId="168310924" sldId="324"/>
        </pc:sldMkLst>
        <pc:spChg chg="mod">
          <ac:chgData name="Paul Winser" userId="c3146a91-e6bd-4264-bd86-e164e04bc32d" providerId="ADAL" clId="{34A9472A-33DA-4914-9DFC-D3D6D6DA8226}" dt="2024-11-12T17:07:33.228" v="515" actId="404"/>
          <ac:spMkLst>
            <pc:docMk/>
            <pc:sldMk cId="168310924" sldId="324"/>
            <ac:spMk id="2" creationId="{A8B81460-CB3D-081D-1033-9C4901DEF423}"/>
          </ac:spMkLst>
        </pc:spChg>
        <pc:spChg chg="mod">
          <ac:chgData name="Paul Winser" userId="c3146a91-e6bd-4264-bd86-e164e04bc32d" providerId="ADAL" clId="{34A9472A-33DA-4914-9DFC-D3D6D6DA8226}" dt="2024-11-12T16:55:12.686" v="244" actId="1076"/>
          <ac:spMkLst>
            <pc:docMk/>
            <pc:sldMk cId="168310924" sldId="324"/>
            <ac:spMk id="3" creationId="{402B534D-F1D6-986E-D4EA-CCA564358047}"/>
          </ac:spMkLst>
        </pc:spChg>
        <pc:spChg chg="del">
          <ac:chgData name="Paul Winser" userId="c3146a91-e6bd-4264-bd86-e164e04bc32d" providerId="ADAL" clId="{34A9472A-33DA-4914-9DFC-D3D6D6DA8226}" dt="2024-11-12T16:55:14.835" v="245" actId="478"/>
          <ac:spMkLst>
            <pc:docMk/>
            <pc:sldMk cId="168310924" sldId="324"/>
            <ac:spMk id="5" creationId="{9DBF738E-AD3E-46F4-1DCE-434E8563439E}"/>
          </ac:spMkLst>
        </pc:spChg>
      </pc:sldChg>
      <pc:sldChg chg="delSp modSp mod">
        <pc:chgData name="Paul Winser" userId="c3146a91-e6bd-4264-bd86-e164e04bc32d" providerId="ADAL" clId="{34A9472A-33DA-4914-9DFC-D3D6D6DA8226}" dt="2024-11-12T17:07:28.742" v="512" actId="404"/>
        <pc:sldMkLst>
          <pc:docMk/>
          <pc:sldMk cId="2900388725" sldId="325"/>
        </pc:sldMkLst>
        <pc:spChg chg="mod">
          <ac:chgData name="Paul Winser" userId="c3146a91-e6bd-4264-bd86-e164e04bc32d" providerId="ADAL" clId="{34A9472A-33DA-4914-9DFC-D3D6D6DA8226}" dt="2024-11-12T17:07:28.742" v="512" actId="404"/>
          <ac:spMkLst>
            <pc:docMk/>
            <pc:sldMk cId="2900388725" sldId="325"/>
            <ac:spMk id="2" creationId="{1DE55B6B-8667-2D37-8F8E-765EB9BD2431}"/>
          </ac:spMkLst>
        </pc:spChg>
        <pc:spChg chg="mod">
          <ac:chgData name="Paul Winser" userId="c3146a91-e6bd-4264-bd86-e164e04bc32d" providerId="ADAL" clId="{34A9472A-33DA-4914-9DFC-D3D6D6DA8226}" dt="2024-11-12T16:55:20.102" v="247" actId="5793"/>
          <ac:spMkLst>
            <pc:docMk/>
            <pc:sldMk cId="2900388725" sldId="325"/>
            <ac:spMk id="3" creationId="{FDDAEEE2-B38D-FA4E-3990-8E47126F34A2}"/>
          </ac:spMkLst>
        </pc:spChg>
        <pc:spChg chg="del">
          <ac:chgData name="Paul Winser" userId="c3146a91-e6bd-4264-bd86-e164e04bc32d" providerId="ADAL" clId="{34A9472A-33DA-4914-9DFC-D3D6D6DA8226}" dt="2024-11-12T16:55:30.870" v="254" actId="478"/>
          <ac:spMkLst>
            <pc:docMk/>
            <pc:sldMk cId="2900388725" sldId="325"/>
            <ac:spMk id="5" creationId="{5608F158-CEFE-2067-642D-AA9D88D0D487}"/>
          </ac:spMkLst>
        </pc:spChg>
        <pc:spChg chg="mod">
          <ac:chgData name="Paul Winser" userId="c3146a91-e6bd-4264-bd86-e164e04bc32d" providerId="ADAL" clId="{34A9472A-33DA-4914-9DFC-D3D6D6DA8226}" dt="2024-11-12T16:55:29.390" v="253" actId="1076"/>
          <ac:spMkLst>
            <pc:docMk/>
            <pc:sldMk cId="2900388725" sldId="325"/>
            <ac:spMk id="8" creationId="{686FDDA3-01C3-CA70-DA9C-C28ABA61AFC2}"/>
          </ac:spMkLst>
        </pc:spChg>
        <pc:picChg chg="mod">
          <ac:chgData name="Paul Winser" userId="c3146a91-e6bd-4264-bd86-e164e04bc32d" providerId="ADAL" clId="{34A9472A-33DA-4914-9DFC-D3D6D6DA8226}" dt="2024-11-12T16:55:27.414" v="252" actId="1076"/>
          <ac:picMkLst>
            <pc:docMk/>
            <pc:sldMk cId="2900388725" sldId="325"/>
            <ac:picMk id="6" creationId="{8B737A3F-3812-B8FF-D256-7109EACE5F0D}"/>
          </ac:picMkLst>
        </pc:picChg>
      </pc:sldChg>
      <pc:sldChg chg="addSp delSp modSp mod">
        <pc:chgData name="Paul Winser" userId="c3146a91-e6bd-4264-bd86-e164e04bc32d" providerId="ADAL" clId="{34A9472A-33DA-4914-9DFC-D3D6D6DA8226}" dt="2024-11-12T17:07:19.577" v="506" actId="113"/>
        <pc:sldMkLst>
          <pc:docMk/>
          <pc:sldMk cId="1578986506" sldId="326"/>
        </pc:sldMkLst>
        <pc:spChg chg="mod">
          <ac:chgData name="Paul Winser" userId="c3146a91-e6bd-4264-bd86-e164e04bc32d" providerId="ADAL" clId="{34A9472A-33DA-4914-9DFC-D3D6D6DA8226}" dt="2024-11-12T17:07:19.577" v="506" actId="113"/>
          <ac:spMkLst>
            <pc:docMk/>
            <pc:sldMk cId="1578986506" sldId="326"/>
            <ac:spMk id="2" creationId="{6383864D-108B-9699-AE37-732F3542BCFD}"/>
          </ac:spMkLst>
        </pc:spChg>
        <pc:spChg chg="del">
          <ac:chgData name="Paul Winser" userId="c3146a91-e6bd-4264-bd86-e164e04bc32d" providerId="ADAL" clId="{34A9472A-33DA-4914-9DFC-D3D6D6DA8226}" dt="2024-11-12T16:56:08.279" v="271" actId="478"/>
          <ac:spMkLst>
            <pc:docMk/>
            <pc:sldMk cId="1578986506" sldId="326"/>
            <ac:spMk id="3" creationId="{7D0D83FC-6A6F-54AE-0EA5-38F27D11632F}"/>
          </ac:spMkLst>
        </pc:spChg>
        <pc:spChg chg="mod">
          <ac:chgData name="Paul Winser" userId="c3146a91-e6bd-4264-bd86-e164e04bc32d" providerId="ADAL" clId="{34A9472A-33DA-4914-9DFC-D3D6D6DA8226}" dt="2024-11-12T16:56:16.586" v="276" actId="403"/>
          <ac:spMkLst>
            <pc:docMk/>
            <pc:sldMk cId="1578986506" sldId="326"/>
            <ac:spMk id="4" creationId="{FFD378F5-4991-3118-7DE1-C091672AFBFB}"/>
          </ac:spMkLst>
        </pc:spChg>
        <pc:spChg chg="del">
          <ac:chgData name="Paul Winser" userId="c3146a91-e6bd-4264-bd86-e164e04bc32d" providerId="ADAL" clId="{34A9472A-33DA-4914-9DFC-D3D6D6DA8226}" dt="2024-11-12T16:56:19.972" v="277" actId="478"/>
          <ac:spMkLst>
            <pc:docMk/>
            <pc:sldMk cId="1578986506" sldId="326"/>
            <ac:spMk id="5" creationId="{41B67A0B-EF25-E9FF-CA79-A60003AD8E62}"/>
          </ac:spMkLst>
        </pc:spChg>
        <pc:spChg chg="add del mod">
          <ac:chgData name="Paul Winser" userId="c3146a91-e6bd-4264-bd86-e164e04bc32d" providerId="ADAL" clId="{34A9472A-33DA-4914-9DFC-D3D6D6DA8226}" dt="2024-11-12T16:56:09.940" v="272" actId="478"/>
          <ac:spMkLst>
            <pc:docMk/>
            <pc:sldMk cId="1578986506" sldId="326"/>
            <ac:spMk id="6" creationId="{A5958EAD-6BE5-AFF1-06F3-E975E485B7F5}"/>
          </ac:spMkLst>
        </pc:spChg>
      </pc:sldChg>
      <pc:sldChg chg="delSp modSp mod">
        <pc:chgData name="Paul Winser" userId="c3146a91-e6bd-4264-bd86-e164e04bc32d" providerId="ADAL" clId="{34A9472A-33DA-4914-9DFC-D3D6D6DA8226}" dt="2024-11-12T17:07:14.729" v="503" actId="113"/>
        <pc:sldMkLst>
          <pc:docMk/>
          <pc:sldMk cId="762279556" sldId="327"/>
        </pc:sldMkLst>
        <pc:spChg chg="mod">
          <ac:chgData name="Paul Winser" userId="c3146a91-e6bd-4264-bd86-e164e04bc32d" providerId="ADAL" clId="{34A9472A-33DA-4914-9DFC-D3D6D6DA8226}" dt="2024-11-12T17:07:14.729" v="503" actId="113"/>
          <ac:spMkLst>
            <pc:docMk/>
            <pc:sldMk cId="762279556" sldId="327"/>
            <ac:spMk id="2" creationId="{4BC9F5E3-2DB7-6D84-C86A-9E475B07149C}"/>
          </ac:spMkLst>
        </pc:spChg>
        <pc:spChg chg="mod">
          <ac:chgData name="Paul Winser" userId="c3146a91-e6bd-4264-bd86-e164e04bc32d" providerId="ADAL" clId="{34A9472A-33DA-4914-9DFC-D3D6D6DA8226}" dt="2024-11-12T16:56:24.357" v="278" actId="6549"/>
          <ac:spMkLst>
            <pc:docMk/>
            <pc:sldMk cId="762279556" sldId="327"/>
            <ac:spMk id="3" creationId="{405BEDF5-EB24-550B-D2FA-DA1B6DBCD0BD}"/>
          </ac:spMkLst>
        </pc:spChg>
        <pc:spChg chg="del">
          <ac:chgData name="Paul Winser" userId="c3146a91-e6bd-4264-bd86-e164e04bc32d" providerId="ADAL" clId="{34A9472A-33DA-4914-9DFC-D3D6D6DA8226}" dt="2024-11-12T16:56:26.868" v="279" actId="478"/>
          <ac:spMkLst>
            <pc:docMk/>
            <pc:sldMk cId="762279556" sldId="327"/>
            <ac:spMk id="5" creationId="{FE52C94E-D78C-FBE9-83FE-C16DE6C79A49}"/>
          </ac:spMkLst>
        </pc:spChg>
      </pc:sldChg>
      <pc:sldChg chg="delSp modSp mod">
        <pc:chgData name="Paul Winser" userId="c3146a91-e6bd-4264-bd86-e164e04bc32d" providerId="ADAL" clId="{34A9472A-33DA-4914-9DFC-D3D6D6DA8226}" dt="2024-11-12T17:07:09.831" v="500" actId="113"/>
        <pc:sldMkLst>
          <pc:docMk/>
          <pc:sldMk cId="3013791132" sldId="328"/>
        </pc:sldMkLst>
        <pc:spChg chg="mod">
          <ac:chgData name="Paul Winser" userId="c3146a91-e6bd-4264-bd86-e164e04bc32d" providerId="ADAL" clId="{34A9472A-33DA-4914-9DFC-D3D6D6DA8226}" dt="2024-11-12T17:07:09.831" v="500" actId="113"/>
          <ac:spMkLst>
            <pc:docMk/>
            <pc:sldMk cId="3013791132" sldId="328"/>
            <ac:spMk id="2" creationId="{6C80C889-6635-3D52-B4E8-D4059EBE8B9F}"/>
          </ac:spMkLst>
        </pc:spChg>
        <pc:spChg chg="mod">
          <ac:chgData name="Paul Winser" userId="c3146a91-e6bd-4264-bd86-e164e04bc32d" providerId="ADAL" clId="{34A9472A-33DA-4914-9DFC-D3D6D6DA8226}" dt="2024-11-12T16:56:42.214" v="285" actId="14100"/>
          <ac:spMkLst>
            <pc:docMk/>
            <pc:sldMk cId="3013791132" sldId="328"/>
            <ac:spMk id="3" creationId="{A458F21E-1BD9-5CB8-B8BD-80563083B9EB}"/>
          </ac:spMkLst>
        </pc:spChg>
        <pc:spChg chg="del">
          <ac:chgData name="Paul Winser" userId="c3146a91-e6bd-4264-bd86-e164e04bc32d" providerId="ADAL" clId="{34A9472A-33DA-4914-9DFC-D3D6D6DA8226}" dt="2024-11-12T16:56:44.036" v="286" actId="478"/>
          <ac:spMkLst>
            <pc:docMk/>
            <pc:sldMk cId="3013791132" sldId="328"/>
            <ac:spMk id="5" creationId="{CF44C4C9-FF82-3384-2C31-AF4F0F8C7850}"/>
          </ac:spMkLst>
        </pc:spChg>
      </pc:sldChg>
      <pc:sldChg chg="addSp delSp modSp mod">
        <pc:chgData name="Paul Winser" userId="c3146a91-e6bd-4264-bd86-e164e04bc32d" providerId="ADAL" clId="{34A9472A-33DA-4914-9DFC-D3D6D6DA8226}" dt="2024-11-12T17:03:39.409" v="463" actId="1076"/>
        <pc:sldMkLst>
          <pc:docMk/>
          <pc:sldMk cId="1857927773" sldId="329"/>
        </pc:sldMkLst>
        <pc:spChg chg="mod">
          <ac:chgData name="Paul Winser" userId="c3146a91-e6bd-4264-bd86-e164e04bc32d" providerId="ADAL" clId="{34A9472A-33DA-4914-9DFC-D3D6D6DA8226}" dt="2024-11-12T16:59:11.607" v="356" actId="6549"/>
          <ac:spMkLst>
            <pc:docMk/>
            <pc:sldMk cId="1857927773" sldId="329"/>
            <ac:spMk id="2" creationId="{37EDC47B-CBE9-320E-9DA5-7474A4A5266D}"/>
          </ac:spMkLst>
        </pc:spChg>
        <pc:spChg chg="mod">
          <ac:chgData name="Paul Winser" userId="c3146a91-e6bd-4264-bd86-e164e04bc32d" providerId="ADAL" clId="{34A9472A-33DA-4914-9DFC-D3D6D6DA8226}" dt="2024-11-12T17:03:39.409" v="463" actId="1076"/>
          <ac:spMkLst>
            <pc:docMk/>
            <pc:sldMk cId="1857927773" sldId="329"/>
            <ac:spMk id="3" creationId="{8505F8C9-17EE-B057-C1A0-801E8F118397}"/>
          </ac:spMkLst>
        </pc:spChg>
        <pc:spChg chg="add mod">
          <ac:chgData name="Paul Winser" userId="c3146a91-e6bd-4264-bd86-e164e04bc32d" providerId="ADAL" clId="{34A9472A-33DA-4914-9DFC-D3D6D6DA8226}" dt="2024-11-12T16:59:04.115" v="341" actId="6549"/>
          <ac:spMkLst>
            <pc:docMk/>
            <pc:sldMk cId="1857927773" sldId="329"/>
            <ac:spMk id="4" creationId="{50F3A0FD-F308-5462-00D4-B327F8A610F4}"/>
          </ac:spMkLst>
        </pc:spChg>
        <pc:spChg chg="del">
          <ac:chgData name="Paul Winser" userId="c3146a91-e6bd-4264-bd86-e164e04bc32d" providerId="ADAL" clId="{34A9472A-33DA-4914-9DFC-D3D6D6DA8226}" dt="2024-11-12T16:59:20.564" v="360" actId="478"/>
          <ac:spMkLst>
            <pc:docMk/>
            <pc:sldMk cId="1857927773" sldId="329"/>
            <ac:spMk id="5" creationId="{5E66B2D0-6C95-80C5-8F78-2597E027CD72}"/>
          </ac:spMkLst>
        </pc:spChg>
      </pc:sldChg>
      <pc:sldChg chg="addSp delSp modSp mod">
        <pc:chgData name="Paul Winser" userId="c3146a91-e6bd-4264-bd86-e164e04bc32d" providerId="ADAL" clId="{34A9472A-33DA-4914-9DFC-D3D6D6DA8226}" dt="2024-11-12T17:03:21.778" v="462" actId="478"/>
        <pc:sldMkLst>
          <pc:docMk/>
          <pc:sldMk cId="3780062494" sldId="330"/>
        </pc:sldMkLst>
        <pc:spChg chg="del mod">
          <ac:chgData name="Paul Winser" userId="c3146a91-e6bd-4264-bd86-e164e04bc32d" providerId="ADAL" clId="{34A9472A-33DA-4914-9DFC-D3D6D6DA8226}" dt="2024-11-12T17:03:19.283" v="460" actId="478"/>
          <ac:spMkLst>
            <pc:docMk/>
            <pc:sldMk cId="3780062494" sldId="330"/>
            <ac:spMk id="2" creationId="{84FD0BF5-1C0D-4E87-49B0-B8EAA6FDAD22}"/>
          </ac:spMkLst>
        </pc:spChg>
        <pc:spChg chg="mod">
          <ac:chgData name="Paul Winser" userId="c3146a91-e6bd-4264-bd86-e164e04bc32d" providerId="ADAL" clId="{34A9472A-33DA-4914-9DFC-D3D6D6DA8226}" dt="2024-11-12T16:59:45.397" v="377" actId="27636"/>
          <ac:spMkLst>
            <pc:docMk/>
            <pc:sldMk cId="3780062494" sldId="330"/>
            <ac:spMk id="3" creationId="{B2337542-D81B-0C22-C11F-680619C9DE37}"/>
          </ac:spMkLst>
        </pc:spChg>
        <pc:spChg chg="add del mod">
          <ac:chgData name="Paul Winser" userId="c3146a91-e6bd-4264-bd86-e164e04bc32d" providerId="ADAL" clId="{34A9472A-33DA-4914-9DFC-D3D6D6DA8226}" dt="2024-11-12T17:03:21.778" v="462" actId="478"/>
          <ac:spMkLst>
            <pc:docMk/>
            <pc:sldMk cId="3780062494" sldId="330"/>
            <ac:spMk id="4" creationId="{9A827414-E356-92F5-58E7-2991031B5579}"/>
          </ac:spMkLst>
        </pc:spChg>
        <pc:spChg chg="del">
          <ac:chgData name="Paul Winser" userId="c3146a91-e6bd-4264-bd86-e164e04bc32d" providerId="ADAL" clId="{34A9472A-33DA-4914-9DFC-D3D6D6DA8226}" dt="2024-11-12T16:59:38.245" v="370" actId="478"/>
          <ac:spMkLst>
            <pc:docMk/>
            <pc:sldMk cId="3780062494" sldId="330"/>
            <ac:spMk id="5" creationId="{3F7768BF-FC61-DC9C-8466-E2E8A6392592}"/>
          </ac:spMkLst>
        </pc:spChg>
        <pc:spChg chg="add mod">
          <ac:chgData name="Paul Winser" userId="c3146a91-e6bd-4264-bd86-e164e04bc32d" providerId="ADAL" clId="{34A9472A-33DA-4914-9DFC-D3D6D6DA8226}" dt="2024-11-12T17:03:19.521" v="461"/>
          <ac:spMkLst>
            <pc:docMk/>
            <pc:sldMk cId="3780062494" sldId="330"/>
            <ac:spMk id="6" creationId="{096721F0-0284-E7F7-E5D7-11952A16C901}"/>
          </ac:spMkLst>
        </pc:spChg>
        <pc:spChg chg="mod">
          <ac:chgData name="Paul Winser" userId="c3146a91-e6bd-4264-bd86-e164e04bc32d" providerId="ADAL" clId="{34A9472A-33DA-4914-9DFC-D3D6D6DA8226}" dt="2024-11-12T16:59:35.308" v="368" actId="1076"/>
          <ac:spMkLst>
            <pc:docMk/>
            <pc:sldMk cId="3780062494" sldId="330"/>
            <ac:spMk id="8" creationId="{7A2A7672-80E7-16F3-C915-B3D3E4BABC70}"/>
          </ac:spMkLst>
        </pc:spChg>
        <pc:picChg chg="mod">
          <ac:chgData name="Paul Winser" userId="c3146a91-e6bd-4264-bd86-e164e04bc32d" providerId="ADAL" clId="{34A9472A-33DA-4914-9DFC-D3D6D6DA8226}" dt="2024-11-12T16:59:36.638" v="369" actId="1076"/>
          <ac:picMkLst>
            <pc:docMk/>
            <pc:sldMk cId="3780062494" sldId="330"/>
            <ac:picMk id="7" creationId="{3EEA9673-3F8A-FC29-0017-5F7C88B794A0}"/>
          </ac:picMkLst>
        </pc:picChg>
      </pc:sldChg>
      <pc:sldChg chg="addSp delSp modSp mod">
        <pc:chgData name="Paul Winser" userId="c3146a91-e6bd-4264-bd86-e164e04bc32d" providerId="ADAL" clId="{34A9472A-33DA-4914-9DFC-D3D6D6DA8226}" dt="2024-11-12T17:07:01.804" v="497"/>
        <pc:sldMkLst>
          <pc:docMk/>
          <pc:sldMk cId="2136573757" sldId="331"/>
        </pc:sldMkLst>
        <pc:spChg chg="del mod">
          <ac:chgData name="Paul Winser" userId="c3146a91-e6bd-4264-bd86-e164e04bc32d" providerId="ADAL" clId="{34A9472A-33DA-4914-9DFC-D3D6D6DA8226}" dt="2024-11-12T17:03:15.723" v="459" actId="21"/>
          <ac:spMkLst>
            <pc:docMk/>
            <pc:sldMk cId="2136573757" sldId="331"/>
            <ac:spMk id="2" creationId="{096721F0-0284-E7F7-E5D7-11952A16C901}"/>
          </ac:spMkLst>
        </pc:spChg>
        <pc:spChg chg="mod">
          <ac:chgData name="Paul Winser" userId="c3146a91-e6bd-4264-bd86-e164e04bc32d" providerId="ADAL" clId="{34A9472A-33DA-4914-9DFC-D3D6D6DA8226}" dt="2024-11-12T17:03:01.859" v="453" actId="14100"/>
          <ac:spMkLst>
            <pc:docMk/>
            <pc:sldMk cId="2136573757" sldId="331"/>
            <ac:spMk id="3" creationId="{4AE96F4E-12B6-C0AB-BB8C-9C3D7D6DD12C}"/>
          </ac:spMkLst>
        </pc:spChg>
        <pc:spChg chg="add del mod">
          <ac:chgData name="Paul Winser" userId="c3146a91-e6bd-4264-bd86-e164e04bc32d" providerId="ADAL" clId="{34A9472A-33DA-4914-9DFC-D3D6D6DA8226}" dt="2024-11-12T17:06:56.079" v="496" actId="478"/>
          <ac:spMkLst>
            <pc:docMk/>
            <pc:sldMk cId="2136573757" sldId="331"/>
            <ac:spMk id="4" creationId="{CE2A3EAE-739C-FAB5-3722-1DF1F0F528A5}"/>
          </ac:spMkLst>
        </pc:spChg>
        <pc:spChg chg="del">
          <ac:chgData name="Paul Winser" userId="c3146a91-e6bd-4264-bd86-e164e04bc32d" providerId="ADAL" clId="{34A9472A-33DA-4914-9DFC-D3D6D6DA8226}" dt="2024-11-12T16:59:53.044" v="378" actId="478"/>
          <ac:spMkLst>
            <pc:docMk/>
            <pc:sldMk cId="2136573757" sldId="331"/>
            <ac:spMk id="5" creationId="{ED4251C9-3FF6-6E1A-BDFD-C326B937B4FF}"/>
          </ac:spMkLst>
        </pc:spChg>
        <pc:spChg chg="add mod">
          <ac:chgData name="Paul Winser" userId="c3146a91-e6bd-4264-bd86-e164e04bc32d" providerId="ADAL" clId="{34A9472A-33DA-4914-9DFC-D3D6D6DA8226}" dt="2024-11-12T17:07:01.804" v="497"/>
          <ac:spMkLst>
            <pc:docMk/>
            <pc:sldMk cId="2136573757" sldId="331"/>
            <ac:spMk id="6" creationId="{3D69BCA1-3794-7BE1-D146-23AD2C131E22}"/>
          </ac:spMkLst>
        </pc:spChg>
      </pc:sldChg>
      <pc:sldChg chg="delSp modSp mod">
        <pc:chgData name="Paul Winser" userId="c3146a91-e6bd-4264-bd86-e164e04bc32d" providerId="ADAL" clId="{34A9472A-33DA-4914-9DFC-D3D6D6DA8226}" dt="2024-11-12T17:02:52.090" v="449" actId="403"/>
        <pc:sldMkLst>
          <pc:docMk/>
          <pc:sldMk cId="2820838120" sldId="332"/>
        </pc:sldMkLst>
        <pc:spChg chg="mod">
          <ac:chgData name="Paul Winser" userId="c3146a91-e6bd-4264-bd86-e164e04bc32d" providerId="ADAL" clId="{34A9472A-33DA-4914-9DFC-D3D6D6DA8226}" dt="2024-11-12T17:02:52.090" v="449" actId="403"/>
          <ac:spMkLst>
            <pc:docMk/>
            <pc:sldMk cId="2820838120" sldId="332"/>
            <ac:spMk id="2" creationId="{38412816-BDAF-7A0E-C227-D78095861F3E}"/>
          </ac:spMkLst>
        </pc:spChg>
        <pc:spChg chg="mod">
          <ac:chgData name="Paul Winser" userId="c3146a91-e6bd-4264-bd86-e164e04bc32d" providerId="ADAL" clId="{34A9472A-33DA-4914-9DFC-D3D6D6DA8226}" dt="2024-11-12T17:00:01.212" v="381" actId="1076"/>
          <ac:spMkLst>
            <pc:docMk/>
            <pc:sldMk cId="2820838120" sldId="332"/>
            <ac:spMk id="3" creationId="{3352881A-A9E1-54B2-D246-B75815D1F860}"/>
          </ac:spMkLst>
        </pc:spChg>
        <pc:spChg chg="del">
          <ac:chgData name="Paul Winser" userId="c3146a91-e6bd-4264-bd86-e164e04bc32d" providerId="ADAL" clId="{34A9472A-33DA-4914-9DFC-D3D6D6DA8226}" dt="2024-11-12T17:00:04.324" v="383" actId="478"/>
          <ac:spMkLst>
            <pc:docMk/>
            <pc:sldMk cId="2820838120" sldId="332"/>
            <ac:spMk id="5" creationId="{03563701-954F-796B-D975-9515C5CEF545}"/>
          </ac:spMkLst>
        </pc:spChg>
      </pc:sldChg>
      <pc:sldChg chg="addSp delSp modSp mod">
        <pc:chgData name="Paul Winser" userId="c3146a91-e6bd-4264-bd86-e164e04bc32d" providerId="ADAL" clId="{34A9472A-33DA-4914-9DFC-D3D6D6DA8226}" dt="2024-11-12T17:02:45.908" v="448" actId="1076"/>
        <pc:sldMkLst>
          <pc:docMk/>
          <pc:sldMk cId="2454137864" sldId="333"/>
        </pc:sldMkLst>
        <pc:spChg chg="mod">
          <ac:chgData name="Paul Winser" userId="c3146a91-e6bd-4264-bd86-e164e04bc32d" providerId="ADAL" clId="{34A9472A-33DA-4914-9DFC-D3D6D6DA8226}" dt="2024-11-12T17:02:45.908" v="448" actId="1076"/>
          <ac:spMkLst>
            <pc:docMk/>
            <pc:sldMk cId="2454137864" sldId="333"/>
            <ac:spMk id="2" creationId="{D8862C4E-6030-426B-2F97-55AE926C78CB}"/>
          </ac:spMkLst>
        </pc:spChg>
        <pc:spChg chg="mod">
          <ac:chgData name="Paul Winser" userId="c3146a91-e6bd-4264-bd86-e164e04bc32d" providerId="ADAL" clId="{34A9472A-33DA-4914-9DFC-D3D6D6DA8226}" dt="2024-11-12T17:00:09.597" v="385" actId="1076"/>
          <ac:spMkLst>
            <pc:docMk/>
            <pc:sldMk cId="2454137864" sldId="333"/>
            <ac:spMk id="3" creationId="{60A2DC0E-9B1B-B27D-6748-BB120BBF77EF}"/>
          </ac:spMkLst>
        </pc:spChg>
        <pc:spChg chg="del">
          <ac:chgData name="Paul Winser" userId="c3146a91-e6bd-4264-bd86-e164e04bc32d" providerId="ADAL" clId="{34A9472A-33DA-4914-9DFC-D3D6D6DA8226}" dt="2024-11-12T17:00:11.271" v="386" actId="478"/>
          <ac:spMkLst>
            <pc:docMk/>
            <pc:sldMk cId="2454137864" sldId="333"/>
            <ac:spMk id="5" creationId="{FC8DC4C4-B78E-CEA5-357C-747BE5120063}"/>
          </ac:spMkLst>
        </pc:spChg>
        <pc:spChg chg="add del">
          <ac:chgData name="Paul Winser" userId="c3146a91-e6bd-4264-bd86-e164e04bc32d" providerId="ADAL" clId="{34A9472A-33DA-4914-9DFC-D3D6D6DA8226}" dt="2024-11-12T17:02:41.827" v="447" actId="478"/>
          <ac:spMkLst>
            <pc:docMk/>
            <pc:sldMk cId="2454137864" sldId="333"/>
            <ac:spMk id="6" creationId="{5E41700F-19D7-A4DB-C1E3-F486904D85DB}"/>
          </ac:spMkLst>
        </pc:spChg>
      </pc:sldChg>
      <pc:sldChg chg="delSp modSp mod">
        <pc:chgData name="Paul Winser" userId="c3146a91-e6bd-4264-bd86-e164e04bc32d" providerId="ADAL" clId="{34A9472A-33DA-4914-9DFC-D3D6D6DA8226}" dt="2024-11-12T17:06:43.202" v="493" actId="113"/>
        <pc:sldMkLst>
          <pc:docMk/>
          <pc:sldMk cId="2165631395" sldId="334"/>
        </pc:sldMkLst>
        <pc:spChg chg="mod">
          <ac:chgData name="Paul Winser" userId="c3146a91-e6bd-4264-bd86-e164e04bc32d" providerId="ADAL" clId="{34A9472A-33DA-4914-9DFC-D3D6D6DA8226}" dt="2024-11-12T17:06:43.202" v="493" actId="113"/>
          <ac:spMkLst>
            <pc:docMk/>
            <pc:sldMk cId="2165631395" sldId="334"/>
            <ac:spMk id="2" creationId="{146ED946-7575-54DE-1438-D3EB0A8C1476}"/>
          </ac:spMkLst>
        </pc:spChg>
        <pc:spChg chg="mod">
          <ac:chgData name="Paul Winser" userId="c3146a91-e6bd-4264-bd86-e164e04bc32d" providerId="ADAL" clId="{34A9472A-33DA-4914-9DFC-D3D6D6DA8226}" dt="2024-11-12T17:00:45.013" v="402" actId="14100"/>
          <ac:spMkLst>
            <pc:docMk/>
            <pc:sldMk cId="2165631395" sldId="334"/>
            <ac:spMk id="3" creationId="{7CAE2923-78A0-3B61-9831-2655AAB1A384}"/>
          </ac:spMkLst>
        </pc:spChg>
        <pc:spChg chg="del">
          <ac:chgData name="Paul Winser" userId="c3146a91-e6bd-4264-bd86-e164e04bc32d" providerId="ADAL" clId="{34A9472A-33DA-4914-9DFC-D3D6D6DA8226}" dt="2024-11-12T17:00:33.141" v="394" actId="478"/>
          <ac:spMkLst>
            <pc:docMk/>
            <pc:sldMk cId="2165631395" sldId="334"/>
            <ac:spMk id="5" creationId="{23095CD1-3BA7-5D57-0189-EE769B809FFA}"/>
          </ac:spMkLst>
        </pc:spChg>
        <pc:spChg chg="mod">
          <ac:chgData name="Paul Winser" userId="c3146a91-e6bd-4264-bd86-e164e04bc32d" providerId="ADAL" clId="{34A9472A-33DA-4914-9DFC-D3D6D6DA8226}" dt="2024-11-12T17:00:39.755" v="399" actId="1076"/>
          <ac:spMkLst>
            <pc:docMk/>
            <pc:sldMk cId="2165631395" sldId="334"/>
            <ac:spMk id="8" creationId="{CF58467A-4B07-DCB0-3249-3336E04ED5AD}"/>
          </ac:spMkLst>
        </pc:spChg>
        <pc:picChg chg="mod">
          <ac:chgData name="Paul Winser" userId="c3146a91-e6bd-4264-bd86-e164e04bc32d" providerId="ADAL" clId="{34A9472A-33DA-4914-9DFC-D3D6D6DA8226}" dt="2024-11-12T17:00:41.076" v="400" actId="1076"/>
          <ac:picMkLst>
            <pc:docMk/>
            <pc:sldMk cId="2165631395" sldId="334"/>
            <ac:picMk id="7" creationId="{2F128563-4D19-4502-E218-CB794C875EE9}"/>
          </ac:picMkLst>
        </pc:picChg>
      </pc:sldChg>
      <pc:sldChg chg="delSp modSp mod">
        <pc:chgData name="Paul Winser" userId="c3146a91-e6bd-4264-bd86-e164e04bc32d" providerId="ADAL" clId="{34A9472A-33DA-4914-9DFC-D3D6D6DA8226}" dt="2024-11-12T17:06:46.535" v="494" actId="113"/>
        <pc:sldMkLst>
          <pc:docMk/>
          <pc:sldMk cId="648655236" sldId="335"/>
        </pc:sldMkLst>
        <pc:spChg chg="mod">
          <ac:chgData name="Paul Winser" userId="c3146a91-e6bd-4264-bd86-e164e04bc32d" providerId="ADAL" clId="{34A9472A-33DA-4914-9DFC-D3D6D6DA8226}" dt="2024-11-12T17:06:46.535" v="494" actId="113"/>
          <ac:spMkLst>
            <pc:docMk/>
            <pc:sldMk cId="648655236" sldId="335"/>
            <ac:spMk id="2" creationId="{3D4089C7-560C-6E1E-093E-4DF954B7E5C6}"/>
          </ac:spMkLst>
        </pc:spChg>
        <pc:spChg chg="mod">
          <ac:chgData name="Paul Winser" userId="c3146a91-e6bd-4264-bd86-e164e04bc32d" providerId="ADAL" clId="{34A9472A-33DA-4914-9DFC-D3D6D6DA8226}" dt="2024-11-12T17:01:56.792" v="436" actId="6549"/>
          <ac:spMkLst>
            <pc:docMk/>
            <pc:sldMk cId="648655236" sldId="335"/>
            <ac:spMk id="3" creationId="{20A98510-731A-7D70-1B5C-BC4578D025A6}"/>
          </ac:spMkLst>
        </pc:spChg>
        <pc:spChg chg="del">
          <ac:chgData name="Paul Winser" userId="c3146a91-e6bd-4264-bd86-e164e04bc32d" providerId="ADAL" clId="{34A9472A-33DA-4914-9DFC-D3D6D6DA8226}" dt="2024-11-12T17:01:24.148" v="423" actId="478"/>
          <ac:spMkLst>
            <pc:docMk/>
            <pc:sldMk cId="648655236" sldId="335"/>
            <ac:spMk id="5" creationId="{8539FD58-A8F9-8088-DA07-A95C63B8AC3C}"/>
          </ac:spMkLst>
        </pc:spChg>
        <pc:picChg chg="mod">
          <ac:chgData name="Paul Winser" userId="c3146a91-e6bd-4264-bd86-e164e04bc32d" providerId="ADAL" clId="{34A9472A-33DA-4914-9DFC-D3D6D6DA8226}" dt="2024-11-12T17:01:27.563" v="426" actId="1076"/>
          <ac:picMkLst>
            <pc:docMk/>
            <pc:sldMk cId="648655236" sldId="335"/>
            <ac:picMk id="7" creationId="{EF99ABA3-B7AA-D37E-7A5F-9942F5FED1D2}"/>
          </ac:picMkLst>
        </pc:picChg>
      </pc:sldChg>
      <pc:sldChg chg="delSp modSp mod">
        <pc:chgData name="Paul Winser" userId="c3146a91-e6bd-4264-bd86-e164e04bc32d" providerId="ADAL" clId="{34A9472A-33DA-4914-9DFC-D3D6D6DA8226}" dt="2024-11-12T17:06:49.699" v="495" actId="113"/>
        <pc:sldMkLst>
          <pc:docMk/>
          <pc:sldMk cId="1333808876" sldId="336"/>
        </pc:sldMkLst>
        <pc:spChg chg="mod">
          <ac:chgData name="Paul Winser" userId="c3146a91-e6bd-4264-bd86-e164e04bc32d" providerId="ADAL" clId="{34A9472A-33DA-4914-9DFC-D3D6D6DA8226}" dt="2024-11-12T17:06:49.699" v="495" actId="113"/>
          <ac:spMkLst>
            <pc:docMk/>
            <pc:sldMk cId="1333808876" sldId="336"/>
            <ac:spMk id="2" creationId="{F4D54BF3-745C-957E-3D0D-D81C162672ED}"/>
          </ac:spMkLst>
        </pc:spChg>
        <pc:spChg chg="mod">
          <ac:chgData name="Paul Winser" userId="c3146a91-e6bd-4264-bd86-e164e04bc32d" providerId="ADAL" clId="{34A9472A-33DA-4914-9DFC-D3D6D6DA8226}" dt="2024-11-12T17:02:05.460" v="438" actId="6549"/>
          <ac:spMkLst>
            <pc:docMk/>
            <pc:sldMk cId="1333808876" sldId="336"/>
            <ac:spMk id="3" creationId="{EBD38E9D-F4B0-4C7E-D802-F0C091604825}"/>
          </ac:spMkLst>
        </pc:spChg>
        <pc:spChg chg="del">
          <ac:chgData name="Paul Winser" userId="c3146a91-e6bd-4264-bd86-e164e04bc32d" providerId="ADAL" clId="{34A9472A-33DA-4914-9DFC-D3D6D6DA8226}" dt="2024-11-12T17:02:09.667" v="439" actId="478"/>
          <ac:spMkLst>
            <pc:docMk/>
            <pc:sldMk cId="1333808876" sldId="336"/>
            <ac:spMk id="5" creationId="{12E662FD-AE2E-4D6B-6DDF-F5F8AB4EC96F}"/>
          </ac:spMkLst>
        </pc:spChg>
        <pc:spChg chg="mod">
          <ac:chgData name="Paul Winser" userId="c3146a91-e6bd-4264-bd86-e164e04bc32d" providerId="ADAL" clId="{34A9472A-33DA-4914-9DFC-D3D6D6DA8226}" dt="2024-11-12T17:01:45.539" v="433" actId="1076"/>
          <ac:spMkLst>
            <pc:docMk/>
            <pc:sldMk cId="1333808876" sldId="336"/>
            <ac:spMk id="8" creationId="{F14A8C91-3F54-6395-E575-A58BC0B7016A}"/>
          </ac:spMkLst>
        </pc:spChg>
        <pc:picChg chg="mod">
          <ac:chgData name="Paul Winser" userId="c3146a91-e6bd-4264-bd86-e164e04bc32d" providerId="ADAL" clId="{34A9472A-33DA-4914-9DFC-D3D6D6DA8226}" dt="2024-11-12T17:01:47.147" v="434" actId="1076"/>
          <ac:picMkLst>
            <pc:docMk/>
            <pc:sldMk cId="1333808876" sldId="336"/>
            <ac:picMk id="7" creationId="{90FE12D1-BE09-04B6-948A-05CAC78D155A}"/>
          </ac:picMkLst>
        </pc:picChg>
      </pc:sldChg>
      <pc:sldChg chg="modSp mod">
        <pc:chgData name="Paul Winser" userId="c3146a91-e6bd-4264-bd86-e164e04bc32d" providerId="ADAL" clId="{34A9472A-33DA-4914-9DFC-D3D6D6DA8226}" dt="2024-11-12T17:03:50.723" v="465" actId="20577"/>
        <pc:sldMkLst>
          <pc:docMk/>
          <pc:sldMk cId="0" sldId="419"/>
        </pc:sldMkLst>
        <pc:spChg chg="mod">
          <ac:chgData name="Paul Winser" userId="c3146a91-e6bd-4264-bd86-e164e04bc32d" providerId="ADAL" clId="{34A9472A-33DA-4914-9DFC-D3D6D6DA8226}" dt="2024-11-12T17:03:50.723" v="465" actId="20577"/>
          <ac:spMkLst>
            <pc:docMk/>
            <pc:sldMk cId="0" sldId="419"/>
            <ac:spMk id="30723" creationId="{3C79F714-332C-AB63-03D9-E6D0CAE0623F}"/>
          </ac:spMkLst>
        </pc:spChg>
      </pc:sldChg>
      <pc:sldChg chg="modSp mod">
        <pc:chgData name="Paul Winser" userId="c3146a91-e6bd-4264-bd86-e164e04bc32d" providerId="ADAL" clId="{34A9472A-33DA-4914-9DFC-D3D6D6DA8226}" dt="2024-11-12T17:05:26.375" v="475" actId="1076"/>
        <pc:sldMkLst>
          <pc:docMk/>
          <pc:sldMk cId="0" sldId="420"/>
        </pc:sldMkLst>
        <pc:spChg chg="mod">
          <ac:chgData name="Paul Winser" userId="c3146a91-e6bd-4264-bd86-e164e04bc32d" providerId="ADAL" clId="{34A9472A-33DA-4914-9DFC-D3D6D6DA8226}" dt="2024-11-12T17:05:26.375" v="475" actId="1076"/>
          <ac:spMkLst>
            <pc:docMk/>
            <pc:sldMk cId="0" sldId="420"/>
            <ac:spMk id="32770" creationId="{CD9316BF-B3CE-8341-5A0A-249747D6C6E1}"/>
          </ac:spMkLst>
        </pc:spChg>
        <pc:spChg chg="mod">
          <ac:chgData name="Paul Winser" userId="c3146a91-e6bd-4264-bd86-e164e04bc32d" providerId="ADAL" clId="{34A9472A-33DA-4914-9DFC-D3D6D6DA8226}" dt="2024-11-12T16:43:15.279" v="18" actId="6549"/>
          <ac:spMkLst>
            <pc:docMk/>
            <pc:sldMk cId="0" sldId="420"/>
            <ac:spMk id="32771" creationId="{44DFA49F-83B7-E61C-00EB-D6046D571A05}"/>
          </ac:spMkLst>
        </pc:spChg>
      </pc:sldChg>
      <pc:sldChg chg="modSp mod">
        <pc:chgData name="Paul Winser" userId="c3146a91-e6bd-4264-bd86-e164e04bc32d" providerId="ADAL" clId="{34A9472A-33DA-4914-9DFC-D3D6D6DA8226}" dt="2024-11-12T17:05:17.312" v="472" actId="403"/>
        <pc:sldMkLst>
          <pc:docMk/>
          <pc:sldMk cId="0" sldId="421"/>
        </pc:sldMkLst>
        <pc:spChg chg="mod">
          <ac:chgData name="Paul Winser" userId="c3146a91-e6bd-4264-bd86-e164e04bc32d" providerId="ADAL" clId="{34A9472A-33DA-4914-9DFC-D3D6D6DA8226}" dt="2024-11-12T17:05:17.312" v="472" actId="403"/>
          <ac:spMkLst>
            <pc:docMk/>
            <pc:sldMk cId="0" sldId="421"/>
            <ac:spMk id="34818" creationId="{DF8F9D08-DF4C-4351-F6A0-75D9B8290DA6}"/>
          </ac:spMkLst>
        </pc:spChg>
        <pc:spChg chg="mod">
          <ac:chgData name="Paul Winser" userId="c3146a91-e6bd-4264-bd86-e164e04bc32d" providerId="ADAL" clId="{34A9472A-33DA-4914-9DFC-D3D6D6DA8226}" dt="2024-11-12T16:48:58.631" v="89" actId="1076"/>
          <ac:spMkLst>
            <pc:docMk/>
            <pc:sldMk cId="0" sldId="421"/>
            <ac:spMk id="34819" creationId="{453C7683-8588-7ABC-32E0-8A4E68218620}"/>
          </ac:spMkLst>
        </pc:spChg>
        <pc:spChg chg="mod">
          <ac:chgData name="Paul Winser" userId="c3146a91-e6bd-4264-bd86-e164e04bc32d" providerId="ADAL" clId="{34A9472A-33DA-4914-9DFC-D3D6D6DA8226}" dt="2024-11-12T17:04:15.303" v="467" actId="255"/>
          <ac:spMkLst>
            <pc:docMk/>
            <pc:sldMk cId="0" sldId="421"/>
            <ac:spMk id="34820" creationId="{8DCD7CE1-603D-4D59-3DBB-C13C0B6505F0}"/>
          </ac:spMkLst>
        </pc:spChg>
      </pc:sldChg>
      <pc:sldChg chg="delSp modSp mod">
        <pc:chgData name="Paul Winser" userId="c3146a91-e6bd-4264-bd86-e164e04bc32d" providerId="ADAL" clId="{34A9472A-33DA-4914-9DFC-D3D6D6DA8226}" dt="2024-11-12T17:07:45.122" v="517" actId="1076"/>
        <pc:sldMkLst>
          <pc:docMk/>
          <pc:sldMk cId="2516821929" sldId="422"/>
        </pc:sldMkLst>
        <pc:spChg chg="mod">
          <ac:chgData name="Paul Winser" userId="c3146a91-e6bd-4264-bd86-e164e04bc32d" providerId="ADAL" clId="{34A9472A-33DA-4914-9DFC-D3D6D6DA8226}" dt="2024-11-12T17:07:45.122" v="517" actId="1076"/>
          <ac:spMkLst>
            <pc:docMk/>
            <pc:sldMk cId="2516821929" sldId="422"/>
            <ac:spMk id="2" creationId="{97A929A9-308E-B14A-C342-24BFC7374039}"/>
          </ac:spMkLst>
        </pc:spChg>
        <pc:spChg chg="mod">
          <ac:chgData name="Paul Winser" userId="c3146a91-e6bd-4264-bd86-e164e04bc32d" providerId="ADAL" clId="{34A9472A-33DA-4914-9DFC-D3D6D6DA8226}" dt="2024-11-12T16:53:19.622" v="193" actId="14100"/>
          <ac:spMkLst>
            <pc:docMk/>
            <pc:sldMk cId="2516821929" sldId="422"/>
            <ac:spMk id="3" creationId="{B9519229-87A5-3BD3-37AD-E68E797EC659}"/>
          </ac:spMkLst>
        </pc:spChg>
        <pc:spChg chg="del">
          <ac:chgData name="Paul Winser" userId="c3146a91-e6bd-4264-bd86-e164e04bc32d" providerId="ADAL" clId="{34A9472A-33DA-4914-9DFC-D3D6D6DA8226}" dt="2024-11-12T16:53:08.665" v="187" actId="478"/>
          <ac:spMkLst>
            <pc:docMk/>
            <pc:sldMk cId="2516821929" sldId="422"/>
            <ac:spMk id="5" creationId="{F3516D82-C8DC-40EB-5F13-A7B1CEFECC8A}"/>
          </ac:spMkLst>
        </pc:spChg>
        <pc:spChg chg="mod">
          <ac:chgData name="Paul Winser" userId="c3146a91-e6bd-4264-bd86-e164e04bc32d" providerId="ADAL" clId="{34A9472A-33DA-4914-9DFC-D3D6D6DA8226}" dt="2024-11-12T16:53:17.382" v="192" actId="1076"/>
          <ac:spMkLst>
            <pc:docMk/>
            <pc:sldMk cId="2516821929" sldId="422"/>
            <ac:spMk id="8" creationId="{6B1D3970-843E-ADF5-31BF-76B4FD424D6C}"/>
          </ac:spMkLst>
        </pc:spChg>
      </pc:sldChg>
    </pc:docChg>
  </pc:docChgLst>
  <pc:docChgLst>
    <pc:chgData name="Paul Winser" userId="c3146a91-e6bd-4264-bd86-e164e04bc32d" providerId="ADAL" clId="{DD6AE7BC-B761-4F25-87AC-AAF36A8E84B0}"/>
    <pc:docChg chg="custSel addSld modSld">
      <pc:chgData name="Paul Winser" userId="c3146a91-e6bd-4264-bd86-e164e04bc32d" providerId="ADAL" clId="{DD6AE7BC-B761-4F25-87AC-AAF36A8E84B0}" dt="2024-12-11T23:11:15.824" v="6" actId="478"/>
      <pc:docMkLst>
        <pc:docMk/>
      </pc:docMkLst>
      <pc:sldChg chg="addSp modSp">
        <pc:chgData name="Paul Winser" userId="c3146a91-e6bd-4264-bd86-e164e04bc32d" providerId="ADAL" clId="{DD6AE7BC-B761-4F25-87AC-AAF36A8E84B0}" dt="2024-12-11T23:11:02.600" v="3"/>
        <pc:sldMkLst>
          <pc:docMk/>
          <pc:sldMk cId="1333808876" sldId="336"/>
        </pc:sldMkLst>
        <pc:spChg chg="add mod">
          <ac:chgData name="Paul Winser" userId="c3146a91-e6bd-4264-bd86-e164e04bc32d" providerId="ADAL" clId="{DD6AE7BC-B761-4F25-87AC-AAF36A8E84B0}" dt="2024-12-11T23:10:57.102" v="1"/>
          <ac:spMkLst>
            <pc:docMk/>
            <pc:sldMk cId="1333808876" sldId="336"/>
            <ac:spMk id="5" creationId="{B5CACE18-9F2A-A27A-7DC0-59AE92A8A8F6}"/>
          </ac:spMkLst>
        </pc:spChg>
        <pc:spChg chg="add mod">
          <ac:chgData name="Paul Winser" userId="c3146a91-e6bd-4264-bd86-e164e04bc32d" providerId="ADAL" clId="{DD6AE7BC-B761-4F25-87AC-AAF36A8E84B0}" dt="2024-12-11T23:11:02.600" v="3"/>
          <ac:spMkLst>
            <pc:docMk/>
            <pc:sldMk cId="1333808876" sldId="336"/>
            <ac:spMk id="7" creationId="{B5CACE18-9F2A-A27A-7DC0-59AE92A8A8F6}"/>
          </ac:spMkLst>
        </pc:spChg>
      </pc:sldChg>
      <pc:sldChg chg="addSp delSp modSp add mod modTransition">
        <pc:chgData name="Paul Winser" userId="c3146a91-e6bd-4264-bd86-e164e04bc32d" providerId="ADAL" clId="{DD6AE7BC-B761-4F25-87AC-AAF36A8E84B0}" dt="2024-12-11T23:11:15.824" v="6" actId="478"/>
        <pc:sldMkLst>
          <pc:docMk/>
          <pc:sldMk cId="0" sldId="416"/>
        </pc:sldMkLst>
        <pc:spChg chg="del">
          <ac:chgData name="Paul Winser" userId="c3146a91-e6bd-4264-bd86-e164e04bc32d" providerId="ADAL" clId="{DD6AE7BC-B761-4F25-87AC-AAF36A8E84B0}" dt="2024-12-11T23:11:15.824" v="6" actId="478"/>
          <ac:spMkLst>
            <pc:docMk/>
            <pc:sldMk cId="0" sldId="416"/>
            <ac:spMk id="2" creationId="{E1B43332-8B15-37B5-4E4C-E4F4A6DFAF03}"/>
          </ac:spMkLst>
        </pc:spChg>
        <pc:spChg chg="add mod">
          <ac:chgData name="Paul Winser" userId="c3146a91-e6bd-4264-bd86-e164e04bc32d" providerId="ADAL" clId="{DD6AE7BC-B761-4F25-87AC-AAF36A8E84B0}" dt="2024-12-11T23:11:14.003" v="5"/>
          <ac:spMkLst>
            <pc:docMk/>
            <pc:sldMk cId="0" sldId="416"/>
            <ac:spMk id="3" creationId="{A4915BC6-DEC8-C243-D127-6EEECAA2CFF0}"/>
          </ac:spMkLst>
        </pc:spChg>
      </pc:sldChg>
    </pc:docChg>
  </pc:docChgLst>
  <pc:docChgLst>
    <pc:chgData name="Paul Winser" userId="c3146a91-e6bd-4264-bd86-e164e04bc32d" providerId="ADAL" clId="{747D744F-B332-4D52-BA16-F0E4D5376F40}"/>
    <pc:docChg chg="addSld delSld modSld">
      <pc:chgData name="Paul Winser" userId="c3146a91-e6bd-4264-bd86-e164e04bc32d" providerId="ADAL" clId="{747D744F-B332-4D52-BA16-F0E4D5376F40}" dt="2024-11-12T16:37:36.883" v="1" actId="47"/>
      <pc:docMkLst>
        <pc:docMk/>
      </pc:docMkLst>
      <pc:sldChg chg="del">
        <pc:chgData name="Paul Winser" userId="c3146a91-e6bd-4264-bd86-e164e04bc32d" providerId="ADAL" clId="{747D744F-B332-4D52-BA16-F0E4D5376F40}" dt="2024-11-12T16:37:36.883" v="1" actId="47"/>
        <pc:sldMkLst>
          <pc:docMk/>
          <pc:sldMk cId="0" sldId="256"/>
        </pc:sldMkLst>
      </pc:sldChg>
      <pc:sldChg chg="del">
        <pc:chgData name="Paul Winser" userId="c3146a91-e6bd-4264-bd86-e164e04bc32d" providerId="ADAL" clId="{747D744F-B332-4D52-BA16-F0E4D5376F40}" dt="2024-11-12T16:37:36.883" v="1" actId="47"/>
        <pc:sldMkLst>
          <pc:docMk/>
          <pc:sldMk cId="0" sldId="257"/>
        </pc:sldMkLst>
      </pc:sldChg>
      <pc:sldChg chg="del">
        <pc:chgData name="Paul Winser" userId="c3146a91-e6bd-4264-bd86-e164e04bc32d" providerId="ADAL" clId="{747D744F-B332-4D52-BA16-F0E4D5376F40}" dt="2024-11-12T16:37:36.883" v="1" actId="47"/>
        <pc:sldMkLst>
          <pc:docMk/>
          <pc:sldMk cId="0" sldId="258"/>
        </pc:sldMkLst>
      </pc:sldChg>
      <pc:sldChg chg="del">
        <pc:chgData name="Paul Winser" userId="c3146a91-e6bd-4264-bd86-e164e04bc32d" providerId="ADAL" clId="{747D744F-B332-4D52-BA16-F0E4D5376F40}" dt="2024-11-12T16:37:36.883" v="1" actId="47"/>
        <pc:sldMkLst>
          <pc:docMk/>
          <pc:sldMk cId="0" sldId="272"/>
        </pc:sldMkLst>
      </pc:sldChg>
      <pc:sldChg chg="add modTransition">
        <pc:chgData name="Paul Winser" userId="c3146a91-e6bd-4264-bd86-e164e04bc32d" providerId="ADAL" clId="{747D744F-B332-4D52-BA16-F0E4D5376F40}" dt="2024-11-12T16:37:27.010" v="0"/>
        <pc:sldMkLst>
          <pc:docMk/>
          <pc:sldMk cId="884549766" sldId="305"/>
        </pc:sldMkLst>
      </pc:sldChg>
      <pc:sldChg chg="add modTransition">
        <pc:chgData name="Paul Winser" userId="c3146a91-e6bd-4264-bd86-e164e04bc32d" providerId="ADAL" clId="{747D744F-B332-4D52-BA16-F0E4D5376F40}" dt="2024-11-12T16:37:27.010" v="0"/>
        <pc:sldMkLst>
          <pc:docMk/>
          <pc:sldMk cId="588007661" sldId="306"/>
        </pc:sldMkLst>
      </pc:sldChg>
      <pc:sldChg chg="add modTransition">
        <pc:chgData name="Paul Winser" userId="c3146a91-e6bd-4264-bd86-e164e04bc32d" providerId="ADAL" clId="{747D744F-B332-4D52-BA16-F0E4D5376F40}" dt="2024-11-12T16:37:27.010" v="0"/>
        <pc:sldMkLst>
          <pc:docMk/>
          <pc:sldMk cId="3621417310" sldId="307"/>
        </pc:sldMkLst>
      </pc:sldChg>
      <pc:sldChg chg="add modTransition">
        <pc:chgData name="Paul Winser" userId="c3146a91-e6bd-4264-bd86-e164e04bc32d" providerId="ADAL" clId="{747D744F-B332-4D52-BA16-F0E4D5376F40}" dt="2024-11-12T16:37:27.010" v="0"/>
        <pc:sldMkLst>
          <pc:docMk/>
          <pc:sldMk cId="2005355495" sldId="308"/>
        </pc:sldMkLst>
      </pc:sldChg>
      <pc:sldChg chg="add modTransition">
        <pc:chgData name="Paul Winser" userId="c3146a91-e6bd-4264-bd86-e164e04bc32d" providerId="ADAL" clId="{747D744F-B332-4D52-BA16-F0E4D5376F40}" dt="2024-11-12T16:37:27.010" v="0"/>
        <pc:sldMkLst>
          <pc:docMk/>
          <pc:sldMk cId="2120002925" sldId="310"/>
        </pc:sldMkLst>
      </pc:sldChg>
      <pc:sldChg chg="add modTransition">
        <pc:chgData name="Paul Winser" userId="c3146a91-e6bd-4264-bd86-e164e04bc32d" providerId="ADAL" clId="{747D744F-B332-4D52-BA16-F0E4D5376F40}" dt="2024-11-12T16:37:27.010" v="0"/>
        <pc:sldMkLst>
          <pc:docMk/>
          <pc:sldMk cId="2913733687" sldId="311"/>
        </pc:sldMkLst>
      </pc:sldChg>
      <pc:sldChg chg="add modTransition">
        <pc:chgData name="Paul Winser" userId="c3146a91-e6bd-4264-bd86-e164e04bc32d" providerId="ADAL" clId="{747D744F-B332-4D52-BA16-F0E4D5376F40}" dt="2024-11-12T16:37:27.010" v="0"/>
        <pc:sldMkLst>
          <pc:docMk/>
          <pc:sldMk cId="3724741945" sldId="312"/>
        </pc:sldMkLst>
      </pc:sldChg>
      <pc:sldChg chg="add modTransition">
        <pc:chgData name="Paul Winser" userId="c3146a91-e6bd-4264-bd86-e164e04bc32d" providerId="ADAL" clId="{747D744F-B332-4D52-BA16-F0E4D5376F40}" dt="2024-11-12T16:37:27.010" v="0"/>
        <pc:sldMkLst>
          <pc:docMk/>
          <pc:sldMk cId="4260133310" sldId="313"/>
        </pc:sldMkLst>
      </pc:sldChg>
      <pc:sldChg chg="add modTransition">
        <pc:chgData name="Paul Winser" userId="c3146a91-e6bd-4264-bd86-e164e04bc32d" providerId="ADAL" clId="{747D744F-B332-4D52-BA16-F0E4D5376F40}" dt="2024-11-12T16:37:27.010" v="0"/>
        <pc:sldMkLst>
          <pc:docMk/>
          <pc:sldMk cId="537745806" sldId="314"/>
        </pc:sldMkLst>
      </pc:sldChg>
      <pc:sldChg chg="add modTransition">
        <pc:chgData name="Paul Winser" userId="c3146a91-e6bd-4264-bd86-e164e04bc32d" providerId="ADAL" clId="{747D744F-B332-4D52-BA16-F0E4D5376F40}" dt="2024-11-12T16:37:27.010" v="0"/>
        <pc:sldMkLst>
          <pc:docMk/>
          <pc:sldMk cId="1103540326" sldId="315"/>
        </pc:sldMkLst>
      </pc:sldChg>
      <pc:sldChg chg="add modTransition">
        <pc:chgData name="Paul Winser" userId="c3146a91-e6bd-4264-bd86-e164e04bc32d" providerId="ADAL" clId="{747D744F-B332-4D52-BA16-F0E4D5376F40}" dt="2024-11-12T16:37:27.010" v="0"/>
        <pc:sldMkLst>
          <pc:docMk/>
          <pc:sldMk cId="3300192316" sldId="316"/>
        </pc:sldMkLst>
      </pc:sldChg>
      <pc:sldChg chg="add modTransition">
        <pc:chgData name="Paul Winser" userId="c3146a91-e6bd-4264-bd86-e164e04bc32d" providerId="ADAL" clId="{747D744F-B332-4D52-BA16-F0E4D5376F40}" dt="2024-11-12T16:37:27.010" v="0"/>
        <pc:sldMkLst>
          <pc:docMk/>
          <pc:sldMk cId="3940841669" sldId="317"/>
        </pc:sldMkLst>
      </pc:sldChg>
      <pc:sldChg chg="add modTransition">
        <pc:chgData name="Paul Winser" userId="c3146a91-e6bd-4264-bd86-e164e04bc32d" providerId="ADAL" clId="{747D744F-B332-4D52-BA16-F0E4D5376F40}" dt="2024-11-12T16:37:27.010" v="0"/>
        <pc:sldMkLst>
          <pc:docMk/>
          <pc:sldMk cId="1726487646" sldId="318"/>
        </pc:sldMkLst>
      </pc:sldChg>
      <pc:sldChg chg="del">
        <pc:chgData name="Paul Winser" userId="c3146a91-e6bd-4264-bd86-e164e04bc32d" providerId="ADAL" clId="{747D744F-B332-4D52-BA16-F0E4D5376F40}" dt="2024-11-12T16:37:36.883" v="1" actId="47"/>
        <pc:sldMkLst>
          <pc:docMk/>
          <pc:sldMk cId="211838768" sldId="319"/>
        </pc:sldMkLst>
      </pc:sldChg>
      <pc:sldChg chg="add modTransition">
        <pc:chgData name="Paul Winser" userId="c3146a91-e6bd-4264-bd86-e164e04bc32d" providerId="ADAL" clId="{747D744F-B332-4D52-BA16-F0E4D5376F40}" dt="2024-11-12T16:37:27.010" v="0"/>
        <pc:sldMkLst>
          <pc:docMk/>
          <pc:sldMk cId="1208738041" sldId="320"/>
        </pc:sldMkLst>
      </pc:sldChg>
      <pc:sldChg chg="add modTransition">
        <pc:chgData name="Paul Winser" userId="c3146a91-e6bd-4264-bd86-e164e04bc32d" providerId="ADAL" clId="{747D744F-B332-4D52-BA16-F0E4D5376F40}" dt="2024-11-12T16:37:27.010" v="0"/>
        <pc:sldMkLst>
          <pc:docMk/>
          <pc:sldMk cId="1967950445" sldId="321"/>
        </pc:sldMkLst>
      </pc:sldChg>
      <pc:sldChg chg="add modTransition">
        <pc:chgData name="Paul Winser" userId="c3146a91-e6bd-4264-bd86-e164e04bc32d" providerId="ADAL" clId="{747D744F-B332-4D52-BA16-F0E4D5376F40}" dt="2024-11-12T16:37:27.010" v="0"/>
        <pc:sldMkLst>
          <pc:docMk/>
          <pc:sldMk cId="2752858868" sldId="322"/>
        </pc:sldMkLst>
      </pc:sldChg>
      <pc:sldChg chg="add modTransition">
        <pc:chgData name="Paul Winser" userId="c3146a91-e6bd-4264-bd86-e164e04bc32d" providerId="ADAL" clId="{747D744F-B332-4D52-BA16-F0E4D5376F40}" dt="2024-11-12T16:37:27.010" v="0"/>
        <pc:sldMkLst>
          <pc:docMk/>
          <pc:sldMk cId="27454974" sldId="323"/>
        </pc:sldMkLst>
      </pc:sldChg>
      <pc:sldChg chg="add modTransition">
        <pc:chgData name="Paul Winser" userId="c3146a91-e6bd-4264-bd86-e164e04bc32d" providerId="ADAL" clId="{747D744F-B332-4D52-BA16-F0E4D5376F40}" dt="2024-11-12T16:37:27.010" v="0"/>
        <pc:sldMkLst>
          <pc:docMk/>
          <pc:sldMk cId="168310924" sldId="324"/>
        </pc:sldMkLst>
      </pc:sldChg>
      <pc:sldChg chg="add modTransition">
        <pc:chgData name="Paul Winser" userId="c3146a91-e6bd-4264-bd86-e164e04bc32d" providerId="ADAL" clId="{747D744F-B332-4D52-BA16-F0E4D5376F40}" dt="2024-11-12T16:37:27.010" v="0"/>
        <pc:sldMkLst>
          <pc:docMk/>
          <pc:sldMk cId="2900388725" sldId="325"/>
        </pc:sldMkLst>
      </pc:sldChg>
      <pc:sldChg chg="add modTransition">
        <pc:chgData name="Paul Winser" userId="c3146a91-e6bd-4264-bd86-e164e04bc32d" providerId="ADAL" clId="{747D744F-B332-4D52-BA16-F0E4D5376F40}" dt="2024-11-12T16:37:27.010" v="0"/>
        <pc:sldMkLst>
          <pc:docMk/>
          <pc:sldMk cId="1578986506" sldId="326"/>
        </pc:sldMkLst>
      </pc:sldChg>
      <pc:sldChg chg="add modTransition">
        <pc:chgData name="Paul Winser" userId="c3146a91-e6bd-4264-bd86-e164e04bc32d" providerId="ADAL" clId="{747D744F-B332-4D52-BA16-F0E4D5376F40}" dt="2024-11-12T16:37:27.010" v="0"/>
        <pc:sldMkLst>
          <pc:docMk/>
          <pc:sldMk cId="762279556" sldId="327"/>
        </pc:sldMkLst>
      </pc:sldChg>
      <pc:sldChg chg="add modTransition">
        <pc:chgData name="Paul Winser" userId="c3146a91-e6bd-4264-bd86-e164e04bc32d" providerId="ADAL" clId="{747D744F-B332-4D52-BA16-F0E4D5376F40}" dt="2024-11-12T16:37:27.010" v="0"/>
        <pc:sldMkLst>
          <pc:docMk/>
          <pc:sldMk cId="3013791132" sldId="328"/>
        </pc:sldMkLst>
      </pc:sldChg>
      <pc:sldChg chg="add modTransition">
        <pc:chgData name="Paul Winser" userId="c3146a91-e6bd-4264-bd86-e164e04bc32d" providerId="ADAL" clId="{747D744F-B332-4D52-BA16-F0E4D5376F40}" dt="2024-11-12T16:37:27.010" v="0"/>
        <pc:sldMkLst>
          <pc:docMk/>
          <pc:sldMk cId="1857927773" sldId="329"/>
        </pc:sldMkLst>
      </pc:sldChg>
      <pc:sldChg chg="add modTransition">
        <pc:chgData name="Paul Winser" userId="c3146a91-e6bd-4264-bd86-e164e04bc32d" providerId="ADAL" clId="{747D744F-B332-4D52-BA16-F0E4D5376F40}" dt="2024-11-12T16:37:27.010" v="0"/>
        <pc:sldMkLst>
          <pc:docMk/>
          <pc:sldMk cId="3780062494" sldId="330"/>
        </pc:sldMkLst>
      </pc:sldChg>
      <pc:sldChg chg="add modTransition">
        <pc:chgData name="Paul Winser" userId="c3146a91-e6bd-4264-bd86-e164e04bc32d" providerId="ADAL" clId="{747D744F-B332-4D52-BA16-F0E4D5376F40}" dt="2024-11-12T16:37:27.010" v="0"/>
        <pc:sldMkLst>
          <pc:docMk/>
          <pc:sldMk cId="2136573757" sldId="331"/>
        </pc:sldMkLst>
      </pc:sldChg>
      <pc:sldChg chg="add modTransition">
        <pc:chgData name="Paul Winser" userId="c3146a91-e6bd-4264-bd86-e164e04bc32d" providerId="ADAL" clId="{747D744F-B332-4D52-BA16-F0E4D5376F40}" dt="2024-11-12T16:37:27.010" v="0"/>
        <pc:sldMkLst>
          <pc:docMk/>
          <pc:sldMk cId="2820838120" sldId="332"/>
        </pc:sldMkLst>
      </pc:sldChg>
      <pc:sldChg chg="add modTransition">
        <pc:chgData name="Paul Winser" userId="c3146a91-e6bd-4264-bd86-e164e04bc32d" providerId="ADAL" clId="{747D744F-B332-4D52-BA16-F0E4D5376F40}" dt="2024-11-12T16:37:27.010" v="0"/>
        <pc:sldMkLst>
          <pc:docMk/>
          <pc:sldMk cId="2454137864" sldId="333"/>
        </pc:sldMkLst>
      </pc:sldChg>
      <pc:sldChg chg="add modTransition">
        <pc:chgData name="Paul Winser" userId="c3146a91-e6bd-4264-bd86-e164e04bc32d" providerId="ADAL" clId="{747D744F-B332-4D52-BA16-F0E4D5376F40}" dt="2024-11-12T16:37:27.010" v="0"/>
        <pc:sldMkLst>
          <pc:docMk/>
          <pc:sldMk cId="2165631395" sldId="334"/>
        </pc:sldMkLst>
      </pc:sldChg>
      <pc:sldChg chg="add modTransition">
        <pc:chgData name="Paul Winser" userId="c3146a91-e6bd-4264-bd86-e164e04bc32d" providerId="ADAL" clId="{747D744F-B332-4D52-BA16-F0E4D5376F40}" dt="2024-11-12T16:37:27.010" v="0"/>
        <pc:sldMkLst>
          <pc:docMk/>
          <pc:sldMk cId="648655236" sldId="335"/>
        </pc:sldMkLst>
      </pc:sldChg>
      <pc:sldChg chg="add modTransition">
        <pc:chgData name="Paul Winser" userId="c3146a91-e6bd-4264-bd86-e164e04bc32d" providerId="ADAL" clId="{747D744F-B332-4D52-BA16-F0E4D5376F40}" dt="2024-11-12T16:37:27.010" v="0"/>
        <pc:sldMkLst>
          <pc:docMk/>
          <pc:sldMk cId="1333808876" sldId="336"/>
        </pc:sldMkLst>
      </pc:sldChg>
      <pc:sldChg chg="del">
        <pc:chgData name="Paul Winser" userId="c3146a91-e6bd-4264-bd86-e164e04bc32d" providerId="ADAL" clId="{747D744F-B332-4D52-BA16-F0E4D5376F40}" dt="2024-11-12T16:37:36.883" v="1" actId="47"/>
        <pc:sldMkLst>
          <pc:docMk/>
          <pc:sldMk cId="4160411727" sldId="381"/>
        </pc:sldMkLst>
      </pc:sldChg>
      <pc:sldChg chg="del">
        <pc:chgData name="Paul Winser" userId="c3146a91-e6bd-4264-bd86-e164e04bc32d" providerId="ADAL" clId="{747D744F-B332-4D52-BA16-F0E4D5376F40}" dt="2024-11-12T16:37:36.883" v="1" actId="47"/>
        <pc:sldMkLst>
          <pc:docMk/>
          <pc:sldMk cId="2447797040" sldId="382"/>
        </pc:sldMkLst>
      </pc:sldChg>
      <pc:sldChg chg="del">
        <pc:chgData name="Paul Winser" userId="c3146a91-e6bd-4264-bd86-e164e04bc32d" providerId="ADAL" clId="{747D744F-B332-4D52-BA16-F0E4D5376F40}" dt="2024-11-12T16:37:36.883" v="1" actId="47"/>
        <pc:sldMkLst>
          <pc:docMk/>
          <pc:sldMk cId="1318055345" sldId="384"/>
        </pc:sldMkLst>
      </pc:sldChg>
      <pc:sldChg chg="del">
        <pc:chgData name="Paul Winser" userId="c3146a91-e6bd-4264-bd86-e164e04bc32d" providerId="ADAL" clId="{747D744F-B332-4D52-BA16-F0E4D5376F40}" dt="2024-11-12T16:37:36.883" v="1" actId="47"/>
        <pc:sldMkLst>
          <pc:docMk/>
          <pc:sldMk cId="1630034850" sldId="389"/>
        </pc:sldMkLst>
      </pc:sldChg>
      <pc:sldChg chg="del">
        <pc:chgData name="Paul Winser" userId="c3146a91-e6bd-4264-bd86-e164e04bc32d" providerId="ADAL" clId="{747D744F-B332-4D52-BA16-F0E4D5376F40}" dt="2024-11-12T16:37:36.883" v="1" actId="47"/>
        <pc:sldMkLst>
          <pc:docMk/>
          <pc:sldMk cId="3397344637" sldId="390"/>
        </pc:sldMkLst>
      </pc:sldChg>
      <pc:sldChg chg="del">
        <pc:chgData name="Paul Winser" userId="c3146a91-e6bd-4264-bd86-e164e04bc32d" providerId="ADAL" clId="{747D744F-B332-4D52-BA16-F0E4D5376F40}" dt="2024-11-12T16:37:36.883" v="1" actId="47"/>
        <pc:sldMkLst>
          <pc:docMk/>
          <pc:sldMk cId="3033878617" sldId="391"/>
        </pc:sldMkLst>
      </pc:sldChg>
      <pc:sldChg chg="del">
        <pc:chgData name="Paul Winser" userId="c3146a91-e6bd-4264-bd86-e164e04bc32d" providerId="ADAL" clId="{747D744F-B332-4D52-BA16-F0E4D5376F40}" dt="2024-11-12T16:37:36.883" v="1" actId="47"/>
        <pc:sldMkLst>
          <pc:docMk/>
          <pc:sldMk cId="2984319656" sldId="392"/>
        </pc:sldMkLst>
      </pc:sldChg>
      <pc:sldChg chg="del">
        <pc:chgData name="Paul Winser" userId="c3146a91-e6bd-4264-bd86-e164e04bc32d" providerId="ADAL" clId="{747D744F-B332-4D52-BA16-F0E4D5376F40}" dt="2024-11-12T16:37:36.883" v="1" actId="47"/>
        <pc:sldMkLst>
          <pc:docMk/>
          <pc:sldMk cId="797822477" sldId="393"/>
        </pc:sldMkLst>
      </pc:sldChg>
      <pc:sldChg chg="del">
        <pc:chgData name="Paul Winser" userId="c3146a91-e6bd-4264-bd86-e164e04bc32d" providerId="ADAL" clId="{747D744F-B332-4D52-BA16-F0E4D5376F40}" dt="2024-11-12T16:37:36.883" v="1" actId="47"/>
        <pc:sldMkLst>
          <pc:docMk/>
          <pc:sldMk cId="869928995" sldId="394"/>
        </pc:sldMkLst>
      </pc:sldChg>
      <pc:sldChg chg="del">
        <pc:chgData name="Paul Winser" userId="c3146a91-e6bd-4264-bd86-e164e04bc32d" providerId="ADAL" clId="{747D744F-B332-4D52-BA16-F0E4D5376F40}" dt="2024-11-12T16:37:36.883" v="1" actId="47"/>
        <pc:sldMkLst>
          <pc:docMk/>
          <pc:sldMk cId="2029689341" sldId="395"/>
        </pc:sldMkLst>
      </pc:sldChg>
      <pc:sldChg chg="del">
        <pc:chgData name="Paul Winser" userId="c3146a91-e6bd-4264-bd86-e164e04bc32d" providerId="ADAL" clId="{747D744F-B332-4D52-BA16-F0E4D5376F40}" dt="2024-11-12T16:37:36.883" v="1" actId="47"/>
        <pc:sldMkLst>
          <pc:docMk/>
          <pc:sldMk cId="4120179985" sldId="396"/>
        </pc:sldMkLst>
      </pc:sldChg>
      <pc:sldChg chg="del">
        <pc:chgData name="Paul Winser" userId="c3146a91-e6bd-4264-bd86-e164e04bc32d" providerId="ADAL" clId="{747D744F-B332-4D52-BA16-F0E4D5376F40}" dt="2024-11-12T16:37:36.883" v="1" actId="47"/>
        <pc:sldMkLst>
          <pc:docMk/>
          <pc:sldMk cId="1718892243" sldId="397"/>
        </pc:sldMkLst>
      </pc:sldChg>
      <pc:sldChg chg="del">
        <pc:chgData name="Paul Winser" userId="c3146a91-e6bd-4264-bd86-e164e04bc32d" providerId="ADAL" clId="{747D744F-B332-4D52-BA16-F0E4D5376F40}" dt="2024-11-12T16:37:36.883" v="1" actId="47"/>
        <pc:sldMkLst>
          <pc:docMk/>
          <pc:sldMk cId="3290044479" sldId="398"/>
        </pc:sldMkLst>
      </pc:sldChg>
      <pc:sldChg chg="del">
        <pc:chgData name="Paul Winser" userId="c3146a91-e6bd-4264-bd86-e164e04bc32d" providerId="ADAL" clId="{747D744F-B332-4D52-BA16-F0E4D5376F40}" dt="2024-11-12T16:37:36.883" v="1" actId="47"/>
        <pc:sldMkLst>
          <pc:docMk/>
          <pc:sldMk cId="2770120027" sldId="399"/>
        </pc:sldMkLst>
      </pc:sldChg>
      <pc:sldChg chg="del">
        <pc:chgData name="Paul Winser" userId="c3146a91-e6bd-4264-bd86-e164e04bc32d" providerId="ADAL" clId="{747D744F-B332-4D52-BA16-F0E4D5376F40}" dt="2024-11-12T16:37:36.883" v="1" actId="47"/>
        <pc:sldMkLst>
          <pc:docMk/>
          <pc:sldMk cId="2303890230" sldId="400"/>
        </pc:sldMkLst>
      </pc:sldChg>
      <pc:sldChg chg="del">
        <pc:chgData name="Paul Winser" userId="c3146a91-e6bd-4264-bd86-e164e04bc32d" providerId="ADAL" clId="{747D744F-B332-4D52-BA16-F0E4D5376F40}" dt="2024-11-12T16:37:36.883" v="1" actId="47"/>
        <pc:sldMkLst>
          <pc:docMk/>
          <pc:sldMk cId="406608704" sldId="401"/>
        </pc:sldMkLst>
      </pc:sldChg>
      <pc:sldChg chg="del">
        <pc:chgData name="Paul Winser" userId="c3146a91-e6bd-4264-bd86-e164e04bc32d" providerId="ADAL" clId="{747D744F-B332-4D52-BA16-F0E4D5376F40}" dt="2024-11-12T16:37:36.883" v="1" actId="47"/>
        <pc:sldMkLst>
          <pc:docMk/>
          <pc:sldMk cId="250315321" sldId="402"/>
        </pc:sldMkLst>
      </pc:sldChg>
      <pc:sldChg chg="del">
        <pc:chgData name="Paul Winser" userId="c3146a91-e6bd-4264-bd86-e164e04bc32d" providerId="ADAL" clId="{747D744F-B332-4D52-BA16-F0E4D5376F40}" dt="2024-11-12T16:37:36.883" v="1" actId="47"/>
        <pc:sldMkLst>
          <pc:docMk/>
          <pc:sldMk cId="850124632" sldId="403"/>
        </pc:sldMkLst>
      </pc:sldChg>
      <pc:sldChg chg="del">
        <pc:chgData name="Paul Winser" userId="c3146a91-e6bd-4264-bd86-e164e04bc32d" providerId="ADAL" clId="{747D744F-B332-4D52-BA16-F0E4D5376F40}" dt="2024-11-12T16:37:36.883" v="1" actId="47"/>
        <pc:sldMkLst>
          <pc:docMk/>
          <pc:sldMk cId="2356432693" sldId="404"/>
        </pc:sldMkLst>
      </pc:sldChg>
      <pc:sldChg chg="del">
        <pc:chgData name="Paul Winser" userId="c3146a91-e6bd-4264-bd86-e164e04bc32d" providerId="ADAL" clId="{747D744F-B332-4D52-BA16-F0E4D5376F40}" dt="2024-11-12T16:37:36.883" v="1" actId="47"/>
        <pc:sldMkLst>
          <pc:docMk/>
          <pc:sldMk cId="123372355" sldId="405"/>
        </pc:sldMkLst>
      </pc:sldChg>
      <pc:sldChg chg="del">
        <pc:chgData name="Paul Winser" userId="c3146a91-e6bd-4264-bd86-e164e04bc32d" providerId="ADAL" clId="{747D744F-B332-4D52-BA16-F0E4D5376F40}" dt="2024-11-12T16:37:36.883" v="1" actId="47"/>
        <pc:sldMkLst>
          <pc:docMk/>
          <pc:sldMk cId="979901287" sldId="406"/>
        </pc:sldMkLst>
      </pc:sldChg>
      <pc:sldChg chg="del">
        <pc:chgData name="Paul Winser" userId="c3146a91-e6bd-4264-bd86-e164e04bc32d" providerId="ADAL" clId="{747D744F-B332-4D52-BA16-F0E4D5376F40}" dt="2024-11-12T16:37:36.883" v="1" actId="47"/>
        <pc:sldMkLst>
          <pc:docMk/>
          <pc:sldMk cId="3536541386" sldId="407"/>
        </pc:sldMkLst>
      </pc:sldChg>
      <pc:sldChg chg="del">
        <pc:chgData name="Paul Winser" userId="c3146a91-e6bd-4264-bd86-e164e04bc32d" providerId="ADAL" clId="{747D744F-B332-4D52-BA16-F0E4D5376F40}" dt="2024-11-12T16:37:36.883" v="1" actId="47"/>
        <pc:sldMkLst>
          <pc:docMk/>
          <pc:sldMk cId="626897043" sldId="408"/>
        </pc:sldMkLst>
      </pc:sldChg>
      <pc:sldChg chg="del">
        <pc:chgData name="Paul Winser" userId="c3146a91-e6bd-4264-bd86-e164e04bc32d" providerId="ADAL" clId="{747D744F-B332-4D52-BA16-F0E4D5376F40}" dt="2024-11-12T16:37:36.883" v="1" actId="47"/>
        <pc:sldMkLst>
          <pc:docMk/>
          <pc:sldMk cId="1702895860" sldId="409"/>
        </pc:sldMkLst>
      </pc:sldChg>
      <pc:sldChg chg="del">
        <pc:chgData name="Paul Winser" userId="c3146a91-e6bd-4264-bd86-e164e04bc32d" providerId="ADAL" clId="{747D744F-B332-4D52-BA16-F0E4D5376F40}" dt="2024-11-12T16:37:36.883" v="1" actId="47"/>
        <pc:sldMkLst>
          <pc:docMk/>
          <pc:sldMk cId="2510384899" sldId="410"/>
        </pc:sldMkLst>
      </pc:sldChg>
      <pc:sldChg chg="del">
        <pc:chgData name="Paul Winser" userId="c3146a91-e6bd-4264-bd86-e164e04bc32d" providerId="ADAL" clId="{747D744F-B332-4D52-BA16-F0E4D5376F40}" dt="2024-11-12T16:37:36.883" v="1" actId="47"/>
        <pc:sldMkLst>
          <pc:docMk/>
          <pc:sldMk cId="634704012" sldId="411"/>
        </pc:sldMkLst>
      </pc:sldChg>
      <pc:sldChg chg="del">
        <pc:chgData name="Paul Winser" userId="c3146a91-e6bd-4264-bd86-e164e04bc32d" providerId="ADAL" clId="{747D744F-B332-4D52-BA16-F0E4D5376F40}" dt="2024-11-12T16:37:36.883" v="1" actId="47"/>
        <pc:sldMkLst>
          <pc:docMk/>
          <pc:sldMk cId="615124809" sldId="412"/>
        </pc:sldMkLst>
      </pc:sldChg>
      <pc:sldChg chg="del">
        <pc:chgData name="Paul Winser" userId="c3146a91-e6bd-4264-bd86-e164e04bc32d" providerId="ADAL" clId="{747D744F-B332-4D52-BA16-F0E4D5376F40}" dt="2024-11-12T16:37:36.883" v="1" actId="47"/>
        <pc:sldMkLst>
          <pc:docMk/>
          <pc:sldMk cId="4218518655" sldId="413"/>
        </pc:sldMkLst>
      </pc:sldChg>
      <pc:sldChg chg="del">
        <pc:chgData name="Paul Winser" userId="c3146a91-e6bd-4264-bd86-e164e04bc32d" providerId="ADAL" clId="{747D744F-B332-4D52-BA16-F0E4D5376F40}" dt="2024-11-12T16:37:36.883" v="1" actId="47"/>
        <pc:sldMkLst>
          <pc:docMk/>
          <pc:sldMk cId="3794774488" sldId="414"/>
        </pc:sldMkLst>
      </pc:sldChg>
      <pc:sldChg chg="del">
        <pc:chgData name="Paul Winser" userId="c3146a91-e6bd-4264-bd86-e164e04bc32d" providerId="ADAL" clId="{747D744F-B332-4D52-BA16-F0E4D5376F40}" dt="2024-11-12T16:37:36.883" v="1" actId="47"/>
        <pc:sldMkLst>
          <pc:docMk/>
          <pc:sldMk cId="1845910744" sldId="415"/>
        </pc:sldMkLst>
      </pc:sldChg>
      <pc:sldChg chg="del">
        <pc:chgData name="Paul Winser" userId="c3146a91-e6bd-4264-bd86-e164e04bc32d" providerId="ADAL" clId="{747D744F-B332-4D52-BA16-F0E4D5376F40}" dt="2024-11-12T16:37:36.883" v="1" actId="47"/>
        <pc:sldMkLst>
          <pc:docMk/>
          <pc:sldMk cId="0" sldId="416"/>
        </pc:sldMkLst>
      </pc:sldChg>
      <pc:sldChg chg="del">
        <pc:chgData name="Paul Winser" userId="c3146a91-e6bd-4264-bd86-e164e04bc32d" providerId="ADAL" clId="{747D744F-B332-4D52-BA16-F0E4D5376F40}" dt="2024-11-12T16:37:36.883" v="1" actId="47"/>
        <pc:sldMkLst>
          <pc:docMk/>
          <pc:sldMk cId="3642814197" sldId="417"/>
        </pc:sldMkLst>
      </pc:sldChg>
      <pc:sldChg chg="add modTransition">
        <pc:chgData name="Paul Winser" userId="c3146a91-e6bd-4264-bd86-e164e04bc32d" providerId="ADAL" clId="{747D744F-B332-4D52-BA16-F0E4D5376F40}" dt="2024-11-12T16:37:27.010" v="0"/>
        <pc:sldMkLst>
          <pc:docMk/>
          <pc:sldMk cId="0" sldId="418"/>
        </pc:sldMkLst>
      </pc:sldChg>
      <pc:sldChg chg="add modTransition">
        <pc:chgData name="Paul Winser" userId="c3146a91-e6bd-4264-bd86-e164e04bc32d" providerId="ADAL" clId="{747D744F-B332-4D52-BA16-F0E4D5376F40}" dt="2024-11-12T16:37:27.010" v="0"/>
        <pc:sldMkLst>
          <pc:docMk/>
          <pc:sldMk cId="0" sldId="419"/>
        </pc:sldMkLst>
      </pc:sldChg>
      <pc:sldChg chg="add modTransition">
        <pc:chgData name="Paul Winser" userId="c3146a91-e6bd-4264-bd86-e164e04bc32d" providerId="ADAL" clId="{747D744F-B332-4D52-BA16-F0E4D5376F40}" dt="2024-11-12T16:37:27.010" v="0"/>
        <pc:sldMkLst>
          <pc:docMk/>
          <pc:sldMk cId="0" sldId="420"/>
        </pc:sldMkLst>
      </pc:sldChg>
      <pc:sldChg chg="add modTransition">
        <pc:chgData name="Paul Winser" userId="c3146a91-e6bd-4264-bd86-e164e04bc32d" providerId="ADAL" clId="{747D744F-B332-4D52-BA16-F0E4D5376F40}" dt="2024-11-12T16:37:27.010" v="0"/>
        <pc:sldMkLst>
          <pc:docMk/>
          <pc:sldMk cId="0" sldId="421"/>
        </pc:sldMkLst>
      </pc:sldChg>
      <pc:sldChg chg="add modTransition">
        <pc:chgData name="Paul Winser" userId="c3146a91-e6bd-4264-bd86-e164e04bc32d" providerId="ADAL" clId="{747D744F-B332-4D52-BA16-F0E4D5376F40}" dt="2024-11-12T16:37:27.010" v="0"/>
        <pc:sldMkLst>
          <pc:docMk/>
          <pc:sldMk cId="2516821929" sldId="42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dirty="0"/>
              <a:t>Click to edit Master text styles</a:t>
            </a:r>
          </a:p>
          <a:p>
            <a:pPr lvl="1" rtl="1"/>
            <a:r>
              <a:rPr lang="ar" noProof="0" dirty="0"/>
              <a:t>Second level</a:t>
            </a:r>
          </a:p>
          <a:p>
            <a:pPr lvl="2" rtl="1"/>
            <a:r>
              <a:rPr lang="ar" noProof="0" dirty="0"/>
              <a:t>Third level</a:t>
            </a:r>
          </a:p>
          <a:p>
            <a:pPr lvl="3" rtl="1"/>
            <a:r>
              <a:rPr lang="ar" noProof="0" dirty="0"/>
              <a:t>Fourth level</a:t>
            </a:r>
          </a:p>
          <a:p>
            <a:pPr lvl="4" rtl="1"/>
            <a:r>
              <a:rPr lang="ar" noProof="0" dirty="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a:t>3</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68751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9</a:t>
            </a:fld>
            <a:endParaRPr lang="en-GB" altLang="en-US" dirty="0"/>
          </a:p>
        </p:txBody>
      </p:sp>
    </p:spTree>
    <p:extLst>
      <p:ext uri="{BB962C8B-B14F-4D97-AF65-F5344CB8AC3E}">
        <p14:creationId xmlns:p14="http://schemas.microsoft.com/office/powerpoint/2010/main" val="32116304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10</a:t>
            </a:fld>
            <a:endParaRPr lang="en-GB" altLang="en-US" dirty="0"/>
          </a:p>
        </p:txBody>
      </p:sp>
    </p:spTree>
    <p:extLst>
      <p:ext uri="{BB962C8B-B14F-4D97-AF65-F5344CB8AC3E}">
        <p14:creationId xmlns:p14="http://schemas.microsoft.com/office/powerpoint/2010/main" val="30529231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11</a:t>
            </a:fld>
            <a:endParaRPr lang="en-GB" altLang="en-US" dirty="0"/>
          </a:p>
        </p:txBody>
      </p:sp>
    </p:spTree>
    <p:extLst>
      <p:ext uri="{BB962C8B-B14F-4D97-AF65-F5344CB8AC3E}">
        <p14:creationId xmlns:p14="http://schemas.microsoft.com/office/powerpoint/2010/main" val="17182807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787746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13</a:t>
            </a:fld>
            <a:endParaRPr lang="en-GB" altLang="en-US"/>
          </a:p>
        </p:txBody>
      </p:sp>
    </p:spTree>
    <p:extLst>
      <p:ext uri="{BB962C8B-B14F-4D97-AF65-F5344CB8AC3E}">
        <p14:creationId xmlns:p14="http://schemas.microsoft.com/office/powerpoint/2010/main" val="18902001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947746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15</a:t>
            </a:fld>
            <a:endParaRPr lang="en-GB" altLang="en-US" dirty="0"/>
          </a:p>
        </p:txBody>
      </p:sp>
    </p:spTree>
    <p:extLst>
      <p:ext uri="{BB962C8B-B14F-4D97-AF65-F5344CB8AC3E}">
        <p14:creationId xmlns:p14="http://schemas.microsoft.com/office/powerpoint/2010/main" val="12754891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17</a:t>
            </a:fld>
            <a:endParaRPr lang="en-GB" altLang="en-US" dirty="0"/>
          </a:p>
        </p:txBody>
      </p:sp>
    </p:spTree>
    <p:extLst>
      <p:ext uri="{BB962C8B-B14F-4D97-AF65-F5344CB8AC3E}">
        <p14:creationId xmlns:p14="http://schemas.microsoft.com/office/powerpoint/2010/main" val="18815954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009894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21</a:t>
            </a:fld>
            <a:endParaRPr lang="en-GB" altLang="en-US" dirty="0"/>
          </a:p>
        </p:txBody>
      </p:sp>
    </p:spTree>
    <p:extLst>
      <p:ext uri="{BB962C8B-B14F-4D97-AF65-F5344CB8AC3E}">
        <p14:creationId xmlns:p14="http://schemas.microsoft.com/office/powerpoint/2010/main" val="34451579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22</a:t>
            </a:fld>
            <a:endParaRPr lang="en-GB" altLang="en-US" dirty="0"/>
          </a:p>
        </p:txBody>
      </p:sp>
    </p:spTree>
    <p:extLst>
      <p:ext uri="{BB962C8B-B14F-4D97-AF65-F5344CB8AC3E}">
        <p14:creationId xmlns:p14="http://schemas.microsoft.com/office/powerpoint/2010/main" val="34106289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23</a:t>
            </a:fld>
            <a:endParaRPr lang="en-GB" altLang="en-US" dirty="0"/>
          </a:p>
        </p:txBody>
      </p:sp>
    </p:spTree>
    <p:extLst>
      <p:ext uri="{BB962C8B-B14F-4D97-AF65-F5344CB8AC3E}">
        <p14:creationId xmlns:p14="http://schemas.microsoft.com/office/powerpoint/2010/main" val="42536316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24</a:t>
            </a:fld>
            <a:endParaRPr lang="en-GB" altLang="en-US" dirty="0"/>
          </a:p>
        </p:txBody>
      </p:sp>
    </p:spTree>
    <p:extLst>
      <p:ext uri="{BB962C8B-B14F-4D97-AF65-F5344CB8AC3E}">
        <p14:creationId xmlns:p14="http://schemas.microsoft.com/office/powerpoint/2010/main" val="2808238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33</a:t>
            </a:fld>
            <a:endParaRPr lang="en-GB" altLang="en-US" dirty="0"/>
          </a:p>
        </p:txBody>
      </p:sp>
    </p:spTree>
    <p:extLst>
      <p:ext uri="{BB962C8B-B14F-4D97-AF65-F5344CB8AC3E}">
        <p14:creationId xmlns:p14="http://schemas.microsoft.com/office/powerpoint/2010/main" val="38566779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rtl="1"/>
              <a:t>36</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dirty="0"/>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pn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8.jpe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9.jpe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0.jpe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1.jpe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3236" y="190"/>
            <a:ext cx="9137528" cy="1075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65.xml"/></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68.xml"/><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68.xml"/><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77.xml"/></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68.xml"/><Relationship Id="rId4" Type="http://schemas.openxmlformats.org/officeDocument/2006/relationships/image" Target="../media/image16.jpeg"/></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68.xml"/><Relationship Id="rId4" Type="http://schemas.openxmlformats.org/officeDocument/2006/relationships/image" Target="../media/image17.jpeg"/></Relationships>
</file>

<file path=ppt/slides/_rels/slide1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68.xml"/><Relationship Id="rId4" Type="http://schemas.openxmlformats.org/officeDocument/2006/relationships/image" Target="../media/image18.jpeg"/></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77.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audio" Target="../media/audio1.bin"/><Relationship Id="rId1" Type="http://schemas.openxmlformats.org/officeDocument/2006/relationships/slideLayout" Target="../slideLayouts/slideLayout72.xml"/></Relationships>
</file>

<file path=ppt/slides/_rels/slide2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2.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68.xml"/><Relationship Id="rId4" Type="http://schemas.openxmlformats.org/officeDocument/2006/relationships/image" Target="../media/image20.jpeg"/></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68.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68.xml"/><Relationship Id="rId4" Type="http://schemas.openxmlformats.org/officeDocument/2006/relationships/image" Target="../media/image21.jpeg"/></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68.xml"/><Relationship Id="rId4" Type="http://schemas.openxmlformats.org/officeDocument/2006/relationships/image" Target="../media/image22.jpeg"/></Relationships>
</file>

<file path=ppt/slides/_rels/slide2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2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2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2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2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3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3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3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68.xml"/><Relationship Id="rId4" Type="http://schemas.openxmlformats.org/officeDocument/2006/relationships/image" Target="../media/image24.jpeg"/></Relationships>
</file>

<file path=ppt/slides/_rels/slide3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3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3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7"/>
            <a:ext cx="7772400" cy="84137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الوحدة 60</a:t>
            </a:r>
            <a:br>
              <a:rPr lang="en-US" altLang="en-US" sz="4600" dirty="0"/>
            </a:br>
            <a:endParaRPr lang="en-GB" altLang="en-US" sz="4600" dirty="0"/>
          </a:p>
        </p:txBody>
      </p:sp>
      <p:sp>
        <p:nvSpPr>
          <p:cNvPr id="4" name="Subtitle 3">
            <a:extLst>
              <a:ext uri="{FF2B5EF4-FFF2-40B4-BE49-F238E27FC236}">
                <a16:creationId xmlns:a16="http://schemas.microsoft.com/office/drawing/2014/main" id="{03618BED-11B5-90CC-5910-B65474D700AA}"/>
              </a:ext>
            </a:extLst>
          </p:cNvPr>
          <p:cNvSpPr>
            <a:spLocks noGrp="1"/>
          </p:cNvSpPr>
          <p:nvPr>
            <p:ph type="subTitle" idx="1"/>
          </p:nvPr>
        </p:nvSpPr>
        <p:spPr>
          <a:xfrm>
            <a:off x="1371600" y="3284984"/>
            <a:ext cx="6400800" cy="1752600"/>
          </a:xfrm>
        </p:spPr>
        <p:txBody>
          <a:bodyPr rtlCol="1"/>
          <a:lstStyle/>
          <a:p>
            <a:pPr rtl="1"/>
            <a:r>
              <a:rPr lang="ar" sz="4600" dirty="0">
                <a:solidFill>
                  <a:schemeClr val="tx2"/>
                </a:solidFill>
              </a:rPr>
              <a:t>محركات المركبات الكهربائية والهجينة</a:t>
            </a:r>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p:txBody>
          <a:bodyPr wrap="square" rtlCol="1" anchor="t">
            <a:normAutofit lnSpcReduction="10000"/>
          </a:bodyPr>
          <a:lstStyle/>
          <a:p>
            <a:pPr algn="ctr" rtl="1">
              <a:lnSpc>
                <a:spcPct val="90000"/>
              </a:lnSpc>
              <a:spcAft>
                <a:spcPts val="600"/>
              </a:spcAft>
              <a:defRPr/>
            </a:pPr>
            <a:r>
              <a:rPr lang="ar" sz="1400" dirty="0"/>
              <a:t>© حقوق التأليف والنشر لعام 2024 محفوظة لشركة بيرسون إديوكيشن ليمتد. يُسمح بالنسخ للمؤسسة المشترية فقط. </a:t>
            </a:r>
          </a:p>
        </p:txBody>
      </p:sp>
      <p:sp>
        <p:nvSpPr>
          <p:cNvPr id="2" name="Footer Placeholder 2">
            <a:extLst>
              <a:ext uri="{FF2B5EF4-FFF2-40B4-BE49-F238E27FC236}">
                <a16:creationId xmlns:a16="http://schemas.microsoft.com/office/drawing/2014/main" id="{2E3F0917-5EE1-5366-BBD5-8FF642918C70}"/>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323528"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b="1" i="0" u="none" strike="noStrike" dirty="0"/>
              <a:t>محركات المركبات الكهربائية والهجينة</a:t>
            </a:r>
            <a:endParaRPr lang="en-GB" altLang="en-US" sz="4600" dirty="0">
              <a:highlight>
                <a:srgbClr val="FFFF00"/>
              </a:highlight>
            </a:endParaRP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23529" y="2636912"/>
            <a:ext cx="8424935" cy="3825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dirty="0"/>
              <a:t>ستتعرف </a:t>
            </a:r>
            <a:r>
              <a:rPr lang="ar-EG" sz="2200" dirty="0"/>
              <a:t>في هذه الوحدة </a:t>
            </a:r>
            <a:r>
              <a:rPr lang="ar" sz="2200" dirty="0"/>
              <a:t>خصائص محركات الدفع الكهربائية والهجينة وكيف</a:t>
            </a:r>
            <a:r>
              <a:rPr lang="ar-EG" sz="2200" dirty="0" err="1"/>
              <a:t>ية</a:t>
            </a:r>
            <a:r>
              <a:rPr lang="ar" sz="2200" dirty="0"/>
              <a:t> تصنيعها بأمان. </a:t>
            </a:r>
          </a:p>
          <a:p>
            <a:pPr rtl="1"/>
            <a:r>
              <a:rPr lang="ar" sz="2200" dirty="0"/>
              <a:t>وستتعرف أيضًا على </a:t>
            </a:r>
            <a:r>
              <a:rPr lang="ar-EG" sz="2200" dirty="0"/>
              <a:t>مختلف أنواع </a:t>
            </a:r>
            <a:r>
              <a:rPr lang="ar" sz="2200" dirty="0"/>
              <a:t>المحركات </a:t>
            </a:r>
            <a:r>
              <a:rPr lang="ar-EG" sz="2200" dirty="0"/>
              <a:t>، مثل المحركات </a:t>
            </a:r>
            <a:r>
              <a:rPr lang="ar" sz="2200" dirty="0"/>
              <a:t>التي تعمل بالتيار المتناوب و</a:t>
            </a:r>
            <a:r>
              <a:rPr lang="ar-EG" sz="2200" dirty="0"/>
              <a:t>المحركات التي تعمل </a:t>
            </a:r>
            <a:r>
              <a:rPr lang="ar" sz="2200" dirty="0"/>
              <a:t>بالتيار المستمر ومحركات الحذافة</a:t>
            </a:r>
            <a:r>
              <a:rPr lang="ar-EG" sz="2200" dirty="0"/>
              <a:t>.  وستتعرف</a:t>
            </a:r>
            <a:r>
              <a:rPr lang="ar" sz="2200" dirty="0"/>
              <a:t> بنية أنواع مختلفة من محركات الدفع وتصنيعها. </a:t>
            </a:r>
          </a:p>
          <a:p>
            <a:pPr rtl="1"/>
            <a:r>
              <a:rPr lang="ar" sz="2200" dirty="0"/>
              <a:t>ستتعلم لماذا تُصنع محركات الدفع في المؤسسات التي تتبع منهجية التصنيع الرشيق</a:t>
            </a:r>
            <a:r>
              <a:rPr lang="ar-EG" sz="2200" dirty="0"/>
              <a:t>،</a:t>
            </a:r>
            <a:r>
              <a:rPr lang="ar" sz="2200" dirty="0"/>
              <a:t> و</a:t>
            </a:r>
            <a:r>
              <a:rPr lang="ar-EG" sz="2200" dirty="0"/>
              <a:t>ستتعرف </a:t>
            </a:r>
            <a:r>
              <a:rPr lang="ar" sz="2200" dirty="0"/>
              <a:t>أنواع المركبات التي تستخدم هذه المحركات.</a:t>
            </a:r>
            <a:endParaRPr lang="en-GB" altLang="en-US" sz="2200" dirty="0">
              <a:solidFill>
                <a:srgbClr val="FF0000"/>
              </a:solidFill>
            </a:endParaRPr>
          </a:p>
        </p:txBody>
      </p:sp>
      <p:sp>
        <p:nvSpPr>
          <p:cNvPr id="2" name="Footer Placeholder 2">
            <a:extLst>
              <a:ext uri="{FF2B5EF4-FFF2-40B4-BE49-F238E27FC236}">
                <a16:creationId xmlns:a16="http://schemas.microsoft.com/office/drawing/2014/main" id="{355623C9-2B5C-F8FC-9103-D62101F0BF99}"/>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34076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3800" dirty="0"/>
              <a:t>نتاجات التعلم</a:t>
            </a:r>
            <a:endParaRPr lang="en-GB" altLang="en-US" sz="3800" dirty="0"/>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2195736" y="2276872"/>
            <a:ext cx="6286800"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360363" indent="-360363" rtl="1">
              <a:buNone/>
            </a:pPr>
            <a:r>
              <a:rPr lang="ar" sz="2600" b="1" i="0" u="none" strike="noStrike" dirty="0"/>
              <a:t>أ 	</a:t>
            </a:r>
            <a:r>
              <a:rPr lang="ar" sz="2600" b="0" i="0" u="none" strike="noStrike" dirty="0"/>
              <a:t>تعرُّف عمليات التصميم والتشغيل لأنظمة دفع محركات المركبات الهجينة والكهربائية.</a:t>
            </a:r>
            <a:endParaRPr lang="en-GB" altLang="en-US" sz="2600" dirty="0">
              <a:highlight>
                <a:srgbClr val="FFFF00"/>
              </a:highlight>
            </a:endParaRPr>
          </a:p>
          <a:p>
            <a:pPr marL="404813" indent="-404813" defTabSz="431800" rtl="1">
              <a:spcBef>
                <a:spcPts val="1200"/>
              </a:spcBef>
              <a:buNone/>
            </a:pPr>
            <a:r>
              <a:rPr lang="ar" sz="2600" b="1" dirty="0"/>
              <a:t>ب	</a:t>
            </a:r>
            <a:r>
              <a:rPr lang="ar" sz="2600" dirty="0"/>
              <a:t>تعرُّف أنواع محركات المركبات الكهربائية وتكوينها وتشغيلها</a:t>
            </a:r>
            <a:endParaRPr lang="en-GB" altLang="en-US" sz="2600" dirty="0"/>
          </a:p>
          <a:p>
            <a:pPr marL="404813" indent="-404813" defTabSz="431800" rtl="1">
              <a:spcBef>
                <a:spcPts val="1200"/>
              </a:spcBef>
              <a:buNone/>
            </a:pPr>
            <a:r>
              <a:rPr lang="ar" sz="2600" b="1" dirty="0"/>
              <a:t>ج	</a:t>
            </a:r>
            <a:r>
              <a:rPr lang="ar" sz="2600" dirty="0"/>
              <a:t>تعرُّف معدات وعمليات تصنيع محركات المركبات الكهربائية</a:t>
            </a:r>
          </a:p>
          <a:p>
            <a:pPr marL="447675" indent="-447675" rtl="1">
              <a:buNone/>
            </a:pPr>
            <a:r>
              <a:rPr lang="ar" sz="2600" dirty="0"/>
              <a:t> </a:t>
            </a:r>
            <a:r>
              <a:rPr lang="ar" sz="2600" b="1" dirty="0"/>
              <a:t>د</a:t>
            </a:r>
            <a:r>
              <a:rPr lang="ar" sz="2600" dirty="0"/>
              <a:t>   فهم عوامل السلامة وبيئة التصنيع المريحة في ما يخص تصنيع محركات المركبات الكهربائية</a:t>
            </a:r>
            <a:endParaRPr lang="en-GB" altLang="en-US" sz="2600" dirty="0"/>
          </a:p>
          <a:p>
            <a:pPr marL="0" indent="0" defTabSz="431800" rtl="1">
              <a:spcBef>
                <a:spcPts val="1200"/>
              </a:spcBef>
              <a:buFont typeface="Wingdings" panose="05000000000000000000" pitchFamily="2" charset="2"/>
              <a:buNone/>
            </a:pPr>
            <a:endParaRPr lang="en-GB" altLang="en-US" sz="2600" b="1" dirty="0">
              <a:highlight>
                <a:srgbClr val="FFFF00"/>
              </a:highlight>
            </a:endParaRPr>
          </a:p>
          <a:p>
            <a:pPr marL="0" indent="0" defTabSz="431800" rtl="1">
              <a:spcBef>
                <a:spcPts val="1200"/>
              </a:spcBef>
              <a:buFont typeface="Wingdings" panose="05000000000000000000" pitchFamily="2" charset="2"/>
              <a:buNone/>
            </a:pPr>
            <a:endParaRPr lang="en-GB" altLang="en-US" sz="2600" b="1" dirty="0">
              <a:highlight>
                <a:srgbClr val="FFFF00"/>
              </a:highlight>
            </a:endParaRPr>
          </a:p>
          <a:p>
            <a:pPr marL="0" indent="0" defTabSz="431800" rtl="1">
              <a:spcBef>
                <a:spcPts val="1200"/>
              </a:spcBef>
              <a:buFont typeface="Wingdings" panose="05000000000000000000" pitchFamily="2" charset="2"/>
              <a:buNone/>
            </a:pPr>
            <a:br>
              <a:rPr lang="en-GB" altLang="en-US" sz="2600" dirty="0"/>
            </a:br>
            <a:r>
              <a:rPr lang="ar" sz="2600" dirty="0"/>
              <a:t>	</a:t>
            </a:r>
          </a:p>
        </p:txBody>
      </p:sp>
      <p:sp>
        <p:nvSpPr>
          <p:cNvPr id="2" name="Footer Placeholder 2">
            <a:extLst>
              <a:ext uri="{FF2B5EF4-FFF2-40B4-BE49-F238E27FC236}">
                <a16:creationId xmlns:a16="http://schemas.microsoft.com/office/drawing/2014/main" id="{08008AAA-B13B-F94F-2424-DFEF6A8B7A4F}"/>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400" b="1" dirty="0"/>
              <a:t>نتاج التعلم أ</a:t>
            </a:r>
            <a:br>
              <a:rPr lang="en-US" altLang="en-US" sz="3400" b="1" dirty="0"/>
            </a:br>
            <a:br>
              <a:rPr lang="en-US" altLang="en-US" sz="3400" b="1" dirty="0"/>
            </a:br>
            <a:endParaRPr lang="en-GB" altLang="en-US" sz="3400" b="1"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547316" y="3861048"/>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buFont typeface="Arial" panose="020B0604020202020204" pitchFamily="34" charset="0"/>
              <a:buChar char="•"/>
            </a:pPr>
            <a:r>
              <a:rPr lang="ar" sz="2600" b="1" i="0" u="none" strike="noStrike" dirty="0"/>
              <a:t>أنظمة الطاقة والدفع المستخدمة في المركبات الهجينة</a:t>
            </a:r>
          </a:p>
          <a:p>
            <a:pPr marL="685800" rtl="1">
              <a:buFont typeface="Arial" panose="020B0604020202020204" pitchFamily="34" charset="0"/>
              <a:buChar char="•"/>
            </a:pPr>
            <a:r>
              <a:rPr lang="ar" sz="2600" b="1" dirty="0"/>
              <a:t>أنظمة الطاقة والدفع المستخدمة في المركبات الكهربائية</a:t>
            </a:r>
          </a:p>
          <a:p>
            <a:pPr marL="685800" rtl="1">
              <a:buFont typeface="Arial" panose="020B0604020202020204" pitchFamily="34" charset="0"/>
              <a:buChar char="•"/>
            </a:pPr>
            <a:endParaRPr lang="en-GB" altLang="en-US" sz="2600" b="1"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187624" y="2492897"/>
            <a:ext cx="7499176"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3000" b="0" i="0" u="none" strike="noStrike" dirty="0">
                <a:latin typeface="Sakkal Majalla" panose="02000000000000000000" pitchFamily="2" charset="-78"/>
                <a:cs typeface="Sakkal Majalla" panose="02000000000000000000" pitchFamily="2" charset="-78"/>
              </a:rPr>
              <a:t>تعرُّف عمليات التصميم والتشغيل لأنظمة دفع محركات المركبات الهجينة والكهربائية.</a:t>
            </a:r>
          </a:p>
          <a:p>
            <a:pPr rtl="1"/>
            <a:endParaRPr lang="en-GB" altLang="en-US" sz="3000" b="1" dirty="0">
              <a:highlight>
                <a:srgbClr val="FFFF00"/>
              </a:highlight>
              <a:latin typeface="Sakkal Majalla" panose="02000000000000000000" pitchFamily="2" charset="-78"/>
              <a:cs typeface="Sakkal Majalla" panose="02000000000000000000" pitchFamily="2" charset="-78"/>
            </a:endParaRPr>
          </a:p>
          <a:p>
            <a:pPr rtl="1"/>
            <a:endParaRPr lang="en-GB" altLang="en-US" sz="30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54DE5016-2414-0A93-D7B8-8251EA7B8194}"/>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5536" y="1988840"/>
            <a:ext cx="8208912" cy="41044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3000" b="1" i="0" u="none" strike="noStrike" dirty="0"/>
              <a:t>أنظمة الدفع الهجينة</a:t>
            </a:r>
            <a:r>
              <a:rPr lang="ar" sz="3000" b="0" i="0" u="none" strike="noStrike" dirty="0"/>
              <a:t> </a:t>
            </a:r>
          </a:p>
          <a:p>
            <a:pPr rtl="1">
              <a:buFont typeface="Arial" panose="020B0604020202020204" pitchFamily="34" charset="0"/>
              <a:buChar char="•"/>
            </a:pPr>
            <a:r>
              <a:rPr sz="2200" dirty="0" err="1"/>
              <a:t>تتكون</a:t>
            </a:r>
            <a:r>
              <a:rPr sz="2200" dirty="0"/>
              <a:t> </a:t>
            </a:r>
            <a:r>
              <a:rPr sz="2200" dirty="0" err="1"/>
              <a:t>مجموعة</a:t>
            </a:r>
            <a:r>
              <a:rPr sz="2200" dirty="0"/>
              <a:t> </a:t>
            </a:r>
            <a:r>
              <a:rPr sz="2200" dirty="0" err="1"/>
              <a:t>نقل</a:t>
            </a:r>
            <a:r>
              <a:rPr sz="2200" dirty="0"/>
              <a:t> </a:t>
            </a:r>
            <a:r>
              <a:rPr sz="2200" dirty="0" err="1"/>
              <a:t>الحركة</a:t>
            </a:r>
            <a:r>
              <a:rPr sz="2200" dirty="0"/>
              <a:t> </a:t>
            </a:r>
            <a:r>
              <a:rPr sz="2200" dirty="0" err="1"/>
              <a:t>الهجينة</a:t>
            </a:r>
            <a:r>
              <a:rPr sz="2200" dirty="0"/>
              <a:t> </a:t>
            </a:r>
            <a:r>
              <a:rPr sz="2200" dirty="0" err="1"/>
              <a:t>عادةً</a:t>
            </a:r>
            <a:r>
              <a:rPr sz="2200" dirty="0"/>
              <a:t> من </a:t>
            </a:r>
            <a:r>
              <a:rPr lang="ar" sz="2200" b="1" dirty="0"/>
              <a:t>محرك احتراق داخلي</a:t>
            </a:r>
            <a:r>
              <a:rPr sz="2200" dirty="0"/>
              <a:t>، و</a:t>
            </a:r>
            <a:r>
              <a:rPr lang="ar" sz="2200" b="1" dirty="0"/>
              <a:t>محرك كهربائي</a:t>
            </a:r>
            <a:r>
              <a:rPr sz="2200" dirty="0"/>
              <a:t>، </a:t>
            </a:r>
            <a:r>
              <a:rPr lang="ar" sz="2200" dirty="0">
                <a:effectLst/>
                <a:ea typeface="Times New Roman" panose="02020603050405020304" pitchFamily="18" charset="0"/>
              </a:rPr>
              <a:t> و</a:t>
            </a:r>
            <a:r>
              <a:rPr lang="ar" sz="2200" b="1" dirty="0">
                <a:effectLst/>
                <a:ea typeface="Times New Roman" panose="02020603050405020304" pitchFamily="18" charset="0"/>
              </a:rPr>
              <a:t>بطارية ليثيوم أيون أو هيدريد معدن النيكل، </a:t>
            </a:r>
            <a:r>
              <a:rPr lang="ar" sz="2200" dirty="0">
                <a:effectLst/>
                <a:ea typeface="Times New Roman" panose="02020603050405020304" pitchFamily="18" charset="0"/>
              </a:rPr>
              <a:t>و</a:t>
            </a:r>
            <a:r>
              <a:rPr sz="2200" b="1" dirty="0" err="1"/>
              <a:t>عاكس</a:t>
            </a:r>
            <a:r>
              <a:rPr lang="ar" sz="2200" dirty="0">
                <a:effectLst/>
                <a:ea typeface="Times New Roman" panose="02020603050405020304" pitchFamily="18" charset="0"/>
              </a:rPr>
              <a:t>، و</a:t>
            </a:r>
            <a:r>
              <a:rPr lang="ar" sz="2200" b="1" dirty="0">
                <a:effectLst/>
                <a:ea typeface="Times New Roman" panose="02020603050405020304" pitchFamily="18" charset="0"/>
              </a:rPr>
              <a:t>وحدة تفاضلية. </a:t>
            </a:r>
          </a:p>
          <a:p>
            <a:pPr rtl="1">
              <a:buFont typeface="Arial" panose="020B0604020202020204" pitchFamily="34" charset="0"/>
              <a:buChar char="•"/>
            </a:pPr>
            <a:r>
              <a:rPr lang="ar" sz="2200" b="1" dirty="0"/>
              <a:t>المحرك ذو علبة التروس</a:t>
            </a:r>
            <a:r>
              <a:rPr lang="ar" sz="2200" dirty="0"/>
              <a:t> هو محرك كهربائي مرتبط أو متصل بنظام نقل.</a:t>
            </a:r>
          </a:p>
          <a:p>
            <a:pPr rtl="1">
              <a:buFont typeface="Arial" panose="020B0604020202020204" pitchFamily="34" charset="0"/>
              <a:buChar char="•"/>
            </a:pPr>
            <a:r>
              <a:rPr lang="ar" sz="2200" dirty="0"/>
              <a:t>وغالبًا ما يوجد في </a:t>
            </a:r>
            <a:r>
              <a:rPr lang="ar" sz="2200" b="1" dirty="0"/>
              <a:t>خط الطاقة</a:t>
            </a:r>
            <a:r>
              <a:rPr lang="ar" sz="2200" dirty="0"/>
              <a:t> ويكون مرتبطًا </a:t>
            </a:r>
            <a:r>
              <a:rPr lang="ar" sz="2200" b="1" dirty="0"/>
              <a:t>بعمود الخرج </a:t>
            </a:r>
          </a:p>
          <a:p>
            <a:pPr rtl="1">
              <a:buFont typeface="Arial" panose="020B0604020202020204" pitchFamily="34" charset="0"/>
              <a:buChar char="•"/>
            </a:pPr>
            <a:r>
              <a:rPr lang="ar" sz="2200" dirty="0"/>
              <a:t>يمكن للمحرك الكهربائي أن يعطي دورانًا متغيرًا، ويمكن أن يعمل بحركة أمامية أو عكسية.</a:t>
            </a:r>
          </a:p>
          <a:p>
            <a:pPr indent="0" rtl="1">
              <a:buNone/>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000" b="1" i="0" u="none" strike="noStrike" dirty="0">
                <a:latin typeface="Sakkal Majalla" panose="02000000000000000000" pitchFamily="2" charset="-78"/>
                <a:cs typeface="Sakkal Majalla" panose="02000000000000000000" pitchFamily="2" charset="-78"/>
              </a:rPr>
              <a:t>أنظمة الطاقة والدفع المستخدمة في المركبات الهجينة</a:t>
            </a:r>
            <a:endParaRPr lang="en-GB" altLang="en-US" sz="30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4D09268D-F672-7586-9E19-F5B73D668510}"/>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diagram of a power generator&#10;&#10;Description automatically generated">
            <a:extLst>
              <a:ext uri="{FF2B5EF4-FFF2-40B4-BE49-F238E27FC236}">
                <a16:creationId xmlns:a16="http://schemas.microsoft.com/office/drawing/2014/main" id="{751A3611-C25F-BEF5-2837-47BBD74C7601}"/>
              </a:ext>
            </a:extLst>
          </p:cNvPr>
          <p:cNvPicPr>
            <a:picLocks noChangeAspect="1"/>
          </p:cNvPicPr>
          <p:nvPr/>
        </p:nvPicPr>
        <p:blipFill>
          <a:blip r:embed="rId3"/>
          <a:stretch>
            <a:fillRect/>
          </a:stretch>
        </p:blipFill>
        <p:spPr>
          <a:xfrm>
            <a:off x="4664667" y="2492896"/>
            <a:ext cx="3866164" cy="2986611"/>
          </a:xfrm>
          <a:prstGeom prst="rect">
            <a:avLst/>
          </a:prstGeom>
          <a:noFill/>
        </p:spPr>
      </p:pic>
      <p:sp>
        <p:nvSpPr>
          <p:cNvPr id="2" name="Title 1">
            <a:extLst>
              <a:ext uri="{FF2B5EF4-FFF2-40B4-BE49-F238E27FC236}">
                <a16:creationId xmlns:a16="http://schemas.microsoft.com/office/drawing/2014/main" id="{B65118EB-3639-9DA6-8EB4-4449C58CD5B0}"/>
              </a:ext>
            </a:extLst>
          </p:cNvPr>
          <p:cNvSpPr>
            <a:spLocks noGrp="1"/>
          </p:cNvSpPr>
          <p:nvPr>
            <p:ph type="title"/>
          </p:nvPr>
        </p:nvSpPr>
        <p:spPr>
          <a:xfrm>
            <a:off x="457200" y="1268760"/>
            <a:ext cx="8229600" cy="863600"/>
          </a:xfrm>
        </p:spPr>
        <p:txBody>
          <a:bodyPr rtlCol="1"/>
          <a:lstStyle/>
          <a:p>
            <a:pPr rtl="1"/>
            <a:br>
              <a:rPr lang="en-GB" sz="3000" b="1" kern="1200" dirty="0">
                <a:solidFill>
                  <a:schemeClr val="tx1"/>
                </a:solidFill>
                <a:ea typeface="+mn-ea"/>
              </a:rPr>
            </a:br>
            <a:r>
              <a:rPr lang="ar" sz="3000" b="1" kern="1200" dirty="0">
                <a:solidFill>
                  <a:schemeClr val="tx1"/>
                </a:solidFill>
                <a:ea typeface="+mn-ea"/>
              </a:rPr>
              <a:t>أنظمة الطاقة والدفع </a:t>
            </a:r>
            <a:br>
              <a:rPr lang="en-GB" sz="3000" b="1" kern="1200" dirty="0">
                <a:solidFill>
                  <a:schemeClr val="tx1"/>
                </a:solidFill>
                <a:ea typeface="+mn-ea"/>
              </a:rPr>
            </a:br>
            <a:r>
              <a:rPr lang="ar" sz="3000" b="1" kern="1200" dirty="0">
                <a:solidFill>
                  <a:schemeClr val="tx1"/>
                </a:solidFill>
                <a:ea typeface="+mn-ea"/>
              </a:rPr>
              <a:t>المستخدمة في المركبات الهجينة</a:t>
            </a:r>
            <a:br>
              <a:rPr lang="en-GB" altLang="en-US" sz="3000" b="1" dirty="0">
                <a:highlight>
                  <a:srgbClr val="FFFF00"/>
                </a:highlight>
              </a:rPr>
            </a:br>
            <a:endParaRPr lang="en-GB" sz="3000" dirty="0"/>
          </a:p>
        </p:txBody>
      </p:sp>
      <p:sp>
        <p:nvSpPr>
          <p:cNvPr id="6" name="TextBox 5">
            <a:extLst>
              <a:ext uri="{FF2B5EF4-FFF2-40B4-BE49-F238E27FC236}">
                <a16:creationId xmlns:a16="http://schemas.microsoft.com/office/drawing/2014/main" id="{D85A5BAA-5C4F-901F-3785-0CD70D9DC06A}"/>
              </a:ext>
            </a:extLst>
          </p:cNvPr>
          <p:cNvSpPr txBox="1"/>
          <p:nvPr/>
        </p:nvSpPr>
        <p:spPr>
          <a:xfrm>
            <a:off x="540643" y="2225534"/>
            <a:ext cx="3743325" cy="3416320"/>
          </a:xfrm>
          <a:prstGeom prst="rect">
            <a:avLst/>
          </a:prstGeom>
          <a:noFill/>
        </p:spPr>
        <p:txBody>
          <a:bodyPr wrap="square" rtlCol="1">
            <a:spAutoFit/>
          </a:bodyPr>
          <a:lstStyle/>
          <a:p>
            <a:pPr rtl="1"/>
            <a:r>
              <a:rPr lang="ar" dirty="0">
                <a:latin typeface="Sakkal Majalla" panose="02000000000000000000" pitchFamily="2" charset="-78"/>
                <a:cs typeface="Sakkal Majalla" panose="02000000000000000000" pitchFamily="2" charset="-78"/>
              </a:rPr>
              <a:t>يوضِّح الرسم البياني مجموعة نقل الحركة الهجينة غير المباشرة.</a:t>
            </a:r>
          </a:p>
          <a:p>
            <a:pPr rtl="1"/>
            <a:endParaRPr lang="en-GB" dirty="0">
              <a:latin typeface="Sakkal Majalla" panose="02000000000000000000" pitchFamily="2" charset="-78"/>
              <a:cs typeface="Sakkal Majalla" panose="02000000000000000000" pitchFamily="2" charset="-78"/>
            </a:endParaRPr>
          </a:p>
          <a:p>
            <a:pPr rtl="1"/>
            <a:r>
              <a:rPr lang="ar" dirty="0">
                <a:latin typeface="Sakkal Majalla" panose="02000000000000000000" pitchFamily="2" charset="-78"/>
                <a:cs typeface="Sakkal Majalla" panose="02000000000000000000" pitchFamily="2" charset="-78"/>
              </a:rPr>
              <a:t>محرك البنزين هو محرك احتراق داخلي. توفر بعض محركات الاحتراق الداخلي ببساطة طاقة لشحن البطارية، وبعضها يوفر الدفع للمحور أيضًا.</a:t>
            </a:r>
          </a:p>
          <a:p>
            <a:pPr rtl="1"/>
            <a:endParaRPr lang="en-GB" dirty="0">
              <a:latin typeface="Sakkal Majalla" panose="02000000000000000000" pitchFamily="2" charset="-78"/>
              <a:cs typeface="Sakkal Majalla" panose="02000000000000000000" pitchFamily="2" charset="-78"/>
            </a:endParaRPr>
          </a:p>
          <a:p>
            <a:pPr rtl="1"/>
            <a:r>
              <a:rPr lang="ar" dirty="0">
                <a:latin typeface="Sakkal Majalla" panose="02000000000000000000" pitchFamily="2" charset="-78"/>
                <a:cs typeface="Sakkal Majalla" panose="02000000000000000000" pitchFamily="2" charset="-78"/>
              </a:rPr>
              <a:t>جهاز الطاقة ينقل الطاقة إلى المولد</a:t>
            </a:r>
          </a:p>
          <a:p>
            <a:pPr rtl="1"/>
            <a:endParaRPr lang="en-GB" dirty="0">
              <a:latin typeface="Sakkal Majalla" panose="02000000000000000000" pitchFamily="2" charset="-78"/>
              <a:cs typeface="Sakkal Majalla" panose="02000000000000000000" pitchFamily="2" charset="-78"/>
            </a:endParaRPr>
          </a:p>
          <a:p>
            <a:pPr rtl="1"/>
            <a:r>
              <a:rPr lang="ar" dirty="0">
                <a:latin typeface="Sakkal Majalla" panose="02000000000000000000" pitchFamily="2" charset="-78"/>
                <a:cs typeface="Sakkal Majalla" panose="02000000000000000000" pitchFamily="2" charset="-78"/>
              </a:rPr>
              <a:t>يوفر المحرك الكهربائي الطاقة للمحور الأمامي في نظام الدفع الأمامي (FWD)، أما المركبات الهجينة ذات الدفع الخلفي (RWD) فعددها قليل جدًا </a:t>
            </a:r>
          </a:p>
        </p:txBody>
      </p:sp>
      <p:sp>
        <p:nvSpPr>
          <p:cNvPr id="7" name="TextBox 6">
            <a:extLst>
              <a:ext uri="{FF2B5EF4-FFF2-40B4-BE49-F238E27FC236}">
                <a16:creationId xmlns:a16="http://schemas.microsoft.com/office/drawing/2014/main" id="{DF2E79A9-465D-4BA6-9353-9CD0DC34FBEA}"/>
              </a:ext>
            </a:extLst>
          </p:cNvPr>
          <p:cNvSpPr txBox="1"/>
          <p:nvPr/>
        </p:nvSpPr>
        <p:spPr>
          <a:xfrm>
            <a:off x="6301623" y="2843748"/>
            <a:ext cx="813805" cy="196385"/>
          </a:xfrm>
          <a:prstGeom prst="rect">
            <a:avLst/>
          </a:prstGeom>
          <a:solidFill>
            <a:schemeClr val="bg1"/>
          </a:solidFill>
        </p:spPr>
        <p:txBody>
          <a:bodyPr wrap="square" lIns="0" tIns="0" rIns="0" bIns="0" rtlCol="1" anchor="ctr">
            <a:noAutofit/>
          </a:bodyPr>
          <a:lstStyle/>
          <a:p>
            <a:pPr algn="l" rtl="1"/>
            <a:r>
              <a:rPr lang="ar-EG" sz="1000" dirty="0">
                <a:latin typeface="Sakkal Majalla" panose="02000000000000000000" pitchFamily="2" charset="-78"/>
                <a:cs typeface="Sakkal Majalla" panose="02000000000000000000" pitchFamily="2" charset="-78"/>
              </a:rPr>
              <a:t>محرك بنزين</a:t>
            </a:r>
            <a:endParaRPr lang="ar" sz="1000" dirty="0">
              <a:latin typeface="Sakkal Majalla" panose="02000000000000000000" pitchFamily="2" charset="-78"/>
              <a:cs typeface="Sakkal Majalla" panose="02000000000000000000" pitchFamily="2" charset="-78"/>
            </a:endParaRPr>
          </a:p>
        </p:txBody>
      </p:sp>
      <p:sp>
        <p:nvSpPr>
          <p:cNvPr id="8" name="TextBox 7">
            <a:extLst>
              <a:ext uri="{FF2B5EF4-FFF2-40B4-BE49-F238E27FC236}">
                <a16:creationId xmlns:a16="http://schemas.microsoft.com/office/drawing/2014/main" id="{C4C55FFB-B7D6-4AD1-AA7E-74C87A1D785B}"/>
              </a:ext>
            </a:extLst>
          </p:cNvPr>
          <p:cNvSpPr txBox="1"/>
          <p:nvPr/>
        </p:nvSpPr>
        <p:spPr>
          <a:xfrm>
            <a:off x="7891313" y="2986778"/>
            <a:ext cx="425103" cy="131042"/>
          </a:xfrm>
          <a:prstGeom prst="rect">
            <a:avLst/>
          </a:prstGeom>
          <a:solidFill>
            <a:schemeClr val="bg1"/>
          </a:solidFill>
        </p:spPr>
        <p:txBody>
          <a:bodyPr wrap="square" lIns="0" tIns="0" rIns="0" bIns="0" rtlCol="1" anchor="ctr">
            <a:noAutofit/>
          </a:bodyPr>
          <a:lstStyle/>
          <a:p>
            <a:pPr algn="l" rtl="1"/>
            <a:r>
              <a:rPr lang="ar-EG" sz="1000" dirty="0">
                <a:latin typeface="Sakkal Majalla" panose="02000000000000000000" pitchFamily="2" charset="-78"/>
                <a:cs typeface="Sakkal Majalla" panose="02000000000000000000" pitchFamily="2" charset="-78"/>
              </a:rPr>
              <a:t>بطارية</a:t>
            </a:r>
            <a:endParaRPr lang="ar" sz="1000" dirty="0">
              <a:latin typeface="Sakkal Majalla" panose="02000000000000000000" pitchFamily="2" charset="-78"/>
              <a:cs typeface="Sakkal Majalla" panose="02000000000000000000" pitchFamily="2" charset="-78"/>
            </a:endParaRPr>
          </a:p>
        </p:txBody>
      </p:sp>
      <p:sp>
        <p:nvSpPr>
          <p:cNvPr id="9" name="TextBox 8">
            <a:extLst>
              <a:ext uri="{FF2B5EF4-FFF2-40B4-BE49-F238E27FC236}">
                <a16:creationId xmlns:a16="http://schemas.microsoft.com/office/drawing/2014/main" id="{5A269CC5-D43B-4E00-BADB-11DB3188A52E}"/>
              </a:ext>
            </a:extLst>
          </p:cNvPr>
          <p:cNvSpPr txBox="1"/>
          <p:nvPr/>
        </p:nvSpPr>
        <p:spPr>
          <a:xfrm>
            <a:off x="6204468" y="3615939"/>
            <a:ext cx="527771" cy="245109"/>
          </a:xfrm>
          <a:prstGeom prst="rect">
            <a:avLst/>
          </a:prstGeom>
          <a:solidFill>
            <a:schemeClr val="bg1"/>
          </a:solidFill>
        </p:spPr>
        <p:txBody>
          <a:bodyPr wrap="square" lIns="0" tIns="0" rIns="0" bIns="0" rtlCol="1" anchor="ctr">
            <a:noAutofit/>
          </a:bodyPr>
          <a:lstStyle/>
          <a:p>
            <a:pPr rtl="1"/>
            <a:r>
              <a:rPr lang="ar-EG" sz="1000" dirty="0">
                <a:latin typeface="Sakkal Majalla" panose="02000000000000000000" pitchFamily="2" charset="-78"/>
                <a:cs typeface="Sakkal Majalla" panose="02000000000000000000" pitchFamily="2" charset="-78"/>
              </a:rPr>
              <a:t>جهاز تقسيم الطاقة</a:t>
            </a:r>
            <a:endParaRPr lang="ar" sz="1000" dirty="0">
              <a:latin typeface="Sakkal Majalla" panose="02000000000000000000" pitchFamily="2" charset="-78"/>
              <a:cs typeface="Sakkal Majalla" panose="02000000000000000000" pitchFamily="2" charset="-78"/>
            </a:endParaRPr>
          </a:p>
        </p:txBody>
      </p:sp>
      <p:sp>
        <p:nvSpPr>
          <p:cNvPr id="10" name="TextBox 9">
            <a:extLst>
              <a:ext uri="{FF2B5EF4-FFF2-40B4-BE49-F238E27FC236}">
                <a16:creationId xmlns:a16="http://schemas.microsoft.com/office/drawing/2014/main" id="{DFD84864-638D-48AB-8F74-7FFA280C9288}"/>
              </a:ext>
            </a:extLst>
          </p:cNvPr>
          <p:cNvSpPr txBox="1"/>
          <p:nvPr/>
        </p:nvSpPr>
        <p:spPr>
          <a:xfrm>
            <a:off x="7308303" y="4293096"/>
            <a:ext cx="583009" cy="432048"/>
          </a:xfrm>
          <a:prstGeom prst="rect">
            <a:avLst/>
          </a:prstGeom>
          <a:solidFill>
            <a:schemeClr val="bg1"/>
          </a:solidFill>
        </p:spPr>
        <p:txBody>
          <a:bodyPr wrap="square" lIns="0" tIns="0" rIns="0" bIns="0" rtlCol="1" anchor="ctr">
            <a:noAutofit/>
          </a:bodyPr>
          <a:lstStyle/>
          <a:p>
            <a:pPr rtl="1"/>
            <a:r>
              <a:rPr lang="ar-EG" sz="1000" dirty="0">
                <a:latin typeface="Sakkal Majalla" panose="02000000000000000000" pitchFamily="2" charset="-78"/>
                <a:cs typeface="Sakkal Majalla" panose="02000000000000000000" pitchFamily="2" charset="-78"/>
              </a:rPr>
              <a:t>وصلة لإعادة الشحن</a:t>
            </a:r>
            <a:endParaRPr lang="ar" sz="1000" dirty="0">
              <a:latin typeface="Sakkal Majalla" panose="02000000000000000000" pitchFamily="2" charset="-78"/>
              <a:cs typeface="Sakkal Majalla" panose="02000000000000000000" pitchFamily="2" charset="-78"/>
            </a:endParaRPr>
          </a:p>
        </p:txBody>
      </p:sp>
      <p:sp>
        <p:nvSpPr>
          <p:cNvPr id="11" name="TextBox 10">
            <a:extLst>
              <a:ext uri="{FF2B5EF4-FFF2-40B4-BE49-F238E27FC236}">
                <a16:creationId xmlns:a16="http://schemas.microsoft.com/office/drawing/2014/main" id="{107C2C49-428F-4A23-A24A-44875A8259BC}"/>
              </a:ext>
            </a:extLst>
          </p:cNvPr>
          <p:cNvSpPr txBox="1"/>
          <p:nvPr/>
        </p:nvSpPr>
        <p:spPr>
          <a:xfrm>
            <a:off x="6196433" y="4923089"/>
            <a:ext cx="391791" cy="245109"/>
          </a:xfrm>
          <a:prstGeom prst="rect">
            <a:avLst/>
          </a:prstGeom>
          <a:solidFill>
            <a:schemeClr val="bg1"/>
          </a:solidFill>
        </p:spPr>
        <p:txBody>
          <a:bodyPr wrap="square" lIns="0" tIns="0" rIns="0" bIns="0" rtlCol="1" anchor="ctr">
            <a:noAutofit/>
          </a:bodyPr>
          <a:lstStyle/>
          <a:p>
            <a:pPr rtl="1"/>
            <a:r>
              <a:rPr lang="ar-EG" sz="1000" dirty="0">
                <a:latin typeface="Sakkal Majalla" panose="02000000000000000000" pitchFamily="2" charset="-78"/>
                <a:cs typeface="Sakkal Majalla" panose="02000000000000000000" pitchFamily="2" charset="-78"/>
              </a:rPr>
              <a:t>محرك كهربائي</a:t>
            </a:r>
            <a:endParaRPr lang="ar" sz="1000" dirty="0">
              <a:latin typeface="Sakkal Majalla" panose="02000000000000000000" pitchFamily="2" charset="-78"/>
              <a:cs typeface="Sakkal Majalla" panose="02000000000000000000" pitchFamily="2" charset="-78"/>
            </a:endParaRPr>
          </a:p>
        </p:txBody>
      </p:sp>
      <p:sp>
        <p:nvSpPr>
          <p:cNvPr id="12" name="TextBox 11">
            <a:extLst>
              <a:ext uri="{FF2B5EF4-FFF2-40B4-BE49-F238E27FC236}">
                <a16:creationId xmlns:a16="http://schemas.microsoft.com/office/drawing/2014/main" id="{EDA4F6F5-6482-477E-A2D8-E1741F017772}"/>
              </a:ext>
            </a:extLst>
          </p:cNvPr>
          <p:cNvSpPr txBox="1"/>
          <p:nvPr/>
        </p:nvSpPr>
        <p:spPr>
          <a:xfrm>
            <a:off x="6804248" y="3401680"/>
            <a:ext cx="720080" cy="196385"/>
          </a:xfrm>
          <a:prstGeom prst="rect">
            <a:avLst/>
          </a:prstGeom>
          <a:solidFill>
            <a:schemeClr val="bg1"/>
          </a:solidFill>
        </p:spPr>
        <p:txBody>
          <a:bodyPr wrap="square" lIns="0" tIns="0" rIns="0" bIns="0" rtlCol="1" anchor="ctr">
            <a:noAutofit/>
          </a:bodyPr>
          <a:lstStyle/>
          <a:p>
            <a:pPr algn="ctr" rtl="1"/>
            <a:r>
              <a:rPr lang="ar-EG" sz="900" dirty="0"/>
              <a:t>مولد</a:t>
            </a:r>
            <a:endParaRPr lang="ar" sz="900" dirty="0"/>
          </a:p>
        </p:txBody>
      </p:sp>
      <p:sp>
        <p:nvSpPr>
          <p:cNvPr id="3" name="Footer Placeholder 2">
            <a:extLst>
              <a:ext uri="{FF2B5EF4-FFF2-40B4-BE49-F238E27FC236}">
                <a16:creationId xmlns:a16="http://schemas.microsoft.com/office/drawing/2014/main" id="{DEB36382-90DC-64DF-FB8E-300CC374FD0F}"/>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spTree>
    <p:extLst>
      <p:ext uri="{BB962C8B-B14F-4D97-AF65-F5344CB8AC3E}">
        <p14:creationId xmlns:p14="http://schemas.microsoft.com/office/powerpoint/2010/main" val="3300192316"/>
      </p:ext>
    </p:extLst>
  </p:cSld>
  <p:clrMapOvr>
    <a:masterClrMapping/>
  </p:clrMapOvr>
  <p:transition>
    <p:sndAc>
      <p:stSnd>
        <p:snd r:embed="rId2"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1BF86-E924-8EE8-7391-756696A1F16E}"/>
              </a:ext>
            </a:extLst>
          </p:cNvPr>
          <p:cNvSpPr>
            <a:spLocks noGrp="1"/>
          </p:cNvSpPr>
          <p:nvPr>
            <p:ph type="title"/>
          </p:nvPr>
        </p:nvSpPr>
        <p:spPr>
          <a:xfrm>
            <a:off x="452099" y="1196752"/>
            <a:ext cx="8110536" cy="922674"/>
          </a:xfrm>
        </p:spPr>
        <p:txBody>
          <a:bodyPr rtlCol="1"/>
          <a:lstStyle/>
          <a:p>
            <a:pPr rtl="1"/>
            <a:r>
              <a:rPr lang="ar" sz="3000" b="1" kern="1200" dirty="0">
                <a:solidFill>
                  <a:schemeClr val="tx1"/>
                </a:solidFill>
                <a:ea typeface="+mn-ea"/>
              </a:rPr>
              <a:t>أنظمة الطاقة والدفع </a:t>
            </a:r>
            <a:br>
              <a:rPr lang="en-GB" sz="3000" b="1" kern="1200" dirty="0">
                <a:solidFill>
                  <a:schemeClr val="tx1"/>
                </a:solidFill>
                <a:ea typeface="+mn-ea"/>
              </a:rPr>
            </a:br>
            <a:r>
              <a:rPr lang="ar" sz="3000" b="1" kern="1200" dirty="0">
                <a:solidFill>
                  <a:schemeClr val="tx1"/>
                </a:solidFill>
                <a:ea typeface="+mn-ea"/>
              </a:rPr>
              <a:t>المستخدمة في المركبات الهجينة</a:t>
            </a:r>
            <a:endParaRPr lang="en-GB" sz="3000" dirty="0"/>
          </a:p>
        </p:txBody>
      </p:sp>
      <p:sp>
        <p:nvSpPr>
          <p:cNvPr id="3" name="Content Placeholder 2">
            <a:extLst>
              <a:ext uri="{FF2B5EF4-FFF2-40B4-BE49-F238E27FC236}">
                <a16:creationId xmlns:a16="http://schemas.microsoft.com/office/drawing/2014/main" id="{E8681FC5-9446-43E9-58D9-D65FD0CCCE28}"/>
              </a:ext>
            </a:extLst>
          </p:cNvPr>
          <p:cNvSpPr>
            <a:spLocks noGrp="1"/>
          </p:cNvSpPr>
          <p:nvPr>
            <p:ph sz="half" idx="2"/>
          </p:nvPr>
        </p:nvSpPr>
        <p:spPr>
          <a:xfrm>
            <a:off x="571160" y="2204864"/>
            <a:ext cx="7991475" cy="3816424"/>
          </a:xfrm>
        </p:spPr>
        <p:txBody>
          <a:bodyPr rtlCol="1"/>
          <a:lstStyle/>
          <a:p>
            <a:pPr marL="0" indent="0" rtl="1">
              <a:buNone/>
            </a:pPr>
            <a:r>
              <a:rPr lang="ar" sz="2200" b="0" i="0" u="none" strike="noStrike" dirty="0"/>
              <a:t>التصميم التشغيلي</a:t>
            </a:r>
          </a:p>
          <a:p>
            <a:pPr marL="0" indent="0" rtl="1">
              <a:buNone/>
            </a:pPr>
            <a:r>
              <a:rPr lang="ar" sz="2200" b="0" i="0" u="none" strike="noStrike" dirty="0"/>
              <a:t>تتكون المحركات ذات علبة التروس من :</a:t>
            </a:r>
          </a:p>
          <a:p>
            <a:pPr rtl="1">
              <a:buFont typeface="Arial" panose="020B0604020202020204" pitchFamily="34" charset="0"/>
              <a:buChar char="•"/>
            </a:pPr>
            <a:r>
              <a:rPr lang="ar" sz="2200" b="1" i="0" u="none" strike="noStrike" dirty="0"/>
              <a:t>العضو الدوار </a:t>
            </a:r>
            <a:r>
              <a:rPr lang="ar" sz="2200" b="0" i="0" u="none" strike="noStrike" dirty="0"/>
              <a:t>هو العمود الذي يمثل القلب الدوار المركزي للمحرك الكهربائي </a:t>
            </a:r>
          </a:p>
          <a:p>
            <a:pPr rtl="1">
              <a:buFont typeface="Arial" panose="020B0604020202020204" pitchFamily="34" charset="0"/>
              <a:buChar char="•"/>
            </a:pPr>
            <a:r>
              <a:rPr lang="ar" sz="2200" b="1" i="0" u="none" strike="noStrike" dirty="0"/>
              <a:t>العضو الساكن</a:t>
            </a:r>
            <a:r>
              <a:rPr lang="ar" sz="2200" b="0" i="0" u="none" strike="noStrike" dirty="0"/>
              <a:t> هو القسم المركزي غير الدوار للمحرك الكهربائي</a:t>
            </a:r>
          </a:p>
          <a:p>
            <a:pPr rtl="1">
              <a:buFont typeface="Arial" panose="020B0604020202020204" pitchFamily="34" charset="0"/>
              <a:buChar char="•"/>
            </a:pPr>
            <a:r>
              <a:rPr lang="ar" sz="2200" b="0" i="0" u="none" strike="noStrike" dirty="0"/>
              <a:t>سائل مكونات التبريد لتشتيت الحرارة من نظام الدفع</a:t>
            </a:r>
          </a:p>
          <a:p>
            <a:pPr rtl="1">
              <a:buFont typeface="Arial" panose="020B0604020202020204" pitchFamily="34" charset="0"/>
              <a:buChar char="•"/>
            </a:pPr>
            <a:r>
              <a:rPr lang="ar-EG" sz="2200" b="1" i="0" u="none" strike="noStrike" dirty="0"/>
              <a:t>ال</a:t>
            </a:r>
            <a:r>
              <a:rPr lang="ar" sz="2200" b="1" i="0" u="none" strike="noStrike" dirty="0"/>
              <a:t>عاكس </a:t>
            </a:r>
            <a:r>
              <a:rPr lang="ar" sz="2200" b="0" i="0" u="none" strike="noStrike" dirty="0"/>
              <a:t>يحول التيار المتناوب إلى تيار مستمر والتيار المستمر إلى تيار متناوب داخل نظام الدفع</a:t>
            </a:r>
          </a:p>
          <a:p>
            <a:pPr marL="0" indent="0" rtl="1">
              <a:buNone/>
            </a:pPr>
            <a:r>
              <a:rPr lang="ar" sz="2200" b="0" i="0" u="none" strike="noStrike" dirty="0"/>
              <a:t>علبة التروس الميكانيكية مثل الوحدة التفاضلية التي ستغير نسب النقل.</a:t>
            </a:r>
          </a:p>
          <a:p>
            <a:pPr marL="0" indent="0" rtl="1">
              <a:buNone/>
            </a:pPr>
            <a:r>
              <a:rPr lang="ar" sz="2200" dirty="0"/>
              <a:t>توجد العديد من أنظمة الدفع الهجينة المتغيرة التي توفرها الشركات المصنعة بتكوينات مختلفة.</a:t>
            </a:r>
          </a:p>
          <a:p>
            <a:pPr marL="0" indent="0" rtl="1">
              <a:buNone/>
            </a:pPr>
            <a:r>
              <a:rPr lang="ar" sz="2200" dirty="0"/>
              <a:t>ويمكن أن تكون هجينة متوازية أو متسلسلة أو مقسمة الطاقة.</a:t>
            </a:r>
          </a:p>
        </p:txBody>
      </p:sp>
      <p:sp>
        <p:nvSpPr>
          <p:cNvPr id="4" name="Footer Placeholder 2">
            <a:extLst>
              <a:ext uri="{FF2B5EF4-FFF2-40B4-BE49-F238E27FC236}">
                <a16:creationId xmlns:a16="http://schemas.microsoft.com/office/drawing/2014/main" id="{5B8AE661-6D1B-20ED-086A-7C5AFADBAD28}"/>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spTree>
    <p:extLst>
      <p:ext uri="{BB962C8B-B14F-4D97-AF65-F5344CB8AC3E}">
        <p14:creationId xmlns:p14="http://schemas.microsoft.com/office/powerpoint/2010/main" val="2120002925"/>
      </p:ext>
    </p:extLst>
  </p:cSld>
  <p:clrMapOvr>
    <a:masterClrMapping/>
  </p:clrMapOvr>
  <p:transition>
    <p:sndAc>
      <p:stSnd>
        <p:snd r:embed="rId2"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394DD-67DE-ED06-A3BB-DFC63C4D495A}"/>
              </a:ext>
            </a:extLst>
          </p:cNvPr>
          <p:cNvSpPr>
            <a:spLocks noGrp="1"/>
          </p:cNvSpPr>
          <p:nvPr>
            <p:ph type="title"/>
          </p:nvPr>
        </p:nvSpPr>
        <p:spPr>
          <a:xfrm>
            <a:off x="351140" y="1345324"/>
            <a:ext cx="8229600" cy="864000"/>
          </a:xfrm>
        </p:spPr>
        <p:txBody>
          <a:bodyPr wrap="square" rtlCol="1" anchor="ctr">
            <a:noAutofit/>
          </a:bodyPr>
          <a:lstStyle/>
          <a:p>
            <a:pPr rtl="1">
              <a:lnSpc>
                <a:spcPct val="90000"/>
              </a:lnSpc>
            </a:pPr>
            <a:r>
              <a:rPr lang="ar" sz="3000" b="1" kern="1200" dirty="0"/>
              <a:t>أنظمة الطاقة والدفع </a:t>
            </a:r>
            <a:br>
              <a:rPr lang="en-GB" sz="3000" b="1" kern="1200" dirty="0"/>
            </a:br>
            <a:r>
              <a:rPr lang="ar" sz="3000" b="1" kern="1200" dirty="0"/>
              <a:t>المستخدمة في المركبات الهجينة</a:t>
            </a:r>
            <a:endParaRPr lang="en-GB" sz="3000" dirty="0"/>
          </a:p>
        </p:txBody>
      </p:sp>
      <p:sp>
        <p:nvSpPr>
          <p:cNvPr id="3" name="Content Placeholder 2">
            <a:extLst>
              <a:ext uri="{FF2B5EF4-FFF2-40B4-BE49-F238E27FC236}">
                <a16:creationId xmlns:a16="http://schemas.microsoft.com/office/drawing/2014/main" id="{400F33EE-26C7-8B4E-8262-FD345B63585E}"/>
              </a:ext>
            </a:extLst>
          </p:cNvPr>
          <p:cNvSpPr>
            <a:spLocks noGrp="1"/>
          </p:cNvSpPr>
          <p:nvPr>
            <p:ph sz="half" idx="2"/>
          </p:nvPr>
        </p:nvSpPr>
        <p:spPr>
          <a:xfrm>
            <a:off x="434358" y="2492896"/>
            <a:ext cx="4027488" cy="4024100"/>
          </a:xfrm>
        </p:spPr>
        <p:txBody>
          <a:bodyPr wrap="square" rtlCol="1" anchor="t">
            <a:normAutofit/>
          </a:bodyPr>
          <a:lstStyle/>
          <a:p>
            <a:pPr rtl="1">
              <a:lnSpc>
                <a:spcPct val="90000"/>
              </a:lnSpc>
              <a:buFont typeface="Arial" panose="020B0604020202020204" pitchFamily="34" charset="0"/>
              <a:buChar char="•"/>
            </a:pPr>
            <a:r>
              <a:rPr lang="ar" sz="1700" b="1" i="0" u="none" strike="noStrike" dirty="0"/>
              <a:t>محركات الحذافة</a:t>
            </a:r>
            <a:r>
              <a:rPr lang="ar" sz="1700" b="0" i="0" u="none" strike="noStrike" dirty="0"/>
              <a:t> هي أحد إصدارات المحركات الكهربائية القياسية وغالبًا ما تستخدم في مركبات البضائع الثقيلة الكبيرة مثل الحافلات</a:t>
            </a:r>
          </a:p>
          <a:p>
            <a:pPr rtl="1">
              <a:lnSpc>
                <a:spcPct val="90000"/>
              </a:lnSpc>
              <a:buFont typeface="Arial" panose="020B0604020202020204" pitchFamily="34" charset="0"/>
              <a:buChar char="•"/>
            </a:pPr>
            <a:r>
              <a:rPr lang="ar" sz="1700" b="0" i="0" u="none" strike="noStrike" dirty="0"/>
              <a:t>وتتكون من العضو الدوار، والعضو الساكن، ومكونات التبريد، ومكونات الحذافة، والمبيت، وقابض الفصل، والنظام الهيدروليكي.</a:t>
            </a:r>
          </a:p>
          <a:p>
            <a:pPr rtl="1">
              <a:lnSpc>
                <a:spcPct val="90000"/>
              </a:lnSpc>
              <a:buFont typeface="Arial" panose="020B0604020202020204" pitchFamily="34" charset="0"/>
              <a:buChar char="•"/>
            </a:pPr>
            <a:r>
              <a:rPr lang="ar" sz="1700" dirty="0"/>
              <a:t>تدور الحذافة بما يزيد عن 65,000 دورة في الدقيقة، وتحتفظ بالطاقة عند الضغط على المكابح أو تباطؤ المركبة وتحرِّر الطاقة إلى البطارية عند سير المركبة.</a:t>
            </a:r>
          </a:p>
          <a:p>
            <a:pPr rtl="1">
              <a:lnSpc>
                <a:spcPct val="90000"/>
              </a:lnSpc>
              <a:buFont typeface="Arial" panose="020B0604020202020204" pitchFamily="34" charset="0"/>
              <a:buChar char="•"/>
            </a:pPr>
            <a:r>
              <a:rPr lang="ar" sz="1700" dirty="0"/>
              <a:t>يستخدم عدد قليل جدًا من مصنعي المركبات الخفيفة محركات الحذافة.</a:t>
            </a:r>
          </a:p>
          <a:p>
            <a:pPr rtl="1">
              <a:lnSpc>
                <a:spcPct val="90000"/>
              </a:lnSpc>
              <a:buFont typeface="Arial" panose="020B0604020202020204" pitchFamily="34" charset="0"/>
              <a:buChar char="•"/>
            </a:pPr>
            <a:r>
              <a:rPr lang="ar" sz="1700" dirty="0"/>
              <a:t>كانت تُستخدم في سيارات سباق فورمولا ون، ولكن لا يُسمح بها الآن.</a:t>
            </a:r>
          </a:p>
        </p:txBody>
      </p:sp>
      <p:sp>
        <p:nvSpPr>
          <p:cNvPr id="7" name="TextBox 6">
            <a:extLst>
              <a:ext uri="{FF2B5EF4-FFF2-40B4-BE49-F238E27FC236}">
                <a16:creationId xmlns:a16="http://schemas.microsoft.com/office/drawing/2014/main" id="{ED793402-5E9C-89EF-A1C2-122DEF78EBFB}"/>
              </a:ext>
            </a:extLst>
          </p:cNvPr>
          <p:cNvSpPr txBox="1"/>
          <p:nvPr/>
        </p:nvSpPr>
        <p:spPr>
          <a:xfrm>
            <a:off x="5148064" y="5085184"/>
            <a:ext cx="3312368" cy="707886"/>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نظام الدفع الأمامي لمركبة بمحرك احتراق داخلي هجين مزود بمحرك حذافة</a:t>
            </a:r>
          </a:p>
        </p:txBody>
      </p:sp>
      <p:pic>
        <p:nvPicPr>
          <p:cNvPr id="8" name="Picture 7">
            <a:extLst>
              <a:ext uri="{FF2B5EF4-FFF2-40B4-BE49-F238E27FC236}">
                <a16:creationId xmlns:a16="http://schemas.microsoft.com/office/drawing/2014/main" id="{DAA83F04-7344-191D-D769-6C8CFE42F9CD}"/>
              </a:ext>
            </a:extLst>
          </p:cNvPr>
          <p:cNvPicPr>
            <a:picLocks noChangeAspect="1"/>
          </p:cNvPicPr>
          <p:nvPr/>
        </p:nvPicPr>
        <p:blipFill>
          <a:blip r:embed="rId3"/>
          <a:stretch>
            <a:fillRect/>
          </a:stretch>
        </p:blipFill>
        <p:spPr>
          <a:xfrm>
            <a:off x="4465940" y="2772656"/>
            <a:ext cx="4433899" cy="2123604"/>
          </a:xfrm>
          <a:prstGeom prst="rect">
            <a:avLst/>
          </a:prstGeom>
        </p:spPr>
      </p:pic>
      <p:sp>
        <p:nvSpPr>
          <p:cNvPr id="10" name="TextBox 9">
            <a:extLst>
              <a:ext uri="{FF2B5EF4-FFF2-40B4-BE49-F238E27FC236}">
                <a16:creationId xmlns:a16="http://schemas.microsoft.com/office/drawing/2014/main" id="{4B53EF89-BE27-4E19-8A97-234E00B038DB}"/>
              </a:ext>
            </a:extLst>
          </p:cNvPr>
          <p:cNvSpPr txBox="1"/>
          <p:nvPr/>
        </p:nvSpPr>
        <p:spPr>
          <a:xfrm>
            <a:off x="7140478" y="2795215"/>
            <a:ext cx="648072" cy="144016"/>
          </a:xfrm>
          <a:prstGeom prst="rect">
            <a:avLst/>
          </a:prstGeom>
          <a:solidFill>
            <a:schemeClr val="bg1"/>
          </a:solidFill>
        </p:spPr>
        <p:txBody>
          <a:bodyPr wrap="square" lIns="0" tIns="0" rIns="0" bIns="0" rtlCol="1" anchor="ctr">
            <a:noAutofit/>
          </a:bodyPr>
          <a:lstStyle/>
          <a:p>
            <a:pPr algn="l" rtl="1"/>
            <a:r>
              <a:rPr lang="ar-EG" sz="1000" dirty="0">
                <a:latin typeface="Sakkal Majalla" panose="02000000000000000000" pitchFamily="2" charset="-78"/>
                <a:cs typeface="Sakkal Majalla" panose="02000000000000000000" pitchFamily="2" charset="-78"/>
              </a:rPr>
              <a:t>محرك حذافة</a:t>
            </a:r>
            <a:endParaRPr lang="ar" sz="1000" dirty="0">
              <a:latin typeface="Sakkal Majalla" panose="02000000000000000000" pitchFamily="2" charset="-78"/>
              <a:cs typeface="Sakkal Majalla" panose="02000000000000000000" pitchFamily="2" charset="-78"/>
            </a:endParaRPr>
          </a:p>
        </p:txBody>
      </p:sp>
      <p:sp>
        <p:nvSpPr>
          <p:cNvPr id="11" name="TextBox 10">
            <a:extLst>
              <a:ext uri="{FF2B5EF4-FFF2-40B4-BE49-F238E27FC236}">
                <a16:creationId xmlns:a16="http://schemas.microsoft.com/office/drawing/2014/main" id="{2EF0F035-03BA-492F-97FC-EADE7B503618}"/>
              </a:ext>
            </a:extLst>
          </p:cNvPr>
          <p:cNvSpPr txBox="1"/>
          <p:nvPr/>
        </p:nvSpPr>
        <p:spPr>
          <a:xfrm>
            <a:off x="8037757" y="3413100"/>
            <a:ext cx="350667" cy="159915"/>
          </a:xfrm>
          <a:prstGeom prst="rect">
            <a:avLst/>
          </a:prstGeom>
          <a:solidFill>
            <a:schemeClr val="bg1"/>
          </a:solidFill>
        </p:spPr>
        <p:txBody>
          <a:bodyPr wrap="square" lIns="0" tIns="0" rIns="0" bIns="0" rtlCol="1" anchor="ctr">
            <a:noAutofit/>
          </a:bodyPr>
          <a:lstStyle/>
          <a:p>
            <a:pPr algn="l" rtl="1"/>
            <a:r>
              <a:rPr lang="ar-EG" sz="1000" dirty="0">
                <a:latin typeface="Sakkal Majalla" panose="02000000000000000000" pitchFamily="2" charset="-78"/>
                <a:cs typeface="Sakkal Majalla" panose="02000000000000000000" pitchFamily="2" charset="-78"/>
              </a:rPr>
              <a:t>عاكِس</a:t>
            </a:r>
            <a:endParaRPr lang="ar" sz="1000" dirty="0">
              <a:latin typeface="Sakkal Majalla" panose="02000000000000000000" pitchFamily="2" charset="-78"/>
              <a:cs typeface="Sakkal Majalla" panose="02000000000000000000" pitchFamily="2" charset="-78"/>
            </a:endParaRPr>
          </a:p>
        </p:txBody>
      </p:sp>
      <p:sp>
        <p:nvSpPr>
          <p:cNvPr id="12" name="TextBox 11">
            <a:extLst>
              <a:ext uri="{FF2B5EF4-FFF2-40B4-BE49-F238E27FC236}">
                <a16:creationId xmlns:a16="http://schemas.microsoft.com/office/drawing/2014/main" id="{91BCB703-17B4-4BBE-A18A-FE973C52BED5}"/>
              </a:ext>
            </a:extLst>
          </p:cNvPr>
          <p:cNvSpPr txBox="1"/>
          <p:nvPr/>
        </p:nvSpPr>
        <p:spPr>
          <a:xfrm>
            <a:off x="7981124" y="3852775"/>
            <a:ext cx="690415" cy="440321"/>
          </a:xfrm>
          <a:prstGeom prst="rect">
            <a:avLst/>
          </a:prstGeom>
          <a:solidFill>
            <a:schemeClr val="bg1"/>
          </a:solidFill>
        </p:spPr>
        <p:txBody>
          <a:bodyPr wrap="square" lIns="0" tIns="0" rIns="0" bIns="0" rtlCol="1" anchor="ctr">
            <a:noAutofit/>
          </a:bodyPr>
          <a:lstStyle/>
          <a:p>
            <a:pPr algn="ctr" rtl="1"/>
            <a:r>
              <a:rPr lang="ar-EG" sz="1400" dirty="0">
                <a:latin typeface="Sakkal Majalla" panose="02000000000000000000" pitchFamily="2" charset="-78"/>
                <a:cs typeface="Sakkal Majalla" panose="02000000000000000000" pitchFamily="2" charset="-78"/>
              </a:rPr>
              <a:t>محرك احتراق داخلي</a:t>
            </a:r>
            <a:endParaRPr lang="ar" sz="1400" dirty="0">
              <a:latin typeface="Sakkal Majalla" panose="02000000000000000000" pitchFamily="2" charset="-78"/>
              <a:cs typeface="Sakkal Majalla" panose="02000000000000000000" pitchFamily="2" charset="-78"/>
            </a:endParaRPr>
          </a:p>
        </p:txBody>
      </p:sp>
      <p:sp>
        <p:nvSpPr>
          <p:cNvPr id="13" name="TextBox 12">
            <a:extLst>
              <a:ext uri="{FF2B5EF4-FFF2-40B4-BE49-F238E27FC236}">
                <a16:creationId xmlns:a16="http://schemas.microsoft.com/office/drawing/2014/main" id="{8FC9635C-8694-453C-8376-EEC099820C5E}"/>
              </a:ext>
            </a:extLst>
          </p:cNvPr>
          <p:cNvSpPr txBox="1"/>
          <p:nvPr/>
        </p:nvSpPr>
        <p:spPr>
          <a:xfrm>
            <a:off x="7900526" y="4750633"/>
            <a:ext cx="680214" cy="159915"/>
          </a:xfrm>
          <a:prstGeom prst="rect">
            <a:avLst/>
          </a:prstGeom>
          <a:solidFill>
            <a:schemeClr val="bg1"/>
          </a:solidFill>
        </p:spPr>
        <p:txBody>
          <a:bodyPr wrap="square" lIns="0" tIns="0" rIns="0" bIns="0" rtlCol="1" anchor="ctr">
            <a:noAutofit/>
          </a:bodyPr>
          <a:lstStyle/>
          <a:p>
            <a:pPr algn="l" rtl="1"/>
            <a:r>
              <a:rPr lang="ar-EG" sz="1000" dirty="0">
                <a:latin typeface="Sakkal Majalla" panose="02000000000000000000" pitchFamily="2" charset="-78"/>
                <a:cs typeface="Sakkal Majalla" panose="02000000000000000000" pitchFamily="2" charset="-78"/>
              </a:rPr>
              <a:t>محرك كهربائي</a:t>
            </a:r>
            <a:endParaRPr lang="ar" sz="1000" dirty="0">
              <a:latin typeface="Sakkal Majalla" panose="02000000000000000000" pitchFamily="2" charset="-78"/>
              <a:cs typeface="Sakkal Majalla" panose="02000000000000000000" pitchFamily="2" charset="-78"/>
            </a:endParaRPr>
          </a:p>
        </p:txBody>
      </p:sp>
      <p:sp>
        <p:nvSpPr>
          <p:cNvPr id="14" name="TextBox 13">
            <a:extLst>
              <a:ext uri="{FF2B5EF4-FFF2-40B4-BE49-F238E27FC236}">
                <a16:creationId xmlns:a16="http://schemas.microsoft.com/office/drawing/2014/main" id="{2924B206-5765-4705-8EE5-D27A61E81EBB}"/>
              </a:ext>
            </a:extLst>
          </p:cNvPr>
          <p:cNvSpPr txBox="1"/>
          <p:nvPr/>
        </p:nvSpPr>
        <p:spPr>
          <a:xfrm>
            <a:off x="5173074" y="4365104"/>
            <a:ext cx="1008112" cy="216024"/>
          </a:xfrm>
          <a:prstGeom prst="rect">
            <a:avLst/>
          </a:prstGeom>
          <a:solidFill>
            <a:schemeClr val="bg1"/>
          </a:solidFill>
        </p:spPr>
        <p:txBody>
          <a:bodyPr wrap="square" lIns="0" tIns="0" rIns="0" bIns="0" rtlCol="1" anchor="ctr">
            <a:noAutofit/>
          </a:bodyPr>
          <a:lstStyle/>
          <a:p>
            <a:pPr algn="ctr" rtl="1"/>
            <a:r>
              <a:rPr lang="ar-EG" sz="1200" dirty="0">
                <a:latin typeface="Sakkal Majalla" panose="02000000000000000000" pitchFamily="2" charset="-78"/>
                <a:cs typeface="Sakkal Majalla" panose="02000000000000000000" pitchFamily="2" charset="-78"/>
              </a:rPr>
              <a:t>منظومة </a:t>
            </a:r>
            <a:r>
              <a:rPr lang="ar-EG" sz="1200">
                <a:latin typeface="Sakkal Majalla" panose="02000000000000000000" pitchFamily="2" charset="-78"/>
                <a:cs typeface="Sakkal Majalla" panose="02000000000000000000" pitchFamily="2" charset="-78"/>
              </a:rPr>
              <a:t>نقل الطاقة</a:t>
            </a:r>
            <a:endParaRPr lang="ar" sz="12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0D4B3468-E903-0BFB-53C3-A4221182DB2F}"/>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spTree>
    <p:extLst>
      <p:ext uri="{BB962C8B-B14F-4D97-AF65-F5344CB8AC3E}">
        <p14:creationId xmlns:p14="http://schemas.microsoft.com/office/powerpoint/2010/main" val="2913733687"/>
      </p:ext>
    </p:extLst>
  </p:cSld>
  <p:clrMapOvr>
    <a:masterClrMapping/>
  </p:clrMapOvr>
  <p:transition>
    <p:sndAc>
      <p:stSnd>
        <p:snd r:embed="rId2"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4B12C-8F2E-82C0-2455-CB5E534B7FEB}"/>
              </a:ext>
            </a:extLst>
          </p:cNvPr>
          <p:cNvSpPr>
            <a:spLocks noGrp="1"/>
          </p:cNvSpPr>
          <p:nvPr>
            <p:ph type="ctrTitle"/>
          </p:nvPr>
        </p:nvSpPr>
        <p:spPr>
          <a:xfrm>
            <a:off x="685800" y="1052736"/>
            <a:ext cx="7772400" cy="1470025"/>
          </a:xfrm>
        </p:spPr>
        <p:txBody>
          <a:bodyPr rtlCol="1"/>
          <a:lstStyle/>
          <a:p>
            <a:pPr rtl="1"/>
            <a:r>
              <a:rPr lang="ar" sz="3000" b="1" dirty="0"/>
              <a:t>أنظمة الطاقة والدفع </a:t>
            </a:r>
            <a:br>
              <a:rPr lang="en-GB" sz="3000" b="1" dirty="0"/>
            </a:br>
            <a:r>
              <a:rPr lang="ar" sz="3000" b="1" dirty="0"/>
              <a:t>المستخدمة في المركبات الكهربائية</a:t>
            </a:r>
          </a:p>
        </p:txBody>
      </p:sp>
      <p:sp>
        <p:nvSpPr>
          <p:cNvPr id="6" name="Subtitle 5">
            <a:extLst>
              <a:ext uri="{FF2B5EF4-FFF2-40B4-BE49-F238E27FC236}">
                <a16:creationId xmlns:a16="http://schemas.microsoft.com/office/drawing/2014/main" id="{190D2CEC-D3F2-7E54-A211-D53E574B200C}"/>
              </a:ext>
            </a:extLst>
          </p:cNvPr>
          <p:cNvSpPr>
            <a:spLocks noGrp="1"/>
          </p:cNvSpPr>
          <p:nvPr>
            <p:ph type="subTitle" idx="1"/>
          </p:nvPr>
        </p:nvSpPr>
        <p:spPr>
          <a:xfrm>
            <a:off x="832048" y="2762288"/>
            <a:ext cx="7772400" cy="3433936"/>
          </a:xfrm>
        </p:spPr>
        <p:txBody>
          <a:bodyPr rtlCol="1"/>
          <a:lstStyle/>
          <a:p>
            <a:pPr marL="342900" indent="-342900" algn="r" rtl="1">
              <a:buFont typeface="Arial" panose="020B0604020202020204" pitchFamily="34" charset="0"/>
              <a:buChar char="•"/>
            </a:pPr>
            <a:r>
              <a:rPr lang="ar" sz="2200" b="0" i="0" u="none" strike="noStrike" dirty="0"/>
              <a:t>يُظهر </a:t>
            </a:r>
            <a:r>
              <a:rPr lang="ar" sz="2200" b="1" i="0" u="none" strike="noStrike" dirty="0"/>
              <a:t>التصميم التشغيلي</a:t>
            </a:r>
            <a:r>
              <a:rPr lang="ar" sz="2200" b="0" i="0" u="none" strike="noStrike" dirty="0"/>
              <a:t> الأجزاء الموجودة في النظام ومكان وجودها. </a:t>
            </a:r>
          </a:p>
          <a:p>
            <a:pPr marL="342900" indent="-342900" algn="r" rtl="1">
              <a:buFont typeface="Arial" panose="020B0604020202020204" pitchFamily="34" charset="0"/>
              <a:buChar char="•"/>
            </a:pPr>
            <a:r>
              <a:rPr lang="ar" sz="2200" dirty="0"/>
              <a:t>يوجد نوعان أساسيان من أنظمة الدفع: </a:t>
            </a:r>
            <a:r>
              <a:rPr lang="ar" sz="2200" b="1" dirty="0"/>
              <a:t>الدفع المباشر</a:t>
            </a:r>
            <a:r>
              <a:rPr lang="ar" sz="2200" dirty="0"/>
              <a:t> و</a:t>
            </a:r>
            <a:r>
              <a:rPr lang="ar" sz="2200" b="1" dirty="0"/>
              <a:t>الدفع غير المباشر</a:t>
            </a:r>
            <a:r>
              <a:rPr lang="ar" sz="2200" dirty="0"/>
              <a:t>، وتوجد العديد من إصدارات الشركات المصنعة لكل نوع.</a:t>
            </a:r>
            <a:endParaRPr lang="en-GB" sz="2200" b="0" i="0" u="none" strike="noStrike" baseline="0" dirty="0"/>
          </a:p>
          <a:p>
            <a:pPr marL="342900" indent="-342900" algn="r" rtl="1">
              <a:buFont typeface="Arial" panose="020B0604020202020204" pitchFamily="34" charset="0"/>
              <a:buChar char="•"/>
            </a:pPr>
            <a:r>
              <a:rPr lang="ar" sz="2200" b="0" i="0" u="none" strike="noStrike" dirty="0"/>
              <a:t>في </a:t>
            </a:r>
            <a:r>
              <a:rPr lang="ar" sz="2200" b="1" i="0" u="none" strike="noStrike" dirty="0"/>
              <a:t>نظام الدفع المباشر</a:t>
            </a:r>
            <a:r>
              <a:rPr lang="ar" sz="2200" b="0" i="0" u="none" strike="noStrike" dirty="0"/>
              <a:t>، يُركَّب العضو الدوار في عجلة الدفع ويُثبت عادةً على محمل العجلة، بينما يُثبت العضو الساكن عادةً على اللوحة الخلفية، ويُركَّب العاكس بالقرب منه ويحتوي على الإلكترونيات. </a:t>
            </a:r>
          </a:p>
        </p:txBody>
      </p:sp>
      <p:sp>
        <p:nvSpPr>
          <p:cNvPr id="3" name="Footer Placeholder 2">
            <a:extLst>
              <a:ext uri="{FF2B5EF4-FFF2-40B4-BE49-F238E27FC236}">
                <a16:creationId xmlns:a16="http://schemas.microsoft.com/office/drawing/2014/main" id="{237BC5CC-BC85-1DE3-6889-C9DC37CCA9EF}"/>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spTree>
    <p:extLst>
      <p:ext uri="{BB962C8B-B14F-4D97-AF65-F5344CB8AC3E}">
        <p14:creationId xmlns:p14="http://schemas.microsoft.com/office/powerpoint/2010/main" val="537745806"/>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0E73AD97-1D8D-BC1F-E50C-B70D17DBABA2}"/>
              </a:ext>
            </a:extLst>
          </p:cNvPr>
          <p:cNvSpPr>
            <a:spLocks noGrp="1"/>
          </p:cNvSpPr>
          <p:nvPr>
            <p:ph type="title"/>
          </p:nvPr>
        </p:nvSpPr>
        <p:spPr>
          <a:xfrm>
            <a:off x="457200" y="1195200"/>
            <a:ext cx="8229600" cy="864000"/>
          </a:xfrm>
        </p:spPr>
        <p:txBody>
          <a:bodyPr rtlCol="1"/>
          <a:lstStyle/>
          <a:p>
            <a:pPr rtl="1"/>
            <a:r>
              <a:rPr lang="ar" sz="3000" b="1" dirty="0"/>
              <a:t>أنظمة الطاقة والدفع المستخدمة في المركبات الكهربائية</a:t>
            </a:r>
            <a:endParaRPr lang="en-US" sz="3000" b="1" dirty="0"/>
          </a:p>
        </p:txBody>
      </p:sp>
      <p:sp>
        <p:nvSpPr>
          <p:cNvPr id="3" name="Content Placeholder 2">
            <a:extLst>
              <a:ext uri="{FF2B5EF4-FFF2-40B4-BE49-F238E27FC236}">
                <a16:creationId xmlns:a16="http://schemas.microsoft.com/office/drawing/2014/main" id="{FD263AA2-B235-408D-283C-9AD60568FDC5}"/>
              </a:ext>
            </a:extLst>
          </p:cNvPr>
          <p:cNvSpPr>
            <a:spLocks noGrp="1"/>
          </p:cNvSpPr>
          <p:nvPr>
            <p:ph sz="half" idx="2"/>
          </p:nvPr>
        </p:nvSpPr>
        <p:spPr>
          <a:xfrm>
            <a:off x="457200" y="2296506"/>
            <a:ext cx="4027488" cy="4024100"/>
          </a:xfrm>
        </p:spPr>
        <p:txBody>
          <a:bodyPr wrap="square" rtlCol="1" anchor="t">
            <a:normAutofit/>
          </a:bodyPr>
          <a:lstStyle/>
          <a:p>
            <a:pPr rtl="1">
              <a:lnSpc>
                <a:spcPct val="90000"/>
              </a:lnSpc>
            </a:pPr>
            <a:r>
              <a:rPr lang="ar" sz="2100" b="0" i="0" u="none" strike="noStrike" dirty="0"/>
              <a:t>في </a:t>
            </a:r>
            <a:r>
              <a:rPr lang="ar" sz="2100" b="1" i="0" u="none" strike="noStrike" dirty="0"/>
              <a:t>نظام الدفع غير المباشر</a:t>
            </a:r>
            <a:r>
              <a:rPr lang="ar" sz="2100" b="0" i="0" u="none" strike="noStrike" dirty="0"/>
              <a:t>، توجد أنظمة محركات كهربائية فردية، ويُركَّب العضو الدوار بموضع مركزي ويكون متصلاً بتروس ناقل الحركة ثم بعمود الخرج (التدوير).</a:t>
            </a:r>
          </a:p>
          <a:p>
            <a:pPr rtl="1">
              <a:lnSpc>
                <a:spcPct val="90000"/>
              </a:lnSpc>
            </a:pPr>
            <a:r>
              <a:rPr lang="ar" sz="2100" b="0" i="0" u="none" strike="noStrike" dirty="0"/>
              <a:t>عادةً ما يكون بالمحور الأمامي أو الخلفي اعتمادًا على ما إذا كان النظام دفع أمامي أو دفع خلفي. </a:t>
            </a:r>
          </a:p>
          <a:p>
            <a:pPr rtl="1">
              <a:lnSpc>
                <a:spcPct val="90000"/>
              </a:lnSpc>
            </a:pPr>
            <a:r>
              <a:rPr lang="ar" sz="2100" b="0" i="0" u="none" strike="noStrike" dirty="0"/>
              <a:t>بينما سيُركَّب العضو الساكن حول العضو الدوار في غلاف علبة التروس، مرتبطًا بعناصر التحكم الإلكترونية والعاكس ومجموعة نقل الحركة ذات التروس الكوكبية ونظام الدفع التفاضلي وأعمدة الخرج.</a:t>
            </a:r>
            <a:endParaRPr lang="en-GB" sz="2100" dirty="0"/>
          </a:p>
          <a:p>
            <a:pPr rtl="1">
              <a:lnSpc>
                <a:spcPct val="90000"/>
              </a:lnSpc>
            </a:pPr>
            <a:endParaRPr lang="en-GB" sz="2100" dirty="0"/>
          </a:p>
        </p:txBody>
      </p:sp>
      <p:sp>
        <p:nvSpPr>
          <p:cNvPr id="7" name="TextBox 6">
            <a:extLst>
              <a:ext uri="{FF2B5EF4-FFF2-40B4-BE49-F238E27FC236}">
                <a16:creationId xmlns:a16="http://schemas.microsoft.com/office/drawing/2014/main" id="{7DA1960E-D7E1-11D8-B396-797F75BDEA59}"/>
              </a:ext>
            </a:extLst>
          </p:cNvPr>
          <p:cNvSpPr txBox="1"/>
          <p:nvPr/>
        </p:nvSpPr>
        <p:spPr>
          <a:xfrm>
            <a:off x="4572000" y="5701996"/>
            <a:ext cx="4191000" cy="338554"/>
          </a:xfrm>
          <a:prstGeom prst="rect">
            <a:avLst/>
          </a:prstGeom>
          <a:noFill/>
        </p:spPr>
        <p:txBody>
          <a:bodyPr wrap="square" rtlCol="1">
            <a:spAutoFit/>
          </a:bodyPr>
          <a:lstStyle/>
          <a:p>
            <a:pPr algn="ctr" rtl="1"/>
            <a:r>
              <a:rPr lang="ar" sz="1600" b="1" dirty="0">
                <a:latin typeface="Sakkal Majalla" panose="02000000000000000000" pitchFamily="2" charset="-78"/>
                <a:cs typeface="Sakkal Majalla" panose="02000000000000000000" pitchFamily="2" charset="-78"/>
              </a:rPr>
              <a:t>مجموعة نقل الحركة</a:t>
            </a:r>
            <a:r>
              <a:rPr lang="ar" sz="1600" b="1" i="0" u="none" strike="noStrike" dirty="0">
                <a:latin typeface="Sakkal Majalla" panose="02000000000000000000" pitchFamily="2" charset="-78"/>
                <a:cs typeface="Sakkal Majalla" panose="02000000000000000000" pitchFamily="2" charset="-78"/>
              </a:rPr>
              <a:t> ذات</a:t>
            </a:r>
            <a:r>
              <a:rPr lang="ar" sz="1600" b="1" dirty="0">
                <a:latin typeface="Sakkal Majalla" panose="02000000000000000000" pitchFamily="2" charset="-78"/>
                <a:cs typeface="Sakkal Majalla" panose="02000000000000000000" pitchFamily="2" charset="-78"/>
              </a:rPr>
              <a:t> التروس الكوكبية</a:t>
            </a:r>
          </a:p>
        </p:txBody>
      </p:sp>
      <p:sp>
        <p:nvSpPr>
          <p:cNvPr id="2" name="Footer Placeholder 2">
            <a:extLst>
              <a:ext uri="{FF2B5EF4-FFF2-40B4-BE49-F238E27FC236}">
                <a16:creationId xmlns:a16="http://schemas.microsoft.com/office/drawing/2014/main" id="{96B785FE-5CCA-F058-779F-D7CADCA62D4B}"/>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pic>
        <p:nvPicPr>
          <p:cNvPr id="4" name="Picture 3" descr="Close-up of a gear mechanism&#10;&#10;Description automatically generated">
            <a:extLst>
              <a:ext uri="{FF2B5EF4-FFF2-40B4-BE49-F238E27FC236}">
                <a16:creationId xmlns:a16="http://schemas.microsoft.com/office/drawing/2014/main" id="{E4735485-489D-AFFB-160A-E3CF4A35D89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892504" y="2924944"/>
            <a:ext cx="3549991" cy="2366661"/>
          </a:xfrm>
          <a:prstGeom prst="rect">
            <a:avLst/>
          </a:prstGeom>
        </p:spPr>
      </p:pic>
    </p:spTree>
    <p:extLst>
      <p:ext uri="{BB962C8B-B14F-4D97-AF65-F5344CB8AC3E}">
        <p14:creationId xmlns:p14="http://schemas.microsoft.com/office/powerpoint/2010/main" val="1103540326"/>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5D633-B3AC-E614-6B0C-411F3CE798D5}"/>
              </a:ext>
            </a:extLst>
          </p:cNvPr>
          <p:cNvSpPr>
            <a:spLocks noGrp="1"/>
          </p:cNvSpPr>
          <p:nvPr>
            <p:ph type="title"/>
          </p:nvPr>
        </p:nvSpPr>
        <p:spPr>
          <a:xfrm>
            <a:off x="457200" y="1195200"/>
            <a:ext cx="8229600" cy="864000"/>
          </a:xfrm>
        </p:spPr>
        <p:txBody>
          <a:bodyPr wrap="square" rtlCol="1" anchor="ctr">
            <a:normAutofit/>
          </a:bodyPr>
          <a:lstStyle/>
          <a:p>
            <a:pPr rtl="1">
              <a:lnSpc>
                <a:spcPct val="90000"/>
              </a:lnSpc>
            </a:pPr>
            <a:r>
              <a:rPr lang="ar" sz="3000" b="1" dirty="0"/>
              <a:t>أنظمة الطاقة والدفع المستخدمة في المركبات الكهربائية</a:t>
            </a:r>
          </a:p>
        </p:txBody>
      </p:sp>
      <p:graphicFrame>
        <p:nvGraphicFramePr>
          <p:cNvPr id="9" name="Content Placeholder 8">
            <a:extLst>
              <a:ext uri="{FF2B5EF4-FFF2-40B4-BE49-F238E27FC236}">
                <a16:creationId xmlns:a16="http://schemas.microsoft.com/office/drawing/2014/main" id="{88F33BC7-9164-795F-E910-610003D08A25}"/>
              </a:ext>
            </a:extLst>
          </p:cNvPr>
          <p:cNvGraphicFramePr>
            <a:graphicFrameLocks noGrp="1"/>
          </p:cNvGraphicFramePr>
          <p:nvPr>
            <p:ph sz="half" idx="2"/>
            <p:extLst>
              <p:ext uri="{D42A27DB-BD31-4B8C-83A1-F6EECF244321}">
                <p14:modId xmlns:p14="http://schemas.microsoft.com/office/powerpoint/2010/main" val="1886751968"/>
              </p:ext>
            </p:extLst>
          </p:nvPr>
        </p:nvGraphicFramePr>
        <p:xfrm>
          <a:off x="313927" y="2059200"/>
          <a:ext cx="5003800" cy="2053279"/>
        </p:xfrm>
        <a:graphic>
          <a:graphicData uri="http://schemas.openxmlformats.org/drawingml/2006/table">
            <a:tbl>
              <a:tblPr rtl="1">
                <a:tableStyleId>{5C22544A-7EE6-4342-B048-85BDC9FD1C3A}</a:tableStyleId>
              </a:tblPr>
              <a:tblGrid>
                <a:gridCol w="787399">
                  <a:extLst>
                    <a:ext uri="{9D8B030D-6E8A-4147-A177-3AD203B41FA5}">
                      <a16:colId xmlns:a16="http://schemas.microsoft.com/office/drawing/2014/main" val="1606127055"/>
                    </a:ext>
                  </a:extLst>
                </a:gridCol>
                <a:gridCol w="4216401">
                  <a:extLst>
                    <a:ext uri="{9D8B030D-6E8A-4147-A177-3AD203B41FA5}">
                      <a16:colId xmlns:a16="http://schemas.microsoft.com/office/drawing/2014/main" val="1516274348"/>
                    </a:ext>
                  </a:extLst>
                </a:gridCol>
              </a:tblGrid>
              <a:tr h="358506">
                <a:tc>
                  <a:txBody>
                    <a:bodyPr/>
                    <a:lstStyle/>
                    <a:p>
                      <a:pPr algn="r" rtl="1" fontAlgn="ctr"/>
                      <a:r>
                        <a:rPr lang="ar" sz="1200" b="1" u="none" strike="noStrike" dirty="0">
                          <a:effectLst/>
                          <a:latin typeface="Sakkal Majalla" panose="02000000000000000000" pitchFamily="2" charset="-78"/>
                          <a:cs typeface="Sakkal Majalla" panose="02000000000000000000" pitchFamily="2" charset="-78"/>
                        </a:rPr>
                        <a:t>الدفع المباشر</a:t>
                      </a:r>
                      <a:endParaRPr lang="en-GB" sz="1200" b="1" i="0" u="none" strike="noStrike" dirty="0">
                        <a:solidFill>
                          <a:srgbClr val="000000"/>
                        </a:solidFill>
                        <a:effectLst/>
                        <a:latin typeface="Sakkal Majalla" panose="02000000000000000000" pitchFamily="2" charset="-78"/>
                        <a:cs typeface="Sakkal Majalla" panose="02000000000000000000" pitchFamily="2" charset="-78"/>
                      </a:endParaRPr>
                    </a:p>
                  </a:txBody>
                  <a:tcPr marL="7667" marR="7667" marT="7667" marB="0" anchor="ctr">
                    <a:solidFill>
                      <a:schemeClr val="accent2">
                        <a:lumMod val="20000"/>
                        <a:lumOff val="80000"/>
                      </a:schemeClr>
                    </a:solidFill>
                  </a:tcPr>
                </a:tc>
                <a:tc>
                  <a:txBody>
                    <a:bodyPr/>
                    <a:lstStyle/>
                    <a:p>
                      <a:pPr algn="r" rtl="1" fontAlgn="ctr"/>
                      <a:r>
                        <a:rPr lang="ar" sz="1200" b="1" u="none" strike="noStrike" dirty="0">
                          <a:effectLst/>
                          <a:latin typeface="Sakkal Majalla" panose="02000000000000000000" pitchFamily="2" charset="-78"/>
                          <a:cs typeface="Sakkal Majalla" panose="02000000000000000000" pitchFamily="2" charset="-78"/>
                        </a:rPr>
                        <a:t>الوظيفة</a:t>
                      </a:r>
                      <a:endParaRPr lang="en-GB" sz="1200" b="1" i="0" u="none" strike="noStrike" dirty="0">
                        <a:solidFill>
                          <a:srgbClr val="000000"/>
                        </a:solidFill>
                        <a:effectLst/>
                        <a:latin typeface="Sakkal Majalla" panose="02000000000000000000" pitchFamily="2" charset="-78"/>
                        <a:cs typeface="Sakkal Majalla" panose="02000000000000000000" pitchFamily="2" charset="-78"/>
                      </a:endParaRPr>
                    </a:p>
                  </a:txBody>
                  <a:tcPr marL="7667" marR="7667" marT="7667" marB="0" anchor="ctr">
                    <a:solidFill>
                      <a:schemeClr val="accent2">
                        <a:lumMod val="20000"/>
                        <a:lumOff val="80000"/>
                      </a:schemeClr>
                    </a:solidFill>
                  </a:tcPr>
                </a:tc>
                <a:extLst>
                  <a:ext uri="{0D108BD9-81ED-4DB2-BD59-A6C34878D82A}">
                    <a16:rowId xmlns:a16="http://schemas.microsoft.com/office/drawing/2014/main" val="3812375920"/>
                  </a:ext>
                </a:extLst>
              </a:tr>
              <a:tr h="215102">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العضو الدوار</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667" marR="7667" marT="7667" marB="0" anchor="ctr">
                    <a:solidFill>
                      <a:schemeClr val="accent2">
                        <a:lumMod val="20000"/>
                        <a:lumOff val="80000"/>
                      </a:schemeClr>
                    </a:solidFill>
                  </a:tcPr>
                </a:tc>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 تدور أسطوانة العضو الدوار وتنقل عزم الدوران إلى محور العجلة.</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667" marR="7667" marT="7667" marB="0" anchor="ctr">
                    <a:solidFill>
                      <a:schemeClr val="accent2">
                        <a:lumMod val="20000"/>
                        <a:lumOff val="80000"/>
                      </a:schemeClr>
                    </a:solidFill>
                  </a:tcPr>
                </a:tc>
                <a:extLst>
                  <a:ext uri="{0D108BD9-81ED-4DB2-BD59-A6C34878D82A}">
                    <a16:rowId xmlns:a16="http://schemas.microsoft.com/office/drawing/2014/main" val="1239949175"/>
                  </a:ext>
                </a:extLst>
              </a:tr>
              <a:tr h="338020">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العضو الساكن</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667" marR="7667" marT="7667" marB="0" anchor="ctr">
                    <a:solidFill>
                      <a:schemeClr val="accent2">
                        <a:lumMod val="20000"/>
                        <a:lumOff val="80000"/>
                      </a:schemeClr>
                    </a:solidFill>
                  </a:tcPr>
                </a:tc>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الجزء الثابت في المحرك. يوفر العضو الساكن المجال المغناطيسي الذي يتسبب في دوران العضو الدوار.</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667" marR="7667" marT="7667" marB="0" anchor="ctr">
                    <a:solidFill>
                      <a:schemeClr val="accent2">
                        <a:lumMod val="20000"/>
                        <a:lumOff val="80000"/>
                      </a:schemeClr>
                    </a:solidFill>
                  </a:tcPr>
                </a:tc>
                <a:extLst>
                  <a:ext uri="{0D108BD9-81ED-4DB2-BD59-A6C34878D82A}">
                    <a16:rowId xmlns:a16="http://schemas.microsoft.com/office/drawing/2014/main" val="2731878818"/>
                  </a:ext>
                </a:extLst>
              </a:tr>
              <a:tr h="215102">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الإلكترونيات</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667" marR="7667" marT="7667" marB="0" anchor="ctr">
                    <a:solidFill>
                      <a:schemeClr val="accent2">
                        <a:lumMod val="20000"/>
                        <a:lumOff val="80000"/>
                      </a:schemeClr>
                    </a:solidFill>
                  </a:tcPr>
                </a:tc>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مثل العاكس الذي يتحكم في المحركات الكهربائية.</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667" marR="7667" marT="7667" marB="0" anchor="ctr">
                    <a:solidFill>
                      <a:schemeClr val="accent2">
                        <a:lumMod val="20000"/>
                        <a:lumOff val="80000"/>
                      </a:schemeClr>
                    </a:solidFill>
                  </a:tcPr>
                </a:tc>
                <a:extLst>
                  <a:ext uri="{0D108BD9-81ED-4DB2-BD59-A6C34878D82A}">
                    <a16:rowId xmlns:a16="http://schemas.microsoft.com/office/drawing/2014/main" val="11909325"/>
                  </a:ext>
                </a:extLst>
              </a:tr>
              <a:tr h="338020">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نظام تبريد</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667" marR="7667" marT="7667" marB="0" anchor="ctr">
                    <a:solidFill>
                      <a:schemeClr val="accent2">
                        <a:lumMod val="20000"/>
                        <a:lumOff val="80000"/>
                      </a:schemeClr>
                    </a:solidFill>
                  </a:tcPr>
                </a:tc>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يُبرد الهواء المحرك. وتستخدم البطاريات نظام تبريد سائل متصل بالمشعاع (الرادياتير)</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667" marR="7667" marT="7667" marB="0" anchor="ctr">
                    <a:solidFill>
                      <a:schemeClr val="accent2">
                        <a:lumMod val="20000"/>
                        <a:lumOff val="80000"/>
                      </a:schemeClr>
                    </a:solidFill>
                  </a:tcPr>
                </a:tc>
                <a:extLst>
                  <a:ext uri="{0D108BD9-81ED-4DB2-BD59-A6C34878D82A}">
                    <a16:rowId xmlns:a16="http://schemas.microsoft.com/office/drawing/2014/main" val="682363568"/>
                  </a:ext>
                </a:extLst>
              </a:tr>
              <a:tr h="215102">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المحامل</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667" marR="7667" marT="7667" marB="0" anchor="ctr">
                    <a:solidFill>
                      <a:schemeClr val="accent2">
                        <a:lumMod val="20000"/>
                        <a:lumOff val="80000"/>
                      </a:schemeClr>
                    </a:solidFill>
                  </a:tcPr>
                </a:tc>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تضمن سلاسة التشغيل بين المكونات الدوارة</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667" marR="7667" marT="7667" marB="0" anchor="ctr">
                    <a:solidFill>
                      <a:schemeClr val="accent2">
                        <a:lumMod val="20000"/>
                        <a:lumOff val="80000"/>
                      </a:schemeClr>
                    </a:solidFill>
                  </a:tcPr>
                </a:tc>
                <a:extLst>
                  <a:ext uri="{0D108BD9-81ED-4DB2-BD59-A6C34878D82A}">
                    <a16:rowId xmlns:a16="http://schemas.microsoft.com/office/drawing/2014/main" val="3752076390"/>
                  </a:ext>
                </a:extLst>
              </a:tr>
              <a:tr h="338020">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محامل العجلات</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667" marR="7667" marT="7667" marB="0" anchor="ctr">
                    <a:solidFill>
                      <a:schemeClr val="accent2">
                        <a:lumMod val="20000"/>
                        <a:lumOff val="80000"/>
                      </a:schemeClr>
                    </a:solidFill>
                  </a:tcPr>
                </a:tc>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توفر دوران شبه عديم الاحتكاك عند تركيبها على محور العجلة والعجلة </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667" marR="7667" marT="7667" marB="0" anchor="ctr">
                    <a:solidFill>
                      <a:schemeClr val="accent2">
                        <a:lumMod val="20000"/>
                        <a:lumOff val="80000"/>
                      </a:schemeClr>
                    </a:solidFill>
                  </a:tcPr>
                </a:tc>
                <a:extLst>
                  <a:ext uri="{0D108BD9-81ED-4DB2-BD59-A6C34878D82A}">
                    <a16:rowId xmlns:a16="http://schemas.microsoft.com/office/drawing/2014/main" val="1500919097"/>
                  </a:ext>
                </a:extLst>
              </a:tr>
            </a:tbl>
          </a:graphicData>
        </a:graphic>
      </p:graphicFrame>
      <p:sp>
        <p:nvSpPr>
          <p:cNvPr id="7" name="TextBox 6">
            <a:extLst>
              <a:ext uri="{FF2B5EF4-FFF2-40B4-BE49-F238E27FC236}">
                <a16:creationId xmlns:a16="http://schemas.microsoft.com/office/drawing/2014/main" id="{65F91D9F-B281-8C41-F220-6FC516AC84BC}"/>
              </a:ext>
            </a:extLst>
          </p:cNvPr>
          <p:cNvSpPr txBox="1"/>
          <p:nvPr/>
        </p:nvSpPr>
        <p:spPr>
          <a:xfrm>
            <a:off x="6228184" y="5410387"/>
            <a:ext cx="2160240" cy="338554"/>
          </a:xfrm>
          <a:prstGeom prst="rect">
            <a:avLst/>
          </a:prstGeom>
          <a:noFill/>
        </p:spPr>
        <p:txBody>
          <a:bodyPr wrap="square" rtlCol="1">
            <a:spAutoFit/>
          </a:bodyPr>
          <a:lstStyle/>
          <a:p>
            <a:pPr algn="ctr" rtl="1"/>
            <a:r>
              <a:rPr lang="ar" sz="1600" b="1" dirty="0">
                <a:latin typeface="Sakkal Majalla" panose="02000000000000000000" pitchFamily="2" charset="-78"/>
                <a:cs typeface="Sakkal Majalla" panose="02000000000000000000" pitchFamily="2" charset="-78"/>
              </a:rPr>
              <a:t>النظام التفاضلي</a:t>
            </a:r>
          </a:p>
        </p:txBody>
      </p:sp>
      <p:graphicFrame>
        <p:nvGraphicFramePr>
          <p:cNvPr id="11" name="Table 10">
            <a:extLst>
              <a:ext uri="{FF2B5EF4-FFF2-40B4-BE49-F238E27FC236}">
                <a16:creationId xmlns:a16="http://schemas.microsoft.com/office/drawing/2014/main" id="{D617DA68-4523-490A-ADFB-3F8CA088F59D}"/>
              </a:ext>
            </a:extLst>
          </p:cNvPr>
          <p:cNvGraphicFramePr>
            <a:graphicFrameLocks noGrp="1"/>
          </p:cNvGraphicFramePr>
          <p:nvPr>
            <p:extLst>
              <p:ext uri="{D42A27DB-BD31-4B8C-83A1-F6EECF244321}">
                <p14:modId xmlns:p14="http://schemas.microsoft.com/office/powerpoint/2010/main" val="3847765836"/>
              </p:ext>
            </p:extLst>
          </p:nvPr>
        </p:nvGraphicFramePr>
        <p:xfrm>
          <a:off x="313927" y="4221088"/>
          <a:ext cx="5003800" cy="2409413"/>
        </p:xfrm>
        <a:graphic>
          <a:graphicData uri="http://schemas.openxmlformats.org/drawingml/2006/table">
            <a:tbl>
              <a:tblPr rtl="1">
                <a:tableStyleId>{5C22544A-7EE6-4342-B048-85BDC9FD1C3A}</a:tableStyleId>
              </a:tblPr>
              <a:tblGrid>
                <a:gridCol w="787400">
                  <a:extLst>
                    <a:ext uri="{9D8B030D-6E8A-4147-A177-3AD203B41FA5}">
                      <a16:colId xmlns:a16="http://schemas.microsoft.com/office/drawing/2014/main" val="1747515474"/>
                    </a:ext>
                  </a:extLst>
                </a:gridCol>
                <a:gridCol w="4216400">
                  <a:extLst>
                    <a:ext uri="{9D8B030D-6E8A-4147-A177-3AD203B41FA5}">
                      <a16:colId xmlns:a16="http://schemas.microsoft.com/office/drawing/2014/main" val="3486711315"/>
                    </a:ext>
                  </a:extLst>
                </a:gridCol>
              </a:tblGrid>
              <a:tr h="362871">
                <a:tc>
                  <a:txBody>
                    <a:bodyPr/>
                    <a:lstStyle/>
                    <a:p>
                      <a:pPr algn="r" rtl="1" fontAlgn="ctr"/>
                      <a:r>
                        <a:rPr lang="ar" sz="1200" b="1" u="none" strike="noStrike" dirty="0">
                          <a:effectLst/>
                          <a:latin typeface="Sakkal Majalla" panose="02000000000000000000" pitchFamily="2" charset="-78"/>
                          <a:cs typeface="Sakkal Majalla" panose="02000000000000000000" pitchFamily="2" charset="-78"/>
                        </a:rPr>
                        <a:t>الدفع غير المباشر</a:t>
                      </a:r>
                      <a:endParaRPr lang="en-GB" sz="1200" b="1" i="0" u="none" strike="noStrike" dirty="0">
                        <a:solidFill>
                          <a:srgbClr val="000000"/>
                        </a:solidFill>
                        <a:effectLst/>
                        <a:latin typeface="Sakkal Majalla" panose="02000000000000000000" pitchFamily="2" charset="-78"/>
                        <a:cs typeface="Sakkal Majalla" panose="02000000000000000000" pitchFamily="2" charset="-78"/>
                      </a:endParaRPr>
                    </a:p>
                  </a:txBody>
                  <a:tcPr marL="9525" marR="9525" marT="9525" marB="0" anchor="ctr"/>
                </a:tc>
                <a:tc>
                  <a:txBody>
                    <a:bodyPr/>
                    <a:lstStyle/>
                    <a:p>
                      <a:pPr algn="r" rtl="1" fontAlgn="ctr"/>
                      <a:r>
                        <a:rPr lang="ar" sz="1200" b="1" u="none" strike="noStrike" dirty="0">
                          <a:effectLst/>
                          <a:latin typeface="Sakkal Majalla" panose="02000000000000000000" pitchFamily="2" charset="-78"/>
                          <a:cs typeface="Sakkal Majalla" panose="02000000000000000000" pitchFamily="2" charset="-78"/>
                        </a:rPr>
                        <a:t>الوظيفة</a:t>
                      </a:r>
                      <a:endParaRPr lang="en-GB" sz="1200" b="1" i="0" u="none" strike="noStrike" dirty="0">
                        <a:solidFill>
                          <a:srgbClr val="000000"/>
                        </a:solidFill>
                        <a:effectLst/>
                        <a:latin typeface="Sakkal Majalla" panose="02000000000000000000" pitchFamily="2" charset="-78"/>
                        <a:cs typeface="Sakkal Majalla" panose="02000000000000000000" pitchFamily="2" charset="-78"/>
                      </a:endParaRPr>
                    </a:p>
                  </a:txBody>
                  <a:tcPr marL="9525" marR="9525" marT="9525" marB="0" anchor="ctr"/>
                </a:tc>
                <a:extLst>
                  <a:ext uri="{0D108BD9-81ED-4DB2-BD59-A6C34878D82A}">
                    <a16:rowId xmlns:a16="http://schemas.microsoft.com/office/drawing/2014/main" val="3501041416"/>
                  </a:ext>
                </a:extLst>
              </a:tr>
              <a:tr h="342135">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العضو الدوار</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9525" marR="9525" marT="9525" marB="0" anchor="ctr"/>
                </a:tc>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 تدور أسطوانة العضو الدوار وتنقل عزم الدوران إلى ناقل الحركة.</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9525" marR="9525" marT="9525" marB="0" anchor="ctr"/>
                </a:tc>
                <a:extLst>
                  <a:ext uri="{0D108BD9-81ED-4DB2-BD59-A6C34878D82A}">
                    <a16:rowId xmlns:a16="http://schemas.microsoft.com/office/drawing/2014/main" val="1908177183"/>
                  </a:ext>
                </a:extLst>
              </a:tr>
              <a:tr h="342135">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التثبيت المركزي</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9525" marR="9525" marT="9525" marB="0" anchor="ctr"/>
                </a:tc>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يدور العضو الدوار في مركز المركبة الكهربائية في نظام دفع غير مباشر.</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9525" marR="9525" marT="9525" marB="0" anchor="ctr"/>
                </a:tc>
                <a:extLst>
                  <a:ext uri="{0D108BD9-81ED-4DB2-BD59-A6C34878D82A}">
                    <a16:rowId xmlns:a16="http://schemas.microsoft.com/office/drawing/2014/main" val="1248278573"/>
                  </a:ext>
                </a:extLst>
              </a:tr>
              <a:tr h="644852">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أنظمة التروس</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9525" marR="9525" marT="9525" marB="0" anchor="ctr"/>
                </a:tc>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توفر تغييرًا سلسًا للتروس (السرعات) تلقائيًا</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9525" marR="9525" marT="9525" marB="0" anchor="ctr"/>
                </a:tc>
                <a:extLst>
                  <a:ext uri="{0D108BD9-81ED-4DB2-BD59-A6C34878D82A}">
                    <a16:rowId xmlns:a16="http://schemas.microsoft.com/office/drawing/2014/main" val="3295421036"/>
                  </a:ext>
                </a:extLst>
              </a:tr>
              <a:tr h="342135">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أنظمة التبريد</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9525" marR="9525" marT="9525" marB="0" anchor="ctr"/>
                </a:tc>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تبرد المحركات الكهربائية، بحشية تبريد، وتميل أنظمة نقل الحركة إلى استخدام الزيت.</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9525" marR="9525" marT="9525" marB="0" anchor="ctr"/>
                </a:tc>
                <a:extLst>
                  <a:ext uri="{0D108BD9-81ED-4DB2-BD59-A6C34878D82A}">
                    <a16:rowId xmlns:a16="http://schemas.microsoft.com/office/drawing/2014/main" val="1240060777"/>
                  </a:ext>
                </a:extLst>
              </a:tr>
              <a:tr h="342135">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النظام التفاضلي</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9525" marR="9525" marT="9525" marB="0" anchor="ctr"/>
                </a:tc>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يسمح للعجلات الموجودة في الأمام في نظام الدفع الأمامي أو المحور الخلفي في نظام الدفع الخلفي بالدوران بسرعات مختلفة </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9525" marR="9525" marT="9525" marB="0" anchor="ctr"/>
                </a:tc>
                <a:extLst>
                  <a:ext uri="{0D108BD9-81ED-4DB2-BD59-A6C34878D82A}">
                    <a16:rowId xmlns:a16="http://schemas.microsoft.com/office/drawing/2014/main" val="3049762097"/>
                  </a:ext>
                </a:extLst>
              </a:tr>
            </a:tbl>
          </a:graphicData>
        </a:graphic>
      </p:graphicFrame>
      <p:sp>
        <p:nvSpPr>
          <p:cNvPr id="3" name="Footer Placeholder 2">
            <a:extLst>
              <a:ext uri="{FF2B5EF4-FFF2-40B4-BE49-F238E27FC236}">
                <a16:creationId xmlns:a16="http://schemas.microsoft.com/office/drawing/2014/main" id="{BB8D92CA-6680-DCB4-90CC-48A3FEEC11A7}"/>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pic>
        <p:nvPicPr>
          <p:cNvPr id="4" name="Picture 3" descr="Close-up of a gear mechanism&#10;&#10;Description automatically generated">
            <a:extLst>
              <a:ext uri="{FF2B5EF4-FFF2-40B4-BE49-F238E27FC236}">
                <a16:creationId xmlns:a16="http://schemas.microsoft.com/office/drawing/2014/main" id="{67CED177-3E95-1640-6890-E392E0D2FF7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669871" y="2996952"/>
            <a:ext cx="3160202" cy="2115237"/>
          </a:xfrm>
          <a:prstGeom prst="rect">
            <a:avLst/>
          </a:prstGeom>
        </p:spPr>
      </p:pic>
    </p:spTree>
    <p:extLst>
      <p:ext uri="{BB962C8B-B14F-4D97-AF65-F5344CB8AC3E}">
        <p14:creationId xmlns:p14="http://schemas.microsoft.com/office/powerpoint/2010/main" val="4260133310"/>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539750" y="1511972"/>
            <a:ext cx="8110538" cy="64769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3400" b="1" dirty="0"/>
              <a:t>نتاج التعلم ب</a:t>
            </a:r>
            <a:br>
              <a:rPr lang="en-GB" sz="3400" b="1" i="0" u="none" strike="noStrike" baseline="0" dirty="0"/>
            </a:br>
            <a:br>
              <a:rPr lang="en-GB" sz="3400" b="1" i="0" u="none" strike="noStrike" baseline="0" dirty="0"/>
            </a:br>
            <a:endParaRPr lang="en-GB" altLang="en-US" sz="34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721943" y="2276872"/>
            <a:ext cx="7920682" cy="352839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algn="ctr" rtl="1">
              <a:buFont typeface="Wingdings" panose="05000000000000000000" pitchFamily="2" charset="2"/>
              <a:buNone/>
            </a:pPr>
            <a:r>
              <a:rPr lang="ar" sz="3000" dirty="0">
                <a:solidFill>
                  <a:srgbClr val="FF0000"/>
                </a:solidFill>
              </a:rPr>
              <a:t> </a:t>
            </a:r>
            <a:r>
              <a:rPr lang="ar" sz="3000" b="1" i="0" u="none" strike="noStrike" dirty="0"/>
              <a:t>تعرُّف أنواع محركات المركبات الكهربائية </a:t>
            </a:r>
            <a:br>
              <a:rPr lang="ar-EG" sz="3000" b="1" i="0" u="none" strike="noStrike" dirty="0"/>
            </a:br>
            <a:r>
              <a:rPr lang="ar" sz="3000" b="1" i="0" u="none" strike="noStrike" dirty="0"/>
              <a:t>وتكوينها وتشغيلها</a:t>
            </a:r>
          </a:p>
          <a:p>
            <a:pPr indent="0" algn="ctr" rtl="1">
              <a:buFont typeface="Wingdings" panose="05000000000000000000" pitchFamily="2" charset="2"/>
              <a:buNone/>
            </a:pPr>
            <a:endParaRPr lang="en-GB" altLang="en-US" b="1" dirty="0"/>
          </a:p>
          <a:p>
            <a:pPr marL="628650" indent="-285750" rtl="1"/>
            <a:r>
              <a:rPr lang="ar" sz="2000" b="1" i="0" u="none" strike="noStrike" dirty="0"/>
              <a:t>أنواع محركات المركبات الكهربائية شائعة الاستخدام وتشغيلها</a:t>
            </a:r>
          </a:p>
          <a:p>
            <a:pPr marL="628650" indent="-285750" rtl="1"/>
            <a:r>
              <a:rPr lang="ar" sz="2000" b="1" i="0" u="none" strike="noStrike" dirty="0"/>
              <a:t>أنواع تكوين العضو الساكن وتشغيله </a:t>
            </a:r>
          </a:p>
          <a:p>
            <a:pPr marL="628650" indent="-285750" rtl="1"/>
            <a:r>
              <a:rPr lang="ar" sz="2000" b="1" i="0" u="none" strike="noStrike" dirty="0"/>
              <a:t>أنواع تكوين العضو الدوار وتشغيله</a:t>
            </a:r>
            <a:endParaRPr lang="en-GB" altLang="en-US" sz="1800" dirty="0">
              <a:solidFill>
                <a:srgbClr val="FF0000"/>
              </a:solidFill>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endParaRPr lang="en-GB" altLang="en-US" sz="36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ED233920-D6AA-8AA3-1AE4-5E51E24EE9B7}"/>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spTree>
    <p:extLst>
      <p:ext uri="{BB962C8B-B14F-4D97-AF65-F5344CB8AC3E}">
        <p14:creationId xmlns:p14="http://schemas.microsoft.com/office/powerpoint/2010/main" val="588007661"/>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27B75-EB60-B3BD-782C-745C6A07ECF6}"/>
              </a:ext>
            </a:extLst>
          </p:cNvPr>
          <p:cNvSpPr>
            <a:spLocks noGrp="1"/>
          </p:cNvSpPr>
          <p:nvPr>
            <p:ph type="title"/>
          </p:nvPr>
        </p:nvSpPr>
        <p:spPr>
          <a:xfrm>
            <a:off x="684213" y="1628800"/>
            <a:ext cx="8229600" cy="863600"/>
          </a:xfrm>
        </p:spPr>
        <p:txBody>
          <a:bodyPr rtlCol="1"/>
          <a:lstStyle/>
          <a:p>
            <a:pPr rtl="1"/>
            <a:r>
              <a:rPr lang="ar" sz="3000" b="1" i="0" u="none" strike="noStrike" dirty="0"/>
              <a:t>أنواع محركات المركبات الكهربائية شائعة الاستخدام وتشغيلها</a:t>
            </a:r>
            <a:br>
              <a:rPr lang="en-GB" sz="3000" b="1" i="0" u="none" strike="noStrike" baseline="0" dirty="0"/>
            </a:br>
            <a:endParaRPr lang="en-GB" sz="3000" dirty="0"/>
          </a:p>
        </p:txBody>
      </p:sp>
      <p:sp>
        <p:nvSpPr>
          <p:cNvPr id="3" name="Content Placeholder 2">
            <a:extLst>
              <a:ext uri="{FF2B5EF4-FFF2-40B4-BE49-F238E27FC236}">
                <a16:creationId xmlns:a16="http://schemas.microsoft.com/office/drawing/2014/main" id="{9E8F9DF2-B434-03BE-B4A9-89708D243143}"/>
              </a:ext>
            </a:extLst>
          </p:cNvPr>
          <p:cNvSpPr>
            <a:spLocks noGrp="1"/>
          </p:cNvSpPr>
          <p:nvPr>
            <p:ph sz="half" idx="2"/>
          </p:nvPr>
        </p:nvSpPr>
        <p:spPr>
          <a:xfrm>
            <a:off x="576263" y="2420888"/>
            <a:ext cx="7991475" cy="3816424"/>
          </a:xfrm>
        </p:spPr>
        <p:txBody>
          <a:bodyPr rtlCol="1"/>
          <a:lstStyle/>
          <a:p>
            <a:pPr marL="0" indent="0" rtl="1">
              <a:buNone/>
            </a:pPr>
            <a:r>
              <a:rPr lang="ar" sz="2000" b="0" i="0" u="none" strike="noStrike" dirty="0"/>
              <a:t>المحركات التي تعمل بالتيار المتناوب:</a:t>
            </a:r>
          </a:p>
          <a:p>
            <a:pPr rtl="1">
              <a:buFont typeface="Arial" panose="020B0604020202020204" pitchFamily="34" charset="0"/>
              <a:buChar char="•"/>
            </a:pPr>
            <a:r>
              <a:rPr lang="ar" sz="2000" b="0" i="0" u="none" strike="noStrike" dirty="0"/>
              <a:t>عادةً ما تعمل المحركات ذات علبة التروس بالتيار المتناوب، وعدد قليل من الشركات المصنعة </a:t>
            </a:r>
            <a:r>
              <a:rPr lang="ar-EG" sz="2000" b="0" i="0" u="none" strike="noStrike" dirty="0"/>
              <a:t>تستخدم </a:t>
            </a:r>
            <a:r>
              <a:rPr lang="ar" sz="2000" b="0" i="0" u="none" strike="noStrike" dirty="0"/>
              <a:t>المحركات التي تعمل بالتيار المستمر لكن</a:t>
            </a:r>
            <a:r>
              <a:rPr lang="ar-EG" sz="2000" b="0" i="0" u="none" strike="noStrike" dirty="0"/>
              <a:t> ذلك</a:t>
            </a:r>
            <a:r>
              <a:rPr lang="ar" sz="2000" b="0" i="0" u="none" strike="noStrike" dirty="0"/>
              <a:t> نادر.</a:t>
            </a:r>
          </a:p>
          <a:p>
            <a:pPr rtl="1">
              <a:buFont typeface="Arial" panose="020B0604020202020204" pitchFamily="34" charset="0"/>
              <a:buChar char="•"/>
            </a:pPr>
            <a:r>
              <a:rPr lang="ar" sz="2000" dirty="0"/>
              <a:t>محرك التيار المتناوب </a:t>
            </a:r>
            <a:r>
              <a:rPr lang="ar-EG" sz="2000" dirty="0"/>
              <a:t>قد يكون</a:t>
            </a:r>
            <a:r>
              <a:rPr lang="ar" sz="2000" dirty="0"/>
              <a:t> محرك</a:t>
            </a:r>
            <a:r>
              <a:rPr lang="ar-EG" sz="2000" dirty="0"/>
              <a:t>ًا</a:t>
            </a:r>
            <a:r>
              <a:rPr lang="ar" sz="2000" dirty="0"/>
              <a:t> </a:t>
            </a:r>
            <a:r>
              <a:rPr lang="ar" sz="2000" b="0" i="0" u="none" strike="noStrike" dirty="0"/>
              <a:t>متزامن</a:t>
            </a:r>
            <a:r>
              <a:rPr lang="ar-EG" sz="2000" b="0" i="0" u="none" strike="noStrike" dirty="0"/>
              <a:t>ًا</a:t>
            </a:r>
            <a:r>
              <a:rPr lang="ar" sz="2000" dirty="0"/>
              <a:t> أو محرك</a:t>
            </a:r>
            <a:r>
              <a:rPr lang="ar-EG" sz="2000" dirty="0"/>
              <a:t>ًا</a:t>
            </a:r>
            <a:r>
              <a:rPr lang="ar" sz="2000" dirty="0"/>
              <a:t> </a:t>
            </a:r>
            <a:r>
              <a:rPr lang="ar" sz="2000" b="0" i="0" u="none" strike="noStrike" dirty="0"/>
              <a:t>غير متزامن</a:t>
            </a:r>
            <a:r>
              <a:rPr lang="ar" sz="2000" dirty="0"/>
              <a:t>، ويمكن الإشارة إلى كلاهما بالمحرك التحريضي</a:t>
            </a:r>
          </a:p>
          <a:p>
            <a:pPr rtl="1">
              <a:buFont typeface="Arial" panose="020B0604020202020204" pitchFamily="34" charset="0"/>
              <a:buChar char="•"/>
            </a:pPr>
            <a:r>
              <a:rPr lang="ar" sz="2000" b="0" i="0" u="none" strike="noStrike" dirty="0"/>
              <a:t>العضو الدوار و</a:t>
            </a:r>
            <a:r>
              <a:rPr lang="ar-EG" sz="2000" b="0" i="0" u="none" strike="noStrike" dirty="0"/>
              <a:t>العضو </a:t>
            </a:r>
            <a:r>
              <a:rPr lang="ar" sz="2000" b="0" i="0" u="none" strike="noStrike" dirty="0"/>
              <a:t>الساكن </a:t>
            </a:r>
            <a:r>
              <a:rPr lang="ar" sz="2000" dirty="0"/>
              <a:t>بالمحرك المتزامن</a:t>
            </a:r>
            <a:r>
              <a:rPr lang="ar" sz="2000" b="0" i="0" u="none" strike="noStrike" dirty="0"/>
              <a:t> غير متزامنين (انظر الانزلاق)</a:t>
            </a:r>
            <a:r>
              <a:rPr lang="ar-EG" sz="2000" b="0" i="0" u="none" strike="noStrike" dirty="0"/>
              <a:t>ـ، </a:t>
            </a:r>
            <a:r>
              <a:rPr lang="ar" sz="2000" dirty="0"/>
              <a:t>ويتكون </a:t>
            </a:r>
            <a:r>
              <a:rPr lang="ar-EG" sz="2000" dirty="0"/>
              <a:t>العضو الدوار </a:t>
            </a:r>
            <a:r>
              <a:rPr lang="ar" sz="2000" dirty="0"/>
              <a:t>من:</a:t>
            </a:r>
          </a:p>
          <a:p>
            <a:pPr lvl="1" rtl="1">
              <a:buFont typeface="Arial" panose="020B0604020202020204" pitchFamily="34" charset="0"/>
              <a:buChar char="•"/>
            </a:pPr>
            <a:r>
              <a:rPr lang="ar" sz="2000" b="0" i="0" u="none" strike="noStrike" dirty="0">
                <a:latin typeface="Sakkal Majalla" panose="02000000000000000000" pitchFamily="2" charset="-78"/>
              </a:rPr>
              <a:t>القفص السنجابي، وهو دوار مصنوع من قضبان معدنية بزوايا طفيفة بين بعضها بعضًا. </a:t>
            </a:r>
          </a:p>
          <a:p>
            <a:pPr lvl="1" rtl="1">
              <a:buFont typeface="Arial" panose="020B0604020202020204" pitchFamily="34" charset="0"/>
              <a:buChar char="•"/>
            </a:pPr>
            <a:r>
              <a:rPr lang="ar" sz="2000" b="0" i="0" u="none" strike="noStrike" dirty="0">
                <a:latin typeface="Sakkal Majalla" panose="02000000000000000000" pitchFamily="2" charset="-78"/>
              </a:rPr>
              <a:t>العضو الدوار ذو اللفائف: </a:t>
            </a:r>
            <a:r>
              <a:rPr lang="ar-EG" sz="2000" b="0" i="0" u="none" strike="noStrike" dirty="0">
                <a:latin typeface="Sakkal Majalla" panose="02000000000000000000" pitchFamily="2" charset="-78"/>
              </a:rPr>
              <a:t>توصَّل </a:t>
            </a:r>
            <a:r>
              <a:rPr lang="ar" sz="2000" b="0" i="0" u="none" strike="noStrike" dirty="0">
                <a:latin typeface="Sakkal Majalla" panose="02000000000000000000" pitchFamily="2" charset="-78"/>
              </a:rPr>
              <a:t>لفائف العضو الدوار معًا عبر حلقات انزلاق</a:t>
            </a:r>
          </a:p>
          <a:p>
            <a:pPr rtl="1">
              <a:buFont typeface="Arial" panose="020B0604020202020204" pitchFamily="34" charset="0"/>
              <a:buChar char="•"/>
            </a:pPr>
            <a:r>
              <a:rPr lang="ar" sz="2000" b="0" i="0" u="none" strike="noStrike" dirty="0"/>
              <a:t>الانزلاق هو الفرق بين دوران المجال المغناطيسي وعمود العضو الدوار قبل دوران المجال المغناطيسي </a:t>
            </a:r>
            <a:br>
              <a:rPr lang="ar-EG" sz="2000" b="0" i="0" u="none" strike="noStrike" dirty="0"/>
            </a:br>
            <a:r>
              <a:rPr lang="ar" sz="2000" b="0" i="0" u="none" strike="noStrike" dirty="0"/>
              <a:t>(العضو الساكن) </a:t>
            </a:r>
          </a:p>
          <a:p>
            <a:pPr marL="0" indent="0" algn="l" rtl="1">
              <a:buNone/>
            </a:pPr>
            <a:endParaRPr lang="en-GB" sz="2800" dirty="0"/>
          </a:p>
        </p:txBody>
      </p:sp>
      <p:sp>
        <p:nvSpPr>
          <p:cNvPr id="4" name="Footer Placeholder 2">
            <a:extLst>
              <a:ext uri="{FF2B5EF4-FFF2-40B4-BE49-F238E27FC236}">
                <a16:creationId xmlns:a16="http://schemas.microsoft.com/office/drawing/2014/main" id="{9F4806D1-3D21-052B-5E2C-A081B6BCD1C3}"/>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spTree>
    <p:extLst>
      <p:ext uri="{BB962C8B-B14F-4D97-AF65-F5344CB8AC3E}">
        <p14:creationId xmlns:p14="http://schemas.microsoft.com/office/powerpoint/2010/main" val="3724741945"/>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09463" y="1340768"/>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000" b="1" i="0" u="none" strike="noStrike" dirty="0">
                <a:solidFill>
                  <a:schemeClr val="tx2"/>
                </a:solidFill>
                <a:latin typeface="Sakkal Majalla" panose="02000000000000000000" pitchFamily="2" charset="-78"/>
                <a:cs typeface="Sakkal Majalla" panose="02000000000000000000" pitchFamily="2" charset="-78"/>
              </a:rPr>
              <a:t>أنواع محركات المركبات الكهربائية </a:t>
            </a:r>
            <a:r>
              <a:rPr lang="ar-EG" sz="3000" b="1" dirty="0">
                <a:solidFill>
                  <a:schemeClr val="tx2"/>
                </a:solidFill>
                <a:latin typeface="Sakkal Majalla" panose="02000000000000000000" pitchFamily="2" charset="-78"/>
                <a:cs typeface="Sakkal Majalla" panose="02000000000000000000" pitchFamily="2" charset="-78"/>
              </a:rPr>
              <a:t> </a:t>
            </a:r>
            <a:r>
              <a:rPr lang="ar" sz="3000" b="1" i="0" u="none" strike="noStrike" dirty="0">
                <a:solidFill>
                  <a:schemeClr val="tx2"/>
                </a:solidFill>
                <a:latin typeface="Sakkal Majalla" panose="02000000000000000000" pitchFamily="2" charset="-78"/>
                <a:cs typeface="Sakkal Majalla" panose="02000000000000000000" pitchFamily="2" charset="-78"/>
              </a:rPr>
              <a:t>شائعة الاستخدام وتشغيلها</a:t>
            </a:r>
            <a:endParaRPr lang="en-US" altLang="en-US" sz="3000" b="1" dirty="0">
              <a:solidFill>
                <a:schemeClr val="tx2"/>
              </a:solidFill>
              <a:highlight>
                <a:srgbClr val="FFFF00"/>
              </a:highlight>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1"/>
          </p:nvPr>
        </p:nvSpPr>
        <p:spPr bwMode="auto">
          <a:xfrm>
            <a:off x="4606681" y="2348880"/>
            <a:ext cx="4027487"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0" indent="0" rtl="1">
              <a:lnSpc>
                <a:spcPct val="90000"/>
              </a:lnSpc>
              <a:buNone/>
            </a:pPr>
            <a:r>
              <a:rPr lang="ar" sz="1900" b="1" i="0" u="none" strike="noStrike" dirty="0"/>
              <a:t>محركات متزامنة </a:t>
            </a:r>
          </a:p>
          <a:p>
            <a:pPr rtl="1">
              <a:lnSpc>
                <a:spcPct val="90000"/>
              </a:lnSpc>
            </a:pPr>
            <a:r>
              <a:rPr lang="ar" sz="1900" b="0" i="0" u="none" strike="noStrike" dirty="0"/>
              <a:t>محركات متزامنة تستخدم التيار المستمر عبر حلقات انزلاق من البطارية وعاكسًا للتحويل إلى تيار متناوب</a:t>
            </a:r>
          </a:p>
          <a:p>
            <a:pPr rtl="1">
              <a:lnSpc>
                <a:spcPct val="90000"/>
              </a:lnSpc>
            </a:pPr>
            <a:r>
              <a:rPr lang="ar" sz="1900" b="0" i="0" u="none" strike="noStrike" dirty="0"/>
              <a:t>المغناطيس الدائم - يعمل العضو الدوار كمغناطيس كهربائي، ويساعد هذا الجزء في إنشاء المجال المغناطيسي. وتساوي سرعته الدورانية تردد التيار الذي يمد المحرك بالطاقة.</a:t>
            </a:r>
          </a:p>
          <a:p>
            <a:pPr rtl="1">
              <a:lnSpc>
                <a:spcPct val="90000"/>
              </a:lnSpc>
            </a:pPr>
            <a:r>
              <a:rPr lang="ar" sz="1900" b="0" i="0" u="none" strike="noStrike" dirty="0"/>
              <a:t>سرعة العضو الدوار والمجال المغناطيسي. يتزامن دوران المجالات المغناطيسية للعضو الدوار والعضو الساكن معًا وبالتالي لا يوجد انزلاق.</a:t>
            </a:r>
            <a:endParaRPr lang="en-GB" altLang="en-US" sz="1900" dirty="0"/>
          </a:p>
          <a:p>
            <a:pPr marL="685800" rtl="1">
              <a:lnSpc>
                <a:spcPct val="90000"/>
              </a:lnSpc>
            </a:pPr>
            <a:endParaRPr lang="en-GB" altLang="en-US" sz="1900" dirty="0"/>
          </a:p>
        </p:txBody>
      </p:sp>
      <p:sp>
        <p:nvSpPr>
          <p:cNvPr id="6" name="TextBox 5">
            <a:extLst>
              <a:ext uri="{FF2B5EF4-FFF2-40B4-BE49-F238E27FC236}">
                <a16:creationId xmlns:a16="http://schemas.microsoft.com/office/drawing/2014/main" id="{4D61BC5F-FF34-3B48-0AB4-A308E2B3115A}"/>
              </a:ext>
            </a:extLst>
          </p:cNvPr>
          <p:cNvSpPr txBox="1"/>
          <p:nvPr/>
        </p:nvSpPr>
        <p:spPr>
          <a:xfrm>
            <a:off x="601216" y="5462263"/>
            <a:ext cx="3466728" cy="584775"/>
          </a:xfrm>
          <a:prstGeom prst="rect">
            <a:avLst/>
          </a:prstGeom>
          <a:noFill/>
        </p:spPr>
        <p:txBody>
          <a:bodyPr wrap="square" rtlCol="1">
            <a:spAutoFit/>
          </a:bodyPr>
          <a:lstStyle/>
          <a:p>
            <a:pPr algn="ctr" rtl="1"/>
            <a:r>
              <a:rPr lang="ar" sz="1600" b="1" dirty="0">
                <a:latin typeface="Sakkal Majalla" panose="02000000000000000000" pitchFamily="2" charset="-78"/>
                <a:cs typeface="Sakkal Majalla" panose="02000000000000000000" pitchFamily="2" charset="-78"/>
              </a:rPr>
              <a:t>محرك كهربائي غير متزامن يُظهر عضو</a:t>
            </a:r>
            <a:r>
              <a:rPr lang="ar-EG" sz="1600" b="1" dirty="0">
                <a:latin typeface="Sakkal Majalla" panose="02000000000000000000" pitchFamily="2" charset="-78"/>
                <a:cs typeface="Sakkal Majalla" panose="02000000000000000000" pitchFamily="2" charset="-78"/>
              </a:rPr>
              <a:t>ًا </a:t>
            </a:r>
            <a:r>
              <a:rPr lang="ar" sz="1600" b="1" dirty="0">
                <a:latin typeface="Sakkal Majalla" panose="02000000000000000000" pitchFamily="2" charset="-78"/>
                <a:cs typeface="Sakkal Majalla" panose="02000000000000000000" pitchFamily="2" charset="-78"/>
              </a:rPr>
              <a:t>ساكن</a:t>
            </a:r>
            <a:r>
              <a:rPr lang="ar-EG" sz="1600" b="1" dirty="0">
                <a:latin typeface="Sakkal Majalla" panose="02000000000000000000" pitchFamily="2" charset="-78"/>
                <a:cs typeface="Sakkal Majalla" panose="02000000000000000000" pitchFamily="2" charset="-78"/>
              </a:rPr>
              <a:t>ًا</a:t>
            </a:r>
            <a:r>
              <a:rPr lang="ar" sz="1600" b="1" dirty="0">
                <a:latin typeface="Sakkal Majalla" panose="02000000000000000000" pitchFamily="2" charset="-78"/>
                <a:cs typeface="Sakkal Majalla" panose="02000000000000000000" pitchFamily="2" charset="-78"/>
              </a:rPr>
              <a:t> وملفات عضو دوار ومحمل</a:t>
            </a:r>
          </a:p>
        </p:txBody>
      </p:sp>
      <p:sp>
        <p:nvSpPr>
          <p:cNvPr id="2" name="Footer Placeholder 2">
            <a:extLst>
              <a:ext uri="{FF2B5EF4-FFF2-40B4-BE49-F238E27FC236}">
                <a16:creationId xmlns:a16="http://schemas.microsoft.com/office/drawing/2014/main" id="{525AF0AC-A560-CC0C-14A8-678BC1691999}"/>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pic>
        <p:nvPicPr>
          <p:cNvPr id="3" name="Picture 2" descr="A close-up of a machine&#10;&#10;Description automatically generated">
            <a:extLst>
              <a:ext uri="{FF2B5EF4-FFF2-40B4-BE49-F238E27FC236}">
                <a16:creationId xmlns:a16="http://schemas.microsoft.com/office/drawing/2014/main" id="{D0AA88FB-210C-D9FE-E371-F4CA07D6FB7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83568" y="2996952"/>
            <a:ext cx="3434150" cy="2289820"/>
          </a:xfrm>
          <a:prstGeom prst="rect">
            <a:avLst/>
          </a:prstGeom>
        </p:spPr>
      </p:pic>
    </p:spTree>
    <p:extLst>
      <p:ext uri="{BB962C8B-B14F-4D97-AF65-F5344CB8AC3E}">
        <p14:creationId xmlns:p14="http://schemas.microsoft.com/office/powerpoint/2010/main" val="3621417310"/>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56D07-C708-BA75-D1F6-4F9395810A41}"/>
              </a:ext>
            </a:extLst>
          </p:cNvPr>
          <p:cNvSpPr>
            <a:spLocks noGrp="1"/>
          </p:cNvSpPr>
          <p:nvPr>
            <p:ph type="title"/>
          </p:nvPr>
        </p:nvSpPr>
        <p:spPr>
          <a:xfrm>
            <a:off x="457200" y="1268760"/>
            <a:ext cx="8229600" cy="864000"/>
          </a:xfrm>
        </p:spPr>
        <p:txBody>
          <a:bodyPr rtlCol="1"/>
          <a:lstStyle/>
          <a:p>
            <a:pPr rtl="1"/>
            <a:br>
              <a:rPr lang="en-US" sz="3000" b="1" i="0" u="none" strike="noStrike" baseline="0" dirty="0">
                <a:solidFill>
                  <a:schemeClr val="tx2"/>
                </a:solidFill>
              </a:rPr>
            </a:br>
            <a:r>
              <a:rPr lang="ar" sz="3000" b="1" i="0" u="none" strike="noStrike" dirty="0">
                <a:solidFill>
                  <a:schemeClr val="tx2"/>
                </a:solidFill>
              </a:rPr>
              <a:t>أنواع محركات المركبات الكهربائية شائعة الاستخدام وتشغيلها</a:t>
            </a:r>
            <a:br>
              <a:rPr lang="en-US" altLang="en-US" sz="3000" b="1" dirty="0">
                <a:solidFill>
                  <a:schemeClr val="tx2"/>
                </a:solidFill>
                <a:highlight>
                  <a:srgbClr val="FFFF00"/>
                </a:highlight>
              </a:rPr>
            </a:br>
            <a:endParaRPr lang="en-GB" sz="3000" dirty="0"/>
          </a:p>
        </p:txBody>
      </p:sp>
      <p:sp>
        <p:nvSpPr>
          <p:cNvPr id="3" name="Content Placeholder 2">
            <a:extLst>
              <a:ext uri="{FF2B5EF4-FFF2-40B4-BE49-F238E27FC236}">
                <a16:creationId xmlns:a16="http://schemas.microsoft.com/office/drawing/2014/main" id="{7BF70C39-3DC2-1701-2811-A535F4548E5B}"/>
              </a:ext>
            </a:extLst>
          </p:cNvPr>
          <p:cNvSpPr>
            <a:spLocks noGrp="1"/>
          </p:cNvSpPr>
          <p:nvPr>
            <p:ph sz="half" idx="1"/>
          </p:nvPr>
        </p:nvSpPr>
        <p:spPr>
          <a:xfrm>
            <a:off x="3348634" y="2060848"/>
            <a:ext cx="5399830" cy="4263537"/>
          </a:xfrm>
        </p:spPr>
        <p:txBody>
          <a:bodyPr rtlCol="1"/>
          <a:lstStyle/>
          <a:p>
            <a:pPr marL="0" indent="0" rtl="1">
              <a:buNone/>
            </a:pPr>
            <a:r>
              <a:rPr lang="ar" sz="2000" b="1" i="0" u="none" strike="noStrike" dirty="0"/>
              <a:t>محركات التيار المستمر:</a:t>
            </a:r>
          </a:p>
          <a:p>
            <a:pPr rtl="1"/>
            <a:r>
              <a:rPr lang="ar" sz="2000" b="0" i="0" u="none" strike="noStrike" dirty="0">
                <a:solidFill>
                  <a:srgbClr val="000000"/>
                </a:solidFill>
              </a:rPr>
              <a:t>محركات التيار المستمر، المعروفة باسم المحركات المصقولة. تحتوي محركات التيار المستمر على مجموعة من مسفرات الاستخدام ومبدل لتغيير اتجاه التيار الكهربائي في لفائف المحرك.</a:t>
            </a:r>
            <a:endParaRPr lang="en-GB" sz="2000" b="0" i="0" u="none" strike="noStrike" baseline="0" dirty="0"/>
          </a:p>
          <a:p>
            <a:pPr rtl="1"/>
            <a:r>
              <a:rPr lang="ar" sz="2000" b="0" i="0" u="none" strike="noStrike" dirty="0"/>
              <a:t>مبادئ التشغيل. يمكن العثور على المحركات الكهربائية في العديد من الأجهزة اليومية. يتم توصيل محرك التيار المستمر مباشرةً بمصدر طاقة، عادةً بطارية، وتعتمد سرعة دورانه بشكل مباشر على تدفق التيار. كلما زاد التيار زاد الدوران. من السهل نسبيًا تصنيع محركات التيار المستمر. ولا توفر الكثير منها القوة الكافية لدفع المركبة، ولكن يمكن استخدامها لتشغيل ماسحات الزجاج الأمامي على سبيل المثال.</a:t>
            </a:r>
            <a:endParaRPr lang="en-GB" sz="2800" dirty="0"/>
          </a:p>
        </p:txBody>
      </p:sp>
      <p:sp>
        <p:nvSpPr>
          <p:cNvPr id="10" name="TextBox 9">
            <a:extLst>
              <a:ext uri="{FF2B5EF4-FFF2-40B4-BE49-F238E27FC236}">
                <a16:creationId xmlns:a16="http://schemas.microsoft.com/office/drawing/2014/main" id="{86D50C17-9229-3531-9B33-5E7DB3DA9110}"/>
              </a:ext>
            </a:extLst>
          </p:cNvPr>
          <p:cNvSpPr txBox="1"/>
          <p:nvPr/>
        </p:nvSpPr>
        <p:spPr>
          <a:xfrm>
            <a:off x="395536" y="5013176"/>
            <a:ext cx="2808312" cy="830997"/>
          </a:xfrm>
          <a:prstGeom prst="rect">
            <a:avLst/>
          </a:prstGeom>
          <a:noFill/>
        </p:spPr>
        <p:txBody>
          <a:bodyPr wrap="square" rtlCol="1">
            <a:spAutoFit/>
          </a:bodyPr>
          <a:lstStyle/>
          <a:p>
            <a:pPr algn="ctr" rtl="1"/>
            <a:r>
              <a:rPr lang="ar" sz="1600" b="1" dirty="0">
                <a:latin typeface="Sakkal Majalla" panose="02000000000000000000" pitchFamily="2" charset="-78"/>
                <a:cs typeface="Sakkal Majalla" panose="02000000000000000000" pitchFamily="2" charset="-78"/>
              </a:rPr>
              <a:t>محرك تيار مستمر ي</a:t>
            </a:r>
            <a:r>
              <a:rPr lang="ar-EG" sz="1600" b="1" dirty="0">
                <a:latin typeface="Sakkal Majalla" panose="02000000000000000000" pitchFamily="2" charset="-78"/>
                <a:cs typeface="Sakkal Majalla" panose="02000000000000000000" pitchFamily="2" charset="-78"/>
              </a:rPr>
              <a:t>ُظهِر</a:t>
            </a:r>
            <a:r>
              <a:rPr lang="ar" sz="1600" b="1" dirty="0">
                <a:latin typeface="Sakkal Majalla" panose="02000000000000000000" pitchFamily="2" charset="-78"/>
                <a:cs typeface="Sakkal Majalla" panose="02000000000000000000" pitchFamily="2" charset="-78"/>
              </a:rPr>
              <a:t> مغناطيسات الشمال والجنوب. عضو</a:t>
            </a:r>
            <a:r>
              <a:rPr lang="ar-EG" sz="1600" b="1" dirty="0">
                <a:latin typeface="Sakkal Majalla" panose="02000000000000000000" pitchFamily="2" charset="-78"/>
                <a:cs typeface="Sakkal Majalla" panose="02000000000000000000" pitchFamily="2" charset="-78"/>
              </a:rPr>
              <a:t>ًا </a:t>
            </a:r>
            <a:r>
              <a:rPr lang="ar" sz="1600" b="1" dirty="0">
                <a:latin typeface="Sakkal Majalla" panose="02000000000000000000" pitchFamily="2" charset="-78"/>
                <a:cs typeface="Sakkal Majalla" panose="02000000000000000000" pitchFamily="2" charset="-78"/>
              </a:rPr>
              <a:t>ساكن</a:t>
            </a:r>
            <a:r>
              <a:rPr lang="ar-EG" sz="1600" b="1" dirty="0">
                <a:latin typeface="Sakkal Majalla" panose="02000000000000000000" pitchFamily="2" charset="-78"/>
                <a:cs typeface="Sakkal Majalla" panose="02000000000000000000" pitchFamily="2" charset="-78"/>
              </a:rPr>
              <a:t>ًا</a:t>
            </a:r>
            <a:r>
              <a:rPr lang="ar" sz="1600" b="1" dirty="0">
                <a:latin typeface="Sakkal Majalla" panose="02000000000000000000" pitchFamily="2" charset="-78"/>
                <a:cs typeface="Sakkal Majalla" panose="02000000000000000000" pitchFamily="2" charset="-78"/>
              </a:rPr>
              <a:t>، وعضو</a:t>
            </a:r>
            <a:r>
              <a:rPr lang="ar-EG" sz="1600" b="1" dirty="0">
                <a:latin typeface="Sakkal Majalla" panose="02000000000000000000" pitchFamily="2" charset="-78"/>
                <a:cs typeface="Sakkal Majalla" panose="02000000000000000000" pitchFamily="2" charset="-78"/>
              </a:rPr>
              <a:t>ًا</a:t>
            </a:r>
            <a:r>
              <a:rPr lang="ar" sz="1600" b="1" dirty="0">
                <a:latin typeface="Sakkal Majalla" panose="02000000000000000000" pitchFamily="2" charset="-78"/>
                <a:cs typeface="Sakkal Majalla" panose="02000000000000000000" pitchFamily="2" charset="-78"/>
              </a:rPr>
              <a:t> دوار</a:t>
            </a:r>
            <a:r>
              <a:rPr lang="ar-EG" sz="1600" b="1" dirty="0">
                <a:latin typeface="Sakkal Majalla" panose="02000000000000000000" pitchFamily="2" charset="-78"/>
                <a:cs typeface="Sakkal Majalla" panose="02000000000000000000" pitchFamily="2" charset="-78"/>
              </a:rPr>
              <a:t>ًا</a:t>
            </a:r>
            <a:r>
              <a:rPr lang="ar" sz="1600" b="1" dirty="0">
                <a:latin typeface="Sakkal Majalla" panose="02000000000000000000" pitchFamily="2" charset="-78"/>
                <a:cs typeface="Sakkal Majalla" panose="02000000000000000000" pitchFamily="2" charset="-78"/>
              </a:rPr>
              <a:t>، ومبدل، ومسفرات </a:t>
            </a:r>
          </a:p>
        </p:txBody>
      </p:sp>
      <p:sp>
        <p:nvSpPr>
          <p:cNvPr id="4" name="Footer Placeholder 2">
            <a:extLst>
              <a:ext uri="{FF2B5EF4-FFF2-40B4-BE49-F238E27FC236}">
                <a16:creationId xmlns:a16="http://schemas.microsoft.com/office/drawing/2014/main" id="{FE92013D-88C6-9936-3444-8354D403990F}"/>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pic>
        <p:nvPicPr>
          <p:cNvPr id="5" name="Picture 4" descr="A circular object with wires&#10;&#10;Description automatically generated">
            <a:extLst>
              <a:ext uri="{FF2B5EF4-FFF2-40B4-BE49-F238E27FC236}">
                <a16:creationId xmlns:a16="http://schemas.microsoft.com/office/drawing/2014/main" id="{5D7FE12D-13A7-3FD9-BF39-05A480BF369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14197" y="2401799"/>
            <a:ext cx="2377440" cy="2377440"/>
          </a:xfrm>
          <a:prstGeom prst="rect">
            <a:avLst/>
          </a:prstGeom>
        </p:spPr>
      </p:pic>
    </p:spTree>
    <p:extLst>
      <p:ext uri="{BB962C8B-B14F-4D97-AF65-F5344CB8AC3E}">
        <p14:creationId xmlns:p14="http://schemas.microsoft.com/office/powerpoint/2010/main" val="3940841669"/>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EC338-A582-7489-11A5-F825DDC4AF6B}"/>
              </a:ext>
            </a:extLst>
          </p:cNvPr>
          <p:cNvSpPr>
            <a:spLocks noGrp="1"/>
          </p:cNvSpPr>
          <p:nvPr>
            <p:ph type="title"/>
          </p:nvPr>
        </p:nvSpPr>
        <p:spPr>
          <a:xfrm>
            <a:off x="457200" y="1195200"/>
            <a:ext cx="8229600" cy="864000"/>
          </a:xfrm>
        </p:spPr>
        <p:txBody>
          <a:bodyPr rtlCol="1"/>
          <a:lstStyle/>
          <a:p>
            <a:pPr rtl="1"/>
            <a:r>
              <a:rPr lang="ar" sz="3000" b="1" i="0" u="none" strike="noStrike" dirty="0"/>
              <a:t>أنواع تكوين العضو الساكن وتشغيله</a:t>
            </a:r>
            <a:endParaRPr lang="en-GB" sz="3000" dirty="0"/>
          </a:p>
        </p:txBody>
      </p:sp>
      <p:sp>
        <p:nvSpPr>
          <p:cNvPr id="3" name="Content Placeholder 2">
            <a:extLst>
              <a:ext uri="{FF2B5EF4-FFF2-40B4-BE49-F238E27FC236}">
                <a16:creationId xmlns:a16="http://schemas.microsoft.com/office/drawing/2014/main" id="{67ECF516-664F-23CF-2C0C-572D482DD16C}"/>
              </a:ext>
            </a:extLst>
          </p:cNvPr>
          <p:cNvSpPr>
            <a:spLocks noGrp="1"/>
          </p:cNvSpPr>
          <p:nvPr>
            <p:ph sz="half" idx="1"/>
          </p:nvPr>
        </p:nvSpPr>
        <p:spPr>
          <a:xfrm>
            <a:off x="539552" y="2196001"/>
            <a:ext cx="8136134" cy="4024100"/>
          </a:xfrm>
        </p:spPr>
        <p:txBody>
          <a:bodyPr rtlCol="1"/>
          <a:lstStyle/>
          <a:p>
            <a:pPr marL="0" indent="0" rtl="1">
              <a:buNone/>
            </a:pPr>
            <a:r>
              <a:rPr lang="ar" sz="2000" b="1" i="0" u="none" strike="noStrike" dirty="0"/>
              <a:t>أنواع تكوين العضو الساكن</a:t>
            </a:r>
          </a:p>
          <a:p>
            <a:pPr rtl="1"/>
            <a:r>
              <a:rPr lang="ar" sz="2000" b="0" i="0" u="none" strike="noStrike" dirty="0"/>
              <a:t>تكوين اللفائف ذات التوصيل النجمي الشكل</a:t>
            </a:r>
          </a:p>
          <a:p>
            <a:pPr lvl="1" rtl="1">
              <a:buFont typeface="Arial" panose="020B0604020202020204" pitchFamily="34" charset="0"/>
              <a:buChar char="•"/>
            </a:pPr>
            <a:r>
              <a:rPr lang="ar" sz="2000" b="0" i="0" u="none" strike="noStrike" dirty="0"/>
              <a:t>يتم توصيل المحرك غير المتزامن أو العضو الدوار ذو اللفائف دائمًا باستخدام اتصال نجمي بالعضو الساكن.</a:t>
            </a:r>
          </a:p>
          <a:p>
            <a:pPr lvl="1" rtl="1">
              <a:buFont typeface="Arial" panose="020B0604020202020204" pitchFamily="34" charset="0"/>
              <a:buChar char="•"/>
            </a:pPr>
            <a:r>
              <a:rPr sz="2000" dirty="0" err="1"/>
              <a:t>تميل</a:t>
            </a:r>
            <a:r>
              <a:rPr sz="2000" dirty="0"/>
              <a:t> </a:t>
            </a:r>
            <a:r>
              <a:rPr sz="2000" dirty="0" err="1"/>
              <a:t>التوصيلات</a:t>
            </a:r>
            <a:r>
              <a:rPr sz="2000" dirty="0"/>
              <a:t> </a:t>
            </a:r>
            <a:r>
              <a:rPr sz="2000" dirty="0" err="1"/>
              <a:t>النجمية</a:t>
            </a:r>
            <a:r>
              <a:rPr sz="2000" dirty="0"/>
              <a:t> </a:t>
            </a:r>
            <a:r>
              <a:rPr sz="2000" dirty="0" err="1"/>
              <a:t>إلى</a:t>
            </a:r>
            <a:r>
              <a:rPr sz="2000" dirty="0"/>
              <a:t> </a:t>
            </a:r>
            <a:r>
              <a:rPr sz="2000" dirty="0" err="1"/>
              <a:t>أن</a:t>
            </a:r>
            <a:r>
              <a:rPr sz="2000" dirty="0"/>
              <a:t> </a:t>
            </a:r>
            <a:r>
              <a:rPr sz="2000" dirty="0" err="1"/>
              <a:t>تكون</a:t>
            </a:r>
            <a:r>
              <a:rPr sz="2000" dirty="0"/>
              <a:t> </a:t>
            </a:r>
            <a:r>
              <a:rPr sz="2000" dirty="0" err="1"/>
              <a:t>أبطأ</a:t>
            </a:r>
            <a:r>
              <a:rPr sz="2000" dirty="0"/>
              <a:t> </a:t>
            </a:r>
            <a:r>
              <a:rPr sz="2000" dirty="0" err="1"/>
              <a:t>نظرًا</a:t>
            </a:r>
            <a:r>
              <a:rPr sz="2000" dirty="0"/>
              <a:t> </a:t>
            </a:r>
            <a:r>
              <a:rPr sz="2000" dirty="0" err="1"/>
              <a:t>لتطبيق</a:t>
            </a:r>
            <a:r>
              <a:rPr sz="2000" dirty="0"/>
              <a:t> </a:t>
            </a:r>
            <a:r>
              <a:rPr sz="2000" dirty="0" err="1"/>
              <a:t>حمولة</a:t>
            </a:r>
            <a:r>
              <a:rPr sz="2000" dirty="0"/>
              <a:t> </a:t>
            </a:r>
            <a:r>
              <a:rPr sz="2000" dirty="0" err="1"/>
              <a:t>قدرها</a:t>
            </a:r>
            <a:r>
              <a:rPr lang="ar-EG" sz="2000" dirty="0"/>
              <a:t> 1</a:t>
            </a:r>
            <a:r>
              <a:rPr lang="ar-EG" sz="2000" b="0" i="0" dirty="0">
                <a:solidFill>
                  <a:srgbClr val="2C2F34"/>
                </a:solidFill>
                <a:effectLst/>
              </a:rPr>
              <a:t>/</a:t>
            </a:r>
            <a:r>
              <a:rPr lang="ar" sz="2000" dirty="0">
                <a:solidFill>
                  <a:srgbClr val="2C2F34"/>
                </a:solidFill>
                <a:effectLst/>
              </a:rPr>
              <a:t> </a:t>
            </a:r>
            <a:r>
              <a:rPr lang="en-GB" sz="2000" b="0" i="0" dirty="0">
                <a:solidFill>
                  <a:srgbClr val="2C2F34"/>
                </a:solidFill>
                <a:effectLst/>
              </a:rPr>
              <a:t>√3</a:t>
            </a:r>
            <a:r>
              <a:rPr lang="ar" sz="2000" dirty="0">
                <a:solidFill>
                  <a:srgbClr val="2C2F34"/>
                </a:solidFill>
                <a:effectLst/>
              </a:rPr>
              <a:t>فقط.</a:t>
            </a:r>
            <a:endParaRPr lang="en-GB" sz="2000" b="0" i="0" u="none" strike="noStrike" baseline="0" dirty="0"/>
          </a:p>
          <a:p>
            <a:pPr rtl="1"/>
            <a:r>
              <a:rPr lang="ar" sz="2000" i="0" u="none" strike="noStrike" dirty="0"/>
              <a:t>تكوين اللفائف ذات التوصيل مثلثي الشكل</a:t>
            </a:r>
          </a:p>
          <a:p>
            <a:pPr lvl="1" rtl="1">
              <a:buFont typeface="Arial" panose="020B0604020202020204" pitchFamily="34" charset="0"/>
              <a:buChar char="•"/>
            </a:pPr>
            <a:r>
              <a:rPr lang="ar" sz="2000" b="0" i="0" u="none" strike="noStrike" dirty="0"/>
              <a:t>يتم تشغيل المحركات المتزامنة بتوصيل مثلثي بالعضو الساكن.</a:t>
            </a:r>
          </a:p>
          <a:p>
            <a:pPr lvl="1" rtl="1">
              <a:buFont typeface="Arial" panose="020B0604020202020204" pitchFamily="34" charset="0"/>
              <a:buChar char="•"/>
            </a:pPr>
            <a:r>
              <a:rPr lang="ar" sz="2000" dirty="0"/>
              <a:t>توفر التوصيلات المثلثية عددًا أعلى من الدورات في الدقيقة وعزم دوران أكبر بسبب الحمل الكامل الذي يُطبق.</a:t>
            </a:r>
          </a:p>
          <a:p>
            <a:pPr rtl="1"/>
            <a:r>
              <a:rPr lang="ar" sz="2000" dirty="0"/>
              <a:t>تستخدم بعض الشركات المصنعة توصيلات نجمية-مثلثية لبدء تشغيل المركبة بتيار بدء منخفض ومثلثي للسماح للمحرك بالعمل بأقصى سرعة. </a:t>
            </a:r>
            <a:endParaRPr lang="en-GB" sz="2000" dirty="0"/>
          </a:p>
        </p:txBody>
      </p:sp>
      <p:sp>
        <p:nvSpPr>
          <p:cNvPr id="4" name="Footer Placeholder 2">
            <a:extLst>
              <a:ext uri="{FF2B5EF4-FFF2-40B4-BE49-F238E27FC236}">
                <a16:creationId xmlns:a16="http://schemas.microsoft.com/office/drawing/2014/main" id="{E018E26B-4EE4-84CD-2060-F2FF2ADE91E1}"/>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spTree>
    <p:extLst>
      <p:ext uri="{BB962C8B-B14F-4D97-AF65-F5344CB8AC3E}">
        <p14:creationId xmlns:p14="http://schemas.microsoft.com/office/powerpoint/2010/main" val="1726487646"/>
      </p:ext>
    </p:extLst>
  </p:cSld>
  <p:clrMapOvr>
    <a:masterClrMapping/>
  </p:clrMapOvr>
  <p:transition>
    <p:sndAc>
      <p:stSnd>
        <p:snd r:embed="rId2"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929A9-308E-B14A-C342-24BFC7374039}"/>
              </a:ext>
            </a:extLst>
          </p:cNvPr>
          <p:cNvSpPr>
            <a:spLocks noGrp="1"/>
          </p:cNvSpPr>
          <p:nvPr>
            <p:ph type="title"/>
          </p:nvPr>
        </p:nvSpPr>
        <p:spPr>
          <a:xfrm>
            <a:off x="457200" y="1113837"/>
            <a:ext cx="8229600" cy="864000"/>
          </a:xfrm>
        </p:spPr>
        <p:txBody>
          <a:bodyPr wrap="square" rtlCol="1" anchor="ctr">
            <a:normAutofit/>
          </a:bodyPr>
          <a:lstStyle/>
          <a:p>
            <a:pPr rtl="1">
              <a:lnSpc>
                <a:spcPct val="90000"/>
              </a:lnSpc>
            </a:pPr>
            <a:r>
              <a:rPr lang="ar" sz="3300" b="1" i="0" u="none" strike="noStrike" dirty="0"/>
              <a:t>أنواع تكوين العضو الدوار وتشغيله</a:t>
            </a:r>
            <a:endParaRPr lang="en-GB" sz="3300" dirty="0"/>
          </a:p>
        </p:txBody>
      </p:sp>
      <p:sp>
        <p:nvSpPr>
          <p:cNvPr id="3" name="Content Placeholder 2">
            <a:extLst>
              <a:ext uri="{FF2B5EF4-FFF2-40B4-BE49-F238E27FC236}">
                <a16:creationId xmlns:a16="http://schemas.microsoft.com/office/drawing/2014/main" id="{B9519229-87A5-3BD3-37AD-E68E797EC659}"/>
              </a:ext>
            </a:extLst>
          </p:cNvPr>
          <p:cNvSpPr>
            <a:spLocks noGrp="1"/>
          </p:cNvSpPr>
          <p:nvPr>
            <p:ph sz="half" idx="1"/>
          </p:nvPr>
        </p:nvSpPr>
        <p:spPr>
          <a:xfrm>
            <a:off x="4689269" y="1932309"/>
            <a:ext cx="4171505" cy="3753279"/>
          </a:xfrm>
        </p:spPr>
        <p:txBody>
          <a:bodyPr wrap="square" rtlCol="1" anchor="t">
            <a:noAutofit/>
          </a:bodyPr>
          <a:lstStyle/>
          <a:p>
            <a:pPr marL="0" indent="0" rtl="1">
              <a:lnSpc>
                <a:spcPct val="90000"/>
              </a:lnSpc>
              <a:buNone/>
            </a:pPr>
            <a:r>
              <a:rPr lang="ar" sz="1600" b="1" i="0" u="none" strike="noStrike" dirty="0"/>
              <a:t>أنواع تكوين العضو الدوار:</a:t>
            </a:r>
          </a:p>
          <a:p>
            <a:pPr rtl="1">
              <a:lnSpc>
                <a:spcPct val="90000"/>
              </a:lnSpc>
              <a:buFont typeface="Arial" panose="020B0604020202020204" pitchFamily="34" charset="0"/>
              <a:buChar char="•"/>
            </a:pPr>
            <a:r>
              <a:rPr lang="ar" sz="1600" b="0" i="0" u="none" strike="noStrike" dirty="0"/>
              <a:t>القفص السنجابي - ذو عمر طويل ويتطلب القليل من الصيانة. تصميم المحرك التحريضي هذا شائع جدًا. </a:t>
            </a:r>
          </a:p>
          <a:p>
            <a:pPr rtl="1">
              <a:lnSpc>
                <a:spcPct val="90000"/>
              </a:lnSpc>
              <a:buFont typeface="Arial" panose="020B0604020202020204" pitchFamily="34" charset="0"/>
              <a:buChar char="•"/>
            </a:pPr>
            <a:r>
              <a:rPr lang="ar" sz="1600" b="0" i="0" u="none" strike="noStrike" dirty="0"/>
              <a:t>المغناطيس الدائم - </a:t>
            </a:r>
            <a:r>
              <a:rPr lang="ar" sz="1600" dirty="0"/>
              <a:t>يولد المجال المغناطيسي المستمر الخاص به. ويُستخدم في نطاق واسع في المركبات الكهربائية. </a:t>
            </a:r>
          </a:p>
          <a:p>
            <a:pPr rtl="1">
              <a:lnSpc>
                <a:spcPct val="90000"/>
              </a:lnSpc>
              <a:buFont typeface="Arial" panose="020B0604020202020204" pitchFamily="34" charset="0"/>
              <a:buChar char="•"/>
            </a:pPr>
            <a:r>
              <a:rPr lang="ar" sz="1600" b="0" i="0" u="none" strike="noStrike" dirty="0"/>
              <a:t>العضو الدوار المتزامن ذو اللفائف - محرك مناسب لأنظمة الدفع السريعة المتغيرة، يميل إلى أن يكون أكثر كفاءة من المحركات المغناطيسية الدائمة</a:t>
            </a:r>
            <a:r>
              <a:rPr lang="ar" sz="1600" dirty="0"/>
              <a:t> ذات ظروف التحميل</a:t>
            </a:r>
            <a:r>
              <a:rPr lang="ar" sz="1600" b="0" i="0" u="none" strike="noStrike" dirty="0"/>
              <a:t> المنخفضة. </a:t>
            </a:r>
          </a:p>
          <a:p>
            <a:pPr rtl="1">
              <a:lnSpc>
                <a:spcPct val="90000"/>
              </a:lnSpc>
              <a:buFont typeface="Arial" panose="020B0604020202020204" pitchFamily="34" charset="0"/>
              <a:buChar char="•"/>
            </a:pPr>
            <a:r>
              <a:rPr lang="ar" sz="1600" b="0" i="0" u="none" strike="noStrike" dirty="0"/>
              <a:t>الملف الدبوسي - الملفات الدبوسية للأعضاء الساكنة أو الدوارة توفر محرك دفع عالي القدرة وذا كفاءة عالية. تستخدم الملفات الدبوسية قضبان نحاسية مسطحة. ويتم تشكيل هذا السلك النحاسي مسبقًا على شكل دبوس شعر.</a:t>
            </a:r>
          </a:p>
          <a:p>
            <a:pPr rtl="1">
              <a:lnSpc>
                <a:spcPct val="90000"/>
              </a:lnSpc>
              <a:buFont typeface="Arial" panose="020B0604020202020204" pitchFamily="34" charset="0"/>
              <a:buChar char="•"/>
            </a:pPr>
            <a:r>
              <a:rPr lang="ar" sz="1600" dirty="0"/>
              <a:t>تتمتع المحركات ذات اللفائف الدبوسية بكفاءة جيدة ونطاق طاقة مركّز وتعطي أداءً حراريًا جيدًا. وتعتبر أسهل في التصنيع من المحركات ذات اللفائف. تقوم بعض الشركات المصنعة للمركبات بالتغيير إلى الملفات الدبوسية نظرًا لهذه السمات.</a:t>
            </a:r>
          </a:p>
        </p:txBody>
      </p:sp>
      <p:sp>
        <p:nvSpPr>
          <p:cNvPr id="8" name="TextBox 7">
            <a:extLst>
              <a:ext uri="{FF2B5EF4-FFF2-40B4-BE49-F238E27FC236}">
                <a16:creationId xmlns:a16="http://schemas.microsoft.com/office/drawing/2014/main" id="{6B1D3970-843E-ADF5-31BF-76B4FD424D6C}"/>
              </a:ext>
            </a:extLst>
          </p:cNvPr>
          <p:cNvSpPr txBox="1"/>
          <p:nvPr/>
        </p:nvSpPr>
        <p:spPr>
          <a:xfrm>
            <a:off x="442795" y="5139580"/>
            <a:ext cx="3928734" cy="338554"/>
          </a:xfrm>
          <a:prstGeom prst="rect">
            <a:avLst/>
          </a:prstGeom>
          <a:noFill/>
        </p:spPr>
        <p:txBody>
          <a:bodyPr wrap="square" rtlCol="1">
            <a:spAutoFit/>
          </a:bodyPr>
          <a:lstStyle/>
          <a:p>
            <a:pPr algn="ctr" rtl="1"/>
            <a:r>
              <a:rPr lang="ar" sz="1600" b="1" dirty="0">
                <a:latin typeface="Sakkal Majalla" panose="02000000000000000000" pitchFamily="2" charset="-78"/>
                <a:cs typeface="Sakkal Majalla" panose="02000000000000000000" pitchFamily="2" charset="-78"/>
              </a:rPr>
              <a:t>دوار قيد الإنتاج مزود بملفات دبوسية نحاسية وتغليفات ورقية  </a:t>
            </a:r>
          </a:p>
        </p:txBody>
      </p:sp>
      <p:sp>
        <p:nvSpPr>
          <p:cNvPr id="4" name="Footer Placeholder 2">
            <a:extLst>
              <a:ext uri="{FF2B5EF4-FFF2-40B4-BE49-F238E27FC236}">
                <a16:creationId xmlns:a16="http://schemas.microsoft.com/office/drawing/2014/main" id="{272427E8-95E9-77A3-78C6-D1248255D514}"/>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pic>
        <p:nvPicPr>
          <p:cNvPr id="5" name="Picture 4" descr="A coil of copper and white metal&#10;&#10;Description automatically generated">
            <a:extLst>
              <a:ext uri="{FF2B5EF4-FFF2-40B4-BE49-F238E27FC236}">
                <a16:creationId xmlns:a16="http://schemas.microsoft.com/office/drawing/2014/main" id="{FB8D9004-FC7D-BF3B-1EE7-0C112189523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84602" y="2230051"/>
            <a:ext cx="4145797" cy="2657315"/>
          </a:xfrm>
          <a:prstGeom prst="rect">
            <a:avLst/>
          </a:prstGeom>
        </p:spPr>
      </p:pic>
    </p:spTree>
    <p:extLst>
      <p:ext uri="{BB962C8B-B14F-4D97-AF65-F5344CB8AC3E}">
        <p14:creationId xmlns:p14="http://schemas.microsoft.com/office/powerpoint/2010/main" val="2516821929"/>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400" b="1" dirty="0"/>
              <a:t>نتاج التعلم ب</a:t>
            </a:r>
            <a:br>
              <a:rPr lang="en-US" altLang="en-US" sz="3400" dirty="0"/>
            </a:br>
            <a:br>
              <a:rPr lang="en-US" altLang="en-US" sz="3400" dirty="0"/>
            </a:br>
            <a:endParaRPr lang="en-GB" altLang="en-US" sz="34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150938" y="3716338"/>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28650" indent="-285750" rtl="1"/>
            <a:r>
              <a:rPr lang="ar" sz="2000" b="1" i="0" u="none" strike="noStrike" dirty="0"/>
              <a:t>معدات التصنيع شائعة الاستخدام</a:t>
            </a:r>
          </a:p>
          <a:p>
            <a:pPr marL="628650" indent="-285750" rtl="1"/>
            <a:r>
              <a:rPr lang="ar" sz="2000" b="1" i="0" u="none" strike="noStrike" dirty="0"/>
              <a:t>عمليات تصنيع المحركات الكهربائية</a:t>
            </a:r>
            <a:endParaRPr lang="en-GB" altLang="en-US" sz="2800" dirty="0">
              <a:solidFill>
                <a:srgbClr val="FF0000"/>
              </a:solidFill>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i="0" u="none" strike="noStrike" dirty="0">
                <a:latin typeface="Sakkal Majalla" panose="02000000000000000000" pitchFamily="2" charset="-78"/>
                <a:cs typeface="Sakkal Majalla" panose="02000000000000000000" pitchFamily="2" charset="-78"/>
              </a:rPr>
              <a:t> تعرُّف معدات وعمليات</a:t>
            </a:r>
          </a:p>
          <a:p>
            <a:pPr algn="ctr" rtl="1"/>
            <a:r>
              <a:rPr lang="ar" sz="2600" b="1" i="0" u="none" strike="noStrike" dirty="0">
                <a:latin typeface="Sakkal Majalla" panose="02000000000000000000" pitchFamily="2" charset="-78"/>
                <a:cs typeface="Sakkal Majalla" panose="02000000000000000000" pitchFamily="2" charset="-78"/>
              </a:rPr>
              <a:t>تصنيع محركات السيارات الكهربائية</a:t>
            </a:r>
            <a:endParaRPr lang="en-GB" altLang="en-US" sz="26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EA4A4482-2974-66C3-1C5F-BE6F0372403E}"/>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spTree>
    <p:extLst>
      <p:ext uri="{BB962C8B-B14F-4D97-AF65-F5344CB8AC3E}">
        <p14:creationId xmlns:p14="http://schemas.microsoft.com/office/powerpoint/2010/main" val="2005355495"/>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227E3-B36B-92CC-2473-A09923922D7D}"/>
              </a:ext>
            </a:extLst>
          </p:cNvPr>
          <p:cNvSpPr>
            <a:spLocks noGrp="1"/>
          </p:cNvSpPr>
          <p:nvPr>
            <p:ph type="title"/>
          </p:nvPr>
        </p:nvSpPr>
        <p:spPr>
          <a:xfrm>
            <a:off x="560113" y="1772816"/>
            <a:ext cx="8051787" cy="865648"/>
          </a:xfrm>
        </p:spPr>
        <p:txBody>
          <a:bodyPr wrap="square" rtlCol="1" anchor="b">
            <a:noAutofit/>
          </a:bodyPr>
          <a:lstStyle/>
          <a:p>
            <a:pPr algn="ctr" rtl="1">
              <a:lnSpc>
                <a:spcPct val="90000"/>
              </a:lnSpc>
            </a:pPr>
            <a:br>
              <a:rPr lang="en-GB" sz="3400" b="1" i="0" u="none" strike="noStrike" baseline="0" dirty="0"/>
            </a:br>
            <a:r>
              <a:rPr lang="ar" sz="3400" b="1" i="0" u="none" strike="noStrike" dirty="0"/>
              <a:t>معدات التصنيع شائعة الاستخدام</a:t>
            </a:r>
            <a:br>
              <a:rPr lang="en-GB" sz="3400" b="1" i="0" u="none" strike="noStrike" baseline="0" dirty="0"/>
            </a:br>
            <a:endParaRPr lang="en-GB" sz="3400" dirty="0"/>
          </a:p>
        </p:txBody>
      </p:sp>
      <p:sp>
        <p:nvSpPr>
          <p:cNvPr id="3" name="Content Placeholder 2">
            <a:extLst>
              <a:ext uri="{FF2B5EF4-FFF2-40B4-BE49-F238E27FC236}">
                <a16:creationId xmlns:a16="http://schemas.microsoft.com/office/drawing/2014/main" id="{21F8A8C6-7D75-8551-0B00-D1A88D7079E9}"/>
              </a:ext>
            </a:extLst>
          </p:cNvPr>
          <p:cNvSpPr>
            <a:spLocks noGrp="1"/>
          </p:cNvSpPr>
          <p:nvPr>
            <p:ph type="body" sz="half" idx="2"/>
          </p:nvPr>
        </p:nvSpPr>
        <p:spPr>
          <a:xfrm>
            <a:off x="4397474" y="2528138"/>
            <a:ext cx="4217346" cy="3561259"/>
          </a:xfrm>
        </p:spPr>
        <p:txBody>
          <a:bodyPr wrap="square" rtlCol="1" anchor="t">
            <a:normAutofit/>
          </a:bodyPr>
          <a:lstStyle/>
          <a:p>
            <a:pPr rtl="1"/>
            <a:r>
              <a:rPr lang="ar" sz="1900" b="0" i="0" u="none" strike="noStrike" dirty="0"/>
              <a:t>تُستخدم العديد من عمليات التصنيع في تصنيع المحركات الكهربائية. وأكثر هذه العمليات مؤتمتة، وعلى الرغم من إمكانية لف المحركات يدويًا، فإنها عملية طويلة وتتطلب مهارة.</a:t>
            </a:r>
          </a:p>
          <a:p>
            <a:pPr rtl="1"/>
            <a:r>
              <a:rPr lang="ar" sz="1900" b="0" i="0" u="none" strike="noStrike" dirty="0"/>
              <a:t>توجد أدوات مؤتمتة لتلقيم الأسلاك وفردها من أجل الأطوال الطويلة للأسلاك النحاسية داخل المحرك. وتوجد العديد من أدوات الثني المؤتمتة لمكونات مثل الملفات الدبوسية.</a:t>
            </a:r>
          </a:p>
          <a:p>
            <a:pPr rtl="1"/>
            <a:r>
              <a:rPr lang="ar" sz="1900" b="0" i="0" u="none" strike="noStrike" dirty="0"/>
              <a:t>يوفر الإنترنت العديد من مقاطع الفيديو التي توضح عملية الإنتاج المؤتمت.</a:t>
            </a:r>
          </a:p>
          <a:p>
            <a:pPr rtl="1"/>
            <a:r>
              <a:rPr lang="ar" sz="1900" b="0" i="0" u="none" strike="noStrike" dirty="0"/>
              <a:t>تُظهر الصورة - أعضاء دوارة مُجمَّعة ذات لفائف نحاسية تنتظر في محطة تجميع.</a:t>
            </a:r>
            <a:endParaRPr lang="en-GB" sz="1900" dirty="0"/>
          </a:p>
        </p:txBody>
      </p:sp>
      <p:sp>
        <p:nvSpPr>
          <p:cNvPr id="7" name="TextBox 6">
            <a:extLst>
              <a:ext uri="{FF2B5EF4-FFF2-40B4-BE49-F238E27FC236}">
                <a16:creationId xmlns:a16="http://schemas.microsoft.com/office/drawing/2014/main" id="{83BA1FBC-15A6-55E7-3D2A-D53989BD4481}"/>
              </a:ext>
            </a:extLst>
          </p:cNvPr>
          <p:cNvSpPr txBox="1"/>
          <p:nvPr/>
        </p:nvSpPr>
        <p:spPr>
          <a:xfrm>
            <a:off x="663872" y="5459541"/>
            <a:ext cx="3008313" cy="338554"/>
          </a:xfrm>
          <a:prstGeom prst="rect">
            <a:avLst/>
          </a:prstGeom>
          <a:noFill/>
        </p:spPr>
        <p:txBody>
          <a:bodyPr wrap="square" rtlCol="1">
            <a:spAutoFit/>
          </a:bodyPr>
          <a:lstStyle/>
          <a:p>
            <a:pPr algn="ctr" rtl="1"/>
            <a:r>
              <a:rPr lang="ar" sz="1600" b="1" dirty="0">
                <a:latin typeface="Sakkal Majalla" panose="02000000000000000000" pitchFamily="2" charset="-78"/>
                <a:cs typeface="Sakkal Majalla" panose="02000000000000000000" pitchFamily="2" charset="-78"/>
              </a:rPr>
              <a:t>الأعضاء الدوارة</a:t>
            </a:r>
          </a:p>
        </p:txBody>
      </p:sp>
      <p:sp>
        <p:nvSpPr>
          <p:cNvPr id="4" name="Footer Placeholder 2">
            <a:extLst>
              <a:ext uri="{FF2B5EF4-FFF2-40B4-BE49-F238E27FC236}">
                <a16:creationId xmlns:a16="http://schemas.microsoft.com/office/drawing/2014/main" id="{D768C1F6-208F-4AB2-8CF4-B3F168B2211A}"/>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pic>
        <p:nvPicPr>
          <p:cNvPr id="5" name="Picture 4" descr="Several small metal coils&#10;&#10;Description automatically generated with medium confidence">
            <a:extLst>
              <a:ext uri="{FF2B5EF4-FFF2-40B4-BE49-F238E27FC236}">
                <a16:creationId xmlns:a16="http://schemas.microsoft.com/office/drawing/2014/main" id="{9FC8EEB4-7B7D-0F0D-1BA6-C44595F0C75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97150" y="3068960"/>
            <a:ext cx="3237680" cy="2158688"/>
          </a:xfrm>
          <a:prstGeom prst="rect">
            <a:avLst/>
          </a:prstGeom>
        </p:spPr>
      </p:pic>
    </p:spTree>
    <p:extLst>
      <p:ext uri="{BB962C8B-B14F-4D97-AF65-F5344CB8AC3E}">
        <p14:creationId xmlns:p14="http://schemas.microsoft.com/office/powerpoint/2010/main" val="1208738041"/>
      </p:ext>
    </p:extLst>
  </p:cSld>
  <p:clrMapOvr>
    <a:masterClrMapping/>
  </p:clrMapOvr>
  <p:transition>
    <p:sndAc>
      <p:stSnd>
        <p:snd r:embed="rId2"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DD328-D06B-CB8B-58EB-8AE3523ABAFE}"/>
              </a:ext>
            </a:extLst>
          </p:cNvPr>
          <p:cNvSpPr>
            <a:spLocks noGrp="1"/>
          </p:cNvSpPr>
          <p:nvPr>
            <p:ph type="title"/>
          </p:nvPr>
        </p:nvSpPr>
        <p:spPr>
          <a:xfrm>
            <a:off x="529209" y="1412776"/>
            <a:ext cx="7931223" cy="865648"/>
          </a:xfrm>
        </p:spPr>
        <p:txBody>
          <a:bodyPr rtlCol="1"/>
          <a:lstStyle/>
          <a:p>
            <a:pPr algn="ctr" rtl="1"/>
            <a:r>
              <a:rPr lang="ar" sz="3400" b="1" i="0" u="none" strike="noStrike" dirty="0"/>
              <a:t>معدات التصنيع شائعة الاستخدام</a:t>
            </a:r>
            <a:endParaRPr lang="en-GB" sz="3400" dirty="0"/>
          </a:p>
        </p:txBody>
      </p:sp>
      <p:sp>
        <p:nvSpPr>
          <p:cNvPr id="3" name="Text Placeholder 2">
            <a:extLst>
              <a:ext uri="{FF2B5EF4-FFF2-40B4-BE49-F238E27FC236}">
                <a16:creationId xmlns:a16="http://schemas.microsoft.com/office/drawing/2014/main" id="{2C24927E-45BA-A4DA-DFB7-FEA5E102AF8C}"/>
              </a:ext>
            </a:extLst>
          </p:cNvPr>
          <p:cNvSpPr>
            <a:spLocks noGrp="1"/>
          </p:cNvSpPr>
          <p:nvPr>
            <p:ph type="body" sz="half" idx="2"/>
          </p:nvPr>
        </p:nvSpPr>
        <p:spPr>
          <a:xfrm>
            <a:off x="745233" y="2492896"/>
            <a:ext cx="7931223" cy="3993307"/>
          </a:xfrm>
        </p:spPr>
        <p:txBody>
          <a:bodyPr rtlCol="1"/>
          <a:lstStyle/>
          <a:p>
            <a:pPr marL="285750" indent="-285750" rtl="1">
              <a:buFont typeface="Arial" panose="020B0604020202020204" pitchFamily="34" charset="0"/>
              <a:buChar char="•"/>
            </a:pPr>
            <a:r>
              <a:rPr lang="ar" sz="2000" b="0" i="0" u="none" strike="noStrike" dirty="0"/>
              <a:t>يتم ثني الأسلاك لإنتاج المواد ذات الحجم الكبير على ماكينات تعمل بالتحكم العددي الحاسوبي</a:t>
            </a:r>
            <a:r>
              <a:rPr lang="ar" sz="2000" b="1" i="0" u="none" strike="noStrike" dirty="0"/>
              <a:t>.</a:t>
            </a:r>
            <a:r>
              <a:rPr lang="ar" sz="2000" b="0" i="0" u="none" strike="noStrike" dirty="0"/>
              <a:t> وقد بُرمجت لإنشاء الشكل المطلوب، وتعتبر مثالية للإنتاج </a:t>
            </a:r>
            <a:r>
              <a:rPr lang="en" sz="2000" b="1" dirty="0"/>
              <a:t>الكمي</a:t>
            </a:r>
            <a:r>
              <a:rPr lang="en" sz="2000" b="0" i="0" u="none" strike="noStrike" dirty="0"/>
              <a:t> لمكونات مثل اللفائف والملفات الدبوسية للعضو الساكن والعضو الدوار.</a:t>
            </a:r>
          </a:p>
          <a:p>
            <a:pPr marL="285750" indent="-285750" rtl="1">
              <a:buFont typeface="Arial" panose="020B0604020202020204" pitchFamily="34" charset="0"/>
              <a:buChar char="•"/>
            </a:pPr>
            <a:r>
              <a:rPr lang="ar" sz="2000" b="0" i="0" u="none" strike="noStrike" dirty="0">
                <a:solidFill>
                  <a:srgbClr val="000000"/>
                </a:solidFill>
              </a:rPr>
              <a:t>يمكن استخدام أدوات اللحام </a:t>
            </a:r>
            <a:r>
              <a:rPr lang="ar" sz="2000" b="1" i="0" u="none" strike="noStrike" dirty="0">
                <a:solidFill>
                  <a:srgbClr val="000000"/>
                </a:solidFill>
              </a:rPr>
              <a:t>بالليزر</a:t>
            </a:r>
            <a:r>
              <a:rPr lang="ar" sz="2000" b="0" i="0" u="none" strike="noStrike" dirty="0">
                <a:solidFill>
                  <a:srgbClr val="000000"/>
                </a:solidFill>
              </a:rPr>
              <a:t> في لحام وصلات الانصهار أو استخدامها لقطع الأشكال المعقدة. </a:t>
            </a:r>
          </a:p>
          <a:p>
            <a:pPr marL="285750" indent="-285750" rtl="1">
              <a:buFont typeface="Arial" panose="020B0604020202020204" pitchFamily="34" charset="0"/>
              <a:buChar char="•"/>
            </a:pPr>
            <a:r>
              <a:rPr lang="ar" sz="2000" b="0" i="0" u="none" strike="noStrike" dirty="0">
                <a:solidFill>
                  <a:srgbClr val="000000"/>
                </a:solidFill>
              </a:rPr>
              <a:t>وتتمثل فوائد الليزر في الدقة واللحامات عالية الجودة مع تقليل الأعمال بعد اللحام والحد من التشوه الحراري والإنتاجية الأسرع في العملية المؤتمتة. يمكن أيضًا تشغيل الليزر تلقائيًا عبر تطبيقات التحكم العددي الحاسوبي</a:t>
            </a:r>
          </a:p>
          <a:p>
            <a:pPr marL="285750" indent="-285750" rtl="1">
              <a:buFont typeface="Arial" panose="020B0604020202020204" pitchFamily="34" charset="0"/>
              <a:buChar char="•"/>
            </a:pPr>
            <a:r>
              <a:rPr lang="ar" sz="2000" b="1" i="0" u="none" strike="noStrike" dirty="0">
                <a:solidFill>
                  <a:srgbClr val="000000"/>
                </a:solidFill>
              </a:rPr>
              <a:t>التحكم العددي الحاسوبي -</a:t>
            </a:r>
            <a:r>
              <a:rPr lang="ar" sz="2000" b="0" i="0" u="none" strike="noStrike" dirty="0">
                <a:solidFill>
                  <a:srgbClr val="000000"/>
                </a:solidFill>
              </a:rPr>
              <a:t> نظام للتحكم في الأدوات الآلية؛ مثل المخارط، عبر سلسلة من العمليات المبرمجة.</a:t>
            </a:r>
          </a:p>
          <a:p>
            <a:pPr marL="285750" indent="-285750" rtl="1">
              <a:buFont typeface="Arial" panose="020B0604020202020204" pitchFamily="34" charset="0"/>
              <a:buChar char="•"/>
            </a:pPr>
            <a:r>
              <a:rPr lang="ar" sz="2000" b="1" i="0" u="none" strike="noStrike" dirty="0">
                <a:solidFill>
                  <a:srgbClr val="000000"/>
                </a:solidFill>
              </a:rPr>
              <a:t>الإنتاج الكمي</a:t>
            </a:r>
            <a:r>
              <a:rPr lang="ar" sz="2000" b="0" i="0" u="none" strike="noStrike" dirty="0">
                <a:solidFill>
                  <a:srgbClr val="000000"/>
                </a:solidFill>
              </a:rPr>
              <a:t> - إنتاج كميات كبيرة من المنتجات مماثلة.</a:t>
            </a:r>
          </a:p>
          <a:p>
            <a:pPr rtl="1"/>
            <a:endParaRPr lang="en-GB" sz="1600" dirty="0"/>
          </a:p>
        </p:txBody>
      </p:sp>
      <p:sp>
        <p:nvSpPr>
          <p:cNvPr id="4" name="Footer Placeholder 2">
            <a:extLst>
              <a:ext uri="{FF2B5EF4-FFF2-40B4-BE49-F238E27FC236}">
                <a16:creationId xmlns:a16="http://schemas.microsoft.com/office/drawing/2014/main" id="{34C7CBCA-C4B7-220C-FAE4-7152E4C0F2C6}"/>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spTree>
    <p:extLst>
      <p:ext uri="{BB962C8B-B14F-4D97-AF65-F5344CB8AC3E}">
        <p14:creationId xmlns:p14="http://schemas.microsoft.com/office/powerpoint/2010/main" val="2752858868"/>
      </p:ext>
    </p:extLst>
  </p:cSld>
  <p:clrMapOvr>
    <a:masterClrMapping/>
  </p:clrMapOvr>
  <p:transition>
    <p:sndAc>
      <p:stSnd>
        <p:snd r:embed="rId2"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C7AE2CD-57FE-EA5F-B926-060C70936D6C}"/>
              </a:ext>
            </a:extLst>
          </p:cNvPr>
          <p:cNvSpPr>
            <a:spLocks noGrp="1"/>
          </p:cNvSpPr>
          <p:nvPr>
            <p:ph sz="half" idx="2"/>
          </p:nvPr>
        </p:nvSpPr>
        <p:spPr>
          <a:xfrm>
            <a:off x="468313" y="2420888"/>
            <a:ext cx="4027488" cy="4024100"/>
          </a:xfrm>
        </p:spPr>
        <p:txBody>
          <a:bodyPr wrap="square" rtlCol="1" anchor="t">
            <a:normAutofit/>
          </a:bodyPr>
          <a:lstStyle/>
          <a:p>
            <a:pPr rtl="1">
              <a:lnSpc>
                <a:spcPct val="90000"/>
              </a:lnSpc>
            </a:pPr>
            <a:r>
              <a:rPr lang="ar" sz="1900" b="0" i="0" u="none" strike="noStrike" dirty="0"/>
              <a:t>يتم تثقيب المكونات المشكلة على أدوات الكبس وكبسها وثنيها وثقبها باستخدام الضغط</a:t>
            </a:r>
            <a:r>
              <a:rPr lang="ar" sz="1900" dirty="0"/>
              <a:t> من مضخات هيدروليكية </a:t>
            </a:r>
            <a:r>
              <a:rPr lang="ar" sz="1900" b="0" i="0" u="none" strike="noStrike" dirty="0"/>
              <a:t> لضغط القالب العلوي والسفلي لإنشاء الشكل المطلوب. ويستخدم هذا لتشكيل مكونات من صفائح معدنية أو القطع المعدة للتشكيل.</a:t>
            </a:r>
          </a:p>
          <a:p>
            <a:pPr rtl="1">
              <a:lnSpc>
                <a:spcPct val="90000"/>
              </a:lnSpc>
            </a:pPr>
            <a:r>
              <a:rPr lang="ar" sz="1900" b="0" i="0" u="none" strike="noStrike" dirty="0"/>
              <a:t>أداة الكبس في الصورة كبيرة ومن المحتمل أن تعمل في تشكيل المعادن طوال اليوم وكل يوم، مثل ثني الدعامات للمحرك أو علبة التروس أو الهيكل (الشاسيه)</a:t>
            </a:r>
            <a:r>
              <a:rPr lang="ar" sz="1900" dirty="0"/>
              <a:t>.</a:t>
            </a:r>
            <a:r>
              <a:rPr lang="ar" sz="1900" b="0" i="0" u="none" strike="noStrike" dirty="0"/>
              <a:t> يجري </a:t>
            </a:r>
            <a:r>
              <a:rPr lang="ar" sz="1900" dirty="0"/>
              <a:t>تصنيعها في مصنع مختلف وتوفَّر لمصنع المحركات الكهربائية أو المركبات عند الطلب. </a:t>
            </a:r>
            <a:endParaRPr lang="en-GB" sz="1900" b="1" dirty="0"/>
          </a:p>
        </p:txBody>
      </p:sp>
      <p:sp>
        <p:nvSpPr>
          <p:cNvPr id="8" name="TextBox 7">
            <a:extLst>
              <a:ext uri="{FF2B5EF4-FFF2-40B4-BE49-F238E27FC236}">
                <a16:creationId xmlns:a16="http://schemas.microsoft.com/office/drawing/2014/main" id="{E2A56462-010D-64FD-72F5-61AD2861C895}"/>
              </a:ext>
            </a:extLst>
          </p:cNvPr>
          <p:cNvSpPr txBox="1"/>
          <p:nvPr/>
        </p:nvSpPr>
        <p:spPr>
          <a:xfrm>
            <a:off x="5004048" y="5635779"/>
            <a:ext cx="3266477" cy="338554"/>
          </a:xfrm>
          <a:prstGeom prst="rect">
            <a:avLst/>
          </a:prstGeom>
          <a:noFill/>
        </p:spPr>
        <p:txBody>
          <a:bodyPr wrap="square" rtlCol="1">
            <a:spAutoFit/>
          </a:bodyPr>
          <a:lstStyle/>
          <a:p>
            <a:pPr algn="ctr" rtl="1"/>
            <a:r>
              <a:rPr lang="ar" sz="1600" b="1" dirty="0">
                <a:latin typeface="Sakkal Majalla" panose="02000000000000000000" pitchFamily="2" charset="-78"/>
                <a:cs typeface="Sakkal Majalla" panose="02000000000000000000" pitchFamily="2" charset="-78"/>
              </a:rPr>
              <a:t>تشكيل معدن على شكل V</a:t>
            </a:r>
          </a:p>
        </p:txBody>
      </p:sp>
      <p:sp>
        <p:nvSpPr>
          <p:cNvPr id="6" name="Title 1">
            <a:extLst>
              <a:ext uri="{FF2B5EF4-FFF2-40B4-BE49-F238E27FC236}">
                <a16:creationId xmlns:a16="http://schemas.microsoft.com/office/drawing/2014/main" id="{9FD769F9-33CD-8FB3-F5CC-25D9F1396609}"/>
              </a:ext>
            </a:extLst>
          </p:cNvPr>
          <p:cNvSpPr txBox="1">
            <a:spLocks/>
          </p:cNvSpPr>
          <p:nvPr/>
        </p:nvSpPr>
        <p:spPr bwMode="auto">
          <a:xfrm>
            <a:off x="530190" y="1343251"/>
            <a:ext cx="7931223" cy="8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3400" b="1" kern="0" dirty="0">
                <a:latin typeface="Sakkal Majalla" panose="02000000000000000000" pitchFamily="2" charset="-78"/>
                <a:cs typeface="Sakkal Majalla" panose="02000000000000000000" pitchFamily="2" charset="-78"/>
              </a:rPr>
              <a:t>معدات التصنيع شائعة الاستخدام</a:t>
            </a:r>
            <a:endParaRPr lang="en-GB" sz="3400"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231AE4FD-AB17-0797-5505-5320BC14F4D9}"/>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pic>
        <p:nvPicPr>
          <p:cNvPr id="4" name="Picture 3" descr="Close-up of a metal piece&#10;&#10;Description automatically generated">
            <a:extLst>
              <a:ext uri="{FF2B5EF4-FFF2-40B4-BE49-F238E27FC236}">
                <a16:creationId xmlns:a16="http://schemas.microsoft.com/office/drawing/2014/main" id="{88D775D6-266D-EE3E-8AAA-F4DCFBFDAB0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729377" y="2636912"/>
            <a:ext cx="3815817" cy="2543543"/>
          </a:xfrm>
          <a:prstGeom prst="rect">
            <a:avLst/>
          </a:prstGeom>
        </p:spPr>
      </p:pic>
    </p:spTree>
    <p:extLst>
      <p:ext uri="{BB962C8B-B14F-4D97-AF65-F5344CB8AC3E}">
        <p14:creationId xmlns:p14="http://schemas.microsoft.com/office/powerpoint/2010/main" val="27454974"/>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81460-CB3D-081D-1033-9C4901DEF423}"/>
              </a:ext>
            </a:extLst>
          </p:cNvPr>
          <p:cNvSpPr>
            <a:spLocks noGrp="1"/>
          </p:cNvSpPr>
          <p:nvPr>
            <p:ph type="title"/>
          </p:nvPr>
        </p:nvSpPr>
        <p:spPr>
          <a:xfrm>
            <a:off x="448374" y="1196752"/>
            <a:ext cx="8229600" cy="864000"/>
          </a:xfrm>
        </p:spPr>
        <p:txBody>
          <a:bodyPr rtlCol="1"/>
          <a:lstStyle/>
          <a:p>
            <a:pPr rtl="1"/>
            <a:r>
              <a:rPr lang="ar" sz="3400" b="1" dirty="0"/>
              <a:t>الأدوات المتخصصة</a:t>
            </a:r>
          </a:p>
        </p:txBody>
      </p:sp>
      <p:sp>
        <p:nvSpPr>
          <p:cNvPr id="3" name="Content Placeholder 2">
            <a:extLst>
              <a:ext uri="{FF2B5EF4-FFF2-40B4-BE49-F238E27FC236}">
                <a16:creationId xmlns:a16="http://schemas.microsoft.com/office/drawing/2014/main" id="{402B534D-F1D6-986E-D4EA-CCA564358047}"/>
              </a:ext>
            </a:extLst>
          </p:cNvPr>
          <p:cNvSpPr>
            <a:spLocks noGrp="1"/>
          </p:cNvSpPr>
          <p:nvPr>
            <p:ph sz="half" idx="1"/>
          </p:nvPr>
        </p:nvSpPr>
        <p:spPr>
          <a:xfrm>
            <a:off x="1054722" y="2132856"/>
            <a:ext cx="7632078" cy="4024100"/>
          </a:xfrm>
        </p:spPr>
        <p:txBody>
          <a:bodyPr rtlCol="1"/>
          <a:lstStyle/>
          <a:p>
            <a:pPr rtl="1"/>
            <a:r>
              <a:rPr lang="ar" sz="2000" b="0" i="0" u="none" strike="noStrike" dirty="0"/>
              <a:t>يتم إنتاج الملفات الدبوسية من بكرة من الأسلاك النحاسية التي تم فكها وفردها. حيث يُقطع النحاس المسطح المطلي بالمينا بحسب الطول المطلوب ثم تشكيله على آلة ثني تعمل بالتحكم العددي الحاسوبي مبرمجة مسبقًا أو آلة ثني ملفات دبوسية متخصصة. تتوافر العديد من مقاطع الفيديو لتلك العملية.</a:t>
            </a:r>
          </a:p>
          <a:p>
            <a:pPr rtl="1">
              <a:lnSpc>
                <a:spcPct val="90000"/>
              </a:lnSpc>
            </a:pPr>
            <a:r>
              <a:rPr lang="ar" sz="2000" dirty="0"/>
              <a:t>يجب أن تحتوي الملفات الدبوسية على عزل كهربائي لأطراف اللحام في الدبابيس. وعادةً ما تكون مغلفة بمسحوق. يستخدم الطلاء بالمسحوق مسدس رش، على غرار مسدس رش الطلاء السائل، وهذا يوفر تيارًا ساخنًا من المسحوق لتغطية الدبابيس، والذي يتصلد بسرعة. </a:t>
            </a:r>
          </a:p>
          <a:p>
            <a:pPr rtl="1">
              <a:lnSpc>
                <a:spcPct val="90000"/>
              </a:lnSpc>
            </a:pPr>
            <a:r>
              <a:rPr lang="ar" sz="2000" dirty="0"/>
              <a:t>ويمكن، بدلاً من ذلك، استخدام راتنجات الإيبوكسي وتطبيقها من خلال عملية التقطير. يُستخدم التقطير لملء جميع الفراغات في الملف. يتم تسخين ملف العضو الساكن إلى 100 درجة مئوية تقريبًا، ثم يتم إدخال مغزل من خلال العضو الساكن ويتم تدويره باستمرار حيث يتقطر الراتنج على ملفات لفائف العضو الساكن عبر فتحات التقطير.</a:t>
            </a:r>
          </a:p>
          <a:p>
            <a:pPr rtl="1">
              <a:lnSpc>
                <a:spcPct val="90000"/>
              </a:lnSpc>
            </a:pPr>
            <a:endParaRPr lang="en-GB" sz="2000" dirty="0"/>
          </a:p>
          <a:p>
            <a:pPr rtl="1"/>
            <a:endParaRPr lang="en-GB" sz="2000" dirty="0"/>
          </a:p>
        </p:txBody>
      </p:sp>
      <p:sp>
        <p:nvSpPr>
          <p:cNvPr id="4" name="Footer Placeholder 2">
            <a:extLst>
              <a:ext uri="{FF2B5EF4-FFF2-40B4-BE49-F238E27FC236}">
                <a16:creationId xmlns:a16="http://schemas.microsoft.com/office/drawing/2014/main" id="{8BA06C2F-7787-A01A-95C3-021A0E463172}"/>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spTree>
    <p:extLst>
      <p:ext uri="{BB962C8B-B14F-4D97-AF65-F5344CB8AC3E}">
        <p14:creationId xmlns:p14="http://schemas.microsoft.com/office/powerpoint/2010/main" val="168310924"/>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55B6B-8667-2D37-8F8E-765EB9BD2431}"/>
              </a:ext>
            </a:extLst>
          </p:cNvPr>
          <p:cNvSpPr>
            <a:spLocks noGrp="1"/>
          </p:cNvSpPr>
          <p:nvPr>
            <p:ph type="title"/>
          </p:nvPr>
        </p:nvSpPr>
        <p:spPr>
          <a:xfrm>
            <a:off x="457200" y="1195200"/>
            <a:ext cx="8229600" cy="864000"/>
          </a:xfrm>
        </p:spPr>
        <p:txBody>
          <a:bodyPr wrap="square" rtlCol="1" anchor="ctr">
            <a:normAutofit/>
          </a:bodyPr>
          <a:lstStyle/>
          <a:p>
            <a:pPr rtl="1"/>
            <a:r>
              <a:rPr lang="ar" sz="3400" b="1" dirty="0"/>
              <a:t>الأدوات المتخصصة</a:t>
            </a:r>
          </a:p>
        </p:txBody>
      </p:sp>
      <p:sp>
        <p:nvSpPr>
          <p:cNvPr id="3" name="Content Placeholder 2">
            <a:extLst>
              <a:ext uri="{FF2B5EF4-FFF2-40B4-BE49-F238E27FC236}">
                <a16:creationId xmlns:a16="http://schemas.microsoft.com/office/drawing/2014/main" id="{FDDAEEE2-B38D-FA4E-3990-8E47126F34A2}"/>
              </a:ext>
            </a:extLst>
          </p:cNvPr>
          <p:cNvSpPr>
            <a:spLocks noGrp="1"/>
          </p:cNvSpPr>
          <p:nvPr>
            <p:ph sz="half" idx="1"/>
          </p:nvPr>
        </p:nvSpPr>
        <p:spPr>
          <a:xfrm>
            <a:off x="4648199" y="2196001"/>
            <a:ext cx="4027487" cy="4024100"/>
          </a:xfrm>
        </p:spPr>
        <p:txBody>
          <a:bodyPr wrap="square" rtlCol="1" anchor="t">
            <a:normAutofit/>
          </a:bodyPr>
          <a:lstStyle/>
          <a:p>
            <a:pPr marL="0" indent="0" rtl="1">
              <a:buNone/>
            </a:pPr>
            <a:r>
              <a:rPr lang="ar" sz="2000" b="1" dirty="0"/>
              <a:t>الملفات</a:t>
            </a:r>
          </a:p>
          <a:p>
            <a:pPr marL="0" indent="0" rtl="1">
              <a:buNone/>
            </a:pPr>
            <a:r>
              <a:rPr lang="ar-EG" sz="2000" dirty="0"/>
              <a:t>كانت </a:t>
            </a:r>
            <a:r>
              <a:rPr lang="ar" sz="2000" dirty="0"/>
              <a:t>لفائف ملفات الأعضاء الساكنة والدوارة </a:t>
            </a:r>
            <a:r>
              <a:rPr lang="ar-EG" sz="2000" dirty="0"/>
              <a:t>تُشكَّل في البدء </a:t>
            </a:r>
            <a:r>
              <a:rPr lang="ar" sz="2000" dirty="0"/>
              <a:t>يدويًا، ولكن هذه عملية تتطلب مهارة وتستغرق وقتًا طويل</a:t>
            </a:r>
            <a:r>
              <a:rPr lang="ar-EG" sz="2000" dirty="0"/>
              <a:t>ًا</a:t>
            </a:r>
            <a:r>
              <a:rPr lang="ar" sz="2000" dirty="0"/>
              <a:t>. </a:t>
            </a:r>
            <a:r>
              <a:rPr lang="ar-EG" sz="2000" dirty="0"/>
              <a:t>أما الآن</a:t>
            </a:r>
            <a:r>
              <a:rPr lang="ar" sz="2000" dirty="0"/>
              <a:t> </a:t>
            </a:r>
            <a:r>
              <a:rPr lang="ar-EG" sz="2000" dirty="0"/>
              <a:t>فتُنتج</a:t>
            </a:r>
            <a:r>
              <a:rPr lang="ar" sz="2000" dirty="0"/>
              <a:t> الملفات على ماكينات لف أوتوماتيكية متخصصة. ويمكن برمجة هذه الماكينات مسبقًا لإنشاء ملفات بأقطار صغيرة </a:t>
            </a:r>
            <a:r>
              <a:rPr lang="ar-EG" sz="2000" dirty="0"/>
              <a:t>أو</a:t>
            </a:r>
            <a:r>
              <a:rPr lang="ar" sz="2000" dirty="0"/>
              <a:t> كبيرة، حيث تعمل الماكينة على لف ملف العضو الساكن أو الدوار، وضبط موضعه بزاوية 180 درجة ثم تفريغ الملفات المكتملة. هذه العملية مؤتمتة بالكامل للأعضاء الساكنة المستخدمة في المركبات الكهربائية.</a:t>
            </a:r>
          </a:p>
          <a:p>
            <a:pPr rtl="1">
              <a:lnSpc>
                <a:spcPct val="90000"/>
              </a:lnSpc>
            </a:pPr>
            <a:endParaRPr lang="en-GB" sz="2000" dirty="0"/>
          </a:p>
        </p:txBody>
      </p:sp>
      <p:sp>
        <p:nvSpPr>
          <p:cNvPr id="8" name="TextBox 7">
            <a:extLst>
              <a:ext uri="{FF2B5EF4-FFF2-40B4-BE49-F238E27FC236}">
                <a16:creationId xmlns:a16="http://schemas.microsoft.com/office/drawing/2014/main" id="{686FDDA3-01C3-CA70-DA9C-C28ABA61AFC2}"/>
              </a:ext>
            </a:extLst>
          </p:cNvPr>
          <p:cNvSpPr txBox="1"/>
          <p:nvPr/>
        </p:nvSpPr>
        <p:spPr>
          <a:xfrm>
            <a:off x="262576" y="5093512"/>
            <a:ext cx="3960439" cy="307777"/>
          </a:xfrm>
          <a:prstGeom prst="rect">
            <a:avLst/>
          </a:prstGeom>
          <a:noFill/>
        </p:spPr>
        <p:txBody>
          <a:bodyPr wrap="square" rtlCol="1">
            <a:spAutoFit/>
          </a:bodyPr>
          <a:lstStyle/>
          <a:p>
            <a:pPr algn="ctr" rtl="1"/>
            <a:r>
              <a:rPr lang="ar" sz="1400" b="1" dirty="0">
                <a:latin typeface="Sakkal Majalla" panose="02000000000000000000" pitchFamily="2" charset="-78"/>
                <a:cs typeface="Sakkal Majalla" panose="02000000000000000000" pitchFamily="2" charset="-78"/>
              </a:rPr>
              <a:t>عضو ساكن بملفات معزولة ومربوطة</a:t>
            </a:r>
          </a:p>
        </p:txBody>
      </p:sp>
      <p:sp>
        <p:nvSpPr>
          <p:cNvPr id="4" name="Footer Placeholder 2">
            <a:extLst>
              <a:ext uri="{FF2B5EF4-FFF2-40B4-BE49-F238E27FC236}">
                <a16:creationId xmlns:a16="http://schemas.microsoft.com/office/drawing/2014/main" id="{84910D9A-8511-0EB2-1636-3229FE851CB9}"/>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pic>
        <p:nvPicPr>
          <p:cNvPr id="5" name="Picture 4" descr="A close up of a machine&#10;&#10;Description automatically generated">
            <a:extLst>
              <a:ext uri="{FF2B5EF4-FFF2-40B4-BE49-F238E27FC236}">
                <a16:creationId xmlns:a16="http://schemas.microsoft.com/office/drawing/2014/main" id="{E087572B-FD6D-8B57-A2B0-28402D6ACCD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259632" y="2566553"/>
            <a:ext cx="2232248" cy="2232248"/>
          </a:xfrm>
          <a:prstGeom prst="rect">
            <a:avLst/>
          </a:prstGeom>
        </p:spPr>
      </p:pic>
    </p:spTree>
    <p:extLst>
      <p:ext uri="{BB962C8B-B14F-4D97-AF65-F5344CB8AC3E}">
        <p14:creationId xmlns:p14="http://schemas.microsoft.com/office/powerpoint/2010/main" val="2900388725"/>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E83F3-49EC-651C-FAF6-6E60E78F5795}"/>
              </a:ext>
            </a:extLst>
          </p:cNvPr>
          <p:cNvSpPr>
            <a:spLocks noGrp="1"/>
          </p:cNvSpPr>
          <p:nvPr>
            <p:ph type="title"/>
          </p:nvPr>
        </p:nvSpPr>
        <p:spPr>
          <a:xfrm>
            <a:off x="457200" y="1195200"/>
            <a:ext cx="8229600" cy="864000"/>
          </a:xfrm>
        </p:spPr>
        <p:txBody>
          <a:bodyPr wrap="square" rtlCol="1" anchor="ctr">
            <a:normAutofit/>
          </a:bodyPr>
          <a:lstStyle/>
          <a:p>
            <a:pPr rtl="1"/>
            <a:r>
              <a:rPr lang="ar" sz="3400" b="1" dirty="0"/>
              <a:t>عمليات تكوين العضو الدوار</a:t>
            </a:r>
          </a:p>
        </p:txBody>
      </p:sp>
      <p:sp>
        <p:nvSpPr>
          <p:cNvPr id="3" name="Text Placeholder 2">
            <a:extLst>
              <a:ext uri="{FF2B5EF4-FFF2-40B4-BE49-F238E27FC236}">
                <a16:creationId xmlns:a16="http://schemas.microsoft.com/office/drawing/2014/main" id="{A979C233-77A2-9462-5F46-D47EC51687FB}"/>
              </a:ext>
            </a:extLst>
          </p:cNvPr>
          <p:cNvSpPr>
            <a:spLocks noGrp="1"/>
          </p:cNvSpPr>
          <p:nvPr>
            <p:ph sz="half" idx="1"/>
          </p:nvPr>
        </p:nvSpPr>
        <p:spPr>
          <a:xfrm>
            <a:off x="4648199" y="2196001"/>
            <a:ext cx="4027487" cy="4024100"/>
          </a:xfrm>
        </p:spPr>
        <p:txBody>
          <a:bodyPr wrap="square" rtlCol="1" anchor="t">
            <a:normAutofit/>
          </a:bodyPr>
          <a:lstStyle/>
          <a:p>
            <a:pPr rtl="1">
              <a:lnSpc>
                <a:spcPct val="90000"/>
              </a:lnSpc>
            </a:pPr>
            <a:endParaRPr lang="en-GB" sz="1500" dirty="0"/>
          </a:p>
          <a:p>
            <a:pPr rtl="1">
              <a:lnSpc>
                <a:spcPct val="90000"/>
              </a:lnSpc>
            </a:pPr>
            <a:endParaRPr lang="en-GB" sz="1500" dirty="0"/>
          </a:p>
          <a:p>
            <a:pPr rtl="1">
              <a:lnSpc>
                <a:spcPct val="90000"/>
              </a:lnSpc>
            </a:pPr>
            <a:endParaRPr lang="en-GB" sz="1500" dirty="0"/>
          </a:p>
          <a:p>
            <a:pPr rtl="1">
              <a:lnSpc>
                <a:spcPct val="90000"/>
              </a:lnSpc>
            </a:pPr>
            <a:endParaRPr lang="en-GB" sz="1500" dirty="0"/>
          </a:p>
        </p:txBody>
      </p:sp>
      <p:sp>
        <p:nvSpPr>
          <p:cNvPr id="8" name="TextBox 7">
            <a:extLst>
              <a:ext uri="{FF2B5EF4-FFF2-40B4-BE49-F238E27FC236}">
                <a16:creationId xmlns:a16="http://schemas.microsoft.com/office/drawing/2014/main" id="{5DED1DDB-DF78-7382-718F-CC0CD72F4C46}"/>
              </a:ext>
            </a:extLst>
          </p:cNvPr>
          <p:cNvSpPr txBox="1"/>
          <p:nvPr/>
        </p:nvSpPr>
        <p:spPr>
          <a:xfrm>
            <a:off x="300164" y="5293468"/>
            <a:ext cx="3671638" cy="584775"/>
          </a:xfrm>
          <a:prstGeom prst="rect">
            <a:avLst/>
          </a:prstGeom>
          <a:noFill/>
        </p:spPr>
        <p:txBody>
          <a:bodyPr wrap="square" rtlCol="1">
            <a:spAutoFit/>
          </a:bodyPr>
          <a:lstStyle/>
          <a:p>
            <a:pPr algn="ctr" rtl="1"/>
            <a:r>
              <a:rPr lang="ar" sz="1600" b="1" dirty="0">
                <a:latin typeface="Sakkal Majalla" panose="02000000000000000000" pitchFamily="2" charset="-78"/>
                <a:cs typeface="Sakkal Majalla" panose="02000000000000000000" pitchFamily="2" charset="-78"/>
              </a:rPr>
              <a:t>محرك تيار مستمر، وعمود، وملفات عضو دوار وعضو ساكن، ومبدل تيار، ومحامل، ومادة العزل، ومروحة تبريد</a:t>
            </a:r>
          </a:p>
        </p:txBody>
      </p:sp>
      <p:sp>
        <p:nvSpPr>
          <p:cNvPr id="9" name="TextBox 8">
            <a:extLst>
              <a:ext uri="{FF2B5EF4-FFF2-40B4-BE49-F238E27FC236}">
                <a16:creationId xmlns:a16="http://schemas.microsoft.com/office/drawing/2014/main" id="{E161CBF4-D1D4-FE21-34D5-5CC983FE5E3F}"/>
              </a:ext>
            </a:extLst>
          </p:cNvPr>
          <p:cNvSpPr txBox="1"/>
          <p:nvPr/>
        </p:nvSpPr>
        <p:spPr>
          <a:xfrm>
            <a:off x="4142561" y="2399575"/>
            <a:ext cx="4680520" cy="2308324"/>
          </a:xfrm>
          <a:prstGeom prst="rect">
            <a:avLst/>
          </a:prstGeom>
          <a:noFill/>
        </p:spPr>
        <p:txBody>
          <a:bodyPr wrap="square" rtlCol="1">
            <a:spAutoFit/>
          </a:bodyPr>
          <a:lstStyle/>
          <a:p>
            <a:pPr rtl="1"/>
            <a:r>
              <a:rPr lang="ar" b="0" i="0" u="none" strike="noStrike" dirty="0">
                <a:latin typeface="Sakkal Majalla" panose="02000000000000000000" pitchFamily="2" charset="-78"/>
                <a:cs typeface="Sakkal Majalla" panose="02000000000000000000" pitchFamily="2" charset="-78"/>
              </a:rPr>
              <a:t>تُصنّع الأعضاء الدوارة ذات الملفات أساسًا من هيكل قلب مُغلف يحتوي على فتحات للعوازل. يتم تثبيت قضبان الموصلات على الجزء الخارجي من العضو الدوار، في المساحات المتبقية في القلب المغلف. يحتوي ورق التغليف على عوازل بينية لإيقاف تكون الأقواس الكهربائية. وتُستخدم المادة المغلفة نفسها للعضو الساكن؛ يأتي العضو الدوار من الجزء الداخلي للعضو الساكن عندما يتم ثقبه. تُستخدم الأعضاء الدوارة ذات الملفات في بعض تطبيقات المحركات الكهربائية، ولكنها تُستخدم بدرجة أقل بكثير لأن محركات المغناطيس الدائم تميل إلى أن تكون أكثر كفاءة</a:t>
            </a:r>
            <a:endParaRPr lang="en-GB"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86817E46-324E-6DDF-FADD-7A9CE67508FD}"/>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pic>
        <p:nvPicPr>
          <p:cNvPr id="5" name="Picture 4" descr="A close up of an electric motor&#10;&#10;Description automatically generated">
            <a:extLst>
              <a:ext uri="{FF2B5EF4-FFF2-40B4-BE49-F238E27FC236}">
                <a16:creationId xmlns:a16="http://schemas.microsoft.com/office/drawing/2014/main" id="{B18DB877-9545-21C8-E270-C11DC471B3F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55576" y="2492896"/>
            <a:ext cx="2890434" cy="2542307"/>
          </a:xfrm>
          <a:prstGeom prst="rect">
            <a:avLst/>
          </a:prstGeom>
        </p:spPr>
      </p:pic>
    </p:spTree>
    <p:extLst>
      <p:ext uri="{BB962C8B-B14F-4D97-AF65-F5344CB8AC3E}">
        <p14:creationId xmlns:p14="http://schemas.microsoft.com/office/powerpoint/2010/main" val="1967950445"/>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3864D-108B-9699-AE37-732F3542BCFD}"/>
              </a:ext>
            </a:extLst>
          </p:cNvPr>
          <p:cNvSpPr>
            <a:spLocks noGrp="1"/>
          </p:cNvSpPr>
          <p:nvPr>
            <p:ph type="title"/>
          </p:nvPr>
        </p:nvSpPr>
        <p:spPr>
          <a:xfrm>
            <a:off x="457200" y="1195200"/>
            <a:ext cx="8229600" cy="864000"/>
          </a:xfrm>
        </p:spPr>
        <p:txBody>
          <a:bodyPr rtlCol="1"/>
          <a:lstStyle/>
          <a:p>
            <a:pPr rtl="1"/>
            <a:r>
              <a:rPr lang="ar" sz="3400" b="1" dirty="0"/>
              <a:t>عمليات تكوين العضو الدوار</a:t>
            </a:r>
          </a:p>
        </p:txBody>
      </p:sp>
      <p:sp>
        <p:nvSpPr>
          <p:cNvPr id="4" name="Content Placeholder 3">
            <a:extLst>
              <a:ext uri="{FF2B5EF4-FFF2-40B4-BE49-F238E27FC236}">
                <a16:creationId xmlns:a16="http://schemas.microsoft.com/office/drawing/2014/main" id="{FFD378F5-4991-3118-7DE1-C091672AFBFB}"/>
              </a:ext>
            </a:extLst>
          </p:cNvPr>
          <p:cNvSpPr>
            <a:spLocks noGrp="1"/>
          </p:cNvSpPr>
          <p:nvPr>
            <p:ph sz="half" idx="2"/>
          </p:nvPr>
        </p:nvSpPr>
        <p:spPr>
          <a:xfrm>
            <a:off x="487051" y="2247319"/>
            <a:ext cx="7987928" cy="4024100"/>
          </a:xfrm>
        </p:spPr>
        <p:txBody>
          <a:bodyPr rtlCol="1"/>
          <a:lstStyle/>
          <a:p>
            <a:pPr marL="0" indent="0" rtl="1">
              <a:buNone/>
            </a:pPr>
            <a:r>
              <a:rPr lang="ar" sz="2200" dirty="0"/>
              <a:t>يمنع استخدام مواد عزل المحركات الكهربائية، مثل الورق العازل الكهربائي، ارتفاعات الجهد والصدمات والاهتزازات</a:t>
            </a:r>
            <a:r>
              <a:rPr lang="ar" sz="2200" b="1" dirty="0"/>
              <a:t>. </a:t>
            </a:r>
            <a:r>
              <a:rPr lang="ar" sz="2200" dirty="0"/>
              <a:t>يعد</a:t>
            </a:r>
            <a:r>
              <a:rPr lang="ar" sz="2200" b="1" dirty="0"/>
              <a:t> </a:t>
            </a:r>
            <a:r>
              <a:rPr lang="ar" sz="2200" dirty="0"/>
              <a:t>إنتاج </a:t>
            </a:r>
            <a:r>
              <a:rPr lang="ar" sz="2200" b="1" dirty="0"/>
              <a:t>الفتحات الورقية </a:t>
            </a:r>
            <a:r>
              <a:rPr lang="ar" sz="2200" dirty="0"/>
              <a:t>لتوفير</a:t>
            </a:r>
            <a:r>
              <a:rPr lang="ar" sz="2200" b="1" dirty="0"/>
              <a:t> </a:t>
            </a:r>
            <a:r>
              <a:rPr lang="ar" sz="2200" dirty="0"/>
              <a:t>العزل في الفتحات عملية تلقائية. حيث يجري تحميل بكرات ورق في آلة أوتوماتيكية، ووضع قلب العضو الدوار أو قلب العضو الساكن على مغزل دوار ثم دفع الورق إلى الفتحات وقطعه تلقائيًا بحسب الطول المطلوب. يوفر عزل الفتحة حاجزًا بين الأسلاك النحاسية والتغليف الفولاذي للعضو الساكن والدوار.</a:t>
            </a:r>
          </a:p>
          <a:p>
            <a:pPr rtl="1"/>
            <a:endParaRPr lang="en-GB" sz="2200" dirty="0"/>
          </a:p>
        </p:txBody>
      </p:sp>
      <p:sp>
        <p:nvSpPr>
          <p:cNvPr id="3" name="Footer Placeholder 2">
            <a:extLst>
              <a:ext uri="{FF2B5EF4-FFF2-40B4-BE49-F238E27FC236}">
                <a16:creationId xmlns:a16="http://schemas.microsoft.com/office/drawing/2014/main" id="{5AAD5622-A7C2-6442-9DC6-AEDBFD71B8C1}"/>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spTree>
    <p:extLst>
      <p:ext uri="{BB962C8B-B14F-4D97-AF65-F5344CB8AC3E}">
        <p14:creationId xmlns:p14="http://schemas.microsoft.com/office/powerpoint/2010/main" val="1578986506"/>
      </p:ext>
    </p:extLst>
  </p:cSld>
  <p:clrMapOvr>
    <a:masterClrMapping/>
  </p:clrMapOvr>
  <p:transition>
    <p:sndAc>
      <p:stSnd>
        <p:snd r:embed="rId2"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9F5E3-2DB7-6D84-C86A-9E475B07149C}"/>
              </a:ext>
            </a:extLst>
          </p:cNvPr>
          <p:cNvSpPr>
            <a:spLocks noGrp="1"/>
          </p:cNvSpPr>
          <p:nvPr>
            <p:ph type="title"/>
          </p:nvPr>
        </p:nvSpPr>
        <p:spPr>
          <a:xfrm>
            <a:off x="457200" y="1195200"/>
            <a:ext cx="8229600" cy="864000"/>
          </a:xfrm>
        </p:spPr>
        <p:txBody>
          <a:bodyPr rtlCol="1"/>
          <a:lstStyle/>
          <a:p>
            <a:pPr rtl="1"/>
            <a:r>
              <a:rPr lang="ar" sz="3400" b="1" dirty="0"/>
              <a:t>عمليات تكوين الوحدة</a:t>
            </a:r>
          </a:p>
        </p:txBody>
      </p:sp>
      <p:sp>
        <p:nvSpPr>
          <p:cNvPr id="3" name="Content Placeholder 2">
            <a:extLst>
              <a:ext uri="{FF2B5EF4-FFF2-40B4-BE49-F238E27FC236}">
                <a16:creationId xmlns:a16="http://schemas.microsoft.com/office/drawing/2014/main" id="{405BEDF5-EB24-550B-D2FA-DA1B6DBCD0BD}"/>
              </a:ext>
            </a:extLst>
          </p:cNvPr>
          <p:cNvSpPr>
            <a:spLocks noGrp="1"/>
          </p:cNvSpPr>
          <p:nvPr>
            <p:ph sz="half" idx="1"/>
          </p:nvPr>
        </p:nvSpPr>
        <p:spPr>
          <a:xfrm>
            <a:off x="766690" y="2206417"/>
            <a:ext cx="7920110" cy="3742863"/>
          </a:xfrm>
        </p:spPr>
        <p:txBody>
          <a:bodyPr rtlCol="1"/>
          <a:lstStyle/>
          <a:p>
            <a:pPr rtl="1"/>
            <a:r>
              <a:rPr lang="ar" sz="2000" b="0" i="0" u="none" strike="noStrike" dirty="0"/>
              <a:t>عادةً ما ي</a:t>
            </a:r>
            <a:r>
              <a:rPr lang="ar-EG" sz="2000" b="0" i="0" u="none" strike="noStrike" dirty="0"/>
              <a:t>ُركَّب</a:t>
            </a:r>
            <a:r>
              <a:rPr lang="ar" sz="2000" b="0" i="0" u="none" strike="noStrike" dirty="0"/>
              <a:t> عمود</a:t>
            </a:r>
            <a:r>
              <a:rPr lang="ar" sz="2000" dirty="0"/>
              <a:t> مصنوع من الفولاذ المغناطيسي في القلب المغلف للعضو الدوار باستخدام أداة الكبس.</a:t>
            </a:r>
            <a:r>
              <a:rPr lang="ar" sz="2000" b="0" i="0" u="none" strike="noStrike" dirty="0"/>
              <a:t> يُستخدم التثبيت بالتداخل (يكون العمود أكبر قليلاً من التجويف) أو يُسخن العضو الدوار لزيادة الحجم أو يُربط العضو الدوار والعمود معًا.</a:t>
            </a:r>
          </a:p>
          <a:p>
            <a:pPr rtl="1"/>
            <a:r>
              <a:rPr lang="ar" sz="2000" b="0" i="0" u="none" strike="noStrike" dirty="0"/>
              <a:t>يجب أن يكون عمود العضو الدوار نظيفًا تمامًا. ويُنظف عمود العضو الدوار كيميائيًا أو بالليزر </a:t>
            </a:r>
          </a:p>
          <a:p>
            <a:pPr rtl="1"/>
            <a:r>
              <a:rPr lang="ar" sz="2000" b="0" i="0" u="none" strike="noStrike" dirty="0"/>
              <a:t>يجب الضغط على عمود العضو الدوار المصنوع بخاصية التثبيت للتداخل حتى يصبح مُحكمًا جدًا. </a:t>
            </a:r>
          </a:p>
          <a:p>
            <a:pPr rtl="1"/>
            <a:r>
              <a:rPr lang="ar-EG" sz="2000" dirty="0"/>
              <a:t>تُكبَس </a:t>
            </a:r>
            <a:r>
              <a:rPr sz="2000" dirty="0" err="1"/>
              <a:t>المحامل</a:t>
            </a:r>
            <a:r>
              <a:rPr sz="2000" dirty="0"/>
              <a:t> </a:t>
            </a:r>
            <a:r>
              <a:rPr sz="2000" dirty="0" err="1"/>
              <a:t>والتروس</a:t>
            </a:r>
            <a:r>
              <a:rPr sz="2000" dirty="0"/>
              <a:t> </a:t>
            </a:r>
            <a:r>
              <a:rPr sz="2000" dirty="0" err="1"/>
              <a:t>والمروحة</a:t>
            </a:r>
            <a:r>
              <a:rPr lang="ar" sz="2000" dirty="0"/>
              <a:t> في العمود. </a:t>
            </a:r>
          </a:p>
          <a:p>
            <a:pPr rtl="1"/>
            <a:r>
              <a:rPr lang="ar" sz="2000" b="0" i="0" u="none" strike="noStrike" dirty="0"/>
              <a:t>يجب محاذاة العضو الدوار بدقة لضمان ألا يحدث عدم توازن عند التجميع النهائي</a:t>
            </a:r>
          </a:p>
          <a:p>
            <a:pPr rtl="1"/>
            <a:r>
              <a:rPr lang="ar" sz="2000" dirty="0"/>
              <a:t>تتمثل العملية النهائية في التحقق من توازن العضو الدوار.</a:t>
            </a:r>
            <a:endParaRPr lang="en-GB" sz="2000" dirty="0"/>
          </a:p>
        </p:txBody>
      </p:sp>
      <p:sp>
        <p:nvSpPr>
          <p:cNvPr id="4" name="Footer Placeholder 2">
            <a:extLst>
              <a:ext uri="{FF2B5EF4-FFF2-40B4-BE49-F238E27FC236}">
                <a16:creationId xmlns:a16="http://schemas.microsoft.com/office/drawing/2014/main" id="{489EA954-6767-04FE-7B69-C5DA1F28C66A}"/>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spTree>
    <p:extLst>
      <p:ext uri="{BB962C8B-B14F-4D97-AF65-F5344CB8AC3E}">
        <p14:creationId xmlns:p14="http://schemas.microsoft.com/office/powerpoint/2010/main" val="762279556"/>
      </p:ext>
    </p:extLst>
  </p:cSld>
  <p:clrMapOvr>
    <a:masterClrMapping/>
  </p:clrMapOvr>
  <p:transition>
    <p:sndAc>
      <p:stSnd>
        <p:snd r:embed="rId2"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0C889-6635-3D52-B4E8-D4059EBE8B9F}"/>
              </a:ext>
            </a:extLst>
          </p:cNvPr>
          <p:cNvSpPr>
            <a:spLocks noGrp="1"/>
          </p:cNvSpPr>
          <p:nvPr>
            <p:ph type="title"/>
          </p:nvPr>
        </p:nvSpPr>
        <p:spPr>
          <a:xfrm>
            <a:off x="457200" y="1166217"/>
            <a:ext cx="8229600" cy="864000"/>
          </a:xfrm>
        </p:spPr>
        <p:txBody>
          <a:bodyPr rtlCol="1"/>
          <a:lstStyle/>
          <a:p>
            <a:pPr rtl="1"/>
            <a:r>
              <a:rPr lang="ar" sz="3400" b="1" dirty="0"/>
              <a:t>عمليات تكوين الوحدة</a:t>
            </a:r>
          </a:p>
        </p:txBody>
      </p:sp>
      <p:sp>
        <p:nvSpPr>
          <p:cNvPr id="3" name="Content Placeholder 2">
            <a:extLst>
              <a:ext uri="{FF2B5EF4-FFF2-40B4-BE49-F238E27FC236}">
                <a16:creationId xmlns:a16="http://schemas.microsoft.com/office/drawing/2014/main" id="{A458F21E-1BD9-5CB8-B8BD-80563083B9EB}"/>
              </a:ext>
            </a:extLst>
          </p:cNvPr>
          <p:cNvSpPr>
            <a:spLocks noGrp="1"/>
          </p:cNvSpPr>
          <p:nvPr>
            <p:ph sz="half" idx="1"/>
          </p:nvPr>
        </p:nvSpPr>
        <p:spPr>
          <a:xfrm>
            <a:off x="323528" y="2060848"/>
            <a:ext cx="8496944" cy="4104456"/>
          </a:xfrm>
        </p:spPr>
        <p:txBody>
          <a:bodyPr rtlCol="1"/>
          <a:lstStyle/>
          <a:p>
            <a:pPr rtl="1">
              <a:buFont typeface="Arial" panose="020B0604020202020204" pitchFamily="34" charset="0"/>
              <a:buChar char="•"/>
            </a:pPr>
            <a:r>
              <a:rPr lang="ar" sz="2000" b="0" i="0" u="none" strike="noStrike" dirty="0"/>
              <a:t>عند الإتمام، يتم </a:t>
            </a:r>
            <a:r>
              <a:rPr lang="ar" sz="2000" b="1" i="0" u="none" strike="noStrike" dirty="0"/>
              <a:t>غمس</a:t>
            </a:r>
            <a:r>
              <a:rPr lang="ar" sz="2000" b="0" i="0" u="none" strike="noStrike" dirty="0"/>
              <a:t> العضو الدوار وتشريبه في حمام من الراتنج لحمايته من الظروف البيئية، مثل المطر والثلج والرمل وغسيل السيارات.</a:t>
            </a:r>
          </a:p>
          <a:p>
            <a:pPr rtl="1">
              <a:buFont typeface="Arial" panose="020B0604020202020204" pitchFamily="34" charset="0"/>
              <a:buChar char="•"/>
            </a:pPr>
            <a:r>
              <a:rPr lang="ar" sz="2000" b="0" i="0" u="none" strike="noStrike" dirty="0"/>
              <a:t>المحركات المغناطيسية الدائمة مزودة بحلقات توازن </a:t>
            </a:r>
            <a:r>
              <a:rPr lang="ar" sz="2000" b="1" i="0" u="none" strike="noStrike" dirty="0"/>
              <a:t>لموازنة</a:t>
            </a:r>
            <a:r>
              <a:rPr lang="ar" sz="2000" b="0" i="0" u="none" strike="noStrike" dirty="0"/>
              <a:t> العضو الدوار. تتم موازنة الأعضاء الدوارة ذات اللفائف عن طريق إضافة الوزن أو إزالته.</a:t>
            </a:r>
          </a:p>
          <a:p>
            <a:pPr rtl="1">
              <a:buFont typeface="Arial" panose="020B0604020202020204" pitchFamily="34" charset="0"/>
              <a:buChar char="•"/>
            </a:pPr>
            <a:r>
              <a:rPr lang="ar" sz="2000" b="0" i="0" u="none" strike="noStrike" dirty="0"/>
              <a:t>يتم تثبيت أغطية نظام الدفع أو الألواح الطرفية، حيث توجد المحامل، على التجميعة. تحمي أغطية نظام الدفع من دخول الأوساخ والزيوت والمياه والظروف البيئية الأخرى.</a:t>
            </a:r>
          </a:p>
          <a:p>
            <a:pPr rtl="1">
              <a:buFont typeface="Arial" panose="020B0604020202020204" pitchFamily="34" charset="0"/>
              <a:buChar char="•"/>
            </a:pPr>
            <a:r>
              <a:rPr lang="ar" sz="2000" b="0" i="0" u="none" strike="noStrike" dirty="0"/>
              <a:t>يُنفّذ </a:t>
            </a:r>
            <a:r>
              <a:rPr lang="ar" sz="2000" b="1" i="0" u="none" strike="noStrike" dirty="0"/>
              <a:t>اختبار تسرب</a:t>
            </a:r>
            <a:r>
              <a:rPr lang="ar" sz="2000" b="0" i="0" u="none" strike="noStrike" dirty="0"/>
              <a:t> المحرك الكهربائي للتأكد من عدم دخول الماء للتسبب في حدوث دارة قِصر. وتستخدم العديد من المحركات الكهربائية الماء أو الجليكول لتبريدها عبر القنوات الداخلية، لذلك يلزم إجراء اختبار أيضًا لضمان بقاء هذا السائل في القنوات ذات الصلة. كما يُنفذ معظم الموردين الاختبار النهائي باستخدام غاز مثل الهيليوم لاختبار المحركات الكهربائية تحت الضغط. </a:t>
            </a:r>
          </a:p>
          <a:p>
            <a:pPr rtl="1">
              <a:buFont typeface="Arial" panose="020B0604020202020204" pitchFamily="34" charset="0"/>
              <a:buChar char="•"/>
            </a:pPr>
            <a:r>
              <a:rPr lang="ar" sz="2000" b="0" i="0" u="none" strike="noStrike" dirty="0"/>
              <a:t>تُنفذ مجموعة من </a:t>
            </a:r>
            <a:r>
              <a:rPr lang="ar" sz="2000" b="1" i="0" u="none" strike="noStrike" dirty="0"/>
              <a:t>اختبارات الكهرباء والأداء</a:t>
            </a:r>
            <a:r>
              <a:rPr lang="ar" sz="2000" b="0" i="0" u="none" strike="noStrike" dirty="0"/>
              <a:t> للتأكد من أن المحركات الكهربائية تعمل وفقًا للمواصفات المطلوبة.</a:t>
            </a:r>
            <a:endParaRPr lang="en-GB" sz="2000" dirty="0"/>
          </a:p>
        </p:txBody>
      </p:sp>
      <p:sp>
        <p:nvSpPr>
          <p:cNvPr id="4" name="Footer Placeholder 2">
            <a:extLst>
              <a:ext uri="{FF2B5EF4-FFF2-40B4-BE49-F238E27FC236}">
                <a16:creationId xmlns:a16="http://schemas.microsoft.com/office/drawing/2014/main" id="{A3BAE1C6-A5F5-B5AF-4965-3DD74F3F246E}"/>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spTree>
    <p:extLst>
      <p:ext uri="{BB962C8B-B14F-4D97-AF65-F5344CB8AC3E}">
        <p14:creationId xmlns:p14="http://schemas.microsoft.com/office/powerpoint/2010/main" val="3013791132"/>
      </p:ext>
    </p:extLst>
  </p:cSld>
  <p:clrMapOvr>
    <a:masterClrMapping/>
  </p:clrMapOvr>
  <p:transition>
    <p:sndAc>
      <p:stSnd>
        <p:snd r:embed="rId2"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DC47B-CBE9-320E-9DA5-7474A4A5266D}"/>
              </a:ext>
            </a:extLst>
          </p:cNvPr>
          <p:cNvSpPr>
            <a:spLocks noGrp="1"/>
          </p:cNvSpPr>
          <p:nvPr>
            <p:ph type="title"/>
          </p:nvPr>
        </p:nvSpPr>
        <p:spPr>
          <a:xfrm>
            <a:off x="518864" y="2348880"/>
            <a:ext cx="8229600" cy="864000"/>
          </a:xfrm>
        </p:spPr>
        <p:txBody>
          <a:bodyPr rtlCol="1"/>
          <a:lstStyle/>
          <a:p>
            <a:pPr rtl="1">
              <a:spcBef>
                <a:spcPts val="1200"/>
              </a:spcBef>
              <a:spcAft>
                <a:spcPts val="1500"/>
              </a:spcAft>
            </a:pPr>
            <a:r>
              <a:rPr lang="ar" sz="2600" dirty="0"/>
              <a:t>فهم عوامل السلامة وبيئة التصنيع المريحة</a:t>
            </a:r>
            <a:br>
              <a:rPr lang="en-GB" sz="2600" dirty="0"/>
            </a:br>
            <a:r>
              <a:rPr lang="ar" sz="2600" dirty="0"/>
              <a:t>في ما يخص تصنيع محركات المركبات الكهربائية</a:t>
            </a:r>
          </a:p>
        </p:txBody>
      </p:sp>
      <p:sp>
        <p:nvSpPr>
          <p:cNvPr id="3" name="Content Placeholder 2">
            <a:extLst>
              <a:ext uri="{FF2B5EF4-FFF2-40B4-BE49-F238E27FC236}">
                <a16:creationId xmlns:a16="http://schemas.microsoft.com/office/drawing/2014/main" id="{8505F8C9-17EE-B057-C1A0-801E8F118397}"/>
              </a:ext>
            </a:extLst>
          </p:cNvPr>
          <p:cNvSpPr>
            <a:spLocks noGrp="1"/>
          </p:cNvSpPr>
          <p:nvPr>
            <p:ph sz="half" idx="1"/>
          </p:nvPr>
        </p:nvSpPr>
        <p:spPr>
          <a:xfrm>
            <a:off x="709613" y="3861048"/>
            <a:ext cx="7848102" cy="1368152"/>
          </a:xfrm>
        </p:spPr>
        <p:txBody>
          <a:bodyPr rtlCol="1"/>
          <a:lstStyle/>
          <a:p>
            <a:pPr rtl="1"/>
            <a:r>
              <a:rPr lang="ar" sz="2000" b="1" i="0" u="none" strike="noStrike" dirty="0"/>
              <a:t>السلامة في تصنيع محركات المركبات الكهربائية</a:t>
            </a:r>
          </a:p>
          <a:p>
            <a:pPr rtl="1"/>
            <a:r>
              <a:rPr lang="ar" sz="2000" b="1" i="0" u="none" strike="noStrike" dirty="0"/>
              <a:t>تخطيطات وعمليات مريحة في تصنيع المركبات الكهربائية</a:t>
            </a:r>
            <a:endParaRPr lang="en-GB" sz="2800" dirty="0"/>
          </a:p>
        </p:txBody>
      </p:sp>
      <p:sp>
        <p:nvSpPr>
          <p:cNvPr id="4" name="Title 2">
            <a:extLst>
              <a:ext uri="{FF2B5EF4-FFF2-40B4-BE49-F238E27FC236}">
                <a16:creationId xmlns:a16="http://schemas.microsoft.com/office/drawing/2014/main" id="{50F3A0FD-F308-5462-00D4-B327F8A610F4}"/>
              </a:ext>
            </a:extLst>
          </p:cNvPr>
          <p:cNvSpPr txBox="1">
            <a:spLocks noChangeArrowheads="1"/>
          </p:cNvSpPr>
          <p:nvPr/>
        </p:nvSpPr>
        <p:spPr bwMode="auto">
          <a:xfrm>
            <a:off x="457200" y="1554436"/>
            <a:ext cx="822960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spcBef>
                <a:spcPts val="1200"/>
              </a:spcBef>
              <a:spcAft>
                <a:spcPts val="1500"/>
              </a:spcAft>
            </a:pPr>
            <a:r>
              <a:rPr lang="ar" sz="3400" b="1" kern="0" dirty="0">
                <a:latin typeface="Sakkal Majalla" panose="02000000000000000000" pitchFamily="2" charset="-78"/>
                <a:cs typeface="Sakkal Majalla" panose="02000000000000000000" pitchFamily="2" charset="-78"/>
              </a:rPr>
              <a:t>نتاج التعلم د</a:t>
            </a:r>
            <a:br>
              <a:rPr lang="en-US" altLang="en-US" sz="3400" kern="0" dirty="0">
                <a:latin typeface="Sakkal Majalla" panose="02000000000000000000" pitchFamily="2" charset="-78"/>
                <a:cs typeface="Sakkal Majalla" panose="02000000000000000000" pitchFamily="2" charset="-78"/>
              </a:rPr>
            </a:br>
            <a:endParaRPr lang="en-GB" altLang="en-US" sz="3400" kern="0" dirty="0">
              <a:latin typeface="Sakkal Majalla" panose="02000000000000000000" pitchFamily="2" charset="-78"/>
              <a:cs typeface="Sakkal Majalla" panose="02000000000000000000" pitchFamily="2" charset="-78"/>
            </a:endParaRPr>
          </a:p>
        </p:txBody>
      </p:sp>
      <p:sp>
        <p:nvSpPr>
          <p:cNvPr id="5" name="Footer Placeholder 2">
            <a:extLst>
              <a:ext uri="{FF2B5EF4-FFF2-40B4-BE49-F238E27FC236}">
                <a16:creationId xmlns:a16="http://schemas.microsoft.com/office/drawing/2014/main" id="{13569224-DE19-025D-4432-62FA500B5D80}"/>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spTree>
    <p:extLst>
      <p:ext uri="{BB962C8B-B14F-4D97-AF65-F5344CB8AC3E}">
        <p14:creationId xmlns:p14="http://schemas.microsoft.com/office/powerpoint/2010/main" val="1857927773"/>
      </p:ext>
    </p:extLst>
  </p:cSld>
  <p:clrMapOvr>
    <a:masterClrMapping/>
  </p:clrMapOvr>
  <p:transition>
    <p:sndAc>
      <p:stSnd>
        <p:snd r:embed="rId2"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337542-D81B-0C22-C11F-680619C9DE37}"/>
              </a:ext>
            </a:extLst>
          </p:cNvPr>
          <p:cNvSpPr>
            <a:spLocks noGrp="1"/>
          </p:cNvSpPr>
          <p:nvPr>
            <p:ph sz="half" idx="1"/>
          </p:nvPr>
        </p:nvSpPr>
        <p:spPr>
          <a:xfrm>
            <a:off x="4355976" y="2450213"/>
            <a:ext cx="4309565" cy="4024100"/>
          </a:xfrm>
        </p:spPr>
        <p:txBody>
          <a:bodyPr wrap="square" rtlCol="1" anchor="t">
            <a:normAutofit/>
          </a:bodyPr>
          <a:lstStyle/>
          <a:p>
            <a:pPr rtl="1">
              <a:lnSpc>
                <a:spcPct val="90000"/>
              </a:lnSpc>
            </a:pPr>
            <a:r>
              <a:rPr lang="ar" sz="1800" b="0" i="0" u="none" strike="noStrike" dirty="0"/>
              <a:t>تستخدم المركبات الكهربائية الجهد العالي، وقد يشكل ذلك خطورة. </a:t>
            </a:r>
          </a:p>
          <a:p>
            <a:pPr rtl="1">
              <a:lnSpc>
                <a:spcPct val="90000"/>
              </a:lnSpc>
            </a:pPr>
            <a:r>
              <a:rPr lang="ar" sz="1800" b="0" i="0" u="none" strike="noStrike" dirty="0"/>
              <a:t>قد تسبب الكهرباء صدمات كهربائية الشديدة يمكن أن تقتل أو تصيب بشدة الأشخاص العاملين في صيانة وإنتاج المركبات والمحركات الكهربائية وأنظمة نقل الحركة. </a:t>
            </a:r>
          </a:p>
          <a:p>
            <a:pPr rtl="1">
              <a:lnSpc>
                <a:spcPct val="90000"/>
              </a:lnSpc>
            </a:pPr>
            <a:r>
              <a:rPr lang="ar" sz="1800" b="0" i="0" u="none" strike="noStrike" dirty="0"/>
              <a:t>تعتمد المركبات الكهربائية والهجينة على المحركات الكهربائية التي تدور بسرعة تصل إلى 10,000 دورة في الدقيقة مع مدخلات كهربائية تصل إلى 440 فولت. توفر بطاريات المركبات خرجًا كهربائيًا يتراوح من 140 فولت إلى 700 فولت تيار مستمر، على الرغم من أن الجهد عادةً ما يتراوح بين 200 و 400 فولت.</a:t>
            </a:r>
          </a:p>
          <a:p>
            <a:pPr marL="0" indent="0" rtl="1">
              <a:lnSpc>
                <a:spcPct val="90000"/>
              </a:lnSpc>
              <a:buNone/>
            </a:pPr>
            <a:endParaRPr lang="en-GB" sz="1600" dirty="0"/>
          </a:p>
        </p:txBody>
      </p:sp>
      <p:sp>
        <p:nvSpPr>
          <p:cNvPr id="8" name="TextBox 7">
            <a:extLst>
              <a:ext uri="{FF2B5EF4-FFF2-40B4-BE49-F238E27FC236}">
                <a16:creationId xmlns:a16="http://schemas.microsoft.com/office/drawing/2014/main" id="{7A2A7672-80E7-16F3-C915-B3D3E4BABC70}"/>
              </a:ext>
            </a:extLst>
          </p:cNvPr>
          <p:cNvSpPr txBox="1"/>
          <p:nvPr/>
        </p:nvSpPr>
        <p:spPr>
          <a:xfrm>
            <a:off x="323528" y="5554990"/>
            <a:ext cx="3888432" cy="338554"/>
          </a:xfrm>
          <a:prstGeom prst="rect">
            <a:avLst/>
          </a:prstGeom>
          <a:noFill/>
        </p:spPr>
        <p:txBody>
          <a:bodyPr wrap="square" rtlCol="1">
            <a:spAutoFit/>
          </a:bodyPr>
          <a:lstStyle/>
          <a:p>
            <a:pPr algn="ctr" rtl="1"/>
            <a:r>
              <a:rPr lang="ar" sz="1600" b="1" dirty="0">
                <a:latin typeface="Sakkal Majalla" panose="02000000000000000000" pitchFamily="2" charset="-78"/>
                <a:cs typeface="Sakkal Majalla" panose="02000000000000000000" pitchFamily="2" charset="-78"/>
              </a:rPr>
              <a:t>حزمة بطارية مركبة كهربائية وكابلات جهد عالي (باللون البرتقالي)</a:t>
            </a:r>
          </a:p>
        </p:txBody>
      </p:sp>
      <p:sp>
        <p:nvSpPr>
          <p:cNvPr id="6" name="Title 1">
            <a:extLst>
              <a:ext uri="{FF2B5EF4-FFF2-40B4-BE49-F238E27FC236}">
                <a16:creationId xmlns:a16="http://schemas.microsoft.com/office/drawing/2014/main" id="{096721F0-0284-E7F7-E5D7-11952A16C901}"/>
              </a:ext>
            </a:extLst>
          </p:cNvPr>
          <p:cNvSpPr txBox="1">
            <a:spLocks/>
          </p:cNvSpPr>
          <p:nvPr/>
        </p:nvSpPr>
        <p:spPr bwMode="auto">
          <a:xfrm>
            <a:off x="304800" y="13476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3400" b="1" kern="0" dirty="0">
                <a:latin typeface="Sakkal Majalla" panose="02000000000000000000" pitchFamily="2" charset="-78"/>
                <a:cs typeface="Sakkal Majalla" panose="02000000000000000000" pitchFamily="2" charset="-78"/>
              </a:rPr>
              <a:t>المخاطر المحتملة المتعلقة بإنتاج المحركات</a:t>
            </a:r>
          </a:p>
        </p:txBody>
      </p:sp>
      <p:sp>
        <p:nvSpPr>
          <p:cNvPr id="2" name="Footer Placeholder 2">
            <a:extLst>
              <a:ext uri="{FF2B5EF4-FFF2-40B4-BE49-F238E27FC236}">
                <a16:creationId xmlns:a16="http://schemas.microsoft.com/office/drawing/2014/main" id="{46C2E3A6-56EE-5A02-233A-121E8A2585A0}"/>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pic>
        <p:nvPicPr>
          <p:cNvPr id="4" name="Picture 3" descr="A close-up of a machine&#10;&#10;Description automatically generated">
            <a:extLst>
              <a:ext uri="{FF2B5EF4-FFF2-40B4-BE49-F238E27FC236}">
                <a16:creationId xmlns:a16="http://schemas.microsoft.com/office/drawing/2014/main" id="{4E847410-5E47-86E8-E18C-54033713066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99592" y="3068960"/>
            <a:ext cx="2953531" cy="1971101"/>
          </a:xfrm>
          <a:prstGeom prst="rect">
            <a:avLst/>
          </a:prstGeom>
        </p:spPr>
      </p:pic>
    </p:spTree>
    <p:extLst>
      <p:ext uri="{BB962C8B-B14F-4D97-AF65-F5344CB8AC3E}">
        <p14:creationId xmlns:p14="http://schemas.microsoft.com/office/powerpoint/2010/main" val="3780062494"/>
      </p:ext>
    </p:extLst>
  </p:cSld>
  <p:clrMapOvr>
    <a:masterClrMapping/>
  </p:clrMapOvr>
  <p:transition>
    <p:sndAc>
      <p:stSnd>
        <p:snd r:embed="rId2"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E96F4E-12B6-C0AB-BB8C-9C3D7D6DD12C}"/>
              </a:ext>
            </a:extLst>
          </p:cNvPr>
          <p:cNvSpPr>
            <a:spLocks noGrp="1"/>
          </p:cNvSpPr>
          <p:nvPr>
            <p:ph sz="half" idx="1"/>
          </p:nvPr>
        </p:nvSpPr>
        <p:spPr>
          <a:xfrm>
            <a:off x="518864" y="2276871"/>
            <a:ext cx="8229600" cy="3795615"/>
          </a:xfrm>
        </p:spPr>
        <p:txBody>
          <a:bodyPr rtlCol="1"/>
          <a:lstStyle/>
          <a:p>
            <a:pPr rtl="1">
              <a:buFont typeface="Arial" panose="020B0604020202020204" pitchFamily="34" charset="0"/>
              <a:buChar char="•"/>
            </a:pPr>
            <a:r>
              <a:rPr lang="ar" sz="2000" b="0" i="0" u="none" strike="noStrike" dirty="0"/>
              <a:t>تستخدم صناعات التجميع والصيانة الكهربائية والهجينة العديد من </a:t>
            </a:r>
            <a:r>
              <a:rPr lang="ar" sz="2000" b="1" i="0" u="none" strike="noStrike" dirty="0"/>
              <a:t>المواد الكيميائية.</a:t>
            </a:r>
            <a:r>
              <a:rPr lang="ar" sz="2000" b="0" i="0" u="none" strike="noStrike" dirty="0"/>
              <a:t> وبصرف النظر عن المنتجات المقبولة مثل البنزين والديزل والزيت، توجد العديد من المواد الأخرى المستخدمة مثل: سوائل إزالة الشحوم لتنظيف المكونات والمنتجات وأزيد الصوديوم المستخدم في أنظمة سلامة حقائب السيارات.</a:t>
            </a:r>
          </a:p>
          <a:p>
            <a:pPr rtl="1">
              <a:buFont typeface="Arial" panose="020B0604020202020204" pitchFamily="34" charset="0"/>
              <a:buChar char="•"/>
            </a:pPr>
            <a:r>
              <a:rPr lang="ar" sz="2000" b="0" i="0" u="none" strike="noStrike" dirty="0"/>
              <a:t>يمكن أن تكون الدهانات وسوائل التبريد شديدة السمية في حال استنشاقها أو ابتلاعها.</a:t>
            </a:r>
          </a:p>
          <a:p>
            <a:pPr rtl="1">
              <a:buFont typeface="Arial" panose="020B0604020202020204" pitchFamily="34" charset="0"/>
              <a:buChar char="•"/>
            </a:pPr>
            <a:r>
              <a:rPr lang="ar" sz="2000" b="0" i="0" u="none" strike="noStrike" dirty="0"/>
              <a:t>تعمل بطاريات المركبات على تفاعل كيميائي بين الأنود والكاثود، مما ينتج عنه ما يُعرف عمومًا باسم حمض البطارية.</a:t>
            </a:r>
          </a:p>
          <a:p>
            <a:pPr rtl="1">
              <a:buFont typeface="Arial" panose="020B0604020202020204" pitchFamily="34" charset="0"/>
              <a:buChar char="•"/>
            </a:pPr>
            <a:r>
              <a:rPr lang="ar" sz="2000" dirty="0"/>
              <a:t>يمكن أن تتسبب الأسطح الساخنة و</a:t>
            </a:r>
            <a:r>
              <a:rPr lang="ar" sz="2000" b="1" dirty="0"/>
              <a:t>الحرارة</a:t>
            </a:r>
            <a:r>
              <a:rPr lang="ar" sz="2000" dirty="0"/>
              <a:t> المشعة الناتجة عن اللحام والتشغيل الآلي وفشل التبريد والعمليات الأخرى في حدوث مشكلات خطيرة مثل العمى الثلجي وضربة الشمس والحروق والوفيات.</a:t>
            </a:r>
          </a:p>
          <a:p>
            <a:pPr rtl="1">
              <a:buFont typeface="Arial" panose="020B0604020202020204" pitchFamily="34" charset="0"/>
              <a:buChar char="•"/>
            </a:pPr>
            <a:r>
              <a:rPr sz="2000" dirty="0" err="1"/>
              <a:t>لذا</a:t>
            </a:r>
            <a:r>
              <a:rPr sz="2000" dirty="0"/>
              <a:t> </a:t>
            </a:r>
            <a:r>
              <a:rPr sz="2000" dirty="0" err="1"/>
              <a:t>فإن</a:t>
            </a:r>
            <a:r>
              <a:rPr sz="2000" dirty="0"/>
              <a:t> </a:t>
            </a:r>
            <a:r>
              <a:rPr sz="2000" dirty="0" err="1"/>
              <a:t>الحماية</a:t>
            </a:r>
            <a:r>
              <a:rPr sz="2000" dirty="0"/>
              <a:t> </a:t>
            </a:r>
            <a:r>
              <a:rPr sz="2000" dirty="0" err="1"/>
              <a:t>الكاملة</a:t>
            </a:r>
            <a:r>
              <a:rPr sz="2000" dirty="0"/>
              <a:t> </a:t>
            </a:r>
            <a:r>
              <a:rPr sz="2000" dirty="0" err="1"/>
              <a:t>مطلوبة</a:t>
            </a:r>
            <a:r>
              <a:rPr sz="2000" dirty="0"/>
              <a:t> </a:t>
            </a:r>
            <a:r>
              <a:rPr lang="ar-EG" sz="2000" dirty="0"/>
              <a:t>ب</a:t>
            </a:r>
            <a:r>
              <a:rPr sz="2000" dirty="0" err="1"/>
              <a:t>استخدام</a:t>
            </a:r>
            <a:r>
              <a:rPr sz="2000" dirty="0"/>
              <a:t> </a:t>
            </a:r>
            <a:r>
              <a:rPr lang="ar" sz="2000" b="1" i="0" u="none" strike="noStrike" dirty="0"/>
              <a:t>معدات الحماية الشخصية عند العمل في أي منطقة تم تحديدها كمنطقة تستلزم معدات الحماية الشخصية.</a:t>
            </a:r>
          </a:p>
          <a:p>
            <a:pPr marL="0" indent="0" rtl="1">
              <a:buNone/>
            </a:pPr>
            <a:r>
              <a:rPr lang="ar" sz="2000" dirty="0"/>
              <a:t>    </a:t>
            </a:r>
            <a:endParaRPr lang="en-GB" sz="2000" dirty="0"/>
          </a:p>
        </p:txBody>
      </p:sp>
      <p:sp>
        <p:nvSpPr>
          <p:cNvPr id="6" name="Title 1">
            <a:extLst>
              <a:ext uri="{FF2B5EF4-FFF2-40B4-BE49-F238E27FC236}">
                <a16:creationId xmlns:a16="http://schemas.microsoft.com/office/drawing/2014/main" id="{3D69BCA1-3794-7BE1-D146-23AD2C131E22}"/>
              </a:ext>
            </a:extLst>
          </p:cNvPr>
          <p:cNvSpPr txBox="1">
            <a:spLocks/>
          </p:cNvSpPr>
          <p:nvPr/>
        </p:nvSpPr>
        <p:spPr bwMode="auto">
          <a:xfrm>
            <a:off x="304800" y="13476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3400" b="1" kern="0" dirty="0">
                <a:latin typeface="Sakkal Majalla" panose="02000000000000000000" pitchFamily="2" charset="-78"/>
                <a:cs typeface="Sakkal Majalla" panose="02000000000000000000" pitchFamily="2" charset="-78"/>
              </a:rPr>
              <a:t>المخاطر المحتملة المتعلقة بإنتاج المحركات</a:t>
            </a:r>
          </a:p>
        </p:txBody>
      </p:sp>
      <p:sp>
        <p:nvSpPr>
          <p:cNvPr id="2" name="Footer Placeholder 2">
            <a:extLst>
              <a:ext uri="{FF2B5EF4-FFF2-40B4-BE49-F238E27FC236}">
                <a16:creationId xmlns:a16="http://schemas.microsoft.com/office/drawing/2014/main" id="{9087037B-A6F6-8609-8132-69EFC3813A0C}"/>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spTree>
    <p:extLst>
      <p:ext uri="{BB962C8B-B14F-4D97-AF65-F5344CB8AC3E}">
        <p14:creationId xmlns:p14="http://schemas.microsoft.com/office/powerpoint/2010/main" val="2136573757"/>
      </p:ext>
    </p:extLst>
  </p:cSld>
  <p:clrMapOvr>
    <a:masterClrMapping/>
  </p:clrMapOvr>
  <p:transition>
    <p:sndAc>
      <p:stSnd>
        <p:snd r:embed="rId2"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12816-BDAF-7A0E-C227-D78095861F3E}"/>
              </a:ext>
            </a:extLst>
          </p:cNvPr>
          <p:cNvSpPr>
            <a:spLocks noGrp="1"/>
          </p:cNvSpPr>
          <p:nvPr>
            <p:ph type="title"/>
          </p:nvPr>
        </p:nvSpPr>
        <p:spPr>
          <a:xfrm>
            <a:off x="457921" y="1268760"/>
            <a:ext cx="8229600" cy="864000"/>
          </a:xfrm>
        </p:spPr>
        <p:txBody>
          <a:bodyPr rtlCol="1"/>
          <a:lstStyle/>
          <a:p>
            <a:pPr rtl="1"/>
            <a:r>
              <a:rPr lang="ar" sz="3400" b="1" i="0" u="none" strike="noStrike" dirty="0"/>
              <a:t>تخطيطات وعمليات مريحة في </a:t>
            </a:r>
            <a:br>
              <a:rPr lang="en-GB" sz="3400" b="1" i="0" u="none" strike="noStrike" baseline="0" dirty="0"/>
            </a:br>
            <a:r>
              <a:rPr lang="ar" sz="3400" b="1" i="0" u="none" strike="noStrike" dirty="0"/>
              <a:t>تصنيع المركبات الكهربائية</a:t>
            </a:r>
            <a:endParaRPr lang="en-GB" sz="3400" dirty="0"/>
          </a:p>
        </p:txBody>
      </p:sp>
      <p:sp>
        <p:nvSpPr>
          <p:cNvPr id="3" name="Content Placeholder 2">
            <a:extLst>
              <a:ext uri="{FF2B5EF4-FFF2-40B4-BE49-F238E27FC236}">
                <a16:creationId xmlns:a16="http://schemas.microsoft.com/office/drawing/2014/main" id="{3352881A-A9E1-54B2-D246-B75815D1F860}"/>
              </a:ext>
            </a:extLst>
          </p:cNvPr>
          <p:cNvSpPr>
            <a:spLocks noGrp="1"/>
          </p:cNvSpPr>
          <p:nvPr>
            <p:ph sz="half" idx="1"/>
          </p:nvPr>
        </p:nvSpPr>
        <p:spPr>
          <a:xfrm>
            <a:off x="457921" y="2420888"/>
            <a:ext cx="8229600" cy="3825287"/>
          </a:xfrm>
        </p:spPr>
        <p:txBody>
          <a:bodyPr rtlCol="1"/>
          <a:lstStyle/>
          <a:p>
            <a:pPr rtl="1"/>
            <a:r>
              <a:rPr lang="ar" sz="2000" b="0" i="0" u="none" strike="noStrike" dirty="0"/>
              <a:t>نشأ التصنيع الرشيق (الخالي من الهدر) في أمريكا </a:t>
            </a:r>
            <a:r>
              <a:rPr lang="ar" sz="2000" dirty="0"/>
              <a:t>الشمالية</a:t>
            </a:r>
            <a:r>
              <a:rPr lang="ar" sz="2000" b="0" i="0" u="none" strike="noStrike" dirty="0"/>
              <a:t> لتحسين الإنتاجية في منشآت التصنيع الأمريكية. ويتمثل المبدأ الأساسي في تقليل النفايات وزيادة الإنتاجية. </a:t>
            </a:r>
          </a:p>
          <a:p>
            <a:pPr rtl="1"/>
            <a:r>
              <a:rPr lang="ar" sz="2000" b="0" i="0" u="none" strike="noStrike" dirty="0"/>
              <a:t>من المسلم به أن النفايات هي أي شيء لا يرغب العميل في دفع ثمنه. لكن النفايات ببساطة ليست خردة، فهي عناصر أضيفت إلى منتج ولا يريدها العميل أو يحتاج إليها. ويمكن التخلص من النفايات أيضًا في التصنيع من خلال التحسين المستمر للعملية، مهما كانت طفيفة. غالبًا ما تقترح القوى العاملة التحسينات. </a:t>
            </a:r>
          </a:p>
          <a:p>
            <a:pPr rtl="1"/>
            <a:r>
              <a:rPr lang="ar" sz="2000" b="0" i="0" u="none" strike="noStrike" dirty="0"/>
              <a:t>على سبيل المثال، إذا كانت محطة تجميع العضو الدوار المكتمل ومحطة تجميع العضو الساكن المكتمل تفصل بينهما مسافة خمسين مترًا، وكان من الضروري نقل الأعضاء الدوارة والأعضاء الساكنة إلى محطة التجميع النهائي، فمن المنطقي إعادة توجيه خطوط تجميع العضو المتحرك والعضو الساكن لضمان انتهاء كل منهما في محطة التجميع النهائية. وهذا يخفف الوقت والنقل بالإضافة إلى تكاليف العمالة ويقلل الهدر ويحسن تنظيم مكان العمل.</a:t>
            </a:r>
            <a:endParaRPr lang="en-GB" sz="2000" dirty="0"/>
          </a:p>
        </p:txBody>
      </p:sp>
      <p:sp>
        <p:nvSpPr>
          <p:cNvPr id="4" name="Footer Placeholder 2">
            <a:extLst>
              <a:ext uri="{FF2B5EF4-FFF2-40B4-BE49-F238E27FC236}">
                <a16:creationId xmlns:a16="http://schemas.microsoft.com/office/drawing/2014/main" id="{407515E1-FB04-C78A-7836-8C49C17CC9A7}"/>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spTree>
    <p:extLst>
      <p:ext uri="{BB962C8B-B14F-4D97-AF65-F5344CB8AC3E}">
        <p14:creationId xmlns:p14="http://schemas.microsoft.com/office/powerpoint/2010/main" val="2820838120"/>
      </p:ext>
    </p:extLst>
  </p:cSld>
  <p:clrMapOvr>
    <a:masterClrMapping/>
  </p:clrMapOvr>
  <p:transition>
    <p:sndAc>
      <p:stSnd>
        <p:snd r:embed="rId2"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62C4E-6030-426B-2F97-55AE926C78CB}"/>
              </a:ext>
            </a:extLst>
          </p:cNvPr>
          <p:cNvSpPr>
            <a:spLocks noGrp="1"/>
          </p:cNvSpPr>
          <p:nvPr>
            <p:ph type="title"/>
          </p:nvPr>
        </p:nvSpPr>
        <p:spPr>
          <a:xfrm>
            <a:off x="457200" y="1412776"/>
            <a:ext cx="8229600" cy="864000"/>
          </a:xfrm>
        </p:spPr>
        <p:txBody>
          <a:bodyPr rtlCol="1"/>
          <a:lstStyle/>
          <a:p>
            <a:pPr rtl="1"/>
            <a:r>
              <a:rPr lang="ar" sz="3400" b="1" i="0" u="none" strike="noStrike" dirty="0"/>
              <a:t>تخطيطات وعمليات مريحة في </a:t>
            </a:r>
            <a:br>
              <a:rPr lang="en-GB" sz="3400" b="1" i="0" u="none" strike="noStrike" baseline="0" dirty="0"/>
            </a:br>
            <a:r>
              <a:rPr lang="ar" sz="3400" b="1" i="0" u="none" strike="noStrike" dirty="0"/>
              <a:t>تصنيع المركبات الكهربائية</a:t>
            </a:r>
            <a:endParaRPr lang="en-GB" sz="3400" dirty="0"/>
          </a:p>
        </p:txBody>
      </p:sp>
      <p:sp>
        <p:nvSpPr>
          <p:cNvPr id="3" name="Content Placeholder 2">
            <a:extLst>
              <a:ext uri="{FF2B5EF4-FFF2-40B4-BE49-F238E27FC236}">
                <a16:creationId xmlns:a16="http://schemas.microsoft.com/office/drawing/2014/main" id="{60A2DC0E-9B1B-B27D-6748-BB120BBF77EF}"/>
              </a:ext>
            </a:extLst>
          </p:cNvPr>
          <p:cNvSpPr>
            <a:spLocks noGrp="1"/>
          </p:cNvSpPr>
          <p:nvPr>
            <p:ph sz="half" idx="1"/>
          </p:nvPr>
        </p:nvSpPr>
        <p:spPr>
          <a:xfrm>
            <a:off x="570769" y="2467131"/>
            <a:ext cx="8002462" cy="3600400"/>
          </a:xfrm>
        </p:spPr>
        <p:txBody>
          <a:bodyPr rtlCol="1"/>
          <a:lstStyle/>
          <a:p>
            <a:pPr rtl="1">
              <a:buFont typeface="Arial" panose="020B0604020202020204" pitchFamily="34" charset="0"/>
              <a:buChar char="•"/>
            </a:pPr>
            <a:r>
              <a:rPr lang="ar" sz="1800" b="0" i="0" u="none" strike="noStrike" dirty="0"/>
              <a:t>تنطوي إدارة سير العمل من خلال الشركة على العديد من المتغيرات. وتستخدم بعض الشركات منهجية "الصواب من أول مرة" لتقليل الاختبار وإعادة العمل. </a:t>
            </a:r>
          </a:p>
          <a:p>
            <a:pPr rtl="1">
              <a:buFont typeface="Arial" panose="020B0604020202020204" pitchFamily="34" charset="0"/>
              <a:buChar char="•"/>
            </a:pPr>
            <a:r>
              <a:rPr lang="ar" sz="1800" b="0" i="0" u="none" strike="noStrike" dirty="0"/>
              <a:t>بدلاً من التصنيع ثم فحص أو اختبار مكون أو منتج، لمعرفة ما إذا كان يفي بالمواصفات.</a:t>
            </a:r>
          </a:p>
          <a:p>
            <a:pPr rtl="1">
              <a:buFont typeface="Arial" panose="020B0604020202020204" pitchFamily="34" charset="0"/>
              <a:buChar char="•"/>
            </a:pPr>
            <a:r>
              <a:rPr lang="ar" sz="1800" dirty="0"/>
              <a:t>يُشجّع</a:t>
            </a:r>
            <a:r>
              <a:rPr lang="ar" sz="1800" b="0" i="0" u="none" strike="noStrike" dirty="0"/>
              <a:t> جميع العمال أو المشغلين، من جميع المستويات، بنشاط على المساهمة في تصنيع المكونات أو المنتجات أو صيانتها أو تجميعها، بحيث تكون مطابقة للمواصفات في المرة الأولى.</a:t>
            </a:r>
          </a:p>
          <a:p>
            <a:pPr rtl="1">
              <a:buFont typeface="Arial" panose="020B0604020202020204" pitchFamily="34" charset="0"/>
              <a:buChar char="•"/>
            </a:pPr>
            <a:r>
              <a:rPr lang="ar" sz="1800" dirty="0"/>
              <a:t>تستخدم سلاسل التوريد نظامًا مشابهًا إذا أنتج المورد مكونًا على بعد 100 كيلومتر من شركة التجميع، فلن يتم تسليمه في شاحنة تنتقل من مصنع التصنيع إلى مصنع التجميع، ثم تعود الشاحنة فارغة. ولكنها تُرسل إلى مركز رئيس للتجميع وتحميلها بأجزاء أخرى لمصنع التجميع. ثم تُحمِّل الشاحنة الأجزاء من مركز بالقرب من مصنع التجميع لرحلة العودة.</a:t>
            </a:r>
          </a:p>
        </p:txBody>
      </p:sp>
      <p:sp>
        <p:nvSpPr>
          <p:cNvPr id="4" name="Footer Placeholder 2">
            <a:extLst>
              <a:ext uri="{FF2B5EF4-FFF2-40B4-BE49-F238E27FC236}">
                <a16:creationId xmlns:a16="http://schemas.microsoft.com/office/drawing/2014/main" id="{AB7BBFA1-2101-064C-6680-F3B9AD6E39B4}"/>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spTree>
    <p:extLst>
      <p:ext uri="{BB962C8B-B14F-4D97-AF65-F5344CB8AC3E}">
        <p14:creationId xmlns:p14="http://schemas.microsoft.com/office/powerpoint/2010/main" val="2454137864"/>
      </p:ext>
    </p:extLst>
  </p:cSld>
  <p:clrMapOvr>
    <a:masterClrMapping/>
  </p:clrMapOvr>
  <p:transition>
    <p:sndAc>
      <p:stSnd>
        <p:snd r:embed="rId2"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ED946-7575-54DE-1438-D3EB0A8C1476}"/>
              </a:ext>
            </a:extLst>
          </p:cNvPr>
          <p:cNvSpPr>
            <a:spLocks noGrp="1"/>
          </p:cNvSpPr>
          <p:nvPr>
            <p:ph type="title"/>
          </p:nvPr>
        </p:nvSpPr>
        <p:spPr>
          <a:xfrm>
            <a:off x="457200" y="1195200"/>
            <a:ext cx="8229600" cy="864000"/>
          </a:xfrm>
        </p:spPr>
        <p:txBody>
          <a:bodyPr rtlCol="1"/>
          <a:lstStyle/>
          <a:p>
            <a:pPr rtl="1"/>
            <a:r>
              <a:rPr lang="ar" sz="3400" b="1" i="0" u="none" strike="noStrike" dirty="0"/>
              <a:t>تحديد موضع الماكينة/الآلة</a:t>
            </a:r>
            <a:endParaRPr lang="en-GB" sz="3400" b="1" dirty="0"/>
          </a:p>
        </p:txBody>
      </p:sp>
      <p:sp>
        <p:nvSpPr>
          <p:cNvPr id="3" name="Content Placeholder 2">
            <a:extLst>
              <a:ext uri="{FF2B5EF4-FFF2-40B4-BE49-F238E27FC236}">
                <a16:creationId xmlns:a16="http://schemas.microsoft.com/office/drawing/2014/main" id="{7CAE2923-78A0-3B61-9831-2655AAB1A384}"/>
              </a:ext>
            </a:extLst>
          </p:cNvPr>
          <p:cNvSpPr>
            <a:spLocks noGrp="1"/>
          </p:cNvSpPr>
          <p:nvPr>
            <p:ph sz="half" idx="1"/>
          </p:nvPr>
        </p:nvSpPr>
        <p:spPr>
          <a:xfrm>
            <a:off x="4619817" y="2204864"/>
            <a:ext cx="4272663" cy="3712190"/>
          </a:xfrm>
        </p:spPr>
        <p:txBody>
          <a:bodyPr rtlCol="1"/>
          <a:lstStyle/>
          <a:p>
            <a:pPr rtl="1">
              <a:buFont typeface="Arial" panose="020B0604020202020204" pitchFamily="34" charset="0"/>
              <a:buChar char="•"/>
            </a:pPr>
            <a:r>
              <a:rPr lang="ar" sz="1800" dirty="0"/>
              <a:t>عادةً ما تُصنف الماكينات ومحطات التجميع بوصفها خطوط عندما يكون هناك أكثر من ماكينة أو محطة تجميع. </a:t>
            </a:r>
          </a:p>
          <a:p>
            <a:pPr rtl="1">
              <a:buFont typeface="Arial" panose="020B0604020202020204" pitchFamily="34" charset="0"/>
              <a:buChar char="•"/>
            </a:pPr>
            <a:r>
              <a:rPr lang="ar" sz="1800" dirty="0"/>
              <a:t>يجب وضع الماكينة في خطوط الإنتاج بطريقة تسمح بالوصول المريح للميكانيكيين وفنيي التجميع. </a:t>
            </a:r>
          </a:p>
          <a:p>
            <a:pPr rtl="1">
              <a:buFont typeface="Arial" panose="020B0604020202020204" pitchFamily="34" charset="0"/>
              <a:buChar char="•"/>
            </a:pPr>
            <a:r>
              <a:rPr lang="ar" sz="1800" dirty="0"/>
              <a:t>تتكون العديد من الخطوط الآن من ماكينات تعمل بالتحكم العددي الحاسوبي للإنتاج، أو التجميع الروبوتي، وخاصة محطات اللحام والتجميع. </a:t>
            </a:r>
          </a:p>
          <a:p>
            <a:pPr rtl="1">
              <a:buFont typeface="Arial" panose="020B0604020202020204" pitchFamily="34" charset="0"/>
              <a:buChar char="•"/>
            </a:pPr>
            <a:r>
              <a:rPr lang="ar" sz="1800" dirty="0"/>
              <a:t>يُستبدل عمال خط التجميع، ولكن يحل محلهم العديد من الفنيين والمبرمجين وعمال الصيانة.</a:t>
            </a:r>
          </a:p>
        </p:txBody>
      </p:sp>
      <p:sp>
        <p:nvSpPr>
          <p:cNvPr id="8" name="TextBox 7">
            <a:extLst>
              <a:ext uri="{FF2B5EF4-FFF2-40B4-BE49-F238E27FC236}">
                <a16:creationId xmlns:a16="http://schemas.microsoft.com/office/drawing/2014/main" id="{CF58467A-4B07-DCB0-3249-3336E04ED5AD}"/>
              </a:ext>
            </a:extLst>
          </p:cNvPr>
          <p:cNvSpPr txBox="1"/>
          <p:nvPr/>
        </p:nvSpPr>
        <p:spPr>
          <a:xfrm>
            <a:off x="328489" y="5301208"/>
            <a:ext cx="4027487" cy="338554"/>
          </a:xfrm>
          <a:prstGeom prst="rect">
            <a:avLst/>
          </a:prstGeom>
          <a:noFill/>
        </p:spPr>
        <p:txBody>
          <a:bodyPr wrap="square" rtlCol="1">
            <a:spAutoFit/>
          </a:bodyPr>
          <a:lstStyle/>
          <a:p>
            <a:pPr algn="ctr" rtl="1"/>
            <a:r>
              <a:rPr lang="ar" sz="1600" b="1" dirty="0">
                <a:latin typeface="Sakkal Majalla" panose="02000000000000000000" pitchFamily="2" charset="-78"/>
                <a:cs typeface="Sakkal Majalla" panose="02000000000000000000" pitchFamily="2" charset="-78"/>
              </a:rPr>
              <a:t>أذرع روبوتية تُجمع حزم بطاريات الليثيوم للمركبات الكهربائية.</a:t>
            </a:r>
          </a:p>
        </p:txBody>
      </p:sp>
      <p:sp>
        <p:nvSpPr>
          <p:cNvPr id="4" name="Footer Placeholder 2">
            <a:extLst>
              <a:ext uri="{FF2B5EF4-FFF2-40B4-BE49-F238E27FC236}">
                <a16:creationId xmlns:a16="http://schemas.microsoft.com/office/drawing/2014/main" id="{FE751BAE-B5C3-4E35-4DAC-ECBADDA01A0C}"/>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pic>
        <p:nvPicPr>
          <p:cNvPr id="6" name="Content Placeholder 5" descr="A group of robotic arms working on a machine&#10;&#10;Description automatically generated">
            <a:extLst>
              <a:ext uri="{FF2B5EF4-FFF2-40B4-BE49-F238E27FC236}">
                <a16:creationId xmlns:a16="http://schemas.microsoft.com/office/drawing/2014/main" id="{0E2F03FD-1683-CD3F-E3BF-266F2E713CC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bwMode="auto">
          <a:xfrm>
            <a:off x="468312" y="2852936"/>
            <a:ext cx="4027488" cy="226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65631395"/>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089C7-560C-6E1E-093E-4DF954B7E5C6}"/>
              </a:ext>
            </a:extLst>
          </p:cNvPr>
          <p:cNvSpPr>
            <a:spLocks noGrp="1"/>
          </p:cNvSpPr>
          <p:nvPr>
            <p:ph type="title"/>
          </p:nvPr>
        </p:nvSpPr>
        <p:spPr>
          <a:xfrm>
            <a:off x="457200" y="1195200"/>
            <a:ext cx="8229600" cy="864000"/>
          </a:xfrm>
        </p:spPr>
        <p:txBody>
          <a:bodyPr rtlCol="1"/>
          <a:lstStyle/>
          <a:p>
            <a:pPr algn="r" rtl="1"/>
            <a:r>
              <a:rPr lang="ar" sz="3400" b="1" i="0" u="none" strike="noStrike" kern="0" cap="none" spc="0" normalizeH="0" noProof="0" dirty="0">
                <a:ln>
                  <a:noFill/>
                </a:ln>
                <a:solidFill>
                  <a:srgbClr val="000000"/>
                </a:solidFill>
                <a:effectLst/>
                <a:uLnTx/>
                <a:uFillTx/>
              </a:rPr>
              <a:t>تحديد موضع الماكينة/الآلة</a:t>
            </a:r>
            <a:endParaRPr lang="en-GB" sz="3400" b="1" dirty="0"/>
          </a:p>
        </p:txBody>
      </p:sp>
      <p:sp>
        <p:nvSpPr>
          <p:cNvPr id="3" name="Content Placeholder 2">
            <a:extLst>
              <a:ext uri="{FF2B5EF4-FFF2-40B4-BE49-F238E27FC236}">
                <a16:creationId xmlns:a16="http://schemas.microsoft.com/office/drawing/2014/main" id="{20A98510-731A-7D70-1B5C-BC4578D025A6}"/>
              </a:ext>
            </a:extLst>
          </p:cNvPr>
          <p:cNvSpPr>
            <a:spLocks noGrp="1"/>
          </p:cNvSpPr>
          <p:nvPr>
            <p:ph sz="half" idx="1"/>
          </p:nvPr>
        </p:nvSpPr>
        <p:spPr>
          <a:xfrm>
            <a:off x="3770367" y="2230097"/>
            <a:ext cx="5040560" cy="3456384"/>
          </a:xfrm>
        </p:spPr>
        <p:txBody>
          <a:bodyPr rtlCol="1"/>
          <a:lstStyle/>
          <a:p>
            <a:pPr rtl="1">
              <a:buFont typeface="Arial" panose="020B0604020202020204" pitchFamily="34" charset="0"/>
              <a:buChar char="•"/>
            </a:pPr>
            <a:r>
              <a:rPr lang="ar" sz="1800" dirty="0"/>
              <a:t>تُصدر الماكينات أصواتًا متكررة عالية مثل: التطريق والطرق والقص وبعض دورات القطع.</a:t>
            </a:r>
          </a:p>
          <a:p>
            <a:pPr rtl="1">
              <a:buFont typeface="Arial" panose="020B0604020202020204" pitchFamily="34" charset="0"/>
              <a:buChar char="•"/>
            </a:pPr>
            <a:r>
              <a:rPr lang="ar" sz="1800" dirty="0"/>
              <a:t>يجب حماية المشغلين من تلك الأصوات باستخدام معدات مثل واقيات الأذن وكذلك معدات الوقاية الشخصية الروتينية.</a:t>
            </a:r>
          </a:p>
          <a:p>
            <a:pPr rtl="1">
              <a:buFont typeface="Arial" panose="020B0604020202020204" pitchFamily="34" charset="0"/>
              <a:buChar char="•"/>
            </a:pPr>
            <a:r>
              <a:rPr lang="ar" sz="1800" dirty="0"/>
              <a:t>وعلى شاكلة مماثلة، يمكن أن تكون محطات اللحام صاخبة وتصدر ضوءًا ساطعًا جدًا. يجب حماية اللحامين بالكامل حتى لا يصل الضوء المنبعث أو الشرر إلى المارة. </a:t>
            </a:r>
          </a:p>
          <a:p>
            <a:pPr rtl="1">
              <a:buFont typeface="Arial" panose="020B0604020202020204" pitchFamily="34" charset="0"/>
              <a:buChar char="•"/>
            </a:pPr>
            <a:r>
              <a:rPr lang="ar" sz="1800" dirty="0"/>
              <a:t>تُظهر الصورة عامل لحام محمي ضد الحرارة والشرر والعمى الثلجي. ويتضح أيضًا نظام استخراج الدخان.</a:t>
            </a:r>
          </a:p>
        </p:txBody>
      </p:sp>
      <p:sp>
        <p:nvSpPr>
          <p:cNvPr id="4" name="Footer Placeholder 2">
            <a:extLst>
              <a:ext uri="{FF2B5EF4-FFF2-40B4-BE49-F238E27FC236}">
                <a16:creationId xmlns:a16="http://schemas.microsoft.com/office/drawing/2014/main" id="{E05A4A35-328E-5676-322B-AB5931D2F4DF}"/>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pic>
        <p:nvPicPr>
          <p:cNvPr id="6" name="Content Placeholder 5" descr="A person welding a piece of metal&#10;&#10;Description automatically generated">
            <a:extLst>
              <a:ext uri="{FF2B5EF4-FFF2-40B4-BE49-F238E27FC236}">
                <a16:creationId xmlns:a16="http://schemas.microsoft.com/office/drawing/2014/main" id="{B9817959-74B0-318B-2D40-5218E04C9E9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auto">
          <a:xfrm>
            <a:off x="648577" y="2088144"/>
            <a:ext cx="2682874" cy="402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8655236"/>
      </p:ext>
    </p:extLst>
  </p:cSld>
  <p:clrMapOvr>
    <a:masterClrMapping/>
  </p:clrMapOvr>
  <p:transition>
    <p:sndAc>
      <p:stSnd>
        <p:snd r:embed="rId2"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54BF3-745C-957E-3D0D-D81C162672ED}"/>
              </a:ext>
            </a:extLst>
          </p:cNvPr>
          <p:cNvSpPr>
            <a:spLocks noGrp="1"/>
          </p:cNvSpPr>
          <p:nvPr>
            <p:ph type="title"/>
          </p:nvPr>
        </p:nvSpPr>
        <p:spPr>
          <a:xfrm>
            <a:off x="457200" y="1195200"/>
            <a:ext cx="8229600" cy="864000"/>
          </a:xfrm>
        </p:spPr>
        <p:txBody>
          <a:bodyPr rtlCol="1"/>
          <a:lstStyle/>
          <a:p>
            <a:pPr algn="r" rtl="1"/>
            <a:r>
              <a:rPr lang="ar" sz="3400" b="1" dirty="0"/>
              <a:t>السلامة</a:t>
            </a:r>
          </a:p>
        </p:txBody>
      </p:sp>
      <p:sp>
        <p:nvSpPr>
          <p:cNvPr id="3" name="Content Placeholder 2">
            <a:extLst>
              <a:ext uri="{FF2B5EF4-FFF2-40B4-BE49-F238E27FC236}">
                <a16:creationId xmlns:a16="http://schemas.microsoft.com/office/drawing/2014/main" id="{EBD38E9D-F4B0-4C7E-D802-F0C091604825}"/>
              </a:ext>
            </a:extLst>
          </p:cNvPr>
          <p:cNvSpPr>
            <a:spLocks noGrp="1"/>
          </p:cNvSpPr>
          <p:nvPr>
            <p:ph sz="half" idx="1"/>
          </p:nvPr>
        </p:nvSpPr>
        <p:spPr>
          <a:xfrm>
            <a:off x="4211960" y="2196001"/>
            <a:ext cx="4463726" cy="4024100"/>
          </a:xfrm>
        </p:spPr>
        <p:txBody>
          <a:bodyPr rtlCol="1"/>
          <a:lstStyle/>
          <a:p>
            <a:pPr rtl="1">
              <a:buFont typeface="Arial" panose="020B0604020202020204" pitchFamily="34" charset="0"/>
              <a:buChar char="•"/>
            </a:pPr>
            <a:r>
              <a:rPr lang="ar" sz="1800" dirty="0"/>
              <a:t>في معظم البلدان، تنظم التشريعات واللوائح إدارة المواد الكيميائية.</a:t>
            </a:r>
          </a:p>
          <a:p>
            <a:pPr rtl="1">
              <a:buFont typeface="Arial" panose="020B0604020202020204" pitchFamily="34" charset="0"/>
              <a:buChar char="•"/>
            </a:pPr>
            <a:r>
              <a:rPr lang="ar" sz="1800" dirty="0"/>
              <a:t>تطبق المملكة المتحدة لوائح مراقبة تأثير المواد الخطرة على الصحة (COSHH). </a:t>
            </a:r>
          </a:p>
          <a:p>
            <a:pPr rtl="1">
              <a:buFont typeface="Arial" panose="020B0604020202020204" pitchFamily="34" charset="0"/>
              <a:buChar char="•"/>
            </a:pPr>
            <a:r>
              <a:rPr lang="ar" sz="1800" dirty="0"/>
              <a:t>تنص لوائح مراقبة تأثير المواد الخطرة على الصحة على كيفية تخزين هذه المنتجات والتعامل معها والتخلص منها. </a:t>
            </a:r>
          </a:p>
          <a:p>
            <a:pPr rtl="1">
              <a:buFont typeface="Arial" panose="020B0604020202020204" pitchFamily="34" charset="0"/>
              <a:buChar char="•"/>
            </a:pPr>
            <a:r>
              <a:rPr lang="ar" sz="1800" dirty="0"/>
              <a:t>يجب إبلاغ الموظفين بالمخاطر والاحتياطات اللازمة، مثل حماية العين والقفازات والأفرول أو المرايل. </a:t>
            </a:r>
          </a:p>
        </p:txBody>
      </p:sp>
      <p:sp>
        <p:nvSpPr>
          <p:cNvPr id="8" name="TextBox 7">
            <a:extLst>
              <a:ext uri="{FF2B5EF4-FFF2-40B4-BE49-F238E27FC236}">
                <a16:creationId xmlns:a16="http://schemas.microsoft.com/office/drawing/2014/main" id="{F14A8C91-3F54-6395-E575-A58BC0B7016A}"/>
              </a:ext>
            </a:extLst>
          </p:cNvPr>
          <p:cNvSpPr txBox="1"/>
          <p:nvPr/>
        </p:nvSpPr>
        <p:spPr>
          <a:xfrm>
            <a:off x="242420" y="4973522"/>
            <a:ext cx="3352361" cy="584775"/>
          </a:xfrm>
          <a:prstGeom prst="rect">
            <a:avLst/>
          </a:prstGeom>
          <a:noFill/>
        </p:spPr>
        <p:txBody>
          <a:bodyPr wrap="square" rtlCol="1">
            <a:spAutoFit/>
          </a:bodyPr>
          <a:lstStyle/>
          <a:p>
            <a:pPr algn="ctr" rtl="1"/>
            <a:r>
              <a:rPr lang="ar" sz="1600" b="1" dirty="0">
                <a:latin typeface="Sakkal Majalla" panose="02000000000000000000" pitchFamily="2" charset="-78"/>
                <a:cs typeface="Sakkal Majalla" panose="02000000000000000000" pitchFamily="2" charset="-78"/>
              </a:rPr>
              <a:t>علامات السلامة - حماية العين، "يمكن أن تذيب المواد الكيميائية عينيك"، مذيبات خطرة</a:t>
            </a:r>
          </a:p>
        </p:txBody>
      </p:sp>
      <p:sp>
        <p:nvSpPr>
          <p:cNvPr id="4" name="Footer Placeholder 2">
            <a:extLst>
              <a:ext uri="{FF2B5EF4-FFF2-40B4-BE49-F238E27FC236}">
                <a16:creationId xmlns:a16="http://schemas.microsoft.com/office/drawing/2014/main" id="{F4A6A6AE-C76F-7461-DE67-A11B185C6995}"/>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pic>
        <p:nvPicPr>
          <p:cNvPr id="6" name="Content Placeholder 5" descr="A close-up of a safety glasses&#10;&#10;Description automatically generated">
            <a:extLst>
              <a:ext uri="{FF2B5EF4-FFF2-40B4-BE49-F238E27FC236}">
                <a16:creationId xmlns:a16="http://schemas.microsoft.com/office/drawing/2014/main" id="{3CA9871C-AC06-C823-EA2B-0D90644E758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auto">
          <a:xfrm>
            <a:off x="591991" y="2421155"/>
            <a:ext cx="3311380" cy="234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33808876"/>
      </p:ext>
    </p:extLst>
  </p:cSld>
  <p:clrMapOvr>
    <a:masterClrMapping/>
  </p:clrMapOvr>
  <p:transition>
    <p:sndAc>
      <p:stSnd>
        <p:snd r:embed="rId2"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63FA762-9023-8075-7EFA-66D2BEA654B3}"/>
              </a:ext>
            </a:extLst>
          </p:cNvPr>
          <p:cNvSpPr txBox="1">
            <a:spLocks noChangeArrowheads="1"/>
          </p:cNvSpPr>
          <p:nvPr/>
        </p:nvSpPr>
        <p:spPr bwMode="auto">
          <a:xfrm>
            <a:off x="251520" y="1268760"/>
            <a:ext cx="864096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4600" kern="0" dirty="0">
                <a:latin typeface="Sakkal Majalla" panose="02000000000000000000" pitchFamily="2" charset="-78"/>
                <a:cs typeface="Sakkal Majalla" panose="02000000000000000000" pitchFamily="2" charset="-78"/>
              </a:rPr>
              <a:t>شكر وتقدير</a:t>
            </a:r>
          </a:p>
        </p:txBody>
      </p:sp>
      <p:sp>
        <p:nvSpPr>
          <p:cNvPr id="5" name="Content Placeholder 1">
            <a:extLst>
              <a:ext uri="{FF2B5EF4-FFF2-40B4-BE49-F238E27FC236}">
                <a16:creationId xmlns:a16="http://schemas.microsoft.com/office/drawing/2014/main" id="{9FA6E9AD-5E58-B78C-95E8-0BA1B8E3BEA7}"/>
              </a:ext>
            </a:extLst>
          </p:cNvPr>
          <p:cNvSpPr txBox="1">
            <a:spLocks/>
          </p:cNvSpPr>
          <p:nvPr/>
        </p:nvSpPr>
        <p:spPr>
          <a:xfrm>
            <a:off x="576263" y="2060849"/>
            <a:ext cx="7991475" cy="2808312"/>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sz="2600" kern="0" dirty="0">
                <a:latin typeface="Sakkal Majalla" panose="02000000000000000000" pitchFamily="2" charset="-78"/>
                <a:cs typeface="Sakkal Majalla" panose="02000000000000000000" pitchFamily="2" charset="-78"/>
              </a:rPr>
              <a:t>الصور</a:t>
            </a:r>
          </a:p>
          <a:p>
            <a:pPr marL="0" indent="0" rtl="1">
              <a:buNone/>
            </a:pPr>
            <a:r>
              <a:rPr lang="ar" sz="2000" b="1" dirty="0">
                <a:effectLst/>
                <a:latin typeface="Sakkal Majalla" panose="02000000000000000000" pitchFamily="2" charset="-78"/>
                <a:ea typeface="Times New Roman" panose="02020603050405020304" pitchFamily="18" charset="0"/>
                <a:cs typeface="Sakkal Majalla" panose="02000000000000000000" pitchFamily="2" charset="-78"/>
              </a:rPr>
              <a:t>123 آر إف: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تشيرنوف سيرجي (الشريحة 29)؛ آلامي:</a:t>
            </a:r>
            <a:r>
              <a:rPr lang="ar" sz="2000" b="1"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روب وولز (الشريحة 11)، ديفيد وارين (الشريحة 34)، </a:t>
            </a:r>
            <a:br>
              <a:rPr lang="en-US"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b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يو كيه بكس (الشريحة 35)؛</a:t>
            </a:r>
            <a:r>
              <a:rPr lang="ar" sz="2000" b="1"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بيرسون إيديوكيشن ليمتد: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استوديو اتش ال (الشريحة 6)؛</a:t>
            </a:r>
            <a:r>
              <a:rPr lang="ar" sz="2000" b="1"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b="1" dirty="0">
                <a:effectLst/>
                <a:latin typeface="Sakkal Majalla" panose="02000000000000000000" pitchFamily="2" charset="-78"/>
                <a:ea typeface="Times New Roman" panose="02020603050405020304" pitchFamily="18" charset="0"/>
                <a:cs typeface="Sakkal Majalla" panose="02000000000000000000" pitchFamily="2" charset="-78"/>
              </a:rPr>
              <a:t>شوترستوك:</a:t>
            </a: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 روميالد (الشريحة 10)،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أي. بيلون (الشريحة 14)،</a:t>
            </a:r>
            <a:r>
              <a:rPr lang="ar" sz="2000" b="1"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فؤاد أ/ سعد (الشريحة 15)،</a:t>
            </a:r>
            <a:r>
              <a:rPr lang="ar" sz="2000" b="1"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بيكسل بي (الشريحة 17)،</a:t>
            </a:r>
            <a:r>
              <a:rPr lang="ar" sz="2000" b="1"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آرت ويل (الشريحة 19)،</a:t>
            </a:r>
            <a:r>
              <a:rPr lang="ar" sz="2000" b="1"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زاكياروسلاف (الشريحة 21)،</a:t>
            </a:r>
            <a:r>
              <a:rPr lang="ar" sz="2000" b="1"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أولكسندر كوستيوشينكو (الشريحة 23)،</a:t>
            </a:r>
            <a:r>
              <a:rPr lang="ar" sz="2000" b="1"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بكس مايننج (الشريحة 24)،</a:t>
            </a:r>
            <a:r>
              <a:rPr lang="ar" sz="2000" b="1"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باستري شوب (الشريحة 33).</a:t>
            </a:r>
            <a:endParaRPr lang="en-GB" sz="2000" dirty="0">
              <a:effectLst/>
              <a:latin typeface="Sakkal Majalla" panose="02000000000000000000" pitchFamily="2" charset="-78"/>
              <a:ea typeface="Times New Roman" panose="02020603050405020304" pitchFamily="18" charset="0"/>
              <a:cs typeface="Sakkal Majalla" panose="02000000000000000000" pitchFamily="2" charset="-78"/>
            </a:endParaRPr>
          </a:p>
          <a:p>
            <a:pPr marL="0" indent="0" rtl="1">
              <a:buFont typeface="Wingdings" panose="05000000000000000000" pitchFamily="2" charset="2"/>
              <a:buNone/>
            </a:pPr>
            <a:endParaRPr lang="en-GB" kern="0" dirty="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A4915BC6-DEC8-C243-D127-6EEECAA2CFF0}"/>
              </a:ext>
            </a:extLst>
          </p:cNvPr>
          <p:cNvSpPr txBox="1">
            <a:spLocks/>
          </p:cNvSpPr>
          <p:nvPr/>
        </p:nvSpPr>
        <p:spPr bwMode="auto">
          <a:xfrm>
            <a:off x="107504" y="657959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A103000399223</a:t>
            </a:r>
            <a:endParaRPr lang="ar" sz="10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AdditionalInfo xmlns="f63d1639-2e8e-4dfe-b2d4-ff2deac92409" xsi:nil="true"/>
    <_Flow_SignoffStatus xmlns="f63d1639-2e8e-4dfe-b2d4-ff2deac92409" xsi:nil="true"/>
  </documentManagement>
</p:properties>
</file>

<file path=customXml/itemProps1.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2.xml><?xml version="1.0" encoding="utf-8"?>
<ds:datastoreItem xmlns:ds="http://schemas.openxmlformats.org/officeDocument/2006/customXml" ds:itemID="{562A6C34-4934-48E8-B8D0-D48AEF577CE7}"/>
</file>

<file path=customXml/itemProps3.xml><?xml version="1.0" encoding="utf-8"?>
<ds:datastoreItem xmlns:ds="http://schemas.openxmlformats.org/officeDocument/2006/customXml" ds:itemID="{4B700610-39F3-4A35-AAF4-C1E1359C0930}">
  <ds:schemaRefs>
    <ds:schemaRef ds:uri="7c1bd8dc-4e40-424f-a15f-9ffcd522197f"/>
    <ds:schemaRef ds:uri="http://purl.org/dc/elements/1.1/"/>
    <ds:schemaRef ds:uri="http://purl.org/dc/dcmitype/"/>
    <ds:schemaRef ds:uri="http://www.w3.org/XML/1998/namespace"/>
    <ds:schemaRef ds:uri="http://schemas.microsoft.com/office/2006/metadata/properties"/>
    <ds:schemaRef ds:uri="http://purl.org/dc/terms/"/>
    <ds:schemaRef ds:uri="http://schemas.microsoft.com/office/2006/documentManagement/types"/>
    <ds:schemaRef ds:uri="http://schemas.openxmlformats.org/package/2006/metadata/core-properties"/>
    <ds:schemaRef ds:uri="http://schemas.microsoft.com/office/infopath/2007/PartnerControls"/>
    <ds:schemaRef ds:uri="6125ffc9-2c56-435e-8267-1393444907b2"/>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otalTime>11425</TotalTime>
  <Words>3496</Words>
  <Application>Microsoft Office PowerPoint</Application>
  <PresentationFormat>On-screen Show (4:3)</PresentationFormat>
  <Paragraphs>290</Paragraphs>
  <Slides>36</Slides>
  <Notes>20</Notes>
  <HiddenSlides>0</HiddenSlides>
  <MMClips>0</MMClips>
  <ScaleCrop>false</ScaleCrop>
  <HeadingPairs>
    <vt:vector size="6" baseType="variant">
      <vt:variant>
        <vt:lpstr>Fonts Used</vt:lpstr>
      </vt:variant>
      <vt:variant>
        <vt:i4>6</vt:i4>
      </vt:variant>
      <vt:variant>
        <vt:lpstr>Theme</vt:lpstr>
      </vt:variant>
      <vt:variant>
        <vt:i4>10</vt:i4>
      </vt:variant>
      <vt:variant>
        <vt:lpstr>Slide Titles</vt:lpstr>
      </vt:variant>
      <vt:variant>
        <vt:i4>36</vt:i4>
      </vt:variant>
    </vt:vector>
  </HeadingPairs>
  <TitlesOfParts>
    <vt:vector size="52" baseType="lpstr">
      <vt:lpstr>Arial</vt:lpstr>
      <vt:lpstr>Calibri</vt:lpstr>
      <vt:lpstr>Sakkal Majalla</vt:lpstr>
      <vt:lpstr>Times New Roman</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60 </vt:lpstr>
      <vt:lpstr>محركات المركبات الكهربائية والهجينة</vt:lpstr>
      <vt:lpstr>نتاجات التعلم</vt:lpstr>
      <vt:lpstr>نتاج التعلم أ  </vt:lpstr>
      <vt:lpstr>PowerPoint Presentation</vt:lpstr>
      <vt:lpstr> أنظمة الطاقة والدفع  المستخدمة في المركبات الهجينة </vt:lpstr>
      <vt:lpstr>أنظمة الطاقة والدفع  المستخدمة في المركبات الهجينة</vt:lpstr>
      <vt:lpstr>أنظمة الطاقة والدفع  المستخدمة في المركبات الهجينة</vt:lpstr>
      <vt:lpstr>أنظمة الطاقة والدفع  المستخدمة في المركبات الكهربائية</vt:lpstr>
      <vt:lpstr>أنظمة الطاقة والدفع المستخدمة في المركبات الكهربائية</vt:lpstr>
      <vt:lpstr>أنظمة الطاقة والدفع المستخدمة في المركبات الكهربائية</vt:lpstr>
      <vt:lpstr>نتاج التعلم ب  </vt:lpstr>
      <vt:lpstr>أنواع محركات المركبات الكهربائية شائعة الاستخدام وتشغيلها </vt:lpstr>
      <vt:lpstr>PowerPoint Presentation</vt:lpstr>
      <vt:lpstr> أنواع محركات المركبات الكهربائية شائعة الاستخدام وتشغيلها </vt:lpstr>
      <vt:lpstr>أنواع تكوين العضو الساكن وتشغيله</vt:lpstr>
      <vt:lpstr>أنواع تكوين العضو الدوار وتشغيله</vt:lpstr>
      <vt:lpstr>نتاج التعلم ب  </vt:lpstr>
      <vt:lpstr> معدات التصنيع شائعة الاستخدام </vt:lpstr>
      <vt:lpstr>معدات التصنيع شائعة الاستخدام</vt:lpstr>
      <vt:lpstr>PowerPoint Presentation</vt:lpstr>
      <vt:lpstr>الأدوات المتخصصة</vt:lpstr>
      <vt:lpstr>الأدوات المتخصصة</vt:lpstr>
      <vt:lpstr>عمليات تكوين العضو الدوار</vt:lpstr>
      <vt:lpstr>عمليات تكوين العضو الدوار</vt:lpstr>
      <vt:lpstr>عمليات تكوين الوحدة</vt:lpstr>
      <vt:lpstr>عمليات تكوين الوحدة</vt:lpstr>
      <vt:lpstr>فهم عوامل السلامة وبيئة التصنيع المريحة في ما يخص تصنيع محركات المركبات الكهربائية</vt:lpstr>
      <vt:lpstr>PowerPoint Presentation</vt:lpstr>
      <vt:lpstr>PowerPoint Presentation</vt:lpstr>
      <vt:lpstr>تخطيطات وعمليات مريحة في  تصنيع المركبات الكهربائية</vt:lpstr>
      <vt:lpstr>تخطيطات وعمليات مريحة في  تصنيع المركبات الكهربائية</vt:lpstr>
      <vt:lpstr>تحديد موضع الماكينة/الآلة</vt:lpstr>
      <vt:lpstr>تحديد موضع الماكينة/الآلة</vt:lpstr>
      <vt:lpstr>السلامة</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259</cp:revision>
  <dcterms:created xsi:type="dcterms:W3CDTF">2020-07-15T07:14:47Z</dcterms:created>
  <dcterms:modified xsi:type="dcterms:W3CDTF">2024-12-11T23:11:17Z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13842000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